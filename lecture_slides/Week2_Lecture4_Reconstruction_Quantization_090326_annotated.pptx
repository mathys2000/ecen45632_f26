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notesSlides/notesSlide3.xml" ContentType="application/vnd.openxmlformats-officedocument.presentationml.notesSlide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notesSlides/notesSlide4.xml" ContentType="application/vnd.openxmlformats-officedocument.presentationml.notesSlide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notesSlides/notesSlide5.xml" ContentType="application/vnd.openxmlformats-officedocument.presentationml.notesSlide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notesSlides/notesSlide6.xml" ContentType="application/vnd.openxmlformats-officedocument.presentationml.notesSlide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notesSlides/notesSlide7.xml" ContentType="application/vnd.openxmlformats-officedocument.presentationml.notesSlide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notesSlides/notesSlide8.xml" ContentType="application/vnd.openxmlformats-officedocument.presentationml.notesSlide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notesSlides/notesSlide9.xml" ContentType="application/vnd.openxmlformats-officedocument.presentationml.notesSlide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notesSlides/notesSlide10.xml" ContentType="application/vnd.openxmlformats-officedocument.presentationml.notesSlide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notesSlides/notesSlide11.xml" ContentType="application/vnd.openxmlformats-officedocument.presentationml.notesSlide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notesSlides/notesSlide12.xml" ContentType="application/vnd.openxmlformats-officedocument.presentationml.notesSlide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notesSlides/notesSlide13.xml" ContentType="application/vnd.openxmlformats-officedocument.presentationml.notesSlide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notesSlides/notesSlide14.xml" ContentType="application/vnd.openxmlformats-officedocument.presentationml.notesSlide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notesSlides/notesSlide15.xml" ContentType="application/vnd.openxmlformats-officedocument.presentationml.notesSlide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notesSlides/notesSlide16.xml" ContentType="application/vnd.openxmlformats-officedocument.presentationml.notesSlide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notesSlides/notesSlide17.xml" ContentType="application/vnd.openxmlformats-officedocument.presentationml.notesSlide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notesSlides/notesSlide18.xml" ContentType="application/vnd.openxmlformats-officedocument.presentationml.notesSlide+xml"/>
  <Override PartName="/ppt/ink/ink1938.xml" ContentType="application/inkml+xml"/>
  <Override PartName="/ppt/ink/ink1939.xml" ContentType="application/inkml+xml"/>
  <Override PartName="/ppt/notesSlides/notesSlide19.xml" ContentType="application/vnd.openxmlformats-officedocument.presentationml.notesSlide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notesSlides/notesSlide20.xml" ContentType="application/vnd.openxmlformats-officedocument.presentationml.notesSlide+xml"/>
  <Override PartName="/ppt/ink/ink1980.xml" ContentType="application/inkml+xml"/>
  <Override PartName="/ppt/ink/ink198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1" r:id="rId2"/>
    <p:sldId id="284" r:id="rId3"/>
    <p:sldId id="256" r:id="rId4"/>
    <p:sldId id="257" r:id="rId5"/>
    <p:sldId id="258" r:id="rId6"/>
    <p:sldId id="259" r:id="rId7"/>
    <p:sldId id="282" r:id="rId8"/>
    <p:sldId id="260" r:id="rId9"/>
    <p:sldId id="261" r:id="rId10"/>
    <p:sldId id="262" r:id="rId11"/>
    <p:sldId id="263" r:id="rId12"/>
    <p:sldId id="285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0" r:id="rId28"/>
    <p:sldId id="279" r:id="rId29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46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27 24575,'-1'-2'0,"1"-1"0,-1 0 0,-1 0 0,1 0 0,0 1 0,-3-5 0,3 7 0,1-1 0,0 1 0,0 0 0,0 0 0,0 0 0,-1-1 0,1 1 0,0 0 0,0 0 0,-1 0 0,1-1 0,0 1 0,0 0 0,-1 0 0,1 0 0,0 0 0,-1 0 0,1 0 0,0-1 0,0 1 0,-1 0 0,1 0 0,0 0 0,-1 0 0,1 0 0,0 0 0,-1 1 0,0-1 0,1 0 0,-1 1 0,1-1 0,-1 1 0,1 0 0,-1-1 0,1 1 0,-1-1 0,1 1 0,0 0 0,-1-1 0,1 1 0,0 0 0,0 0 0,-1-1 0,1 3 0,-2 7 0,0 0 0,0 0 0,1 1 0,1-1 0,0 13 0,2 0 0,5 30 0,0-25 0,2-1 0,0 0 0,2 0 0,19 34 0,8 20 0,-37-76-1365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47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5 24575,'0'-1'0,"0"1"0,0 0 0,-1-1 0,1 1 0,0 0 0,-1-1 0,1 1 0,0 0 0,-1 0 0,1-1 0,-1 1 0,1 0 0,0 0 0,-1 0 0,1 0 0,-1 0 0,1 0 0,-1-1 0,1 1 0,-1 0 0,1 0 0,0 0 0,-1 0 0,1 1 0,-1-1 0,1 0 0,-1 0 0,0 1 0,0-1 0,0 1 0,1-1 0,-1 1 0,0 0 0,0-1 0,1 1 0,-1 0 0,1-1 0,-1 1 0,1 0 0,-1 1 0,-9 25 0,9-22 0,1 0 0,-1 0 0,1 0 0,0 0 0,0 0 0,0 0 0,1 0 0,-1 0 0,1 1 0,1-2 0,2 11 0,-2-12 0,0 1 0,0-1 0,0 0 0,1 1 0,-1-1 0,1 0 0,-1 0 0,1 0 0,0-1 0,0 1 0,1-1 0,-1 0 0,0 0 0,1 0 0,6 3 0,71 23 0,10 5 0,-79-28 0,8 3 0,29 19 0,-45-25 0,1 1 0,-1 0 0,-1 0 0,1 0 0,0 0 0,-1 1 0,1 0 0,-1-1 0,0 1 0,0 0 0,-1 1 0,5 7 0,-7-10 0,1 1 0,0-1 0,-1 0 0,0 1 0,1-1 0,-1 1 0,0-1 0,0 1 0,0-1 0,-1 1 0,1-1 0,-1 0 0,1 1 0,-2 3 0,0-2 0,0 0 0,0 0 0,-1 0 0,1 0 0,-1-1 0,0 1 0,-4 4 0,0-2 0,0 0 0,0 0 0,0-1 0,-1 0 0,0 0 0,0-1 0,-12 5 0,15-7 0,-8 3 0,0-1 0,-20 4 0,29-8 0,-1 1 0,1-1 0,-1 0 0,1 0 0,0 0 0,-1-1 0,1 1 0,-1-1 0,1 0 0,0 0 0,-7-3 0,-4-3-455,1-1 0,-13-9 0,16 10-6371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47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24575,'27'-8'0,"14"-1"0,2-1 0,-1 3 0,-5 1 0,-7 3 0,-6-1 0,-4 0 0,-4 1 0,-1 1 0,-4-2 0,-4-3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48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5 24575,'8'-1'0,"-1"-1"0,1 1 0,0 1 0,0 0 0,0 0 0,12 2 0,-15-1 0,-1 0 0,0 0 0,1 0 0,-1 1 0,0 0 0,0 0 0,0 0 0,0 0 0,0 1 0,-1 0 0,1-1 0,-1 1 0,4 4 0,8 10 0,-1 0 0,-1 1 0,0 1 0,-1 0 0,-1 1 0,-1 0 0,13 38 0,-22-55 0,0 1 0,0-1 0,0 0 0,0 0 0,-1 1 0,0-1 0,0 1 0,0-1 0,0 0 0,0 1 0,-1-1 0,-1 6 0,1-7 0,1 0 0,-2 0 0,1 0 0,0 0 0,0 0 0,0 0 0,-1 0 0,1-1 0,-1 1 0,0-1 0,1 1 0,-1-1 0,0 1 0,0-1 0,0 0 0,0 0 0,0 0 0,0 0 0,0 0 0,-3 0 0,-7 3 0,0-1 0,0-1 0,-1 0 0,1 0 0,-1-1 0,0-1 0,1 0 0,-1-1 0,1 0 0,-1-1 0,1 0 0,0-1 0,-19-7 0,22 7 0,1 0 0,0 0 0,0-1 0,0 0 0,1-1 0,-14-10 0,18 12 0,0 0 0,0 0 0,1 0 0,-1 0 0,1 0 0,0-1 0,0 1 0,0-1 0,0 0 0,1 1 0,-1-1 0,1 0 0,0 0 0,0 0 0,0 0 0,1 0 0,-1-5 0,1 2 0,0 1 0,1-1 0,-1 1 0,1-1 0,1 1 0,-1-1 0,1 1 0,0 0 0,1-1 0,-1 1 0,1 1 0,0-1 0,1 0 0,-1 1 0,1-1 0,0 1 0,1 0 0,-1 0 0,1 1 0,0-1 0,10-6 0,-14 10-114,1 0 1,-1 0-1,1 1 0,0-1 0,0 0 1,-1 1-1,1-1 0,0 1 0,0-1 1,0 1-1,2 0 0,7 1-6712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48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14 119 24575,'19'64'0,"46"103"0,-49-128 0,-16-39 0,0-6 0,-3-9 0,-8-14 0,-22-41 0,-8-20 0,40 88 0,-4-13 0,0 0 0,0 0 0,2-1 0,-4-26 0,7 38 0,0 1 0,0-1 0,0 1 0,1-1 0,-1 1 0,1 0 0,0-1 0,0 1 0,0 0 0,0-1 0,1 1 0,1-3 0,-1 4 0,-1 0 0,1 0 0,0 0 0,0 0 0,0 0 0,0 1 0,0-1 0,0 1 0,1-1 0,-1 1 0,0 0 0,1 0 0,-1 0 0,1 0 0,-1 0 0,1 1 0,-1-1 0,4 1 0,-1-1-65,0 1 0,0-1 0,1 1 0,-1 1 0,0-1 0,0 1 0,0 0 0,0 0 0,0 0 0,0 0 0,0 1 0,0 0 0,-1 0 0,1 1 0,-1-1 0,1 1 0,-1 0 0,0 0 0,0 0 0,6 8 0,-3-3-6761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49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189 162 24575,'0'56'0,"9"60"0,-6-92 0,2-1 0,0 1 0,2-2 0,0 1 0,13 26 0,-14-37 0,24 48 0,-25-52 0,0 0 0,1 0 0,-1 0 0,12 11 0,-17-19 0,0 0 0,0 0 0,0 0 0,0 0 0,0 0 0,0 0 0,1 0 0,-1 1 0,0-1 0,0 0 0,0 0 0,0 0 0,0 0 0,0 0 0,0 0 0,0 0 0,0 0 0,0 0 0,0 0 0,0 0 0,0 0 0,0 0 0,1 0 0,-1 0 0,0 1 0,0-1 0,0 0 0,0 0 0,0 0 0,0 0 0,0 0 0,0 0 0,0 0 0,1 0 0,-1 0 0,0 0 0,0 0 0,0 0 0,0 0 0,0 0 0,0 0 0,0-1 0,0 1 0,0 0 0,0 0 0,1 0 0,-1 0 0,0 0 0,0 0 0,0 0 0,0 0 0,0 0 0,0 0 0,0 0 0,0 0 0,0 0 0,0 0 0,0 0 0,0-1 0,0 1 0,0 0 0,0 0 0,-1-9 0,-6-12 0,-92-167 0,55 111 0,16 29 0,-28-53 0,50 87 0,0 1 0,2-1 0,-1 0 0,2 0 0,-4-26 0,6 37 0,1 0 0,0-1 0,0 1 0,0 0 0,0 0 0,1-1 0,-1 1 0,1 0 0,0 0 0,0 0 0,0 0 0,0 0 0,0 0 0,4-5 0,-4 6 0,1 1 0,-1 0 0,1-1 0,-1 1 0,1 0 0,0 0 0,-1 0 0,1 0 0,0 0 0,0 0 0,0 0 0,0 1 0,-1-1 0,1 1 0,0-1 0,0 1 0,0 0 0,0-1 0,0 1 0,1 0 0,-1 1 0,0-1 0,0 0 0,0 1 0,2 0 0,7 2 0,1 0 0,-1 2 0,0-1 0,0 1 0,-1 1 0,1 0 0,-1 0 0,13 12 0,5 5 0,36 40 0,-58-57 0,3 3 0,14 19 0,-22-26 0,1 0 0,-1 0 0,0 0 0,0 0 0,1 1 0,-1-1 0,-1 0 0,1 1 0,0-1 0,0 1 0,-1-1 0,0 1 0,1-1 0,-1 1 0,0 4 0,-1-5 0,0-1 0,1 1 0,-1 0 0,0-1 0,0 1 0,0-1 0,0 1 0,0-1 0,-1 0 0,1 1 0,0-1 0,-1 0 0,1 0 0,-1 0 0,1 0 0,-1 0 0,1 0 0,-1 0 0,1-1 0,-1 1 0,0 0 0,0-1 0,1 1 0,-3-1 0,-7 2 0,0 0 0,-19 0 0,24-2 0,-22 0 40,0-1 0,-48-7 0,-53-21-1525,113 26-5341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0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24575,'117'175'0,"-112"-167"0,12 16 0,-16-22 0,0-1 0,0 0 0,0 0 0,0 0 0,1 1 0,-1-1 0,0 0 0,1-1 0,-1 1 0,0 0 0,1 0 0,-1-1 0,3 2 0,-3-2 0,0 0 0,0 0 0,-1 0 0,1 0 0,0 0 0,-1 0 0,1 0 0,0 0 0,0 0 0,-1-1 0,1 1 0,0 0 0,-1 0 0,1-1 0,0 1 0,-1 0 0,1-1 0,-1 1 0,1-1 0,0 1 0,-1-1 0,1 0 0,0 0 0,0-1 0,1 0 0,-2 1 0,1-1 0,0 0 0,0 0 0,0 0 0,0-2 0,0-3 0,1-1 0,-1 0 0,0-8 0,-3-29 0,1 33 0,0 1 0,1-1 0,1 1 0,0-1 0,2-13 0,-3 24 0,1 1 0,-1-1 0,0 0 0,0 0 0,1 0 0,-1 0 0,0 1 0,1-1 0,-1 0 0,0 1 0,1-1 0,-1 0 0,1 1 0,0-1 0,-1 0 0,1 1 0,-1-1 0,1 1 0,0-1 0,0 1 0,-1-1 0,1 1 0,0 0 0,0-1 0,0 1 0,1 0 0,-1 0 0,0 0 0,1 0 0,-1 0 0,0 0 0,0 0 0,1 1 0,-1-1 0,0 1 0,1-1 0,-1 1 0,0-1 0,0 1 0,1 1 0,5 3 0,0 0 0,-1 1 0,11 11 0,-16-16 0,9 10 0,16 17 0,34 30 0,-51-50 0,0-1 0,0-1 0,1 0 0,0 0 0,0 0 0,0-2 0,1 1 0,15 4 0,-24-9 0,0 1 0,-1-1 0,1 0 0,0 0 0,-1 0 0,1 0 0,-1 0 0,1 0 0,0 0 0,-1 0 0,1 0 0,0-1 0,-1 1 0,1-1 0,-1 1 0,1-1 0,-1 0 0,1 1 0,-1-1 0,0 0 0,1 0 0,-1 0 0,0 0 0,0 0 0,1-1 0,-1 1 0,0 0 0,0 0 0,0-1 0,0 1 0,-1-1 0,1 1 0,0-1 0,-1 1 0,1-1 0,0-2 0,2-7 0,-1 1 0,0-1 0,-1 0 0,0-16 0,0 10 0,-1 13 0,0 0 0,1 0 0,0 0 0,-1 0 0,2 1 0,1-7 0,-3 9 0,1 1 0,-1-1 0,0 1 0,1-1 0,-1 1 0,0-1 0,1 1 0,-1-1 0,1 1 0,-1 0 0,1-1 0,-1 1 0,1 0 0,-1-1 0,1 1 0,-1 0 0,1-1 0,-1 1 0,2 0 0,-1 0 0,0 0 0,-1 0 0,1 0 0,0 0 0,0 0 0,0 1 0,0-1 0,0 0 0,-1 1 0,1-1 0,0 0 0,0 1 0,0-1 0,-1 1 0,1-1 0,0 1 0,0 1 0,111 112-1282,-111-113 1199,12 14-6743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1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 24575,'-71'7'0,"43"-4"0,-33 2 0,51-6-273,1 1 0,-1-1 0,0-1 0,-14-4 0,15 4-6553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2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56 24575,'0'0'0,"0"-1"0,0 0 0,-1 1 0,1-1 0,0 1 0,-1-1 0,1 0 0,0 1 0,-1-1 0,1 1 0,-1-1 0,1 1 0,-1-1 0,1 1 0,-1 0 0,0-1 0,1 1 0,-1 0 0,1-1 0,-1 1 0,0 0 0,1 0 0,-1-1 0,0 1 0,1 0 0,-1 0 0,-1 0 0,-22-3 0,22 3 0,-40-3 0,1-2 0,-66-16 0,69 12-1365,22 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24575,'3'-8'0,"0"1"0,0 0 0,1 0 0,0 0 0,0 0 0,1 0 0,-1 1 0,1 0 0,1 0 0,-1 1 0,1-1 0,11-7 0,-4 2 0,-9 7 0,0 1 0,1 0 0,-1 0 0,7-4 0,-9 6 0,0 1 0,0-1 0,0 0 0,0 1 0,0-1 0,0 1 0,1 0 0,-1 0 0,0 0 0,0 0 0,0 0 0,0 0 0,1 0 0,2 2 0,3 0 0,1 1 0,-1 0 0,1 0 0,-1 1 0,-1 0 0,1 1 0,0 0 0,-1 0 0,10 9 0,-14-11 0,1 0 0,-1 1 0,0-1 0,-1 1 0,1-1 0,-1 1 0,1 0 0,-1 0 0,0 0 0,-1 1 0,1-1 0,-1 0 0,1 0 0,-1 1 0,-1-1 0,1 1 0,-1-1 0,1 1 0,-1-1 0,-1 7 0,-4 14 0,-11 35 0,-1 1 0,14-49 0,0-1 0,-1 1 0,-1-1 0,0 0 0,-1 0 0,-12 17 0,4-9 0,0-1 0,-26 26 0,38-43 0,1 0 0,0 0 0,0 0 0,0 0 0,0 0 0,1 1 0,-1-1 0,0 0 0,0 1 0,0 2 0,1-4 0,0 1 0,-1-1 0,1 1 0,0-1 0,0 1 0,0 0 0,0-1 0,1 1 0,-1-1 0,0 1 0,0-1 0,0 1 0,0 0 0,0-1 0,1 1 0,-1-1 0,0 1 0,0-1 0,1 1 0,0 0 0,0 0 0,1 0 0,-1 0 0,1 0 0,0 0 0,0 0 0,-1 0 0,1 0 0,0 0 0,0-1 0,0 1 0,0-1 0,0 0 0,0 1 0,4-1 0,94 0 104,-43-1-1573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3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24575,'0'3'0,"0"2"0,3 2 0,0 1 0,2 2 0,1 1 0,-1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4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0 24575,'-1'8'0,"0"-1"0,0 0 0,-1 0 0,0 0 0,-4 11 0,-5 14 0,8-16 0,1 0 0,-1 16 0,3-26 0,-1 0 0,2 0 0,-1 1 0,1-1 0,0 0 0,0 0 0,1 0 0,2 7 0,-4-12 0,1 0 0,-1-1 0,1 1 0,-1 0 0,1 0 0,-1 0 0,1-1 0,0 1 0,0 0 0,-1 0 0,1-1 0,0 1 0,0-1 0,0 1 0,-1-1 0,1 1 0,0-1 0,0 1 0,0-1 0,0 0 0,0 0 0,0 1 0,0-1 0,0 0 0,0 0 0,0 0 0,0 0 0,0 0 0,1 0 0,4-1 0,-1-1 0,1 1 0,-1-1 0,8-3 0,10-3 0,-17 8 0,-1 0 0,0 0 0,0 1 0,1-1 0,-1 1 0,0 0 0,0 1 0,0-1 0,0 1 0,0 0 0,6 4 0,2 1 0,-1 0 0,0 1 0,11 10 0,-6-4 0,-1 1 0,17 19 0,-27-26 0,0-1 0,0 1 0,-1 0 0,0 1 0,-1-1 0,0 1 0,5 13 0,-9-20 0,1 0 0,0 0 0,-1 0 0,0 1 0,1-1 0,-1 0 0,0 0 0,0 0 0,0 0 0,0 0 0,0 0 0,-1 0 0,1 0 0,-1 0 0,1 0 0,-1 0 0,0 0 0,0 0 0,1 0 0,-1 0 0,-1 0 0,1 0 0,0-1 0,0 1 0,-1 0 0,1-1 0,-1 1 0,1-1 0,-1 0 0,0 1 0,0-1 0,1 0 0,-1 0 0,0 0 0,0 0 0,0-1 0,0 1 0,0 0 0,-2-1 0,-4 2 0,0 0 0,0-1 0,0 0 0,-1-1 0,1 0 0,0 0 0,0-1 0,0 0 0,-8-2 0,-6-3-682,-29-12-1,39 13-6143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4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24575,'30'0'0,"11"0"0,2 0 0,-4 0 0,-6 0 0,-7 0 0,-4 0 0,-5 0 0,-2 0 0,-1 0 0,-5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9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24575,'0'12'0,"0"1"0,1 0 0,1 0 0,0 0 0,0-1 0,1 1 0,1-1 0,0 0 0,10 20 0,0 0 0,-9-21 0,-1 0 0,1-1 0,1 0 0,8 11 0,-14-21 0,0 0 0,0 0 0,0 0 0,0 1 0,0-1 0,0 0 0,0 0 0,0 0 0,0 0 0,1 0 0,-1 1 0,0-1 0,0 0 0,0 0 0,0 0 0,0 0 0,1 0 0,-1 0 0,0 0 0,0 0 0,0 0 0,0 1 0,0-1 0,1 0 0,-1 0 0,0 0 0,0 0 0,0 0 0,1 0 0,-1 0 0,0 0 0,0 0 0,0 0 0,0 0 0,1-1 0,1-5 0,-3-10 0,-4-8 0,1-1 0,1 1 0,1-1 0,3-41 0,-1 63 0,0 1 0,0 0 0,1-1 0,-1 1 0,1 0 0,0-1 0,0 1 0,0 0 0,0 0 0,0 0 0,0 0 0,1 0 0,-1 0 0,1 0 0,-1 0 0,1 0 0,0 1 0,-1-1 0,1 1 0,0-1 0,0 1 0,0 0 0,0 0 0,1 0 0,-1 0 0,0 0 0,0 0 0,4 0 0,-2 0 0,0 0 0,0 1 0,1 0 0,-1 0 0,0 0 0,0 0 0,0 1 0,0 0 0,0-1 0,0 1 0,0 1 0,0-1 0,0 1 0,-1-1 0,8 5 0,0 2-455,0 1 0,10 11 0,-8-7-6371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0:59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75 24575,'15'54'0,"-2"-4"0,31 76 0,-38-113 0,1 3 0,0 0 0,1 0 0,1 0 0,0-1 0,22 27 0,-39-54 0,0 1 0,1-1 0,-10-21 0,12 25 0,-1-5 0,-62-135 0,61 129 0,1 1 0,1-1 0,0 0 0,2 0 0,0-1 0,0-24 0,3 42 0,0 0 0,0 0 0,0 1 0,0-1 0,0 0 0,1 0 0,-1 0 0,1 1 0,-1-1 0,1 0 0,0 1 0,-1-1 0,1 1 0,0-1 0,0 1 0,0-1 0,0 1 0,0-1 0,1 1 0,-1 0 0,2-2 0,-1 2 0,0 0 0,1 0 0,-1 0 0,0 1 0,1-1 0,-1 0 0,0 1 0,1 0 0,-1 0 0,0 0 0,1 0 0,-1 0 0,0 0 0,1 0 0,4 2 0,0 0 0,1 0 0,-1 1 0,0 0 0,0 1 0,0 0 0,0 0 0,0 0 0,-1 1 0,10 8 0,-8-6 0,0 1 0,-1 1 0,0-1 0,0 1 0,-1 0 0,7 13 0,-11-20 0,-1 1 0,0 0 0,0 0 0,0-1 0,0 1 0,0 0 0,-1 0 0,1 0 0,-1 0 0,0 0 0,0 0 0,0 0 0,0 0 0,0 0 0,-1 0 0,1 0 0,-1 0 0,0 0 0,0 0 0,-2 5 0,1-4 0,-1-1 0,0 1 0,1-1 0,-1 0 0,0 0 0,0 0 0,-1 0 0,1 0 0,-1-1 0,1 1 0,-1-1 0,0 0 0,0 0 0,-4 1 0,-7 3-682,-21 5-1,22-8-6143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0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62 24575,'-9'-5'0,"-8"-7"0,0 2 0,-25-12 0,38 20 0,0 0 0,-1 0 0,1 1 0,0-1 0,-1 1 0,1 0 0,-1 1 0,0-1 0,1 1 0,-1 0 0,1 0 0,-1 0 0,0 1 0,1 0 0,-1 0 0,-4 1 0,6-1 0,1 1 0,0-1 0,0 0 0,0 1 0,0-1 0,0 1 0,0 0 0,0 0 0,1 0 0,-1 0 0,1 0 0,-1 0 0,1 0 0,0 0 0,-1 1 0,1-1 0,0 0 0,1 1 0,-1-1 0,0 1 0,1-1 0,-1 1 0,1 3 0,0-1 0,-1 0 0,1 0 0,1 1 0,-1-1 0,1 0 0,0 0 0,0 1 0,1-1 0,-1 0 0,4 6 0,1 0 0,1 1 0,0-1 0,1 0 0,0 0 0,13 11 0,53 43 0,-71-63 0,0 0 0,-1 0 0,1 1 0,-1 0 0,1-1 0,1 4 0,-3-5 0,-1 0 0,0-1 0,1 1 0,-1 0 0,0-1 0,0 1 0,0 0 0,1-1 0,-1 1 0,0 0 0,0-1 0,0 1 0,0 0 0,0 0 0,0-1 0,0 1 0,0 0 0,0-1 0,-1 1 0,1 0 0,0-1 0,0 1 0,-1 0 0,1-1 0,0 1 0,-1 0 0,1-1 0,0 1 0,-1-1 0,1 1 0,-1-1 0,1 1 0,-1-1 0,0 1 0,1-1 0,-1 0 0,0 1 0,-13 7 0,0-1 0,-1 0 0,0-1 0,0-1 0,-18 4 0,14-4 0,-35 8-1365,41-9-5461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2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24575,'-2'2'0,"0"1"0,1 0 0,-1-1 0,1 1 0,0 0 0,-1 0 0,1 0 0,1 0 0,-1 0 0,0 0 0,1 0 0,-1 0 0,1 3 0,0 42 0,2-37 0,-1-1 0,1 1 0,1-1 0,0 1 0,0-1 0,8 16 0,36 56 0,-33-58 0,-6-11 0,21 38 0,-26-45 0,-1-1 0,1 1 0,-1 0 0,-1-1 0,1 1 0,-1 0 0,1 7 0,-2-13-33,0 0 0,0 0-1,0 0 1,0 1 0,0-1-1,0 0 1,0 0 0,0 0 0,0 0-1,0 1 1,0-1 0,0 0-1,0 0 1,0 0 0,0 0-1,0 1 1,0-1 0,0 0 0,0 0-1,0 0 1,0 0 0,0 1-1,0-1 1,0 0 0,0 0-1,0 0 1,0 0 0,-1 0 0,1 1-1,0-1 1,0 0 0,0 0-1,0 0 1,0 0 0,0 0-1,-1 0 1,1 0 0,0 1 0,0-1-1,0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3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24575,'6'-7'0,"1"1"0,-1 1 0,1-1 0,0 1 0,1 1 0,-1-1 0,1 1 0,9-3 0,-11 5 0,0 0 0,-1 1 0,1 0 0,0 0 0,0 0 0,-1 1 0,1 0 0,0 0 0,0 0 0,0 1 0,-1 0 0,1 0 0,6 2 0,-7-2 0,-1 1 0,0 0 0,1-1 0,-1 1 0,0 1 0,0-1 0,0 1 0,0-1 0,0 1 0,-1 0 0,6 6 0,-7-5 0,1-1 0,-1 1 0,0-1 0,0 1 0,-1 0 0,1 0 0,-1 0 0,0 0 0,0 0 0,0 0 0,-1 0 0,1 0 0,-1 6 0,-1 6 0,0-1 0,-1 1 0,-1-1 0,-6 21 0,5-19 0,0 0 0,1-1 0,-2 25 0,5-32 0,0-1 0,1 0 0,0 1 0,2 10 0,-3-17 0,1-1 0,-1 1 0,1-1 0,0 1 0,-1-1 0,1 1 0,0-1 0,0 1 0,0-1 0,0 0 0,0 1 0,2 1 0,-2-3 0,0 1 0,0-1 0,0 1 0,0-1 0,0 0 0,0 1 0,0-1 0,0 0 0,0 1 0,0-1 0,0 0 0,0 0 0,0 0 0,0 0 0,0 0 0,1 0 0,-1 0 0,0-1 0,0 1 0,0 0 0,1-1 0,45-19 0,-34 14 0,0 0 0,0 1 0,15-3 0,-14 4-103,6-1 182,1 1 0,23-1-1,-39 4-178,0 1 0,0 0 0,0 0 1,-1 1-1,1-1 0,0 1 0,0 0 0,0 0 0,-1 1 0,1-1 0,-1 1 1,1 0-1,-1 0 0,8 6 0,-3 0-6726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4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29 24575,'-14'-3'0,"-40"-7"0,-88-5 0,140 15 0,0 0 0,0 0 0,-1 0 0,1 0 0,0 0 0,0 0 0,0 1 0,0-1 0,0 1 0,0 0 0,0 0 0,0 0 0,0-1 0,0 2 0,0-1 0,1 0 0,-1 0 0,0 1 0,1-1 0,-1 0 0,1 1 0,-1 0 0,1-1 0,-2 3 0,3-2 0,-1 0 0,0 1 0,1-1 0,-1 0 0,1 0 0,-1 1 0,1-1 0,0 0 0,0 0 0,0 1 0,0-1 0,1 0 0,-1 1 0,1-1 0,-1 0 0,1 0 0,0 0 0,0 1 0,0-1 0,0 0 0,0 0 0,2 2 0,3 5 0,1 0 0,0-1 0,1 0 0,0 0 0,0 0 0,1-1 0,14 9 0,71 36 0,-91-51 0,11 6 0,17 7 0,-30-13 0,1 0 0,0 1 0,0-1 0,0 0 0,-1 0 0,1 1 0,0-1 0,-1 1 0,0 0 0,1-1 0,0 3 0,-2-4 0,1 1 0,-1-1 0,0 1 0,0-1 0,0 0 0,0 1 0,0-1 0,0 1 0,0-1 0,0 1 0,0-1 0,0 0 0,0 1 0,0-1 0,0 1 0,-1-1 0,1 0 0,0 1 0,0-1 0,0 0 0,-1 1 0,1-1 0,0 1 0,0-1 0,-1 0 0,1 0 0,0 1 0,0-1 0,-1 0 0,1 1 0,0-1 0,-1 0 0,1 0 0,-1 0 0,1 1 0,0-1 0,-1 0 0,1 0 0,-1 0 0,1 0 0,0 0 0,-1 0 0,-19 4 0,19-4 0,-50 5 0,-104 5 0,148-10-115,2 0-135,0 0 0,0-1 0,0 1 0,-7-2 0,3-1-6576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4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46 104 24575,'18'49'0,"41"96"0,-51-128 0,1-1 0,1 0 0,1 0 0,0-1 0,1-1 0,18 18 0,-14-16 0,-12-11 0,0-1 0,0 0 0,1 0 0,-1 0 0,9 5 0,-11-10 0,-4-4 0,-3-5 0,-51-66 0,-42-66 0,88 126 0,1-1 0,1-1 0,1 0 0,0 0 0,1 0 0,-6-37 0,11 52 0,1-1 0,0 0 0,-1 0 0,2 1 0,-1-1 0,0 0 0,1 0 0,-1 1 0,1-1 0,0 0 0,2-4 0,-2 6 0,0 0 0,0 1 0,0-1 0,1 0 0,-1 1 0,0-1 0,1 1 0,-1 0 0,1-1 0,-1 1 0,1 0 0,0 0 0,0 0 0,-1 0 0,1 0 0,0 0 0,0 1 0,0-1 0,0 1 0,0-1 0,0 1 0,3-1 0,6 1 0,0 0 0,0 0 0,-1 1 0,1 1 0,0 0 0,-1 0 0,1 1 0,-1 0 0,0 1 0,14 7 0,-3 0 0,-1 0 0,0 2 0,31 26 0,-45-34 0,0 0 0,0 1 0,-1-1 0,0 1 0,0 1 0,0-1 0,4 9 0,-8-14 0,-1 1 0,1 0 0,0-1 0,-1 1 0,1 0 0,-1 0 0,1 0 0,-1 0 0,0 0 0,0 0 0,1 0 0,-2-1 0,1 1 0,0 0 0,0 0 0,-1 0 0,1 0 0,0 0 0,-1 0 0,0-1 0,0 1 0,1 0 0,-1 0 0,0-1 0,0 1 0,-1-1 0,1 1 0,0-1 0,0 1 0,-1-1 0,1 0 0,-1 1 0,1-1 0,-3 1 0,-3 3 0,-1-1 0,0 0 0,0-1 0,0 0 0,0 0 0,0 0 0,-1-1 0,1 0 0,-14 0 0,-11 0 0,-38-2 0,41-1 0,10 1-118,-2 0-298,1-1 1,-36-5-1,43 3-6410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 24575,'0'0'0,"1"1"0,0-1 0,-1 0 0,1 1 0,0-1 0,-1 0 0,1 1 0,-1-1 0,1 1 0,-1-1 0,1 1 0,-1-1 0,1 1 0,-1-1 0,1 1 0,-1-1 0,0 1 0,1 0 0,-1-1 0,1 1 0,6 16 0,-7-15 0,7 14 0,-2-6 0,-1 1 0,-1-1 0,3 12 0,-5-19 0,-1-1 0,1 0 0,-1 1 0,0-1 0,0 1 0,0-1 0,0 0 0,-1 1 0,1-1 0,0 1 0,-1-1 0,0 0 0,1 0 0,-1 1 0,0-1 0,0 0 0,0 0 0,-1 0 0,-2 4 0,2-5 0,0 1 0,-1 0 0,1-1 0,-1 1 0,1-1 0,-1 0 0,0 0 0,1 0 0,-1 0 0,0-1 0,0 1 0,1-1 0,-1 1 0,0-1 0,-3 0 0,-3 0 0,0-1 0,0 0 0,-15-3 0,8 0 0,1 0 0,-1-2 0,-15-7 0,24 10 0,1-1 0,-1 1 0,1-1 0,0 0 0,1-1 0,-1 0 0,1 0 0,0 0 0,-7-9 0,11 13 0,0 0 0,1-1 0,-1 1 0,0-1 0,1 1 0,-1 0 0,1-1 0,-1 1 0,1-1 0,0 0 0,-1 1 0,1-1 0,0 1 0,0-1 0,0 1 0,0-1 0,0 1 0,1-1 0,-1 0 0,0 1 0,1-1 0,-1 1 0,1 0 0,0-1 0,-1 1 0,1-1 0,0 1 0,0 0 0,0-1 0,0 1 0,0 0 0,0 0 0,0 0 0,0 0 0,3-2 0,1 0 0,-1 0 0,1 0 0,-1 0 0,1 1 0,0 0 0,0 0 0,1 0 0,-1 0 0,7 0 0,5 0-170,0 1-1,-1 1 0,1 1 1,0 0-1,-1 1 0,1 1 1,31 10-1,-32-9-6655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24575,'20'68'0,"49"107"0,-37-99 0,-2-10 0,10 27 0,-37-80 120,-3-13-150,0 1-1,0-1 1,0 0 0,0 0-1,0 1 1,0-1 0,0 0-1,0 0 1,0 0 0,-1 1 0,1-1-1,0 0 1,0 0 0,0 1-1,0-1 1,0 0 0,0 0-1,-1 0 1,1 0 0,0 1 0,0-1-1,0 0 1,-1 0 0,1 0-1,0 0 1,0 0 0,0 1-1,-1-1 1,1 0 0,0 0-1,0 0 1,-1 0 0,1 0 0,0 0-1,0 0 1,-1 0 0,1 0-1,0 0 1,0 0 0,0 0-1,-1 0 1,1 0 0,0 0-1,0 0 1,-1 0 0,1 0 0,0-1-1,-1 1 1,-6-3-6796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6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71 24575,'-16'11'0,"7"-6"0,0 1 0,1 0 0,-1 0 0,1 1 0,-8 8 0,15-13 0,-1 0 0,1 0 0,-1 1 0,1-1 0,0 0 0,0 0 0,0 1 0,0-1 0,0 0 0,0 1 0,1-1 0,-1 1 0,1-1 0,-1 1 0,1-1 0,0 1 0,0 0 0,0-1 0,1 1 0,-1-1 0,1 1 0,-1-1 0,1 1 0,0-1 0,0 0 0,2 4 0,-2-3 0,1-1 0,0 1 0,0-1 0,1 1 0,-1-1 0,0 0 0,1 0 0,-1 0 0,1 0 0,0-1 0,0 1 0,0-1 0,-1 1 0,1-1 0,4 1 0,7 2 0,27 5 0,-20-6 0,0 0 0,0-2 0,0 0 0,0-2 0,0 0 0,34-6 0,-48 5 0,0 0 0,0 0 0,0-1 0,0 1 0,-1-2 0,1 1 0,-1-1 0,0 0 0,9-7 0,-12 8 0,0 0 0,0 0 0,0 0 0,0-1 0,-1 1 0,1-1 0,-1 0 0,0 0 0,0 0 0,-1 0 0,1 0 0,-1 0 0,0-1 0,0 1 0,0 0 0,0-9 0,-1 7 0,0 0 0,-1-1 0,0 1 0,0 0 0,0 0 0,0 0 0,-1 0 0,0 0 0,-1 0 0,1 0 0,-6-7 0,6 9 0,0 0 0,-1 1 0,0 0 0,1-1 0,-1 1 0,-1 0 0,1 1 0,0-1 0,-1 0 0,1 1 0,-1 0 0,0 0 0,0 0 0,0 0 0,0 0 0,0 1 0,-6-2 0,9 3 0,0 0 0,-1 0 0,1 0 0,0 0 0,0 0 0,0 0 0,0 0 0,0 0 0,0 1 0,-1-1 0,1 0 0,0 1 0,0-1 0,0 1 0,0-1 0,0 1 0,0-1 0,0 1 0,-1 1 0,0 0 0,1 0 0,-1-1 0,1 1 0,-1 0 0,1 1 0,0-1 0,0 0 0,0 0 0,-1 3 0,1 0 0,-1 1 0,1 0 0,0-1 0,0 1 0,1 0 0,0-1 0,1 9 0,0-6 0,1-1 0,0 0 0,0 0 0,1 0 0,0 0 0,0 0 0,1 0 0,0-1 0,0 0 0,0 0 0,1 0 0,0 0 0,8 7 0,-5-6 0,-1-1 0,1 0 0,0 0 0,0-1 0,1 0 0,-1-1 0,1 0 0,0 0 0,18 4 0,-18-6 24,0 0 0,1-1 0,-1 0 0,18-1 0,-23 0-123,-1-1 0,1 1 0,0-1 0,0 0 0,-1 0 0,1 0 0,-1-1 0,1 1 0,-1-1 0,1 0 0,-1 0 0,0 0 0,0 0 0,4-4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6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 24575,'-4'0'0,"0"0"0,0 0 0,0 1 0,0-1 0,0 1 0,0 0 0,0 0 0,1 1 0,-1-1 0,-6 4 0,8-4 0,1 0 0,-1 1 0,1-1 0,-1 0 0,1 1 0,-1-1 0,1 1 0,0-1 0,0 1 0,0-1 0,0 1 0,0 0 0,0 0 0,0 0 0,1-1 0,-1 1 0,0 0 0,1 0 0,0 0 0,-1 0 0,1 0 0,0 0 0,0 3 0,1 2 0,0 0 0,0 0 0,0 0 0,1 0 0,0-1 0,1 1 0,-1-1 0,1 1 0,1-1 0,-1 0 0,1 0 0,8 9 0,-5-6 0,1-2 0,0 1 0,1-1 0,-1 0 0,1 0 0,1-1 0,12 6 0,-21-12 0,0 1 0,0-1 0,0 1 0,0-1 0,0 1 0,0-1 0,0 1 0,0 0 0,0-1 0,-1 1 0,1 0 0,0 0 0,0 0 0,-1 0 0,1-1 0,0 1 0,-1 0 0,1 0 0,-1 0 0,1 0 0,-1 0 0,1 2 0,-2-2 0,1 0 0,0 0 0,0 0 0,-1 0 0,1 0 0,0 0 0,-1 0 0,1 0 0,-1 0 0,1 0 0,-1 0 0,0 0 0,1-1 0,-1 1 0,0 0 0,1 0 0,-1-1 0,-1 2 0,-7 4 0,1-1 0,-1 0 0,-17 7 0,19-9 0,-82 31-1365,72-27-5461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8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24575,'1'12'0,"0"-1"0,0 1 0,1-1 0,1 1 0,5 14 0,26 56 0,-16-40 0,35 83 0,-51-122 42,-3-7-1449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24575,'3'-5'0,"0"0"0,1 1 0,0-1 0,0 1 0,0 0 0,1 0 0,-1 1 0,1-1 0,0 1 0,0 0 0,0 0 0,0 1 0,1-1 0,-1 1 0,1 1 0,-1-1 0,1 1 0,0-1 0,-1 2 0,1-1 0,0 1 0,0 0 0,0 0 0,0 0 0,-1 1 0,1 0 0,0 0 0,0 0 0,5 3 0,-2-1 0,0 1 0,-1 0 0,0 0 0,0 0 0,0 1 0,0 1 0,12 10 0,-16-12 0,0-1 0,-1 1 0,0 0 0,0 0 0,0 0 0,0 0 0,-1 1 0,0-1 0,0 1 0,0 0 0,0-1 0,0 1 0,-1 0 0,0 0 0,1 9 0,-2 2 0,-1 0 0,0 0 0,-1 0 0,-1 0 0,-1 0 0,-6 19 0,0 7 0,9-39 0,1 1 0,-1 0 0,1-1 0,0 1 0,0 0 0,1-1 0,-1 1 0,1-1 0,1 6 0,-1-7 0,0-1 0,0 1 0,0-1 0,0 1 0,0-1 0,1 0 0,-1 0 0,0 0 0,1 0 0,-1 0 0,1 0 0,-1 0 0,1 0 0,0 0 0,-1-1 0,1 1 0,0-1 0,-1 1 0,1-1 0,0 0 0,-1 0 0,1 1 0,2-1 0,7 0 0,-1 0 0,17-2 0,-23 1 0,34-4 0,0-2 0,42-13 0,-54 10-1365,-17 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9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24575,'16'7'0,"-1"0"0,0 1 0,0 0 0,24 20 0,1-1 0,4 2 0,-17-10 0,1-2 0,0 0 0,1-2 0,32 12 0,-60-27 5,-1 0 1,1 0-1,-1 0 0,0 0 0,1 1 1,-1-1-1,1 0 0,-1 0 0,1 0 0,-1 0 1,1 0-1,-1 0 0,1 0 0,-1 0 1,1 0-1,-1-1 0,1 1 0,-1 0 0,1 0 1,-1-1-57,0 1 0,1 0 1,-1 0-1,0-1 0,0 1 1,0 0-1,0-1 0,0 1 1,0 0-1,0 0 0,1-1 0,-1 1 1,0 0-1,0-1 0,0 1 1,0 0-1,0-1 0,-1 1 1,1 0-1,0-1 0,0 1 1,0 0-1,0-1 0,0 1 1,0 0-1,0 0 0,-1-1 1,1 1-1,-4-8-6775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09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 24575,'-10'10'0,"-3"5"0,-2 1 0,0-1 0,1 1 0,2-4 0,-1 0 0,3-1 0,0-1 0,2-1 0,0 2 0,-1 0 0,-2 1 0,-1 1 0,1-1-8191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0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1 103 24575,'27'-30'0,"-18"19"0,1 0 0,15-12 0,-21 20 0,1 0 0,-1 0 0,1 0 0,-1 1 0,1 0 0,0 0 0,0 0 0,0 0 0,0 1 0,7-1 0,-5 1 0,1 0 0,-1 1 0,1 0 0,-1 0 0,1 0 0,-1 1 0,1 1 0,-1-1 0,0 1 0,1 0 0,-1 1 0,7 3 0,-10-4 0,0 1 0,0-1 0,-1 1 0,1-1 0,-1 1 0,0 0 0,1 0 0,-1 1 0,-1-1 0,1 1 0,0-1 0,-1 1 0,0 0 0,0 0 0,0 0 0,0 0 0,-1 0 0,0 1 0,0-1 0,0 0 0,1 8 0,-2 0 0,1 0 0,-2 0 0,0 1 0,0-1 0,-1 0 0,-1 0 0,0-1 0,0 1 0,-1 0 0,-1-1 0,0 0 0,0 0 0,-1-1 0,-11 15 0,-19 30 0,36-55 0,0 1 0,0-1 0,0 0 0,-1 1 0,1-1 0,0 0 0,0 1 0,0-1 0,0 0 0,0 0 0,0 1 0,-1-1 0,1 0 0,0 1 0,0-1 0,0 1 0,0-1 0,0 0 0,0 1 0,0-1 0,1 0 0,-1 1 0,0-1 0,0 0 0,0 1 0,0-1 0,0 0 0,0 0 0,1 1 0,-1-1 0,0 0 0,0 1 0,0-1 0,1 0 0,-1 0 0,0 1 0,0-1 0,1 0 0,-1 0 0,0 0 0,1 1 0,-1-1 0,0 0 0,0 0 0,1 0 0,-1 0 0,0 0 0,1 0 0,-1 0 0,0 1 0,1-1 0,-1 0 0,1 0 0,-1 0 0,0-1 0,1 1 0,-1 0 0,0 0 0,1 0 0,-1 0 0,29-4 0,-23 3 0,61-5 0,-41 5 0,30-6 0,-42 5-1365,-2 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0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0,0 2 0,0 2 0,0-1-8191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1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24575,'-12'29'0,"9"-22"0,0 0 0,0 0 0,1 0 0,0 0 0,-2 15 0,3-18 0,1 1 0,0-1 0,0 1 0,0 0 0,1-1 0,-1 1 0,1-1 0,0 1 0,1-1 0,2 9 0,-2-11 0,-1 0 0,0 0 0,1 0 0,0 0 0,-1 0 0,1 0 0,0-1 0,0 1 0,0 0 0,0-1 0,0 0 0,1 1 0,-1-1 0,0 0 0,0 0 0,1 0 0,-1 0 0,1-1 0,-1 1 0,1-1 0,2 1 0,10 0 0,23-1 0,-27-1 0,0 1 0,0 1 0,0 0 0,10 2 0,-17-2 0,0 0 0,0 0 0,-1 1 0,1-1 0,0 1 0,-1 0 0,0 0 0,1 0 0,-1 1 0,0-1 0,0 1 0,0-1 0,-1 1 0,6 7 0,-5-5 0,1 0 0,-1 1 0,0 0 0,0 0 0,-1 0 0,1 0 0,-1 0 0,-1 0 0,1 1 0,-1-1 0,0 1 0,-1-1 0,0 1 0,0 10 0,-1-14 0,1 0 0,-1 1 0,0-1 0,0 0 0,0 1 0,0-1 0,-1 0 0,1 0 0,-1 0 0,0 0 0,0 0 0,0 0 0,0-1 0,0 1 0,0 0 0,-1-1 0,0 0 0,1 0 0,-1 0 0,0 0 0,0 0 0,0 0 0,0-1 0,0 1 0,0-1 0,-1 0 0,1 0 0,-6 1 0,5-2-8,0 1 0,0-1 0,0 0 0,0-1 0,0 1 0,0 0 0,0-1 0,0 0 0,1 0 0,-1 0 0,0-1 0,1 1 0,-1-1 0,1 0 0,-1 0 0,1 0 0,-5-4 0,-12-6-1213,9 6-5605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1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24575,'32'-7'0,"15"-3"0,3 1 0,-3 1 0,-4 3 0,-8 4 0,-6 3 0,-6 0 0,-7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2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 24575,'-7'0'0,"-6"0"0,-2 0 0,-1 0 0,2 2 0,0 2 0,2 1 0,-1 1 0,-1-1 0,1-1 0,1-5 0,1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3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4 24575,'-13'-2'0,"-5"1"0,-4 1 0,1 1 0,3 2 0,3 1 0,1-1 0,0 0 0,1-1 0,-1 0 0,1-4 0,-1-1 0,0 0 0,-1-3 0,4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4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24575,'16'-6'0,"0"2"0,1 0 0,-1 1 0,1 1 0,0 0 0,0 1 0,0 1 0,0 0 0,0 2 0,0 0 0,0 1 0,26 7 0,-17-3 0,-19-6 0,-1 0 0,0 0 0,0 1 0,1 0 0,-1 0 0,-1 1 0,1 0 0,0 0 0,5 4 0,-10-7 0,-1 0 0,0 1 0,1-1 0,-1 0 0,0 1 0,0-1 0,1 0 0,-1 1 0,0-1 0,0 0 0,0 1 0,0-1 0,0 0 0,1 1 0,-1-1 0,0 1 0,0-1 0,0 0 0,0 1 0,0-1 0,0 1 0,0-1 0,0 1 0,0-1 0,-1 0 0,1 1 0,0-1 0,0 0 0,0 1 0,0-1 0,0 1 0,-1-1 0,1 0 0,0 1 0,0-1 0,-1 0 0,1 1 0,0-1 0,-1 0 0,1 0 0,0 1 0,-1-1 0,1 0 0,-19 11 0,17-10 0,-14 6 0,-1-2 0,-21 6 0,21-6 0,-33 12 0,48-16 0,1-1 0,-1 1 0,1 0 0,-1-1 0,1 1 0,0 0 0,-1 0 0,1 0 0,0 0 0,0 0 0,-1 0 0,1 0 0,0 1 0,0-1 0,0 0 0,1 1 0,-1-1 0,0 0 0,0 1 0,1-1 0,-1 1 0,1-1 0,-1 1 0,1 1 0,0-1 0,0 0 0,1 0 0,-1 0 0,1 0 0,-1-1 0,1 1 0,0 0 0,-1 0 0,1-1 0,0 1 0,0-1 0,1 1 0,-1-1 0,0 1 0,0-1 0,1 1 0,-1-1 0,1 0 0,-1 0 0,3 1 0,39 26 0,52 24 0,-10-6 0,-59-31 0,-1 2 0,31 27 0,-55-44 0,-1 1 0,1-1 0,0 1 0,0 0 0,0 0 0,-1-1 0,1 1 0,-1 0 0,1 0 0,0 0 0,-1 0 0,1 0 0,-1 0 0,0 0 0,1 0 0,-1 0 0,0 0 0,0 0 0,1 0 0,-1 2 0,-1-2 0,1 0 0,0 0 0,-1 0 0,1 0 0,0 0 0,-1 0 0,0 0 0,1-1 0,-1 1 0,1 0 0,-1 0 0,0 0 0,0-1 0,1 1 0,-1 0 0,0-1 0,-1 1 0,-3 2 0,1 0 0,-1-1 0,0 0 0,0-1 0,0 1 0,0-1 0,-6 1 0,-23 2 0,-1-3 0,-43-2 0,13-1 0,53 2-273,-1-2 0,0 1 0,1-2 0,-24-6 0,23 4-6553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83 24575,'6'-5'0,"1"0"0,-1 0 0,1 1 0,0 0 0,1 0 0,-1 1 0,1 0 0,15-5 0,-19 8 0,-1-1 0,1 1 0,0 0 0,0 0 0,0 0 0,0 0 0,0 1 0,0-1 0,0 1 0,0 0 0,-1 1 0,1-1 0,0 1 0,-1-1 0,1 1 0,-1 0 0,1 0 0,-1 0 0,0 1 0,5 4 0,3 5 0,-1 1 0,0 0 0,-1 0 0,-1 1 0,0 1 0,10 22 0,-16-32 0,-1-1 0,1 1 0,0 0 0,-1-1 0,0 1 0,-1 0 0,1 0 0,-1 0 0,1 0 0,-2 0 0,0 8 0,1-11 0,-1 1 0,0-1 0,0 0 0,1 1 0,-1-1 0,-1 0 0,1 0 0,0 0 0,0 0 0,-1 0 0,1 0 0,-1 0 0,0 0 0,0-1 0,1 1 0,-1-1 0,0 1 0,0-1 0,0 0 0,-1 0 0,1 0 0,0 0 0,0 0 0,-1 0 0,-2 0 0,-8 2 0,-1-1 0,0 0 0,0-1 0,1-1 0,-1 0 0,0-1 0,-22-4 0,14 1 0,1-1 0,-1-2 0,-39-17 0,44 16 0,2 0 0,-1-1 0,1-1 0,-14-12 0,25 19 0,-1-1 0,1 0 0,0 0 0,0 0 0,0-1 0,1 1 0,0-1 0,0 0 0,0 0 0,0 0 0,1-1 0,-1 1 0,2-1 0,-1 1 0,0-1 0,0-7 0,2 9 7,0 1 0,1-1 0,0 0 0,-1 1 0,1-1 1,1 0-1,-1 1 0,0 0 0,1-1 0,0 1 0,0 0 0,0-1 0,0 1 0,0 0 0,0 1 0,6-6 0,-1 1-304,1 0 0,0 1 0,0 0 0,17-10 0,-12 10-6529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6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763 35 24575,'-70'-12'0,"34"5"0,-65-4 0,-223 11 0,146 1 0,140-3-1365,23-2-5461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6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31 24575,'-29'-5'0,"-13"-2"0,-3 1 0,0 1 0,6 1 0,5 2 0,2 1 0,5 1 0,2 0 0,1 2 0,-1 2 0,-2-1 0,0 0 0,2-1 0,0-1 0,-1 0 0,2-1 0,5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17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24575,'29'17'0,"48"36"0,-24-16 0,195 115 0,-118-74 0,-129-77 0,1-1 0,-1 1 0,0 0 0,1 0 0,-1 0 0,0 0 0,0 0 0,0 0 0,0 0 0,1 0 0,-2 0 0,1 1 0,0-1 0,0 0 0,0 1 0,-1-1 0,1 1 0,0-1 0,-1 0 0,1 1 0,-1-1 0,0 3 0,0-3 0,0 1 0,-1-1 0,1 1 0,-1-1 0,0 1 0,1-1 0,-1 1 0,0-1 0,0 0 0,0 1 0,0-1 0,0 0 0,0 0 0,0 0 0,0 0 0,-1 0 0,1 0 0,0 0 0,-1 0 0,1-1 0,-3 2 0,-18 8 0,0-1 0,-1-1 0,-28 5 0,9-1 0,0 0-113,7-3-200,0 2 0,0 1 0,-35 19 0,57-24-6513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0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235 430 24575,'-2'0'0,"0"-1"0,0 0 0,0 0 0,0 0 0,0 0 0,1 0 0,-1 0 0,0 0 0,1 0 0,-3-3 0,-8-5 0,-3 1 0,0 1 0,-29-9 0,38 14 0,0 1 0,0-1 0,0 1 0,0 1 0,0-1 0,0 1 0,0 0 0,0 0 0,0 1 0,0 0 0,-8 2 0,11-2 0,1 0 0,-1 1 0,0-1 0,0 1 0,1 0 0,-1 0 0,1 0 0,-1 0 0,1 0 0,0 0 0,0 1 0,0-1 0,0 1 0,1 0 0,-1-1 0,1 1 0,-1 0 0,1 0 0,0 0 0,0 0 0,0 0 0,0 0 0,1 0 0,-1 0 0,1 1 0,0 3 0,0-3 0,0 1 0,0-1 0,0 0 0,1 1 0,-1-1 0,1 0 0,0 1 0,1-1 0,-1 0 0,1 0 0,-1 0 0,1 0 0,1 0 0,-1 0 0,0-1 0,1 1 0,0-1 0,4 5 0,-1-4 0,-1 0 0,1-1 0,0 0 0,0 0 0,1 0 0,-1-1 0,1 0 0,-1 0 0,1-1 0,7 1 0,-5 0 0,1-2 0,-1 1 0,0-1 0,1-1 0,-1 0 0,16-3 0,-23 3 0,1 0 0,-1 1 0,1-1 0,-1 0 0,1 0 0,-1-1 0,0 1 0,0 0 0,0-1 0,0 0 0,0 1 0,0-1 0,0 0 0,0 0 0,-1 0 0,3-3 0,-2 1 0,0 1 0,-1-1 0,0 0 0,1 1 0,-1-1 0,-1 0 0,1 0 0,0 0 0,-1 0 0,0-4 0,-1-8 0,-1 0 0,-1 0 0,0 0 0,-7-19 0,7 25 0,-109-324 0,100 298 0,15 70 0,35 142 0,-27-136 0,2-1 0,24 52 0,-26-71 0,1-1 0,0 0 0,2-1 0,0-1 0,23 23 0,-36-39 9,0 0 1,0 0-1,0 0 0,0-1 0,0 1 1,1 0-1,-1 0 0,0-1 0,0 1 0,1-1 1,-1 1-1,3 0 0,-4-1-17,1 0-1,-1 0 1,0 0-1,1 0 1,-1 0 0,0 0-1,1-1 1,-1 1 0,0 0-1,0 0 1,1 0-1,-1 0 1,0 0 0,0 0-1,1 0 1,-1-1 0,0 1-1,0 0 1,1 0-1,-1 0 1,0-1 0,0 1-1,1-1 1,-1 1-78,0-1 1,1 0-1,-1 1 1,0-1-1,0 0 0,0 0 1,0 1-1,0-1 1,0 0-1,0 1 0,0-1 1,0 0-1,0 0 1,0 0-1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0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24575,'0'3'0,"0"3"0,2 2 0,4 4 0,0 3 0,2 3 0,2 0 0,0-1 0,-1 0 0,0-1 0,-1-3 0,0-6 0,-3-7 0,-1-6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2 0,-1 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1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37 24575,'-4'-4'0,"-31"-21"0,34 24 0,-1 0 0,0 0 0,1 1 0,-1-1 0,0 0 0,1 1 0,-1-1 0,0 1 0,0-1 0,0 1 0,0 0 0,1 0 0,-1 0 0,0 0 0,0 0 0,0 0 0,0 0 0,-3 1 0,4 0 0,0 0 0,0 0 0,0 0 0,0 0 0,0 0 0,0 0 0,0 0 0,0 0 0,0 1 0,1-1 0,-1 0 0,0 0 0,1 1 0,-1-1 0,1 0 0,0 1 0,-1-1 0,1 1 0,0-1 0,0 1 0,0-1 0,0 3 0,0 2 0,0-1 0,0 1 0,1 0 0,2 6 0,0 1 0,2 0 0,0-1 0,0 1 0,1-1 0,1-1 0,0 1 0,0-1 0,11 11 0,3 2 0,2 0 0,29 23 0,-50-46 0,-1 0 0,0 0 0,0 0 0,1 0 0,-1 0 0,0 1 0,0-1 0,0 1 0,-1-1 0,1 0 0,0 1 0,0-1 0,-1 1 0,1 0 0,-1-1 0,1 1 0,-1-1 0,0 3 0,0-3 0,0 0 0,0-1 0,0 1 0,0-1 0,0 1 0,-1-1 0,1 1 0,0-1 0,0 1 0,-1-1 0,1 1 0,0-1 0,-1 1 0,1-1 0,0 0 0,-1 1 0,1-1 0,-1 1 0,1-1 0,0 0 0,-2 1 0,1-1 0,-1 1 0,1 0 0,-1-1 0,1 0 0,-1 1 0,1-1 0,-1 0 0,1 0 0,-1 0 0,-3 0 0,-14-3 43,0 0-1,-36-12 1,35 9-541,0 0 1,-26-2-1,34 7-6328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2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31 131 24575,'35'44'0,"53"85"0,-70-97 0,-1 0 0,-2 1 0,20 65 0,-34-94 0,6 24 0,-7-27 0,0 1 0,0-1 0,1 0 0,-1 1 0,0-1 0,0 0 0,-1 1 0,1-1 0,0 0 0,0 1 0,-1-1 0,1 0 0,0 0 0,-1 1 0,1-1 0,-2 2 0,1-3 0,1 1 0,-1-1 0,0 0 0,1 0 0,-1 1 0,0-1 0,1 0 0,-1 0 0,0 0 0,1 0 0,-1 0 0,0 0 0,1 0 0,-1 0 0,0 0 0,1 0 0,-1 0 0,0-1 0,1 1 0,-1 0 0,1 0 0,-1-1 0,0 1 0,1 0 0,-1-1 0,1 1 0,-1 0 0,1-1 0,-2 0 0,-16-15 0,-5-10 0,0-2 0,2 0 0,1-2 0,-23-46 0,29 49 0,0-1 0,-10-36 0,18 47 0,2 0 0,0-1 0,1 0 0,0 0 0,1-21 0,2 34 0,0 0 0,1 0 0,0 0 0,0-1 0,0 1 0,0 0 0,1 0 0,0 0 0,0 1 0,0-1 0,1 0 0,5-8 0,-6 11 0,0 0 0,0-1 0,0 1 0,1 0 0,-1 0 0,1 0 0,-1 0 0,1 1 0,-1-1 0,1 1 0,0-1 0,0 1 0,0 0 0,0 0 0,0 0 0,0 1 0,0-1 0,0 1 0,0 0 0,0 0 0,0 0 0,7 0 0,0 2 0,0 1 0,0 0 0,0 1 0,0-1 0,0 2 0,-1-1 0,13 10 0,0 0 0,35 33 0,-49-40 0,-2-1 0,1 1 0,-1 1 0,0-1 0,-1 1 0,0 0 0,5 10 0,-9-16 0,1 0 0,-1 1 0,-1-1 0,1 1 0,0-1 0,0 1 0,-1-1 0,0 1 0,1 0 0,-1-1 0,0 1 0,0-1 0,0 1 0,-1 0 0,1-1 0,-1 1 0,1-1 0,-1 1 0,0-1 0,0 1 0,0-1 0,0 0 0,0 1 0,-1-1 0,1 0 0,-1 0 0,1 0 0,-1 0 0,0 0 0,-3 2 0,-1 0 0,0 0 0,0 0 0,0-1 0,0 0 0,-1 0 0,1-1 0,-1 0 0,0 0 0,0-1 0,-13 2 0,-7-1 0,-40-2 0,38-1 0,0 1-1365,5-1-5461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3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19 24575,'-2'-4'0,"-9"-10"0,10 16 0,4 10 0,6 14 0,1 0 0,20 36 0,33 46 0,-20-36 0,-16-28 0,-13-23 0,-2 1 0,14 30 0,-25-51-2,-1-1-1,0 0 0,0 1 1,0-1-1,1 0 1,-1 1-1,0-1 0,0 0 1,0 1-1,0-1 1,0 0-1,0 1 0,1-1 1,-1 1-1,0-1 1,0 0-1,0 1 0,0-1 1,-1 0-1,1 1 0,0-1 1,0 1-1,0-1 1,0 0-1,0 1 0,0-1 1,0 0-1,-1 1 1,1-1-1,-10-3 198,-10-13-1677,11 5-5344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4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60 24575,'-64'-37'0,"56"33"0,-1 0 0,0 1 0,0-1 0,0 2 0,-15-3 0,22 5 0,0-1 0,-1 1 0,1 0 0,0 0 0,0 1 0,0-1 0,-1 0 0,1 1 0,0-1 0,0 1 0,0 0 0,0-1 0,0 1 0,0 0 0,0 0 0,0 1 0,1-1 0,-1 0 0,0 0 0,1 1 0,-1-1 0,1 1 0,-1 0 0,1-1 0,0 1 0,-1 0 0,1 0 0,0 0 0,0 0 0,1 0 0,-1 0 0,0 0 0,1 0 0,-1 2 0,0 0 0,0-1 0,1 0 0,0 0 0,-1 0 0,1 1 0,0-1 0,1 0 0,-1 0 0,1 1 0,-1-1 0,1 0 0,0 0 0,0 0 0,0 0 0,1 0 0,-1 0 0,1 0 0,-1 0 0,1-1 0,0 1 0,0-1 0,4 4 0,11 8 0,31 19 0,-40-28 0,-1-1 0,1-1 0,0 1 0,0-1 0,0 0 0,0-1 0,12 2 0,-19-4 0,1 1 0,0-1 0,0 0 0,-1 0 0,1 0 0,0 0 0,-1-1 0,1 1 0,0 0 0,0-1 0,-1 1 0,1-1 0,-1 1 0,1-1 0,0 0 0,-1 0 0,1 0 0,1-1 0,-1 0 0,-1 1 0,0-1 0,0 0 0,0 0 0,0 0 0,0 1 0,0-1 0,0 0 0,-1 0 0,1 0 0,-1 0 0,1 0 0,-1-1 0,0 1 0,0-2 0,0-10 0,0 1 0,-4-17 0,3 21 0,31 37 0,-16-15-273,0-1 0,1 0 0,1-1 0,16 9 0,-22-15-6553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4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24575,'1'0'0,"13"22"0,1 0 0,1-1 0,33 32 0,-43-47 0,0-2 0,0 1 0,1-1 0,-1 0 0,1 0 0,0 0 0,12 3 0,-15-5 0,1-1 0,0 0 0,-1-1 0,1 1 0,0-1 0,0 0 0,0 0 0,-1 0 0,1-1 0,0 1 0,-1-1 0,1 0 0,7-3 0,-9 2 0,1 0 0,0 0 0,-1 0 0,1 0 0,-1-1 0,0 1 0,0-1 0,0 0 0,0 0 0,0 0 0,-1-1 0,1 1 0,-1 0 0,0-1 0,3-7 0,0 0 0,0-1 0,-2 0 0,5-23 0,-8 45 0,1 0 0,0-1 0,0 1 0,4 14 0,-1-5 0,33 150 0,-17-86 0,11 94 0,-31-175 0,1 5 0,-1 1 0,1-1 0,-1 0 0,-2 11 0,2-17 0,0 0 0,0 0 0,0 1 0,-1-1 0,1 0 0,0 0 0,-1 0 0,1 0 0,-1 0 0,1 0 0,-1 0 0,0 0 0,1 0 0,-1 0 0,0 0 0,0 0 0,0 0 0,0 0 0,0-1 0,0 1 0,0 0 0,0-1 0,0 1 0,0 0 0,0-1 0,0 0 0,0 1 0,0-1 0,0 0 0,-1 1 0,1-1 0,0 0 0,0 0 0,-2 0 0,-4-1 0,0 0 0,0-1 0,0 1 0,0-1 0,1-1 0,-1 1 0,1-1 0,0-1 0,0 1 0,-6-5 0,-1-1 0,1 0 0,0-1 0,-16-18 0,18 17 0,1 0 0,0-1 0,-11-18 0,18 26 0,0 1 0,0-1 0,1 1 0,-1-1 0,1 0 0,0 1 0,0-1 0,0 0 0,1 0 0,-1 0 0,1 0 0,0 0 0,0 0 0,0 0 0,1 1 0,-1-1 0,1 0 0,2-6 0,-2 8 6,1-1 0,0 0 0,0 1 0,0-1 0,0 1 0,0 0 0,0-1 0,1 1 0,-1 0 0,1 1 0,0-1 0,-1 0 0,1 1 0,0-1 0,0 1 0,0 0 0,0 0 0,0 0 0,5 0 0,3-1-303,-1 0 0,0 1 0,1 0 0,16 2 0,-5 1-6529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75 175 24575,'-6'19'0,"2"-4"0,-1 0 0,-3 28 0,8-39 0,-1-1 0,1 1 0,0-1 0,0 1 0,0-1 0,1 1 0,-1-1 0,1 0 0,0 1 0,0-1 0,0 0 0,1 1 0,-1-1 0,1 0 0,-1 0 0,1 0 0,0 0 0,3 3 0,-4-5 0,0 0 0,0 0 0,0 0 0,0 0 0,0-1 0,0 1 0,0 0 0,0-1 0,0 1 0,0 0 0,1-1 0,-1 0 0,0 1 0,0-1 0,1 0 0,1 1 0,-2-1 0,0 0 0,0 0 0,-1-1 0,1 1 0,0 0 0,0 0 0,0-1 0,0 1 0,-1-1 0,1 1 0,0 0 0,0-1 0,-1 1 0,1-1 0,0 0 0,-1 1 0,1-1 0,0-1 0,1 0 0,-1-1 0,0 1 0,1 0 0,-1-1 0,0 1 0,-1-1 0,1 0 0,0 1 0,-1-1 0,1 0 0,-1 1 0,0-1 0,0 0 0,-1-4 0,-1-7 0,-2 0 0,1 0 0,-2 1 0,-7-18 0,-30-51 0,28 56 0,2 7 0,7 12 0,1 0 0,0-1 0,-5-12 0,9 20 0,0 0 0,0-1 0,0 1 0,0 0 0,0 0 0,0 0 0,0 0 0,0-1 0,0 1 0,0 0 0,0 0 0,0 0 0,0-1 0,0 1 0,0 0 0,0 0 0,0 0 0,0 0 0,0-1 0,0 1 0,0 0 0,0 0 0,0 0 0,0-1 0,0 1 0,0 0 0,0 0 0,0 0 0,0 0 0,0 0 0,1-1 0,-1 1 0,0 0 0,6 2 0,6 9 0,4 5 0,0-1 0,1 0 0,1-1 0,0-1 0,1-1 0,0-1 0,1 0 0,0-2 0,1 0 0,0-1 0,0-1 0,0-1 0,1-1 0,25 2 0,-34-5 0,1-2 0,0 1 0,0-2 0,0 0 0,22-5 0,-32 5 0,1 0 0,-1-1 0,0 1 0,1-1 0,-1 0 0,0-1 0,0 1 0,7-6 0,-9 6 0,0-1 0,0 1 0,0 0 0,0-1 0,0 0 0,0 1 0,-1-1 0,1 0 0,-1 0 0,0 0 0,0 0 0,0 0 0,0 0 0,0-4 0,0 1 0,0 0 0,-1 0 0,0 0 0,-1 0 0,1 0 0,-1 0 0,0 0 0,0 0 0,-1 1 0,1-1 0,-2 0 0,-4-9 0,6 12 0,-1 0 0,0 0 0,-1 0 0,1 0 0,0 1 0,-1-1 0,0 1 0,1-1 0,-1 1 0,0 0 0,0 0 0,0 0 0,0 1 0,-1-1 0,1 1 0,0-1 0,-1 1 0,1 0 0,-1 1 0,1-1 0,-1 0 0,-5 1 0,7 0 0,0 0 0,0 0 0,0 0 0,0 0 0,-1 1 0,1-1 0,0 1 0,0-1 0,0 1 0,0 0 0,0 0 0,0 0 0,0 0 0,1 0 0,-1 0 0,0 0 0,1 1 0,-3 1 0,2 0 0,0 0 0,0 0 0,0 0 0,0 0 0,1 0 0,-1 0 0,1 0 0,0 1 0,0-1 0,-1 6 0,1-1 0,0 0 0,0 1 0,1-1 0,0 1 0,1-1 0,0 1 0,0-1 0,5 14 0,-2-11 0,1-1 0,0 1 0,1-1 0,0 0 0,0-1 0,1 1 0,1-1 0,-1-1 0,2 1 0,-1-1 0,15 10 0,7 4 0,2-2 0,41 20 0,-64-35 0,0-1 0,0 0 0,1 0 0,-1-1 0,1-1 0,-1 1 0,1-2 0,0 1 0,0-1 0,19-1 0,-27 0-57,-1 0 0,0 0 1,1 0-1,-1-1 0,0 1 0,1 0 0,-1-1 0,0 1 0,1-1 0,-1 0 0,0 1 1,0-1-1,0 0 0,0 0 0,1 1 0,-1-1 0,0 0 0,0 0 0,-1 0 1,1 0-1,0-1 0,0 1 0,1-2 0,1-6-6769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6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24575,'-4'12'0,"1"-1"0,0 1 0,0 0 0,1 0 0,0 1 0,1-1 0,1 0 0,0 1 0,0-1 0,2 0 0,1 13 0,6 13 0,0 0 0,17 40 0,81 189 0,-69-175 0,-33-79 0,50 113 0,-54-124-151,0 0-1,0 0 0,0 0 0,1 0 1,-1 0-1,1 0 0,-1 0 1,4 3-1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6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91 24575,'-27'-15'0,"-11"-5"0,-2 2 0,3 3 0,6 4 0,6 4 0,4 4 0,4 1 0,2 2 0,1 1 0,0 0 0,3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7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171 340 24575,'0'6'0,"0"-1"0,-1 1 0,1-1 0,-3 10 0,3-14 0,0 0 0,-1-1 0,1 1 0,0 0 0,0 0 0,-1-1 0,1 1 0,0 0 0,-1-1 0,1 1 0,0 0 0,-1-1 0,1 1 0,-1-1 0,1 1 0,-1-1 0,1 1 0,-1-1 0,0 1 0,1-1 0,-1 1 0,0-1 0,1 0 0,-1 1 0,0-1 0,0 0 0,1 0 0,-1 1 0,0-1 0,0 0 0,1 0 0,-1 0 0,0 0 0,0 0 0,1 0 0,-1 0 0,0 0 0,0 0 0,1-1 0,-1 1 0,0 0 0,0 0 0,0-1 0,-4-2 0,0 0 0,0 0 0,0 0 0,1-1 0,-1 1 0,1-1 0,-6-6 0,-24-34 0,22 27 0,7 9 0,0 0 0,0-1 0,0 0 0,1 0 0,-4-16 0,-10-50 0,18 73 0,-1-1 0,1 0 0,0 0 0,0 1 0,0-1 0,0 0 0,0 0 0,1 0 0,1-4 0,-2 6 0,0 1 0,0-1 0,0 1 0,1-1 0,-1 1 0,0-1 0,1 1 0,-1-1 0,0 1 0,1 0 0,-1-1 0,1 1 0,-1-1 0,1 1 0,-1 0 0,1 0 0,-1-1 0,1 1 0,-1 0 0,2-1 0,-1 1 0,0 0 0,0 0 0,0 0 0,0 0 0,0 0 0,0 0 0,0 1 0,0-1 0,0 0 0,0 1 0,0-1 0,0 0 0,0 1 0,0-1 0,1 2 0,12 7 0,0 1 0,17 16 0,-17-14 0,0-1 0,16 10 0,-14-12 0,0 0 0,0-1 0,23 7 0,-32-13 0,0 0 0,0 0 0,0-1 0,0 0 0,0 0 0,0-1 0,0 0 0,1 0 0,-1 0 0,0-1 0,10-3 0,-15 4 0,1-1 0,-1 0 0,0 0 0,0 0 0,0 0 0,0 0 0,-1-1 0,1 1 0,0-1 0,0 1 0,-1-1 0,1 1 0,-1-1 0,0 0 0,2-2 0,0 0 0,-1 0 0,0-1 0,-1 1 0,1-1 0,-1 1 0,2-10 0,-2 2 0,0 0 0,0 0 0,-2 0 0,-2-23 0,1 27 0,1-1 0,-2 1 0,1 0 0,-1-1 0,-5-7 0,6 12 0,0 0 0,0 0 0,0 1 0,-1-1 0,0 1 0,0-1 0,0 1 0,0 0 0,0 0 0,-1 0 0,-5-3 0,8 5 0,1 1 0,-1 0 0,1-1 0,-1 1 0,0 0 0,1-1 0,-1 1 0,0 0 0,1 0 0,-1 0 0,0-1 0,1 1 0,-1 0 0,0 0 0,0 0 0,1 0 0,-1 0 0,0 1 0,1-1 0,-1 0 0,0 0 0,1 0 0,-1 0 0,0 1 0,1-1 0,-1 0 0,0 1 0,0 0 0,0 0 0,0 0 0,0 0 0,0 0 0,1 1 0,-1-1 0,0 0 0,1 1 0,-1-1 0,1 1 0,0-1 0,-1 1 0,1 2 0,-1 4 0,1 0 0,0 0 0,2 15 0,1-7 0,1 0 0,1-1 0,0 0 0,1 1 0,1-2 0,0 1 0,1-1 0,0 0 0,1-1 0,1 0 0,0 0 0,1-1 0,0-1 0,1 0 0,0 0 0,17 10 0,-22-16 0,1 0 0,0-1 0,1 0 0,-1-1 0,1 0 0,10 3 0,-16-5 0,0 0 0,-1-1 0,1 1 0,0-1 0,0 0 0,0 0 0,0 0 0,0 0 0,-1 0 0,1-1 0,0 1 0,0-1 0,0 0 0,-1 1 0,1-1 0,0-1 0,-1 1 0,1 0 0,-1-1 0,0 1 0,1-1 0,-1 0 0,4-3 0,2-6-1365,-1-1-5461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7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5 24575,'-1'-1'0,"-1"0"0,1 1 0,0-1 0,-1 1 0,1 0 0,-1-1 0,1 1 0,-1 0 0,1 0 0,-1 0 0,0 0 0,1 0 0,-1 0 0,1 1 0,-1-1 0,1 0 0,0 1 0,-1-1 0,1 1 0,-1-1 0,1 1 0,0 0 0,-1 0 0,1 0 0,0 0 0,0 0 0,0 0 0,-1 0 0,1 0 0,0 0 0,1 0 0,-1 0 0,0 1 0,0-1 0,0 0 0,1 1 0,-2 2 0,1 1 0,-1 1 0,1-1 0,0 1 0,0-1 0,1 1 0,0-1 0,0 1 0,0 0 0,2 6 0,0-1 0,0 0 0,2 0 0,-1 0 0,1 0 0,8 13 0,31 48 0,-23-39 0,-13-23 0,1-1 0,8 11 0,6 5 0,-22-25 0,0 0 0,1 0 0,-1 1 0,0-1 0,0 0 0,0 0 0,1 1 0,-1-1 0,0 0 0,0 1 0,0-1 0,0 0 0,0 0 0,0 1 0,1-1 0,-1 0 0,0 1 0,0-1 0,0 0 0,0 1 0,0-1 0,0 0 0,0 1 0,0-1 0,-1 0 0,1 1 0,0-1 0,0 0 0,0 1 0,0-1 0,0 0 0,0 0 0,-1 1 0,1-1 0,0 0 0,0 1 0,-1-1 0,0 1 0,0 0 0,0-1 0,-1 1 0,1-1 0,0 1 0,0-1 0,-1 0 0,1 1 0,-3-1 0,-29 0 0,-27-7 0,35 3 0,-34-1 0,30 5-1365,17 0-5461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7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24575,'9'96'0,"5"-2"0,30 113 0,-11-111 0,-26-81 0,-1-1 0,2 0 0,0 0 0,14 17 0,-21-30 0,0 1 0,0-1 0,1 1 0,-1-1 0,1 0 0,-1 1 0,1-1 0,0 0 0,-1 0 0,1 0 0,3 1 0,-5-2 0,1 0 0,-1 0 0,1 0 0,0 0 0,-1 0 0,1 0 0,-1 0 0,1-1 0,0 1 0,-1 0 0,1 0 0,-1 0 0,1-1 0,0 1 0,-1 0 0,1-1 0,-1 1 0,1 0 0,-1-1 0,0 1 0,1 0 0,-1-1 0,1 1 0,-1-1 0,0 1 0,1-1 0,-1 1 0,0-1 0,1 1 0,-1-1 0,0 0 0,0 1 0,0-1 0,1 1 0,-1-1 0,0 0 0,0 1 0,0-1 0,0 1 0,0-2 0,2-13 0,-1 0 0,-1 0 0,-2-25 0,1 20 0,1-23 0,0 40 0,0 0 0,1 1 0,-1-1 0,1 0 0,0 1 0,0-1 0,0 0 0,0 1 0,0 0 0,0-1 0,1 1 0,-1 0 0,1-1 0,2-1 0,-3 2 0,0 1 0,0 1 0,1-1 0,-1 0 0,0 0 0,1 0 0,-1 1 0,1-1 0,-1 0 0,1 1 0,-1-1 0,1 1 0,-1 0 0,1 0 0,0-1 0,-1 1 0,1 0 0,-1 0 0,1 1 0,-1-1 0,1 0 0,0 0 0,-1 1 0,1-1 0,2 2 0,9 4 0,0 1 0,0 1 0,-1 0 0,19 17 0,-9-8 0,116 90-1365,-122-94-5461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8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9 130 24575,'9'38'0,"0"3"0,21 54 0,-29-93 0,1 1 0,-1-1 0,0 0 0,1 0 0,-1 1 0,1-1 0,0 0 0,3 3 0,-4-5 0,-1 0 0,0 1 0,1-1 0,-1 0 0,1 0 0,-1 1 0,0-1 0,1 0 0,-1 0 0,1 0 0,-1 0 0,1 0 0,-1 1 0,1-1 0,-1 0 0,1 0 0,-1 0 0,0 0 0,1 0 0,-1 0 0,2-1 0,-2 1 0,1-1 0,-1 1 0,1 0 0,-1-1 0,1 1 0,-1-1 0,1 1 0,-1-1 0,0 0 0,1 1 0,-1-1 0,0 1 0,0-1 0,1 0 0,-1 1 0,0-1 0,0 0 0,0 1 0,1-2 0,-1-4 0,1 0 0,-1 0 0,-1 0 0,1 0 0,-1 0 0,0 0 0,0 0 0,-3-8 0,-19-46 0,23 59 0,-10-23 0,-3-3 0,3 1 0,0-2 0,-7-34 0,16 61 0,1 0 0,0 1 0,0-1 0,-1 0 0,1 0 0,0 0 0,0 0 0,0 0 0,0 0 0,0 0 0,1 0 0,-1 0 0,0 1 0,0-1 0,1 0 0,-1 0 0,0 0 0,1 0 0,-1 0 0,1 1 0,-1-1 0,1 0 0,-1 0 0,2 0 0,-1 0 0,0 1 0,0-1 0,0 1 0,0-1 0,1 1 0,-1 0 0,0-1 0,0 1 0,1 0 0,-1 0 0,0 0 0,0 0 0,1 0 0,-1 0 0,2 1 0,5 0 0,-1 1 0,0 0 0,1 1 0,9 5 0,2 2-86,-2 1 0,0 1-1,23 20 1,-23-18-934,1 1-5806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9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22 24575,'-3'-3'0,"-1"1"0,1-1 0,-1 1 0,0 0 0,0 0 0,0 0 0,0 1 0,0-1 0,-5 0 0,8 2 0,-1 0 0,1 0 0,-1 0 0,1 0 0,-1 0 0,1 0 0,-1 0 0,1 1 0,-1-1 0,1 0 0,-1 1 0,1-1 0,0 1 0,-1 0 0,1-1 0,0 1 0,0 0 0,-1 0 0,1 0 0,0 0 0,0 0 0,0 0 0,0 0 0,0 0 0,0 0 0,0 1 0,1-1 0,-1 0 0,-1 3 0,-1 4 0,0-1 0,0 1 0,1 0 0,0 0 0,1 0 0,0 0 0,0 0 0,0 0 0,1 0 0,0 1 0,1-1 0,0 0 0,0 0 0,1 0 0,0 0 0,0 0 0,1-1 0,0 1 0,0 0 0,1-1 0,0 0 0,0 0 0,0 0 0,1-1 0,0 1 0,1-1 0,-1 0 0,1-1 0,8 7 0,-12-11 0,0 0 0,0 0 0,0 1 0,0-1 0,0-1 0,0 1 0,0 0 0,0 0 0,0-1 0,0 1 0,0-1 0,0 0 0,1 0 0,-1 1 0,0-2 0,0 1 0,1 0 0,-1 0 0,0-1 0,0 1 0,0-1 0,0 1 0,0-1 0,4-2 0,-3 1 0,0 0 0,-1 0 0,1 0 0,-1 0 0,1-1 0,-1 1 0,0-1 0,0 0 0,0 0 0,0 1 0,-1-1 0,1 0 0,-1 0 0,1-1 0,-1 1 0,1-4 0,0-3 0,-1-1 0,0 0 0,0 0 0,-2-10 0,3-24 0,-2 45 0,0 0 0,0 0 0,0 0 0,0 0 0,0 0 0,0 0 0,0 0 0,0-1 0,0 1 0,0 0 0,0 0 0,0 0 0,0 0 0,0 0 0,0 0 0,0 0 0,0-1 0,0 1 0,0 0 0,0 0 0,0 0 0,0 0 0,0 0 0,0 0 0,0 0 0,0 0 0,0 0 0,0 0 0,1-1 0,-1 1 0,0 0 0,0 0 0,0 0 0,0 0 0,0 0 0,0 0 0,0 0 0,0 0 0,1 0 0,-1 0 0,0 0 0,0 0 0,0 0 0,0 0 0,0 0 0,0 0 0,1 0 0,4 5 0,5 13 0,-9-17 0,11 21-136,1 0-1,2 0 1,0-2-1,1 0 1,1 0-1,1-2 1,1 0-1,0-1 0,33 21 1,-38-29-6690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9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24575,'102'339'0,"-66"-245"0,72 135 0,-97-212 0,-7-11 0,-1 0 0,1 0 0,-1 0 0,0 0 0,-1 0 0,4 12 0,-8-14-1365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2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1 199 24575,'17'1'0,"0"0"0,0 1 0,0 1 0,0 0 0,0 2 0,0-1 0,-1 2 0,23 11 0,-26-11 0,1 0 0,-1-2 0,1 1 0,0-2 0,0 0 0,0-1 0,23 2 0,-31-4 0,0 0 0,-1 0 0,1-1 0,0 0 0,-1 0 0,1 0 0,-1-1 0,1 1 0,-1-1 0,0-1 0,0 1 0,0-1 0,0 0 0,0 0 0,0 0 0,-1 0 0,1-1 0,-1 0 0,0 0 0,0 0 0,5-9 0,-5 6 0,0 0 0,-1 0 0,0 0 0,0 0 0,-1-1 0,0 1 0,0-1 0,1-11 0,-2 2 0,-1 1 0,-2-33 0,1 46 0,1-1 0,-1 0 0,0 0 0,0 1 0,0-1 0,-1 1 0,1-1 0,-1 1 0,0 0 0,-3-5 0,4 7 0,1 0 0,-1 0 0,0 0 0,0 0 0,0 0 0,0 1 0,0-1 0,0 0 0,0 0 0,0 1 0,-1-1 0,1 0 0,0 1 0,0-1 0,0 1 0,-1 0 0,1-1 0,0 1 0,-1 0 0,1 0 0,0 0 0,-1 0 0,1 0 0,0 0 0,0 0 0,-1 0 0,1 1 0,0-1 0,-1 0 0,1 1 0,-2 0 0,-2 2 0,1 0 0,0 0 0,0 1 0,0-1 0,0 1 0,0 0 0,1 0 0,-1 0 0,1 1 0,0-1 0,0 1 0,1 0 0,0-1 0,-1 1 0,0 6 0,-1 0 0,1-1 0,0 1 0,1 0 0,0 0 0,1 0 0,0 16 0,2-18 0,0 1 0,0-1 0,1 0 0,0 0 0,1 0 0,0 0 0,0 0 0,1 0 0,0-1 0,0 0 0,1 0 0,0 0 0,1 0 0,-1-1 0,2 0 0,-1 0 0,1-1 0,0 1 0,0-1 0,1-1 0,8 6 0,-1-3 0,1 1 0,0-2 0,0 0 0,1-1 0,0-1 0,0-1 0,0 0 0,0-1 0,1 0 0,23-1 0,-39-2-40,9 0-401,1 0-1,20-3 0,-18-1-6384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0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1 24575,'-2'0'0,"0"0"0,0 0 0,-1 0 0,1 0 0,0 1 0,0-1 0,0 1 0,0-1 0,0 1 0,0 0 0,0 0 0,0-1 0,1 2 0,-1-1 0,0 0 0,0 0 0,1 0 0,-1 1 0,1-1 0,-1 1 0,1-1 0,-3 4 0,3-2 0,0 0 0,0-1 0,0 1 0,0 0 0,0 0 0,1-1 0,-1 1 0,1 0 0,0 0 0,0 0 0,0 0 0,0 0 0,1 0 0,-1-1 0,1 1 0,0 3 0,6 13 0,1-1 0,0-1 0,1 1 0,1-1 0,13 16 0,-18-25 0,-10-22-1365,1 4-5461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0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24575,'2'-3'0,"-1"0"0,-1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1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58 24575,'-4'-6'0,"0"1"0,-1 0 0,0 1 0,0-1 0,0 1 0,-1 0 0,1 0 0,-1 0 0,0 1 0,0 0 0,-8-3 0,12 5 0,-1 0 0,0 1 0,0-1 0,1 0 0,-1 1 0,0 0 0,0-1 0,0 1 0,1 1 0,-1-1 0,0 0 0,0 1 0,0-1 0,1 1 0,-1 0 0,0 0 0,1 0 0,-1 0 0,1 0 0,-1 0 0,1 1 0,-1 0 0,1-1 0,0 1 0,0 0 0,0 0 0,0 0 0,0 0 0,-2 3 0,1-1 0,1 0 0,-1 1 0,0-1 0,1 1 0,0 0 0,0-1 0,1 1 0,-1 0 0,1 0 0,0 0 0,0 0 0,1 0 0,0 0 0,-1 1 0,2-1 0,-1 0 0,0 0 0,3 7 0,-1-4 0,1 0 0,0 0 0,1 0 0,-1 0 0,2 0 0,-1-1 0,1 0 0,0 0 0,0 0 0,8 7 0,-2-3 0,0 1 0,1-2 0,1 0 0,-1 0 0,1-1 0,27 13 0,-50-20 0,-8-1 0,-148 5 116,65 0-1597,78-5-5345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3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45 24575,'-1'0'0,"1"0"0,0 0 0,0 0 0,0 1 0,0-1 0,-1 0 0,1 0 0,0 0 0,0 0 0,0 0 0,-1 0 0,1 0 0,0 0 0,0 0 0,0-1 0,0 1 0,-1 0 0,1 0 0,0 0 0,0 0 0,0 0 0,0 0 0,-1 0 0,1 0 0,0 0 0,0-1 0,0 1 0,0 0 0,0 0 0,-1 0 0,1 0 0,0 0 0,0-1 0,0 1 0,0 0 0,0 0 0,0 0 0,5-6 0,11-4 0,3 3 0,2 2 0,-1 0 0,1 1 0,-1 1 0,1 1 0,0 1 0,0 1 0,0 1 0,0 1 0,-1 0 0,1 2 0,-1 0 0,1 2 0,23 9 0,-41-14 0,0 0 0,-1 1 0,1-1 0,0 1 0,-1-1 0,0 1 0,1 0 0,-1 0 0,0 0 0,0 0 0,0 0 0,0 0 0,-1 1 0,1-1 0,-1 1 0,1-1 0,1 5 0,-2-5 0,-1 0 0,0 1 0,1-1 0,-1 0 0,0 0 0,0 0 0,0 1 0,0-1 0,-1 0 0,1 0 0,0 0 0,-1 0 0,0 1 0,1-1 0,-1 0 0,0 0 0,0 0 0,0 0 0,0-1 0,-1 1 0,1 0 0,0 0 0,-1-1 0,-1 2 0,-1 1 0,-1 0 0,0-1 0,0 1 0,0-1 0,0-1 0,0 1 0,-1-1 0,-8 3 0,6-2 0,1 0 0,0 0 0,-12 7 0,18-9 0,0-1 0,0 1 0,0-1 0,0 1 0,1 0 0,-1-1 0,0 1 0,1 0 0,-1 0 0,0 0 0,1 0 0,-1-1 0,1 1 0,-1 0 0,1 0 0,0 0 0,-1 0 0,1 0 0,0 0 0,0 0 0,-1 0 0,1 0 0,0 0 0,0 2 0,1-1 0,-1 0 0,1 0 0,0 0 0,-1 0 0,1 0 0,0 0 0,0 0 0,0 0 0,1 0 0,2 3 0,3 2 0,0 1 0,0-2 0,17 12 0,38 23 0,40 29 0,-76-51 0,10 9 0,-33-26 0,0 0 0,-1 1 0,1 0 0,-1 0 0,0 0 0,1 0 0,-2 0 0,1 0 0,2 5 0,-4-7 0,1 0 0,-1 0 0,0 0 0,1 0 0,-1 0 0,0 0 0,0 0 0,0 0 0,0 0 0,0 0 0,0 0 0,0 0 0,0 0 0,-1-1 0,1 1 0,0 0 0,0 0 0,-1 0 0,1 0 0,-1 0 0,1 0 0,-2 1 0,1-1 0,0 1 0,-1-1 0,1 0 0,0 0 0,-1 0 0,0 0 0,1 0 0,-1 0 0,0 0 0,1 0 0,-3 0 0,-5 1 0,1-1 0,0 1 0,-1-1 0,-9 0 0,-96-4 120,101 2-332,0-1 0,-1 0 0,1-1-1,0-1 1,0 0 0,-17-8 0,21 7-6614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3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60 24575,'0'-1'0,"0"0"0,0 1 0,1-1 0,-1 0 0,0 0 0,1 0 0,-1 0 0,1 0 0,-1 1 0,1-1 0,-1 0 0,1 0 0,-1 1 0,1-1 0,1-1 0,-2 2 0,0 0 0,1 1 0,-1-1 0,0 0 0,1 0 0,-1 0 0,0 0 0,0 0 0,1 0 0,-1 0 0,0 0 0,1 0 0,-1 1 0,0-1 0,0 0 0,0 0 0,1 0 0,-1 0 0,0 1 0,0-1 0,0 0 0,1 0 0,-1 1 0,0-1 0,0 0 0,0 0 0,0 1 0,0-1 0,1 0 0,-1 1 0,2 4 0,0 1 0,-1-1 0,2 10 0,4 20 0,-3-16 0,-1 1 0,2 27 0,-5-46 0,0 0 0,0 1 0,0-1 0,0 0 0,0 0 0,0 1 0,-1-1 0,1 0 0,0 0 0,-1 0 0,1 1 0,-1-1 0,1 0 0,-1 0 0,0 0 0,1 0 0,-1 0 0,0 0 0,0 0 0,0 0 0,0-1 0,0 1 0,-1 1 0,0-1 0,0 0 0,0 0 0,-1-1 0,1 1 0,0-1 0,0 1 0,-1-1 0,1 0 0,0 0 0,0 0 0,-1 0 0,-1-1 0,-6 0 0,0-2 0,0 1 0,0-1 0,-15-7 0,6 0 0,0 0 0,1-1 0,-22-16 0,31 20 0,1 0 0,-1-1 0,2 0 0,-1 0 0,1 0 0,0-1 0,1 0 0,-6-11 0,11 18 3,0 1 0,0-1 0,1 0 0,-1 1 0,0-1-1,1 0 1,-1 0 0,1 1 0,0-1 0,-1 0 0,1 0-1,0 0 1,0 0 0,0 1 0,1-1 0,-1 0 0,0 0 0,1 0-1,-1 1 1,1-1 0,-1 0 0,1 0 0,0 1 0,0-1 0,0 1-1,0-1 1,0 1 0,0-1 0,0 1 0,0-1 0,1 1-1,-1 0 1,0 0 0,1 0 0,-1 0 0,1 0 0,0 0 0,-1 0-1,1 0 1,0 0 0,2 0 0,1-1-127,1 0 0,0 1 1,1-1-1,-1 1 0,0 0 0,0 1 1,0-1-1,1 1 0,-1 1 0,0-1 1,7 2-1,0 2-6702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24575,'2'20'0,"0"-1"0,1 1 0,2-1 0,11 35 0,-14-48 0,10 27 0,2-1 0,23 43 0,43 57 0,-12-21 0,-66-107 0,0-2 0,-1 0 0,1 1 0,-1-1 0,0 1 0,0 0 0,1 4 0,-2-7 0,0 0 0,0 0 0,0 0 0,0 0 0,0 0 0,0 1 0,0-1 0,0 0 0,0 0 0,0 0 0,0 0 0,0 0 0,0 0 0,0 0 0,0 0 0,0 0 0,0 0 0,0 0 0,0 0 0,0 1 0,0-1 0,0 0 0,0 0 0,0 0 0,-1 0 0,1 0 0,0 0 0,0 0 0,0 0 0,0 0 0,0 0 0,0 0 0,0 0 0,0 0 0,0 0 0,0 0 0,0 0 0,0 0 0,-1 0 0,1 0 0,0 0 0,0 0 0,0 0 0,0 0 0,0 0 0,0 0 0,0 0 0,0 0 0,0 0 0,0 0 0,-1 0 0,-5-3 0,-7-6 0,-22-22 0,1-1 0,2-2 0,-42-58 0,70 88 0,1-1 0,-1 0 0,1 0 0,1-1 0,-3-5 0,5 10 0,-1 1 0,1-1 0,0 0 0,0 0 0,-1 0 0,1 0 0,0 0 0,0 1 0,0-1 0,0 0 0,0 0 0,0 0 0,1 0 0,-1 0 0,0 0 0,0 1 0,1-3 0,0 3 0,0-1 0,-1 1 0,1-1 0,0 0 0,-1 1 0,1 0 0,0-1 0,0 1 0,-1-1 0,1 1 0,0 0 0,0 0 0,0-1 0,0 1 0,-1 0 0,1 0 0,0 0 0,0 0 0,0 0 0,0 0 0,0 0 0,1 1 0,7 0 0,0 0 0,0 1 0,0 1 0,0-1 0,12 6 0,43 25 0,1-1 0,-58-28 0,1-1 0,0-1 0,0 0 0,1 0 0,-1 0 0,0-1 0,13 0 0,-18-1 0,-1 0 0,1 0 0,-1-1 0,1 1 0,-1 0 0,1-1 0,-1 0 0,1 0 0,-1 0 0,0 0 0,1 0 0,-1 0 0,0-1 0,0 1 0,0-1 0,0 1 0,0-1 0,0 0 0,-1 1 0,1-1 0,0 0 0,-1 0 0,0-1 0,1 1 0,-1 0 0,0 0 0,0-1 0,1-4 0,0-1 0,-1 0 0,0 0 0,0-1 0,-1 1 0,0-1 0,0 1 0,-1 0 0,0 0 0,0-1 0,-4-10 0,-4-10 0,-19-40 0,-58-117 0,86 184 0,-6-9 0,4 9 0,3 6 0,9 40 0,25 62 0,26 43 0,-14-37 0,0 21-92,-32-90-1181,-10-28-5553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24575,'59'-32'0,"-36"18"0,1 2 0,41-17 0,-62 28 0,-1 1 0,1-1 0,-1 0 0,1 1 0,0-1 0,-1 1 0,1 0 0,0 0 0,-1 0 0,1 0 0,0 0 0,-1 1 0,1-1 0,-1 1 0,1 0 0,0 0 0,-1 0 0,0 0 0,5 2 0,-3 0 0,-1 0 0,0 1 0,1-1 0,-1 1 0,0-1 0,0 1 0,-1 0 0,1 0 0,-1 0 0,2 6 0,13 26 0,1 1 0,-2 1 0,14 45 0,-25-62 0,5 33 0,-13-35 0,0 1 0,3-20 0,0 1 0,0 0 0,0-1 0,1 1 0,-1 0 0,0-1 0,0 1 0,1 0 0,-1-1 0,1 1 0,-1-1 0,1 1 0,-1 0 0,0-1 0,1 1 0,0-1 0,-1 0 0,1 1 0,-1-1 0,1 1 0,0-1 0,-1 0 0,1 1 0,0-1 0,0 0 0,18 6 0,36 6 0,2 0 0,41 7 37,-54-11-1439,-30-6-5424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5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24575,'10'-3'0,"6"0"0,2 0 0,1 0 0,2 2 0,-1-1 0,0 2 0,1 0 0,-1 0 0,-1 2 0,-2 2 0,-3 1 0,-2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6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76 24575,'14'6'0,"0"0"0,23 13 0,-32-16 0,-2-1 0,1 1 0,0 0 0,0 0 0,-1 0 0,0 1 0,0-1 0,0 1 0,0-1 0,0 1 0,-1 0 0,1 0 0,1 6 0,-3-8 0,0 0 0,-1 0 0,0 1 0,1-1 0,-1 0 0,0 0 0,0 0 0,0 0 0,0 0 0,0 0 0,-1 0 0,1 1 0,0-1 0,-1 0 0,0 0 0,1 0 0,-1 0 0,0-1 0,0 1 0,0 0 0,-1 0 0,1 0 0,0-1 0,-1 1 0,1-1 0,-1 1 0,1-1 0,-1 1 0,0-1 0,1 0 0,-1 0 0,-3 1 0,1 1 0,0-2 0,0 1 0,0 0 0,0-1 0,-1 0 0,1 0 0,0 0 0,-1 0 0,1-1 0,-1 0 0,1 0 0,-1 0 0,1 0 0,-8-2 0,3-1 0,0-1 0,0 0 0,0 0 0,1-1 0,0 0 0,-10-7 0,-43-40 0,57 49 0,0-1 0,0 0 0,1 0 0,0 0 0,-1-1 0,1 1 0,1-1 0,-1 0 0,1 1 0,0-1 0,-2-6 0,3 8 0,1 1 0,-1-1 0,1 1 0,0-1 0,0 1 0,0 0 0,0-1 0,1 1 0,-1-1 0,1 1 0,-1-1 0,1 1 0,0 0 0,0-1 0,0 1 0,0 0 0,0 0 0,0 0 0,1 0 0,-1 0 0,1 0 0,-1 0 0,1 0 0,0 0 0,4-2 0,-2 1 0,0 0 0,1 1 0,0-1 0,-1 1 0,1 0 0,0 0 0,0 1 0,0 0 0,0-1 0,0 2 0,6-1 0,3 0 0,0 1 0,27 3 0,-29-1-1365,-3 2-5461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6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16 204 24575,'2'5'0,"6"16"0,-8-21 0,1 1 0,-1 0 0,1 0 0,-1 0 0,1 0 0,-1 0 0,1-1 0,0 1 0,-1 0 0,1-1 0,0 1 0,-1 0 0,1-1 0,0 1 0,2 0 0,-3-4 0,0-1 0,0 1 0,0-1 0,0 1 0,-2-6 0,-12-46 0,9 38 0,0 1 0,1-1 0,1 1 0,-1-35 0,4 49 0,0 1 0,0-1 0,0 0 0,0 0 0,1 0 0,-1 0 0,1 1 0,-1-1 0,1 0 0,-1 1 0,1-1 0,0 0 0,0 1 0,0-1 0,0 1 0,0-1 0,0 1 0,1-1 0,-1 1 0,3-2 0,-2 1 0,0 1 0,1 0 0,-1 1 0,0-1 0,1 0 0,-1 1 0,0-1 0,1 1 0,-1 0 0,1-1 0,-1 1 0,1 1 0,4-1 0,1 2 0,-1 0 0,1 0 0,0 0 0,0 1 0,-1 0 0,0 1 0,1 0 0,9 6 0,20 20-1365,-22-18-5461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7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104 205 24575,'10'64'0,"3"0"0,33 94 0,-37-133 0,-4-9 0,1-1 0,0 0 0,10 17 0,-16-33 0,0 1 0,0 0 0,0 0 0,0 0 0,0 0 0,0 0 0,0 0 0,0 0 0,0 0 0,0 0 0,0 0 0,0 0 0,0 0 0,0 0 0,0 0 0,0 0 0,0 0 0,0 0 0,0 0 0,0 0 0,0 0 0,0 0 0,1 0 0,-1 0 0,0 0 0,0 0 0,0 0 0,0 0 0,0 0 0,0 0 0,0 0 0,0 0 0,0 0 0,0 0 0,0 0 0,0 0 0,0 0 0,0 0 0,0 0 0,0 0 0,0 0 0,0 0 0,0 0 0,0 0 0,-1-8 0,-4-12 0,-20-38 0,-38-68 0,-11-25 0,64 127 0,1 0 0,1 0 0,2 0 0,-6-39 0,12 60 0,-1-2 0,0-1 0,1 0 0,0 0 0,0 0 0,1-9 0,0 14 0,-1-1 0,0 1 0,1 0 0,-1 0 0,1 0 0,-1 0 0,1-1 0,0 1 0,-1 0 0,1 0 0,0 0 0,0 0 0,0 0 0,-1 1 0,1-1 0,0 0 0,0 0 0,1 1 0,-1-1 0,0 0 0,0 1 0,0-1 0,0 1 0,0-1 0,1 1 0,-1 0 0,0 0 0,0-1 0,1 1 0,-1 0 0,0 0 0,2 0 0,3 1 0,1-1 0,-1 1 0,1 1 0,-1-1 0,0 1 0,1 0 0,-1 1 0,0-1 0,0 1 0,0 0 0,-1 1 0,7 4 0,8 8 0,31 30 0,-49-44 0,9 9 0,10 8 0,20 27 0,-36-40 0,0 0 0,-1 1 0,0-1 0,0 1 0,-1-1 0,0 1 0,0 0 0,-1 0 0,3 13 0,-4-19 0,-1 0 0,0 1 0,0-1 0,0 0 0,0 0 0,0 1 0,0-1 0,0 0 0,-1 1 0,1-1 0,0 0 0,-1 0 0,1 1 0,-1-1 0,1 0 0,-1 0 0,0 0 0,1 0 0,-1 0 0,0 0 0,-1 2 0,0-2 0,0 1 0,-1-1 0,1 0 0,0 1 0,-1-1 0,1 0 0,0 0 0,-1 0 0,1-1 0,-4 1 0,-5 1 0,-1-1 0,1 0 0,-21-2 0,32 1 0,-22-2-195,0-1 0,0 0 0,1-2 0,-1 0 0,1-2 0,-28-12 0,36 13-6631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7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85 299 24575,'4'-10'0,"6"-16"0,-1 0 0,-1 0 0,-2-1 0,6-41 0,-12 64 0,0 0 0,0 0 0,0-1 0,-1 1 0,0 0 0,0 0 0,0 0 0,0 0 0,0 0 0,-1 0 0,0 0 0,0 1 0,-3-5 0,5 7 0,-1-1 0,0 1 0,0 0 0,0 0 0,0 0 0,-1 0 0,1 1 0,0-1 0,0 0 0,-1 0 0,1 1 0,0-1 0,0 1 0,-1-1 0,1 1 0,-3-1 0,2 1 0,0 0 0,0 0 0,0 1 0,0-1 0,1 0 0,-1 1 0,0-1 0,0 1 0,0 0 0,1-1 0,-1 1 0,0 0 0,1 0 0,-1 0 0,-2 3 0,-3 2 0,1 1 0,1-1 0,-1 1 0,1 1 0,0-1 0,0 1 0,1-1 0,0 1 0,1 1 0,0-1 0,0 0 0,1 1 0,0 0 0,-2 14 0,4-20 0,0-1 0,1 1 0,-1-1 0,0 1 0,1-1 0,0 1 0,-1-1 0,1 1 0,0-1 0,1 1 0,-1-1 0,0 0 0,1 0 0,-1 0 0,1 0 0,-1 0 0,1 0 0,0 0 0,0 0 0,0-1 0,0 1 0,0-1 0,0 1 0,1-1 0,-1 0 0,5 2 0,6 2 0,-1-1 0,1 0 0,24 4 0,-37-8 0,42 5 0,81 0 0,-10-1 0,-93-2 0,0 1 0,1 1 0,29 10 0,-47-13 0,0 0 0,0 0 0,0-1 0,0 1 0,0 0 0,4-1 0,-6 0 0,-1 0 0,1 0 0,-1 0 0,0 0 0,1 0 0,-1 0 0,0 0 0,1 0 0,-1-1 0,0 1 0,1 0 0,-1 0 0,0 0 0,1-1 0,-1 1 0,0 0 0,1 0 0,-1-1 0,0 1 0,0 0 0,1 0 0,-1-1 0,1 0 0,-1 0 0,0 0 0,0 0 0,0 0 0,0 1 0,0-1 0,0 0 0,0 0 0,0 0 0,0 0 0,0 0 0,0 1 0,-1-1 0,0-2 0,-28-72 0,19 52 0,0 0 0,2 0 0,1-1 0,-4-25 0,10 44 14,1 1-1,0-1 0,0 1 0,0 0 1,1-1-1,-1 1 0,1 0 1,2-9-1,-2 12-52,-1 0 0,0 0 0,1 0 0,-1 0 0,1 0 0,0 0-1,-1 0 1,1 0 0,0 0 0,-1 0 0,1 1 0,0-1 0,0 0 0,0 0 0,0 1 0,-1-1 0,1 0 0,0 1-1,0-1 1,1 1 0,-1-1 0,0 1 0,0 0 0,0-1 0,0 1 0,0 0 0,0 0 0,0 0 0,1 0 0,-1 0 0,0 0-1,0 0 1,0 0 0,0 0 0,0 1 0,1-1 0,0 1 0,10 4-6787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8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24575,'15'43'0,"12"55"0,-6-17 0,1-5 0,45 105 0,-66-179 0,0-1 0,0 1 0,0 0 0,0-1 0,0 1 0,0-1 0,0 1 0,1-1 0,-1 1 0,1-1 0,-1 0 0,3 2 0,-3-3 0,-1 0 0,1 1 0,0-1 0,-1 0 0,1 0 0,0 0 0,-1 0 0,1 0 0,0 0 0,-1 0 0,1 0 0,0 0 0,-1 0 0,1-1 0,0 1 0,-1 0 0,1 0 0,0-1 0,-1 1 0,1 0 0,-1-1 0,1 1 0,-1 0 0,1-1 0,-1 1 0,1-1 0,-1 1 0,1-1 0,-1 1 0,1-1 0,-1 1 0,0-1 0,1 0 0,-1 1 0,0-1 0,0 1 0,1-2 0,2-7 0,0 0 0,0 0 0,-1-1 0,0 1 0,-1-1 0,0 1 0,-1-1 0,0-13 0,0 7 0,3-27 0,-2 35 0,0 3 0,-1 0 0,1 1 0,0-1 0,1 0 0,2-6 0,-4 11 0,0-1 0,1 0 0,-1 0 0,1 1 0,-1-1 0,0 0 0,1 1 0,0-1 0,-1 1 0,1-1 0,-1 1 0,1-1 0,0 1 0,-1-1 0,1 1 0,0 0 0,-1-1 0,1 1 0,0 0 0,0-1 0,0 1 0,-1 0 0,1 0 0,0 0 0,0 0 0,-1 0 0,1 0 0,0 0 0,0 0 0,0 0 0,-1 0 0,1 0 0,0 1 0,0-1 0,-1 0 0,1 0 0,0 1 0,0-1 0,0 1 0,13 8 0,-1 0 0,0 1 0,0 0 0,20 23 0,-20-20 0,28 26 0,0-1 0,75 51 0,-108-84-195,0 0 0,0-1 0,1 0 0,-1 0 0,1-1 0,18 4 0,-13-5-6631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8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39 24575,'-4'-4'0,"1"1"0,-1-1 0,0 0 0,0 1 0,0 0 0,0 0 0,0 0 0,-1 0 0,-6-2 0,10 4 0,-1 1 0,1-1 0,-1 1 0,1-1 0,-1 1 0,1 0 0,-1-1 0,1 1 0,-1 0 0,1 0 0,-1 0 0,1 0 0,-1 1 0,0-1 0,1 0 0,-1 1 0,1-1 0,-1 1 0,1-1 0,0 1 0,-1-1 0,1 1 0,0 0 0,-1 0 0,1 0 0,0 0 0,0 0 0,0 0 0,0 0 0,0 0 0,0 1 0,0-1 0,0 0 0,0 1 0,0 0 0,-3 5 0,1 1 0,0-1 0,1 0 0,0 1 0,0-1 0,1 1 0,0-1 0,0 1 0,1 0 0,-1 0 0,2-1 0,-1 1 0,1 0 0,1-1 0,-1 1 0,1 0 0,0-1 0,1 0 0,0 1 0,0-1 0,0-1 0,1 1 0,0 0 0,1-1 0,8 10 0,-12-14 0,1 0 0,0-1 0,0 1 0,0-1 0,0 1 0,0-1 0,0 0 0,0 0 0,1 0 0,-1 0 0,0 0 0,1 0 0,-1 0 0,0-1 0,1 0 0,-1 1 0,5-1 0,-5 0 0,0-1 0,0 1 0,0-1 0,0 1 0,-1-1 0,1 0 0,0 0 0,0 0 0,0 0 0,-1 0 0,1 0 0,-1 0 0,1 0 0,-1-1 0,1 1 0,-1-1 0,0 1 0,1-1 0,-1 0 0,0 1 0,0-1 0,0-2 0,3-3 0,-2 0 0,1 0 0,-1 0 0,0 0 0,0-1 0,1-13 0,-2-45 0,-2 66 0,1-1 0,0 1 0,0-1 0,0 1 0,0-1 0,0 1 0,0-1 0,0 1 0,0-1 0,0 0 0,0 1 0,0-1 0,0 1 0,1 0 0,-1-1 0,0 1 0,0-1 0,0 1 0,1-1 0,-1 0 0,5 9 0,6 20 0,-11-26 0,9 22-455,0-1 0,17 27 0,-17-33-6371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9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86 191 24575,'58'239'0,"-33"-128"0,-37-151 0,-30-63 0,-11-27 0,45 106 0,0-1 0,2 1 0,-4-36 0,9 55 0,0-6 0,0-1 0,0 0 0,1 1 0,1-1 0,1-14 0,-1 24 0,-1-1 0,1 1 0,0 0 0,-1 0 0,1 0 0,0 0 0,0-1 0,0 1 0,1 1 0,-1-1 0,0 0 0,1 0 0,-1 0 0,1 1 0,0-1 0,-1 1 0,1-1 0,0 1 0,0-1 0,0 1 0,0 0 0,0 0 0,0 0 0,1 1 0,-1-1 0,0 0 0,0 1 0,1-1 0,-1 1 0,0 0 0,0 0 0,5 0 0,-1 1 0,0-1 0,0 2 0,0-1 0,-1 1 0,1 0 0,0 0 0,-1 0 0,0 1 0,1 0 0,-1 0 0,0 0 0,0 1 0,-1-1 0,5 6 0,-3-4 0,0 1 0,0 1 0,0-1 0,-1 1 0,0 0 0,-1 0 0,1 0 0,-1 1 0,4 10 0,-8-16 0,1 0 0,0 0 0,-1 1 0,0-1 0,1 0 0,-1 0 0,0 0 0,0 0 0,0 0 0,-1 1 0,1-1 0,0 0 0,-1 0 0,1 0 0,-1 0 0,0 0 0,0 0 0,0 0 0,-1 2 0,0 0 0,-1-1 0,0 0 0,1-1 0,-1 1 0,0 0 0,0-1 0,0 0 0,-1 0 0,1 0 0,-4 2 0,-5 1 0,-1 0 0,0-1 0,1 0 0,-1-1 0,-18 1 0,5-2-682,-27-1-1,41-1-6143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39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28 24575,'-15'-6'0,"-2"1"0,1 0 0,0 2 0,-1 0 0,0 0 0,-19 1 0,31 2 0,-1 0 0,0 1 0,1-1 0,-1 2 0,1-1 0,-1 0 0,1 1 0,0 0 0,-8 4 0,9-3 0,1-1 0,-1 1 0,1 0 0,0 0 0,0 0 0,0 0 0,0 0 0,0 0 0,1 1 0,-1 0 0,1-1 0,0 1 0,-3 8 0,2-3 0,1 1 0,0 0 0,1 0 0,0 0 0,0-1 0,1 1 0,1 0 0,1 16 0,-1-22 0,0-1 0,0 1 0,0-1 0,1 0 0,-1 1 0,1-1 0,-1 0 0,1 0 0,0 0 0,1 0 0,-1 0 0,0 0 0,1-1 0,3 4 0,6 3 0,0 0 0,16 9 0,-9-6 0,-17-11 0,-1 0 0,0 0 0,1 0 0,-1 0 0,0 0 0,0 0 0,1 1 0,-1-1 0,0 0 0,0 1 0,-1-1 0,1 1 0,0-1 0,1 3 0,-2-3 0,0 0 0,0 0 0,0-1 0,0 1 0,-1 0 0,1 0 0,0-1 0,0 1 0,0 0 0,-1 0 0,1-1 0,0 1 0,-1 0 0,1-1 0,-1 1 0,1-1 0,0 1 0,-1 0 0,0-1 0,1 1 0,-1-1 0,1 1 0,-1-1 0,0 1 0,1-1 0,-1 0 0,0 1 0,1-1 0,-1 0 0,0 0 0,1 1 0,-1-1 0,0 0 0,-1 0 0,-20 5 0,1-1 0,-1-2 0,-28 1 0,19-1 0,-4 0-1365,5 0-5461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41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42 24575,'-6'-5'0,"-1"0"0,1 1 0,-1-1 0,0 1 0,0 1 0,0-1 0,-1 1 0,-7-2 0,12 4 0,0 0 0,0 1 0,1-1 0,-1 1 0,0 0 0,0 0 0,0 0 0,0 0 0,0 1 0,0-1 0,0 1 0,0 0 0,0 0 0,0 0 0,1 0 0,-1 0 0,0 0 0,1 1 0,-1-1 0,1 1 0,-1 0 0,1 0 0,0 0 0,-3 3 0,-5 9 0,0 0 0,1 0 0,1 1 0,1 0 0,-12 30 0,7-14 0,6-17 0,1-1 0,1 1 0,0 0 0,1 0 0,-2 18 0,5-27 0,0 0 0,0 0 0,1 0 0,-1 0 0,1 0 0,0 0 0,1 0 0,-1 0 0,1 0 0,0-1 0,4 8 0,-1-5 0,0 0 0,-1-1 0,2 0 0,-1 0 0,1 0 0,11 8 0,0-3 0,1 0 0,1 0 0,-1-2 0,36 12 0,-26-11 0,1-1 0,32 5 0,-49-12 0,0 0 0,0-1 0,-1-1 0,1 0 0,0 0 0,0-1 0,0-1 0,14-3 0,-24 5 0,0-1 0,-1 1 0,1-1 0,-1 1 0,1-1 0,-1 1 0,1-1 0,-1 0 0,0 0 0,1 0 0,-1 0 0,0 0 0,0 0 0,1 0 0,-1 0 0,0 0 0,0 0 0,0-1 0,0 1 0,-1-1 0,1 1 0,0 0 0,0-1 0,-1 1 0,1-1 0,-1 1 0,0-1 0,1 0 0,-1 1 0,0-1 0,0 1 0,0-1 0,0 0 0,0 1 0,0-1 0,0 1 0,-1-1 0,0-2 0,0 1 0,-1-1 0,1 0 0,-1 1 0,0 0 0,0-1 0,0 1 0,0 0 0,-1 0 0,1 0 0,-1 0 0,0 0 0,0 1 0,0-1 0,-6-3 0,2 3-62,0 0 0,0 1 0,-1 0 0,1 0 0,-1 1 0,1 0 0,-1 0 0,1 0 0,-1 1 0,1 1 0,-1-1 0,0 1-1,1 0 1,0 1 0,-1 0 0,1 0 0,0 0 0,0 1 0,0 0 0,0 1 0,-7 4 0,4-1-6764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4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46 24575,'-8'-3'0,"-10"-3"0,0 1 0,0 0 0,-22-2 0,36 6 0,0 1 0,0-1 0,0 1 0,0 0 0,0 0 0,-1 1 0,1-1 0,0 1 0,0 0 0,0 0 0,0 1 0,0-1 0,1 1 0,-1 0 0,0 0 0,1 0 0,-1 0 0,1 0 0,0 1 0,-4 3 0,4-2 0,0 1 0,0 0 0,1-1 0,-1 1 0,1 0 0,0 0 0,1 0 0,-1 0 0,1 0 0,0 1 0,0-1 0,1 0 0,0 10 0,0-5 0,0 0 0,1 0 0,1 0 0,0 0 0,0 0 0,5 14 0,-3-14 0,1 0 0,0-1 0,0 0 0,1 1 0,0-2 0,1 1 0,13 13 0,-16-18 0,1 0 0,-1 0 0,1 0 0,0-1 0,0 0 0,0 0 0,1-1 0,-1 1 0,1-1 0,-1 0 0,1-1 0,0 1 0,-1-1 0,1 0 0,10 0 0,-12-1 0,0-1 0,1 0 0,-1 1 0,0-1 0,0-1 0,0 1 0,-1 0 0,1-1 0,0 0 0,0 0 0,-1 0 0,1 0 0,-1-1 0,0 0 0,0 1 0,0-1 0,0 0 0,0 0 0,-1-1 0,4-3 0,-1-1 0,0-1 0,0 1 0,-1-1 0,0 0 0,-1 0 0,0 0 0,3-15 0,-4 13 0,0 1 0,-1-1 0,-1 0 0,1 0 0,-2 1 0,0-1 0,0 0 0,-5-18 0,5 24 0,-1 1 0,1-1 0,-1 1 0,-1-1 0,1 1 0,0-1 0,-1 1 0,0 0 0,0 0 0,0 1 0,-1-1 0,1 1 0,-1-1 0,0 1 0,0 0 0,0 0 0,0 1 0,-1-1 0,1 1 0,-10-3 0,3 2-341,0 0 0,0 1-1,-23-1 1,16 2-6485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42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24575,'7'27'0,"3"11"0,2 2 0,1-1 0,-1-5 0,-1-3 0,1-4 0,0-2 0,-1-3 0,-1-3 0,1-2 0,-1-1 0,-1-1 0,1-1 0,-1-3-8191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42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0 299 24575,'23'6'0,"-1"1"0,1-1 0,0-1 0,0-1 0,29 1 0,-50-5 0,1 0 0,-1 0 0,1 0 0,-1-1 0,0 1 0,1-1 0,-1 1 0,0-1 0,1 0 0,-1 0 0,0 0 0,0 0 0,0-1 0,0 1 0,0 0 0,0-1 0,0 0 0,2-2 0,-1 1 0,-1 0 0,0 0 0,0-1 0,0 1 0,-1-1 0,1 1 0,-1-1 0,0 0 0,0 0 0,1-5 0,-1-7 0,0 1 0,-1-1 0,0 1 0,-5-25 0,-19-71 0,10 56 0,16 108 0,4-11 0,2 0 0,19 57 0,37 79 0,-57-158 0,3 9-48,-7-19-171,1 0-1,-1 0 1,2 0-1,-1 0 1,8 10-1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4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24575,'13'-14'0,"20"-20"0,-29 30 0,1 1 0,-1-1 0,1 1 0,-1 0 0,1 1 0,0-1 0,0 1 0,0 0 0,0 0 0,6-1 0,-9 3 0,1 0 0,0 0 0,-1 0 0,1 0 0,-1 0 0,1 1 0,-1-1 0,1 1 0,-1 0 0,0 0 0,1 0 0,-1 0 0,0 0 0,1 0 0,-1 0 0,0 1 0,0-1 0,0 1 0,0 0 0,1 1 0,6 7 0,-1 0 0,14 19 0,-7-7 0,-8-13 0,-1-1 0,0 1 0,0 0 0,-1 1 0,0 0 0,-1-1 0,0 1 0,4 19 0,-7-25 0,0 1 0,-1 0 0,1-1 0,-1 1 0,0 0 0,-1-1 0,1 1 0,-1 0 0,0-1 0,0 1 0,0-1 0,0 1 0,-1-1 0,0 0 0,0 1 0,0-1 0,0 0 0,-1 0 0,0-1 0,0 1 0,0 0 0,-5 4 0,-8 6 0,10-11 0,2 1 0,-1 0 0,0 0 0,1 1 0,0-1 0,0 1 0,0 0 0,-6 10 0,10-14 0,0 0 0,-1-1 0,1 1 0,0 0 0,0 0 0,0 0 0,0-1 0,0 1 0,0 0 0,0 0 0,0-1 0,0 1 0,0 0 0,0 0 0,1 0 0,-1-1 0,0 1 0,0 0 0,1-1 0,-1 1 0,1 0 0,-1 0 0,2 1 0,-1-1 0,0 0 0,1 1 0,-1-1 0,1 0 0,-1 0 0,1 0 0,0 0 0,1 1 0,6 1 0,-1 0 0,0-1 0,11 2 0,-15-3 0,8 2 0,0-1 0,0-1 0,0 0 0,1 0 0,-1-1 0,0-1 0,0 0 0,0-1 0,1 0 0,-1 0 0,14-6 0,-14 1-1365,-3 0-5461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43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 24575,'29'-5'0,"15"-1"0,3-1 0,-3 5 0,-8 1-8191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418 88 24575,'-22'-8'0,"-147"-53"0,159 57 0,1 1 0,-1 0 0,0 0 0,0 1 0,0 1 0,0 0 0,0 0 0,-1 1 0,1 0 0,-17 2 0,22 0 0,0-1 0,0 1 0,0-1 0,0 2 0,0-1 0,1 0 0,-1 1 0,1 0 0,0 0 0,0 0 0,0 1 0,0-1 0,0 1 0,1 0 0,0 0 0,0 0 0,0 0 0,-4 7 0,4-4 0,0-1 0,1 0 0,0 1 0,0 0 0,0 0 0,1-1 0,0 1 0,0 0 0,0 0 0,1 0 0,0 0 0,1 0 0,1 9 0,-1-9 0,1 0 0,0 0 0,0 0 0,1 0 0,0 0 0,0 0 0,0-1 0,1 1 0,0-1 0,0 0 0,1 0 0,0-1 0,7 8 0,-4-6 0,-1 0 0,1-1 0,0 0 0,1 0 0,-1-1 0,1 0 0,0 0 0,0-1 0,11 3 0,-14-5 0,0-1 0,0 0 0,0 0 0,0 0 0,0-1 0,0 0 0,0 0 0,0-1 0,0 1 0,0-1 0,0-1 0,0 1 0,0-1 0,0 0 0,-1 0 0,8-4 0,-9 3 0,1 1 0,0-1 0,-1 0 0,0 0 0,1-1 0,-1 1 0,0-1 0,5-7 0,-6 7 0,-1 0 0,0 0 0,-1 1 0,1-1 0,-1-1 0,1 1 0,-1 0 0,0 0 0,-1 0 0,1 0 0,-1-8 0,0-42 0,-1 48 0,0 0 0,0 0 0,0 0 0,0 0 0,-1 1 0,-5-11 0,6 15 0,1 5 0,0 4 0,5 8-151,1-1-1,0 1 0,1-2 0,0 1 1,1-1-1,1 0 0,1-1 1,11 15-1,-12-19-6674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91 24575,'-6'8'0,"0"1"0,1 0 0,0 0 0,1 0 0,0 0 0,0 1 0,1-1 0,0 1 0,-2 16 0,4-10 0,0-1 0,1 0 0,0 1 0,1-1 0,5 26 0,3-5 0,2-1 0,1 0 0,1-1 0,28 48 0,-35-72 0,-5-10 0,-1 0 0,0 0 0,0 0 0,0 0 0,0 0 0,0 0 0,0 0 0,0 0 0,0 0 0,0 0 0,0 0 0,1 0 0,-1 0 0,0 0 0,0 0 0,0 0 0,0 0 0,0 0 0,0 0 0,0 0 0,0 0 0,0 0 0,0 0 0,0-1 0,0 1 0,0 0 0,0 0 0,0 0 0,0 0 0,0 0 0,0 0 0,0 0 0,0 0 0,0 0 0,0 0 0,0-1 0,0 1 0,0 0 0,0 0 0,0 0 0,0 0 0,0 0 0,0 0 0,0 0 0,0 0 0,0 0 0,0 0 0,0 0 0,0-1 0,0 1 0,0 0 0,0 0 0,0 0 0,0 0 0,-7-23 0,-22-44 0,-27-69 0,47 110 0,2 1 0,1-2 0,0 1 0,2 0 0,2-1 0,0-41 0,2 63 0,0 1 0,1-1 0,0 0 0,0 0 0,0 1 0,0-1 0,1 1 0,0-1 0,0 1 0,0-1 0,0 1 0,1 0 0,0 0 0,5-7 0,-5 9 0,-1 0 0,1 0 0,0 0 0,-1 0 0,1 1 0,0-1 0,0 1 0,0 0 0,0-1 0,0 1 0,1 1 0,-1-1 0,0 0 0,0 1 0,1 0 0,-1-1 0,0 1 0,0 0 0,1 1 0,-1-1 0,0 1 0,6 1 0,-3 0 0,1 0 0,0 1 0,-1 0 0,0 0 0,0 1 0,0 0 0,0 0 0,-1 0 0,1 0 0,-1 1 0,0 0 0,0 0 0,7 12 0,-9-14 0,-1 1 0,1-1 0,-1 1 0,-1 0 0,1 0 0,0 0 0,-1 0 0,0 0 0,0 0 0,0 0 0,0 1 0,-1-1 0,0 0 0,1 1 0,-2-1 0,1 0 0,0 0 0,-1 1 0,0-1 0,0 0 0,0 0 0,-1 0 0,-2 7 0,-1-4 11,0 0 0,0 0 0,0 0 0,-1-1 0,0 0 0,-1 0-1,1 0 1,-1-1 0,0 0 0,-9 5 0,6-4-197,0-1 1,0 0-1,-1-1 0,0 0 1,1-1-1,-1 0 1,-15 2-1,13-4-6640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1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60 314 24575,'0'214'0,"-1"-249"0,-2 0 0,-1 1 0,-16-67 0,11 68 0,1 0 0,2-1 0,2 0 0,1 0 0,2-46 0,1 76 0,0 1 0,0 0 0,1 0 0,0-1 0,-1 1 0,1 0 0,1 0 0,-1 0 0,0 0 0,1 0 0,-1 0 0,1 1 0,0-1 0,0 0 0,0 1 0,0 0 0,0-1 0,1 1 0,3-3 0,-3 3 0,1 0 0,0 0 0,-1 1 0,1-1 0,0 1 0,0 0 0,0 0 0,0 0 0,0 0 0,1 1 0,-1 0 0,0 0 0,0 0 0,8 1 0,-2 1 0,-1 0 0,1 1 0,-1 0 0,1 1 0,-1 0 0,0 0 0,0 1 0,-1 0 0,1 1 0,-1 0 0,0 0 0,12 14 0,-13-14 0,-1 1 0,0 0 0,0 1 0,-1-1 0,0 1 0,-1 0 0,1 1 0,-2-1 0,1 1 0,-1 0 0,0-1 0,-1 1 0,2 18 0,-3-23 8,-1 0-1,-1 0 1,1 0-1,-1 0 1,1 0-1,-1 0 1,0 0-1,-1 0 1,1 0-1,-1 0 1,0-1-1,1 1 1,-2 0-1,1-1 0,-3 4 1,-1 0-256,0-1 1,-1 0-1,1 0 1,-1 0-1,-14 8 1,3-4-6579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2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160 590 24575,'-12'-53'0,"-101"-371"0,100 373 0,10 37 0,-1-1 0,-6-16 0,10 31 0,0 0 0,0 0 0,0 0 0,0 0 0,0 0 0,0 0 0,0 0 0,0 0 0,0 0 0,0 0 0,0 0 0,0 0 0,0 0 0,0 0 0,0 0 0,0 0 0,-1 0 0,1 0 0,0 0 0,0 0 0,0 0 0,0 0 0,0 0 0,0 0 0,0 0 0,0 0 0,0 0 0,0 0 0,0 0 0,0 0 0,0 0 0,0 0 0,0 0 0,0 0 0,0 0 0,0 0 0,-1 0 0,1 0 0,0 0 0,0 0 0,0 0 0,0 0 0,0 0 0,0 0 0,0 0 0,0 0 0,0 0 0,0 0 0,0 0 0,0 0 0,0 0 0,0 0 0,0-1 0,0 1 0,0 0 0,0 0 0,0 0 0,0 0 0,0 0 0,0 0 0,0 0 0,0 0 0,0 0 0,0 0 0,0 0 0,0 0 0,0 0 0,0 0 0,0 0 0,-2 6 0,1 10 0,4 31 0,1 0 0,20 84 0,-13-82 0,-8-34 0,29 132 0,-23-116 0,1-1 0,24 50 0,-33-78 0,5 11 0,1 0 0,1 0 0,0 0 0,15 16 0,-20-26 0,-1-1 0,1 1 0,-1-1 0,1 0 0,0 0 0,0 0 0,0-1 0,0 1 0,0-1 0,0 1 0,4 0 0,-4-2 0,-1 1 0,0-1 0,1 0 0,-1 0 0,1 0 0,-1 0 0,0-1 0,1 1 0,-1-1 0,0 1 0,1-1 0,-1 0 0,0 0 0,0 0 0,0 0 0,0 0 0,4-3 0,-1-1 0,0 1 0,0-1 0,-1 1 0,0-1 0,0 0 0,0-1 0,5-10 0,18-43 0,-27 58 0,8-20 0,-1 0 0,-2 0 0,5-27 0,-6 32 0,0 13 0,2 9 0,2 8 0,-1 1 0,0 0 0,6 22 0,4 10 0,-8-24 0,-4-8 0,1 0 0,1-1 0,0 0 0,1 0 0,13 17 0,-14-24-1365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2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24575,'17'12'0,"6"7"0,-1 2 0,-5 1 0,-4-2 0,-5-1 0,-4-5-8191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29 24575,'-13'-6'0,"-1"1"0,0 0 0,0 1 0,-28-4 0,38 8 0,0 0 0,1 0 0,-1 0 0,1 1 0,-1-1 0,1 1 0,-1-1 0,1 1 0,0 0 0,-1 1 0,-3 1 0,5-1 0,-1-1 0,1 1 0,0 0 0,0-1 0,0 1 0,0 0 0,1 0 0,-1 1 0,1-1 0,-1 0 0,1 1 0,-1-1 0,1 0 0,0 1 0,0 0 0,-1 3 0,1 2 0,0 0 0,0-1 0,1 1 0,0 0 0,0-1 0,1 1 0,0 0 0,0-1 0,1 1 0,0-1 0,4 11 0,-1-3 0,2-1 0,0 1 0,0-1 0,16 20 0,-18-28 0,0 0 0,1 0 0,-1-1 0,2 1 0,-1-1 0,0-1 0,1 1 0,0-1 0,0 0 0,0-1 0,1 0 0,-1 0 0,1 0 0,-1-1 0,1 0 0,10 1 0,-14-3 0,0 1 0,1-1 0,-1 0 0,1 0 0,-1 0 0,1-1 0,-1 0 0,1 0 0,-1 0 0,0 0 0,1 0 0,-1-1 0,0 0 0,0 0 0,0 0 0,0-1 0,-1 1 0,1-1 0,-1 0 0,1 0 0,-1 0 0,0 0 0,0 0 0,0-1 0,-1 0 0,1 1 0,-1-1 0,0 0 0,4-8 0,1-18-1365,-6 17-5461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3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85 24575,'-10'-12'0,"-3"-3"0,-17-15 0,27 27 0,0 0 0,-1 0 0,1 0 0,-1 1 0,0 0 0,1 0 0,-1 0 0,0 0 0,0 0 0,0 1 0,-6-1 0,9 1 0,0 1 0,0 0 0,0 0 0,0 0 0,-1 0 0,1 1 0,0-1 0,0 0 0,0 0 0,0 1 0,0-1 0,0 0 0,0 1 0,0-1 0,0 1 0,0 0 0,0-1 0,0 1 0,-1 1 0,0 0 0,1-1 0,-1 1 0,1 0 0,-1 1 0,1-1 0,0 0 0,0 0 0,-2 4 0,1 1 0,1 0 0,-1 0 0,1 0 0,0 0 0,1 10 0,0-10 0,1 0 0,0 0 0,0 0 0,0-1 0,1 1 0,0 0 0,1-1 0,-1 0 0,1 1 0,1-1 0,-1 0 0,7 8 0,-6-9 0,-1-1 0,1 0 0,0 0 0,1 0 0,-1-1 0,1 1 0,-1-1 0,1 0 0,0 0 0,0 0 0,1-1 0,-1 0 0,0 0 0,1 0 0,8 1 0,-10-3 0,0 0 0,1 0 0,-1 0 0,0 0 0,0-1 0,1 1 0,-1-1 0,0 0 0,0-1 0,0 1 0,0-1 0,0 1 0,-1-1 0,1 0 0,0-1 0,-1 1 0,1-1 0,-1 1 0,5-6 0,-3 2 0,0 0 0,0 0 0,0 0 0,-1-1 0,0 0 0,0 0 0,0 0 0,-1 0 0,3-12 0,-1 0 0,-3 11 0,0 0 0,6-16 0,-7 24 0,-1-1 0,0 1 0,0 0 0,0-1 0,0 1 0,1 0 0,-1-1 0,0 1 0,0 0 0,0-1 0,1 1 0,-1 0 0,0 0 0,1-1 0,-1 1 0,0 0 0,0 0 0,1 0 0,-1-1 0,1 1 0,-1 0 0,0 0 0,1 0 0,-1 0 0,0 0 0,1 0 0,-1 0 0,0 0 0,1 0 0,-1 0 0,1 0 0,-1 0 0,0 0 0,1 0 0,-1 0 0,0 0 0,1 0 0,-1 0 0,1 0 0,-1 0 0,0 1 0,1-1 0,-1 0 0,0 0 0,1 0 0,-1 1 0,0-1 0,0 0 0,1 1 0,-1-1 0,0 0 0,0 0 0,1 1 0,14 21 0,-13-17 0,8 11-117,66 101-1131,-66-105-5578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4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24575,'184'544'0,"-182"-539"0,12 35 0,-39-75 0,4 5 0,15 22 0,0 0 0,1 0 0,0 0 0,-6-14 0,11 22 0,0-1 0,0 1 0,-1-1 0,1 1 0,0-1 0,0 1 0,0 0 0,0-1 0,-1 1 0,1-1 0,0 1 0,0-1 0,0 1 0,0-1 0,0 1 0,0-1 0,1 1 0,-1-1 0,0 1 0,0-1 0,0 1 0,0-1 0,0 1 0,1-1 0,-1 0 0,1 1 0,0 0 0,-1 0 0,1-1 0,-1 1 0,1 0 0,-1 0 0,1 0 0,0 0 0,-1 0 0,1 0 0,-1 0 0,1 0 0,0 0 0,-1 0 0,1 1 0,-1-1 0,1 0 0,0 0 0,31 16 0,-26-12 0,7 3 0,0-1 0,1 0 0,-1-1 0,1 0 0,1-1 0,-1-1 0,1 0 0,-1-1 0,1 0 0,21-1 0,-27-1 0,1-1 0,0 1 0,0-2 0,-1 1 0,1-2 0,-1 1 0,1-1 0,10-5 0,-19 7 0,1 1 0,-1-1 0,0 1 0,1-1 0,-1 1 0,0 0 0,1 0 0,-1 0 0,0 0 0,1 0 0,-1 0 0,1 0 0,-1 0 0,0 0 0,1 0 0,-1 1 0,0-1 0,1 1 0,-1-1 0,0 1 0,0-1 0,1 1 0,-1 0 0,0 0 0,0 0 0,0-1 0,0 1 0,0 0 0,0 0 0,0 0 0,0 1 0,1 1 0,3 5 0,-1 0 0,0 0 0,0 0 0,3 10 0,0-1 0,29 61-1365,-31-68-5461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24575,'18'10'0,"4"5"0,3 6 0,-5 1 0,-4 0 0,-6-5-8191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5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2 24575,'18'28'0,"10"43"0,-25-62 0,0 1 0,-1-1 0,0 1 0,-1-1 0,0 19 0,-1-26 0,0 0 0,0 0 0,0-1 0,-1 1 0,1 0 0,-1-1 0,1 1 0,-1-1 0,1 1 0,-1-1 0,0 1 0,0-1 0,0 1 0,0-1 0,0 0 0,0 1 0,-3 1 0,2-1 0,0-1 0,-1 1 0,0-1 0,1 1 0,-1-1 0,0 0 0,0 0 0,0 0 0,-4 0 0,-4 1 0,-1-2 0,1 1 0,-1-1 0,-11-2 0,10 0 0,1 0 0,1-1 0,-1-1 0,0 0 0,1 0 0,0-1 0,0-1 0,0 0 0,1 0 0,-1-1 0,2 0 0,-17-16 0,24 21 0,-1-1 0,0 0 0,1-1 0,0 1 0,0 0 0,0-1 0,0 1 0,0-1 0,1 0 0,-1 1 0,1-1 0,0 0 0,0 0 0,0-8 0,1 10 0,0 0 0,0 0 0,0 0 0,1 0 0,-1 0 0,1 0 0,-1 0 0,1 0 0,0 0 0,0 0 0,0 1 0,0-1 0,0 0 0,0 0 0,0 1 0,0-1 0,1 0 0,-1 1 0,1 0 0,-1-1 0,1 1 0,0 0 0,0 0 0,-1 0 0,1 0 0,0 0 0,0 0 0,0 0 0,0 1 0,3-2 0,5 0 0,0 0 0,0 1 0,1 0 0,-1 0 0,0 1 0,1 0 0,-1 1 0,12 2 0,2 2 0,0 1 0,29 12 0,25 18 0,-60-25 0,1-2 0,1-1 0,33 11 0,-51-18 0,-1-1 0,0 0 0,1 1 0,-1-1 0,1 0 0,-1 0 0,0 0 0,1 0 0,-1 0 0,1 0 0,-1 0 0,1 0 0,-1 0 0,0-1 0,1 1 0,-1-1 0,0 1 0,1-1 0,-1 1 0,0-1 0,0 0 0,2-1 0,-1 0 0,-1 0 0,1-1 0,-1 1 0,1-1 0,-1 0 0,0 1 0,0-1 0,0 0 0,0 0 0,0-2 0,0 0 0,2-5 0,-1 1 0,1-1 0,1 0 0,8-15 0,-11 22 0,1 1 0,0-1 0,0 0 0,0 1 0,1 0 0,-1 0 0,1-1 0,-1 1 0,1 1 0,-1-1 0,1 0 0,0 1 0,0-1 0,0 1 0,0 0 0,0 0 0,0 0 0,0 0 0,5 0 0,-2 1 0,0-1 0,0 1 0,0 1 0,0-1 0,0 1 0,0 0 0,0 1 0,0-1 0,8 5 0,7 3 0,22 13 0,-33-16 0,53 34-26,7 3 134,-60-37-349,0-2 0,-1 1-1,2-2 1,-1 1 0,15 2 0,-14-4-6585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6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0 24575,'-2'0'0,"-2"3"0,-1 0 0,-3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24575,'0'3'0,"-2"3"0,-2 2 0,1 4 0,1-4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8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114 225 24575,'39'266'0,"-37"-257"0,-1 0 0,1 1 0,1-1 0,0 0 0,7 16 0,-12-44 0,-16-42 0,-31-70 0,-3-7 0,2-38 0,48 148 0,2 28 0,0 0 0,0-1 0,0 1 0,0-1 0,0 1 0,0 0 0,0-1 0,0 1 0,0 0 0,0-1 0,1 1 0,-1-1 0,0 1 0,0 0 0,0-1 0,1 1 0,-1 0 0,0 0 0,0-1 0,1 1 0,-1 0 0,0-1 0,1 1 0,0 0 0,-1 0 0,1 0 0,-1 0 0,1 1 0,0-1 0,-1 0 0,1 0 0,-1 1 0,1-1 0,-1 0 0,1 0 0,-1 1 0,1-1 0,-1 1 0,1-1 0,-1 0 0,1 1 0,-1-1 0,0 1 0,1 1 0,7 8 0,-1 1 0,0 0 0,-1 1 0,5 12 0,5 10 0,-1-6 0,25 34 0,-33-52 0,1 0 0,0-1 0,0 0 0,1-1 0,0 0 0,17 11 0,-22-16 0,1 0 0,0 0 0,0-1 0,0 1 0,1-1 0,-1 0 0,0-1 0,9 2 0,-12-3 0,0 0 0,0 0 0,0 0 0,0 0 0,0 0 0,0-1 0,0 1 0,0-1 0,0 1 0,-1-1 0,1 0 0,0 0 0,0 0 0,0 0 0,-1 0 0,1 0 0,0 0 0,-1 0 0,1-1 0,-1 1 0,0-1 0,1 1 0,-1-1 0,0 0 0,0 1 0,1-4 0,1 0 0,0-1 0,-1 0 0,0 0 0,0-1 0,0 1 0,-1 0 0,0 0 0,0-8 0,-1-54 0,-1 39 0,0-55 0,18 123 0,7 21 0,36 81 0,-44-109 0,1-1 0,27 39 0,-34-56 0,1 0 0,1-1 0,0 0 0,26 22 0,-33-32 0,-1 0 0,1 0 0,0 0 0,0 0 0,0-1 0,0 1 0,0-1 0,0-1 0,0 1 0,1-1 0,-1 0 0,1 0 0,-1 0 0,1-1 0,-1 0 0,1 0 0,-1 0 0,1-1 0,9-2 0,-12 2 0,1 0 0,-1-1 0,0 1 0,0-1 0,0 1 0,0-1 0,-1 0 0,1 0 0,0-1 0,-1 1 0,1 0 0,2-5 0,-1 2 0,-1 0 0,0-1 0,0 1 0,0-1 0,-1 0 0,3-8 0,-2 1 0,0-1 0,-1 1 0,0-1 0,-2 1 0,0-24 0,-3 16 0,-1 0 0,0 1 0,-2-1 0,0 1 0,-2 0 0,-15-31 0,23 50 0,-1 0 0,1 0 0,-1 0 0,1 0 0,-1 0 0,1 0 0,-1 1 0,1-1 0,-1 0 0,0 0 0,0 0 0,1 1 0,-1-1 0,0 0 0,0 1 0,0-1 0,0 0 0,0 1 0,0 0 0,0-1 0,0 1 0,0-1 0,0 1 0,-2 0 0,1 0 0,1 0 0,-1 0 0,1 1 0,-1-1 0,1 1 0,-1-1 0,1 1 0,-1 0 0,1 0 0,-1 0 0,1-1 0,0 1 0,0 1 0,-3 1 0,-2 3 0,0 1 0,1 0 0,-1 1 0,-6 13 0,7-13 0,1 1 0,1 0 0,-1-1 0,2 2 0,-1-1 0,1 0 0,0 0 0,1 1 0,0 12 0,1-17 0,0 0 0,0 0 0,1 0 0,0 0 0,0-1 0,0 1 0,0 0 0,1-1 0,0 1 0,0-1 0,0 0 0,1 1 0,-1-1 0,1 0 0,0 0 0,0-1 0,0 1 0,1-1 0,6 6 0,6 2 0,-1-2 0,2 0 0,-1-1 0,34 11 0,73 14 0,-103-28 0,1-2 0,0 0 0,0-1 0,0-2 0,25-1 0,-44 1-85,1-1 0,-1 1-1,0-1 1,0 1 0,1-1-1,-1 0 1,0 1 0,0-1-1,0 0 1,0-1 0,0 1-1,0 0 1,0 0 0,0-1-1,3-3 1,2-4-6741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8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51 24575,'-26'-10'0,"4"1"0,1 2 0,-1 0 0,0 1 0,-37-4 0,56 9 0,0 1 0,0 0 0,1 0 0,-1 0 0,0 0 0,0 1 0,1-1 0,-1 1 0,0 0 0,0 0 0,1 0 0,-1 0 0,1 0 0,-1 0 0,1 1 0,-4 2 0,4-2 0,1 0 0,-1 0 0,1 0 0,-1 0 0,1 0 0,0 0 0,0 1 0,0-1 0,0 1 0,0-1 0,0 0 0,1 1 0,-1 0 0,1-1 0,0 1 0,-1-1 0,2 6 0,-1 1 0,1 0 0,0 0 0,0 0 0,1-1 0,0 1 0,1 0 0,0-1 0,0 0 0,1 1 0,7 10 0,-9-15 0,1 0 0,1 1 0,-1-1 0,0-1 0,1 1 0,0 0 0,0-1 0,0 0 0,0 0 0,0 0 0,1-1 0,0 1 0,-1-1 0,1 0 0,0 0 0,0-1 0,0 1 0,0-1 0,7 1 0,-8-2 0,0 0 0,1 1 0,-1-2 0,0 1 0,0 0 0,0-1 0,0 0 0,0 0 0,0 0 0,0 0 0,0-1 0,-1 1 0,1-1 0,6-4 0,-6 2 0,0 1 0,0-1 0,0 0 0,-1 0 0,0 0 0,1-1 0,-1 1 0,-1-1 0,1 1 0,3-11 0,-4 9 0,0-1 0,0 1 0,-1-1 0,1-13 0,1-2 0,-3 22 0,0 0 0,0-1 0,0 1 0,0 0 0,0 0 0,0 0 0,0 0 0,0 0 0,0 0 0,0 0 0,0 0 0,0 0 0,0 0 0,0 0 0,0 0 0,0 0 0,0 0 0,0-1 0,0 1 0,0 0 0,0 0 0,0 0 0,0 0 0,0 0 0,0 0 0,0 0 0,0 0 0,0 0 0,1 0 0,-1 0 0,0 0 0,0 0 0,0 0 0,0 0 0,0 0 0,0 0 0,0 0 0,0 0 0,0 0 0,0 0 0,0 0 0,0 0 0,0 0 0,0 0 0,1 0 0,-1 0 0,0 0 0,0 0 0,0 0 0,0 0 0,0 0 0,0 0 0,0 0 0,0 0 0,0 0 0,0 0 0,0 0 0,0 0 0,0 0 0,0 0 0,0 1 0,5 5 0,3 8 0,-2 0-114,1-2 1,-1 1-1,2-1 0,0 0 0,0 0 1,1-1-1,1 0 0,0-1 0,0 0 1,1-1-1,17 12 0,-13-11-6712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9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6 24575,'-1'-1'0,"0"0"0,-1 1 0,1-1 0,0 1 0,-1-1 0,1 1 0,0-1 0,-1 1 0,1 0 0,-1-1 0,1 1 0,-1 0 0,1 0 0,0 0 0,-1 0 0,1 1 0,-1-1 0,1 0 0,-2 1 0,2 0 0,0-1 0,0 1 0,0 0 0,0 0 0,0 0 0,1-1 0,-1 1 0,0 0 0,0 0 0,1 0 0,-1 0 0,1 0 0,-1 0 0,1 0 0,-1 1 0,1-1 0,-1 0 0,1 1 0,-1 4 0,0 0 0,1 0 0,0-1 0,0 1 0,0 0 0,1 0 0,0 0 0,1 5 0,5 12 0,0-1 0,2 0 0,17 32 0,43 57 0,-66-107 0,0 0 0,0 1 0,-1 0 0,0 0 0,0 0 0,3 9 0,-5-13 0,0 0 0,1 0 0,-1 0 0,0 0 0,0 0 0,0 0 0,0 0 0,0 0 0,-1 0 0,1 0 0,0 0 0,0 0 0,-1 0 0,1 0 0,0 0 0,-1-1 0,1 1 0,-1 0 0,1 0 0,-1 0 0,0 0 0,1 0 0,-1-1 0,0 1 0,1 0 0,-1-1 0,0 1 0,0 0 0,0-1 0,0 1 0,0-1 0,0 0 0,1 1 0,-1-1 0,0 0 0,0 1 0,0-1 0,0 0 0,0 0 0,0 0 0,-2 0 0,-19 2 0,1-1 0,-1-1 0,-31-4 0,48 3-170,1 1-1,-1-1 0,0 0 1,1 0-1,-1-1 0,1 0 1,-5-1-1,0-3-6655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1:59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15 24575,'-1'-1'0,"0"-1"0,0 1 0,-1 0 0,1-1 0,0 1 0,-1 0 0,1 0 0,0 0 0,-1 0 0,-1-1 0,3 2 0,0 0 0,0 0 0,0 0 0,-1 0 0,1 0 0,0-1 0,0 1 0,0 0 0,0 0 0,0 0 0,0 0 0,0 0 0,-1 0 0,1 0 0,0 0 0,0 0 0,0 0 0,0 0 0,0 0 0,0 0 0,0 0 0,-1 0 0,1 1 0,0-1 0,0 0 0,0 0 0,0 0 0,0 0 0,0 0 0,0 0 0,0 0 0,0 0 0,-1 0 0,1 0 0,0 0 0,0 0 0,0 1 0,0-1 0,0 0 0,0 0 0,0 0 0,0 0 0,0 0 0,0 0 0,0 1 0,3 11 0,5 1 0,0-1 0,1 1 0,1-1 0,0-1 0,12 12 0,-22-23 0,5 4 0,-1 1 0,1-1 0,-1 0 0,1-1 0,1 1 0,-1-1 0,0 0 0,1 0 0,8 2 0,-12-4 0,1 0 0,-1-1 0,0 1 0,1-1 0,-1 0 0,1 0 0,-1 0 0,0 0 0,1 0 0,-1-1 0,1 1 0,-1-1 0,0 1 0,1-1 0,-1 0 0,0 0 0,0 0 0,1 0 0,-1 0 0,0-1 0,0 1 0,0 0 0,-1-1 0,1 0 0,0 1 0,2-4 0,0 0 0,0-1 0,0 0 0,-1 0 0,1 0 0,-1 0 0,-1-1 0,5-13 0,-7 19 0,0 0 0,0 0 0,1 0 0,-1 0 0,0 0 0,1 0 0,-1 0 0,1 0 0,-1 0 0,1 0 0,0 0 0,-1 0 0,1 1 0,0-1 0,0 0 0,-1 0 0,1 1 0,2-2 0,-2 2 0,-1 0 0,1-1 0,0 1 0,-1 0 0,1 0 0,0 0 0,0 0 0,-1 1 0,1-1 0,0 0 0,-1 0 0,1 0 0,0 0 0,0 1 0,-1-1 0,1 0 0,0 1 0,-1-1 0,1 1 0,-1-1 0,2 1 0,3 4 0,0 1 0,1-1 0,-2 1 0,7 9 0,-3-4 0,21 27-1365,-21-29-5461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0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98 24575,'25'51'0,"19"57"0,-44-106 0,-2-6 0,-7-12 0,-12-22 0,-10-14 0,22 39 0,0-1 0,2 1 0,-1-2 0,-6-20 0,16 36 0,1 0 0,0 0 0,0 1 0,-1-1 0,1 1 0,-1-1 0,5 5 0,8 6 0,67 48 0,-72-54 0,0 0 0,0-1 0,1 0 0,-1-1 0,1 0 0,21 4 0,-29-7 0,0-1 0,0 0 0,0 0 0,1 0 0,-1 0 0,0 0 0,0-1 0,0 1 0,1-1 0,-1 0 0,0 0 0,0 0 0,0 0 0,0-1 0,-1 1 0,4-3 0,-2 1 0,-1 0 0,1 0 0,-1 0 0,0 0 0,0-1 0,0 1 0,-1-1 0,1 0 0,-1 0 0,3-7 0,-2 6 0,-1-1 0,0 1 0,-1-1 0,0 0 0,0 0 0,0 1 0,0-1 0,-1 0 0,0 0 0,0 0 0,0 0 0,-1 1 0,0-1 0,0 0 0,-1 0 0,1 1 0,-1-1 0,-4-6 0,6 11 0,0 0 0,-1 1 0,1-1 0,-1 0 0,0 0 0,1 1 0,-1-1 0,0 0 0,1 0 0,-1 1 0,0-1 0,1 1 0,-1-1 0,0 1 0,0-1 0,-1 0 0,1 1 0,1 0 0,-1 0 0,1 0 0,-1 0 0,1 0 0,-1 0 0,1 0 0,0 1 0,-1-1 0,1 0 0,-1 0 0,1 0 0,-1 0 0,1 1 0,0-1 0,-1 0 0,1 0 0,0 1 0,-1-1 0,1 0 0,0 1 0,-1-1 0,1 0 0,0 1 0,-2 2 0,1-1 0,-1 1 0,1 0 0,0-1 0,0 1 0,0 0 0,1 0 0,-1 0 0,1 3 0,-2 7 0,2 0 0,0 0 0,0-1 0,1 1 0,3 15 0,-3-23 0,1 0 0,-1-1 0,1 1 0,0 0 0,0-1 0,1 1 0,-1-1 0,1 0 0,0 1 0,0-1 0,0-1 0,1 1 0,-1 0 0,1-1 0,0 0 0,5 4 0,7 2 0,0-1 0,1-1 0,1 0 0,-1-1 0,1 0 0,0-2 0,35 5 0,-44-8-341,0 1 0,0 0-1,12 5 1,-8-2-6485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1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1 24575,'-65'0'0,"-86"1"0,120 1 0,1 2 0,-57 13 0,85-17 0,-1 1 0,1 0 0,0 0 0,-1 0 0,1 0 0,0 0 0,0 0 0,0 1 0,0-1 0,0 1 0,0-1 0,0 1 0,1 0 0,-1 0 0,1 0 0,-1 0 0,-1 3 0,2-4 0,1 1 0,-1-1 0,1 1 0,0-1 0,-1 1 0,1 0 0,0-1 0,0 1 0,0-1 0,0 1 0,0-1 0,1 1 0,-1 0 0,0-1 0,1 1 0,-1-1 0,1 1 0,0-1 0,-1 1 0,1-1 0,0 0 0,0 1 0,0-1 0,0 0 0,0 0 0,0 1 0,0-1 0,2 1 0,3 4 0,2 0 0,-1-1 0,1 0 0,0 0 0,15 6 0,48 16 0,-42-17 0,25 8 0,57 23 0,-108-40 0,0 0 0,0 1 0,-1-1 0,1 1 0,0 0 0,-1 0 0,1 0 0,-1 0 0,3 4 0,-4-5 0,-1 0 0,1 0 0,-1-1 0,1 1 0,-1 0 0,0 0 0,0 0 0,1 0 0,-1 0 0,0-1 0,0 1 0,0 0 0,0 0 0,0 0 0,0 0 0,0 0 0,0 0 0,0 0 0,-1-1 0,1 1 0,0 0 0,-1 0 0,1 0 0,0 0 0,-1-1 0,1 1 0,-1 0 0,1 0 0,-1-1 0,1 1 0,-1 0 0,0-1 0,1 1 0,-1-1 0,0 1 0,0-1 0,-1 2 0,-4 2 0,-1 0 0,0-1 0,0 1 0,0-1 0,0-1 0,0 1 0,-12 1 0,-2 0 0,-31 2 0,42-6-116,0 2-92,-1-2 0,1 1-1,-1-2 1,1 1 0,-18-4 0,19 0-6618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2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84 24575,'0'0'0,"0"0"0,0 0 0,0 0 0,0 0 0,0-1 0,0 1 0,0 0 0,0 0 0,0 0 0,0 0 0,0 0 0,0 0 0,-1 0 0,1 0 0,0 0 0,0 0 0,0-1 0,0 1 0,0 0 0,0 0 0,0 0 0,0 0 0,-1 0 0,1 0 0,0 0 0,0 0 0,0 0 0,0 0 0,0 0 0,0 0 0,0 0 0,-1 0 0,1 0 0,0 0 0,0 0 0,0 0 0,0 0 0,0 0 0,0 0 0,0 0 0,-1 0 0,1 0 0,0 0 0,0 0 0,0 0 0,0 1 0,0-1 0,0 0 0,0 0 0,0 0 0,0 0 0,-1 0 0,1 9 0,5 11 0,8 14 0,2-1 0,2 0 0,21 32 0,-37-63 0,54 84 0,33 59 0,-86-140 0,0-1 0,-1 1 0,1 0 0,1 7 0,-3-12 0,0 1 0,0-1 0,0 1 0,0-1 0,0 0 0,0 1 0,0-1 0,0 1 0,0-1 0,0 1 0,0-1 0,0 1 0,0-1 0,0 0 0,0 1 0,-1-1 0,1 1 0,0-1 0,0 0 0,0 1 0,-1-1 0,1 0 0,-1 1 0,1-1 0,-1 0 0,0 0 0,0 0 0,1 0 0,-1 0 0,0 0 0,0 0 0,1 0 0,-1 0 0,0-1 0,1 1 0,-1 0 0,0 0 0,1-1 0,-1 1 0,1-1 0,-1 1 0,0-1 0,1 1 0,-1-1 0,-9-8 0,0-1 0,1 1 0,0-2 0,-11-16 0,-3-4 0,8 13 0,-87-112 0,85 106 0,2-2 0,0 0 0,-17-41 0,29 58 0,0 0 0,0 1 0,1-1 0,0 0 0,1 0 0,0 0 0,0 0 0,2-12 0,-1 18 0,0 0 0,0 0 0,1 0 0,0 0 0,-1 1 0,1-1 0,0 0 0,0 0 0,1 1 0,-1-1 0,1 1 0,-1-1 0,1 1 0,0-1 0,0 1 0,-1 0 0,2 0 0,-1 0 0,0 0 0,0 0 0,1 1 0,-1-1 0,1 1 0,-1 0 0,1-1 0,0 1 0,-1 0 0,1 0 0,5 0 0,-4 0 0,0 1 0,0 0 0,1 0 0,-1 0 0,0 1 0,0-1 0,0 1 0,0 0 0,0 0 0,0 0 0,0 1 0,0 0 0,4 2 0,7 4 0,25 19 0,-36-24 0,6 4 0,-1-1 0,-1 2 0,1-1 0,-1 1 0,0 1 0,12 16 0,-18-22 0,-1 0 0,1 0 0,0 0 0,-1 1 0,0-1 0,0 0 0,0 1 0,0-1 0,-1 1 0,1-1 0,-1 1 0,0-1 0,0 1 0,0-1 0,0 1 0,-1-1 0,1 1 0,-1-1 0,0 0 0,0 1 0,0-1 0,-1 0 0,1 0 0,-1 1 0,0-1 0,-2 3 0,0-1 0,0 0 0,0 0 0,-1-1 0,1 0 0,-1 0 0,0 0 0,-1 0 0,1-1 0,-1 1 0,1-1 0,-1-1 0,0 1 0,0-1 0,0 0 0,0-1 0,0 1 0,-11 0 0,4-1 0,0 0 0,0-1 0,-1 0 0,1-1 0,0-1 0,0 0 0,-20-6 0,20 3-1365,3 0-5461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2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74 333 24575,'17'-21'0,"0"-1"0,-2 0 0,-1-1 0,0-1 0,13-34 0,-26 53 0,1 1 0,-1-1 0,0 0 0,0 0 0,-1 0 0,0 0 0,0 1 0,0-1 0,0 0 0,-1 0 0,1 0 0,-1 0 0,-1 0 0,1 1 0,-1-1 0,1 1 0,-1-1 0,-1 1 0,1-1 0,-4-3 0,3 3 0,-1 0 0,0 0 0,-1 1 0,1 0 0,-1-1 0,1 2 0,-1-1 0,0 1 0,-1-1 0,1 1 0,-1 1 0,1-1 0,-1 1 0,0 0 0,-10-2 0,14 3 0,0 1 0,-1-1 0,1 1 0,0 0 0,-1 0 0,1 0 0,-1 0 0,1 1 0,0-1 0,-1 0 0,1 1 0,0 0 0,-1-1 0,1 1 0,0 0 0,0 0 0,0 0 0,0 1 0,-3 1 0,3-1 0,-1 1 0,1-1 0,0 1 0,1 0 0,-1-1 0,0 1 0,1 0 0,-1 0 0,1 0 0,0 0 0,0 0 0,-1 6 0,1-1 0,0 1 0,0-1 0,1 1 0,0-1 0,0 0 0,1 1 0,0-1 0,1 0 0,0 1 0,4 10 0,-1-9 0,0 1 0,1-1 0,0 0 0,1 0 0,0-1 0,0 0 0,1 0 0,0-1 0,1 0 0,0 0 0,0-1 0,1 0 0,0-1 0,0 0 0,0-1 0,1 0 0,0 0 0,0-1 0,0 0 0,0-1 0,1-1 0,-1 1 0,1-2 0,0 0 0,-1 0 0,1-1 0,0-1 0,-1 0 0,1 0 0,0-1 0,-1 0 0,0-1 0,1-1 0,11-5 0,-12 4 0,0 0 0,0-1 0,0 0 0,-1-1 0,0 0 0,0-1 0,13-14 0,-18 17 0,-1-1 0,1 1 0,-1-1 0,0 0 0,-1 0 0,0 0 0,0-1 0,0 1 0,0-1 0,-1 0 0,0 1 0,-1-1 0,0 0 0,1-12 0,-1 11 0,-1-1 0,0 1 0,-1 0 0,0-1 0,0 1 0,-4-12 0,4 18 0,0-1 0,0 1 0,0 0 0,-1-1 0,1 1 0,0 0 0,-1 0 0,0 0 0,1 0 0,-1 0 0,0 1 0,0-1 0,0 0 0,0 1 0,-1-1 0,1 1 0,0 0 0,0 0 0,-1 0 0,1 0 0,-1 0 0,1 0 0,-1 1 0,-4-1 0,2 0 0,-1 1 0,0-1 0,0 1 0,0 0 0,0 1 0,1 0 0,-1-1 0,0 2 0,1-1 0,-1 1 0,1 0 0,-1 0 0,1 0 0,0 1 0,0 0 0,0 0 0,-6 4 0,8-3 0,-1-1 0,1 1 0,-1 0 0,1-1 0,0 2 0,0-1 0,1 0 0,-1 0 0,1 1 0,0 0 0,1-1 0,-1 1 0,1 0 0,-1 0 0,1 0 0,1 0 0,-1 0 0,1 0 0,0 0 0,0 5 0,1-2 0,1 0 0,0 0 0,0-1 0,0 1 0,1-1 0,0 1 0,0-1 0,1 0 0,0 0 0,0-1 0,1 1 0,0-1 0,10 11 0,2-1 0,0-1 0,1-1 0,29 19 0,-36-26 0,1 0 0,0-1 0,1 0 0,-1-1 0,1 0 0,0-1 0,0-1 0,15 3 0,-23-6 0,1 1 0,0-1 0,0 1 0,-1-2 0,1 1 0,0-1 0,0 1 0,-1-2 0,1 1 0,-1-1 0,1 1 0,-1-2 0,0 1 0,1 0 0,-1-1 0,0 0 0,-1 0 0,1-1 0,-1 1 0,1-1 0,5-6 0,1-4-1365,-2 1-5461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3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319 592 24575,'-1'-1'0,"-26"-10"0,-30-8 0,49 16 0,1 2 0,-1-1 0,0 1 0,0 0 0,0 1 0,0-1 0,-1 2 0,-13 1 0,20-1 0,0-1 0,-1 1 0,1-1 0,-1 1 0,1 0 0,0 0 0,0 0 0,-1 0 0,1 1 0,0-1 0,0 0 0,0 1 0,0 0 0,1-1 0,-1 1 0,0 0 0,1 0 0,-1 0 0,1 0 0,-1 0 0,1 0 0,0 1 0,0-1 0,0 0 0,0 1 0,1-1 0,-1 0 0,1 1 0,-1-1 0,1 1 0,0-1 0,0 1 0,0-1 0,0 1 0,1 4 0,0 1 0,1 0 0,0 1 0,1-1 0,0 0 0,0 0 0,1 0 0,-1 0 0,2-1 0,5 8 0,-8-11 0,1-1 0,0 1 0,0-1 0,0 0 0,0 0 0,1 0 0,-1 0 0,1-1 0,0 1 0,0-1 0,6 3 0,-8-4 0,0-1 0,1 1 0,-1-1 0,0 1 0,0-1 0,0 0 0,1 0 0,-1 0 0,0 0 0,0 0 0,0-1 0,1 1 0,-1-1 0,0 1 0,0-1 0,0 0 0,0 0 0,0 0 0,0 0 0,0 0 0,0 0 0,-1-1 0,1 1 0,0 0 0,2-3 0,0-2 0,0 1 0,0-1 0,0 0 0,-1 0 0,0 0 0,0 0 0,0 0 0,-1-1 0,0 0 0,0 1 0,-1-1 0,1 0 0,-1-7 0,1-7 0,-2-1 0,-3-41 0,-3 25 0,-1 0 0,-2 0 0,-1 1 0,-17-39 0,7 29 0,-2 1 0,-45-70 0,66 115 0,-8-14 0,-1 1 0,0 0 0,-1 1 0,-20-19 0,30 31 0,0 0 0,1 0 0,-1 1 0,0-1 0,0 0 0,0 1 0,0-1 0,0 1 0,0-1 0,0 1 0,0-1 0,0 1 0,0 0 0,0 0 0,0-1 0,0 1 0,0 0 0,0 0 0,-2 0 0,2 1 0,0-1 0,1 0 0,-1 1 0,0-1 0,1 1 0,-1-1 0,1 1 0,-1-1 0,1 1 0,-1-1 0,1 1 0,-1 0 0,1-1 0,-1 1 0,1 0 0,0-1 0,-1 1 0,1 0 0,0-1 0,-1 3 0,0 2 0,1 1 0,-1-1 0,1 1 0,0-1 0,0 1 0,1 6 0,7 32 0,3 0 0,26 70 0,-23-73 0,6 12-227,2 0-1,3-1 1,2-2-1,3-1 1,36 48-1,-53-79-6598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4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 24575,'29'0'0,"-4"0"0,37 3 0,-54-2 0,0 0 0,0 1 0,-1 0 0,1 0 0,-1 1 0,0 0 0,0 0 0,0 1 0,7 4 0,-12-6 0,0 0 0,0-1 0,0 1 0,0 0 0,-1 0 0,1 0 0,-1 0 0,1 0 0,-1 1 0,0-1 0,0 0 0,0 1 0,0-1 0,-1 0 0,1 1 0,0-1 0,-1 1 0,0-1 0,1 1 0,-1-1 0,0 1 0,-1 0 0,1-1 0,0 1 0,-1-1 0,-1 5 0,1-3 0,0-1 0,0 1 0,-1 0 0,1-1 0,-1 1 0,0-1 0,0 0 0,0 1 0,-1-1 0,1 0 0,-1-1 0,0 1 0,1 0 0,-1-1 0,0 1 0,-7 3 0,4-3 0,-1 0 0,0-1 0,0 0 0,0 0 0,0 0 0,0-1 0,0 0 0,0-1 0,0 1 0,0-1 0,-1-1 0,1 1 0,0-1 0,0 0 0,0-1 0,0 0 0,0 0 0,0 0 0,1-1 0,-1 0 0,1-1 0,-1 1 0,1-1 0,0 0 0,-9-9 0,13 11 0,0 1 0,0-1 0,0 0 0,1 0 0,-1 0 0,1-1 0,-1 1 0,1 0 0,0-1 0,0 1 0,0 0 0,0-1 0,0 1 0,1-1 0,-1 1 0,1-1 0,0 0 0,-1-4 0,2 5 0,-1 0 0,1 0 0,-1 0 0,1 0 0,0 0 0,-1 0 0,1 0 0,0 0 0,1 0 0,-1 0 0,0 0 0,0 1 0,1-1 0,-1 1 0,1-1 0,0 1 0,-1-1 0,1 1 0,0 0 0,0 0 0,-1 0 0,5-2 0,3 0 0,1 0 0,0 1 0,0 0 0,0 0 0,1 1 0,-1 1 0,0 0 0,1 0 0,16 3 0,-15-1-1365,-2 2-5461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5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391 176 24575,'-16'-10'0,"-59"-39"0,-105-48 0,173 93 0,-1 1 0,0 0 0,1 0 0,-1 1 0,-15-2 0,21 3 0,0 1 0,1 0 0,-1 0 0,0 0 0,0 1 0,0-1 0,1 0 0,-1 1 0,0-1 0,0 1 0,0-1 0,1 1 0,-1 0 0,1 0 0,-1 0 0,0 0 0,1 0 0,0 0 0,-1 0 0,1 1 0,0-1 0,-1 0 0,1 1 0,0-1 0,0 1 0,0-1 0,0 1 0,0 0 0,1-1 0,-1 1 0,0 2 0,-3 7 0,2 0 0,-1 0 0,2 1 0,-2 15 0,3 46 0,0-68 0,3 32 0,1 0 0,2 0 0,1-1 0,2 0 0,25 64 0,91 165 0,-115-245 0,44 78 0,24 49 0,-76-142-1365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0 24575,'-30'0'0,"-14"0"0,-2 0 0,1 0 0,7 0 0,7 3 0,3 0 0,5 0 0,3 0 0,6-2-8191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6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3 24575,'0'0'0,"-1"0"0,0-1 0,1 1 0,-1 0 0,0 0 0,1-1 0,-1 1 0,1 0 0,-1 0 0,0 0 0,1 0 0,-1 0 0,0 0 0,1 0 0,-1 0 0,0 0 0,1 0 0,-1 0 0,0 1 0,1-1 0,-1 0 0,0 0 0,1 1 0,-1-1 0,1 0 0,-1 1 0,1-1 0,-1 0 0,1 1 0,-1-1 0,1 1 0,-1-1 0,1 1 0,-1-1 0,1 1 0,0-1 0,-1 1 0,1 0 0,0-1 0,0 1 0,-1 0 0,1-1 0,0 1 0,0 1 0,-2 3 0,1 0 0,0 0 0,1 0 0,-1 9 0,2 8 0,0 1 0,1-1 0,2 0 0,0 1 0,11 32 0,48 103 0,-42-111 0,36 104 0,-39-102 0,-16-90 0,-3 5-1365,1 20-5461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1 24575,'-29'7'0,"-15"3"0,-3-1 0,3-1 0,3-3 0,6-2 0,5-1 0,4-1 0,5-1 0,3-1 0,2 1 0,2 0 0,0-1 0,0 1 0,1 0 0,-1 0 0,3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24575,'-2'4'0,"1"-1"0,-1 1 0,1-1 0,0 1 0,0 0 0,0-1 0,1 1 0,-1 0 0,1 0 0,0 0 0,0-1 0,0 1 0,0 0 0,1 0 0,0 0 0,0-1 0,0 1 0,0 0 0,0-1 0,1 1 0,-1-1 0,1 1 0,0-1 0,0 0 0,4 5 0,-2-4 0,0 1 0,0-1 0,1-1 0,-1 1 0,1-1 0,0 1 0,0-1 0,0-1 0,0 1 0,1-1 0,-1 0 0,1 0 0,-1 0 0,1-1 0,0 0 0,7 1 0,-8-2 0,7 1 0,1 0 0,-1-1 0,15-2 0,-24 1 0,0 1 0,0-1 0,0 1 0,0-1 0,0 0 0,0 0 0,0-1 0,-1 1 0,1 0 0,0-1 0,-1 0 0,1 0 0,-1 1 0,0-1 0,1-1 0,-1 1 0,0 0 0,3-5 0,-2-1 0,1 0 0,-1 0 0,0 0 0,-1 0 0,0-1 0,0 1 0,-1-1 0,0 0 0,-1 1 0,0-17 0,4 55-682,11 34-1,-12-51-6143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7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119 273 24575,'9'14'0,"-1"0"0,10 25 0,-18-38 0,1 0 0,-1-1 0,0 1 0,1 0 0,-1-1 0,0 1 0,0 0 0,1 0 0,-1 0 0,0-1 0,0 1 0,0 0 0,0 0 0,0-1 0,0 1 0,0 0 0,0 0 0,-1 0 0,1-1 0,0 1 0,-1 1 0,1-2 0,-1 1 0,1-1 0,-1 0 0,1 0 0,-1 0 0,1 0 0,-1 0 0,0 0 0,1 0 0,-1 0 0,1 0 0,-1 0 0,1 0 0,-1 0 0,1 0 0,-1 0 0,1-1 0,-1 1 0,1 0 0,-1 0 0,1 0 0,-1-1 0,-5-2 0,1 0 0,0 0 0,1-1 0,-7-5 0,-1-4 0,0-1 0,0 0 0,1-1 0,1 0 0,1-1 0,-12-25 0,16 31 0,1 0 0,1-1 0,0 0 0,0 1 0,1-1 0,0 0 0,1-1 0,0 1 0,1 0 0,0 0 0,3-21 0,-2 28 9,0 1 1,0-1-1,0 1 0,0 0 0,0-1 1,1 1-1,0 0 0,-1 0 0,1 0 0,0 0 1,1 1-1,2-5 0,-3 6-66,-1 0 0,1 0 0,-1 0 0,1 0-1,0 0 1,-1 0 0,1 0 0,0 1 0,-1-1 0,1 1 0,0-1 0,0 1-1,0 0 1,0 0 0,-1-1 0,1 1 0,0 1 0,0-1 0,0 0 0,0 0 0,-1 1-1,1-1 1,0 1 0,0-1 0,1 2 0,10 4-6769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7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24575,'1'60'0,"18"111"0,-13-144 0,1 0 0,1 0 0,1 0 0,2-1 0,0-1 0,22 36 0,-33-60 0,1-1 0,-1 1 0,1 0 0,-1 0 0,1 0 0,0 0 0,-1 0 0,1-1 0,0 1 0,-1 0 0,1-1 0,0 1 0,0 0 0,0-1 0,0 1 0,0-1 0,0 1 0,-1-1 0,1 0 0,0 1 0,0-1 0,2 0 0,-2 0 0,1 0 0,-1-1 0,0 1 0,0-1 0,1 1 0,-1-1 0,0 1 0,0-1 0,0 0 0,0 0 0,0 1 0,0-1 0,0 0 0,0 0 0,0 0 0,0 0 0,1-3 0,6-8 0,12-24 0,3-4 0,-22 38 0,0 0 0,1 0 0,-1 0 0,0 1 0,1-1 0,-1 1 0,1-1 0,0 1 0,-1-1 0,1 1 0,0 0 0,0 0 0,0 0 0,0 0 0,0 0 0,0 0 0,0 0 0,0 1 0,0-1 0,0 1 0,1 0 0,2-1 0,-1 2 0,-1 0 0,1-1 0,-1 1 0,1 0 0,-1 1 0,0-1 0,0 0 0,1 1 0,-1 0 0,0 0 0,0 0 0,-1 0 0,4 3 0,1 2 0,0-1 0,-1 1 0,1 0 0,-2 0 0,1 1 0,-1 0 0,0 0 0,-1 0 0,0 1 0,0-1 0,-1 1 0,0 0 0,0 0 0,-1 0 0,0 0 0,-1 1 0,0-1 0,0 0 0,-1 1 0,-2 16 0,2-24 0,-1 1 0,1 0 0,-1-1 0,0 1 0,0 0 0,0-1 0,0 1 0,0-1 0,0 1 0,-1-1 0,1 0 0,-1 1 0,0-1 0,1 0 0,-1 0 0,0 0 0,0-1 0,0 1 0,-1 0 0,1-1 0,0 1 0,-1-1 0,1 0 0,-1 0 0,1 0 0,-1 0 0,1 0 0,-1 0 0,-3 0 0,-7 0 0,0 1 0,0-2 0,0 0 0,-23-2 0,29 1 0,0 1-72,1-1 1,0 0-1,-1 0 0,1 0 0,0-1 0,0 0 0,0 0 0,0 0 1,1-1-1,-1 0 0,1 0 0,-1-1 0,1 1 0,0-1 0,0 0 1,1 0-1,-1-1 0,-6-8 0,4 2-6754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8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24575,'-2'12'0,"1"5"0,1 1 0,3 0 0,1 0 0,3-1 0,-1-1 0,2-1 0,1-3 0,0 0 0,1-3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8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24575,'2'4'0,"2"5"0,-1 3 0,-1 2 0,0 1 0,-1-2-8191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8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24575,'1'9'0,"-1"-1"0,2 1 0,-1-1 0,1 1 0,0-1 0,1 0 0,0 0 0,4 9 0,5 5 0,21 30 0,-27-43 0,1 0 0,0-1 0,0 0 0,12 10 0,-17-16 0,0 0 0,1 0 0,-1 0 0,1 0 0,0-1 0,-1 1 0,1-1 0,0 1 0,0-1 0,0 0 0,0 0 0,0-1 0,0 1 0,0-1 0,0 1 0,0-1 0,0 0 0,0 0 0,6-1 0,-7 0 0,1 0 0,-1 0 0,0-1 0,0 1 0,1 0 0,-1-1 0,0 0 0,0 0 0,0 1 0,-1-1 0,1 0 0,0-1 0,-1 1 0,1 0 0,-1 0 0,0-1 0,0 1 0,0 0 0,0-1 0,0 1 0,0-1 0,0-4 0,1-4 0,0 0 0,-1-1 0,0-19 0,-1 22 0,0 1 0,1-1 0,0 1 0,1 0 0,4-16 0,-6 22 0,1 0 0,0 0 0,0 0 0,0 0 0,0 0 0,1 0 0,-1 0 0,0 1 0,1-1 0,0 0 0,2-2 0,-3 4 0,1-1 0,-1 0 0,0 1 0,1-1 0,-1 1 0,1-1 0,-1 1 0,0 0 0,1-1 0,-1 1 0,1 0 0,-1 0 0,1 0 0,-1 0 0,1 0 0,-1 1 0,1-1 0,-1 0 0,3 1 0,7 3 0,0 1 0,-1 0 0,0 0 0,1 1 0,-2 0 0,14 11 0,49 49 0,-65-59-341,0 0 0,-1 1-1,8 11 1,-8-8-6485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2:09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73 176 24575,'6'-5'0,"18"-20"0,51-39 0,-66 58 0,-2 1 0,0 1 0,11-12 0,-17 15 0,0 0 0,0 0 0,0 0 0,0 0 0,0 0 0,0 0 0,-1 0 0,1-1 0,0 1 0,-1 0 0,1-1 0,-1 1 0,1 0 0,-1-1 0,0 1 0,1-1 0,-1 1 0,0-1 0,0 1 0,0 0 0,0-1 0,-1-2 0,1 3 0,-1 0 0,1 0 0,-1 0 0,0 0 0,1 0 0,-1 0 0,0 0 0,1 0 0,-1 1 0,0-1 0,0 0 0,0 0 0,0 1 0,0-1 0,0 1 0,0-1 0,0 1 0,0-1 0,0 1 0,0 0 0,0-1 0,-3 1 0,-27-2 0,25 2 0,-10-1 0,0 1 0,-1 1 0,1 1 0,0 0 0,-17 5 0,29-6 0,1 0 0,-1 1 0,1-1 0,-1 1 0,1 0 0,0 0 0,0 0 0,0 0 0,0 1 0,0-1 0,0 1 0,-2 3 0,3-3 0,1-1 0,-1 1 0,1 0 0,-1 0 0,1 0 0,0 0 0,1 0 0,-1 0 0,0 0 0,1 0 0,-1 0 0,1 0 0,0 0 0,0 0 0,1 0 0,0 6 0,1-2 0,-1-1 0,1 1 0,1-1 0,-1 0 0,1 0 0,0 0 0,1 0 0,-1-1 0,1 1 0,0-1 0,9 9 0,5 3 0,36 27 0,-44-37 0,20 15 0,1-3 0,1 0 0,1-2 0,0-1 0,1-2 0,57 16 0,-81-27-151,0-1-1,0 0 0,1 0 0,-1-1 1,0-1-1,1 0 0,-1 0 1,18-3-1,-14-1-6674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2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9 24575,'8'-6'0,"-14"3"0,-15 4 0,7 3 0,-1 1 0,1 0 0,0 1 0,1 1 0,-1 0 0,1 1 0,1 0 0,-14 12 0,24-19 0,1 0 0,-1 1 0,1-1 0,-1 1 0,1-1 0,-1 1 0,1-1 0,0 1 0,0 0 0,0 0 0,0 0 0,0-1 0,0 1 0,0 0 0,1 0 0,-1 0 0,1 0 0,0 0 0,-1 1 0,1-1 0,0 0 0,0 0 0,0 0 0,0 0 0,1 0 0,-1 0 0,0 0 0,1 0 0,0 0 0,-1 0 0,1 0 0,0 0 0,0 0 0,0 0 0,0-1 0,0 1 0,2 2 0,5 5 0,-1-1 0,1 1 0,1-1 0,-1 0 0,13 7 0,37 25 0,-35-25 0,0 1 0,29 26 0,-51-41 0,0 1 0,1-1 0,-1 0 0,0 1 0,1-1 0,-1 1 0,0-1 0,0 1 0,-1 0 0,1-1 0,0 1 0,0 0 0,-1 0 0,1-1 0,-1 1 0,1 0 0,-1 0 0,0 0 0,0 0 0,0 0 0,0-1 0,0 1 0,0 0 0,-1 0 0,1 0 0,0 0 0,-1-1 0,0 1 0,1 0 0,-1 0 0,-1 2 0,-1-1 0,1 1 0,-1-1 0,0 0 0,0 1 0,-1-1 0,1 0 0,-1-1 0,1 1 0,-1-1 0,0 0 0,0 1 0,-5 1 0,-4 0 0,0 1 0,-1-2 0,1 0 0,-1 0 0,1-1 0,-1-1 0,0 0 0,1-1 0,-1-1 0,-26-3 0,38 3 8,0 1 0,-1-1 0,1 0 0,0 1 0,0-1 0,0 0 0,-1 0 0,1 0 0,0-1 0,0 1 0,1 0 0,-1-1 0,0 1 0,-2-3 0,3 2-91,0 1 1,0-1-1,1 0 1,-1 1-1,0-1 1,1 0-1,-1 0 1,1 0-1,-1 1 1,1-1-1,0 0 1,0 0-1,0 0 1,0 0-1,0 0 1,0 0-1,1-3 1,2-7-6744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30 24575,'-7'-4'0,"-1"-1"0,0 1 0,-1 0 0,1 1 0,-1 0 0,-12-3 0,20 6 0,-1-1 0,0 1 0,0 0 0,0 0 0,0 0 0,0 0 0,0 1 0,1-1 0,-1 0 0,0 1 0,0-1 0,0 1 0,1 0 0,-1 0 0,-2 1 0,3-1 0,-1 0 0,1 1 0,-1-1 0,1 1 0,0 0 0,0-1 0,0 1 0,0 0 0,0-1 0,0 1 0,0 0 0,1 0 0,-1 0 0,0 0 0,1 0 0,0 0 0,-1 3 0,1-1 0,0 0 0,0 1 0,0-1 0,0 0 0,1 0 0,-1 0 0,1 1 0,0-1 0,1 0 0,-1 0 0,1 0 0,1 3 0,1-1 0,0 0 0,0 0 0,0-1 0,0 0 0,1 0 0,10 9 0,-5-7 0,0 0 0,1 0 0,-1-1 0,2 0 0,-1 0 0,1-2 0,20 7 0,-26-10 0,1 1 0,-1-1 0,1 0 0,-1-1 0,1 0 0,6 0 0,-11 0 0,0 0 0,-1-1 0,1 1 0,0 0 0,-1-1 0,1 1 0,-1-1 0,1 1 0,-1-1 0,1 0 0,-1 0 0,1 0 0,-1 0 0,1 0 0,-1 0 0,0 0 0,0 0 0,0-1 0,0 1 0,0 0 0,0-1 0,0 1 0,0 0 0,0-1 0,0 0 0,-1 1 0,1-1 0,0-1 0,0-5 0,0 0 0,-1 0 0,1 0 0,-3-14 0,2-19 0,0 41 0,0 0 0,0-1 0,0 1 0,0 0 0,0 0 0,0 0 0,0-1 0,0 1 0,0 0 0,0 0 0,0 0 0,0 0 0,0-1 0,0 1 0,0 0 0,0 0 0,1 0 0,-1 0 0,0-1 0,0 1 0,0 0 0,0 0 0,0 0 0,0 0 0,1 0 0,-1-1 0,0 1 0,0 0 0,0 0 0,0 0 0,1 0 0,-1 0 0,0 0 0,0 0 0,0 0 0,0 0 0,1 0 0,-1 0 0,0 0 0,0 0 0,0 0 0,1 0 0,-1 0 0,0 0 0,0 0 0,1 0 0,9 7 0,7 14 0,32 54 55,-27-39-1475,-17-27-5406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3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24575,'14'14'0,"0"-2"0,1 0 0,0 0 0,1-2 0,1 0 0,18 9 0,-24-14 0,1 0 0,0-1 0,0 0 0,0-1 0,0-1 0,1 0 0,-1 0 0,1-1 0,0-1 0,14-1 0,-22 1 0,-1-1 0,0 0 0,1 0 0,-1 0 0,0 0 0,0-1 0,0 0 0,0 0 0,0 0 0,7-5 0,-10 6 0,1-1 0,-1 1 0,1 0 0,-1-1 0,1 0 0,-1 1 0,0-1 0,0 0 0,0 0 0,0 1 0,0-1 0,0 0 0,-1 0 0,1 0 0,-1 0 0,1 0 0,-1 0 0,0 0 0,1 0 0,-1 0 0,0-1 0,0 1 0,-1 0 0,0-3 0,1 5 0,0-2 0,-1 1 0,1-1 0,0 0 0,0 1 0,-1-1 0,1 0 0,0 1 0,0-1 0,1-2 0,-1 3 0,1 1 0,-1-1 0,1 1 0,-1-1 0,0 1 0,1-1 0,-1 1 0,1 0 0,0-1 0,-1 1 0,1 0 0,-1 0 0,1-1 0,-1 1 0,1 0 0,0 0 0,-1 0 0,1 0 0,0 0 0,-1-1 0,1 1 0,0 0 0,-1 1 0,1-1 0,-1 0 0,1 0 0,0 0 0,0 1 0,159 5 0,-154-6 6,1 1 0,0 0 0,-1 0 0,1 0 0,-1 1 0,1-1 0,-1 2 0,0-1-1,1 1 1,5 3 0,4 5-149,0 0-1,17 15 0,-9-6-855,-14-13-5827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4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210 380 24575,'-3'18'0,"-12"90"0,14-94 0,1 1 0,0-1 0,1 1 0,0-1 0,6 21 0,2-7 0,-9-27 0,1 1 0,-1-1 0,1 0 0,0 1 0,0-1 0,-1 0 0,1 0 0,0 1 0,0-1 0,0 0 0,0 0 0,1 0 0,-1 0 0,0 0 0,0-1 0,2 2 0,-2-2 0,-1 1 0,0-1 0,0 0 0,1 0 0,-1 0 0,0 0 0,0 0 0,1 0 0,-1 0 0,0 0 0,0 0 0,1 0 0,-1 0 0,0 0 0,0 0 0,1 0 0,-1-1 0,0 1 0,0 0 0,1 0 0,-1 0 0,0 0 0,0 0 0,1 0 0,-1-1 0,0 1 0,0 0 0,0 0 0,0 0 0,1 0 0,-1-1 0,0 1 0,0 0 0,0-1 0,2-10 0,-7-12 0,-7-12 0,-1 1 0,-2 0 0,-34-53 0,-6-15 0,45 81 0,2 1 0,0-2 0,-6-24 0,9 19 0,-4-31 0,8 46 0,1 0 0,0 0 0,0 1 0,1-1 0,4-15 0,-5 24 0,1 1 0,0-1 0,0 1 0,0-1 0,0 1 0,1-1 0,-1 1 0,1-1 0,-1 1 0,1 0 0,0 0 0,0 0 0,0 0 0,0 0 0,0 0 0,0 1 0,0-1 0,4-1 0,-3 2 0,1-1 0,0 1 0,-1 0 0,1 0 0,0 0 0,0 0 0,0 1 0,0 0 0,0-1 0,0 1 0,7 2 0,-6-2 0,1 1 0,-1 1 0,0-1 0,-1 1 0,1 0 0,0 0 0,0 0 0,-1 1 0,5 3 0,-6-4 0,0 0 0,-1 0 0,1 0 0,-1 1 0,1-1 0,-1 1 0,0 0 0,0 0 0,-1-1 0,1 1 0,0 0 0,-1 1 0,0-1 0,1 3 0,0 0 0,-1 1 0,0-1 0,0 0 0,-1 0 0,0 0 0,0 0 0,0 1 0,-1-1 0,0 0 0,0 0 0,-1 0 0,1 0 0,-1 0 0,-1 0 0,-3 6 0,2-4 0,-1 0 0,-1-1 0,1 0 0,-1 0 0,-1-1 0,1 0 0,-1 0 0,0 0 0,-15 9 0,-71 33-1365,65-35-5461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130 770 24575,'17'-26'0,"-2"0"0,-1-1 0,15-39 0,-25 54 0,0 0 0,-1 0 0,-1 0 0,0-1 0,-1 1 0,0-1 0,0 1 0,-2 0 0,0-1 0,0 1 0,-4-14 0,-5-7 0,-1 0 0,-2 1 0,-31-54 0,23 45 0,-82-181 0,103 221 0,-8-11 0,5 9 0,1 9 0,4 11 0,0 0 0,9 32 0,-2-11 0,3 22 0,43 183 0,-42-198 0,2 0 0,2 0 0,27 50 0,-40-89 0,-1 0 0,1 0 0,0 0 0,0-1 0,1 1 0,-1-1 0,1 0 0,1 0 0,-1-1 0,1 0 0,-1 0 0,10 5 0,-10-7 0,0 0 0,1 0 0,-1-1 0,1 1 0,-1-1 0,1 0 0,-1-1 0,1 1 0,0-1 0,0-1 0,-1 1 0,1-1 0,0 0 0,-1 0 0,10-3 0,-5 0 0,1-1 0,-1 1 0,0-2 0,-1 0 0,0 0 0,0 0 0,0-1 0,0-1 0,-1 1 0,-1-2 0,1 1 0,-1-1 0,0 0 0,-1 0 0,7-13 0,-12 19 0,12-17 0,-13 20 0,0-1 0,1 1 0,-1 0 0,0 0 0,0-1 0,1 1 0,-1 0 0,0 0 0,0 0 0,1 0 0,-1 0 0,0-1 0,1 1 0,-1 0 0,0 0 0,1 0 0,-1 0 0,0 0 0,1 0 0,-1 0 0,0 0 0,1 0 0,0 0 0,-1 1 0,1-1 0,-1 0 0,1 1 0,-1-1 0,1 1 0,-1-1 0,1 1 0,-1-1 0,0 1 0,1-1 0,-1 1 0,0-1 0,1 1 0,-1 0 0,0-1 0,1 2 0,4 15 0,5 28 0,-8-34 0,0 0 0,1 0 0,0 0 0,1 0 0,0-1 0,10 19 0,-10-23 0,0 0 0,1-1 0,8 9 0,-13-13 0,1 0 0,0 0 0,0 0 0,0 0 0,0-1 0,0 1 0,0 0 0,0-1 0,0 1 0,0 0 0,0-1 0,0 1 0,0-1 0,0 0 0,0 1 0,0-1 0,1 0 0,-1 0 0,0 0 0,0 0 0,0 0 0,0 0 0,1 0 0,-1 0 0,0 0 0,0 0 0,0-1 0,0 1 0,1 0 0,0-2 0,-1 2-65,-1-1 0,1 1 0,0-1 0,-1 0 0,1 0 0,-1 1 0,1-1 0,-1 0 0,0 0 0,1 1 0,-1-1 0,0 0 0,0 0 0,1 0 0,-1 0 0,0 0 0,0 1 0,0-1 0,0 0 0,0-1 0,-1-9-6761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24575,'5'-5'0,"2"1"0,-1 3 0,-1 5 0,-4 4 0,-2 3 0,-1-1-8191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15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24575,'221'214'0,"-220"-213"0,-1 0 0,1-1 0,0 1 0,-1 0 0,1-1 0,0 1 0,0 0 0,0-1 0,0 1 0,-1-1 0,1 1 0,0-1 0,0 0 0,0 1 0,0-1 0,0 0 0,0 0 0,0 1 0,2-1 0,-3 0 0,1-1 0,0 1 0,-1 0 0,1 0 0,0-1 0,0 1 0,-1-1 0,1 1 0,-1 0 0,1-1 0,0 1 0,-1-1 0,1 0 0,-1 1 0,1-1 0,-1 1 0,0-1 0,1 0 0,0-1 0,0-2 0,1 0 0,-1 0 0,1-1 0,-1 1 0,-1-1 0,1 1 0,0-6 0,-2-41 0,1-14 0,0 64 0,0 0 0,0 0 0,0 0 0,0-1 0,0 1 0,1 0 0,-1 0 0,0 0 0,1 0 0,-1 0 0,0 0 0,1 0 0,-1 0 0,1 0 0,0 0 0,-1 1 0,1-1 0,0 0 0,-1 0 0,1 0 0,0 1 0,0-1 0,1-1 0,0 2 0,-1 0 0,1-1 0,-1 1 0,0 0 0,1 0 0,-1 0 0,0 0 0,1 0 0,-1 0 0,1 1 0,-1-1 0,0 0 0,1 1 0,-1-1 0,3 2 0,4 3 0,0-1 0,0 2 0,0-1 0,7 8 0,13 11 0,-12-8 0,1-2 0,1 0 0,22 12 0,-11-7-66,-23-15-52,1 1 0,-1-1 0,1 0 0,-1-1 0,1 0-1,0 0 1,0 0 0,0-1 0,1 0 0,10 1 0,-6-3-6708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3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263 117 24575,'-3'-6'0,"0"-1"0,0 1 0,-1 0 0,0 1 0,0-1 0,0 1 0,0-1 0,-1 1 0,0 1 0,0-1 0,-1 1 0,1-1 0,-1 2 0,0-1 0,-11-5 0,5 4 0,0 0 0,0 0 0,0 1 0,0 1 0,-1 0 0,0 1 0,-21-1 0,32 2 0,-1 1 0,1 0 0,-1 0 0,1 1 0,0-1 0,-1 0 0,1 1 0,-1 0 0,1-1 0,0 1 0,-1 0 0,1 0 0,0 0 0,0 1 0,0-1 0,-4 3 0,4-2 0,1 1 0,-1-1 0,1 0 0,-1 0 0,1 1 0,0-1 0,0 1 0,0-1 0,0 1 0,0 0 0,1-1 0,-1 1 0,1 0 0,-1-1 0,1 4 0,0-1 0,0-1 0,0 0 0,1 0 0,-1 1 0,1-1 0,0 0 0,0 0 0,0 0 0,1 0 0,-1 0 0,1 0 0,0 0 0,5 6 0,-3-5 0,0 0 0,0-1 0,0 1 0,1-1 0,0 0 0,0-1 0,0 1 0,11 5 0,-6-4 0,1-1 0,0 0 0,0-1 0,1 0 0,-1 0 0,1-1 0,-1-1 0,1 0 0,22-1 0,-32 0 0,0 0 0,1-1 0,-1 1 0,1-1 0,-1 1 0,1-1 0,-1 0 0,0 0 0,0 0 0,1 0 0,-1 0 0,0 0 0,0-1 0,0 1 0,0-1 0,0 1 0,-1-1 0,1 0 0,0 0 0,-1 0 0,1 0 0,-1 0 0,0 0 0,1 0 0,-1 0 0,0-1 0,-1 1 0,2-4 0,0-5 0,0 1 0,-1-1 0,0 1 0,-1-1 0,-2-13 0,2 15 0,1-2 0,3 15 0,7 23 0,-9-20 0,44 91 0,89 142 0,-61-114 0,-69-117 0,-1-1 0,0 1 0,0 0 0,-1 0 0,4 17 0,-6-24 0,-1 0 0,0 0 0,0 0 0,0 0 0,0 0 0,0 0 0,0 0 0,0 0 0,-1 0 0,1 0 0,-1 0 0,0 0 0,1 0 0,-3 3 0,2-4 0,0 0 0,0 0 0,0 0 0,-1 1 0,1-1 0,0 0 0,-1-1 0,1 1 0,-1 0 0,1 0 0,-1-1 0,0 1 0,1-1 0,-1 1 0,0-1 0,1 1 0,-1-1 0,0 0 0,1 0 0,-3 0 0,-4-1 0,0 1 0,0-1 0,0-1 0,1 0 0,-1 0 0,0 0 0,1-1 0,0 0 0,0 0 0,-11-7 0,3 0 0,0 0 0,0-2 0,-18-18 0,24 22 0,2 0 0,-1-1 0,1 0 0,1-1 0,-12-19 0,17 26 0,0 0 0,0 0 0,0 0 0,0 0 0,0-1 0,1 1 0,-1 0 0,1 0 0,0-1 0,0 1 0,0-4 0,1 5 0,-1-1 0,1 1 0,0 0 0,0 0 0,-1 0 0,1 0 0,1 1 0,-1-1 0,0 0 0,0 0 0,1 1 0,-1-1 0,1 0 0,-1 1 0,1 0 0,0-1 0,-1 1 0,5-2 0,2-1-136,0 0-1,1 1 1,0 0-1,0 1 1,0 0-1,0 0 1,0 1-1,0 0 0,14 0 1,-10 1-6690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5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15 24575,'-30'0'0,"1"-1"0,-43-7 0,64 6 0,-1 1 0,1-1 0,-1 2 0,1-1 0,-1 1 0,0 1 0,1-1 0,-1 2 0,1-1 0,-1 1 0,-16 6 0,16-4 0,4-3 0,-1 1 0,1 1 0,0-1 0,0 1 0,0-1 0,0 1 0,1 1 0,-1-1 0,1 1 0,0 0 0,-7 7 0,6-3 0,-3 2 0,1 0 0,0 0 0,1 0 0,0 1 0,-6 17 0,3-1 0,-8 48 0,15-64 0,1 1 0,1-1 0,0 1 0,0-1 0,1 1 0,1-1 0,2 13 0,0-8 0,1 0 0,0 0 0,11 22 0,-14-33 0,1 0 0,0-1 0,0 1 0,0-1 0,1 1 0,0-1 0,-1 0 0,1 0 0,1-1 0,-1 1 0,1-1 0,-1 0 0,1 0 0,6 2 0,2 0 0,1-1 0,-1 0 0,1-1 0,-1-1 0,27 2 0,70-7 0,-94 2 0,1-2 0,-1 0 0,0-1 0,21-8 0,-36 12-76,1-1 1,0 1-1,-1-1 0,1 0 0,0 0 0,-1 0 0,1 0 0,-1 0 1,0 0-1,1-1 0,-1 1 0,0 0 0,0-1 0,0 1 1,0-1-1,0 1 0,2-3 0,0-6-6750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5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24575,'0'-11'0,"0"5"0,0 13 0,1 20 0,2-1 0,9 42 0,0 0 0,-11-65 0,3 30 0,2 0 0,14 50 0,-12-69 0,-6-15 0,-5-10 0,-21-56-1365,18 51-5461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6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455 45 24575,'-2'0'0,"-67"-32"0,60 29 0,-1 1 0,1-1 0,-1 2 0,1-1 0,-19 0 0,-246 4 0,248 1-1365,17 0-5461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6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2 24575,'8'2'0,"-7"-1"0,1-1 0,-1 1 0,1 0 0,0-1 0,-1 0 0,1 1 0,0-1 0,0 0 0,-1 0 0,1 0 0,0 0 0,0 0 0,1-1 0,-19-2 0,-30 0 0,-73 4 0,26 13 0,66-8 0,-1-2 0,-31 1 0,28-4 0,10 0 0,1-1 0,-1 0 0,-23-5 0,40 4-151,0 1-1,0-1 0,0-1 0,1 1 1,-1 0-1,0-1 0,1 0 1,-4-2-1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7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311 223 24575,'1'-3'0,"0"0"0,-1 1 0,0-1 0,1 0 0,-1 1 0,0-1 0,0 0 0,-1 1 0,1-1 0,0 0 0,-1 1 0,0-1 0,0 1 0,1-1 0,-2 1 0,1-1 0,0 1 0,0-1 0,-1 1 0,1 0 0,-1 0 0,0 0 0,1 0 0,-1 0 0,0 0 0,-3-2 0,-6-4 0,0 0 0,0 1 0,-23-12 0,30 17 0,-14-7 0,-160-88 0,177 97 0,0-1 0,0 0 0,0 1 0,0-1 0,0 1 0,0 0 0,0-1 0,-1 1 0,1 0 0,0-1 0,-2 1 0,2 0 0,1 0 0,0 0 0,0 0 0,-1 0 0,1 0 0,0 1 0,0-1 0,-1 0 0,1 0 0,0 0 0,0 0 0,0 0 0,-1 1 0,1-1 0,0 0 0,0 0 0,0 0 0,0 0 0,-1 1 0,1-1 0,0 0 0,0 0 0,0 1 0,0-1 0,0 0 0,0 0 0,-1 1 0,1-1 0,0 0 0,0 0 0,0 1 0,0 1 0,1 0 0,-1 0 0,0 0 0,1 0 0,-1-1 0,1 1 0,-1 0 0,1 0 0,0 0 0,0-1 0,0 1 0,2 2 0,5 7 0,0-1 0,1-1 0,0 0 0,20 15 0,47 28 0,-6-5 0,-26-18 0,-33-23 0,-1 0 0,-1 0 0,1 1 0,-1 1 0,0 0 0,8 9 0,-16-16 0,0 0 0,0 0 0,-1 0 0,1-1 0,0 1 0,-1 0 0,1 0 0,-1 1 0,1-1 0,-1 0 0,0 0 0,1 0 0,-1 0 0,0 0 0,0 0 0,0 0 0,0 1 0,0-1 0,0 0 0,0 0 0,0 0 0,0 0 0,-1 2 0,1-2 0,-1 0 0,0 1 0,0-1 0,0 0 0,0 0 0,0 0 0,0 0 0,0 0 0,-1 0 0,1 0 0,0 0 0,0 0 0,-1-1 0,1 1 0,-2 0 0,-6 2 0,0 0 0,0-1 0,0 0 0,-14 1 0,18-3 0,-14 1 0,-1 1 0,1 1 0,1 1 0,-1 0 0,-22 9 0,20 0-1365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117 104 24575,'-2'2'0,"1"0"0,0 0 0,-1 0 0,1 0 0,0 0 0,0 0 0,0 1 0,0-1 0,1 0 0,-1 1 0,1-1 0,-1 4 0,-1 32 0,2-26 0,1 4 0,0-1 0,0 1 0,2 0 0,0-1 0,0 0 0,10 22 0,1-2 0,29 51 0,-41-82 0,5 7 0,-1 1 0,-1-1 0,7 21 0,-14-37 0,0 1 0,-1 0 0,0 0 0,1 1 0,-5-4 0,-2-5 0,-112-168 0,106 154 0,2 0 0,-12-32 0,22 51 0,0-1 0,1 1 0,0-1 0,1 1 0,0-1 0,0 0 0,0 0 0,1 0 0,0 1 0,1-1 0,0 0 0,0 0 0,3-10 0,-3 15 0,0 0 0,1-1 0,-1 1 0,1 0 0,0 0 0,0 0 0,0 0 0,0 0 0,1 1 0,-1-1 0,1 1 0,0-1 0,0 1 0,-1 0 0,6-3 0,-3 3 0,0 0 0,1 0 0,-1 0 0,0 1 0,1 0 0,-1 0 0,1 0 0,-1 0 0,8 1 0,-1 1 0,0 0 0,-1 1 0,1 0 0,0 0 0,-1 2 0,1-1 0,-1 1 0,19 10 0,-15-4 0,0 0 0,0 0 0,-1 2 0,0-1 0,-1 2 0,0 0 0,-1 0 0,-1 1 0,15 24 0,-20-28 0,0 1 0,0 0 0,-1 0 0,-1 0 0,0 1 0,0-1 0,-1 1 0,-1 0 0,0 0 0,0 0 0,-1 1 0,-1-1 0,0 0 0,-1 0 0,-2 13 0,1-17 0,0 0 0,-1 0 0,0 0 0,0 0 0,-1 0 0,0-1 0,-1 0 0,0 0 0,0 0 0,0-1 0,-1 1 0,1-1 0,-2 0 0,1-1 0,-9 7 0,6-6 0,0-1 0,0 0 0,0 0 0,0-1 0,-1 0 0,0 0 0,0-1 0,0 0 0,0-1 0,0-1 0,-21 2 0,17-3-111,6 0-140,0 0 0,-1 0 1,1-1-1,-15-2 0,14-1-6575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9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24575,'-2'5'0,"1"0"0,-1 0 0,1 0 0,0 0 0,0 0 0,0 0 0,1 0 0,0 1 0,0-1 0,0 0 0,1 0 0,-1 0 0,1 1 0,2 5 0,3 9 0,2 0 0,10 22 0,-13-30 0,82 168 0,-87-179-5,1 0 0,-1 0-1,1-1 1,-1 1-1,1 0 1,-1 0 0,0 0-1,1 0 1,-1 0 0,0 0-1,0 0 1,0 0 0,0 0-1,0 1 1,0-2 11,0 0 1,0 1-1,-1-1 1,1 0-1,0 0 1,0 0-1,-1 0 0,1 0 1,0 0-1,-1 0 1,1 0-1,0 0 1,0 0-1,-1 0 1,1 0-1,0 0 1,0 0-1,-1 0 1,1 0-1,0 0 0,0-1 1,-1 1-1,1 0 1,0 0-1,0 0 1,-1 0-1,1 0 1,0-1-1,0 1 1,-1 0-1,-3-3-303,0 0 0,0 0 0,1-1 0,-5-4 0,-1-3-6529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29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15 24575,'-10'-3'0,"0"0"0,0 0 0,0 1 0,0 1 0,0-1 0,0 2 0,-1-1 0,-10 2 0,3-1 0,-348 0 0,334 3-1365,5 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5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61 24575,'4'0'0,"-1"-1"0,1 1 0,-1 0 0,1-1 0,-1 0 0,4-1 0,-6 2 0,-1-1 0,1 1 0,-1 0 0,1 0 0,-1 0 0,0-1 0,1 1 0,-1 0 0,0 0 0,1-1 0,-1 1 0,0 0 0,1-1 0,-1 1 0,0-1 0,1 1 0,-1 0 0,0-1 0,0 1 0,0-1 0,1 0 0,-1 1 0,0-1 0,-1 0 0,1 1 0,0-1 0,0 0 0,0 1 0,-1-1 0,1 1 0,0-1 0,-1 0 0,1 1 0,0-1 0,-1 1 0,1-1 0,-1 1 0,1-1 0,-1 1 0,1 0 0,-1-1 0,0 0 0,-7-3 0,0-1 0,-1 1 0,1 0 0,-1 1 0,0 0 0,-16-3 0,16 4 0,0 1 0,0-1 0,0 1 0,0 1 0,0 0 0,0 0 0,-13 2 0,16 0 0,0-1 0,0 1 0,1-1 0,-1 1 0,1 1 0,0-1 0,-1 1 0,1 0 0,0 0 0,1 1 0,-1 0 0,-5 5 0,5-4 0,1 0 0,0 1 0,0-1 0,1 1 0,-1 0 0,1 0 0,1 0 0,-1 0 0,1 0 0,0 1 0,-1 7 0,2-10 0,0 0 0,1 1 0,-1-1 0,1 0 0,0 1 0,1-1 0,-1 0 0,1 1 0,-1-1 0,1 0 0,1 0 0,-1 1 0,1-1 0,-1 0 0,1 0 0,0-1 0,1 1 0,2 4 0,-2-5 0,1 1 0,0-1 0,0 0 0,0 0 0,0 0 0,0-1 0,1 0 0,8 4 0,-2-2 0,-1-1 0,22 4 0,-28-6 0,0-1 0,1 1 0,-1-1 0,0 0 0,1 0 0,-1-1 0,0 1 0,1-1 0,-1 0 0,0 0 0,0 0 0,0-1 0,0 0 0,0 1 0,0-1 0,0-1 0,-1 1 0,1-1 0,-1 1 0,0-1 0,1 0 0,-1 0 0,0 0 0,-1 0 0,1-1 0,-1 1 0,1-1 0,-1 0 0,0 0 0,0 0 0,-1 0 0,1 0 0,-1 0 0,0 0 0,1-6 0,-2-4 0,-1 12 0,1-1 0,0 1 0,0-1 0,0 1 0,0-1 0,0 1 0,1-1 0,-1 1 0,1-1 0,0-2 0,0 5 0,-1 0 0,0 0 0,0 0 0,0 0 0,0 0 0,0 0 0,1 0 0,-1 0 0,0 0 0,0 0 0,0 0 0,0 0 0,0 0 0,0 0 0,1 0 0,-1 0 0,0 0 0,0 0 0,0 0 0,0 0 0,0 0 0,0 0 0,1 0 0,-1 0 0,0 1 0,0-1 0,0 0 0,0 0 0,0 0 0,0 0 0,0 0 0,1 0 0,-1 0 0,0 0 0,0 1 0,0-1 0,0 0 0,0 0 0,0 0 0,0 0 0,0 0 0,0 0 0,0 1 0,0-1 0,0 0 0,0 0 0,0 0 0,0 0 0,0 1 0,3 8 0,-3-8 0,36 95 0,-8-22 0,-2-7 0,5 15 0,-6-7 0,19 76 0,-53-181-405,-2 1 0,-18-35-1,28 61 257,-8-16-6677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5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8 24575,'-4'-8'0,"5"12"0,8 13 0,41 56 0,-41-62 0,0-1 0,0 0 0,1-1 0,16 14 0,-23-21 0,0 0 0,0-1 0,0 1 0,0 0 0,0-1 0,0 0 0,0 0 0,0 0 0,1 0 0,-1 0 0,0-1 0,1 1 0,-1-1 0,7 0 0,-8-1 0,1 1 0,-1-1 0,1 0 0,-1 0 0,1 0 0,-1 0 0,0 0 0,0 0 0,1-1 0,-1 1 0,0-1 0,0 1 0,-1-1 0,1 0 0,0 0 0,0 0 0,-1 0 0,1 0 0,-1 0 0,2-3 0,-1 0 0,0 0 0,0 0 0,0 0 0,0-1 0,-1 1 0,0 0 0,0 0 0,0-1 0,-1-9 0,0 1 0,-2-1 0,-3-17 0,4 31 0,1 1 0,0 0 0,0 0 0,0 0 0,0 0 0,0 0 0,0-1 0,0 1 0,0 0 0,0 0 0,-1 0 0,1-1 0,0 1 0,0 0 0,0 0 0,0 0 0,0-1 0,0 1 0,0 0 0,0 0 0,0 0 0,0-1 0,0 1 0,1 0 0,-1 0 0,0 0 0,0 0 0,0-1 0,0 1 0,0 0 0,0 0 0,0 0 0,0 0 0,0-1 0,1 1 0,-1 0 0,0 0 0,0 0 0,0 0 0,0 0 0,1 0 0,-1-1 0,0 1 0,0 0 0,0 0 0,0 0 0,1 0 0,-1 0 0,0 0 0,11 7 0,10 15 0,-9-7 0,5 7 0,0-1 0,2-1 0,0-1 0,30 22 0,-45-38-195,1 0 0,-1-1 0,1 1 0,0-1 0,-1-1 0,12 4 0,-4-3-6631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6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60 24575,'-21'-12'0,"-41"-16"0,50 24 0,0 0 0,0 1 0,0 0 0,0 1 0,-18-1 0,28 3 0,0 0 0,0 0 0,0 0 0,0 0 0,0 1 0,0-1 0,-1 1 0,2-1 0,-1 1 0,0 0 0,0 0 0,0 0 0,0 0 0,0 0 0,1 0 0,-1 0 0,0 1 0,-1 1 0,1 0 0,0-1 0,0 1 0,0 0 0,0 0 0,1 0 0,-1 1 0,1-1 0,0 0 0,0 0 0,-1 5 0,1 1 0,0-1 0,0 1 0,1 0 0,0 0 0,1 0 0,-1-1 0,5 18 0,-2-17 0,1 1 0,0-1 0,0 0 0,0-1 0,1 1 0,1-1 0,-1 0 0,1 0 0,10 9 0,-12-12 0,1-1 0,0 1 0,0-1 0,0 0 0,0-1 0,0 1 0,1-1 0,0-1 0,0 1 0,-1-1 0,1 1 0,1-2 0,-1 1 0,0-1 0,10 1 0,-14-2 0,1 0 0,0 0 0,-1 0 0,1 0 0,0-1 0,-1 1 0,1-1 0,0 0 0,-1 0 0,1 0 0,-1 0 0,1 0 0,-1-1 0,0 1 0,0-1 0,0 1 0,1-1 0,-1 0 0,-1 0 0,1 0 0,0 0 0,0 0 0,-1 0 0,1 0 0,-1-1 0,0 1 0,0-1 0,0 1 0,0-1 0,0 1 0,0-1 0,-1 0 0,1-2 0,0-2 0,0-1 0,0 0 0,-1 1 0,0-1 0,-1 0 0,0 1 0,0-1 0,0 1 0,-1-1 0,-5-11 0,2 6 0,-1 1 0,-1 0 0,-8-12 0,27 50 0,5-2 0,2-1 0,42 41 0,-1-3 0,-47-50 120,-13-11-154,0 0 0,1 0 1,-1 0-1,0 0 0,1 0 0,-1 0 1,0 0-1,1 0 0,-1 0 0,0 0 1,1 0-1,-1 0 0,0 0 0,1 0 1,-1 0-1,0 0 0,1 0 0,-1 0 1,0 0-1,0-1 0,1 1 0,-1 0 1,0 0-1,1 0 0,-1-1 0,0 1 1,0 0-1,1 0 0,-1 0 0,0-1 1,0 1-1,0 0 0,1-1 0,-1 1 1,0 0-1,0-1 0,0 1 0,0 0 1,0 0-1,0-1 0,1 1 0,-1 0 1,0-1-1,2-7-6792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6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24575,'1'3'0,"0"-1"0,0 0 0,0 1 0,0-1 0,0 0 0,1 0 0,-1 0 0,1 0 0,-1 0 0,3 2 0,0 1 0,83 94 0,-79-89 0,0 0 0,0-1 0,1 0 0,19 14 0,-28-22 0,1-1 0,-1 0 0,1 1 0,0-1 0,-1 0 0,1 1 0,0-1 0,-1 0 0,1 0 0,0 1 0,-1-1 0,1 0 0,0 0 0,0 0 0,-1 0 0,1 0 0,0 0 0,-1 0 0,1 0 0,0 0 0,0 0 0,-1-1 0,1 1 0,0 0 0,-1 0 0,2-1 0,-1 0 0,0 0 0,0 0 0,0 0 0,0 0 0,-1 0 0,1 0 0,0 0 0,0-1 0,-1 1 0,1 0 0,-1 0 0,1-3 0,1-3 0,0 0 0,-1 0 0,0 0 0,0-8 0,-2-88 0,1 102 0,0 0 0,0-1 0,0 1 0,0 0 0,0 0 0,0 0 0,1-1 0,-1 1 0,0 0 0,1 0 0,-1 0 0,1 0 0,-1 0 0,1 0 0,-1-1 0,1 1 0,0 1 0,0-1 0,-1 0 0,1 0 0,0 0 0,0 0 0,0 0 0,0 1 0,0-1 0,0 1 0,0-1 0,0 0 0,0 1 0,0 0 0,1-1 0,-1 1 0,0 0 0,0-1 0,0 1 0,1 0 0,-1 0 0,0 0 0,0 0 0,0 0 0,1 0 0,-1 1 0,2-1 0,3 2 0,-1-1 0,1 1 0,0 1 0,-1-1 0,1 1 0,-1 0 0,7 5 0,146 108 0,-157-115-41,3 2-106,1 0 0,-1 1 0,0-1 0,0 1 0,0 0-1,0 1 1,-1-1 0,3 5 0,-2 0-6679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7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24575,'58'137'0,"103"174"0,-158-306 0,13 27 0,-15-31 0,-1 0 0,1 0 0,-1 1 0,0-1 0,1 0 0,-1 0 0,0 1 0,1-1 0,-1 0 0,0 1 0,0-1 0,0 0 0,0 1 0,-1-1 0,1 0 0,0 0 0,0 1 0,-1-1 0,1 0 0,-2 3 0,2-4 3,-1 0 0,1 1-1,-1-1 1,1 0 0,0 1-1,-1-1 1,1 0-1,-1 1 1,0-1 0,1 0-1,-1 0 1,1 0 0,-1 0-1,1 0 1,-1 0 0,1 1-1,-1-1 1,0 0 0,1-1-1,-1 1 1,1 0 0,-1 0-1,1 0 1,-1 0 0,-15-6-714,13 5-10,-9-5-6105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7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24575,'92'26'0,"129"30"0,-210-54 0,0-1 0,0 0 0,0-1 0,0-1 0,1 0 0,-1 0 0,-1-1 0,1 0 0,15-6 0,-5 0 0,-1 0 0,0-2 0,33-21 0,-48 27 0,0 1 0,0 0 0,-1 0 0,1 0 0,10-3 0,-14 6 0,0 0 0,1-1 0,-1 1 0,0 0 0,1 0 0,-1 0 0,0 0 0,1 0 0,-1 0 0,0 0 0,1 0 0,-1 0 0,0 1 0,0-1 0,1 1 0,-1-1 0,0 1 0,0-1 0,0 1 0,1 0 0,-1-1 0,0 1 0,0 0 0,0 0 0,1 1 0,9 12 0,0 1 0,13 22 0,-3-3 0,-9-17-341,1-1 0,0 0-1,26 22 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7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24575,'7'-13'0,"3"-1"0,-1 5 0,-1 5 0,0 9 0,-2 8 0,-1 5 0,-2 1 0,-1-2-8191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8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24575,'10'-3'0,"0"0"0,0 0 0,1 1 0,-1 0 0,1 0 0,-1 2 0,1-1 0,-1 1 0,1 1 0,0 0 0,-1 0 0,1 1 0,-1 0 0,0 1 0,1 0 0,-1 1 0,-1 0 0,1 0 0,-1 1 0,1 1 0,-1-1 0,-1 1 0,1 1 0,11 11 0,-9-8 0,0 1 0,-1 0 0,0 0 0,-1 1 0,11 18 0,-17-26 0,-1 1 0,0-1 0,0 0 0,-1 1 0,1-1 0,-1 1 0,0-1 0,0 1 0,-1 0 0,1-1 0,-1 1 0,0 0 0,-1 0 0,1-1 0,-1 1 0,1 0 0,-2-1 0,1 1 0,0-1 0,-1 1 0,-2 5 0,-4 2 0,0 1 0,-10 11 0,11-14 0,-1 0 0,2 0 0,-10 17 0,15-24 0,0-1 0,0 0 0,0 1 0,1-1 0,-1 0 0,1 1 0,-1-1 0,1 1 0,0-1 0,0 1 0,0-1 0,0 1 0,0-1 0,0 1 0,1-1 0,-1 1 0,1-1 0,0 0 0,0 1 0,0-1 0,0 0 0,2 4 0,0-3 0,-1 0 0,1 0 0,0-1 0,0 1 0,0-1 0,0 0 0,1 0 0,-1 0 0,0 0 0,1 0 0,-1-1 0,1 0 0,0 0 0,4 1 0,9 3 0,45 8 0,-55-12 0,1 0 0,-1-1 0,0 0 0,1 0 0,-1 0 0,9-3 0,-14 3-52,-1 0-1,1-1 1,-1 1-1,1 0 1,-1-1-1,1 0 1,-1 1-1,0-1 1,1 0-1,-1 0 1,0 0-1,1 0 1,-1 0-1,0 0 1,0 0-1,0 0 1,0-1-1,0 1 1,0 0-1,0-1 1,-1 1-1,1 0 0,0-1 1,-1 1-1,1-3 1,1-7-6774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8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24575,'25'-10'0,"10"-5"0,4-1 0,-1 3 0,-4 3 0,-1 4 0,-2 2 0,-2 3 0,-3 1 0,0 0 0,-1 3 0,1 1 0,1 2 0,0 0 0,1 2 0,1 1 0,0 0 0,-5-2-8191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9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28 24575,'-8'-4'0,"1"0"0,0 0 0,-1 1 0,1 0 0,-1 1 0,0 0 0,0 0 0,0 1 0,-10-1 0,14 2 0,-1 0 0,1 0 0,0 1 0,0-1 0,-1 1 0,1 0 0,0 0 0,0 1 0,0-1 0,0 1 0,0 0 0,0 0 0,0 0 0,1 1 0,-1-1 0,1 1 0,0 0 0,-6 6 0,-8 9 0,-19 25 0,35-42 0,0 0 0,1 0 0,-1 0 0,1 0 0,-1 1 0,1-1 0,-1 0 0,1 0 0,0 0 0,0 0 0,-1 0 0,1 1 0,0-1 0,0 0 0,0 0 0,0 0 0,0 1 0,1-1 0,-1 0 0,0 0 0,1 2 0,0-1 0,0 1 0,1-1 0,-1 1 0,1-1 0,0 0 0,-1 0 0,1 1 0,4 2 0,2 1 0,0 1 0,0-2 0,1 1 0,9 4 0,-5-4 0,43 20 0,-50-24 0,1 0 0,-1 0 0,0 0 0,0-1 0,1 0 0,-1 0 0,8 0 0,-11-2 0,-1 1 0,0 0 0,1-1 0,-1 1 0,0-1 0,1 1 0,-1-1 0,0 0 0,0 0 0,0 0 0,1-1 0,-1 1 0,0 0 0,-1-1 0,1 1 0,0-1 0,0 0 0,-1 1 0,1-1 0,-1 0 0,1 0 0,-1 0 0,0 0 0,0 0 0,0-1 0,0 1 0,0 0 0,0 0 0,0-3 0,0-2 0,0 1 0,0-1 0,0 0 0,-1 1 0,0-1 0,0 0 0,-1 1 0,0-1 0,-2-8 0,11 22 0,11 13 0,0 1 0,51 40-1365,-55-48-5461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9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24575,'64'163'0,"74"161"0,-128-307 0,-2 1 0,9 25 0,-17-42 0,1 0 0,-1 0 0,0 0 0,0 0 0,1 0 0,-1 0 0,0 0 0,0 0 0,0 0 0,0 0 0,0 0 0,0 0 0,-1 0 0,1 1 0,0-1 0,0 0 0,-1 1 0,0-2 0,1 1 0,0-1 0,-1 0 0,1 1 0,-1-1 0,1 0 0,-1 1 0,1-1 0,-1 0 0,1 1 0,-1-1 0,1 0 0,-1 0 0,0 0 0,1 1 0,-1-1 0,1 0 0,-1 0 0,1 0 0,-1 0 0,0 0 0,0 0 0,-2-1 0,-1 1 0,1-1 0,0 0 0,-1 0 0,1 0 0,0-1 0,0 1 0,-5-4 0,-6-4-1365,0 1-5461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39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24575,'30'10'0,"162"46"0,-176-52 0,1-2 0,-1 0 0,1-1 0,-1-1 0,0 0 0,1-1 0,-1-1 0,0-1 0,1 0 0,-1-1 0,-1-1 0,1 0 0,-1-1 0,0-1 0,0 0 0,0-1 0,13-10 0,-24 15 0,19-11 0,-22 14 0,-1 0 0,0-1 0,1 1 0,-1 0 0,0 0 0,1 0 0,-1 0 0,0 0 0,1-1 0,-1 1 0,1 0 0,-1 0 0,0 0 0,1 0 0,-1 0 0,1 0 0,-1 0 0,0 0 0,1 1 0,-1-1 0,0 0 0,1 0 0,-1 0 0,1 0 0,-1 0 0,0 1 0,1-1 0,-1 0 0,0 0 0,0 0 0,1 1 0,-1-1 0,0 0 0,1 1 0,-1-1 0,0 0 0,0 0 0,0 1 0,1-1 0,-1 1 0,0-1 0,0 0 0,0 1 0,0-1 0,0 0 0,0 1 0,0-1 0,1 1 0,-1-1 0,0 0 0,0 1 0,-1-1 0,1 0 0,0 1 0,0-1 0,0 1 0,0-1 0,0 1 0,-5 30 0,3-21 0,0-1 0,1 1 0,0 16 0,1-23 0,0 0 0,1 0 0,-1-1 0,1 1 0,0 0 0,-1 0 0,1-1 0,1 1 0,-1 0 0,0-1 0,1 1 0,-1-1 0,1 0 0,-1 1 0,1-1 0,0 0 0,3 2 0,-4-3-91,0 0 0,0-1 0,-1 1 0,1 0 0,0-1 0,0 1 0,0-1 0,0 0 0,1 1 0,-1-1 0,0 0 0,0 1 0,0-1 0,2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0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24575,'2'0'0,"2"2"0,-1 4 0,-1 3 0,3 2 0,-1 4 0,0 3 0,-2 0 0,3-1 0,-1-2-8191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0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250 130 24575,'0'0'0,"0"0"0,0 0 0,0 0 0,1 0 0,-1 0 0,0 0 0,0 0 0,1 0 0,-1 0 0,0 0 0,0 0 0,1 0 0,-1 0 0,0 0 0,0 0 0,0 0 0,1 1 0,-1-1 0,0 0 0,0 0 0,0 0 0,1 0 0,-1 0 0,0 1 0,0-1 0,0 0 0,0 0 0,1 0 0,-1 0 0,0 1 0,0-1 0,0 0 0,-4 8 0,-16 12 0,14-15 0,-6 8 0,0 0 0,-15 25 0,10-14 0,16-22 0,0 0 0,-1 0 0,1 0 0,-1-1 0,0 1 0,0 0 0,1-1 0,-1 0 0,0 1 0,0-1 0,0 0 0,0 0 0,0 0 0,-1 0 0,1 0 0,0 0 0,0-1 0,-1 1 0,1-1 0,0 0 0,-1 0 0,1 0 0,-4 0 0,3 0 0,0-1 0,0 0 0,0 0 0,1 0 0,-1 0 0,0-1 0,0 1 0,1-1 0,-1 1 0,1-1 0,-1 0 0,1 0 0,0 0 0,0 0 0,0-1 0,0 1 0,-3-6 0,-5-10 0,0 0 0,2-1 0,-8-27 0,12 35 0,1-1 0,-3-21 0,5 27 0,1 0 0,0 1 0,0-1 0,0 0 0,0 0 0,1 1 0,0-1 0,2-6 0,-2 11 0,-1-1 0,1 0 0,0 1 0,0-1 0,0 0 0,0 1 0,0-1 0,0 1 0,0 0 0,0-1 0,1 1 0,-1 0 0,0 0 0,1 0 0,-1 0 0,1 0 0,0 0 0,-1 0 0,3-1 0,0 1 0,-1 1 0,0-1 0,0 1 0,0 0 0,0 0 0,1 0 0,-1 0 0,0 0 0,0 1 0,4 0 0,5 3 0,-1 0 0,0 0 0,0 1 0,19 12 0,-14-7-1365,-2 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1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44 24575,'-1'-4'0,"3"4"0,8 6 0,17 17 0,-23-21 0,6 7 0,0-1 0,1 0 0,0 0 0,0-2 0,24 11 0,-32-15 0,0-1 0,1 0 0,0 1 0,-1-2 0,1 1 0,0 0 0,-1-1 0,1 0 0,0 1 0,0-2 0,-1 1 0,1 0 0,0-1 0,0 1 0,-1-1 0,1 0 0,0-1 0,-1 1 0,0 0 0,1-1 0,-1 0 0,0 0 0,1 0 0,-1 0 0,4-4 0,-3 1 0,-1 1 0,0-1 0,1 0 0,-2 0 0,1 0 0,0-1 0,-1 1 0,2-8 0,-2 7 0,0-1 0,1 1 0,0-1 0,1 1 0,3-6 0,-6 11 0,0-1 0,0 1 0,0 0 0,0 0 0,1 0 0,-1 0 0,0 0 0,1 0 0,-1 0 0,0 1 0,1-1 0,-1 0 0,1 1 0,-1-1 0,1 1 0,-1 0 0,1-1 0,1 1 0,0 0 0,0 0 0,0 0 0,0 1 0,0-1 0,0 1 0,0 0 0,0 0 0,-1 0 0,4 1 0,3 3 0,1 0 0,-2 1 0,1 0 0,10 9 0,-2 0-682,25 29-1,-27-26-6143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2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11 24575,'-19'-1'0,"-1"0"0,-27-6 0,42 6 0,0 1 0,-1 0 0,1-1 0,-1 2 0,1-1 0,-1 1 0,1 0 0,-1 0 0,1 0 0,0 1 0,0 0 0,-1 0 0,1 0 0,1 1 0,-1-1 0,0 1 0,1 0 0,-1 1 0,1-1 0,0 1 0,0 0 0,0 0 0,1 0 0,-1 0 0,1 1 0,0-1 0,0 1 0,1 0 0,-1 0 0,1 0 0,0 0 0,1 1 0,-1-1 0,1 0 0,0 1 0,0-1 0,0 9 0,1-7 0,0 0 0,0 0 0,1-1 0,-1 1 0,2 0 0,-1-1 0,1 1 0,3 9 0,-3-12 0,0 0 0,0 0 0,1-1 0,-1 1 0,1-1 0,0 1 0,0-1 0,0 0 0,0 0 0,0-1 0,1 1 0,0-1 0,-1 1 0,7 2 0,10 4 0,0 0 0,31 8 0,-44-15 0,1 0 0,-1-1 0,1 0 0,0 0 0,0-1 0,-1 0 0,1 0 0,0-1 0,0 0 0,10-2 0,-15 2-91,-1 0 0,1 0 0,-1 0 0,1-1 0,-1 1 0,0 0 0,1-1 0,-1 0 0,0 1 0,0-1 0,0 0 0,0 0 0,-1 0 0,3-3 0,2-6-6735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3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70 24575,'4'-3'0,"0"0"0,0 0 0,0 1 0,0 0 0,1-1 0,-1 2 0,6-3 0,-9 4 0,1 0 0,-1-1 0,0 1 0,0 0 0,0 0 0,0 0 0,0 0 0,0 0 0,1 0 0,-1 0 0,0 1 0,0-1 0,0 0 0,0 1 0,0-1 0,0 1 0,0-1 0,0 1 0,0-1 0,0 1 0,0 0 0,0-1 0,0 1 0,0 0 0,-1 0 0,1 0 0,0-1 0,0 1 0,-1 0 0,1 0 0,-1 0 0,1 0 0,-1 0 0,1 0 0,-1 2 0,13 39 0,-13-38 0,1 0 0,0 0 0,-1-1 0,0 1 0,0 0 0,0 0 0,0 0 0,-1-1 0,-1 6 0,2-8 0,0 0 0,-1 0 0,1 0 0,-1 0 0,1 0 0,-1-1 0,1 1 0,-1 0 0,0 0 0,1-1 0,-1 1 0,0 0 0,1-1 0,-1 1 0,0-1 0,0 1 0,0-1 0,0 1 0,1-1 0,-1 1 0,0-1 0,-1 0 0,-1 1 0,1-1 0,-1 0 0,1 1 0,-1-1 0,1-1 0,-1 1 0,1 0 0,-4-1 0,-4-2 0,0-1 0,0 1 0,-10-7 0,8 4 0,0 0 0,1-1 0,0-1 0,0 0 0,0 0 0,1-1 0,1-1 0,-17-18 0,26 27 0,-1 0 0,0 0 0,1 1 0,-1-1 0,1 0 0,0 0 0,-1 0 0,1 0 0,0 0 0,-1 0 0,1 0 0,0 1 0,0-1 0,0 0 0,0 0 0,0 0 0,0 0 0,0 0 0,0 0 0,0 0 0,0 0 0,0 0 0,1 0 0,-1 0 0,1-1 0,0 1 0,0 0 0,0 0 0,0 0 0,0-1 0,1 1 0,-1 0 0,0 0 0,1 1 0,-1-1 0,0 0 0,1 0 0,-1 1 0,3-2 0,4 0 0,0 0 0,0 1 0,1-1 0,12 1 0,-19 1-40,22-1-623,44-6 1,-55 5-6164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4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24575,'0'4'0,"1"0"0,0 0 0,-1 0 0,2 0 0,-1 0 0,0 0 0,1 0 0,0-1 0,0 1 0,0 0 0,0-1 0,0 0 0,5 5 0,1 1 0,0-1 0,1 0 0,12 10 0,-15-14 0,-1 0 0,1 0 0,0-1 0,0 0 0,0 0 0,0-1 0,10 3 0,-13-4 0,-1 0 0,0-1 0,1 0 0,-1 0 0,1 0 0,-1 0 0,1 0 0,-1 0 0,1 0 0,-1-1 0,1 1 0,-1-1 0,1 0 0,-1 0 0,0 0 0,0 0 0,1 0 0,-1 0 0,0-1 0,0 1 0,0-1 0,0 1 0,2-3 0,0-1 0,-1 0 0,0 1 0,0-1 0,0-1 0,0 1 0,-1 0 0,1-1 0,-1 1 0,-1-1 0,3-9 0,-4 14 0,0-1 0,0 1 0,1 0 0,-1 0 0,1-1 0,-1 1 0,1 0 0,-1 0 0,1 0 0,0 0 0,-1 0 0,1 0 0,0 0 0,0 0 0,0 0 0,0 0 0,1-1 0,-1 2 0,0-1 0,0 1 0,0 0 0,0-1 0,0 1 0,0 0 0,0 0 0,0 0 0,0 0 0,0 0 0,0 0 0,0 0 0,0 0 0,0 0 0,0 0 0,0 1 0,1-1 0,4 3 0,1 0 0,-2 0 0,1 1 0,0 0 0,7 5 0,-8-4 0,88 71-1365,-79-63-5461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24575,'7'27'0,"5"14"0,3 5 0,-1-1 0,0-3 0,-1-3 0,1-4 0,-1-3 0,1-2 0,0-1 0,1-3 0,-1-1 0,1-3 0,-3-1 0,-1-4 0,0-1 0,1-3 0,-2-4-8191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4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1 24575,'-27'0'0,"-11"0"0,-2 0 0,1 0 0,5 0 0,5 0 0,6 0 0,4 0 0,3 0 0,1 0 0,1 0 0,1 2 0,2 1-8191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5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0 0,0 2 0,2 0 0,1 0 0,2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5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24575,'0'-3'0,"0"2"0,0 4 0,0 3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5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24575,'10'11'0,"13"20"0,-18-24 0,-1 0 0,1 0 0,1-1 0,-1 0 0,1 0 0,0 0 0,0-1 0,1 1 0,12 7 0,-17-13 0,0 1 0,-1 0 0,1-1 0,0 1 0,0-1 0,0 1 0,-1-1 0,1 0 0,0 0 0,0 0 0,0 0 0,0 0 0,-1 0 0,1 0 0,0-1 0,0 1 0,3-2 0,-3 1 0,1-1 0,-1 1 0,0-1 0,0 1 0,0-1 0,0 0 0,0 0 0,0 0 0,0 0 0,3-5 0,1-4 0,-1-1 0,1 1 0,-2-1 0,5-16 0,-5 14 0,-4 13 0,0 0 0,0 1 0,0-1 0,1 0 0,-1 0 0,0 0 0,1 0 0,-1 1 0,0-1 0,1 0 0,-1 0 0,1 1 0,-1-1 0,1 0 0,0 1 0,-1-1 0,1 1 0,0-1 0,-1 1 0,1-1 0,0 1 0,-1-1 0,1 1 0,0-1 0,0 1 0,0 0 0,0 0 0,-1-1 0,1 1 0,0 0 0,0 0 0,0 0 0,0 0 0,0 0 0,-1 0 0,1 0 0,0 0 0,0 0 0,0 1 0,0-1 0,0 0 0,-1 0 0,1 1 0,0-1 0,0 1 0,-1-1 0,2 1 0,5 4 0,-1-1 0,0 1 0,-1 0 0,8 9 0,-7-9 0,36 36 0,-23-24 0,0 2 0,19 25 0,-21-21-1365,-11-14-5461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6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24575,'10'10'0,"-2"0"0,2-1 0,-1 0 0,1 0 0,1-1 0,-1 0 0,22 10 0,-31-17 0,5 2 0,1 0 0,0-1 0,1 1 0,-1-1 0,11 1 0,-16-3 0,0 0 0,0 0 0,0 0 0,0 0 0,0-1 0,0 1 0,0 0 0,0-1 0,0 0 0,0 1 0,0-1 0,0 0 0,0 0 0,-1 0 0,1 0 0,0-1 0,-1 1 0,1 0 0,-1-1 0,1 1 0,-1-1 0,0 1 0,1-1 0,1-3 0,-1 0 0,1 0 0,-1 0 0,0 0 0,0-1 0,-1 1 0,0-1 0,0 0 0,0 1 0,0-8 0,1-8 0,-2 21 0,0 0 0,0-1 0,0 1 0,0 0 0,0 0 0,0 0 0,0 0 0,0-1 0,0 1 0,0 0 0,0 0 0,0 0 0,0-1 0,0 1 0,0 0 0,0 0 0,0 0 0,0 0 0,1-1 0,-1 1 0,0 0 0,0 0 0,0 0 0,0 0 0,0 0 0,0-1 0,1 1 0,-1 0 0,0 0 0,0 0 0,0 0 0,0 0 0,1 0 0,-1 0 0,0 0 0,0 0 0,0 0 0,1-1 0,-1 1 0,0 0 0,0 0 0,0 0 0,0 0 0,1 0 0,-1 0 0,0 0 0,0 1 0,0-1 0,1 0 0,-1 0 0,0 0 0,0 0 0,0 0 0,0 0 0,1 0 0,-1 0 0,0 0 0,0 0 0,0 1 0,0-1 0,0 0 0,1 0 0,-1 0 0,0 0 0,0 0 0,0 1 0,0-1 0,0 0 0,0 0 0,12 16 0,-9-12 0,14 19-1365,-10-12-5461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6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6 24575,'2'-1'0,"0"0"0,0 1 0,0-1 0,0 0 0,0 1 0,0-1 0,0 1 0,0 0 0,0 0 0,0 0 0,0 0 0,0 0 0,0 0 0,0 0 0,0 0 0,4 2 0,-3-1 0,0 1 0,0-1 0,0 1 0,0 0 0,0 0 0,0 0 0,-1 0 0,1 1 0,2 2 0,4 5 0,-1 1 0,-1 0 0,13 24 0,-17-28 0,1 1 0,-1 0 0,-1-1 0,0 1 0,0 0 0,0 0 0,-1 0 0,0 0 0,-1 11 0,0-15 0,0 0 0,-1 0 0,1 0 0,-1-1 0,0 1 0,0 0 0,-1-1 0,1 1 0,-4 5 0,4-7 0,0 0 0,-1 0 0,1 0 0,-1 0 0,0-1 0,0 1 0,0 0 0,0-1 0,0 0 0,0 1 0,0-1 0,0 0 0,0 0 0,-1 0 0,1 0 0,-3 0 0,-3 1 0,1-1 0,-1 0 0,0 0 0,0-1 0,0 0 0,0-1 0,0 1 0,0-2 0,0 1 0,0-1 0,-9-3 0,5 0 0,-1 0 0,1-1 0,0 0 0,1-1 0,-21-16 0,30 22 0,0 0 0,1-1 0,-1 1 0,1 0 0,0-1 0,-1 1 0,1-1 0,0 0 0,0 1 0,0-1 0,0 0 0,0 0 0,1 1 0,-1-1 0,0 0 0,1 0 0,0 0 0,-1 0 0,1 0 0,0 0 0,0 0 0,0-4 0,1 4 0,-1 0 0,1-1 0,0 1 0,0 0 0,0-1 0,0 1 0,0 0 0,1 0 0,-1 0 0,1 0 0,-1 0 0,1 0 0,0 0 0,-1 1 0,1-1 0,0 1 0,4-3 0,37-18-1365,-30 17-5461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7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24575,'0'27'0,"1"-22"0,-1 0 0,1 1 0,0-1 0,0 0 0,0 0 0,1 0 0,2 6 0,-1-6 0,0 0 0,0-1 0,0 0 0,1 0 0,0 0 0,-1 0 0,1-1 0,1 1 0,6 3 0,-10-6 0,0 0 0,1 0 0,-1-1 0,0 1 0,1-1 0,-1 1 0,1-1 0,-1 0 0,1 0 0,-1 1 0,1-1 0,-1 0 0,1 0 0,-1 0 0,0-1 0,1 1 0,-1 0 0,1 0 0,-1-1 0,1 1 0,-1-1 0,0 0 0,1 1 0,-1-1 0,0 0 0,1 0 0,-1 1 0,0-1 0,0 0 0,0 0 0,0 0 0,0-1 0,0 1 0,0 0 0,0 0 0,0 0 0,0-3 0,2-2 0,0 1 0,-1-1 0,0 1 0,-1-1 0,3-10 0,-3 10 0,0 1 0,1-1 0,-1 0 0,1 1 0,4-8 0,-5 12 0,-1 0 0,1 0 0,-1 1 0,1-1 0,0 0 0,-1 1 0,1-1 0,-1 1 0,1-1 0,0 1 0,0-1 0,-1 1 0,1-1 0,0 1 0,0 0 0,0-1 0,0 1 0,-1 0 0,1 0 0,0 0 0,0-1 0,0 1 0,0 0 0,0 0 0,0 0 0,-1 1 0,1-1 0,0 0 0,0 0 0,0 0 0,0 1 0,0-1 0,-1 0 0,1 1 0,0-1 0,0 1 0,-1-1 0,1 1 0,1 0 0,4 3 0,-1 0 0,1 1 0,8 10 0,-9-10 0,3 3 0,104 109 0,-61-59-1365,-42-48-5461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47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57 24575,'-25'-8'0,"-10"-4"0,-1 1 0,0 1 0,-43-5 0,76 15 0,1 0 0,0 0 0,0 0 0,0 0 0,0 0 0,0 0 0,-1 1 0,1-1 0,0 1 0,0-1 0,-3 2 0,5-1 0,-1-1 0,0 1 0,0-1 0,1 1 0,-1-1 0,0 1 0,1 0 0,-1-1 0,1 1 0,-1 0 0,1 0 0,-1-1 0,1 1 0,0 0 0,-1 0 0,1 0 0,0 0 0,0 0 0,0-1 0,-1 1 0,1 0 0,0 0 0,0 0 0,0 0 0,0 0 0,0 0 0,1-1 0,-1 3 0,2 6 0,1 1 0,0-1 0,1 0 0,-1 0 0,2 0 0,7 13 0,40 48 0,-32-43 0,5 2 0,-18-21 0,1 0 0,-1 1 0,7 12 0,-13-20 0,-1 0 0,0 0 0,1 0 0,-1 0 0,0 0 0,0 0 0,0 0 0,1 0 0,-1 0 0,0 1 0,0-1 0,-1 0 0,1 0 0,0 0 0,0 0 0,0 0 0,-1 0 0,1 0 0,-1 0 0,1 0 0,-1 0 0,1 0 0,-1 0 0,1-1 0,-1 1 0,0 0 0,1 0 0,-2 0 0,-3 4 0,-1 0 0,1 0 0,-9 5 0,-3 3 0,8-4-1365,2 0-5461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1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2 273 24575,'0'0'0,"0"-1"0,0 1 0,0 0 0,-1 0 0,1 0 0,0 0 0,0-1 0,0 1 0,0 0 0,0 0 0,0-1 0,0 1 0,-1 0 0,1 0 0,0-1 0,0 1 0,0 0 0,0 0 0,0-1 0,0 1 0,0 0 0,0 0 0,0-1 0,0 1 0,0 0 0,0 0 0,0 0 0,1-1 0,-1 1 0,0 0 0,0 0 0,0-1 0,8-6 0,13-1 0,21-2 0,0 3 0,48-3 0,85 3 0,-79 5 0,40-6 0,-59 2 0,53-8 0,-83 9 0,85-5 0,-114 11 0,-11-1 0,1 1 0,-1-2 0,8 0 0,-15 1 0,0 0 0,0 0 0,0 0 0,0 0 0,0 0 0,0 0 0,-1 0 0,1 0 0,0 0 0,0 0 0,0 0 0,0 0 0,0 0 0,0 0 0,0 0 0,0 0 0,0-1 0,0 1 0,0 0 0,0 0 0,0 0 0,0 0 0,0 0 0,0 0 0,0 0 0,0 0 0,0 0 0,0 0 0,0 0 0,0 0 0,0 0 0,0 0 0,0 0 0,0 0 0,0-1 0,0 1 0,0 0 0,0 0 0,0 0 0,0 0 0,1 0 0,-1 0 0,0 0 0,0 0 0,0 0 0,0 0 0,0 0 0,0 0 0,0 0 0,0 0 0,0 0 0,0 0 0,0 0 0,0 0 0,0 0 0,0 0 0,0 0 0,0 0 0,0 0 0,1 0 0,-1 0 0,0 0 0,0 0 0,0 0 0,0 0 0,0 0 0,0 0 0,0 0 0,0 0 0,-6-4 0,-10-1 0,-28-8 0,0-2 0,-73-36 0,107 46 0,0 0 0,-14-11 0,21 13 0,1 1 0,-1 0 0,0-1 0,1 1 0,-1-1 0,1 0 0,0 0 0,0 0 0,0 0 0,0 0 0,-2-6 0,4 9 0,0-1 0,0 1 0,0 0 0,0-1 0,-1 1 0,1-1 0,0 1 0,0-1 0,0 1 0,0 0 0,0-1 0,0 1 0,0-1 0,0 1 0,1-1 0,-1 1 0,0 0 0,0-1 0,0 1 0,0-1 0,0 1 0,1 0 0,-1-1 0,0 1 0,0 0 0,1-1 0,-1 1 0,0 0 0,1-1 0,0 1 0,0-1 0,0 1 0,0-1 0,0 1 0,0 0 0,0-1 0,0 1 0,1 0 0,-1 0 0,0 0 0,0 0 0,2 0 0,30 7 0,-12 2 0,-1 0 0,0 1 0,0 2 0,-1 0 0,18 15 0,1-1 0,-16-11 0,21 18 0,-36-27 0,-2 0 0,1 0 0,-1 0 0,1 0 0,-2 1 0,1 0 0,6 13 0,-10-19 0,-1 1 0,1-1 0,-1 1 0,1-1 0,-1 1 0,0 0 0,1-1 0,-1 1 0,0-1 0,0 1 0,0 0 0,0-1 0,0 1 0,-1 0 0,1-1 0,0 1 0,-1-1 0,1 1 0,-2 2 0,1-2 0,-1 0 0,1 0 0,-1 0 0,0 0 0,0 0 0,0 0 0,0 0 0,0-1 0,0 1 0,0-1 0,-3 2 0,-2 1 0,0-1 0,-1 0 0,1-1 0,-1 0 0,0 0 0,1 0 0,-10 0 0,-108-1 79,62-2-1523,49 1-5382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2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303 491 24575,'-105'-64'0,"84"53"0,1 1 0,-1 1 0,-31-8 0,49 16 0,0 0 0,0 1 0,0-1 0,0 1 0,0 0 0,0-1 0,-1 1 0,1 1 0,0-1 0,0 0 0,0 1 0,0 0 0,0-1 0,-5 3 0,6-1 0,0-1 0,0 1 0,-1-1 0,1 1 0,0 0 0,1-1 0,-1 1 0,0 0 0,1 1 0,-1-1 0,1 0 0,-1 0 0,1 1 0,0-1 0,0 0 0,0 1 0,-1 4 0,1 0 0,0-1 0,1 1 0,-1-1 0,1 1 0,1-1 0,-1 0 0,1 1 0,0-1 0,0 1 0,1-1 0,0 0 0,0 0 0,1 0 0,-1 0 0,1 0 0,0-1 0,1 1 0,0-1 0,0 0 0,0 0 0,8 7 0,-8-7 0,0-1 0,0 0 0,1 0 0,0-1 0,-1 0 0,1 1 0,1-2 0,-1 1 0,0 0 0,1-1 0,-1 0 0,1 0 0,0-1 0,0 0 0,-1 0 0,1 0 0,0-1 0,0 1 0,0-1 0,0-1 0,0 1 0,0-1 0,10-3 0,-14 3 0,1 0 0,0-1 0,0 0 0,-1 1 0,1-1 0,-1 0 0,1 0 0,-1 0 0,0-1 0,0 1 0,0 0 0,0-1 0,0 1 0,-1-1 0,1 0 0,-1 0 0,0 0 0,0 1 0,0-1 0,0 0 0,0 0 0,0 0 0,-1-4 0,2-9 0,-1 1 0,0-1 0,-3-22 0,1 23 0,-1-11 0,-2 0 0,0 0 0,-2 1 0,-17-48 0,-50-92 0,31 76 0,42 88 0,-1 1 0,1-1 0,0 0 0,0 0 0,-1 1 0,1-1 0,0 0 0,-1 1 0,1-1 0,0 1 0,-1-1 0,1 1 0,-1-1 0,1 1 0,-1-1 0,-1 0 0,1 10 0,5 23 0,6 13 0,2-1 0,2 0 0,27 58 0,72 122 0,-101-201 0,-9-18 0,26 45 0,-26-45 0,1 0 0,0 0 0,0 0 0,0 0 0,0-1 0,10 7 0,-13-10 0,-1-1 0,0 0 0,0 0 0,0 0 0,1 1 0,-1-1 0,0 0 0,1 0 0,-1 0 0,0 0 0,0 1 0,1-1 0,-1 0 0,0 0 0,1 0 0,-1 0 0,0 0 0,1 0 0,-1 0 0,0 0 0,1 0 0,-1 0 0,0 0 0,1 0 0,-1 0 0,0 0 0,1 0 0,-1-1 0,0 1 0,1 0 0,0-10 0,-8-19 0,6 25 0,-11-49-1365,10 38-5461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2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24575,'0'5'0,"0"4"0,3 3 0,2 2 0,4 1 0,3 0 0,1 1 0,1-1 0,1 0 0,0 2 0,0 1 0,0-3 0,0-1 0,-3-1 0,-1-2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3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24575,'3'-2'0,"0"1"0,3 4 0,-1 3 0,0 4 0,1 2 0,0-1-8191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3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25 24575,'-7'-4'0,"1"1"0,-1-1 0,1 1 0,-1 1 0,0 0 0,0 0 0,-9-2 0,14 4 0,1 0 0,0 0 0,-1 0 0,1 0 0,-1 0 0,1 0 0,0 0 0,-1 0 0,1 1 0,-1-1 0,1 1 0,0-1 0,-1 1 0,1-1 0,0 1 0,0 0 0,-2 1 0,2 0 0,0-1 0,0 0 0,0 1 0,0-1 0,0 1 0,1-1 0,-1 1 0,0 0 0,1-1 0,0 1 0,-1 0 0,1-1 0,0 1 0,0 0 0,0-1 0,0 1 0,0 0 0,1 3 0,0 3 0,1 1 0,0-1 0,1 0 0,0 1 0,0-1 0,0 0 0,9 12 0,39 52 0,-35-50 0,72 85 0,-87-106 0,0 0 0,-1-1 0,1 1 0,0 0 0,-1 0 0,1 0 0,-1 0 0,1 0 0,-1 0 0,0-1 0,1 1 0,-1 0 0,0 0 0,0 0 0,1 0 0,-1 0 0,0 1 0,0-1 0,0 0 0,0 0 0,-1 0 0,1 0 0,0 0 0,0 0 0,-1 1 0,0-1 0,0 0 0,0 0 0,0-1 0,0 1 0,0 0 0,0 0 0,0 0 0,0-1 0,0 1 0,0-1 0,-1 1 0,1-1 0,0 1 0,-1-1 0,1 0 0,-2 1 0,-8 0 0,0 0 0,-1-1 0,-16-2 0,25 2 0,-100-16 0,38 4 0,61 12-227,1-1-1,0 1 1,-1 0-1,1 0 1,-7 1-1,1 2-6598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3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3 24575,'-10'-2'0,"0"2"0,-1-1 0,1 1 0,0 1 0,-19 2 0,26-2 0,0 0 0,0-1 0,1 1 0,-1 0 0,1 0 0,-1 1 0,1-1 0,-1 1 0,1-1 0,0 1 0,-1 0 0,1 0 0,0 0 0,0 0 0,0 0 0,1 0 0,-1 0 0,0 1 0,1-1 0,0 0 0,-1 1 0,1 0 0,0-1 0,0 1 0,1 0 0,-2 3 0,2 1 0,-1 0 0,1 1 0,0-1 0,0 1 0,1-1 0,0 1 0,1-1 0,0 0 0,0 0 0,0 0 0,1 0 0,0 0 0,0 0 0,5 7 0,-1-2 0,1-1 0,0 0 0,1 0 0,0-1 0,1 0 0,20 16 0,-22-20 0,1 0 0,0-1 0,0 0 0,0-1 0,1 0 0,17 5 0,-23-8 0,0 0 0,0 0 0,1 0 0,-1 0 0,0-1 0,0 0 0,1 0 0,-1 0 0,0-1 0,0 1 0,1-1 0,-1 0 0,0 0 0,0 0 0,0-1 0,0 0 0,0 1 0,6-5 0,-9 4-151,1 1-1,0-1 0,-1 1 0,1-1 1,-1 0-1,1 0 0,-1 0 1,1-2-1,3-6-6674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4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36 160 24575,'1'2'0,"20"101"0,-18-90 0,1-1 0,1 1 0,0 0 0,1-1 0,12 19 0,-17-31 0,-1 1 0,0-1 0,0 0 0,0 0 0,0 1 0,0-1 0,0 0 0,0 0 0,1 1 0,-1-1 0,0 0 0,0 0 0,0 0 0,1 0 0,-1 1 0,0-1 0,0 0 0,0 0 0,1 0 0,-1 0 0,0 0 0,0 0 0,1 0 0,-1 1 0,0-1 0,0 0 0,1 0 0,-1 0 0,0 0 0,1 0 0,1-8 0,-3-11 0,-6-8 0,-2 1 0,0 0 0,-2 1 0,-15-27 0,-12-29 0,37 80 0,-5-17 0,8 13 0,6 7 0,35 22 0,-18-10 0,27 12 0,-43-22 0,1-1 0,0 1 0,1-2 0,-1 0 0,0 0 0,16 0 0,-17-1 0,0-1 0,0 0 0,0-1 0,0 0 0,14-4 0,-19 4 0,-1 0 0,1-1 0,-1 1 0,0-1 0,1 0 0,-1 0 0,0 0 0,0-1 0,0 1 0,-1-1 0,1 0 0,0 1 0,-1-1 0,0 0 0,4-7 0,-3 6 0,-1-1 0,0 1 0,0-1 0,-1 0 0,1 0 0,-1 1 0,0-1 0,-1 0 0,1 0 0,-1-6 0,0 9 0,0 0 0,0-1 0,0 1 0,-1 0 0,1 0 0,-1-1 0,0 1 0,1 0 0,-1 0 0,0 0 0,0 0 0,-1 0 0,1 0 0,0 0 0,-1 0 0,1 0 0,-1 0 0,1 1 0,-1-1 0,0 1 0,0-1 0,0 1 0,-4-2 0,5 2 0,-1 0 0,0 0 0,0 0 0,0 1 0,1-1 0,-1 1 0,0-1 0,0 1 0,0 0 0,0-1 0,0 1 0,0 0 0,0 0 0,0 1 0,0-1 0,0 0 0,0 1 0,0-1 0,0 1 0,1 0 0,-1-1 0,0 1 0,0 0 0,0 0 0,1 0 0,-1 0 0,1 1 0,-1-1 0,1 0 0,-1 1 0,1-1 0,0 1 0,0-1 0,-1 1 0,1-1 0,0 1 0,1 0 0,-1 0 0,0 0 0,0-1 0,1 1 0,-1 0 0,1 0 0,0 0 0,-1 0 0,1 0 0,0 0 0,0 3 0,1 6 0,0 1 0,0-1 0,1 0 0,0 1 0,1-1 0,0 0 0,1 0 0,0-1 0,1 1 0,10 15 0,-2-6 0,1 0 0,0-1 0,2 0 0,18 16 0,-24-25 0,0-1 0,1 0 0,21 13 0,-29-20 0,0 0 0,0-1 0,0 1 0,1-1 0,-1 0 0,0 1 0,1-1 0,-1-1 0,1 1 0,-1 0 0,1-1 0,-1 0 0,1 0 0,-1 0 0,1 0 0,-1-1 0,1 1 0,-1-1 0,1 0 0,3-1 0,-4 0-36,0 0-1,-1 0 1,1-1 0,-1 1-1,0 0 1,0-1-1,1 0 1,-2 1-1,1-1 1,0 0-1,-1 0 1,1 0 0,-1 0-1,0 0 1,0 0-1,1-6 1,0 2-710,4-9-6080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5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24575,'90'264'0,"-68"-206"0,3-2 0,55 92 0,-79-146 0,10 14 0,12 29 0,-23-45-52,0 1-1,0-1 1,1 1-1,-1-1 1,0 1-1,0-1 1,0 1-1,0-1 1,0 1-1,1-1 1,-1 1-1,0 0 1,0-1-1,-1 1 1,1-1-1,0 1 1,0-1-1,0 1 1,0-1-1,0 1 0,0-1 1,-1 1-1,1-1 1,0 1-1,-1 0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5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1 202 24575,'31'3'0,"41"-1"0,-59-2 0,0-1 0,0-1 0,0 0 0,0-1 0,22-7 0,-28 6 0,1 0 0,-1 0 0,1-1 0,-2 0 0,1 0 0,0-1 0,-1 1 0,0-1 0,0-1 0,5-7 0,-8 9 0,0 1 0,0-1 0,-1 1 0,0-1 0,0 0 0,0 0 0,2-9 0,-3 11 0,-1 0 0,0 0 0,1 0 0,-1 0 0,-1 0 0,1 0 0,0 0 0,-1 0 0,1 0 0,-1 0 0,0 0 0,0 1 0,0-1 0,-2-4 0,2 5 0,0 0 0,-1 1 0,1-1 0,0 0 0,0 0 0,-1 1 0,1-1 0,-1 1 0,0-1 0,1 1 0,-1 0 0,0-1 0,0 1 0,0 0 0,0 0 0,0 0 0,0 1 0,0-1 0,0 0 0,0 1 0,0-1 0,0 1 0,0 0 0,0 0 0,-1 0 0,1 0 0,0 0 0,0 0 0,0 0 0,0 1 0,0-1 0,-1 1 0,1 0 0,0-1 0,0 1 0,0 0 0,1 0 0,-1 0 0,0 1 0,0-1 0,0 0 0,1 1 0,-1-1 0,1 1 0,-1 0 0,1-1 0,0 1 0,-2 3 0,-1 2 0,2-1 0,-1 1 0,1 0 0,0 0 0,0 0 0,1 1 0,0-1 0,0 0 0,1 0 0,0 1 0,0-1 0,0 0 0,1 1 0,0-1 0,3 9 0,-1-6 0,1 0 0,0-1 0,0 0 0,0 0 0,1 0 0,1 0 0,0-1 0,0 0 0,0 0 0,13 11 0,-14-15 0,0 0 0,0 0 0,1-1 0,0 0 0,-1 0 0,1 0 0,0-1 0,1 0 0,-1 0 0,0-1 0,0 1 0,1-1 0,8 0 0,-1-1 0,1 0 0,-1-1 0,0 0 0,0-1 0,15-4 0,19-11 115,-36 11-855,24-6 0,-23 10-6086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6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75 24575,'-55'-20'0,"-41"-15"0,78 29 0,1 2 0,-1 0 0,-29-1 0,45 4 0,0 1 0,0 0 0,0 0 0,0 0 0,0 0 0,-1 1 0,1-1 0,0 0 0,0 1 0,0 0 0,0-1 0,0 1 0,1 0 0,-1 0 0,0 0 0,0 0 0,0 0 0,1 1 0,-1-1 0,1 0 0,-1 1 0,1-1 0,-1 1 0,0 1 0,-1 3 0,0 0 0,1-1 0,0 1 0,0 0 0,1 0 0,-2 12 0,2-10 0,0-1 0,1 1 0,0-1 0,0 1 0,0-1 0,1 1 0,1-1 0,-1 1 0,1-1 0,0 0 0,1 1 0,0-1 0,5 8 0,-6-10 0,1-1 0,0 1 0,0-1 0,0 0 0,0 0 0,1-1 0,0 1 0,-1-1 0,1 0 0,0 0 0,1 0 0,-1 0 0,1-1 0,-1 1 0,1-1 0,0-1 0,0 1 0,-1 0 0,1-1 0,8 1 0,-3-1 0,-1 0 0,1-1 0,0 0 0,-1-1 0,1 0 0,13-3 0,-19 3 0,-1 0 0,1 0 0,-1-1 0,0 1 0,0-1 0,0 0 0,0 0 0,0 0 0,0 0 0,0-1 0,-1 1 0,1-1 0,-1 1 0,0-1 0,0 0 0,0 0 0,0 0 0,0 0 0,0 0 0,1-6 0,-1 2 0,0-1 0,0 0 0,-1 1 0,0-1 0,0 0 0,-2-14 0,30 57 0,-20-23-195,0-1 0,1-1 0,0 0 0,1 0 0,-1-1 0,19 12 0,-18-16-6631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7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24575,'13'11'0,"-1"0"0,0 1 0,-1 1 0,11 15 0,-10-13 0,0 0 0,25 22 0,-22-23 0,-10-9 0,0-1 0,0 1 0,0-1 0,0 0 0,1 0 0,0 0 0,0-1 0,0 0 0,8 3 0,-13-6 0,0 0 0,1 0 0,-1 0 0,0 0 0,0 0 0,1 0 0,-1 0 0,0 0 0,1 0 0,-1-1 0,0 1 0,0 0 0,1-1 0,-1 1 0,0-1 0,0 0 0,0 1 0,2-2 0,-1 0 0,0 0 0,0 0 0,0 0 0,0 0 0,0 0 0,-1 0 0,1-1 0,1-2 0,1-4 0,-1 0 0,1 0 0,3-18 0,0-2 0,-2-1 0,2-37 0,-7 67 0,1 0 0,-1 0 0,0 0 0,0 0 0,0 0 0,0 0 0,0 0 0,0 0 0,0 0 0,0 0 0,0 0 0,0 0 0,0 0 0,0 0 0,0 0 0,0 0 0,0 0 0,0 0 0,0 0 0,0 0 0,0 1 0,0-1 0,0 0 0,0 0 0,1 0 0,-1 0 0,0 0 0,0 0 0,0 0 0,0 0 0,0 0 0,0-1 0,0 1 0,0 0 0,0 0 0,0 0 0,0 0 0,0 0 0,0 0 0,0 0 0,0 0 0,0 0 0,0 0 0,0 0 0,1 0 0,-1 0 0,0 0 0,0 0 0,0 0 0,0 0 0,0 0 0,0 0 0,0 0 0,0 0 0,0 0 0,0 0 0,0 0 0,0 0 0,0-1 0,0 1 0,0 0 0,0 0 0,0 0 0,0 0 0,0 0 0,5 7 0,4 9 0,-4-6 0,1 0 0,0-1 0,1 0 0,0 0 0,0 0 0,0-1 0,1 0 0,1-1 0,-1 1 0,1-2 0,12 8 0,-20-13 0,0 0 0,1-1 0,-1 1 0,0 0 0,1-1 0,-1 1 0,1-1 0,-1 0 0,1 1 0,-1-1 0,1 0 0,-1 0 0,1 0 0,-1 0 0,1 0 0,-1 0 0,1 0 0,-1-1 0,1 1 0,-1 0 0,0-1 0,1 1 0,-1-1 0,1 0 0,-1 1 0,0-1 0,1 0 0,-1 0 0,0 0 0,0 0 0,0 0 0,2-2 0,1-3 0,0 0 0,0-1 0,-1 1 0,0-1 0,4-13 0,-5 14 0,0 0 0,0 0 0,1 0 0,0 0 0,5-7 0,-7 11 0,0 1 0,1 0 0,-1 0 0,1-1 0,-1 1 0,1 0 0,-1 0 0,1 0 0,0 0 0,-1 1 0,1-1 0,0 0 0,0 1 0,-1-1 0,1 1 0,0 0 0,0-1 0,0 1 0,0 0 0,-1 0 0,1 0 0,0 0 0,0 1 0,0-1 0,0 0 0,-1 1 0,1-1 0,0 1 0,0 0 0,-1 0 0,3 1 0,6 3 0,-1 1 0,0 1 0,-1-1 0,11 12 0,-4-5 0,-12-11-36,19 18-296,1-2 0,1 0-1,44 23 1,-54-34-6494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8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1 205 24575,'16'86'0,"3"-2"0,53 140 0,-68-217 0,-1-6 0,-1-14 0,-2-22 0,-6-15 0,-17-72 0,12 75 0,-7-87 0,16 107 0,4-36 0,-1 54 0,0-1 0,0 1 0,1 0 0,1 0 0,0 0 0,0 0 0,7-13 0,-9 20 0,0 0 0,0 0 0,0 1 0,0-1 0,1 0 0,-1 0 0,1 1 0,-1-1 0,1 1 0,-1-1 0,1 1 0,0 0 0,0 0 0,0 0 0,0 0 0,0 0 0,0 0 0,0 0 0,0 0 0,0 1 0,0-1 0,0 1 0,0 0 0,0-1 0,1 1 0,-1 0 0,0 0 0,0 1 0,0-1 0,0 0 0,0 1 0,1-1 0,-1 1 0,0 0 0,0 0 0,0 0 0,3 1 0,0 1 0,-1 0 0,1 0 0,-1 1 0,0-1 0,0 1 0,0 0 0,0 0 0,-1 0 0,1 0 0,-1 1 0,0-1 0,-1 1 0,1 0 0,2 6 0,-4-8 0,0 0 0,0 0 0,0 0 0,0 1 0,-1-1 0,1 1 0,-1-1 0,0 0 0,0 1 0,0-1 0,0 0 0,0 1 0,-1-1 0,0 1 0,0-1 0,0 0 0,0 0 0,0 0 0,0 1 0,-1-1 0,0 0 0,1-1 0,-1 1 0,0 0 0,-1 0 0,1-1 0,0 0 0,-1 1 0,1-1 0,-1 0 0,0 0 0,0 0 0,0 0 0,0-1 0,0 1 0,0-1 0,0 0 0,-5 2 0,-4 0-341,1-1 0,-1 0-1,-18 1 1,10-2-6485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9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189 757 24575,'7'-152'0,"-8"120"0,-1 1 0,-12-57 0,-9-13 0,-32-147 0,54 239 0,-1-5 0,-1 1 0,0 0 0,-1 0 0,-11-24 0,15 37 0,0-1 0,0 1 0,0 0 0,0-1 0,-1 1 0,1 0 0,0 0 0,0-1 0,0 1 0,-1 0 0,1 0 0,0-1 0,0 1 0,-1 0 0,1 0 0,0 0 0,0-1 0,-1 1 0,1 0 0,0 0 0,-1 0 0,1 0 0,0 0 0,-1 0 0,1-1 0,0 1 0,-1 0 0,1 0 0,0 0 0,-1 0 0,1 0 0,0 0 0,0 1 0,-1-1 0,1 0 0,0 0 0,-1 0 0,1 0 0,0 0 0,-1 0 0,1 0 0,0 1 0,-1-1 0,1 0 0,0 0 0,0 0 0,-1 1 0,1-1 0,0 0 0,0 0 0,0 1 0,-1-1 0,1 0 0,0 1 0,0-1 0,0 0 0,0 0 0,0 1 0,0-1 0,-1 0 0,1 1 0,-10 24 0,9-21 0,0-2 0,-35 113 0,33-101 0,0 1 0,1 0 0,1 0 0,0 0 0,3 30 0,2-24 0,0-2 0,1 1 0,0 0 0,2-1 0,0 0 0,2-1 0,0 0 0,1 0 0,14 20 0,-6-15 0,0 0 0,1-1 0,1-1 0,1-1 0,44 31 0,-60-47 0,0-1 0,-1 0 0,1 0 0,0-1 0,1 1 0,-1-1 0,0 0 0,1-1 0,5 2 0,-9-3 0,1 0 0,-1 0 0,1 0 0,-1 0 0,0 0 0,1-1 0,-1 1 0,1-1 0,-1 1 0,0-1 0,0 0 0,1 0 0,-1 0 0,0 0 0,0-1 0,0 1 0,0-1 0,0 1 0,0-1 0,-1 1 0,1-1 0,0 0 0,1-2 0,1-2 0,-1 1 0,1-1 0,-1 0 0,0 1 0,0-1 0,-1 0 0,0-1 0,2-10 0,-1-1 0,1-32 0,-3 29 0,-1 19 0,0 0 0,0 0 0,1 0 0,-1-1 0,1 1 0,-1 0 0,3-4 0,-3 6 0,0 0 0,0 0 0,0 0 0,0 0 0,0 0 0,0 0 0,0 0 0,0 0 0,0 0 0,0-1 0,0 1 0,0 0 0,0 0 0,0 0 0,0 0 0,0 0 0,1 0 0,-1 0 0,0 0 0,0 0 0,0 0 0,0 0 0,0 0 0,0 0 0,0 0 0,0 0 0,0 0 0,0 0 0,0 0 0,1 0 0,-1 0 0,0 0 0,0 0 0,0 0 0,0 0 0,0 0 0,0 0 0,0 0 0,0 0 0,0 0 0,0 0 0,0 0 0,1 0 0,-1 0 0,0 0 0,0 0 0,0 0 0,0 0 0,0 0 0,0 0 0,0 0 0,0 1 0,0-1 0,0 0 0,0 0 0,3 12 0,-1 8 0,10 41 0,-9-51 0,0-1 0,1 1 0,0 0 0,0-1 0,12 17 0,-15-24-65,-1-1 0,1 0 0,0 0 0,0 0 0,0 0 0,0 0 0,0 0 0,0 0 0,0 0 0,0-1 0,0 1 0,1 0 0,-1 0 0,0-1 0,1 1 0,-1-1 0,0 0 0,1 1 0,-1-1 0,2 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3 0,0 5 0,0 3 0,0 2 0,0 2 0,0-3-8191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9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24575,'52'236'0,"-36"-180"0,1 0 0,29 58 0,-38-95 0,1-1 0,1 0 0,1-1 0,0 0 0,1 0 0,22 22 0,-23-30-1365,-1-4-5461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3:59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45 24575,'-27'-5'0,"-11"-4"0,-2 0 0,4 1 0,5 2 0,3 2 0,4 1 0,1 2 0,2 1 0,2 0 0,0 1 0,0-1 0,3 0-8191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4:0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19 24575,'-1'0'0,"1"-1"0,0 1 0,-1 0 0,1-1 0,-1 1 0,1 0 0,-1 0 0,0-1 0,1 1 0,-1 0 0,1 0 0,-1 0 0,1 0 0,-1 0 0,1 0 0,-1 0 0,0 0 0,1 0 0,-1 0 0,1 0 0,-1 0 0,1 0 0,-1 1 0,0-1 0,0 0 0,1 1 0,0-1 0,-1 1 0,1-1 0,0 1 0,0 0 0,-1-1 0,1 1 0,0-1 0,0 1 0,0 0 0,0-1 0,0 1 0,0 0 0,0-1 0,0 1 0,0-1 0,0 1 0,1 1 0,0 3 0,1-1 0,-1 1 0,1 0 0,4 6 0,0-3 0,0 0 0,1 0 0,-1 0 0,2-1 0,-1 0 0,1 0 0,0-1 0,1 0 0,-1-1 0,1 0 0,0 0 0,1-1 0,-1 0 0,1 0 0,18 3 0,-25-6 0,0 0 0,1-1 0,-1 1 0,0-1 0,0 0 0,0 0 0,0 0 0,1 0 0,-1-1 0,0 1 0,0-1 0,0 0 0,0 0 0,0 0 0,0 0 0,0-1 0,0 1 0,0-1 0,-1 0 0,1 1 0,2-4 0,-1 2 0,-1-1 0,0 1 0,-1-1 0,1 0 0,-1 0 0,1 0 0,-1 0 0,0-1 0,-1 1 0,1 0 0,-1-1 0,0 1 0,1-10 0,-1-16 0,-1 24 0,0-1 0,1 1 0,-1-1 0,3-7 0,-3 14 0,0 0 0,0-1 0,0 1 0,0 0 0,0-1 0,0 1 0,0 0 0,0 0 0,0-1 0,1 1 0,-1 0 0,0 0 0,0-1 0,0 1 0,1 0 0,-1 0 0,0 0 0,0-1 0,0 1 0,1 0 0,-1 0 0,0 0 0,0 0 0,1-1 0,-1 1 0,0 0 0,1 0 0,-1 0 0,0 0 0,0 0 0,1 0 0,-1 0 0,0 0 0,1 0 0,-1 0 0,0 0 0,1 0 0,-1 0 0,0 0 0,0 0 0,1 0 0,-1 0 0,0 0 0,1 1 0,-1-1 0,0 0 0,0 0 0,1 0 0,-1 0 0,0 1 0,0-1 0,0 0 0,1 0 0,-1 0 0,0 1 0,0-1 0,0 0 0,1 0 0,-1 1 0,0-1 0,0 1 0,15 19 0,-13-17 0,55 75-1365,-46-66-5461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4:01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161 490 24575,'-16'-5'0,"-33"-7"0,45 11 0,-1 1 0,1-1 0,-1 1 0,0 0 0,1 0 0,-1 0 0,1 1 0,-1 0 0,1 0 0,-1 0 0,1 0 0,-5 3 0,7-3 0,1-1 0,-1 1 0,1 0 0,-1 0 0,1 1 0,0-1 0,0 0 0,0 0 0,-1 1 0,1-1 0,0 0 0,1 1 0,-1-1 0,0 1 0,0 0 0,1-1 0,-2 2 0,2 1 0,-1-1 0,1 1 0,-1-1 0,1 0 0,0 1 0,0-1 0,0 1 0,1 3 0,1 1 0,0-1 0,0 0 0,0 1 0,1-1 0,0 0 0,1-1 0,4 9 0,-4-9 0,1 0 0,0 1 0,0-1 0,0-1 0,8 6 0,-13-10 0,1 0 0,0 0 0,0-1 0,0 1 0,0 0 0,0-1 0,0 1 0,0-1 0,0 1 0,0-1 0,0 0 0,0 1 0,0-1 0,1 0 0,-1 0 0,0 0 0,0 0 0,0 0 0,0 0 0,0 0 0,1 0 0,-1 0 0,0-1 0,0 1 0,0 0 0,0-1 0,0 1 0,0-1 0,0 1 0,0-1 0,0 1 0,0-1 0,0 0 0,0 1 0,0-1 0,-1 0 0,1 0 0,0 0 0,0 0 0,-1 0 0,1 0 0,-1 0 0,1 0 0,0-1 0,2-3 0,-1-1 0,0 1 0,0-1 0,0 1 0,0-1 0,-1 0 0,1-10 0,-1-45 0,-1 40 0,-2-16 0,-1 0 0,-1 0 0,-15-58 0,-46-104 0,53 166 0,8 19 0,-1 0 0,-9-18 0,14 32 0,0 0 0,0 0 0,0 0 0,0 0 0,0 0 0,0 0 0,0 0 0,0 0 0,0 0 0,0 1 0,0-1 0,0 0 0,0 0 0,0 0 0,0 0 0,0 0 0,0 0 0,0 0 0,0 0 0,0 0 0,0 0 0,0 0 0,0 0 0,0 0 0,-1 0 0,1 0 0,0 0 0,0 0 0,0 0 0,0 0 0,0 0 0,0 0 0,0 0 0,0 0 0,0 0 0,0 0 0,0 0 0,0 0 0,0 0 0,0 0 0,0 0 0,0 0 0,0 0 0,0 0 0,-1 0 0,1 0 0,0 0 0,0 0 0,0 0 0,0 0 0,0 0 0,0 0 0,0 0 0,0 0 0,0 0 0,0 0 0,0 0 0,0 0 0,0 0 0,0 0 0,0 0 0,0 0 0,0 0 0,0 0 0,0 0 0,0 0 0,0 0 0,-2 8 0,1 11 0,1-9 0,4 103 0,-2-96 0,0-1 0,2 0 0,0 0 0,12 30 0,19 27 0,3-2 0,87 120 0,-123-188 0,0-1 0,1 1 0,-1 0 0,0-1 0,1 0 0,-1 1 0,1-1 0,0 0 0,0 0 0,0-1 0,0 1 0,0 0 0,0-1 0,0 0 0,0 0 0,1 0 0,5 1 0,-6-2 0,0 0 0,0 0 0,0 0 0,0-1 0,0 1 0,0-1 0,0 0 0,0 0 0,0 0 0,0 0 0,0 0 0,0-1 0,-1 1 0,1-1 0,-1 0 0,1 1 0,-1-1 0,1-1 0,2-3 0,5-4 0,-1-1 0,-1-1 0,0 1 0,-1-1 0,0-1 0,8-19 0,-12 25 0,-1-1 0,1 1 0,-1-1 0,-1 0 0,1 0 0,-1 0 0,-1 0 0,0 0 0,0 0 0,0 1 0,-1-1 0,0 0 0,-3-9 0,2 10 0,-1 0 0,0 0 0,-1 0 0,0 0 0,-7-9 0,9 13 0,0 0 0,-1 1 0,1-1 0,0 0 0,-1 1 0,0 0 0,1 0 0,-1-1 0,0 2 0,0-1 0,0 0 0,0 1 0,-1-1 0,-3 0 0,6 1 0,-1 1 0,1 0 0,0 0 0,0 0 0,0 0 0,0 0 0,-1 0 0,1 1 0,0-1 0,0 0 0,0 0 0,0 1 0,0-1 0,0 1 0,0-1 0,0 1 0,0 0 0,0-1 0,0 1 0,-1 0 0,0 1 0,1 0 0,0 0 0,-1 0 0,1 0 0,0 0 0,0 0 0,0 0 0,0 0 0,-1 4 0,0 2 0,1 1 0,-1 0 0,2-1 0,-1 12 0,2-12 0,0 0 0,0 0 0,1 0 0,0 0 0,0-1 0,0 1 0,1-1 0,1 1 0,-1-1 0,1 0 0,0 0 0,1-1 0,0 1 0,0-1 0,11 11 0,-9-10 0,0-1 0,0 0 0,0-1 0,1 1 0,0-2 0,0 1 0,0-1 0,1 0 0,0-1 0,-1 0 0,1 0 0,0-1 0,15 2 0,92-3 72,-59-2-1509,-42 1-5389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03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3407 110 24575,'56'-6'0,"-45"2"0,-11 3 0,1 1 0,-1 0 0,0 0 0,0 0 0,0-1 0,0 1 0,0 0 0,-1 0 0,1 0 0,0 0 0,0 0 0,0-1 0,0 1 0,0 0 0,0 0 0,0 0 0,0 0 0,0-1 0,0 1 0,0 0 0,0 0 0,-1 0 0,1 0 0,0 0 0,0 0 0,0-1 0,0 1 0,0 0 0,0 0 0,-1 0 0,1 0 0,0 0 0,0 0 0,-1 0 0,-19-7 0,-20-1 0,-1 1 0,-54 0 0,-87 6 0,102 2 0,-114 0-7,-442-2-95,198-12-447,-25-2 549,-95 0 0,286 8 43,-9 0 572,246 8-615,21 0 0,0-1 0,0 0 0,1 0 0,-1-2 0,-21-4 0,33 6-195,-1-1 0,1 0 0,-1 1 0,1 0 0,-1-1 0,-3 1 0,-4 2-6631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07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3693 104 24575,'500'-14'0,"-508"14"0,0 1 0,0 0 0,-10 4 0,-21 2 0,-188-6 0,116-2 0,81 1 0,-238-9 0,40 3 0,6 1 0,-218-5 0,284 11 0,-16-10 0,106 5 0,-71 3 0,-10 0 0,69-7 0,31 2 0,-70-9 0,114 15 0,-224-14 0,126 7 0,4-1 0,76 9 0,0 0 0,-38 7 0,-55 6 0,88-10 0,-1-3 0,1 0 0,0-1 0,-48-7 0,-5 0 0,-13-3 0,42 5 0,0 2 0,-57 5 0,28-1 0,-195-1 0,259 1-125,0 1 0,0 1 1,0 0-1,-15 5 0,20-5-616,-2 1-6085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15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2882 1 24575,'19'0'0,"23"1"0,-37 1 0,-9 2 0,-11 1 0,-56 1 0,4 0 0,-199 28 0,208-28 0,-82 3 0,-638-10 0,691-6 0,3-1 0,22 9 0,14 0 0,-66-8 0,18-1 0,-135 6 0,116 4 0,-401-2 0,495-1 0,-30-6 0,29 4 0,-29-1 0,0 4 0,133-13 0,-1 12 0,84 9 0,-64-2 0,381 23 0,-404-26 0,276 9 0,220-13 0,-432-6 0,-15 0 0,-20-1 0,7 1 0,-69 7-116,290 9-1133,-309-6-5577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17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1616 152 24575,'0'0'0,"5"-1"0,1 0 0,-1 0 0,0 0 0,0 0 0,0-1 0,0 0 0,0 0 0,0 0 0,7-5 0,-11 7 0,-1-1 0,0 1 0,0 0 0,0 0 0,0 0 0,0 0 0,0-1 0,0 1 0,0 0 0,0 0 0,1 0 0,-1-1 0,0 1 0,0 0 0,0 0 0,0 0 0,0-1 0,0 1 0,0 0 0,0 0 0,-1 0 0,1-1 0,0 1 0,0 0 0,0 0 0,0 0 0,0-1 0,0 1 0,0 0 0,0 0 0,0 0 0,-1 0 0,1-1 0,0 1 0,0 0 0,0 0 0,0 0 0,0 0 0,-1 0 0,1 0 0,0-1 0,0 1 0,0 0 0,-1 0 0,1 0 0,0 0 0,0 0 0,0 0 0,-1 0 0,1 0 0,0 0 0,0 0 0,0 0 0,-1 0 0,1 0 0,-17-4 0,14 3 0,-34-5 0,-1 2 0,-64 0 0,11 1 0,-230-15 0,-89-7 0,109 5 0,179 6 0,120 14 0,-4-1 0,4 0 0,0 1 0,-1-1 0,1 1 0,0 0 0,-1 0 0,1 0 0,-1 0 0,1 0 0,0 1 0,-4 0 0,6-1 0,0 0 0,-1 0 0,1 0 0,0 0 0,0 0 0,0 0 0,0 1 0,0-1 0,0 0 0,0 0 0,-1 0 0,1 0 0,0 0 0,0 0 0,0 0 0,0 1 0,0-1 0,0 0 0,0 0 0,0 0 0,0 0 0,0 0 0,0 0 0,0 1 0,0-1 0,0 0 0,0 0 0,0 0 0,0 0 0,0 0 0,0 1 0,0-1 0,0 0 0,0 0 0,0 0 0,0 0 0,0 0 0,0 1 0,0-1 0,0 0 0,0 0 0,0 0 0,1 0 0,-1 0 0,0 0 0,0 0 0,0 0 0,0 1 0,0-1 0,0 0 0,0 0 0,1 0 0,-1 0 0,0 0 0,0 0 0,0 0 0,0 0 0,0 0 0,0 0 0,1 0 0,-1 0 0,0 0 0,10 5 0,-9-5 0,9 4 0,1-1 0,-1-1 0,1 1 0,18 0 0,47-1 0,-49-2 0,358-1-119,117 1-770,-189 14 467,-287-9 465,-17 0 272,-9-5-294,0 1-1,0-1 1,0 0 0,0 0-1,0 1 1,0-1 0,0 0-1,0 1 1,0-1-1,0 0 1,-1 1 0,1-1-1,0 0 1,0 0 0,0 1-1,0-1 1,-1 0 0,1 0-1,0 1 1,0-1-1,0 0 1,-1 0 0,1 0-1,0 1 1,0-1 0,-1 0-1,1 0 1,0 0 0,-1 0-1,1 0 1,0 0-1,0 0 1,-1 1 0,-11 3 27,-1 0 1,1-1-1,-1 0 1,1-1 0,-1 0-1,-13 0 1,14-1-19,-167 6-30,61-3 0,-509-5 0,557-2 0,-133-11 0,170 10 0,0-3 0,0 0 0,0-2 0,-33-14 0,-18-17-1365,71 33-5461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2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1666 120 24575,'23'-5'0,"37"-4"0,-55 8 0,-163-6 0,21 0 0,18 6 0,-331-14 0,418 13 0,-375-43 0,336 37 0,-17-2 0,78 8 0,0 0 0,0 2 0,0-1 0,0 1 0,0 1 0,0-1 0,0 2 0,-14 3 0,11-3 0,0 1 0,0-2 0,0 0 0,0-1 0,0 0 0,0-1 0,0 0 0,0-1 0,-15-4 0,-15-3-1365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23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 24575,'0'-3'0,"0"0"0,0 1 0,0-1 0,1 0 0,-1 1 0,1-1 0,0 0 0,-1 1 0,1-1 0,1 1 0,-1-1 0,0 1 0,0 0 0,1-1 0,-1 1 0,1 0 0,0 0 0,0 0 0,2-2 0,0 1 0,0 1 0,0-1 0,0 1 0,0 0 0,1 1 0,-1-1 0,0 1 0,1 0 0,-1 0 0,9-1 0,35-1 0,65 3 0,-45 1 0,-45 0 0,461 7 0,-69 10 0,-346-16 0,145 8 0,21-5 0,-210-7 0,-1-1 0,0-1 0,43-13 0,-77 15 0,-9 1 0,-155 14 0,-83 3-1365,216-11-5461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5:25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2210 31 24575,'5'-1'0,"-2"1"0,-1-1 0,1 0 0,-1 1 0,0-1 0,1 0 0,3-2 0,-6 2 0,0 1 0,0 0 0,0 0 0,0 0 0,0-1 0,-1 1 0,1 0 0,0 0 0,0 0 0,0-1 0,0 1 0,0 0 0,0 0 0,0 0 0,-1 0 0,1-1 0,0 1 0,0 0 0,0 0 0,0 0 0,-1 0 0,1 0 0,0 0 0,0 0 0,0-1 0,-1 1 0,1 0 0,0 0 0,0 0 0,0 0 0,-1 0 0,1 0 0,0 0 0,0 0 0,-1 0 0,1 0 0,0 0 0,-15-3 0,13 2 0,-20-4 0,1 2 0,-41-3 0,-46 7 0,41 0 0,8-1 0,-292 9 0,-78-2 0,266-8 0,-582 1 0,731 1 0,1 0 0,-19 4 0,18-2 0,-26 2 0,31-5-227,0-1-1,1 1 1,-1-2-1,1 1 1,-12-4-1,10 2-6598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08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24575,'62'61'0,"293"278"0,-339-330 0,-16-9 0,0 0 0,0 0 0,1 0 0,-1 0 0,0 0 0,0 0 0,0 0 0,0 0 0,0 0 0,0 0 0,0 0 0,0 0 0,0 0 0,0 0 0,0 0 0,0 0 0,0 0 0,0 0 0,0 0 0,1 0 0,-1 0 0,0 0 0,0 0 0,0 0 0,0 0 0,0 0 0,0 0 0,0 0 0,0 0 0,0 0 0,0 0 0,0 0 0,0-1 0,0 1 0,0 0 0,0 0 0,0 0 0,0 0 0,0 0 0,0 0 0,0 0 0,0 0 0,0 0 0,0 0 0,0 0 0,0 0 0,0 0 0,0 0 0,0 0 0,0-1 0,0 1 0,0 0 0,0 0 0,0 0 0,0 0 0,0 0 0,0 0 0,0 0 0,0 0 0,-6-9 0,-44-39 27,28 27-723,-36-42 0,52 54-6130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09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88 24575,'3'-5'0,"0"-1"0,-1 1 0,0-1 0,0 1 0,-1-1 0,1 0 0,-1 1 0,0-1 0,-1 0 0,1 0 0,-1 0 0,-1-8 0,1 14 0,0 0 0,0 0 0,0-1 0,0 1 0,0 0 0,0 0 0,0-1 0,0 1 0,-1 0 0,1 0 0,0-1 0,0 1 0,0 0 0,0 0 0,0 0 0,0-1 0,0 1 0,-1 0 0,1 0 0,0 0 0,0 0 0,0-1 0,-1 1 0,1 0 0,0 0 0,0 0 0,0 0 0,-1 0 0,1 0 0,0-1 0,0 1 0,-1 0 0,-6 5 0,-6 14 0,11-17 0,-44 74 0,-19 27 0,38-59 0,20-32 0,1 0 0,-2-1 0,0 0 0,0-1 0,-19 19 0,26-28-114,0 0 1,0 0-1,-1 0 0,1 0 0,0-1 1,-1 1-1,1 0 0,0-1 0,-1 1 1,1-1-1,-4 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0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60 24575,'-3'-4'0,"-1"-1"0,1 1 0,0 0 0,-1 0 0,0 0 0,0 0 0,0 1 0,-1-1 0,1 1 0,-1 0 0,1 1 0,-1-1 0,0 1 0,0 0 0,0 0 0,-1 0 0,1 1 0,0 0 0,-1 0 0,1 0 0,0 1 0,-1 0 0,1 0 0,-1 0 0,1 0 0,-1 1 0,1 0 0,-9 3 0,3-1 0,0 1 0,0 0 0,1 0 0,-1 2 0,1-1 0,0 1 0,0 1 0,-10 8 0,15-11 0,1 0 0,-1 0 0,1 0 0,0 1 0,1 0 0,-1-1 0,1 1 0,-1 1 0,2-1 0,-1 0 0,0 1 0,1-1 0,0 1 0,1 0 0,-1 0 0,1 0 0,-1 8 0,3 0 0,1-1 0,0 1 0,1-1 0,0 0 0,7 18 0,-3-11 0,3 22 0,5 66 0,0 3 0,16 2 0,-5-26 0,-23-73 0,-3-11 0,1 0 0,-1 0 0,1 0 0,0 0 0,-1-1 0,1 1 0,3 4 0,-4-6 0,1-1 0,-1 1 0,1 0 0,0-1 0,-1 1 0,1-1 0,0 0 0,0 1 0,-1-1 0,1 1 0,0-1 0,0 0 0,0 0 0,-1 1 0,1-1 0,0 0 0,0 0 0,0 0 0,0 0 0,-1 0 0,1 0 0,0 0 0,0 0 0,0 0 0,0 0 0,0-1 0,-1 1 0,1 0 0,0-1 0,0 1 0,0-1 0,13-3 0,0 0 0,0 1 0,0 1 0,0 0 0,25 0 0,-5 0 0,-32 3 5,-1-1-1,0 0 1,1 0-1,-1 0 0,0-1 1,0 1-1,0 0 1,1 0-1,-1-1 1,0 1-1,0-1 0,0 1 1,1-1-1,-1 1 1,0-1-1,0 0 1,0 0-1,0 1 1,0-1-1,0 0 0,-1 0 1,1 0-1,0 0 1,0 0-1,-1 0 1,2-2-1,-2 2-82,0-1 0,0 0 0,0 1-1,0-1 1,0 0 0,0 1 0,-1-1 0,1 0 0,0 1-1,-1-1 1,1 0 0,-1 1 0,0-1 0,0 1 0,1-1-1,-1 1 1,0-1 0,-2-1 0,-5-7-6748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0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24575,'1'0'0,"1"-1"0,-1 1 0,0 0 0,0-1 0,0 1 0,1 0 0,-1 0 0,0 0 0,0 0 0,1 0 0,-1 0 0,0 0 0,0 1 0,1-1 0,-1 0 0,0 1 0,0-1 0,0 1 0,0-1 0,1 1 0,-1 0 0,0-1 0,0 1 0,0 0 0,0 0 0,-1 0 0,1 0 0,0 0 0,0 0 0,1 1 0,3 5 0,-1 0 0,1 0 0,4 11 0,-6-13 0,50 83 0,-52-87 0,-1 0 0,1 0 0,-1 0 0,1-1 0,-1 1 0,1 0 0,-1-1 0,1 1 0,0 0 0,-1-1 0,1 1 0,0-1 0,0 1 0,-1-1 0,1 1 0,0-1 0,0 0 0,0 1 0,1-1 0,-2 0 0,1 0 0,-1 0 0,0 0 0,1 0 0,-1-1 0,1 1 0,-1 0 0,1 0 0,-1-1 0,0 1 0,1 0 0,-1-1 0,1 1 0,-1-1 0,0 1 0,1 0 0,-1-1 0,0 1 0,0-1 0,1 1 0,-1-1 0,0 1 0,0-2 0,2-4 0,0 0 0,-1-1 0,2-11 0,-3 14 0,1-2 0,-1 1 0,1-1 0,1 1 0,-1 0 0,1 0 0,0 0 0,0 0 0,0 0 0,1 0 0,-1 1 0,1-1 0,5-5 0,-6 8 0,0 0 0,1 0 0,-1 0 0,1 0 0,-1 0 0,1 1 0,0-1 0,0 1 0,0 0 0,0 0 0,-1 0 0,2 0 0,-1 0 0,0 1 0,0-1 0,0 1 0,0 0 0,0 0 0,0 0 0,0 0 0,1 1 0,3 0 0,2 1 0,-1 1 0,1 0 0,0 1 0,-1 0 0,0 0 0,1 0 0,-2 1 0,1 1 0,8 7 0,-1 0 0,0 1 0,-1 1 0,14 19 0,-22-27 0,-1 1 0,-1 0 0,1 0 0,-1 0 0,3 10 0,-7-17-45,1-1-1,-1 1 1,0-1-1,0 0 1,0 1-1,0-1 1,0 1-1,1-1 1,-1 0-1,0 1 1,0-1-1,0 1 1,0-1-1,0 0 1,0 1-1,0-1 1,-1 1-1,1-1 1,0 1-1,0-1 1,0 0-1,0 1 1,0-1-1,-1 1 0,1-1 1,0 0-1,0 1 1,-1-1-1,1 1 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1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24575,'5'-8'0,"0"1"0,1-1 0,0 1 0,0 0 0,0 0 0,1 1 0,13-10 0,-16 13 0,1 0 0,0 0 0,0 1 0,0 0 0,0 0 0,0 0 0,0 0 0,0 1 0,1 0 0,-1 0 0,1 0 0,-1 1 0,1-1 0,6 2 0,-9 0 0,0-1 0,0 1 0,0 1 0,0-1 0,-1 0 0,1 1 0,0-1 0,-1 1 0,1 0 0,-1 0 0,0 0 0,0 0 0,1 0 0,-1 0 0,-1 0 0,1 1 0,0-1 0,0 1 0,-1 0 0,0-1 0,1 1 0,0 5 0,2 3 0,0 0 0,-1 1 0,0-1 0,1 18 0,4 82 0,6 46 0,0-85 0,34 101 0,-40-147 0,-4-13 0,-1 0 0,-1 0 0,0 0 0,-1 1 0,0-1 0,-1 0 0,-2 16 0,2-27 0,-1 1 0,0-1 0,1 1 0,-1-1 0,-1 0 0,1 0 0,0 1 0,0-1 0,-1 0 0,1 0 0,-1 0 0,0 0 0,0-1 0,1 1 0,-1 0 0,0-1 0,-1 1 0,1-1 0,0 0 0,0 0 0,0 0 0,-1 0 0,1 0 0,-1 0 0,-2 0 0,-7 2 0,0 0 0,-1-1 0,-20 1 0,-63-2-1365,81-1-5461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1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0 24575,'-218'0'-1365,"206"0"-5461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2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29 24575,'-27'-5'0,"-11"-2"0,-2 1 0,3 1 0,6 2 0,6 0 0,7 5 0,4 0 0,2 2 0,3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6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 24575,'-6'-3'0,"5"9"0,6 10 0,4-4 0,1 1 0,0-1 0,1-1 0,0 0 0,15 11 0,-1-1 0,31 29 0,47 43 0,-94-83 0,-7-8 0,-1 0 0,1 1 0,0-1 0,0 0 0,1 0 0,-1 0 0,0-1 0,6 4 0,-8-5 0,0 0 0,0 0 0,0 0 0,0-1 0,0 1 0,0 0 0,0 0 0,0 0 0,0 0 0,0 0 0,0-1 0,0 1 0,0 0 0,0 0 0,0 0 0,0 0 0,0 0 0,0-1 0,0 1 0,0 0 0,0 0 0,0 0 0,0 0 0,0 0 0,0-1 0,0 1 0,0 0 0,0 0 0,0 0 0,0 0 0,0 0 0,0-1 0,0 1 0,-1 0 0,1 0 0,0 0 0,0 0 0,0 0 0,0 0 0,0 0 0,0 0 0,-1 0 0,1-1 0,0 1 0,-6-8 0,-29-35-1365,22 28-5461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6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0 24575,'-16'43'0,"-6"55"0,17-69 0,-1 0 0,-2-1 0,-13 35 0,-8-10-1365,25-45-5461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6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0 24575,'-42'7'0,"1"2"0,-55 19 0,93-27 0,1 0 0,-1 0 0,0 0 0,1 1 0,-1-1 0,1 1 0,-1-1 0,1 1 0,0 0 0,-1 0 0,1 0 0,0 0 0,0 1 0,1-1 0,-1 1 0,-2 3 0,3-3 0,1-1 0,-1 0 0,1 1 0,-1-1 0,1 1 0,0-1 0,0 0 0,0 1 0,0-1 0,0 1 0,1-1 0,-1 0 0,1 1 0,-1-1 0,1 0 0,0 1 0,0-1 0,0 0 0,0 0 0,2 3 0,3 3 0,0 0 0,0 0 0,1 0 0,0-1 0,0-1 0,0 1 0,1-1 0,0 0 0,10 5 0,11 5 0,44 16 0,-13-6 0,-59-25 0,1-1 0,-1 1 0,0 0 0,0-1 0,0 1 0,0 0 0,0 0 0,1 0 0,-1-1 0,-1 1 0,1 0 0,0 0 0,0 0 0,0 1 0,0 0 0,-1-1 0,0 0 0,0-1 0,0 1 0,0-1 0,0 1 0,0 0 0,-1-1 0,1 1 0,0 0 0,0-1 0,-1 1 0,1-1 0,0 1 0,-1-1 0,1 1 0,-1-1 0,1 1 0,0-1 0,-1 1 0,1-1 0,-1 1 0,0-1 0,1 0 0,-1 1 0,1-1 0,-1 0 0,0 0 0,1 1 0,-1-1 0,1 0 0,-1 0 0,-1 0 0,-6 3 0,0-1 0,0 0 0,0 0 0,0-1 0,-12 1 0,-44-3 0,29 0 0,-82 0-1365,102 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7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27 24575,'0'-2'0,"0"0"0,0 0 0,0 0 0,0 0 0,-1 0 0,1 0 0,0 1 0,-1-1 0,1 0 0,-3-3 0,3 5 0,0-1 0,0 1 0,0 0 0,0 0 0,-1 0 0,1 0 0,0 0 0,0-1 0,-1 1 0,1 0 0,0 0 0,0 0 0,0 0 0,-1 0 0,1 0 0,0 0 0,0 0 0,-1 0 0,1 0 0,0 0 0,0 0 0,-1 0 0,1 0 0,0 0 0,0 0 0,0 0 0,-1 0 0,1 0 0,0 0 0,-1 1 0,-10 9 0,-7 13 0,1 2 0,1 0 0,-24 51 0,23-42 0,7-13 0,1 0 0,1 0 0,0 1 0,2 0 0,0 0 0,-2 28 0,6-35 0,1-1 0,1 1 0,0-1 0,1 0 0,1 1 0,0-1 0,1 0 0,0 0 0,1 0 0,12 26 0,-7-22 0,1-1 0,1 0 0,1-1 0,0-1 0,1 0 0,0 0 0,21 16 0,-15-15 0,1-2 0,0 0 0,1-1 0,1-1 0,34 14 0,-53-25-195,0 1 0,0-1 0,1-1 0,-1 1 0,0 0 0,7 0 0,0-2-6631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8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24575,'0'0'0,"0"0"0,0 0 0,0 0 0,0-1 0,0 1 0,-1 0 0,1 0 0,0 0 0,0 0 0,0 0 0,-1-1 0,1 1 0,0 0 0,0 0 0,0 0 0,-1 0 0,1 0 0,0 0 0,0 0 0,0 0 0,-1 0 0,1 0 0,0 0 0,0 0 0,0 0 0,-1 0 0,1 0 0,0 0 0,0 0 0,0 0 0,-1 0 0,1 0 0,0 0 0,0 0 0,-1 1 0,-3 7 0,1 13 0,3-9 0,1 0 0,-1 0 0,2 0 0,0 0 0,5 16 0,1-3 0,15 34 0,-22-57 0,8 17 0,-8-18 0,-1 0 0,0-1 0,0 1 0,1-1 0,-1 1 0,0-1 0,1 1 0,-1-1 0,0 1 0,1-1 0,-1 0 0,1 1 0,-1-1 0,1 1 0,-1-1 0,1 0 0,-1 1 0,1-1 0,-1 0 0,1 0 0,-1 1 0,1-1 0,0 0 0,-1 0 0,1 0 0,0 0 0,0 0 0,-1-1 0,1 1 0,-1-1 0,1 1 0,-1-1 0,1 0 0,-1 1 0,1-1 0,-1 0 0,0 1 0,0-1 0,1 0 0,-1 0 0,0 1 0,0-1 0,0 0 0,1 0 0,-1 1 0,0-2 0,0-18 0,0 15 0,0-28 0,-1 14 0,3-30 0,-1 44 0,-1 0 0,1 0 0,1 0 0,-1 0 0,1 0 0,0 0 0,0 0 0,0 0 0,1 0 0,4-5 0,-6 8 0,1 1 0,-1-1 0,1 1 0,-1-1 0,1 1 0,0 0 0,0 0 0,0-1 0,0 1 0,-1 1 0,1-1 0,1 0 0,-1 0 0,0 1 0,0-1 0,0 1 0,0 0 0,0 0 0,0 0 0,1 0 0,-1 0 0,0 0 0,0 0 0,0 1 0,0-1 0,3 2 0,6 1 0,-1 1 0,1 0 0,17 12 0,-12-8 0,5 3 0,0 1 0,-1 1 0,0 1 0,-2 1 0,1 1 0,-2 0 0,18 22 0,-28-29 120,-7-8-158,0-1 0,0 0 0,0 0-1,0 1 1,0-1 0,0 0 0,0 1 0,0-1 0,0 0 0,0 0 0,0 1 0,0-1 0,0 0 0,0 0 0,0 1 0,0-1 0,0 0-1,-1 0 1,1 0 0,0 1 0,0-1 0,0 0 0,0 0 0,0 1 0,-1-1 0,1 0 0,0 0 0,0 0 0,0 0 0,-1 1 0,1-1-1,0 0 1,0 0 0,0 0 0,-1 0 0,1 0 0,0 0 0,-1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8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35 24575,'-6'-35'0,"17"83"0,36 282 0,-43-303 0,-2 48 0,-3-92-455,-2 1 0,-7-26 0,5 26-6371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9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601 46 24575,'-2'-3'0,"0"0"0,0-1 0,0 1 0,0 1 0,-1-1 0,1 0 0,-1 1 0,0-1 0,0 1 0,0 0 0,0 0 0,0 0 0,0 0 0,0 0 0,-1 1 0,1-1 0,-1 1 0,1 0 0,-1 0 0,1 1 0,-1-1 0,0 1 0,-6-1 0,-7 2 0,0 0 0,0 1 0,-32 8 0,22-5 0,6-1 0,-309 48 0,305-49-1365,5 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19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24575,'0'-1'0,"0"0"0,1 0 0,-1 0 0,1-1 0,-1 1 0,1 0 0,0 0 0,-1 0 0,1 0 0,0 0 0,0 0 0,0 0 0,0 0 0,0 0 0,0 1 0,0-1 0,0 0 0,0 1 0,0-1 0,0 0 0,0 1 0,2-1 0,0 1 0,-1-1 0,0 1 0,0 0 0,0 0 0,0 1 0,1-1 0,-1 0 0,0 1 0,0-1 0,0 1 0,0 0 0,2 1 0,6 2 0,-1 1 0,-1 1 0,1 0 0,10 9 0,13 14 0,-2 0 0,-1 2 0,-2 1 0,32 46 0,-41-49 0,-1 1 0,-1 0 0,-1 1 0,-2 1 0,16 58 0,-26-78 0,-1 0 0,0 0 0,-1 0 0,0 0 0,-1 0 0,0 0 0,-1 0 0,-1 1 0,0-1 0,-3 12 0,0-10 0,0 1 0,-1-1 0,-1 0 0,0-1 0,-1 0 0,0 0 0,-16 19 0,4-11 40,1-1 0,-31 22 0,-8 8-1525,46-38-5341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27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24 24575,'76'-1'0,"-92"-1"0,-23-4 0,-55 0 0,77 6-105,8 1-105,1-1 0,0 0 0,-1-1 0,1 0 0,-14-3 0,13 1-6616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28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15 24575,'-9'-2'0,"-7"-1"0,-2-1 0,-1 2 0,1 0 0,0 1 0,1 0 0,2 1 0,0 0 0,0 3 0,1 0 0,-1 0 0,1 0 0,0-1 0,0-1 0,-1 2 0,3 1-8191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30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 24575,'-9'-3'0,"4"2"0,11 9 0,29 30 0,2-1 0,58 45 0,-11-12 0,37 30 0,-88-74 0,-26-21 0,-9-10 0,-14-15 0,11 13 0,-18-21-1365,13 16-5461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30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9 24575,'-2'-2'0,"-1"1"0,1 0 0,-1 0 0,0 0 0,1 0 0,-1 1 0,0-1 0,0 1 0,0 0 0,1-1 0,-1 1 0,0 1 0,0-1 0,0 0 0,1 1 0,-1-1 0,0 1 0,1 0 0,-1 0 0,-3 1 0,2 1 0,-1 0 0,1 0 0,0 0 0,0 0 0,0 1 0,0 0 0,1 0 0,-1 0 0,-4 8 0,1-2 0,-122 176 0,112-161-589,-19 38 1,35-61 400,-4 6-6638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38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10 24575,'-1'-2'0,"-1"1"0,0 0 0,0 0 0,0 0 0,0 0 0,0 1 0,0-1 0,0 0 0,0 1 0,0 0 0,-1-1 0,1 1 0,0 0 0,0 0 0,0 0 0,0 0 0,-1 1 0,1-1 0,0 0 0,0 1 0,-3 1 0,-6 1 0,-1 1 0,-14 8 0,25-12 0,-6 3 0,0 1 0,1 0 0,-1 0 0,1 0 0,-1 1 0,1 0 0,-8 8 0,13-11 0,-1 0 0,0 0 0,1 1 0,-1-1 0,1 1 0,0-1 0,0 1 0,0-1 0,0 1 0,0 0 0,1 0 0,-1-1 0,1 1 0,-1 0 0,1 0 0,0 0 0,0-1 0,1 1 0,-1 0 0,0 0 0,1-1 0,0 1 0,0 0 0,1 3 0,0-3 0,0 1 0,0 0 0,0-1 0,1 1 0,-1-1 0,1 1 0,0-1 0,0 0 0,0 0 0,1-1 0,-1 1 0,1-1 0,-1 1 0,1-1 0,0 0 0,7 3 0,6 0 0,-1 0 0,32 5 0,-31-7-195,1 0 0,0-2 0,-1 0 0,1-1 0,0-1 0,22-4 0,-28 2-6631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39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14 24575,'-2'-2'0,"0"1"0,-1-1 0,1 1 0,-1 0 0,1-1 0,-1 1 0,0 0 0,1 1 0,-1-1 0,0 0 0,0 1 0,1 0 0,-1-1 0,0 1 0,0 0 0,0 1 0,-5 0 0,5 0 0,0 0 0,0 1 0,-1-1 0,1 1 0,0 0 0,0 0 0,1 0 0,-1 0 0,0 0 0,1 0 0,-1 1 0,-2 4 0,-3 4 0,1 1 0,0 0 0,1 0 0,0 0 0,1 1 0,-3 14 0,2-6 0,1 0 0,2 1 0,0-1 0,1 1 0,1 0 0,1 0 0,1-1 0,1 1 0,1 0 0,1-1 0,1 1 0,1-1 0,14 35 0,-14-42 0,1 0 0,1 0 0,0-1 0,1 0 0,11 13 0,-12-18 0,-1 0 0,1 0 0,1 0 0,0-1 0,0-1 0,0 1 0,18 8 0,-25-14-124,-1-1 0,1 1 0,-1-1 0,1 1 0,-1-1 0,1 0-1,-1 1 1,1-1 0,-1 0 0,3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39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24575,'0'19'0,"1"0"0,1 0 0,1-1 0,0 0 0,2 1 0,0-1 0,14 32 0,-19-49 0,1 0 0,-1 1 0,1-1 0,0 0 0,0 0 0,-1 1 0,1-1 0,0 0 0,0 0 0,0 0 0,0 0 0,0 0 0,0 0 0,0 0 0,1-1 0,-1 1 0,0 0 0,0-1 0,1 1 0,-1-1 0,0 1 0,1-1 0,-1 0 0,1 1 0,-1-1 0,0 0 0,1 0 0,-1 0 0,1 0 0,1 0 0,0-1 0,-1 0 0,1 0 0,-1 0 0,1 0 0,-1 0 0,0 0 0,0 0 0,1-1 0,-1 1 0,0-1 0,0 0 0,-1 0 0,1 1 0,0-1 0,0 0 0,1-3 0,1-2 0,0-1 0,-1 0 0,0 0 0,0 0 0,2-10 0,-4 10 0,2 1 0,-1-1 0,1 1 0,0-1 0,8-12 0,-11 19 0,1 0 0,0 0 0,0 0 0,0 0 0,0 0 0,0 0 0,0 0 0,0 0 0,1 0 0,-1 0 0,0 1 0,0-1 0,1 1 0,-1-1 0,0 1 0,1-1 0,-1 1 0,1 0 0,-1-1 0,1 1 0,-1 0 0,0 0 0,1 0 0,-1 0 0,1 1 0,-1-1 0,1 0 0,-1 0 0,0 1 0,1-1 0,-1 1 0,2 0 0,4 3 0,0 0 0,0 0 0,0 1 0,9 8 0,-10-9 0,17 15 0,8 4 0,-2 1 0,0 2 0,34 40 0,-60-60-1365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0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24575,'0'-1'0,"0"1"0,1-1 0,-1 1 0,0 0 0,0-1 0,1 1 0,-1-1 0,0 1 0,0 0 0,1-1 0,-1 1 0,0 0 0,1-1 0,-1 1 0,1 0 0,-1-1 0,0 1 0,1 0 0,-1 0 0,1-1 0,-1 1 0,1 0 0,-1 0 0,1 0 0,-1 0 0,1 0 0,-1 0 0,1 0 0,-1 0 0,1 0 0,1 0 0,-1 1 0,0-1 0,0 1 0,0-1 0,0 1 0,0 0 0,0 0 0,0-1 0,0 1 0,0 0 0,1 2 0,3 2 0,-1 1 0,0 0 0,4 8 0,5 16 0,-1 0 0,-2 1 0,-1 1 0,7 47 0,2 6 0,-16-75-70,-4-16 244,-6-16-1643,3 7-5357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0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 24575,'-49'0'0,"-195"3"0,165 2 0,-86 16 0,86-7-1365,61-9-5461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1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24575,'30'10'0,"-1"1"0,-1 1 0,0 1 0,0 2 0,-2 1 0,0 1 0,0 1 0,-2 1 0,0 1 0,-2 1 0,0 2 0,-1 0 0,-2 1 0,0 0 0,-1 2 0,-2 0 0,-1 1 0,-1 1 0,-1 0 0,16 52 0,-21-49 0,-1-1 0,-1 2 0,1 35 0,-6-52 0,-1 0 0,-1 1 0,0-1 0,-1 0 0,-1 0 0,0 0 0,-1-1 0,-10 24 0,10-27 0,-1-1 0,-1 1 0,0-1 0,-1-1 0,0 1 0,0-1 0,-1 0 0,0-1 0,0 1 0,-1-2 0,0 1 0,-1-1 0,0-1 0,0 0 0,0 0 0,0-1 0,-14 5 0,-45 13-1365,52-18-5461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5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24575,'0'11'0,"0"1"0,1 0 0,1-1 0,4 17 0,-5-24 0,0 0 0,0 0 0,1 0 0,0 0 0,-1-1 0,2 1 0,-1-1 0,0 1 0,1-1 0,-1 0 0,1 0 0,0 0 0,0 0 0,0-1 0,0 1 0,5 2 0,-7-4 0,0-1 0,0 1 0,0-1 0,0 0 0,0 1 0,0-1 0,0 0 0,0 0 0,1 0 0,-1 0 0,0 1 0,0-2 0,0 1 0,0 0 0,0 0 0,0 0 0,0 0 0,0-1 0,0 1 0,2-1 0,-1-1 0,1 1 0,-1-1 0,0 1 0,0-1 0,1 0 0,-1 0 0,0 0 0,1-2 0,3-4 0,-1 0 0,0 0 0,7-16 0,-5 4 0,-5 14 0,0 1 0,0-1 0,0 0 0,1 1 0,5-8 0,-8 12 0,1 0 0,0 0 0,0 0 0,-1 1 0,1-1 0,0 0 0,0 1 0,0-1 0,0 0 0,0 1 0,0-1 0,0 1 0,0 0 0,0-1 0,0 1 0,0 0 0,0-1 0,0 1 0,0 0 0,0 0 0,0 0 0,0 0 0,1 0 0,-1 0 0,0 0 0,0 1 0,0-1 0,0 0 0,0 1 0,0-1 0,0 0 0,0 1 0,0-1 0,0 1 0,1 1 0,17 10 0,-1 1 0,26 24 0,21 15 0,-36-32-1365,-17-11-5461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4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913 74 24575,'33'-15'0,"-5"1"0,1 2 0,0 1 0,40-9 0,-57 19 0,-12 1 0,0 0 0,0 0 0,0 0 0,0 0 0,0 0 0,0 0 0,0 0 0,0 0 0,0 0 0,0 0 0,0 0 0,0 0 0,1 0 0,-1 0 0,0 0 0,0 0 0,0 0 0,0 0 0,0 1 0,0-1 0,0 0 0,0 0 0,0 0 0,0 0 0,0 0 0,0 0 0,0 0 0,0 0 0,0 0 0,0 0 0,0 0 0,0 0 0,0 0 0,0 0 0,0 1 0,0-1 0,0 0 0,0 0 0,-1 0 0,1 0 0,0 0 0,0 0 0,0 0 0,0 0 0,0 0 0,0 0 0,0 0 0,0 0 0,0 0 0,0 0 0,0 0 0,0 0 0,0 0 0,0 0 0,0 0 0,0 0 0,0 0 0,-1 0 0,1 0 0,0 0 0,0 0 0,0 0 0,0 0 0,-20 8 0,-71 7 0,-1-5 0,-111-1 0,-496-9 0,737 17 0,99 28 0,157 61 0,-270-96 0,110 53 0,-130-61 0,0 0 0,0 1 0,0-1 0,0 1 0,-1 0 0,1 0 0,-1 0 0,0 0 0,0 1 0,0 0 0,-1-1 0,4 7 0,-5-8 0,0 0 0,0 0 0,-1 0 0,1 0 0,-1 0 0,0 0 0,1 0 0,-1 0 0,0 0 0,0 0 0,0 0 0,-1 0 0,1 0 0,0-1 0,-1 1 0,1 0 0,-1 0 0,0 0 0,1 0 0,-1 0 0,0-1 0,0 1 0,0 0 0,0-1 0,-1 1 0,1 0 0,0-1 0,-1 0 0,1 1 0,-3 1 0,-8 6 0,0-1 0,0 0 0,0-1 0,-1-1 0,-15 7 0,-72 20 0,63-22 0,-37 15 0,64-21 0,-17 6 0,1 1 0,0 1 0,1 1 0,-37 29 0,24-11 0,21-15 0,-1-2 0,-1 0 0,-32 19 0,41-29 0,5-3 0,1 0 0,0 0 0,0 0 0,0 1 0,0 0 0,-5 4 0,9-7 0,0 0 0,0 1 0,-1-1 0,1 0 0,0 0 0,0 1 0,0-1 0,-1 0 0,1 0 0,0 1 0,0-1 0,0 0 0,0 1 0,0-1 0,0 0 0,-1 0 0,1 1 0,0-1 0,0 0 0,0 1 0,0-1 0,0 0 0,0 1 0,0-1 0,0 0 0,0 1 0,1-1 0,-1 0 0,0 0 0,0 1 0,0-1 0,0 0 0,0 1 0,0-1 0,1 1 0,12 5 0,17-3 0,76-2 0,51 3 0,258 5 0,-370-12 0,47-8 0,-91 11-114,1 0 1,-1 0-1,1-1 0,-1 1 0,1 0 1,-1-1-1,1 0 0,-1 1 0,1-1 1,-1 0-1,2-1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6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377 116 24575,'-82'-37'0,"42"18"0,-1 2 0,-83-23 0,121 39 0,0 1 0,0-1 0,0 1 0,1 0 0,-1-1 0,0 1 0,0 1 0,0-1 0,0 0 0,0 1 0,0 0 0,1-1 0,-1 1 0,0 0 0,0 0 0,1 1 0,-4 1 0,3-1 0,0 1 0,1-1 0,-1 1 0,1-1 0,0 1 0,0 0 0,0 0 0,0 0 0,0 0 0,1 0 0,-1 0 0,1 1 0,-2 6 0,2-5 0,-1 1 0,1-1 0,0 1 0,1-1 0,-1 1 0,1 0 0,0-1 0,2 9 0,-2-11 0,1 1 0,0 0 0,1 0 0,-1-1 0,1 1 0,0-1 0,-1 1 0,1-1 0,1 0 0,-1 0 0,0 0 0,7 5 0,28 24 0,3-2 0,0-2 0,61 32 0,-49-31 0,79 60 0,-125-84 0,0 0 0,-1 1 0,1-1 0,-1 1 0,0 0 0,-1 1 0,8 13 0,-11-19 0,0 1 0,0 0 0,0 0 0,-1 0 0,1 0 0,0 0 0,-1 0 0,0 0 0,1 0 0,-1 0 0,0 0 0,0 0 0,0 0 0,-1 0 0,1 0 0,0 0 0,-1 0 0,1 0 0,-1 0 0,0 0 0,0 0 0,1 0 0,-1 0 0,-1 0 0,1-1 0,0 1 0,0 0 0,-1-1 0,1 1 0,0-1 0,-1 1 0,0-1 0,1 0 0,-3 2 0,-3 0 0,1 0 0,0 0 0,-1 0 0,0-1 0,1 1 0,-1-2 0,0 1 0,0-1 0,-10 1 0,-11-1 0,-30-3 0,21 0 0,24 1 0,-1 0 0,1-1 0,-1-1 0,1 0 0,0-1 0,0 0 0,1-1 0,-1 0 0,1-1 0,-14-10 0,25 16 0,0-1 0,0 1 0,0-1 0,0 0 0,0 0 0,0 0 0,0 1 0,0-1 0,0 0 0,0 0 0,0 0 0,1-1 0,-1 1 0,0 0 0,1 0 0,-1 0 0,1 0 0,-1-1 0,1 0 0,0 1 0,0 0 0,0 0 0,0 0 0,0 0 0,1 0 0,-1 0 0,0 0 0,1 0 0,-1 0 0,0 0 0,1 0 0,-1 0 0,1 0 0,0 0 0,-1 1 0,1-1 0,0 0 0,1-1 0,3-2 0,1 0 0,-1 0 0,1 1 0,1-1 0,7-2 0,53-17 0,-31 11 0,-6 4-1365,-17 6-5461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6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24575,'8'-3'0,"-6"4"0,-10 11 0,4-7 0,-10 13 0,1 0 0,1 1 0,0 1 0,2 0 0,0 1 0,1 0 0,1 0 0,2 0 0,0 1 0,1 0 0,1 1 0,0-1 0,1 27 0,4-33 0,0 0 0,0-1 0,2 1 0,0-1 0,1 0 0,0 0 0,1 0 0,1-1 0,0 0 0,14 24 0,-11-22-104,-6-10-22,0 0 0,0 0 0,0 0 0,1-1 0,0 1-1,0-1 1,0 0 0,1 0 0,6 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7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24575,'6'-11'0,"-6"11"0,0 0 0,0 0 0,0 0 0,0 0 0,1 0 0,-1 0 0,0 0 0,0-1 0,0 1 0,0 0 0,0 0 0,0 0 0,0 0 0,1 0 0,-1 0 0,0 0 0,0 0 0,0 0 0,0 0 0,0 0 0,0 0 0,0 0 0,1 0 0,-1 0 0,0 0 0,0 0 0,0 1 0,0-1 0,0 0 0,0 0 0,0 0 0,0 0 0,1 0 0,-1 0 0,0 0 0,0 0 0,0 0 0,0 0 0,0 0 0,0 1 0,0-1 0,0 0 0,0 0 0,0 0 0,0 0 0,7 21 0,-7-18 0,18 143 0,-8-45 0,30 160 0,-39-244 0,-1-13 0,0 0 0,1 1 0,-1-1 0,1 1 0,0-1 0,0 0 0,2 6 0,-2-9 0,0-1 0,-1 1 0,1 0 0,0 0 0,0 0 0,0 0 0,-1 0 0,1-1 0,0 1 0,0 0 0,0-1 0,0 1 0,0-1 0,1 1 0,-1-1 0,0 0 0,0 1 0,0-1 0,0 0 0,0 0 0,1 1 0,-1-1 0,0 0 0,0 0 0,0-1 0,0 1 0,1 0 0,-1 0 0,0 0 0,0-1 0,0 1 0,2-1 0,3-2-17,0 0 0,1-1 0,-2 1 1,1-1-1,0 0 0,-1-1 0,1 1 0,7-10 0,2 0-1196,-4 3-5613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7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4 24575,'-27'-3'0,"-11"3"0,-5 0 0,4 0 0,5 4 0,6-1 0,5 4 0,5 1 0,2 1 0,2 0 0,3-1-8191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7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12 24575,'-25'-5'0,"-7"1"0,-2 1 0,6 4 0,4 1 0,5 3 0,2 1 0,5 1 0,2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8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24575,'0'10'0,"1"0"0,0 0 0,1 0 0,0 0 0,1 0 0,-1 0 0,2 0 0,0-1 0,7 15 0,1-6 0,0 0 0,0 0 0,23 23 0,-34-39 0,1-1 0,-1 1 0,1-1 0,-1 0 0,1 1 0,0-1 0,-1 0 0,1 0 0,0 0 0,0 0 0,0 0 0,0 0 0,0-1 0,0 1 0,0 0 0,0-1 0,0 0 0,0 0 0,0 1 0,0-1 0,0 0 0,4-1 0,-4 0 0,0 1 0,0-1 0,0 0 0,0 0 0,0-1 0,0 1 0,0 0 0,0-1 0,0 1 0,-1-1 0,1 1 0,-1-1 0,1 0 0,-1 1 0,0-1 0,1 0 0,-1 0 0,0 0 0,0 0 0,1-5 0,1-4 0,0 0 0,2-18 0,-4 19 0,1 1 0,0-1 0,0 1 0,6-15 0,-7 23 0,-1 0 0,1 0 0,-1 0 0,1 0 0,0 1 0,-1-1 0,1 0 0,0 0 0,0 0 0,-1 1 0,1-1 0,0 0 0,0 1 0,0-1 0,0 0 0,0 1 0,0-1 0,0 1 0,0 0 0,0-1 0,2 1 0,-1 0 0,0 0 0,0 0 0,0 0 0,0 0 0,0 0 0,0 1 0,0-1 0,0 1 0,0-1 0,3 3 0,3 1 0,0 1 0,0 0 0,14 11 0,-5 0 24,-1 1-1,29 37 1,-8-9-1460,-29-36-5390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8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24575,'6'4'0,"-1"0"0,1 1 0,-1 0 0,-1 0 0,1 0 0,-1 1 0,0 0 0,0-1 0,5 11 0,1 8 0,11 31 0,-7-15 0,-11-34 0,14 38 0,45 82 0,-57-120-1365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9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576 28 24575,'0'-2'0,"0"1"0,-1-1 0,1 1 0,-1-1 0,0 1 0,0 0 0,1-1 0,-1 1 0,0 0 0,0 0 0,0 0 0,0 0 0,0 0 0,0 0 0,0 0 0,-1 0 0,1 0 0,0 0 0,-1 0 0,1 1 0,0-1 0,-1 1 0,1-1 0,-1 1 0,1-1 0,-1 1 0,1 0 0,-1 0 0,1 0 0,-1 0 0,1 0 0,-2 0 0,-6 1 0,1 1 0,1 0 0,-1 1 0,0 0 0,-8 4 0,-10 3 0,-15 1 30,0-1 0,-1-3 0,-51 3 0,-127-6-1515,202-4-5341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49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24575,'22'8'0,"1"2"0,-1 0 0,-1 1 0,0 1 0,-1 2 0,0 0 0,-1 0 0,0 2 0,-1 0 0,-1 2 0,-1-1 0,0 2 0,14 23 0,-12-13 0,-1 2 0,-1 0 0,14 43 0,22 102 0,-49-163 0,0 1 0,-2-1 0,1 1 0,-2-1 0,0 0 0,0 1 0,-2-1 0,1 1 0,-2-1 0,-4 17 0,2-16 0,-1 1 0,0-1 0,-1 0 0,0-1 0,-1 0 0,-1 0 0,0 0 0,-19 19 0,-45 36-1365,54-52-5461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6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393 117 24575,'-30'-23'0,"21"14"0,-1 1 0,0 1 0,-1 0 0,0 0 0,0 1 0,-13-6 0,4 6 0,1 0 0,-1 2 0,-22-3 0,8 1 0,22 3 0,-1 1 0,-15-1 0,22 3 0,1 0 0,-1 0 0,0 1 0,0-1 0,1 1 0,-1 1 0,-7 2 0,11-4 0,0 1 0,0 0 0,0 1 0,0-1 0,0 0 0,1 0 0,-1 1 0,0-1 0,1 1 0,-1-1 0,1 1 0,-1 0 0,1 0 0,0 0 0,0 0 0,0-1 0,0 1 0,0 1 0,0-1 0,1 0 0,-1 0 0,0 3 0,-1 13 0,1 0 0,0 0 0,1 0 0,1 0 0,1 0 0,0-1 0,6 19 0,2 1 0,2 0 0,19 41 0,102 176 0,-3-8 0,-128-241 0,28 68 0,-26-61 0,0-1 0,-1 1 0,-1 0 0,2 16 0,-4-27 0,0 0 0,0 1 0,0-1 0,0 0 0,0 0 0,0 0 0,0 1 0,-1-1 0,1 0 0,0 0 0,-1 0 0,0 2 0,1-3 0,-1 0 0,1 1 0,0-1 0,-1 1 0,1-1 0,0 0 0,-1 1 0,1-1 0,-1 0 0,1 0 0,0 1 0,-1-1 0,1 0 0,-1 0 0,1 0 0,-1 1 0,1-1 0,-1 0 0,1 0 0,-2 0 0,1 0 0,-1 0 0,1-1 0,-1 1 0,1 0 0,-1-1 0,1 0 0,-1 1 0,1-1 0,-1 0 0,1 1 0,-1-1 0,1 0 0,0 0 0,0 0 0,-1 0 0,0-2 0,-10-12-227,0-1-1,1 0 1,1 0-1,1-1 1,-14-36-1,15 35-6598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7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421 74 24575,'-30'-7'0,"-14"-3"0,-4 1 0,0-1 0,4 1 0,4 3 0,7-1 0,4 1 0,4 2 0,5 1 0,2 2 0,2 0 0,2 1 0,3 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7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2 24575,'-51'-1'0,"-33"1"0,71 1 0,-1 0 0,1 1 0,-1 0 0,-12 5 0,23-6 0,1-1 0,0 1 0,0 0 0,0 0 0,0 0 0,0 0 0,0 0 0,1 1 0,-1-1 0,0 0 0,1 1 0,-1-1 0,0 1 0,1 0 0,0 0 0,-1-1 0,1 1 0,-2 4 0,2-4 0,1 1 0,-1 0 0,1 0 0,-1 0 0,1 0 0,0-1 0,0 1 0,0 0 0,0 0 0,1 0 0,-1 0 0,2 5 0,1-1 0,-1 0 0,2 1 0,-1-1 0,1-1 0,0 1 0,0 0 0,1-1 0,0 0 0,9 10 0,7 0 0,0-1 0,1-1 0,1 0 0,0-2 0,32 13 0,38 20 0,-91-44 0,1 0 0,-1 1 0,-1-1 0,1 0 0,0 1 0,0-1 0,0 1 0,-1 0 0,3 3 0,-3-5 0,-1 1 0,0-1 0,0 0 0,0 1 0,0-1 0,0 0 0,0 0 0,0 1 0,0-1 0,0 0 0,0 0 0,0 1 0,0-1 0,0 0 0,0 1 0,0-1 0,0 0 0,0 0 0,0 1 0,0-1 0,0 0 0,0 0 0,0 1 0,-1-1 0,1 0 0,0 0 0,0 1 0,0-1 0,0 0 0,-1 0 0,0 1 0,0 0 0,0-1 0,-1 1 0,1-1 0,0 1 0,0-1 0,0 1 0,-1-1 0,1 0 0,0 0 0,-2 0 0,-43 3 0,-56-4 0,31-1 0,21 2-1365,32 0-5461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8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16 24575,'-22'-3'0,"-12"0"0,-3 0 0,0 0 0,4 1 0,5 1 0,2 1 0,3 0 0,4 0 0,2 0 0,1 0 0,4 2 0,1 2 0,0-1 0,0-1 0,-1-2 0,1-2-8191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8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60 24575,'-30'-10'0,"-11"-3"0,-2 0 0,1 3 0,6 3 0,7 3 0,2 2 0,5 3 0,2 2 0,3 3 0,2 1 0,3-2-8191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9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83 24575,'-16'-26'0,"11"17"0,0 1 0,0 0 0,-1 0 0,-13-14 0,19 22 0,0 0 0,0 0 0,0 0 0,0 0 0,0 0 0,0 0 0,0-1 0,0 1 0,0 0 0,0 0 0,0 0 0,-1 0 0,1 0 0,0 0 0,0 0 0,0 0 0,0 0 0,0 0 0,0 0 0,0 0 0,0 0 0,0 0 0,0 0 0,-1 0 0,1 0 0,0 0 0,0 0 0,0 0 0,0 0 0,0 0 0,0 0 0,0 0 0,0 0 0,0 0 0,-1 0 0,1 0 0,0 0 0,0 0 0,0 0 0,0 0 0,0 0 0,0 0 0,0 0 0,0 0 0,0 0 0,0 0 0,0 0 0,-1 0 0,1 0 0,0 0 0,0 0 0,0 0 0,0 1 0,0-1 0,1 7 0,3 10 0,18 37 0,1-1 0,52 82 0,-83-145 0,-12-19 0,15 19 0,-5-9 0,0 0 0,1-1 0,2 0 0,-7-22 0,22 59 0,4 15 0,0 9-1365,-7-24-5461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6:59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634 30 24575,'-109'-12'0,"17"2"0,-146 2 0,61 32-1336,176-24 1307,-15 3-6797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0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24575,'0'16'0,"3"96"0,-1-97 0,0 0 0,1 0 0,1 0 0,0 0 0,9 18 0,63 116 0,-73-144-52,-3-7 182,-5-9-1573,-1 1-5383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0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597 24 24575,'-129'-21'0,"109"19"0,-1 2 0,1 0 0,-1 1 0,-26 4 0,2 3-273,0-3 0,-1-1 0,1-3 0,-88-8 0,108 4-6553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1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75 24575,'-133'-53'0,"115"48"0,0 0 0,-1 1 0,1 1 0,-1 0 0,-28 1 0,43 2 0,1 1 0,0-1 0,0 1 0,-1 0 0,1-1 0,0 2 0,0-1 0,0 0 0,0 1 0,0-1 0,0 1 0,1 0 0,-1 0 0,0 0 0,1 0 0,0 0 0,-1 0 0,1 1 0,0-1 0,0 1 0,0 0 0,1 0 0,-1 0 0,0-1 0,1 1 0,0 1 0,0-1 0,0 0 0,0 0 0,0 0 0,1 1 0,0-1 0,-1 0 0,1 0 0,0 1 0,1-1 0,-1 0 0,0 0 0,1 1 0,0-1 0,2 6 0,1 0 0,1-1 0,1 1 0,-1-1 0,2 0 0,-1 0 0,1 0 0,0-1 0,0 0 0,13 8 0,11 7 0,41 21 0,-33-21 0,-13-8 0,-17-9 0,0 0 0,0 0 0,-1 0 0,1 1 0,12 12 0,-21-18 0,1 1 0,-1-1 0,1 1 0,-1-1 0,1 1 0,-1-1 0,0 1 0,1-1 0,-1 1 0,0-1 0,1 1 0,-1-1 0,0 1 0,0 0 0,0-1 0,1 1 0,-1-1 0,0 1 0,0 0 0,0-1 0,0 1 0,0 0 0,0-1 0,0 1 0,0 0 0,0-1 0,-1 1 0,1 0 0,-1 0 0,0 0 0,0 0 0,1 0 0,-1-1 0,0 1 0,0 0 0,0-1 0,0 1 0,0-1 0,0 1 0,-1-1 0,1 0 0,0 1 0,-2-1 0,-6 2 0,-1-1 0,-18-1 0,24 0 0,-107-9 0,56 3 0,42 6-44,-16-4-1277,21 1-5505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2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27 24575,'-20'-6'0,"-53"-11"0,66 15 0,0 2 0,-1-1 0,1 1 0,0 0 0,-1 0 0,1 1 0,-12 2 0,17-3 0,0 1 0,1-1 0,-1 1 0,1-1 0,-1 1 0,1-1 0,-1 1 0,1 0 0,0 0 0,-1 0 0,1 0 0,0 0 0,-1 0 0,1 0 0,0 0 0,0 0 0,0 0 0,0 1 0,0-1 0,0 1 0,1-1 0,-1 0 0,0 1 0,1-1 0,-1 1 0,1-1 0,-1 1 0,1 0 0,0-1 0,0 1 0,0-1 0,0 1 0,0 0 0,0-1 0,0 1 0,0-1 0,0 1 0,1 0 0,-1-1 0,1 1 0,-1-1 0,3 3 0,-1 2 0,1 0 0,0 0 0,1 0 0,0-1 0,0 1 0,0-1 0,0 0 0,1-1 0,6 6 0,1-1 0,0 0 0,1-2 0,1 1 0,-1-2 0,18 7 0,-22-10 0,1 0 0,0 0 0,0-1 0,0-1 0,0 1 0,0-2 0,0 1 0,17-3 0,-24 2 0,-1 0 0,0-1 0,1 1 0,-1-1 0,0 0 0,1 0 0,-1 1 0,0-1 0,0-1 0,0 1 0,0 0 0,0 0 0,0-1 0,0 1 0,-1-1 0,1 0 0,0 0 0,1-1 0,-2 0 0,0 1 0,0-1 0,0 1 0,0-1 0,0 1 0,-1-1 0,1 1 0,-1-1 0,1 0 0,-1 1 0,0-1 0,0 1 0,0-1 0,-1 0 0,1 1 0,-2-4 0,0-5 0,-1 0 0,0 1 0,-1 0 0,0 0 0,-1 0 0,-11-17 0,52 60 0,-20-18 0,-6-7 0,0 0 0,0-1 0,0 0 0,1-1 0,19 9 0,-22-12 0,1 1 0,0-2 0,0 1 0,0-1 0,1 0 0,-1-1 0,0 0 0,11-1 0,-19 0 0,1 0 0,-1 0 0,0 0 0,0 0 0,1-1 0,-1 1 0,0 0 0,0-1 0,1 1 0,-1-1 0,0 0 0,0 1 0,0-1 0,0 0 0,0 0 0,0 1 0,0-1 0,0 0 0,0 0 0,-1 0 0,2-2 0,0 1 0,-1-1 0,0 1 0,0-1 0,-1 0 0,1 1 0,0-1 0,-1 0 0,0 1 0,1-6 0,-2-4 0,0 1 0,0-1 0,-5-18 0,6 30 0,-1 0 0,1-1 0,0 1 0,0 0 0,0 0 0,0-1 0,0 1 0,0 0 0,0 0 0,0-1 0,0 1 0,0 0 0,-1 0 0,1-1 0,0 1 0,0 0 0,1 0 0,-1-1 0,0 1 0,0 0 0,0 0 0,0-1 0,0 1 0,0 0 0,0 0 0,0-1 0,0 1 0,0 0 0,1 0 0,-1 0 0,0-1 0,0 1 0,0 0 0,1 0 0,-1 0 0,0-1 0,0 1 0,10 4 0,18 19 0,-22-16 0,9 5 0,-1-1 0,2 0 0,-1-1 0,2 0 0,-1-1 0,1-1 0,0-1 0,33 9 0,-48-15 0,0-1 0,1 1 0,0-1 0,-1 0 0,1 1 0,-1-2 0,1 1 0,-1 0 0,1 0 0,-1-1 0,1 1 0,-1-1 0,0 0 0,1 1 0,-1-1 0,0-1 0,1 1 0,-1 0 0,0 0 0,0-1 0,4-2 0,-3 0 0,0 0 0,0 0 0,0 0 0,0 0 0,-1-1 0,1 1 0,-1-1 0,0 0 0,2-8 0,-3 11 0,-1 0 0,0 1 0,1-1 0,-1 1 0,1 0 0,0-1 0,0 1 0,-1-1 0,1 1 0,0 0 0,0 0 0,0-1 0,0 1 0,0 0 0,0 0 0,1 0 0,-1 0 0,0 0 0,1 1 0,-1-1 0,0 0 0,1 1 0,1-2 0,0 2 0,1 0 0,-1-1 0,0 1 0,1 0 0,-1 1 0,0-1 0,1 1 0,-1-1 0,6 3 0,67 11-1365,-67-10-5461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2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24575,'12'-2'0,"7"-1"0,0 2 0,-1 2 0,-1 2 0,-1 5 0,0-1 0,-1 2 0,-3 2 0,-1 1 0,0 1 0,-2 1 0,-2-2-8191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3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102 302 24575,'108'294'0,"-106"-289"0,-1-3 0,0 0 0,-1 0 0,1 0 0,0 1 0,-1-1 0,0 0 0,0 1 0,1-1 0,-1 0 0,-1 1 0,1 3 0,-1-5 0,1-1 0,0 0 0,0 0 0,0 0 0,-1 0 0,1 0 0,0 0 0,0 0 0,0 1 0,-1-1 0,1 0 0,0 0 0,0 0 0,-1 0 0,1 0 0,0 0 0,0 0 0,0 0 0,-1 0 0,1 0 0,0 0 0,0 0 0,-1 0 0,1-1 0,0 1 0,0 0 0,0 0 0,-1 0 0,1 0 0,0 0 0,0 0 0,0-1 0,-1 1 0,1 0 0,0 0 0,0 0 0,0 0 0,0-1 0,0 1 0,-1 0 0,1 0 0,0 0 0,0-1 0,0 1 0,0 0 0,0-1 0,-8-10 0,-27-45 0,3-2 0,2-2 0,-28-81 0,45 105 0,-9-45 0,19 68 0,1-1 0,0 0 0,1 0 0,1 0 0,0 0 0,4-23 0,-4 34 0,1-1 0,-1 1 0,1 0 0,0 0 0,1-1 0,-1 1 0,0 0 0,1 0 0,0 0 0,-1 1 0,1-1 0,0 0 0,1 1 0,-1-1 0,0 1 0,1 0 0,-1-1 0,6-2 0,-5 4 0,0 0 0,0-1 0,0 1 0,1 0 0,-1 1 0,1-1 0,-1 1 0,0-1 0,1 1 0,-1 0 0,1 0 0,-1 0 0,1 1 0,-1-1 0,0 1 0,1 0 0,5 2 0,1 2 0,0 0 0,0 0 0,-1 1 0,0 0 0,0 1 0,-1 0 0,1 0 0,-2 1 0,1 0 0,-1 0 0,0 0 0,-1 1 0,0 0 0,0 1 0,5 13 0,-9-19 7,-1 0 0,0 0 0,0 0 0,-1 1 0,1-1 1,-1 0-1,0 0 0,0 0 0,0 1 0,-1-1 0,0 0 0,0 0 0,0 0 0,0 0 0,0 0 0,-3 5 0,1-3-156,0-1 1,0 1-1,-1-1 1,0 0-1,0 0 1,0 0-1,0-1 1,-1 1-1,-10 6 1,-1 0-6678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4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88 765 24575,'15'-255'0,"-14"185"0,-13-115 0,6 138 0,0-2 0,-24-93 0,30 141 0,0 0 0,0 0 0,0 0 0,0 0 0,-1 0 0,1 0 0,0 0 0,-1 1 0,1-1 0,-1 0 0,1 0 0,-1 0 0,1 1 0,-1-1 0,0 0 0,1 1 0,-1-1 0,0 0 0,-1 0 0,2 1 0,-1 0 0,1 1 0,0-1 0,-1 0 0,1 0 0,-1 0 0,1 0 0,-1 1 0,1-1 0,0 0 0,-1 1 0,1-1 0,0 0 0,-1 1 0,1-1 0,0 0 0,-1 1 0,1-1 0,0 0 0,0 1 0,-1-1 0,1 1 0,0-1 0,0 2 0,-3 5 0,0 0 0,-2 16 0,-3 14 0,2 0 0,2 1 0,2 0 0,1 0 0,2 0 0,7 46 0,-5-64 0,1-1 0,1 0 0,0 0 0,2 0 0,0-1 0,1 0 0,1 0 0,0-1 0,2 0 0,0-1 0,0 0 0,2-1 0,25 25 0,-25-29 0,0 0 0,1-1 0,1-1 0,-1 0 0,2-1 0,-1-1 0,1 0 0,0-1 0,32 7 0,-44-12 0,0 0 0,1-1 0,-1 0 0,0 1 0,0-1 0,0-1 0,0 1 0,1-1 0,-1 1 0,0-1 0,0 0 0,0-1 0,0 1 0,-1-1 0,1 0 0,0 1 0,-1-2 0,1 1 0,-1 0 0,1-1 0,-1 1 0,0-1 0,5-6 0,1-3 0,0-1 0,-1 0 0,-1 0 0,0 0 0,5-16 0,-5 19 0,-7 10 0,0 0 0,0 0 0,1 0 0,-1 0 0,0 0 0,0 0 0,0 0 0,0 0 0,0 0 0,1 0 0,-1 0 0,0 0 0,0 0 0,0 0 0,0 0 0,1 0 0,-1 0 0,0 0 0,0 0 0,0 0 0,0 0 0,0 0 0,1 0 0,-1 0 0,0 0 0,0 0 0,0 1 0,0-1 0,0 0 0,0 0 0,0 0 0,0 0 0,1 0 0,-1 0 0,0 1 0,0-1 0,0 0 0,6 22 0,-4-12 0,2 3 0,0 0 0,1 0 0,0 0 0,1-1 0,1 1 0,-1-2 0,2 1 0,0-1 0,0 0 0,1 0 0,0-1 0,1-1 0,0 1 0,14 8 0,-20-15 0,-1-1 0,0 0 0,-1 0 0,1 0 0,0 0 0,0-1 0,5 3 0,-7-4 0,-1 0 0,1 0 0,-1 0 0,1 0 0,-1 0 0,1 0 0,-1 0 0,0 0 0,1 0 0,-1 0 0,1 0 0,-1-1 0,1 1 0,-1 0 0,1 0 0,-1 0 0,0-1 0,1 1 0,-1 0 0,0 0 0,1-1 0,0 0 0,0 0 0,-1 0 0,1 0 0,-1 0 0,1 0 0,-1 0 0,1 0 0,-1 0 0,0 0 0,0 0 0,1 0 0,-1-2 0,1-10-1365,-1 1-5461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4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24575,'0'-2'0,"0"1"0,0 3 0,3 5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24575,'19'18'0,"1"-1"0,1-2 0,1 0 0,40 22 0,-59-36 0,0 1 0,0-1 0,0 0 0,1 0 0,-1 0 0,0 0 0,0 0 0,1-1 0,3 1 0,-6-1 0,0 0 0,0 0 0,0 0 0,0-1 0,0 1 0,0 0 0,0-1 0,0 1 0,0-1 0,0 1 0,0-1 0,0 1 0,-1-1 0,1 1 0,0-1 0,0 0 0,0 0 0,-1 1 0,1-1 0,0 0 0,-1 0 0,1 0 0,-1 0 0,1 0 0,-1 1 0,0-1 0,1 0 0,-1 0 0,0 0 0,1 0 0,-1 0 0,0-2 0,1-4 0,-1 0 0,0 0 0,-1-11 0,1 13 0,-1-1 0,1 1 0,0-1 0,0 1 0,1 0 0,2-10 0,-3 14 0,0 0 0,1 0 0,-1 1 0,0-1 0,1 0 0,-1 0 0,1 1 0,-1-1 0,1 0 0,0 1 0,-1-1 0,1 0 0,0 1 0,-1-1 0,1 1 0,0-1 0,0 1 0,-1 0 0,1-1 0,0 1 0,0 0 0,0-1 0,0 1 0,0 0 0,-1 0 0,1 0 0,0 0 0,0 0 0,0 0 0,0 0 0,0 0 0,0 0 0,0 0 0,-1 0 0,1 1 0,0-1 0,0 0 0,0 1 0,0-1 0,0 1 0,4 1 0,0 0 0,-1 1 0,1 0 0,-1-1 0,7 7 0,94 94-1365,-92-91-5461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5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64 24575,'-23'-10'0,"2"-1"0,0 2 0,-1 0 0,0 2 0,-38-9 0,58 16 0,1-1 0,-1 1 0,0 0 0,1 0 0,-1 0 0,0 0 0,1 0 0,-1 0 0,1 1 0,-1-1 0,0 0 0,1 1 0,-1 0 0,1-1 0,-1 1 0,1 0 0,-1-1 0,-1 3 0,2-2 0,0 0 0,0 0 0,1 0 0,-1 0 0,0 0 0,1 0 0,-1 1 0,1-1 0,-1 0 0,1 0 0,-1 1 0,1-1 0,0 0 0,0 1 0,0-1 0,0 0 0,0 3 0,0 2 0,1-1 0,0 0 0,1 1 0,-1-1 0,1 0 0,0 0 0,0 0 0,1 0 0,4 7 0,2 0 0,0-1 0,0 0 0,1 0 0,1-1 0,0-1 0,0 0 0,1 0 0,0-1 0,0-1 0,1 0 0,0 0 0,0-2 0,17 6 0,-27-10 0,0 0 0,0 0 0,0-1 0,1 0 0,-1 1 0,0-1 0,0 0 0,0 0 0,5-1 0,-6 0 0,-1 1 0,0-1 0,0 1 0,0-1 0,0 1 0,0-1 0,0 0 0,0 0 0,0 1 0,0-1 0,0 0 0,0 0 0,0 0 0,0 0 0,-1 0 0,1 0 0,0 0 0,-1 0 0,1 0 0,-1-1 0,1 1 0,-1 0 0,0 0 0,1 0 0,-1-1 0,0-1 0,1-4 0,0 0 0,-1-1 0,0 1 0,-1 0 0,1-1 0,-1 1 0,-4-12 0,5 15 0,-1 1 0,-1 0 0,1 0 0,0-1 0,-1 1 0,1 0 0,-1 0 0,0 0 0,0 0 0,0 1 0,0-1 0,-1 1 0,1-1 0,-1 1 0,0 0 0,1 0 0,-1 0 0,-4-2 0,6 3 0,1 1 0,-1 0 0,1 0 0,-1-1 0,0 1 0,1 0 0,-1 0 0,0 0 0,0 0 0,1 0 0,-1 0 0,0 0 0,1 0 0,-1 0 0,0 0 0,1 0 0,-1 0 0,0 0 0,1 1 0,-1-1 0,0 0 0,1 0 0,-1 1 0,0-1 0,0 1 0,0 0 0,0 1 0,0-1 0,0 0 0,0 0 0,1 1 0,-1-1 0,1 0 0,-1 1 0,0-1 0,1 1 0,-1 1 0,0 6 0,0-1 0,1 1 0,0 11 0,0-17 0,2 24 0,1 1 0,2-1 0,12 44 0,35 80 0,-38-113 0,66 177-1365,-70-189-5461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5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163 278 24575,'-25'-27'0,"-7"-14"0,-2-2 0,6 4 0,7 5 0,7 7 0,7 5 0,6 4 0,3 3 0,2 3-8191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1 212 24575,'58'144'0,"-44"-121"0,-14-23 0,0 1 0,1-1 0,-1 1 0,0-1 0,1 0 0,-1 0 0,0 1 0,1-1 0,-1 0 0,0 1 0,1-1 0,-1 0 0,1 0 0,-1 0 0,0 0 0,1 1 0,-1-1 0,1 0 0,-1 0 0,1 0 0,0 0 0,-1-1 0,1 1 0,-1 0 0,0-1 0,1 1 0,-1 0 0,1-1 0,-1 1 0,0 0 0,0-1 0,1 1 0,-1-1 0,0 1 0,0-1 0,1 1 0,-1-1 0,0 1 0,0-1 0,0 1 0,0-1 0,0 1 0,0-1 0,0 0 0,1-8 0,-1 0 0,-1-1 0,1 1 0,-1 0 0,-1 0 0,0 0 0,-5-13 0,3 7 0,-25-78 0,17 57 0,-15-69 0,26 102 0,1 1 0,0-1 0,0 0 0,0 0 0,0 0 0,0 1 0,0-1 0,2-3 0,-2 6 0,0-1 0,0 1 0,0-1 0,1 1 0,-1-1 0,0 1 0,1-1 0,-1 1 0,0-1 0,1 1 0,-1-1 0,1 1 0,-1 0 0,0-1 0,1 1 0,-1-1 0,1 1 0,-1 0 0,1 0 0,-1-1 0,1 1 0,-1 0 0,1 0 0,0 0 0,-1 0 0,1 0 0,-1-1 0,1 1 0,-1 0 0,1 0 0,0 0 0,-1 1 0,1-1 0,-1 0 0,1 0 0,-1 0 0,1 0 0,-1 0 0,1 1 0,0-1 0,-1 0 0,1 0 0,-1 1 0,0-1 0,1 1 0,0-1 0,7 6 0,0 0 0,0 1 0,0 0 0,-1 0 0,0 0 0,5 9 0,0-2 0,2 3-1365,-3-2-5461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6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82 24575,'-30'-16'0,"-1"0"0,0 2 0,-60-17 0,87 30 0,-1 0 0,1 0 0,-1 0 0,1 1 0,-1 0 0,0 0 0,1 0 0,-1 1 0,-4 0 0,7 0 0,1-1 0,-1 1 0,0-1 0,1 1 0,-1 0 0,1 0 0,-1-1 0,1 1 0,0 0 0,-1 0 0,1 1 0,0-1 0,0 0 0,0 0 0,0 1 0,0-1 0,0 0 0,0 1 0,0-1 0,0 1 0,1-1 0,-1 1 0,0 0 0,1-1 0,0 1 0,-1-1 0,1 3 0,-1 3 0,0 0 0,1 0 0,0 0 0,0 0 0,1 0 0,0 0 0,0 0 0,1 0 0,0-1 0,0 1 0,0 0 0,1-1 0,0 0 0,0 0 0,1 1 0,-1-2 0,1 1 0,1 0 0,-1-1 0,1 0 0,7 7 0,-9-10 0,0 0 0,0-1 0,0 1 0,0 0 0,0-1 0,0 0 0,0 1 0,1-1 0,-1-1 0,0 1 0,1 0 0,-1-1 0,1 0 0,-1 1 0,1-1 0,-1-1 0,0 1 0,1 0 0,-1-1 0,1 0 0,-1 0 0,0 0 0,1 0 0,3-2 0,-3 0 0,1 1 0,-1-1 0,0 0 0,0 0 0,0 0 0,0 0 0,0-1 0,-1 1 0,0-1 0,1 0 0,-1 0 0,-1 0 0,1-1 0,-1 1 0,4-10 0,-2 2 0,-4 10 0,1-1 0,-1 1 0,1-1 0,0 0 0,0 1 0,0 0 0,0-1 0,0 1 0,0 0 0,1-1 0,3-3 0,-5 6 0,0 0 0,1 0 0,-1 0 0,0 0 0,1 0 0,-1 0 0,1-1 0,-1 1 0,0 0 0,1 0 0,-1 1 0,0-1 0,1 0 0,-1 0 0,0 0 0,1 0 0,-1 0 0,1 0 0,-1 0 0,0 1 0,0-1 0,1 0 0,-1 0 0,0 0 0,1 1 0,-1-1 0,0 0 0,0 0 0,1 1 0,-1-1 0,0 0 0,0 1 0,0-1 0,1 0 0,-1 1 0,0 0 0,8 15 0,-7-13 0,8 18-227,0-1-1,2-1 1,0 0-1,1 0 1,23 27-1,-25-37-6598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07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24575,'262'493'0,"-247"-462"0,46 97 0,-56-108 0,-7-14 0,1-5 0,1-1 0,-1 0 0,1 0 0,-1 0 0,1 0 0,-1-1 0,1 1 0,0 0 0,-1 0 0,1 0 0,-1 0 0,1 0 0,-1-1 0,1 1 0,-1 0 0,1 0 0,0-1 0,-1 1 0,0-1 0,-11-9 0,0 0 0,1-1 0,0 0 0,1-1 0,-12-16 0,1 0 0,11 17 0,7 8 0,0 0 0,0 0 0,1 0 0,-1 0 0,1 0 0,0-1 0,0 1 0,0-1 0,-3-6 0,5 10 0,0-1 0,0 1 0,0 0 0,0-1 0,0 1 0,1 0 0,-1-1 0,0 1 0,0-1 0,0 1 0,0 0 0,0-1 0,0 1 0,1 0 0,-1-1 0,0 1 0,0 0 0,0-1 0,1 1 0,-1 0 0,0 0 0,1-1 0,-1 1 0,0 0 0,1 0 0,-1-1 0,0 1 0,1 0 0,-1 0 0,0 0 0,1 0 0,-1 0 0,0-1 0,1 1 0,-1 0 0,1 0 0,-1 0 0,0 0 0,1 0 0,-1 0 0,0 0 0,1 0 0,19 3 0,-19-3 0,63 17 0,-37-9 0,1-2 0,42 6 0,-62-11 0,1-1 0,-1 0 0,0 0 0,0-1 0,1 0 0,-1-1 0,0 1 0,0-1 0,0-1 0,-1 0 0,1 0 0,-1 0 0,9-6 0,-12 6 0,0 0 0,-1 0 0,1-1 0,-1 1 0,0-1 0,0 0 0,0 0 0,-1 0 0,1 0 0,-1 0 0,0 0 0,0-1 0,0 1 0,-1-1 0,0 0 0,0 1 0,0-1 0,0 0 0,-1 0 0,1 1 0,-1-1 0,-1 0 0,0-5 0,1 4 0,-1 0 0,0-1 0,0 1 0,-1 0 0,0 0 0,0 0 0,0 0 0,-1 0 0,0 0 0,0 1 0,-1-1 0,1 1 0,-1 0 0,0 0 0,0 0 0,-10-7 0,12 10 0,1 1 0,-1 0 0,0 0 0,0 0 0,0 0 0,0 0 0,0 0 0,0 0 0,0 1 0,0-1 0,0 1 0,0 0 0,0-1 0,0 1 0,0 0 0,-1 0 0,1 0 0,0 1 0,-2-1 0,1 1 0,0 0 0,1 1 0,-1-1 0,1 0 0,0 1 0,-1-1 0,1 1 0,0 0 0,0 0 0,0 0 0,0 0 0,-3 4 0,1 0 0,0 1 0,0-1 0,0 1 0,1 0 0,1 0 0,-1 0 0,1 0 0,0 0 0,1 1 0,-2 7 0,3-7 0,1-1 0,-1 1 0,1 0 0,0-1 0,1 1 0,0 0 0,0-1 0,1 0 0,0 0 0,0 0 0,0 0 0,1 0 0,0 0 0,1-1 0,-1 0 0,1 0 0,0 0 0,1-1 0,7 7 0,2 0 0,0-1 0,0-1 0,1 0 0,0-1 0,0-1 0,1 0 0,19 5 0,-20-8-195,0-2 0,0 0 0,1-1 0,-1-1 0,1 0 0,20-2 0,-25 0-6631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5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283 111 24575,'4'-3'0,"0"0"0,0 0 0,-1 0 0,1-1 0,-1 0 0,0 0 0,5-7 0,-7 10 0,-1-1 0,1 1 0,-1 0 0,1 0 0,-1 0 0,0-1 0,1 1 0,-1 0 0,0-1 0,0 1 0,0 0 0,0 0 0,0-1 0,0 1 0,0 0 0,-1 0 0,1-1 0,0 1 0,-1 0 0,1 0 0,-1-1 0,1 1 0,-1 0 0,1 0 0,-1 0 0,0 0 0,0 0 0,1 0 0,-1 0 0,0 0 0,0 0 0,0 0 0,0 1 0,0-1 0,-2-1 0,-3-2 0,-1 0 0,0-1 0,-1 2 0,1-1 0,0 1 0,-1 1 0,-15-4 0,17 5 0,1 0 0,-1 1 0,0-1 0,0 1 0,1 1 0,-1-1 0,0 1 0,1 0 0,-1 0 0,1 1 0,-1 0 0,-4 2 0,2 0 0,0-1 0,0 2 0,1-1 0,-1 1 0,1 0 0,1 1 0,-9 7 0,11-8 0,1-1 0,-1 0 0,1 1 0,1 0 0,-1 0 0,1 0 0,-1 0 0,2 0 0,-1 0 0,0 0 0,1 1 0,-1 9 0,1-3 0,1 1 0,0-1 0,1 0 0,1 0 0,-1 0 0,7 20 0,29 69 0,-28-77 0,142 282 0,-28-63 0,-110-215 0,17 41 0,-26-59 0,-1 0 0,-1 0 0,0 0 0,0 0 0,0 11 0,-1-20 0,-1-1 0,0 1 0,0-1 0,0 1 0,0-1 0,0 1 0,0-1 0,0 1 0,0-1 0,0 1 0,0-1 0,0 1 0,0-1 0,0 1 0,0 0 0,0-1 0,-1 0 0,1 1 0,0-1 0,0 1 0,-1-1 0,1 1 0,0-1 0,0 1 0,-1-1 0,1 0 0,-1 1 0,1-1 0,-1 1 0,0-1 0,1-1 0,-1 1 0,0 0 0,0-1 0,1 1 0,-1-1 0,0 1 0,1-1 0,-1 1 0,0-1 0,1 1 0,-1-1 0,1 0 0,-1 1 0,0-2 0,-18-29 0,6 4 0,1 0 0,-13-42 0,20 51 0,1 0 0,0 0 0,1 0 0,1-1 0,1-20 0,1 35 0,0 0 0,1 1 0,-1-1 0,1 0 0,0 0 0,0 1 0,0-1 0,1 0 0,-1 1 0,1-1 0,0 1 0,0 0 0,0-1 0,0 1 0,0 0 0,4-3 0,2-1 0,0 1 0,0 0 0,1 0 0,14-6 0,-9 4 0,-14 8 0,0 0 0,0 0 0,0 0 0,0 0 0,0 0 0,0 0 0,0 0 0,0 0 0,0 0 0,0 0 0,0 0 0,1 0 0,-1 0 0,0 0 0,0 0 0,0 0 0,0-1 0,0 1 0,0 0 0,0 0 0,0 0 0,0 0 0,0 0 0,0 0 0,0 0 0,0 0 0,0 0 0,0 0 0,0 0 0,0-1 0,0 1 0,0 0 0,0 0 0,0 0 0,0 0 0,0 0 0,0 0 0,0 0 0,0 0 0,0 0 0,0 0 0,0 0 0,0-1 0,0 1 0,0 0 0,0 0 0,0 0 0,0 0 0,0 0 0,0 0 0,0 0 0,-1 0 0,1 0 0,0 0 0,0 0 0,0 0 0,0 0 0,0 0 0,-8-4 0,-11 0 0,-32-1 0,-62 1 0,-30-3 0,125 5-110,10 0-47,0 1 0,0 0 0,0 0 0,0 1 0,-1 0 1,1 1-1,-10 2 0,9 0-6669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5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10 128 24575,'28'49'0,"1"3"0,-28-52 0,-1 1 0,0-1 0,0 1 0,0-1 0,1 1 0,-1-1 0,0 0 0,0 1 0,1-1 0,-1 1 0,0-1 0,1 0 0,-1 1 0,1-1 0,-1 0 0,0 0 0,1 1 0,-1-1 0,1 0 0,-1 0 0,1 1 0,-1-1 0,0 0 0,1 0 0,-1 0 0,1 0 0,-1 0 0,1 0 0,0 0 0,0 0 0,-1-1 0,1 0 0,-1 1 0,0-1 0,1 0 0,-1 0 0,0 1 0,1-1 0,-1 0 0,0 0 0,0 1 0,0-1 0,0 0 0,0 0 0,0-1 0,-2-33 0,-3 20 0,0 0 0,-1 1 0,-1 0 0,-15-26 0,-6-10 0,27 48 0,0 0 0,0-1 0,0 1 0,0 0 0,0-1 0,1 1 0,0-1 0,-1 1 0,1-4 0,0 5 0,0 0 0,0 1 0,0-1 0,1 1 0,-1-1 0,0 0 0,0 1 0,1-1 0,-1 1 0,0-1 0,1 1 0,-1-1 0,0 1 0,1-1 0,-1 1 0,1 0 0,-1-1 0,1 1 0,-1-1 0,1 1 0,-1 0 0,1-1 0,-1 1 0,1 0 0,-1 0 0,1 0 0,0-1 0,-1 1 0,1 0 0,-1 0 0,1 0 0,0 0 0,-1 0 0,1 0 0,0 0 0,-1 0 0,1 0 0,-1 0 0,1 0 0,0 1 0,-1-1 0,1 0 0,0 1 0,6 1-179,-1 0 1,1 0-1,-1 1 0,0 0 0,0 1 0,8 4 0,-14-8 66,10 7-6713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5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86 24575,'-43'-14'0,"18"6"0,-47-9 0,71 16 0,0 1 0,-1 0 0,1 0 0,-1 0 0,1 0 0,0 0 0,-1 0 0,1 0 0,0 0 0,-1 0 0,1 0 0,0 1 0,-1-1 0,1 1 0,0-1 0,-1 1 0,1 0 0,0-1 0,0 1 0,0 0 0,-2 1 0,2 0 0,0-1 0,0 0 0,1 1 0,-1-1 0,0 1 0,1-1 0,-1 1 0,1-1 0,0 1 0,-1-1 0,1 1 0,0 0 0,0-1 0,0 1 0,1 2 0,0 5 0,1-1 0,0 0 0,0 1 0,1-1 0,6 12 0,-5-14 0,-1 1 0,1-1 0,1 0 0,-1 0 0,1-1 0,0 1 0,0-1 0,1 0 0,-1-1 0,1 1 0,0-1 0,10 5 0,-13-7 0,0-1 0,0 1 0,0-1 0,0 0 0,0 0 0,1-1 0,-1 1 0,0 0 0,0-1 0,1 0 0,-1 0 0,0 0 0,1 0 0,-1 0 0,0-1 0,0 1 0,0-1 0,1 0 0,-1 0 0,0 0 0,0-1 0,0 1 0,0-1 0,0 0 0,-1 1 0,1-1 0,0 0 0,-1-1 0,4-3 0,-3 2 0,0 0 0,-1 0 0,1-1 0,-1 1 0,0 0 0,-1-1 0,1 1 0,-1-1 0,0 0 0,0 1 0,0-1 0,0 0 0,-1 0 0,0 0 0,0 0 0,-2-8 0,2 7 0,-1 0 0,0 0 0,-1 1 0,1-1 0,-1 0 0,0 1 0,-1 0 0,1-1 0,-1 1 0,0 0 0,-1 0 0,1 0 0,-7-6 0,7 8 7,-1 0 0,0-1 0,-1 1 0,1 1 0,0-1 1,-1 1-1,1 0 0,-1 0 0,0 0 0,0 0 0,0 1 0,0 0 0,0 0 0,0 0 0,0 1 0,-6 0 0,6 0-113,-1 1 0,0 0 0,0 0 0,0 1 0,1-1 0,-1 1-1,1 1 1,-1-1 0,1 1 0,0 0 0,0 0 0,0 0 0,-7 7 0,3-2-6720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6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24575,'0'2'0,"1"-1"0,-1 0 0,1 1 0,-1-1 0,1 0 0,-1 0 0,1 0 0,-1 1 0,1-1 0,0 0 0,0 0 0,0 0 0,-1 0 0,1 0 0,0 0 0,0-1 0,2 2 0,21 14 0,-20-14 0,16 10 0,35 19 0,-49-28 0,1 0 0,0 0 0,-1-1 0,1 0 0,0-1 0,10 2 0,-15-2 0,-1-1 0,0 0 0,1 0 0,-1 0 0,1 0 0,-1 0 0,1 0 0,-1-1 0,1 1 0,-1 0 0,1-1 0,-1 1 0,0-1 0,1 1 0,-1-1 0,0 0 0,1 1 0,-1-1 0,0 0 0,0 0 0,0 0 0,0 0 0,0 0 0,0 0 0,0 0 0,0-1 0,0 1 0,0 0 0,-1 0 0,2-3 0,-1-2 0,1 0 0,-1 0 0,0 0 0,-1 0 0,0 0 0,0-8 0,0 8 0,0 0 0,0 0 0,0 0 0,3-9 0,-3 14 0,1 0 0,-1 0 0,0 0 0,1 0 0,-1 0 0,1 1 0,0-1 0,-1 0 0,1 0 0,0 0 0,-1 1 0,1-1 0,0 0 0,0 1 0,-1-1 0,1 1 0,0-1 0,0 1 0,0-1 0,0 1 0,0 0 0,0-1 0,0 1 0,0 0 0,0 0 0,0 0 0,0 0 0,0-1 0,0 1 0,0 1 0,0-1 0,0 0 0,0 0 0,0 0 0,0 0 0,0 1 0,-1-1 0,2 1 0,6 2 0,-1 0 0,0 0 0,13 8 0,-13-6 0,14 5 0,27 11 0,-31-14 0,1 0 0,24 15 0,-47-25 0,1 0 0,-1 0 0,1-1 0,-1 1 0,-6-10 0,10 12 0,0-1 0,0 1 0,0-1 0,0 0 0,0 1 0,0-1 0,1 0 0,-1 0 0,1 0 0,-1 0 0,1 0 0,0 1 0,0-1 0,0 0 0,0 0 0,0 0 0,0 0 0,0 0 0,1 0 0,-1 0 0,1 0 0,-1 1 0,2-3 0,-1 1 0,1 0 0,-1 0 0,1 0 0,0 0 0,0 1 0,0-1 0,0 1 0,1-1 0,-1 1 0,1 0 0,-1 0 0,1 0 0,0 0 0,0 0 0,0 0 0,0 1 0,0 0 0,0-1 0,0 1 0,0 0 0,6 0 0,-1-1 0,0 2 0,0-1 0,0 1 0,0 0 0,0 1 0,0 0 0,0 0 0,8 3 0,21 6 0,37 16 0,-58-19 0,-1 0 0,-1 1 0,1 0 0,-1 2 0,13 10 0,-26-19-42,0 0-1,1 0 0,-1 0 1,0 0-1,0 1 0,1-1 1,-1 0-1,0 1 0,0-1 1,-1 1-1,1-1 0,0 1 1,0-1-1,-1 1 0,1 0 1,-1-1-1,0 1 0,1 0 1,-1 0-1,0-1 0,0 1 1,0 0-1,0-1 0,0 1 1,0 0-1,-1 0 0,1-1 1,0 1-1,-1 0 0,0-1 1,-1 4-1,-4 3-6783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7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18 24575,'-1'-1'0,"0"-1"0,1 1 0,-1-1 0,0 1 0,0 0 0,0 0 0,0-1 0,0 1 0,-1 0 0,1 0 0,0 0 0,0 0 0,-3-1 0,2 4 0,4 4 0,4 5 0,8 7 0,0 0 0,1-2 0,1 0 0,0 0 0,36 24 0,102 55 0,-110-70 0,14 9 0,-55-34 0,-10-7 0,-11-8 0,-26-18-1365,30 23-5461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8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32 24575,'0'0'0,"-6"-5"0,-1 1 0,1 0 0,-1 0 0,0 1 0,0 0 0,0 0 0,-10-2 0,16 5 0,0-1 0,0 1 0,0 0 0,0 0 0,1 1 0,-1-1 0,0 0 0,0 0 0,0 0 0,1 0 0,-1 1 0,0-1 0,0 0 0,0 1 0,1-1 0,-1 1 0,0-1 0,1 1 0,-1-1 0,0 1 0,1-1 0,-1 1 0,1 0 0,-1-1 0,1 1 0,-1 0 0,1-1 0,-1 1 0,1 0 0,-1 1 0,0 2 0,-1 1 0,1 0 0,0 0 0,-1 6 0,0 3 0,-1-5 0,0-1 0,0 0 0,-1 1 0,1-1 0,-2-1 0,-6 11 0,-37 39 0,37-46 0,0 2 0,1 0 0,0 0 0,0 1 0,-8 18 0,5-6-1365,7-17-5461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19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1 24575,'-77'13'0,"48"-7"0,-56 4 0,81-10 0,-16 3 0,20-3 0,-1 0 0,1 0 0,-1 0 0,1 1 0,-1-1 0,1 0 0,0 0 0,-1 1 0,1-1 0,0 0 0,-1 1 0,1-1 0,0 0 0,-1 1 0,1-1 0,0 0 0,0 1 0,-1-1 0,1 1 0,0-1 0,0 0 0,0 1 0,-1-1 0,1 1 0,0-1 0,0 1 0,0-1 0,0 1 0,0-1 0,0 0 0,0 1 0,0-1 0,0 1 0,0-1 0,0 1 0,1-1 0,-1 1 0,0-1 0,0 1 0,4 6 0,-1 1 0,1-1 0,0 0 0,1 0 0,7 9 0,13 21 0,-13-14 0,-2 0 0,-1 1 0,-1 1 0,-1-1 0,-1 1 0,-1 1 0,-1-1 0,-1 1 0,-2 45 0,-2 4 0,1 73 0,1-143 0,-1-1 0,1 0 0,0 0 0,0 1 0,0-1 0,1 0 0,0 0 0,-1 0 0,1-1 0,1 1 0,-1 0 0,0-1 0,1 1 0,0-1 0,0 0 0,0 0 0,0 0 0,0 0 0,1 0 0,-1-1 0,1 0 0,4 3 0,0-2 0,-1 0 0,1 0 0,0-1 0,-1 0 0,1 0 0,0-1 0,1 0 0,-1 0 0,0-1 0,16-1 0,-23 1 6,0-1 0,1 1-1,-1 0 1,0 0 0,1-1-1,-1 1 1,0-1 0,0 1 0,0-1-1,1 1 1,-1-1 0,0 0-1,0 0 1,0 1 0,0-1-1,0 0 1,0 0 0,0 0 0,-1 0-1,2-1 1,-1-1-155,0 1 1,0-1-1,0 1 1,0 0-1,0-1 1,-1 1-1,1-1 1,-1 0-1,0-2 1,1-7-6678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0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90 24575,'-12'-17'0,"9"14"0,9 11 0,1 2 0,17 24 0,45 47 0,-68-80 0,-1 0 0,1 0 0,0 0 0,-1-1 0,1 1 0,0 0 0,0-1 0,0 1 0,0-1 0,-1 1 0,1-1 0,0 1 0,0-1 0,0 1 0,0-1 0,0 0 0,0 0 0,0 1 0,0-1 0,0 0 0,0 0 0,0 0 0,0 0 0,0 0 0,2-1 0,-1 0 0,-1 1 0,0-1 0,0 0 0,0 0 0,0 0 0,0-1 0,0 1 0,0 0 0,0 0 0,0-1 0,0 1 0,-1 0 0,1-1 0,0 1 0,-1 0 0,1-4 0,3-9 0,-1-1 0,-1 0 0,0 1 0,-1-28 0,1 1 0,-2 39 0,0 0 0,0 0 0,0 0 0,0 0 0,1 0 0,-1 0 0,1 0 0,0 0 0,-1 0 0,1 0 0,0 0 0,0 0 0,0 1 0,1-1 0,-1 0 0,0 1 0,1-1 0,-1 1 0,0-1 0,1 1 0,0 0 0,1-2 0,0 2 0,0 0 0,0 0 0,0 0 0,0 0 0,0 1 0,0-1 0,0 1 0,0 0 0,0 0 0,0 0 0,0 0 0,0 1 0,0-1 0,5 2 0,17 5 0,0 1 0,0 1 0,36 20 0,-23-9 0,49 37 0,-86-56 0,1 0 0,-1 1 0,1-1 0,-1 0 0,0 0 0,0 1 0,1-1 0,-1 0 0,0 1 0,0-1 0,0 3 0,-1-4 0,0 0 0,1 0 0,-1 1 0,0-1 0,0 0 0,0 0 0,0 1 0,0-1 0,0 0 0,0 1 0,0-1 0,0 0 0,-1 0 0,1 1 0,0-1 0,0 0 0,0 1 0,0-1 0,0 0 0,0 0 0,-1 0 0,1 1 0,0-1 0,0 0 0,0 0 0,-1 1 0,-12 3 0,-38-3-1365,35-1-5461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0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24575,'29'-8'0,"-7"1"0,1 1 0,0 1 0,0 1 0,0 0 0,25 1 0,-43 3 0,-1 1 0,0-1 0,0 1 0,1 0 0,-1 0 0,0 0 0,0 0 0,0 1 0,0 0 0,0-1 0,0 1 0,-1 1 0,1-1 0,4 5 0,-4-3 0,0 0 0,0 0 0,-1 1 0,0-1 0,0 1 0,0 0 0,0 0 0,-1 0 0,0 0 0,2 6 0,-1 3 0,0 0 0,-1 0 0,0 0 0,-1 0 0,-1 0 0,0 0 0,-4 27 0,0-11 0,1 0 0,1 0 0,4 44 0,-1-57 0,2 0 0,0 0 0,1-1 0,0 1 0,2-1 0,0 0 0,13 25 0,-11-26 0,7 10 0,15 40 0,-27-57 0,0 1 0,0 0 0,-1 0 0,0 0 0,-1 0 0,0 0 0,-1 1 0,-1 16 0,1-24 0,0 0 0,-1 0 0,1 0 0,-1 0 0,1 0 0,-1 0 0,0-1 0,0 1 0,0 0 0,0 0 0,0-1 0,0 1 0,-1 0 0,1-1 0,-1 1 0,1-1 0,-1 0 0,1 1 0,-1-1 0,0 0 0,1 0 0,-1 0 0,0 0 0,0 0 0,0 0 0,0-1 0,0 1 0,-4 0 0,-5 1 0,0-1 0,1-1 0,-1 1 0,-14-2 0,9 0 0,-105-1-1365,108 2-5461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24575,'7'12'0,"7"23"0,-5-13 0,117 240 0,-109-228 0,15 39 0,-26-55 0,0-1 0,-2 1 0,0 1 0,2 23 0,-5-40 0,-1 0 0,0 0 0,0 0 0,0 0 0,0 0 0,-1 0 0,1 0 0,-1 0 0,1 0 0,-1 0 0,1 0 0,-1 0 0,0-1 0,0 1 0,0 0 0,0 0 0,0-1 0,0 1 0,-1-1 0,-1 3 0,1-3 0,1-1 0,0 1 0,-1 0 0,1-1 0,0 1 0,-1-1 0,1 1 0,-1-1 0,1 0 0,-1 0 0,1 1 0,-1-1 0,1 0 0,-1 0 0,1-1 0,-1 1 0,1 0 0,-1 0 0,1-1 0,0 1 0,-1-1 0,1 1 0,-1-1 0,1 0 0,0 1 0,0-1 0,-3-2 0,1 1 0,0-1 0,0 0 0,0 0 0,1 0 0,-1 0 0,1 0 0,-1-1 0,1 1 0,0-1 0,0 0 0,1 1 0,-1-1 0,1 0 0,0 0 0,0 0 0,0 0 0,1 0 0,-1 0 0,1 0 0,0 0 0,0 0 0,0 0 0,2-7 0,-2 6 0,1 1 0,0-1 0,0 0 0,0 0 0,1 1 0,0-1 0,0 1 0,0 0 0,0-1 0,1 1 0,0 0 0,-1 0 0,1 0 0,1 1 0,-1-1 0,0 1 0,1 0 0,0 0 0,7-5 0,-3 5 0,1 0 0,0 0 0,0 0 0,0 1 0,1 0 0,-1 1 0,0 0 0,1 1 0,-1 0 0,1 0 0,-1 1 0,0 0 0,1 1 0,11 3 0,8 4 0,1 1 0,54 29 0,-80-37 0,14 6 0,18 14 0,-32-20 0,0 1 0,0 0 0,0 0 0,-1 1 0,1-1 0,-1 1 0,0-1 0,0 1 0,0 0 0,2 6 0,-4-8 0,0-1 0,-1 1 0,1 0 0,-1-1 0,0 1 0,0 0 0,0-1 0,0 1 0,0 0 0,0 0 0,0-1 0,0 1 0,-1 0 0,1-1 0,0 1 0,-1 0 0,0-1 0,1 1 0,-1-1 0,0 1 0,0-1 0,0 1 0,0-1 0,0 1 0,0-1 0,0 0 0,-1 0 0,1 1 0,0-1 0,-3 1 0,-2 2 0,0 0 0,0 0 0,-1-1 0,1 0 0,-1 0 0,-7 2 0,-22 4 0,-1-2 0,0-2 0,0-1 0,0-1 0,-62-5 0,88 2 0,0-1 0,0 0 0,0-1 0,0 0 0,1 0 0,-17-7 0,27 9 3,-1 0 0,1 0-1,-1-1 1,1 1 0,-1 0-1,1 0 1,-1-1 0,1 1 0,-1 0-1,1-1 1,-1 1 0,1-1-1,0 1 1,-1 0 0,1-1-1,0 1 1,-1-1 0,1 1 0,0-1-1,-1 1 1,1-1 0,0 0-1,0 1 1,0-1 0,0 1-1,0-1 1,-1 1 0,1-1 0,0 1-1,0-1 1,0 0 0,1 1-1,-1-1 1,0 1 0,0-1-1,0 1 1,0-1 0,1 0-1,0-1-154,1-1 0,-1 1 0,1 0 0,0 0 0,0 0-1,3-3 1,-3 4-253,6-7-6421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2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24575,'-38'3'0,"5"-1"0,0 1 0,-56 14 0,84-16 0,0 1 0,0-1 0,1 1 0,-1 1 0,1-1 0,-1 1 0,1 0 0,0 0 0,0 0 0,0 0 0,1 0 0,-5 6 0,6-7 0,1 0 0,0 0 0,-1 0 0,1 1 0,0-1 0,0 0 0,1 0 0,-1 1 0,0-1 0,1 0 0,-1 1 0,1-1 0,0 0 0,0 1 0,0-1 0,0 1 0,0-1 0,1 0 0,-1 1 0,1-1 0,-1 1 0,1-1 0,0 0 0,0 0 0,0 0 0,0 1 0,2 2 0,0-1 0,1 0 0,-1 1 0,1-1 0,0-1 0,0 1 0,1 0 0,-1-1 0,1 0 0,-1 0 0,1 0 0,0-1 0,8 3 0,4 1 0,0-1 0,27 5 0,-39-9 0,0-1 0,0 1 0,0-1 0,1 0 0,-1-1 0,0 1 0,0-1 0,0 0 0,0 0 0,0-1 0,0 1 0,8-5 0,-11 5 0,1 0 0,0-1 0,0 0 0,-1 0 0,1 0 0,-1 0 0,0 0 0,1 0 0,-1-1 0,0 1 0,0-1 0,-1 1 0,1-1 0,0 0 0,-1 0 0,0 1 0,0-1 0,0 0 0,0 0 0,0-1 0,1-4 0,-2-9 0,0-1 0,-4-31 0,8 59 0,0-1 0,0 1 0,1-1 0,0 0 0,0 0 0,1-1 0,1 1 0,-1-2 0,10 9 0,-4-4-1365,0-2-5461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3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24575,'-14'4'0,"0"-1"0,0 2 0,0 0 0,1 0 0,-1 1 0,-12 9 0,20-12 0,1 1 0,-1 0 0,1 0 0,0 0 0,0 1 0,0-1 0,1 1 0,-1 1 0,1-1 0,0 0 0,1 1 0,-1 0 0,1 0 0,1 0 0,-4 9 0,6-13 0,-1 0 0,1 0 0,0 1 0,0-1 0,0 0 0,1 0 0,-1 1 0,0-1 0,1 0 0,0 0 0,-1 0 0,1 0 0,0 0 0,0 0 0,0 0 0,0 0 0,0 0 0,1 0 0,-1 0 0,1 0 0,-1-1 0,1 1 0,-1-1 0,1 1 0,2 0 0,6 5 0,-1 0 0,1-1 0,16 6 0,-26-12 0,15 7 0,-1-2 0,1 0 0,1-1 0,-1 0 0,31 2 0,-13-4 0,59-3 0,-85 0 0,-1 0 0,1 0 0,0 0 0,-1-1 0,1 0 0,-1 0 0,0-1 0,8-3 0,-13 5 0,1 0 0,0 0 0,-1 0 0,1 0 0,-1 0 0,1 0 0,-1 0 0,0-1 0,0 1 0,1-1 0,-1 1 0,0-1 0,0 1 0,0-1 0,-1 0 0,1 1 0,0-1 0,-1 0 0,1 1 0,-1-1 0,1 0 0,-1 0 0,0 0 0,0 0 0,0 1 0,0-1 0,0 0 0,0 0 0,0 0 0,-1 0 0,1 1 0,-1-1 0,-1-3 0,-1-3-172,-2 0 0,1 1 0,-1 0 0,0 0 0,-1 0 0,-6-6 0,11 12 11,-16-17-6665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3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24575,'28'73'0,"74"179"0,-57-167 0,-30-59 0,-1 0 0,-2 1 0,17 49 0,-28-74-151,-1 0-1,1-1 0,-1 1 0,1 0 1,0-1-1,-1 1 0,1 0 1,2 1-1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3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1 24575,'-30'16'0,"-43"27"0,65-37 0,1-1 0,-1 1 0,1 1 0,1-1 0,-1 1 0,-8 13 0,13-18 0,1 0 0,-1 0 0,1 1 0,0-1 0,0 0 0,0 1 0,0-1 0,0 1 0,1-1 0,-1 1 0,1-1 0,0 1 0,-1 0 0,1-1 0,0 1 0,1-1 0,-1 1 0,0-1 0,2 4 0,-1-3 0,0 1 0,1-1 0,0 0 0,0 0 0,0 0 0,0 0 0,1 0 0,-1 0 0,1-1 0,-1 1 0,1-1 0,3 3 0,7 3 0,0-1 0,1 0 0,-1 0 0,1-1 0,20 5 0,0-2 0,1 0 0,-1-3 0,69 5 0,-74-10 0,-1-2 0,1-1 0,-1-1 0,0-1 0,38-11 0,-50 8 120,-16 7-170,1 0 1,-1 0-1,1-1 1,-1 1-1,0 0 1,1-1-1,-1 1 1,0-1-1,1 1 1,-1 0-1,0-1 1,1 1-1,-1-1 1,0 1-1,0-1 1,1 1-1,-1-1 1,0 1-1,0-1 1,0 1-1,0-1 1,0 1-1,0-1 1,0 1-1,0-1 1,0 1-1,0-1 1,0 1-1,0-1 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5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3 24575,'-1'0'0,"1"0"0,0 0 0,-1-1 0,1 1 0,0 0 0,-1 0 0,1 0 0,-1-1 0,1 1 0,0 0 0,-1 0 0,1 0 0,-1 0 0,1 0 0,0 0 0,-1 0 0,1 0 0,-1 0 0,1 0 0,-1 0 0,1 0 0,0 0 0,-1 0 0,1 1 0,-1-1 0,1 0 0,0 0 0,-1 0 0,1 0 0,0 1 0,-1-1 0,1 1 0,-1 0 0,1 0 0,-1 0 0,1 0 0,0 0 0,-1 0 0,1 0 0,0 0 0,0 0 0,0 0 0,0 0 0,0 0 0,0 2 0,2 7 0,0-1 0,4 12 0,-5-16 0,16 45 0,2-1 0,2-1 0,29 46 0,-19-36 0,28 73 0,-57-126-68,3 8-148,0 0 0,-1 0 0,-1 0-1,0 1 1,1 14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5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450 59 24575,'-32'-5'0,"-15"-2"0,-7 1 0,0-2 0,5 2 0,6 0 0,5 0 0,7 1 0,6 0 0,5 3 0,3 0 0,2 3 0,4 5 0,4 3 0,2 2 0,3 0-8191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6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82 24575,'-28'-17'0,"-2"2"0,0 2 0,-62-20 0,89 32 0,-1 0 0,1 1 0,-1-1 0,0 1 0,1-1 0,-1 1 0,1 1 0,-1-1 0,0 0 0,1 1 0,-6 1 0,8-1 0,-1-1 0,1 1 0,-1 0 0,1 0 0,0 0 0,-1 0 0,1 0 0,0 0 0,0 1 0,0-1 0,0 0 0,0 0 0,0 1 0,0-1 0,0 1 0,1-1 0,-1 1 0,0-1 0,1 1 0,-1-1 0,1 1 0,0 0 0,-1-1 0,1 1 0,0 0 0,0-1 0,0 3 0,1 2 0,0 0 0,0 0 0,0 0 0,0 0 0,1 0 0,0 0 0,0 0 0,1 0 0,0-1 0,6 11 0,0-2 0,2 0 0,20 21 0,-22-27 0,0 0 0,1 0 0,0-1 0,1-1 0,-1 0 0,1 0 0,0-1 0,1 0 0,-1-1 0,1-1 0,0 1 0,0-2 0,0 0 0,0 0 0,0-1 0,1-1 0,-1 0 0,0 0 0,19-4 0,-27 3 0,0 0 0,0 0 0,0-1 0,0 1 0,0-1 0,-1 0 0,1 0 0,-1 0 0,1 0 0,-1-1 0,0 1 0,0-1 0,0 0 0,0 0 0,0 0 0,-1 0 0,1-1 0,-1 1 0,0-1 0,0 1 0,0-1 0,2-7 0,-2 5 0,0 0 0,-1 0 0,0-1 0,-1 1 0,1 0 0,-1 0 0,0-1 0,0 1 0,-1 0 0,0 0 0,0 0 0,-1-1 0,1 1 0,-5-9 0,4 10 5,-1 1 1,1 0-1,-1 0 0,0 0 0,0 0 0,0 0 1,-1 1-1,1-1 0,-1 1 0,0 0 1,0 0-1,0 0 0,0 1 0,-1-1 0,1 1 1,-1 0-1,1 0 0,-1 1 0,0-1 0,0 1 1,1 0-1,-8 0 0,-1 0-191,1 0 1,-1 1-1,1 1 0,-1 0 1,1 0-1,0 2 1,-22 5-1,16-1-6640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7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46 24575,'-21'-13'0,"9"5"0,0 1 0,-22-10 0,42 27 0,11 9 0,-16-16 0,102 97 0,195 143 0,-257-209 0,16 10 0,-58-44 0,-1 0 0,0 0 0,0 1 0,1-1 0,-1 0 0,0 0 0,0 1 0,1-1 0,-1 0 0,0 0 0,1 0 0,-1 0 0,0 0 0,1 1 0,-1-1 0,0 0 0,1 0 0,-1 0 0,0 0 0,1 0 0,-1 0 0,0 0 0,1 0 0,-1 0 0,0 0 0,1 0 0,-1-1 0,0 1 0,1 0 0,-1 0 0,0 0 0,1 0 0,0-1 0,-1 1 0,0-1 0,0 0 0,0 0 0,0 1 0,0-1 0,0 0 0,0 0 0,0 0 0,0 1 0,0-1 0,0 0 0,0 0 0,-1 1 0,1-2 0,-2-2 0,1-1 0,-1 1 0,0-1 0,-3-4 0,-12-11-682,-32-30-1,36 38-6143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7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53 24575,'0'0'0,"-31"-34"0,29 33 0,0-1 0,0 0 0,0 0 0,0 1 0,-1-1 0,1 1 0,-1-1 0,1 1 0,-1 0 0,1 0 0,-1 0 0,0 1 0,-4-2 0,6 2 0,0 0 0,0 0 0,0 0 0,0 1 0,1-1 0,-1 0 0,0 0 0,0 1 0,0-1 0,1 1 0,-1-1 0,0 0 0,1 1 0,-1-1 0,0 1 0,1 0 0,-1-1 0,0 1 0,1-1 0,-1 1 0,1 0 0,-1 0 0,1-1 0,0 1 0,-1 0 0,1 0 0,0-1 0,-1 1 0,1 0 0,0 0 0,0 0 0,0 1 0,-1 4 0,0 1 0,1-1 0,0 10 0,0-5 0,-1 1 0,-1 0 0,0 0 0,0 0 0,-1 0 0,-1-1 0,0 1 0,-1-1 0,-6 13 0,3-11 0,0 0 0,-1 0 0,-1 0 0,0-1 0,-21 20 0,22-25 25,1 0-1,-13 6 1,1-1-1464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8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43 104 24575,'5'17'0,"1"0"0,1 0 0,1-1 0,17 30 0,-3-12 0,-21-31 0,1-1 0,-1 1 0,0-1 0,0 1 0,0 0 0,-1-1 0,1 1 0,-1 0 0,1-1 0,-1 1 0,0 0 0,0 3 0,0-5 0,0-1 0,0 1 0,0-1 0,-1 1 0,1-1 0,0 1 0,0-1 0,0 1 0,-1-1 0,1 1 0,0-1 0,-1 1 0,1-1 0,0 0 0,-1 1 0,1-1 0,0 1 0,-1-1 0,1 0 0,-1 1 0,1-1 0,-1 0 0,1 0 0,-1 1 0,1-1 0,-1 0 0,1 0 0,-1 0 0,1 0 0,-1 0 0,-1 0 0,0 0 0,0 0 0,1 0 0,-1 0 0,0-1 0,0 1 0,1-1 0,-1 1 0,-2-2 0,-3-2 0,0 1 0,1-2 0,-9-5 0,9 5 0,1 0 0,0 0 0,1 0 0,-1-1 0,1 1 0,0-1 0,1 0 0,-1 0 0,1-1 0,0 1 0,1-1 0,-1 1 0,2-1 0,-1 0 0,0 0 0,0-11 0,2 12 0,0 1 0,0-1 0,0 1 0,1 0 0,0-1 0,0 1 0,0-1 0,1 1 0,0 0 0,0 0 0,0 0 0,0 0 0,1 0 0,0 0 0,0 1 0,0-1 0,1 1 0,-1 0 0,1 0 0,0 0 0,7-5 0,-1 3 0,0 0 0,0 0 0,1 1 0,0 1 0,0 0 0,0 0 0,0 1 0,1 0 0,-1 1 0,1 0 0,0 1 0,-1 1 0,1-1 0,12 3 0,-12 0-1365,-3 2-5461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29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21 24575,'12'-17'0,"-9"14"0,-7 11 0,-13 27 0,2-1 0,-22 72 0,28-69 0,1 0 0,-5 66 0,11-76 0,2 1 0,1-1 0,1 0 0,9 44 0,-6-55 0,0 0 0,1 0 0,1-1 0,0 0 0,1 0 0,11 16 0,4 2 0,41 42 0,-51-61 0,23 19 0,-30-28 0,1 0 0,-1-1 0,1 1 0,1-1 0,-1-1 0,9 4 0,-15-6-72,0-1 1,0 0-1,0 0 0,0 1 0,0-1 0,0 0 0,0 0 0,0 0 1,0 0-1,0 0 0,0 0 0,0 0 0,0 0 0,0-1 0,0 1 1,0 0-1,0-1 0,2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0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24575,'0'-2'0,"7"-23"0,-7 23 0,0 1 0,1-1 0,0 1 0,-1-1 0,1 1 0,0-1 0,0 1 0,0 0 0,0 0 0,0-1 0,0 1 0,0 0 0,2-1 0,-2 1 0,-1 1 0,1 0 0,0 0 0,-1 0 0,1 0 0,-1 0 0,1 0 0,0 0 0,-1 1 0,1-1 0,-1 0 0,1 0 0,0 0 0,-1 1 0,1-1 0,-1 0 0,1 1 0,-1-1 0,1 0 0,-1 1 0,1-1 0,-1 1 0,1-1 0,-1 0 0,0 1 0,1-1 0,-1 1 0,0 0 0,1-1 0,-1 1 0,0-1 0,0 1 0,1-1 0,-1 2 0,9 21 0,28 116 0,-15-51 0,12 114 0,-31-180 0,7 41 0,-8-56 0,0 0 0,0 0 0,0 0 0,1-1 0,0 1 0,7 9 0,-7-13 0,0 0 0,0 0 0,0 0 0,1 0 0,-1-1 0,0 0 0,1 0 0,0 0 0,-1 0 0,1 0 0,0-1 0,0 1 0,0-1 0,0 0 0,0-1 0,5 1 0,4 1 0,0-1 0,0-1 0,23-2 0,-31 1-72,-1 1 1,0-1-1,0 0 0,0-1 0,0 1 0,0-1 0,0 1 0,0-1 1,-1-1-1,1 1 0,0 0 0,-1-1 0,0 0 0,0 0 0,0 0 1,0 0-1,0 0 0,4-6 0,-1-2-6754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0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0 24575,'-29'0'0,"-13"3"0,-1 0 0,4 0 0,9 2 0,7 0 0,4-1 0,4 2 0,4 2 0,2-1 0,-1 2 0,2 1 0,0-1 0,1 0 0,2 2 0,-1-2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0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24575,'21'11'-73,"0"1"-1,0 0 0,-1 2 1,-1 1-1,0 0 0,-1 1 0,-1 1 1,-1 1-1,0 0 0,19 31 1,-13-15-54,-2 1 1,-1 2-1,-2 0 1,-1 0-1,15 57 1,-22-58 210,-1 0 1,-1 1 0,2 63-1,-8-82-32,-2-1-1,0 1 0,0-1 0,-2 0 1,0 0-1,-1 0 0,-1 0 0,-1 0 1,0-1-1,-9 18 0,10-26-151,-1 1 1,1-1-1,-2 0 0,1-1 0,-1 1 1,-12 10-1,3-6-6726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4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1 24575,'14'2'0,"-11"1"0,-10 0 0,-10 3 0,0-2 0,0 0 0,-1-1 0,-23 1 0,-74-3 0,72-2 0,15 1 0,0-1 0,-37-7 0,51 5-1365,2 1-5461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4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12 24575,'8'-6'0,"-12"2"0,-16 3 0,-12 5 0,-46 7 0,-88 0 0,94-11-1365,53 0-5461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5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28 24575,'-2'-3'0,"0"0"0,-1-1 0,0 0 0,0 1 0,0 0 0,-4-4 0,7 7 0,0 0 0,-1 0 0,1 0 0,0 0 0,0 0 0,0 0 0,0 0 0,0 0 0,0 0 0,0 0 0,0 0 0,0 0 0,0 0 0,0 0 0,0 0 0,0 0 0,0 0 0,-1 0 0,1 0 0,0 0 0,0 0 0,0 0 0,0 0 0,0 0 0,0 0 0,0 0 0,0 0 0,0 0 0,0 0 0,0 0 0,0 0 0,0 0 0,-1 0 0,1 0 0,0 0 0,0 0 0,0 0 0,0 0 0,0 0 0,0 0 0,0 0 0,0 0 0,0 1 0,0-1 0,0 0 0,0 0 0,0 0 0,0 0 0,0 0 0,0 0 0,0 0 0,0 0 0,0 0 0,0 0 0,0 0 0,0 0 0,0 0 0,0 1 0,0-1 0,0 0 0,0 0 0,0 0 0,0 0 0,1 9 0,5 10 0,95 240 0,-90-227 0,12 66 0,-18-84 0,-2-11 0,1-10 0,-1-10 0,2 1 0,0-1 0,1 0 0,1 1 0,0 1 0,17-27 0,-23 39 0,1 1 0,-1 0 0,1 0 0,0 0 0,0 0 0,0 1 0,0-1 0,0 0 0,1 1 0,-1-1 0,0 1 0,1 0 0,-1 0 0,1 0 0,-1 0 0,1 0 0,-1 1 0,1-1 0,0 1 0,-1 0 0,1-1 0,0 1 0,-1 1 0,1-1 0,0 0 0,-1 0 0,1 1 0,0 0 0,-1-1 0,1 1 0,-1 0 0,1 0 0,-1 1 0,5 2 0,0 0 0,1 2 0,-1-1 0,0 1 0,-1 0 0,1 0 0,-1 1 0,-1-1 0,1 1 0,6 11 0,-6-7-97,-2-3-326,1-1 1,10 15-1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6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73 24575,'-22'0'0,"-33"0"0,50 1 0,0-1 0,1 1 0,-1 0 0,0 0 0,1 1 0,0-1 0,-1 1 0,-7 4 0,12-6 0,-1 1 0,1-1 0,-1 0 0,1 1 0,-1-1 0,1 1 0,0-1 0,-1 1 0,1-1 0,0 1 0,-1-1 0,1 1 0,0-1 0,0 1 0,-1 0 0,1-1 0,0 1 0,0-1 0,0 1 0,0 0 0,0-1 0,0 1 0,0 0 0,0-1 0,0 1 0,0-1 0,0 1 0,0 0 0,0-1 0,1 1 0,-1-1 0,0 1 0,0 0 0,1-1 0,-1 1 0,0-1 0,1 1 0,-1-1 0,0 1 0,1-1 0,0 1 0,2 2 0,0 1 0,0-1 0,1 0 0,4 4 0,7 3 0,1-1 0,1 0 0,0-2 0,0 1 0,0-2 0,1 0 0,-1-2 0,2 1 0,-1-2 0,0-1 0,33 1 0,-46-3 0,0 0 0,0-1 0,0 1 0,1-1 0,-1-1 0,0 1 0,0-1 0,0 1 0,0-1 0,6-4 0,-9 5 0,-1 0 0,1 0 0,-1-1 0,0 1 0,0 0 0,1 0 0,-1-1 0,0 1 0,0-1 0,0 1 0,0-1 0,0 1 0,-1-1 0,1 1 0,0-1 0,-1 0 0,1 0 0,-1 1 0,0-1 0,1 0 0,-1 0 0,0 1 0,0-1 0,0 0 0,0 0 0,-1 1 0,1-1 0,0 0 0,-1 0 0,1 1 0,-1-1 0,0 0 0,0-2 0,-4-5 0,0 0 0,0 1 0,0-1 0,-1 1 0,0 0 0,-1 0 0,1 1 0,-2 0 0,1 0 0,-1 1 0,0-1 0,0 2 0,-1-1 0,0 1 0,1 1 0,-2 0 0,1 0 0,-17-4 0,23 7-105,0 1 0,0-1 0,0 1 0,0 0 0,0 0 0,0 1 0,1-1 0,-1 1 0,0-1 0,0 1 0,0 0 0,-5 2 0,-4 4-6721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6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24575,'0'19'0,"-1"11"0,5 34 0,-2-54 0,0 0 0,0 1 0,1-1 0,0 0 0,0-1 0,1 1 0,6 9 0,-3-6 0,1-1 0,0 1 0,18 20 0,-19-28 0,-5-6 0,-8-13 0,-51-50 0,-1-2 0,52 58 0,1 1 0,0-1 0,0 0 0,1-1 0,0 1 0,1-1 0,-4-11 0,7 18 0,-1-1 0,0 0 0,1 1 0,0-1 0,0 1 0,-1-1 0,2 0 0,-1 1 0,0-1 0,0 0 0,1 1 0,-1-1 0,1 1 0,0-1 0,0 1 0,0-1 0,0 1 0,0-1 0,1 1 0,-1 0 0,1 0 0,2-3 0,-1 2 0,1 0 0,0 0 0,0 0 0,1 0 0,-1 1 0,1-1 0,-1 1 0,1 1 0,0-1 0,9-2 0,-13 4 0,12-3 0,23-3 0,-33 6 0,1 0 0,-1-1 0,0 2 0,0-1 0,0 0 0,0 1 0,1-1 0,-1 1 0,0 0 0,0 0 0,0 0 0,0 0 0,3 3 0,-5-4 0,0 1 0,-1-1 0,1 1 0,-1 0 0,1-1 0,0 1 0,-1 0 0,1-1 0,-1 1 0,0 0 0,1 0 0,-1-1 0,0 1 0,1 0 0,-1 0 0,0 0 0,0-1 0,0 1 0,0 0 0,0 0 0,0 0 0,0 0 0,0 0 0,0-1 0,0 1 0,0 0 0,0 0 0,-1 0 0,1 0 0,0-1 0,-1 1 0,1 0 0,-1 0 0,1-1 0,0 1 0,-1 0 0,0-1 0,1 1 0,-1 0 0,0 0 0,-3 3 0,0 0 0,0 0 0,0-1 0,-8 7 0,-44 21 24,41-24-302,1 0 0,-1 2 0,2 0 1,-22 17-1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7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16 224 24575,'2'-2'0,"10"-12"0,-1 0 0,0-1 0,17-30 0,-26 41 0,0 0 0,0 0 0,0 0 0,-1 0 0,0 0 0,0 0 0,0 0 0,-1 0 0,1 0 0,-1-1 0,0 1 0,0 0 0,0 0 0,-1 0 0,1-1 0,-1 1 0,0 0 0,0 0 0,-1 0 0,1 0 0,-1 0 0,-4-7 0,4 8 0,0 0 0,-1 0 0,1 0 0,-1 0 0,0 0 0,1 1 0,-1-1 0,-7-3 0,10 5 0,-1 1 0,0-1 0,0 1 0,1 0 0,-1 0 0,0-1 0,0 1 0,0 0 0,1 0 0,-1 0 0,0 0 0,0 0 0,0 0 0,1 0 0,-1 0 0,0 0 0,0 1 0,-1-1 0,1 1 0,0 0 0,0-1 0,0 1 0,0 0 0,0 0 0,0 0 0,0 0 0,0 0 0,0 0 0,1 0 0,-1 0 0,0 0 0,1 0 0,-1 0 0,0 2 0,-3 7 0,1 0 0,0 0 0,1 0 0,0 0 0,1 0 0,0 0 0,0 0 0,1 1 0,1 13 0,0-19 0,-1 0 0,1 0 0,0 0 0,1 0 0,-1 0 0,1 0 0,0 0 0,0-1 0,0 1 0,1-1 0,-1 0 0,1 1 0,0-1 0,0 0 0,1-1 0,-1 1 0,1-1 0,0 1 0,0-1 0,8 5 0,-5-5 0,0-1 0,0 0 0,0 0 0,0 0 0,0-1 0,0 0 0,14-1 0,-1 0 0,33-6 0,-46 5-136,1 0-1,0-1 1,0 0-1,-1 0 1,1-1-1,-1 0 1,0 0-1,1-1 0,8-6 1,-6 1-6690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7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39 24575,'-5'-2'0,"-62"-23"0,58 22 0,0 0 0,-1 2 0,1-1 0,0 1 0,-13 0 0,20 1 0,0 0 0,0 0 0,0 0 0,-1 0 0,1 1 0,0-1 0,0 1 0,0 0 0,0-1 0,0 1 0,0 0 0,0 0 0,1 0 0,-1 0 0,0 1 0,0-1 0,1 0 0,-3 3 0,3-2 0,-1 0 0,1 1 0,0-1 0,-1 0 0,1 1 0,0-1 0,1 1 0,-1 0 0,0-1 0,1 1 0,-1-1 0,1 6 0,0 3 0,1 0 0,0 0 0,1 1 0,0-1 0,7 17 0,9 21 0,3-2 0,2 0 0,30 46 0,22 45 0,-66-119 0,-6-10 0,1-1 0,0 1 0,0-1 0,1 0 0,0 0 0,1-1 0,10 13 0,-15-20 0,-1 0 0,0 1 0,0-1 0,1 0 0,-1 0 0,0 0 0,0 1 0,1-1 0,-1 0 0,0 0 0,0 0 0,1 0 0,-1 0 0,0 0 0,1 0 0,-1 1 0,0-1 0,1 0 0,-1 0 0,0 0 0,1 0 0,-1 0 0,0 0 0,1 0 0,-1-1 0,0 1 0,0 0 0,1 0 0,-1 0 0,0 0 0,1 0 0,-1 0 0,0-1 0,0 1 0,1 0 0,4-13 0,-3-19 0,-2 30 0,1-31 0,0 16 0,-1 1 0,0-1 0,-1 0 0,-1 1 0,-4-17 0,5 30 0,-1 0 0,1-1 0,0 1 0,-1 0 0,0 1 0,0-1 0,0 0 0,0 0 0,0 1 0,0-1 0,-1 1 0,1 0 0,-1 0 0,0 0 0,0 0 0,1 0 0,-1 0 0,0 1 0,0 0 0,-6-2 0,-5-1 0,1 1 0,-1 0 0,-24-1 0,15 2 0,12 1-91,1 0 0,-1 0 0,1 1 0,-1 0 0,1 1 0,0 1 0,-1-1 0,1 1 0,0 1 0,0 0 0,0 1 0,0 0 0,1 0 0,-17 10 0,17-6-6735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8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24575,'5'3'0,"-1"1"0,1-1 0,0 0 0,0 0 0,0 0 0,1 0 0,7 2 0,-1-1 0,1 0 0,15 2 0,-3-1 0,-17-3 0,1 0 0,-1-1 0,1 0 0,-1 0 0,15-1 0,-21 0 0,0-1 0,1 1 0,-1-1 0,0 0 0,1 1 0,-1-1 0,0 0 0,0 0 0,0-1 0,0 1 0,0 0 0,0-1 0,0 1 0,0-1 0,0 0 0,-1 1 0,1-1 0,-1 0 0,1 0 0,-1 0 0,0 0 0,0 0 0,0 0 0,2-5 0,-2 2 0,1-1 0,-1 1 0,0-1 0,-1 0 0,1-9 0,-1 10 0,0 0 0,1-1 0,-1 1 0,1 0 0,3-9 0,-4 13 0,1 0 0,-1 1 0,1-1 0,-1 0 0,1 1 0,-1-1 0,1 1 0,-1-1 0,1 0 0,0 1 0,-1 0 0,1-1 0,0 1 0,-1-1 0,1 1 0,0 0 0,0 0 0,-1-1 0,1 1 0,0 0 0,0 0 0,-1 0 0,1 0 0,0 0 0,0 0 0,0 0 0,-1 0 0,1 0 0,0 0 0,0 0 0,1 1 0,27 9 0,-24-8 0,14 6-455,0 1 0,26 16 0,-32-16-6371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39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68 483 24575,'1'-2'0,"15"-23"0,-2 0 0,0-2 0,10-31 0,-21 50 0,-1 0 0,1-1 0,-2 1 0,1-1 0,-1 1 0,-1-1 0,0 1 0,0-1 0,0 0 0,-1 1 0,0-1 0,-1 1 0,0-1 0,0 1 0,-6-12 0,-2 2 0,0 0 0,-2 1 0,0 0 0,-17-18 0,-7-10 0,34 43 0,1 0 0,-1 0 0,1 1 0,-1-1 0,1 1 0,-1-1 0,-4-2 0,6 4 0,0 0 0,0 0 0,0 0 0,-1 0 0,1 0 0,0 0 0,0 0 0,0 0 0,0 0 0,-1 0 0,1 0 0,0 0 0,0 0 0,0 0 0,-1 0 0,1 0 0,0 0 0,0 0 0,0 0 0,0 0 0,-1 0 0,1 0 0,0 0 0,0 0 0,0 0 0,0 0 0,-1 0 0,1 0 0,0 1 0,0-1 0,0 0 0,0 0 0,0 0 0,-1 1 0,1 11 0,2 0 0,1-1 0,1 0 0,0 0 0,0 0 0,1 0 0,9 14 0,42 58 0,-52-78 0,17 23 0,2-1 0,0 0 0,2-2 0,29 22 0,-50-43 0,0-1 0,0-1 0,0 1 0,0-1 0,0 1 0,1-1 0,-1-1 0,10 4 0,-12-5 0,0 0 0,0 0 0,0 0 0,-1 0 0,1 0 0,0 0 0,0 0 0,0-1 0,0 1 0,-1-1 0,1 1 0,0-1 0,0 0 0,-1 1 0,1-1 0,-1 0 0,1 0 0,-1 0 0,1-1 0,-1 1 0,1 0 0,-1 0 0,0-1 0,0 1 0,0-1 0,2-2 0,1-2 0,-1-1 0,0 0 0,0 0 0,0 0 0,-1-1 0,0 1 0,0 0 0,-1-1 0,1-13 0,-1-9 0,-4-33 0,2 46 0,0-1 0,-1 0 0,-1 0 0,-7-22 0,7 30 0,0 1 0,-1 0 0,0 0 0,0 0 0,-1 0 0,0 1 0,-11-13 0,15 20 0,1 0 0,-1 0 0,1 1 0,-1-1 0,0 0 0,1 1 0,-1-1 0,0 1 0,0-1 0,1 1 0,-1-1 0,0 1 0,0-1 0,0 1 0,0 0 0,0-1 0,1 1 0,-3 0 0,3 0 0,-1 0 0,1 0 0,-1 0 0,1 1 0,-1-1 0,1 0 0,-1 0 0,1 1 0,0-1 0,-1 0 0,1 1 0,0-1 0,-1 0 0,1 1 0,0-1 0,-1 1 0,1-1 0,0 0 0,0 1 0,-1-1 0,1 1 0,0-1 0,0 1 0,0 0 0,-1 2 0,0 1 0,1 0 0,-1-1 0,1 1 0,0 0 0,0 0 0,1 6 0,2 1 0,0-1 0,0 0 0,1-1 0,0 1 0,1-1 0,0 0 0,7 10 0,47 57 0,-57-74 0,12 14 0,1-1 0,0 0 0,1-1 0,0-1 0,2-1 0,34 20 0,-48-30 0,1 0 0,0 0 0,-1-1 0,1 1 0,0-1 0,-1 0 0,1-1 0,0 1 0,0-1 0,6 0 0,-9-1 0,1 1 0,-1 0 0,0-1 0,1 1 0,-1-1 0,0 0 0,1 0 0,-1 0 0,0 0 0,0 0 0,0-1 0,0 1 0,0-1 0,0 1 0,0-1 0,0 1 0,-1-1 0,1 0 0,0 0 0,-1 0 0,3-4 0,0-4 0,1 1 0,-2-1 0,1 0 0,2-11 0,-5 16 0,0 0 0,-1 0 0,1 1 0,-1-1 0,0 0 0,0 0 0,-1 0 0,0 0 0,1 1 0,-1-1 0,-2-5 0,0 4 0,2 8 0,6 12 0,2 0 0,5 11 0,1 0 0,18 23 0,-27-42 0,0 0 0,1-1 0,-1 1 0,1-1 0,1 0 0,-1-1 0,1 1 0,0-1 0,0 0 0,0 0 0,0-1 0,1 0 0,8 3 0,-13-5 0,0-1 0,0 0 0,0 1 0,0-1 0,1 0 0,-1 0 0,0 0 0,0-1 0,0 1 0,0 0 0,1-1 0,-1 1 0,0-1 0,0 0 0,0 0 0,0 0 0,0 0 0,0 0 0,-1 0 0,1 0 0,0-1 0,-1 1 0,1 0 0,0-1 0,-1 0 0,0 1 0,1-1 0,-1 0 0,0 0 0,0 0 0,1-3 0,4-6 0,-2 0 0,1 0 0,-2-1 0,4-15 0,-6 22 0,5-10 0,-2 11 0,0 10 0,27 220 0,-25-176 0,-6-45 0,5 30 0,-2 0 0,-2 0 0,-4 44 0,2-72 0,0-1 0,-1 0 0,0 0 0,0 1 0,0-1 0,-5 7 0,7-12 0,-1 1 0,0-1 0,0 0 0,0 0 0,0 0 0,0 0 0,0 0 0,0 0 0,0 0 0,0 0 0,0 0 0,-1 0 0,1 0 0,-2 0 0,2-1 0,0 1 0,0-1 0,0 0 0,0 0 0,0 0 0,0 0 0,0-1 0,0 1 0,0 0 0,0 0 0,0-1 0,0 1 0,0 0 0,0-1 0,0 1 0,0-1 0,0 1 0,0-1 0,0 1 0,1-1 0,-1 0 0,0 1 0,-1-3 0,1 2 9,0-1-1,-1 0 0,1 1 1,0-1-1,0 0 0,0 0 1,0 0-1,0 0 0,1 0 1,-1 0-1,1 0 0,-1-3 1,-1-26-1151,2 28 810,0-10-6494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1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 24575,'-14'-12'0,"13"9"0,7 9 0,75 67 0,-11-9 0,-10-6 0,2-3 0,78 52 0,-118-91 0,-15-10 0,1 0 0,1-1 0,-1 1 0,10 2 0,-18-7 0,0-1 0,0 0 0,0 0 0,0 0 0,1 0 0,-1 0 0,0 0 0,0 1 0,0-1 0,0 0 0,1 0 0,-1 0 0,0 0 0,0 0 0,0 0 0,0 0 0,1 0 0,-1 0 0,0 0 0,0 0 0,0 0 0,1 0 0,-1 0 0,0 0 0,0 0 0,0 0 0,0 0 0,1 0 0,-1 0 0,0 0 0,0 0 0,0 0 0,0-1 0,1 1 0,-1 0 0,0 0 0,0 0 0,0 0 0,0 0 0,0 0 0,1-1 0,-1 1 0,0 0 0,0 0 0,0 0 0,-4-10 0,-12-11 0,-8-4-85,-44-35-1,41 38-1108,13 10-5632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1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36 24575,'-2'-4'0,"1"0"0,0 0 0,-1 0 0,0 0 0,-3-5 0,5 9 0,-1-1 0,1 1 0,0-1 0,-1 1 0,1-1 0,0 1 0,-1-1 0,1 1 0,-1 0 0,1-1 0,-1 1 0,1 0 0,-1-1 0,1 1 0,-1 0 0,1 0 0,-1 0 0,1-1 0,-2 1 0,2 0 0,-1 1 0,0-1 0,1 0 0,-1 0 0,1 1 0,-1-1 0,1 0 0,-1 1 0,1-1 0,-1 0 0,1 1 0,-1-1 0,1 1 0,0-1 0,-1 1 0,1-1 0,-1 1 0,1-1 0,0 1 0,0-1 0,-1 1 0,1-1 0,0 2 0,-9 20 0,1 1 0,-6 27 0,7-24 0,-15 37 0,17-49 0,-2 0 0,0 0 0,0 0 0,-1-1 0,-1-1 0,0 1 0,-1-2 0,-18 18 0,-3 2-1365,24-22-5461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37 24575,'-10'-6'0,"1"0"0,-1 0 0,-16-7 0,22 12 0,0 0 0,0 0 0,0 0 0,1 1 0,-1-1 0,0 1 0,0 0 0,0 0 0,0 0 0,0 1 0,0-1 0,0 1 0,-6 2 0,-13 4 0,11-4 0,0 1 0,0 0 0,-21 11 0,31-14 0,-1 1 0,0 0 0,1 0 0,-1 0 0,1 0 0,0 0 0,-1 0 0,1 1 0,0-1 0,0 1 0,1 0 0,-1-1 0,0 1 0,1 0 0,0 0 0,0 0 0,0 0 0,0 0 0,0 0 0,0 4 0,0 1 0,0 1 0,1-1 0,0 0 0,1 0 0,0 0 0,0 0 0,1 0 0,4 15 0,-4-19 0,0 0 0,0 0 0,0 0 0,1 0 0,-1 0 0,1 0 0,0-1 0,0 1 0,0-1 0,1 0 0,-1 0 0,1 0 0,-1 0 0,1 0 0,0-1 0,0 0 0,5 2 0,14 5 0,1-2 0,-1 0 0,1-2 0,1-1 0,-1 0 0,1-2 0,36-1 0,-58-1-85,1 0 0,-1 0-1,1-1 1,-1 1 0,1-1-1,-1 0 1,1 1 0,-1-2-1,0 1 1,0 0 0,1-1-1,-1 1 1,0-1 0,0 0-1,4-4 1,-1-2-6741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4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76 112 24575,'-4'-34'0,"4"23"0,-1 0 0,-1 0 0,0 1 0,-5-18 0,7 28 0,0-1 0,0 1 0,0 0 0,0 0 0,0-1 0,0 1 0,-1 0 0,1-1 0,0 1 0,0 0 0,0 0 0,0-1 0,-1 1 0,1 0 0,0 0 0,0-1 0,0 1 0,-1 0 0,1 0 0,0 0 0,-1 0 0,1-1 0,0 1 0,0 0 0,-1 0 0,-4 5 0,0 18 0,4-18 0,-20 130 0,19-119 0,-10 85 0,8-72 0,1 0 0,2-1 0,0 1 0,7 47 0,-4-66 0,0 0 0,1 0 0,0 0 0,0 0 0,1-1 0,1 1 0,-1-1 0,2 0 0,-1 0 0,1-1 0,0 0 0,1 0 0,12 12 0,-7-10 0,1 0 0,0-1 0,0 0 0,1-1 0,0 0 0,0-1 0,1-1 0,17 6 0,-30-11-68,0-1 0,-1 1-1,1-1 1,-1 1 0,1-1 0,0 0-1,-1 1 1,1-1 0,0 0 0,-1 0-1,1 0 1,0 0 0,-1-1 0,1 1-1,0 0 1,-1-1 0,1 1-1,-1-1 1,3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4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24575,'9'-35'0,"-9"35"0,0 0 0,0 0 0,0 0 0,0 0 0,0 0 0,0 0 0,0 0 0,0 0 0,0 0 0,0 0 0,0 0 0,0 0 0,0 1 0,1-1 0,-1 0 0,0 0 0,0 0 0,0 0 0,0 0 0,0 0 0,0 0 0,0 0 0,0 0 0,0 0 0,0 0 0,0 0 0,0 0 0,0 0 0,0 0 0,0 0 0,0 0 0,1 0 0,-1 0 0,0 0 0,0 0 0,0 0 0,0 0 0,0 0 0,0 0 0,0 0 0,0 0 0,0 0 0,0 0 0,0 0 0,0-1 0,0 1 0,0 0 0,0 0 0,0 0 0,0 0 0,0 0 0,1 0 0,-1 0 0,0 0 0,0 0 0,0 0 0,0 0 0,0 0 0,0 0 0,0 0 0,0 0 0,2 9 0,-1 12 0,-1 340 0,0-341 0,1-1 0,2 1 0,0 0 0,11 37 0,-13-54 0,0 0 0,0 0 0,1-1 0,-1 1 0,1-1 0,-1 1 0,1-1 0,0 0 0,0 1 0,0-1 0,1 0 0,-1-1 0,0 1 0,1 0 0,-1 0 0,1-1 0,0 0 0,-1 1 0,1-1 0,0 0 0,0 0 0,0-1 0,-1 1 0,1-1 0,0 1 0,0-1 0,0 0 0,6 0 0,-3-1 0,0 1 0,1-1 0,-1 0 0,0-1 0,0 1 0,0-1 0,0-1 0,0 1 0,0-1 0,-1 0 0,1 0 0,8-7 0,15-22-1365,-20 22-5461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4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16 24575,'-29'-2'0,"-15"-2"0,-3 1 0,3 1 0,5 0 0,5 1 0,6 0 0,5 1 0,4 0 0,3 0 0,4 3 0,2 0 0,-1 3 0,3 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24575,'29'5'0,"0"1"0,0 1 0,-1 2 0,41 18 0,-54-20 0,-1 1 0,0 0 0,-1 1 0,0 0 0,-1 1 0,1 1 0,-2 0 0,0 1 0,19 25 0,-18-18 0,0 1 0,-1 0 0,-2 0 0,0 1 0,-1 1 0,-1-1 0,-1 1 0,-1 1 0,4 37 0,-7-42 0,-1 0 0,-1-1 0,-1 1 0,0 0 0,-2-1 0,0 1 0,0-1 0,-2 0 0,0 0 0,-1 0 0,-1-1 0,-17 31 0,16-36-151,-1 1-1,-1-2 0,1 1 0,-2-1 1,0-1-1,0 0 0,0 0 1,-16 8-1,8-6-6674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7:46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37 24575,'-2'-7'0,"1"4"0,0 0 0,0 1 0,0-1 0,0 0 0,1 0 0,-1 0 0,1 0 0,0-3 0,2 5 0,2 6 0,2 7 0,19 57 0,33 143 0,-58-210 0,1 0 0,-1 1 0,1-1 0,-1 0 0,1 1 0,0-1 0,0 0 0,0 0 0,3 4 0,-4-6 0,1 1 0,-1-1 0,0 0 0,1 0 0,-1 1 0,0-1 0,1 0 0,-1 0 0,0 1 0,1-1 0,-1 0 0,0 0 0,1 0 0,-1 0 0,1 0 0,-1 0 0,0 0 0,1 0 0,-1 0 0,1 0 0,-1 0 0,0 0 0,1 0 0,0 0 0,1-1 0,-1 1 0,0-1 0,0 0 0,0 1 0,0-1 0,0 0 0,-1 1 0,1-1 0,0 0 0,1-2 0,5-6 0,0 0 0,8-18 0,-9 17 0,0 0 0,11-14 0,-12 20 0,-3 5 0,-3 10 0,-6 17 0,4-21 0,1 1 0,-1-1 0,-1 1 0,-7 14 0,10-20 0,0-1 0,-1 1 0,1 0 0,0-1 0,0 0 0,-1 1 0,1-1 0,-1 0 0,0 0 0,1 1 0,-1-1 0,0 0 0,0-1 0,1 1 0,-1 0 0,0 0 0,0-1 0,0 1 0,0-1 0,0 0 0,0 0 0,-2 0 0,-5 0 15,0-2 0,0 1 0,1-1 0,-1-1 0,1 1 0,0-1 0,-10-6 0,-2-1-758,-30-21 1,37 21-6084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08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1067 59 24575,'179'0'0,"-162"2"0,-25 2 0,-28 3 0,-3-6 0,-1-1 0,-47-7 0,40 3 0,-10-1 0,-173-8 0,123 5 0,7 1 0,3 0 0,1 0 0,11 0 0,-7-1 0,76 8-195,-1 1 0,1 0 0,0 1 0,0 1 0,0 1 0,-16 5 0,20-5-6631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0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358 326 24575,'3'-10'0,"3"-4"0,0-1 0,0 1 0,2 1 0,14-22 0,-21 34 0,0 0 0,-1 0 0,1-1 0,0 1 0,0 0 0,0 0 0,-1-1 0,1 1 0,-1 0 0,1-1 0,-1 1 0,1 0 0,-1-1 0,0 1 0,0-1 0,0-1 0,0 2 0,0-1 0,-1 1 0,0 0 0,1 0 0,-1 0 0,0 0 0,0 0 0,1 0 0,-1 0 0,0 0 0,0 0 0,0 0 0,0 0 0,0 0 0,0 1 0,-1-1 0,1 0 0,-2 0 0,-53-27 0,-71-23 0,-37-18 0,150 62 0,9 5 0,-1 0 0,1-1 0,0 0 0,0 0 0,-8-7 0,13 10 0,0 0 0,0 0 0,0 0 0,1 0 0,-1 0 0,0 0 0,0 0 0,0 0 0,0 0 0,0 0 0,0 0 0,0 0 0,0 0 0,0-1 0,0 1 0,0 0 0,0 0 0,0 0 0,0 0 0,0 0 0,0 0 0,0 0 0,0 0 0,0 0 0,0 0 0,1 0 0,-1 0 0,0 0 0,0-1 0,0 1 0,0 0 0,0 0 0,0 0 0,0 0 0,0 0 0,0 0 0,-1 0 0,1 0 0,0 0 0,0 0 0,0 0 0,0 0 0,0-1 0,0 1 0,0 0 0,0 0 0,0 0 0,0 0 0,0 0 0,0 0 0,0 0 0,0 0 0,0 0 0,0 0 0,0 0 0,0 0 0,0 0 0,0 0 0,-1 0 0,1 0 0,0 0 0,0 0 0,0 0 0,9 2 0,12 7 0,119 61 0,159 88 0,-287-151 0,-1 0 0,0 0 0,0 1 0,-1 0 0,0 1 0,16 17 0,-26-25 0,1 0 0,0 0 0,0 0 0,-1 0 0,1 0 0,-1 1 0,1-1 0,-1 0 0,1 0 0,-1 0 0,0 1 0,1-1 0,-1 0 0,0 0 0,0 1 0,0-1 0,0 0 0,0 0 0,0 1 0,-1-1 0,1 0 0,0 0 0,-1 1 0,1-1 0,0 0 0,-1 0 0,0 0 0,1 0 0,-1 0 0,0 0 0,1 1 0,-1-2 0,0 1 0,0 0 0,0 0 0,0 0 0,0 0 0,0 0 0,0-1 0,0 1 0,-2 0 0,-5 4 0,-1-1 0,1-1 0,-1 1 0,-13 2 0,18-5 0,-61 14 0,-89 10 0,43-9 0,99-13-341,0 0 0,0 0-1,-13 7 1,10-4-6485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10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263 205 24575,'-2'-13'0,"-1"0"0,0-1 0,-1 1 0,-10-22 0,10 28 0,0 0 0,0 1 0,0-1 0,-1 1 0,0 0 0,0 0 0,-1 1 0,0-1 0,-11-7 0,5 5 0,0 0 0,-1 1 0,-17-7 0,25 12 0,1 0 0,0 0 0,-1 1 0,1 0 0,-1 0 0,0 0 0,1 1 0,-1 0 0,1 0 0,-1 0 0,0 0 0,1 1 0,-1-1 0,-6 3 0,8-2 0,1 0 0,0 0 0,0 0 0,0 1 0,1-1 0,-1 1 0,0-1 0,0 1 0,1 0 0,-1-1 0,1 1 0,0 0 0,-1 0 0,1 0 0,0 0 0,0 0 0,0 1 0,0-1 0,1 0 0,-1 0 0,1 1 0,-1 3 0,-1 6 0,1-1 0,1 1 0,1 16 0,0-11 0,-1 1 0,1 1 0,1-1 0,1 1 0,0-1 0,2 0 0,0-1 0,8 21 0,2-3 0,138 341 0,-152-372 0,7 17 0,-1 1 0,-1-1 0,5 33 0,-11-54 4,0 0 0,0 1-1,0-1 1,0 1 0,0-1 0,0 1-1,0-1 1,1 0 0,-1 1 0,-1-1-1,1 1 1,0-1 0,0 1 0,0-1-1,0 1 1,0-1 0,0 0 0,0 1-1,0-1 1,-1 1 0,1-1 0,0 0-1,0 1 1,-1-1 0,1 0-1,0 1 1,-1-1 0,1 0 0,0 1-1,-1-1 1,0 1 0,1-1-82,-1-1 0,0 1-1,0 0 1,1 0 0,-1 0 0,0-1 0,1 1 0,-1-1 0,0 1-1,1 0 1,-1-1 0,1 1 0,-1-1 0,0 1 0,1-1-1,-1 1 1,1-1 0,-1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10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48 24575,'-25'-10'0,"-10"-3"0,-2 0 0,3 6 0,5 3 0,5 5 0,4 2 0,3 1 0,1 0 0,2-1 0,-2-1 0,0-1 0,-4-1 0,3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39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24575,'1'-4'0,"1"-1"0,-1 1 0,0 0 0,0 0 0,0 0 0,-1-1 0,1 1 0,-1 0 0,0-1 0,0 1 0,-1-5 0,0 8 0,0 6 0,2 8 0,8 34 0,-5-23 0,10 33 0,77 204 0,-82-237 0,-1 14 0,-7-32 0,0 1 0,1 0 0,-1 0 0,4 6 0,-17-28-1365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39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24575,'9'-10'0,"7"-3"0,2 0 0,1 3 0,-1 3 0,2 3 0,0 1 0,-1 2 0,-1 1 0,-2 1 0,0-1 0,-4-2 0,-6-3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40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10 24575,'-13'-9'0,"9"11"0,4 7 0,1 4 0,1-1 0,1 1 0,0-1 0,9 21 0,-3-8 0,10 28 0,1-1 0,41 73 0,-50-101 120,-11-12-321,-1-11 161,1-1 0,0 0 0,0 0-1,0 1 1,-1-1 0,1 0 0,0 0 0,-1 0 0,1 1 0,0-1 0,0 0-1,-1 0 1,1 0 0,0 0 0,-1 1 0,1-1 0,0 0 0,-1 0 0,1 0-1,0 0 1,-1 0 0,1 0 0,0 0 0,-1 0 0,1 0 0,-1 0 0,1 0-1,0 0 1,-1-1 0,1 1 0,-1 0 0,-7-3-6786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40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24575,'30'48'0,"-8"-13"0,29 36 0,-41-62 0,-8-8 0,-4-8 0,-26-35 0,22 34 0,0 0 0,1 0 0,0-1 0,0 1 0,1-1 0,-5-16 0,8 23 0,1 0 0,-1 1 0,1-1 0,0 0 0,0 1 0,0-1 0,0 0 0,0 1 0,0-1 0,0 0 0,1 0 0,-1 1 0,0-1 0,1 1 0,-1-1 0,1 0 0,0 1 0,0-1 0,0 1 0,0 0 0,-1-1 0,2 1 0,-1 0 0,0-1 0,0 1 0,0 0 0,1 0 0,-1 0 0,0 0 0,1 0 0,-1 0 0,1 0 0,-1 1 0,1-1 0,0 1 0,-1-1 0,1 1 0,2-1 0,7-1 0,0 0 0,1 1 0,-1 1 0,18 0 0,-22 1 0,20-3-1365,-18-1-5461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42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5 24575,'3'-4'0,"-6"5"0,-7 8 0,6-3 0,1 0 0,-1 0 0,1 1 0,1 0 0,-1-1 0,1 1 0,0 0 0,-1 8 0,0 9 0,-1 25 0,4-32 0,0-1 0,2 1 0,-1 0 0,2-1 0,0 1 0,7 17 0,5 8 0,21 42 0,-25-62 0,33 66 0,-37-77 0,0 0 0,1 0 0,0-1 0,1 0 0,14 13 0,-14-16 0,-1-1 0,15 9 0,-21-13 0,1-1 0,-1 1 0,1-1 0,0 0 0,0 0 0,-1 0 0,1-1 0,0 1 0,0 0 0,0-1 0,0 0 0,0 0 0,0 0 0,3 0 0,2-4-1365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43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59 24575,'-9'-8'0,"-7"-3"0,-18-12 0,30 21 0,0-1 0,0 1 0,0 1 0,0-1 0,-1 0 0,1 1 0,0 0 0,-1 0 0,1 0 0,-8 1 0,11 0 0,-1 0 0,1 1 0,-1-1 0,1 1 0,0 0 0,-1-1 0,1 1 0,0 0 0,-1 0 0,1 0 0,0 0 0,0 0 0,0 0 0,0 0 0,0 0 0,0 0 0,0 1 0,0-1 0,1 0 0,-1 1 0,0-1 0,1 1 0,-1-1 0,0 3 0,-2 6 0,0 0 0,-1 15 0,2-18 0,-1 14 0,1-1 0,1 1 0,1 0 0,1-1 0,0 1 0,2-1 0,0 1 0,1-1 0,13 36 0,-3-20 0,2-1 0,1 0 0,2-1 0,30 41 0,-38-60 0,4 6 0,21 39 0,-35-60-28,-1 1-1,0-1 1,0 0-1,1 1 1,-1-1 0,0 0-1,0 1 1,0-1-1,1 0 1,-1 1-1,0-1 1,0 0-1,0 1 1,0-1 0,0 1-1,0-1 1,0 0-1,0 1 1,0-1-1,0 1 1,0-1-1,0 0 1,0 1 0,0-1-1,0 1 1,0-1-1,0 0 1,0 1-1,-1-1 1,1 0-1,0 1 1,0-1 0,-1 0-1,1 1 1,0-1-1,0 0 1,-1 1-1,1-1 1,0 0-1,-1 0 1,1 1 0,0-1-1,-1 0 1,1 0-1,0 0 1,-1 0-1,1 1 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43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12 24575,'-27'-2'0,"-11"-2"0,-2 1 0,1 1 0,7 2 0,7 3 0,5-1 0,3 3 0,5 0-8191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43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24575,'19'10'0,"-1"2"0,-1-1 0,0 2 0,0 0 0,-1 1 0,22 26 0,-15-13 0,-2 1 0,-1 0 0,20 39 0,-31-50 0,0 0 0,-1 0 0,-1 1 0,-1 1 0,0-1 0,-1 1 0,-1 0 0,-1 0 0,-1 0 0,-1 0 0,-1 32 0,0-46 9,-1 0-1,0 0 1,0 0-1,0 0 1,-1-1 0,0 1-1,1 0 1,-2-1-1,1 1 1,0-1-1,-1 1 1,0-1-1,-4 5 1,1-4-174,1 0 0,-1-1 0,1 1 0,-1-1 0,-1 0 0,1-1 0,0 1 0,-11 3 0,-1-1-6661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08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1 406 24575,'21'-1'0,"1"-2"0,0-1 0,-1 0 0,39-14 0,-32 9 0,53-18 0,-79 26 0,-7 3 0,-13 3 0,11-4 0,0-1 0,0 1 0,0-1 0,0-1 0,0 0 0,1 0 0,-1 0 0,-13-4 0,16 3 0,1 1 0,-1-1 0,1 0 0,-1 0 0,1-1 0,0 1 0,0 0 0,0-1 0,0 0 0,0 0 0,0 0 0,1 0 0,0 0 0,-1 0 0,1-1 0,0 1 0,-1-6 0,-13-32 0,-12-49 0,26 78 0,0 0 0,0 1 0,0-14 0,2 19 0,0 0 0,0-1 0,1 1 0,0 0 0,0 0 0,0 0 0,4-10 0,-3 14 0,-1 0 0,1-1 0,0 1 0,0 0 0,0 0 0,0 0 0,0 0 0,1 0 0,-1 1 0,0-1 0,1 1 0,-1-1 0,1 1 0,0 0 0,-1 0 0,1 0 0,0 0 0,5 0 0,1-1 0,0 1 0,1 0 0,-1 1 0,15 0 0,-14 1 0,0 0 0,0 1 0,-1 0 0,1 1 0,0 0 0,-1 0 0,0 1 0,1 0 0,13 9 0,-18-9 0,0 0 0,-1 0 0,1 0 0,-1 0 0,1 1 0,-1-1 0,-1 1 0,1 0 0,-1 1 0,1-1 0,-2 0 0,1 1 0,0 0 0,-1 0 0,0 0 0,1 10 0,-1-1 0,-1 1 0,0 0 0,-2 19 0,0-15 0,1 23 0,0-42 0,1 0 0,-1 1 0,0-1 0,0 0 0,0 0 0,1 1 0,-1-1 0,1 0 0,-1 0 0,1 0 0,-1 1 0,1-1 0,0 0 0,0 0 0,-1 0 0,1 0 0,0 0 0,0-1 0,0 1 0,0 0 0,0 0 0,0 0 0,0-1 0,0 1 0,0-1 0,1 1 0,-1-1 0,0 1 0,0-1 0,0 1 0,1-1 0,-1 0 0,0 0 0,1 0 0,-1 0 0,0 0 0,0 0 0,3 0 0,5-2 0,-1 1 0,1-1 0,-1 0 0,13-6 0,-11 5 0,0-1-103,49-14 339,-53 16-402,-1 1-1,1 0 1,-1 1-1,1-1 1,-1 1-1,1 0 1,0 1-1,8 1 1,-5 1-6660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09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 24575,'-27'19'0,"14"-12"0,-19 16 0,4 0 0,18-16 0,0 1 0,-9 9 0,19-17 0,-1 1 0,1-1 0,0 0 0,-1 1 0,1-1 0,-1 1 0,1-1 0,0 1 0,0-1 0,-1 0 0,1 1 0,0-1 0,0 1 0,0 0 0,-1-1 0,1 1 0,0-1 0,0 1 0,0-1 0,0 1 0,0-1 0,0 1 0,0-1 0,0 1 0,0-1 0,0 1 0,1 0 0,-1-1 0,0 1 0,1 0 0,0 0 0,0 0 0,0 0 0,0 0 0,0 0 0,0 0 0,0 0 0,0-1 0,0 1 0,0-1 0,0 1 0,2 0 0,5 2 0,0-1 0,16 3 0,-23-5 0,68 13-52,-33-6-386,0-1 1,65 2-1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11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0 287 24575,'69'-11'0,"-38"7"0,0-2 0,36-11 0,-64 14 0,-10 2 0,-15-1 0,17 2 0,-1-1 0,0 1 0,0-1 0,0-1 0,1 1 0,-1-1 0,0 0 0,1 0 0,0 0 0,-6-4 0,8 4 0,1 1 0,-1-1 0,1 0 0,0 0 0,0 0 0,0 0 0,0-1 0,0 1 0,0 0 0,1-1 0,-1 0 0,1 1 0,0-1 0,-1 0 0,1 1 0,0-1 0,1 0 0,-1 0 0,0-4 0,1 1 0,0 0 0,0 0 0,0 0 0,1 0 0,0 0 0,0 1 0,1-1 0,-1 0 0,1 1 0,1-1 0,-1 1 0,1 0 0,0 0 0,0 0 0,0 0 0,1 0 0,-1 1 0,1-1 0,1 1 0,-1 0 0,0 0 0,8-4 0,-3 1 0,1 1 0,0 1 0,0 0 0,0 0 0,1 1 0,-1 0 0,1 1 0,0 0 0,0 1 0,22-2 0,-23 4 0,-1 0 0,0 1 0,1 0 0,-1 1 0,12 3 0,-16-4 0,-1 1 0,1-1 0,-1 1 0,0 0 0,0 0 0,0 0 0,0 1 0,0-1 0,-1 1 0,1 0 0,-1 0 0,6 6 0,-7-5 0,0-1 0,0 1 0,0 0 0,-1 0 0,0-1 0,1 1 0,-1 0 0,0 0 0,-1 0 0,1 0 0,-1 0 0,0 0 0,0 0 0,0 1 0,-2 6 0,-1 4 0,-1-1 0,-1 0 0,-6 15 0,5-15 0,1 0 0,-4 16 0,8-27 0,1 1 0,-1-1 0,1 0 0,-1 0 0,1 1 0,0-1 0,0 0 0,1 1 0,0 2 0,-1-4 0,1-1 0,0 0 0,-1 1 0,1-1 0,0 0 0,0 0 0,0 0 0,-1 1 0,1-1 0,1 0 0,-1 0 0,0 0 0,0-1 0,0 1 0,0 0 0,1 0 0,-1-1 0,0 1 0,1 0 0,-1-1 0,0 1 0,3-1 0,6 3 0,1 0 0,-1-2 0,1 1 0,0-1 0,-1-1 0,1 0 0,0 0 0,-1-1 0,1 0 0,0-1 0,18-6 0,40-8-1365,-59 12-5461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12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30 24575,'0'-1'0,"0"0"0,-1 0 0,1 0 0,0 0 0,-1 0 0,1 0 0,-1 1 0,0-1 0,1 0 0,-1 0 0,0 0 0,1 1 0,-1-1 0,0 0 0,0 1 0,0-1 0,0 0 0,1 1 0,-1-1 0,0 1 0,0 0 0,-2-1 0,-21-7 0,17 6 0,-1 1 0,1 0 0,0 1 0,0 0 0,0 0 0,-1 0 0,1 1 0,0 0 0,0 0 0,0 1 0,0 0 0,0 0 0,-10 6 0,12-6 0,1 0 0,0 1 0,-1 0 0,1 0 0,1 1 0,-1-1 0,0 1 0,1-1 0,-1 1 0,1 0 0,0 0 0,1 1 0,-1-1 0,1 1 0,0-1 0,0 1 0,0 0 0,0 0 0,1 0 0,-1 6 0,1-9 0,1 1 0,0-1 0,0 1 0,0-1 0,0 1 0,0-1 0,1 1 0,-1 0 0,1-1 0,0 1 0,-1-1 0,1 0 0,0 1 0,0-1 0,1 0 0,-1 1 0,0-1 0,1 0 0,0 0 0,-1 0 0,1 0 0,0-1 0,0 1 0,0 0 0,0-1 0,0 1 0,0-1 0,0 0 0,1 0 0,3 2 0,7 2 0,0-1 0,0 0 0,1-1 0,20 2 0,-19-2 0,104 14-1365,-106-15-5461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0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33 24575,'4'-4'0,"1"1"0,-1 0 0,1 0 0,0 0 0,0 0 0,0 1 0,0 0 0,0 0 0,0 0 0,1 1 0,-1-1 0,1 1 0,-1 1 0,1-1 0,-1 1 0,1 0 0,-1 0 0,1 1 0,-1-1 0,11 4 0,-6-2 0,1 1 0,-1 0 0,0 1 0,0 0 0,0 1 0,0 0 0,-1 0 0,0 1 0,15 13 0,-8-5 0,0 1 0,25 32 0,-38-42 0,1 0 0,-1 0 0,0 1 0,0-1 0,-1 1 0,0-1 0,0 1 0,0 0 0,0 0 0,-1 0 0,0 0 0,0 0 0,-1 0 0,0 0 0,0 6 0,-1-10 0,1 0 0,0 0 0,-1 0 0,1 0 0,-1 0 0,0 0 0,0 0 0,0 0 0,0 0 0,0 0 0,0-1 0,0 1 0,0-1 0,-1 1 0,-1 1 0,0 0 0,-1-1 0,1 0 0,0 0 0,0 0 0,-1 0 0,1-1 0,-7 2 0,-4 1 0,1-2 0,-1 0 0,-21 0 0,31-2 0,-30 2 0,0-2 0,-61-8 0,86 7 0,-1-1 0,1 0 0,-1 0 0,1-1 0,0-1 0,0 1 0,0-2 0,0 1 0,1-1 0,0 0 0,0-1 0,0 0 0,1 0 0,-11-12 0,15 14 7,1 0 0,-1 0 0,1 0 0,0-1 0,1 1 1,-1-1-1,1 0 0,0 1 0,0-1 0,0 0 0,0 0 0,1 0 0,0 0 0,0 1 0,1-1 0,0-7 0,0 9-22,-1 0-1,1 0 1,0 1-1,0-1 1,0 0-1,1 0 1,-1 0-1,1 1 1,-1-1-1,1 1 1,0-1-1,2-1 1,-2 2-53,-1 1 1,1 0-1,0-1 1,0 1-1,0 0 0,0 0 1,0 0-1,0 0 1,0 1-1,0-1 1,0 1-1,0-1 0,0 1 1,1-1-1,-1 1 1,0 0-1,0 0 1,3 1-1,6 0-6758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1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16 24575,'8'-3'0,"0"1"0,0 1 0,0-1 0,0 1 0,0 1 0,1 0 0,-1 0 0,0 0 0,12 3 0,-17-3 0,-1 1 0,1-1 0,-1 1 0,1 0 0,-1-1 0,1 1 0,-1 0 0,0 1 0,1-1 0,-1 0 0,0 1 0,0-1 0,0 1 0,0 0 0,0 0 0,0-1 0,-1 1 0,1 0 0,-1 1 0,1-1 0,-1 0 0,0 0 0,0 1 0,0-1 0,0 0 0,0 1 0,0-1 0,-1 1 0,1-1 0,-1 1 0,1 0 0,-1-1 0,0 5 0,-1-5 0,1 0 0,0 0 0,0 0 0,-1 0 0,1 0 0,-1 0 0,0 0 0,0 0 0,0-1 0,1 1 0,-2 0 0,1 0 0,0-1 0,0 1 0,0 0 0,-3 1 0,1 0 0,0-1 0,0 0 0,0 0 0,-1 0 0,1-1 0,0 1 0,-1-1 0,-5 2 0,-1-1 0,0 0 0,0-1 0,0 0 0,1 0 0,-1-1 0,-11-2 0,3 1 0,0-1 0,0-1 0,1-1 0,-1-1 0,1 0 0,-18-8 0,34 13 0,0-1 0,-1 0 0,1 1 0,0-1 0,0 1 0,0-1 0,0 0 0,0 0 0,0 0 0,0 0 0,0 0 0,0 0 0,1 0 0,-1 0 0,0 0 0,1 0 0,-1 0 0,0 0 0,1 0 0,0-1 0,-1 1 0,1 0 0,0 0 0,-1-1 0,1 1 0,0 0 0,0 0 0,0-1 0,0 1 0,0 0 0,0-1 0,1 1 0,-1 0 0,0 0 0,1-1 0,-1 1 0,1 0 0,0-1 0,0-1 0,1 0 0,0 1 0,0-1 0,0 1 0,0 0 0,0-1 0,0 1 0,1 0 0,-1 1 0,1-1 0,-1 0 0,1 1 0,0-1 0,-1 1 0,4-2 0,14-2-341,-1 0 0,0 1-1,26-2 1,-33 5-6485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1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24575,'26'55'0,"34"59"0,-30-68 0,74 82 0,-102-126-195,0 0 0,0 0 0,1-1 0,-1 1 0,0 0 0,3 1 0,4 1-6631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1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0 24575,'-27'0'0,"-12"0"0,-1 0 0,4 0 0,3 0 0,4 0 0,5 2 0,4 2 0,3-1 0,2-1 0,4 3 0,0-1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2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 24575,'7'19'0,"0"-1"0,2 0 0,0-1 0,1 0 0,0 0 0,25 28 0,-14-23 0,0 0 0,2-2 0,43 32 0,-64-51 0,0 1 0,-1-1 0,1 0 0,0 0 0,-1 1 0,1-1 0,0 0 0,0-1 0,0 1 0,0 0 0,0-1 0,0 1 0,0-1 0,4 1 0,-6-1 0,0-1 0,0 1 0,0 0 0,1 0 0,-1-1 0,0 1 0,0 0 0,0-1 0,0 1 0,0 0 0,0-1 0,0 1 0,0 0 0,0-1 0,0 1 0,0 0 0,0-1 0,0 1 0,0 0 0,0-1 0,0 1 0,-1 0 0,1-1 0,0 1 0,0 0 0,0 0 0,0-1 0,-1 1 0,1 0 0,0-1 0,0 1 0,0 0 0,-1 0 0,1-1 0,-10-12 0,10 13 0,-10-12 0,5 7 0,1-1 0,-1 1 0,-5-12 0,10 17 0,0 0 0,-1 0 0,1 0 0,0 0 0,0-1 0,0 1 0,0 0 0,0 0 0,0 0 0,0 0 0,0 0 0,0 0 0,0 0 0,0-1 0,0 1 0,0 0 0,0 0 0,0 0 0,0 0 0,0 0 0,0 0 0,0-1 0,0 1 0,0 0 0,0 0 0,0 0 0,0 0 0,1 0 0,-1 0 0,0-1 0,0 1 0,0 0 0,0 0 0,0 0 0,0 0 0,0 0 0,0 0 0,0 0 0,1 0 0,-1 0 0,0 0 0,0 0 0,0 0 0,0 0 0,0-1 0,0 1 0,0 0 0,1 0 0,9 1 0,16 6 0,-22-6 0,28 8 0,0-1 0,46 5 0,-65-12 0,0 0 0,0-1 0,1-1 0,-1 0 0,0 0 0,0-1 0,0-1 0,24-8 0,-33 9 0,0 0 0,-1 0 0,1 0 0,0 0 0,-1-1 0,1 1 0,-1-1 0,0 0 0,0 0 0,0 0 0,0 0 0,-1 0 0,1-1 0,-1 1 0,0-1 0,2-5 0,-2 4 0,0-1 0,0 0 0,-1 0 0,1 0 0,-1-1 0,-1 1 0,1 0 0,-1 0 0,0-1 0,-2-7 0,1 10 0,0 0 0,0 0 0,-1 0 0,1 0 0,-1 0 0,0 1 0,0-1 0,0 0 0,-1 1 0,1 0 0,-1-1 0,0 1 0,0 0 0,0 0 0,0 1 0,-1-1 0,1 1 0,-6-4 0,8 6 0,0 0 0,0 0 0,1-1 0,-1 1 0,0 0 0,0 0 0,0 0 0,0 0 0,0 0 0,0 0 0,0 0 0,0 1 0,0-1 0,0 0 0,1 0 0,-1 1 0,0-1 0,0 0 0,0 1 0,-1 0 0,0 1 0,1-1 0,-1 1 0,0 0 0,1-1 0,-1 1 0,1 0 0,-1 0 0,0 2 0,-1 2 0,0 0 0,1 0 0,-1 1 0,1-1 0,-1 7 0,3-9 0,-1 1 0,0-1 0,1 0 0,0 1 0,0-1 0,1 1 0,-1-1 0,1 0 0,0 1 0,2 6 0,-2-9 0,0 0 0,0 0 0,0 0 0,1 0 0,-1 0 0,0 0 0,1 0 0,-1-1 0,1 1 0,0 0 0,-1-1 0,1 1 0,0-1 0,0 0 0,0 0 0,0 0 0,0 0 0,0 0 0,0 0 0,1 0 0,-1-1 0,3 1 0,13 2 0,1-2 0,-1 0 0,26-3 0,-6 0 0,-7 0 0,0-2 0,-1-1 0,40-12 0,-39 9 0,-29 8 0,0 0 0,0-1 0,1 0 0,-1 1 0,0-1 0,0 0 0,0 0 0,0-1 0,0 1 0,0 0 0,0 0 0,0-1 0,2-2 0,-3 3 0,-1 0 0,1 0 0,-1-1 0,1 1 0,-1 0 0,0 0 0,1-1 0,-1 1 0,0 0 0,0-1 0,0 1 0,0 0 0,0-1 0,0 1 0,-1 0 0,1-1 0,0 1 0,-1 0 0,1-1 0,0 1 0,-1 0 0,0 0 0,1 0 0,-2-2 0,-2-4 0,-1 1 0,0 0 0,0 0 0,0 0 0,-10-8 0,10 10 0,1 0 0,0 0 0,0 0 0,0 0 0,0-1 0,1 1 0,-1-1 0,1 0 0,0 0 0,-3-10 0,4 5-1365,3 1-5461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3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24575,'1'2'0,"0"0"0,1 1 0,-1-1 0,0 0 0,1 0 0,0 0 0,-1 0 0,1 0 0,0 0 0,3 2 0,-2-1 0,23 21 0,45 33 0,-57-48 0,0 0 0,1-1 0,0 0 0,0-1 0,25 8 0,-39-15 0,0 1 0,0-1 0,0 0 0,1 0 0,-1 1 0,0-1 0,1 0 0,-1 0 0,0 0 0,0 0 0,1 0 0,-1-1 0,0 1 0,0 0 0,1 0 0,-1-1 0,0 1 0,0-1 0,0 1 0,0-1 0,1 0 0,0 0 0,-1 0 0,0-1 0,0 1 0,0-1 0,0 1 0,0 0 0,-1-1 0,1 1 0,0-1 0,-1 0 0,1 1 0,-1-1 0,1 0 0,-1 1 0,0-4 0,0-1 0,0 0 0,0 1 0,0-1 0,-1 0 0,0 0 0,-1 0 0,1 0 0,-3-7 0,-22-43 0,26 56 0,0-1 0,0 1 0,0 0 0,0 0 0,0 0 0,0 0 0,0 0 0,0 0 0,0 0 0,0 0 0,0 0 0,-1 0 0,1 0 0,0 0 0,0 0 0,0 0 0,0 0 0,0 0 0,0-1 0,0 1 0,0 0 0,0 0 0,0 0 0,0 0 0,0 0 0,0 0 0,0 0 0,0 0 0,0 0 0,0 0 0,0 0 0,1 0 0,-1 0 0,0 0 0,0 0 0,0-1 0,0 1 0,0 0 0,0 0 0,0 0 0,0 0 0,0 0 0,0 0 0,0 0 0,0 0 0,0 0 0,0 0 0,0 0 0,0 0 0,0 0 0,0 0 0,0 0 0,1 0 0,-1 0 0,0 0 0,0 0 0,0 0 0,0 0 0,0 0 0,0 0 0,6 3 0,11 9 0,-12-9 0,11 10 0,3 1 0,0-1 0,27 13 0,-40-23 0,-1 0 0,1-1 0,0 0 0,0 0 0,0-1 0,0 1 0,0-1 0,0-1 0,0 1 0,0-1 0,1 0 0,-1 0 0,10-3 0,-14 3 0,-1 0 0,1-1 0,-1 1 0,1-1 0,-1 1 0,1-1 0,-1 0 0,0 1 0,1-1 0,-1 0 0,0 0 0,0 0 0,1 0 0,-1 0 0,0 0 0,0-1 0,0 1 0,0 0 0,-1-1 0,1 1 0,1-2 0,-1 0 0,-1 0 0,1 1 0,-1-1 0,1 0 0,-1 0 0,0 0 0,0 1 0,0-1 0,-1 0 0,1 0 0,-2-3 0,-1-5 0,0 1 0,-2-1 0,1 1 0,-12-19 0,11 21 0,0 0 0,0 0 0,-1 0 0,-11-11 0,14 17 0,0-1 0,0 1 0,0 0 0,-1 0 0,1 0 0,-1 0 0,1 1 0,-1 0 0,1-1 0,-1 1 0,0 0 0,1 1 0,-1-1 0,-6 0 0,-4 1-1365,2 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24575,'4'7'0,"5"6"0,3 2 0,2 1 0,4 1 0,0-3 0,1-2 0,-1 1 0,-2-3 0,0 0 0,0-3 0,-6-3 0,-5-7 0,-5-1 0,-5-3 0,-5-1 0,0 2-8191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3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24575,'17'3'0,"6"2"0,-2 4 0,-3 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4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4 24575,'-10'-2'0,"-1"1"0,-16 1 0,25 0 0,0 0 0,0 0 0,0 0 0,0 0 0,0 1 0,0-1 0,0 1 0,0-1 0,0 1 0,0 0 0,0 0 0,0 0 0,1 0 0,-1 0 0,0 0 0,1 0 0,-1 1 0,1-1 0,-1 1 0,-1 2 0,2-3 0,1 0 0,0 1 0,-1-1 0,1 0 0,0 1 0,0-1 0,0 0 0,0 1 0,0-1 0,0 1 0,0-1 0,0 0 0,0 1 0,1-1 0,-1 0 0,1 1 0,-1-1 0,1 0 0,-1 0 0,2 2 0,17 26 0,-16-26 0,13 16 0,1-1 0,1 0 0,28 21 0,66 40 0,-110-78 0,0 0 0,-1 0 0,1 0 0,0 1 0,-1-1 0,0 0 0,1 1 0,1 1 0,-3-2 0,0-1 0,0 1 0,0-1 0,1 1 0,-1-1 0,0 1 0,0-1 0,0 1 0,0-1 0,0 1 0,0-1 0,0 1 0,0-1 0,0 1 0,0-1 0,-1 1 0,1-1 0,0 0 0,0 1 0,0-1 0,-1 1 0,1-1 0,0 1 0,0-1 0,-1 0 0,1 1 0,0-1 0,-1 1 0,1-1 0,0 0 0,-1 0 0,1 1 0,-1-1 0,1 0 0,0 0 0,-1 1 0,0-1 0,-7 4 0,0 0 0,1 0 0,-2-1 0,1 0 0,-11 1 0,-44 8 0,59-12 0,-32 5-83,5-1-558,-48 12 0,66-13-6185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4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0 294 24575,'15'-125'0,"-11"100"0,2 0 0,16-46 0,-9 43 0,-12 27 0,0-1 0,0 0 0,0 1 0,0-1 0,0 1 0,1 0 0,-1-1 0,0 1 0,0 0 0,1 0 0,-1 0 0,1 0 0,-1 0 0,3-1 0,-4 4 0,0-1 0,0 0 0,0 1 0,0-1 0,-1 1 0,1-1 0,0 0 0,-1 1 0,1-1 0,-1 0 0,0 2 0,-7 15 0,-20 52 0,25-61 0,0 0 0,1-1 0,1 1 0,-1 0 0,2 0 0,-1 12 0,1-19 0,0 0 0,0 1 0,1-1 0,-1 1 0,1-1 0,-1 0 0,1 1 0,0-1 0,0 0 0,0 0 0,0 0 0,0 0 0,1 0 0,-1 0 0,1 0 0,-1 0 0,1 0 0,0 0 0,-1-1 0,1 1 0,0-1 0,0 1 0,0-1 0,0 0 0,1 0 0,-1 0 0,0 0 0,0 0 0,1 0 0,2 0 0,7 1 0,0-1 0,0 0 0,0 0 0,23-3 0,-10 1 0,-2 0 0,-1-1 0,26-5 0,-45 6-80,0 1 0,1-1-1,-1 0 1,0 1 0,0 0-1,1-1 1,-1 1 0,0 1-1,0-1 1,1 0 0,-1 1 0,0 0-1,0-1 1,0 1 0,0 1-1,6 2 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5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81 24575,'-18'-13'0,"2"-1"0,-27-28 0,31 30 0,13 13 0,-1-1 0,1 1 0,-1-1 0,1 1 0,-1-1 0,1 1 0,-1 0 0,0-1 0,1 1 0,-1 0 0,0-1 0,1 1 0,-1 0 0,0-1 0,0 1 0,0 0 0,0-1 0,0 1 0,0 0 0,0 0 0,0-1 0,0 1 0,0 0 0,0-1 0,0 1 0,-1 0 0,1 1 0,-1 0 0,0-1 0,-1 1 0,1 0 0,0 0 0,-1-1 0,1 1 0,-1-1 0,0 0 0,-2 3 0,-6 2 0,1-1 0,-1 0 0,-11 4 0,-69 21 74,44-16-1513,25-7-5387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7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19 24575,'3'-2'0,"0"-4"0,-2 0 0,-2 2 0,-3 3 0,-3 2 0,0 2 0,-2 1 0,-2 3 0,-1-1 0,-1-1 0,-1 2 0,-1-1 0,1 1 0,-1-1 0,3-1-8191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2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3 24575,'-1'0'0,"1"-1"0,-1 1 0,1 0 0,-1 0 0,1 0 0,0-1 0,-1 1 0,1 0 0,-1 0 0,1 0 0,-1 0 0,1 0 0,-1 0 0,1 0 0,-1 0 0,1 0 0,-1 0 0,1 0 0,-1 0 0,1 0 0,-1 0 0,1 0 0,-1 0 0,1 1 0,-1-1 0,0 0 0,1 1 0,-1 0 0,1-1 0,-1 1 0,1 0 0,0-1 0,0 1 0,-1 0 0,1-1 0,0 1 0,0 0 0,0 0 0,-1-1 0,1 1 0,0 0 0,0 1 0,1 5 0,0-1 0,0 1 0,2 7 0,-2-10 0,20 68 0,3 0 0,65 133 0,9 20 0,-98-223 0,1 0 0,0 0 0,-1 0 0,1 0 0,-1 0 0,1 0 0,-1-1 0,0 1 0,0 0 0,0 0 0,-1 2 0,1-3 0,0-1 0,0 1 0,0-1 0,0 0 0,0 1 0,0-1 0,-1 0 0,1 1 0,0-1 0,0 0 0,-1 1 0,1-1 0,0 0 0,0 0 0,-1 1 0,1-1 0,0 0 0,-1 0 0,1 1 0,0-1 0,-1 0 0,0 0 0,0 0 0,0 1 0,0-1 0,0 0 0,0 0 0,0 0 0,0-1 0,0 1 0,0 0 0,0 0 0,0 0 0,0-1 0,0 1 0,-1-1 0,-10-6-195,0 0 0,0 0 0,1-2 0,-1 1 0,2-2 0,-17-17 0,15 14-6631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2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 24575,'20'-5'0,"11"-2"0,5 1 0,0 1 0,-3 1 0,-1 2 0,-4 1 0,-4 0 0,-1 1 0,-2 1 0,-3-1 0,-1-2 0,-4-4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2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37 24575,'-2'-2'0,"-1"-2"0,0 1 0,0 0 0,0 0 0,0 0 0,-1 1 0,1-1 0,-1 1 0,0 0 0,1 0 0,-1 0 0,0 0 0,-7-1 0,11 3 0,-1-1 0,1 1 0,-1 0 0,1 0 0,-1 0 0,1 0 0,-1 0 0,1 1 0,-1-1 0,1 0 0,-1 0 0,1 0 0,-1 0 0,1 0 0,-1 1 0,1-1 0,0 0 0,-1 1 0,1-1 0,-1 0 0,1 0 0,0 1 0,-1-1 0,1 1 0,0-1 0,-1 0 0,1 1 0,0-1 0,-1 1 0,1-1 0,0 1 0,0-1 0,0 1 0,0-1 0,-1 1 0,1-1 0,0 1 0,0-1 0,0 1 0,0-1 0,0 1 0,0 0 0,4 23 0,-4-21 0,14 40 0,1 0 0,2-1 0,22 41 0,3 4 0,-25-51 0,7 17 0,-21-40 120,-3-13-171,0 1 0,0-1-1,0 0 1,0 1 0,0-1 0,0 1 0,0-1-1,0 0 1,0 1 0,-1-1 0,1 0 0,0 1-1,0-1 1,0 1 0,0-1 0,-1 0-1,1 1 1,0-1 0,0 0 0,-1 0 0,1 1-1,0-1 1,-1 0 0,1 1 0,0-1 0,-1 0-1,1 0 1,-1 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3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89 24575,'1'2'0,"0"0"0,-1 0 0,1 0 0,0 0 0,0 0 0,1 0 0,-1 0 0,0 0 0,0-1 0,1 1 0,-1-1 0,1 1 0,3 2 0,6 8 0,2 8 0,13 27 0,-17-30 0,0 0 0,1-1 0,14 18 0,-2-5 0,-28-36 0,0 0 0,0 1 0,-1-1 0,-14-9 0,3 0 0,1 1 0,1-1 0,-26-32 0,36 40 0,1 0 0,-1-1 0,1 1 0,1-1 0,0 0 0,0-1 0,0 1 0,-3-18 0,7 25-4,-1-1-1,1 1 1,0 0-1,0 0 1,0 0-1,0 0 1,1-1 0,-1 1-1,0 0 1,1 0-1,0 0 1,-1 0-1,1 0 1,0 0-1,0 0 1,0 0-1,2-3 1,-1 3 22,1 0 0,-1-1 0,0 1 1,1 0-1,-1 1 0,1-1 0,0 0 0,0 1 1,-1-1-1,7-1 0,1 0-266,1 1 1,0 0-1,0 0 1,-1 1-1,21 1 1,-19 0-6579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24575,'-1'-1'0,"1"1"0,-1-1 0,1 1 0,-1-1 0,0 1 0,1-1 0,-1 1 0,0-1 0,1 1 0,-1-1 0,0 1 0,0 0 0,1-1 0,-1 1 0,0 0 0,0 0 0,0 0 0,0 0 0,0-1 0,0 2 0,0-1 0,1 0 0,-1 0 0,1 1 0,-1-1 0,1 0 0,-1 1 0,1-1 0,-1 0 0,1 1 0,-1-1 0,1 1 0,-1-1 0,1 1 0,0-1 0,-1 1 0,1-1 0,0 1 0,-1 0 0,-1 5 0,0 0 0,0 0 0,1 0 0,-1 8 0,0-4 0,-3 26 0,2 0 0,3 71 0,0-55 0,1-28 0,0 0 0,1-1 0,1 1 0,2-1 0,8 30 0,-10-44 0,0 0 0,1-1 0,0 1 0,0-1 0,1 1 0,0-1 0,1-1 0,-1 1 0,1-1 0,1 0 0,-1 0 0,1-1 0,1 1 0,-1-2 0,1 1 0,9 4 0,-12-7-195,0-1 0,0-1 0,1 1 0,-1-1 0,0 0 0,8 1 0,-1-1-6631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4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0 24575,'-2'3'0,"1"-1"0,-1 0 0,1 1 0,0-1 0,0 1 0,0-1 0,0 1 0,0-1 0,0 1 0,1 0 0,-1 0 0,1-1 0,0 1 0,0 0 0,0 0 0,1 4 0,0 6 0,1-1 0,4 15 0,5 9 0,2 0 0,1-1 0,19 33 0,18 43 0,-50-109 0,0 0 0,-1 0 0,1 0 0,0 0 0,-1 0 0,0 0 0,1 1 0,-1-1 0,0 0 0,0 0 0,0 0 0,0 0 0,-1 0 0,1 1 0,-1 1 0,0-3 0,1 0 0,-1 0 0,0 0 0,0-1 0,1 1 0,-1 0 0,0 0 0,0 0 0,0-1 0,0 1 0,0-1 0,0 1 0,0-1 0,0 1 0,0-1 0,0 1 0,0-1 0,0 0 0,0 0 0,0 1 0,0-1 0,-1 0 0,1 0 0,0 0 0,0 0 0,0 0 0,0-1 0,0 1 0,0 0 0,-2-1 0,-6-1 0,0 0 0,0-1 0,0-1 0,0 1 0,0-1 0,-8-6 0,-45-33 0,58 40 15,0 0 0,0 0 0,0-1 0,1 1 0,0-1 0,0 0 0,-5-7 0,8 10-50,-1 0 1,1 0-1,-1 0 1,1 0-1,0 0 1,-1 0-1,1 0 1,0 0-1,0 0 1,0 0-1,0 0 1,0 0-1,0 0 0,0 0 1,0 0-1,0 0 1,0 0-1,0 0 1,1 0-1,-1 0 1,0 0-1,1 0 1,-1 0-1,1 0 1,-1 0-1,1 1 1,-1-1-1,1 0 0,0 0 1,-1 0-1,1 1 1,0-1-1,0 0 1,-1 1-1,1-1 1,0 1-1,0-1 1,0 1-1,0-1 1,0 1-1,0 0 0,1-1 1,9-3-6792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4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24575,'0'-2'0,"0"1"0,0 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5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88 551 24575,'10'0'0,"20"0"0,1-1 0,44-7 0,-50 5 0,-19 2 0,-1 1 0,1-1 0,0 0 0,0 0 0,-1-1 0,1 0 0,-1 0 0,11-5 0,-16 7 0,0 0 0,1 0 0,-1 0 0,0-1 0,0 1 0,1 0 0,-1 0 0,0 0 0,0 0 0,0 0 0,0-1 0,0 1 0,1 0 0,-1 0 0,0-1 0,0 1 0,0 0 0,0 0 0,0 0 0,0-1 0,0 1 0,0 0 0,0 0 0,0-1 0,0 1 0,0 0 0,0 0 0,0-1 0,0 1 0,0 0 0,0 0 0,0-1 0,0 1 0,-7-7 0,-17-2 0,21 8 0,-20-8 0,0 0 0,0-1 0,2-1 0,-1-1 0,1-2 0,1 1 0,1-2 0,0-1 0,-29-30 0,43 39 0,0-1 0,0 0 0,0 0 0,1 0 0,0-1 0,0 1 0,1-1 0,1 0 0,-3-9 0,2 1 0,1 1 0,0-1 0,1 0 0,2-17 0,0 26 0,-1 1 0,2 0 0,-1 0 0,1 0 0,0 0 0,1 0 0,0 1 0,0-1 0,0 1 0,1-1 0,0 1 0,0 0 0,0 0 0,1 1 0,8-8 0,-8 9 0,-1 0 0,1 0 0,-1 1 0,1 0 0,0 0 0,0 0 0,1 1 0,-1 0 0,0 0 0,1 0 0,-1 1 0,1-1 0,0 1 0,-1 1 0,1-1 0,0 1 0,0 0 0,0 0 0,11 2 0,1 3 0,-1 1 0,1 0 0,-1 1 0,0 1 0,0 0 0,-1 2 0,0 0 0,-1 0 0,26 24 0,-37-30 0,0 1 0,0 0 0,0 0 0,-1 0 0,1 0 0,-1 0 0,0 1 0,-1 0 0,1 0 0,-1-1 0,0 1 0,-1 0 0,2 11 0,-1 0 0,-2 0 0,0 0 0,-3 31 0,-2-27 0,4-18 0,0 1 0,0-1 0,0 1 0,1-1 0,-1 1 0,1-1 0,0 5 0,0-7 0,1 0 0,-1 0 0,0 0 0,1 0 0,-1 0 0,1 0 0,-1-1 0,1 1 0,-1 0 0,1 0 0,0 0 0,-1 0 0,1-1 0,0 1 0,0 0 0,0-1 0,-1 1 0,1-1 0,0 1 0,0-1 0,0 1 0,0-1 0,0 1 0,0-1 0,0 0 0,0 0 0,0 0 0,0 1 0,2-1 0,12 1 0,1 0 0,0 0 0,17-3 0,4 0 0,-30 2-170,1 0-1,-1-1 0,1 0 1,-1-1-1,0 1 0,1-1 1,9-5-1,-8 2-6655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6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24575,'1'-2'0,"0"0"0,0 1 0,0-1 0,0 0 0,0 1 0,0 0 0,0-1 0,0 1 0,1 0 0,-1-1 0,1 1 0,-1 0 0,1 0 0,-1 0 0,1 0 0,-1 0 0,1 1 0,0-1 0,2 0 0,-1 0 0,-1 1 0,1 0 0,0 0 0,0 0 0,0 0 0,-1 1 0,1-1 0,0 1 0,0-1 0,-1 1 0,5 2 0,4 2 0,1 2 0,-1-1 0,0 2 0,13 10 0,-23-17 0,29 24 0,-1 0 0,-1 3 0,-1 0 0,-2 1 0,0 2 0,-3 0 0,26 47 0,-40-62 0,0-1 0,-2 1 0,0 1 0,0 0 0,-2-1 0,0 1 0,2 27 0,-5-33 0,-1-1 0,-1 0 0,1 1 0,-2-1 0,1 0 0,-1 1 0,-1-1 0,0 0 0,0 0 0,-1-1 0,0 1 0,-1-1 0,-10 16 0,5-12-207,-1-1 0,-1 0 0,0 0 0,-21 15 0,29-23-123,-13 9-6496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8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 24575,'-8'0'0,"-4"2"0,-3 1 0,-1 0 0,-1 0 0,0-1 0,1-1 0,1-1 0,0 1 0,0-1 0,1-1 0,-1 1 0,1 0 0,0 0 0,-1 0 0,3 2 0,1 2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5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 24575,'-3'0'0,"-2"0"0,-4 0 0,-3 0 0,-1 0 0,-1 0 0,-1 0 0,0 0 0,0 0 0,0 2 0,0 1 0,1 0 0,-1 2 0,1 0 0,2 0-8191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01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50 24575,'4'-2'0,"4"-2"0,-1-1 0,1 1 0,-1-1 0,0 0 0,-1-1 0,8-7 0,-14 13 0,0 0 0,0 0 0,1 0 0,-1-1 0,0 1 0,0 0 0,0 0 0,0 0 0,0 0 0,1 0 0,-1 0 0,0 0 0,0-1 0,0 1 0,0 0 0,0 0 0,0 0 0,0 0 0,0 0 0,0 0 0,0-1 0,0 1 0,0 0 0,0 0 0,0 0 0,0 0 0,1-1 0,-2 1 0,1 0 0,0 0 0,0 0 0,0 0 0,0-1 0,0 1 0,0 0 0,0 0 0,0 0 0,0 0 0,0-1 0,-7 2 0,-11 7 0,5-1 0,-10 6 0,0 0 0,1 2 0,0 0 0,-27 25 0,47-37 0,0 1 0,-1-1 0,1 0 0,1 1 0,-1 0 0,0-1 0,1 1 0,0 0 0,0 0 0,0 0 0,0 0 0,1 0 0,-1 0 0,1 4 0,0 4 0,0 0 0,1 0 0,4 18 0,-4-23 0,1-1 0,1 0 0,-1 0 0,1 0 0,0 0 0,0 0 0,0-1 0,5 6 0,7 6 0,16 17 0,-16-20 0,15 21 0,-24-26 0,0 0 0,0 0 0,-1 0 0,0 1 0,0 0 0,-1 0 0,0 0 0,-1 1 0,0-1 0,-1 1 0,0 0 0,-1-1 0,0 19 0,0-20 0,-2-1 0,1 1 0,-1 0 0,0-1 0,-3 10 0,3-15 0,0 0 0,-1 0 0,1 0 0,-1 0 0,1 0 0,-1-1 0,0 1 0,0-1 0,0 1 0,0-1 0,0 0 0,-1 0 0,1 0 0,-1 0 0,1 0 0,-1-1 0,-4 3 0,-7 2 0,0 0 0,-24 6 0,46-11 0,0-1 0,0 2 0,0-1 0,8 3 0,1 0 0,-12-3 0,-1 0 0,1 0 0,0 1 0,-1 0 0,1 0 0,-1 0 0,0 0 0,1 0 0,6 7 0,-8-7 0,-1 0 0,0 1 0,0-1 0,0 1 0,-1-1 0,1 1 0,0 0 0,-1 0 0,0-1 0,0 1 0,1 0 0,-2 0 0,1 1 0,0-1 0,-1 0 0,1 4 0,0 32 0,-1-27 0,0 1 0,1-1 0,0 0 0,1 0 0,5 19 0,19 37 0,-12-34 0,-2 0 0,7 37 0,22 169 0,-39-229 0,5 26 0,4 74 0,-11-106 0,0 0 0,0 1 0,1-1 0,0 0 0,0 0 0,0 0 0,1 0 0,4 10 0,-5-13 0,0 0 0,1 0 0,-1 0 0,0 0 0,1 0 0,0 0 0,-1-1 0,1 1 0,0-1 0,0 1 0,0-1 0,0 1 0,0-1 0,0 0 0,1 0 0,-1 0 0,0 0 0,0-1 0,1 1 0,-1-1 0,4 1 0,4 0-195,1 0 0,-1 0 0,0-1 0,1-1 0,-1 0 0,12-3 0,-13 1-6631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0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24575,'4'15'0,"1"0"0,11 25 0,-15-39 0,45 87 0,-19-42 0,-2-1-14,-12-24-436,-1 0-1,10 29 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04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421 5 24575,'2'0'0,"22"-4"0,-23 4 0,1 0 0,-1 0 0,0-1 0,0 2 0,1-1 0,-1 0 0,0 0 0,0 0 0,0 0 0,1 1 0,-1-1 0,0 1 0,0-1 0,0 1 0,2 0 0,-3-1 0,0 1 0,0-1 0,0 0 0,0 0 0,0 1 0,0-1 0,0 0 0,0 0 0,0 0 0,0 1 0,0-1 0,0 0 0,0 0 0,0 1 0,0-1 0,0 0 0,0 0 0,0 0 0,0 1 0,0-1 0,0 0 0,0 0 0,-1 0 0,1 1 0,0-1 0,0 0 0,0 0 0,0 0 0,-1 0 0,1 1 0,0-1 0,0 0 0,0 0 0,-1 0 0,1 0 0,0 0 0,0 0 0,-1 0 0,-9 6 0,9-6 0,-29 12 0,-1-1 0,-40 8 0,47-13 0,-156 32 0,139-25 0,30-10 0,0 1 0,0-1 0,-18 2 0,28-5 0,0 0 0,0 0 0,0 1 0,1-1 0,-1 0 0,0-1 0,0 1 0,1 0 0,-1 0 0,0 0 0,0 0 0,1-1 0,-1 1 0,-1-1 0,2 1 0,0 0 0,0 0 0,0 0 0,0-1 0,0 1 0,0 0 0,0 0 0,-1 0 0,1-1 0,0 1 0,0 0 0,0 0 0,0 0 0,0-1 0,0 1 0,0 0 0,0 0 0,1 0 0,-1-1 0,0 1 0,0 0 0,0 0 0,0 0 0,0-1 0,0 1 0,0 0 0,0 0 0,0 0 0,1 0 0,-1-1 0,0 1 0,0 0 0,2-2 0,0 0 0,0 0 0,0 1 0,0-1 0,1 1 0,3-3 0,16-5 0,-1 0 0,2 1 0,41-8 0,73-4 0,-65 11 0,-28 4 0,-61 7 0,1 0 0,-1 1 0,-18 7 0,-103 34 86,66-21-1537,51-17-5375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8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18 24575,'-3'-2'0,"0"0"0,0 0 0,-1 0 0,1 0 0,-1 0 0,0 1 0,-4-2 0,7 3 0,0-1 0,1 1 0,-1 0 0,0 0 0,0 0 0,0 0 0,1 0 0,-1 0 0,0 0 0,0 0 0,0 0 0,1 1 0,-1-1 0,0 0 0,0 0 0,1 1 0,-1-1 0,0 1 0,0-1 0,1 0 0,-1 1 0,1-1 0,-1 1 0,0-1 0,1 1 0,-1 0 0,1-1 0,-1 1 0,1 0 0,-1-1 0,1 1 0,0 0 0,-1-1 0,1 1 0,0 0 0,0 0 0,-1 0 0,1-1 0,0 1 0,0 0 0,0 1 0,0 4 0,-1 1 0,1-1 0,1 0 0,-1 1 0,1-1 0,0 0 0,0 0 0,4 10 0,22 48 0,-22-53 0,20 39 0,1-2 0,3 0 0,2-2 0,61 69 0,-77-97 0,-15-18 0,-1 0 0,1 0 0,0 0 0,0 0 0,0 0 0,0 0 0,0 0 0,0 0 0,0 0 0,0 0 0,0 0 0,0 0 0,0 0 0,0 0 0,0 0 0,0 0 0,0 0 0,0 0 0,0 0 0,0 0 0,0 0 0,0 0 0,0 0 0,-1 0 0,1 0 0,0 0 0,0 0 0,0 0 0,0 0 0,0 0 0,0 0 0,0 0 0,0 0 0,0 0 0,0 0 0,0 0 0,0 1 0,0-1 0,0 0 0,0 0 0,0 0 0,-12-9 0,-1-3 0,-1-1 0,-14-17 0,25 26 0,0 0 0,0 1 0,1-1 0,-1 0 0,1 0 0,0-1 0,0 1 0,0 0 0,1-1 0,-1 1 0,1-1 0,0 1 0,1-1 0,-1-6 0,1 9 0,0 0 0,0 0 0,1 1 0,-1-1 0,0 0 0,1 1 0,0-1 0,-1 0 0,1 1 0,0-1 0,0 1 0,0-1 0,0 1 0,0-1 0,0 1 0,0 0 0,0-1 0,3 0 0,-1 0 0,0 0 0,-1 0 0,1 1 0,1 0 0,-1-1 0,0 1 0,0 0 0,0 1 0,5-1 0,3 0 0,0 0 0,1 1 0,-1 0 0,20 4 0,-9 0 0,0 1 0,22 9 0,-35-11 0,-1 0 0,1 1 0,-1 0 0,0 1 0,0-1 0,-1 1 0,14 13 0,-19-17 0,0 1 0,0 1 0,-1-1 0,1 0 0,0 0 0,-1 1 0,0-1 0,1 0 0,-1 1 0,0-1 0,0 1 0,-1 0 0,1-1 0,0 1 0,-1 0 0,0 0 0,1 4 0,-2-4 0,1-1 0,-1 1 0,1-1 0,-1 1 0,0-1 0,0 0 0,0 1 0,0-1 0,-1 0 0,1 0 0,-1 0 0,1 0 0,-1 0 0,0 0 0,1 0 0,-1 0 0,0-1 0,0 1 0,-3 1 0,-5 3 0,-1 0 0,0-1 0,0-1 0,0 1 0,-1-2 0,-15 4 0,-73 7 0,93-13-77,-1 0 111,0-1 1,0 1-1,0-1 1,0-1-1,-10-1 1,17 2-75,-1 0-1,1-1 1,0 1-1,-1 0 1,1-1 0,0 0-1,-1 1 1,1-1-1,0 0 1,0 1 0,0-1-1,-1 0 1,1 0-1,0 0 1,0 0 0,0 0-1,1 0 1,-1-1-1,0 1 1,0 0-1,1 0 1,-1-1 0,0 1-1,1 0 1,-1-1-1,1 1 1,0 0 0,0-1-1,-1 1 1,1 0-1,0-1 1,0 1 0,0-1-1,0 1 1,0-1-1,1-1 1,1-9-6786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9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103 256 24575,'7'11'0,"-6"-9"0,-4-7 0,-8-16 0,-22-33 0,-7-11 0,36 57 0,0 0 0,1 0 0,0 0 0,0 0 0,1-1 0,-2-13 0,4 20 0,0-1 0,0 1 0,0 0 0,0-1 0,0 1 0,0 0 0,1-1 0,-1 1 0,1 0 0,-1 0 0,1 0 0,0-1 0,0 1 0,0 0 0,0 0 0,1 0 0,1-2 0,-2 2 0,1 2 0,-1-1 0,0 0 0,0 0 0,1 0 0,-1 0 0,1 1 0,-1-1 0,1 1 0,-1-1 0,1 1 0,-1 0 0,1-1 0,-1 1 0,1 0 0,-1 0 0,1 0 0,-1 0 0,1 0 0,0 1 0,-1-1 0,1 0 0,-1 1 0,1-1 0,-1 1 0,3 0 0,7 5-1365,-1-1-5461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9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24575,'5'12'0,"2"7"0,1 2 0,3 0 0,1 0 0,-1-3 0,0-3 0,1-2 0,0-1 0,1 0 0,1-2 0,0-3 0,-2-2-8191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9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24575,'0'-10'0,"3"-1"0,0 5 0,3 2 0,0 5 0,1 4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29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0 24575,'-16'2'0,"1"0"0,-26 8 0,37-9 0,1 0 0,-1 0 0,1 1 0,0-1 0,-1 1 0,1 0 0,0 0 0,0 0 0,0 0 0,0 1 0,0-1 0,0 1 0,1 0 0,-1-1 0,1 1 0,0 0 0,-2 4 0,3-5 0,1-1 0,-1 0 0,1 1 0,-1-1 0,1 1 0,0-1 0,0 1 0,0-1 0,0 0 0,0 1 0,0-1 0,0 1 0,0-1 0,0 1 0,1-1 0,-1 1 0,1-1 0,0 2 0,0 0 0,1-1 0,0 1 0,-1-1 0,1 1 0,0-1 0,0 0 0,0 0 0,4 3 0,4 2 0,0-1 0,1 0 0,15 7 0,-23-11 0,14 5 0,0 0 0,28 8 0,-38-14 0,0 1 0,0-1 0,1-1 0,-1 1 0,0-1 0,0 0 0,0-1 0,0 1 0,13-4 0,-18 3-91,1 0 0,-1 0 0,1 0 0,-1 0 0,1-1 0,-1 1 0,0 0 0,0-1 0,0 0 0,0 0 0,0 1 0,0-1 0,0 0 0,2-4 0,2-5-6735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44 24575,'-2'-7'0,"1"4"0,0 1 0,0-1 0,0 0 0,0 1 0,1-1 0,-1 0 0,1 1 0,0-1 0,-1 0 0,2-4 0,-1 7 0,0 0 0,0 0 0,0 0 0,0-1 0,0 1 0,0 0 0,0 0 0,0 0 0,0 0 0,0 0 0,0 0 0,0-1 0,1 1 0,-1 0 0,0 0 0,0 0 0,0 0 0,0 0 0,0 0 0,0 0 0,1 0 0,-1 0 0,0 0 0,0 0 0,0 0 0,0-1 0,0 1 0,0 0 0,1 0 0,-1 0 0,0 0 0,0 0 0,0 0 0,0 0 0,0 0 0,1 0 0,-1 0 0,0 1 0,0-1 0,0 0 0,0 0 0,0 0 0,1 0 0,-1 0 0,0 0 0,0 0 0,0 0 0,0 0 0,0 0 0,0 0 0,1 1 0,6 5 0,-6-5 0,16 18 0,-1 1 0,24 38 0,-3-4 0,84 104 0,-90-121 0,2-2 0,42 35 0,-74-69-85,1 1 0,-1-1-1,1 0 1,-1 1 0,1-1-1,0 0 1,0 0 0,-1 0-1,1-1 1,0 1 0,0 0-1,0-1 1,0 1 0,0-1-1,2 1 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0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12 24575,'0'-1'0,"0"1"0,0-1 0,0 1 0,0 0 0,0-1 0,0 1 0,0-1 0,0 1 0,0-1 0,0 1 0,-1-1 0,1 1 0,0 0 0,0-1 0,0 1 0,0-1 0,-1 1 0,1 0 0,0-1 0,0 1 0,-1 0 0,1-1 0,0 1 0,-1 0 0,1-1 0,0 1 0,-1 0 0,0-1 0,1 1 0,-1 0 0,0 0 0,1 0 0,-1 0 0,0 0 0,0 0 0,1 1 0,-1-1 0,0 0 0,1 0 0,-1 0 0,0 1 0,1-1 0,-1 0 0,0 1 0,-21 18 0,19-15 0,-1 0 0,1 0 0,1 1 0,-1-1 0,0 1 0,1-1 0,0 1 0,-3 8 0,5-11 0,0-1 0,-1 1 0,1 0 0,0 0 0,0-1 0,0 1 0,0 0 0,1 0 0,-1-1 0,0 1 0,1 0 0,-1 0 0,1-1 0,-1 1 0,1 0 0,0-1 0,0 1 0,0-1 0,0 1 0,0-1 0,0 0 0,0 1 0,0-1 0,1 0 0,-1 0 0,0 0 0,1 0 0,1 2 0,5 1 0,0 0 0,0-1 0,0 1 0,0-1 0,1-1 0,-1 0 0,1 0 0,-1-1 0,1 0 0,9 0 0,2-1 0,0-1 0,-1 0 0,27-7 0,-42 8-136,1-1-1,-1 0 1,0 0-1,1-1 1,-1 1-1,0-1 1,0 0-1,0 0 0,4-3 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1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1 221 24575,'21'7'0,"1"1"0,-1 0 0,35 21 0,-4-2 0,-29-15 0,44 18 0,-60-28 0,0 0 0,1 0 0,-1 0 0,0-1 0,1 0 0,-1-1 0,14 0 0,-19 0 0,0-1 0,0 1 0,0-1 0,0 1 0,0-1 0,0 0 0,0 0 0,0 0 0,0 0 0,-1 0 0,1 0 0,0 0 0,0-1 0,-1 1 0,1-1 0,-1 1 0,0-1 0,1 0 0,-1 1 0,0-1 0,0 0 0,0 0 0,0 0 0,0 0 0,0 0 0,-1 0 0,1 0 0,-1 0 0,1 0 0,-1-4 0,1 0 0,-1 1 0,0-1 0,0 0 0,0 0 0,-1 0 0,0 0 0,0 0 0,0 1 0,-1-1 0,-2-6 0,-1 3 0,4 6 0,0 1 0,-1-1 0,1 1 0,0-1 0,0 0 0,1 1 0,-1-1 0,0-5 0,1 8 0,0-1 0,0 1 0,0 0 0,0-1 0,1 1 0,-1 0 0,0 0 0,0 0 0,0-1 0,1 1 0,-1 0 0,0 0 0,0 0 0,1-1 0,-1 1 0,0 0 0,0 0 0,1 0 0,-1 0 0,0 0 0,1 0 0,-1 0 0,0 0 0,0-1 0,1 1 0,-1 0 0,0 0 0,1 0 0,-1 1 0,0-1 0,1 0 0,-1 0 0,0 0 0,0 0 0,1 0 0,-1 0 0,0 0 0,1 1 0,13 3 0,-13-3 0,25 9 0,-16-5 0,1-1 0,-1 0 0,1-1 0,0 0 0,0 0 0,0-1 0,0-1 0,18 1 0,-28-2 0,0 0 0,1 0 0,-1 0 0,0-1 0,1 1 0,-1 0 0,0-1 0,0 1 0,1-1 0,-1 1 0,0-1 0,0 1 0,0-1 0,0 0 0,0 0 0,1 0 0,-1 1 0,-1-1 0,1 0 0,0 0 0,1-2 0,-1 2 0,0-1 0,-1 0 0,1 0 0,0 0 0,-1 0 0,0 0 0,1 0 0,-1 0 0,0 0 0,0 0 0,0 0 0,0-3 0,-2-2 0,1 0 0,-1 0 0,0 1 0,0-1 0,0 1 0,-1 0 0,-5-8 0,-1-1 24,-1 0 0,-1 0 0,0 1 0,-17-15 0,23 24-123,0 1 0,0-1 0,0 1 0,-1 1 0,0-1 0,0 1 0,0 0 0,0 0 0,0 1 0,-1 0 0,1 0 0,-1 0 0,0 1 0,-9-1 0,3 2-6727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2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29 653 24575,'-1'-1'0,"0"1"0,0 0 0,0 0 0,0 0 0,0 0 0,0 0 0,-1 0 0,1 0 0,0 1 0,0-1 0,0 0 0,0 0 0,1 1 0,-1-1 0,0 1 0,0-1 0,0 1 0,0-1 0,0 1 0,0 0 0,1-1 0,-1 1 0,0 0 0,0 0 0,1-1 0,-1 1 0,1 0 0,-1 0 0,1 0 0,-1 0 0,1 0 0,-1 0 0,1 0 0,0 0 0,0 0 0,-1 0 0,1 0 0,0 0 0,0 0 0,0 0 0,0 0 0,0 0 0,0 0 0,0 0 0,1 0 0,-1 0 0,0 0 0,1 1 0,0 3 0,1-1 0,0 1 0,0-1 0,0 0 0,0 1 0,1-1 0,-1 0 0,1 0 0,5 4 0,-1 0 0,0-1 0,1-1 0,0 1 0,0-2 0,0 1 0,1-1 0,0 0 0,15 6 0,-23-11 0,-1 0 0,1 0 0,0 1 0,0-1 0,0 0 0,0 0 0,0 0 0,0 0 0,-1 0 0,1 0 0,0 0 0,0 0 0,0-1 0,0 1 0,0 0 0,-1 0 0,1-1 0,0 1 0,0 0 0,0-1 0,-1 1 0,1-1 0,0 1 0,-1-1 0,2-1 0,-1 1 0,0 0 0,0-1 0,-1 1 0,1-1 0,-1 0 0,1 1 0,-1-1 0,1 1 0,-1-1 0,0 0 0,0 1 0,0-4 0,0-3 0,-1 0 0,0-1 0,0 1 0,-4-10 0,3 11 0,0 0 0,0 1 0,-1-1 0,0 1 0,0-1 0,-1 1 0,1 0 0,-1 1 0,-9-10 0,11 15 0,3 5 0,5 8 0,-2-7 0,1 1 0,1 0 0,-1-1 0,1 0 0,0-1 0,0 1 0,1-1 0,-1 0 0,1-1 0,9 5 0,-6-4 0,0 0 0,1-1 0,-1 0 0,1-1 0,0 0 0,0 0 0,11 0 0,-19-3 0,-1 1 0,0-1 0,1 0 0,-1 0 0,0-1 0,1 1 0,-1 0 0,0-1 0,0 1 0,0-1 0,1 0 0,-1 0 0,0 0 0,0 0 0,0 0 0,0 0 0,0-1 0,3-2 0,-4 2 0,1 0 0,0 0 0,-1-1 0,0 1 0,1-1 0,-1 1 0,0-1 0,0 1 0,0-1 0,-1 1 0,1-1 0,-1 0 0,1 0 0,-1 1 0,0-6 0,-1-9 0,0 1 0,-1-1 0,-7-26 0,-20-49 0,25 79 0,-23-66 0,-4-9 0,-24-118 0,51 185 0,3 9 0,-1 0 0,-7-18 0,7 29 0,-1 5 0,-1 9 0,4 0 0,0 1 0,1 0 0,0-1 0,1 0 0,0 1 0,1-1 0,1 0 0,0 0 0,1 0 0,0-1 0,1 0 0,0 0 0,11 15 0,3 3 0,3-1 0,0-1 0,47 43 0,-46-50 0,0-1 0,1-1 0,1-1 0,1-1 0,57 26 0,-81-42 0,0 0 0,0 0 0,-1 0 0,1 0 0,0 0 0,0-1 0,0 0 0,0 1 0,6-2 0,-8 1 0,0 0 0,0 0 0,1-1 0,-1 1 0,0-1 0,0 1 0,0-1 0,0 1 0,-1-1 0,1 0 0,0 1 0,0-1 0,0 0 0,0 0 0,-1 0 0,1 1 0,0-1 0,-1 0 0,1 0 0,-1 0 0,1 0 0,-1 0 0,1 0 0,-1 0 0,0-1 0,1 1 0,-1 0 0,0 0 0,0-1 0,1-10 0,0 0 0,0 0 0,-2 0 0,1 0 0,-2 0 0,0 1 0,0-1 0,-6-17 0,-6-10 0,-20-40 0,22 53 0,-23-53 0,-65-104 0,100 183 0,0-1 0,0 1 0,0-1 0,0 1 0,-1 0 0,1-1 0,0 1 0,0-1 0,-1 1 0,1 0 0,0-1 0,0 1 0,-1 0 0,1-1 0,0 1 0,-1 0 0,1 0 0,-1-1 0,1 1 0,0 0 0,-1 0 0,1 0 0,-1-1 0,1 1 0,-1 0 0,1 0 0,-1 0 0,-1 11 0,6 21 0,3-5 0,0 0 0,2-1 0,1 0 0,1 0 0,27 46 0,-16-38 0,1-1 0,2 0 0,42 41 0,-53-60-114,1-1 1,0 0-1,1-1 0,0-1 0,1 0 1,1-1-1,-1-1 0,2-1 0,-1-1 1,1 0-1,21 4 0,-25-7-6712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3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414 143 24575,'-99'-44'0,"-160"-46"0,255 88 0,-2 1 0,1-1 0,0 1 0,-11-1 0,15 2 0,0 0 0,1 0 0,-1 0 0,0 0 0,1 0 0,-1 0 0,0 0 0,0 0 0,1 0 0,-1 0 0,0 0 0,1 1 0,-1-1 0,0 0 0,1 1 0,-1-1 0,1 0 0,-1 1 0,1-1 0,-1 0 0,0 1 0,1-1 0,-1 1 0,1-1 0,0 1 0,-1 0 0,1-1 0,-1 1 0,1-1 0,0 1 0,-1 0 0,1-1 0,0 1 0,0 0 0,0-1 0,-1 1 0,1 0 0,0 1 0,0 2 0,1 0 0,-1 0 0,1 1 0,0-1 0,0 0 0,0 0 0,1 0 0,3 8 0,21 31 0,-21-35 0,189 247 0,-53-89 0,26 33 0,-155-182 0,-10-11 0,-8-12 0,-12-17-1365,10 10-5461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1 24575,'-27'5'0,"-14"1"0,-4 0 0,-1 2 0,6-1 0,8-2 0,6 1 0,5 0 0,4 0 0,2 0 0,4 2 0,1-2 0,5 0 0,6-3 0,4-1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3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24575,'5'5'0,"4"2"0,3 1 0,1 1 0,2 0 0,1-1 0,-1-2 0,-2 0 0,-1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24575,'22'8'0,"10"4"0,-1 3 0,-5-1-8191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4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333 644 24575,'-1'-48'0,"-1"0"0,-10-48 0,8 71 0,-2 0 0,-1 1 0,-1 0 0,-1 0 0,-19-36 0,8 26 0,-1 1 0,-31-39 0,35 52 0,-1 1 0,0 1 0,-1 1 0,-32-22 0,46 35 0,2 2 0,0 0 0,1 0 0,-1 0 0,0 0 0,-4-1 0,6 3 0,1 0 0,-1 0 0,1 0 0,0 0 0,-1 0 0,1 0 0,-1 0 0,1 0 0,-1 0 0,1 0 0,-1 0 0,1 0 0,0 0 0,-1 0 0,1 0 0,-1 0 0,1 0 0,0 1 0,-1-1 0,1 0 0,-1 0 0,1 1 0,0-1 0,-1 0 0,1 0 0,0 1 0,0-1 0,-1 0 0,1 1 0,0-1 0,0 1 0,-1-1 0,1 0 0,0 1 0,0-1 0,0 1 0,0-1 0,-1 0 0,1 1 0,0-1 0,0 1 0,0-1 0,0 1 0,0-1 0,0 0 0,0 1 0,0-1 0,1 1 0,-1 5 0,0 0 0,0 0 0,1 0 0,0 0 0,0 0 0,1 0 0,3 9 0,21 40 0,-19-42 0,11 21 0,1 0 0,2-2 0,2-1 0,0 0 0,51 49 0,-51-59 0,0-1 0,2-1 0,0-1 0,1-1 0,1-1 0,0-1 0,51 18 0,-59-26 0,29 5 0,-42-11 0,0 0 0,0 0 0,0 0 0,0-1 0,0 0 0,0-1 0,0 1 0,0-1 0,8-2 0,-13 3 2,0-1 1,1 1-1,-1-1 0,0 1 0,1-1 1,-1 0-1,0 1 0,0-1 0,0 0 1,0 0-1,0 0 0,1 0 0,-2 0 0,1 0 1,0 0-1,0 0 0,0 0 0,0-1 1,-1 1-1,1 0 0,0 0 0,-1-1 1,1 1-1,-1-1 0,0 1 0,1 0 0,-1-1 1,0 1-1,0-1 0,0 1 0,0 0 1,0-1-1,0 1 0,-1-1 0,1 1 1,0 0-1,-1-1 0,0-1 0,-2-5-146,0 0 0,-1 0 0,0 0 0,-10-14 0,8 12-588,-4-5-6094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4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24575,'29'24'0,"44"47"0,-18-15 0,8 3 0,125 124 0,-186-180 0,1 0 0,-1 0 0,0 0 0,0 1 0,0-1 0,0 1 0,0-1 0,2 8 0,-4-10 0,0 0 0,0 0 0,1 0 0,-1 0 0,0 0 0,0 0 0,0 0 0,0 0 0,0 0 0,-1 0 0,1 0 0,0 0 0,0 0 0,-1 0 0,1 0 0,0 0 0,-1 0 0,1-1 0,-1 1 0,1 0 0,-1 0 0,0 0 0,1-1 0,-1 1 0,0 0 0,1-1 0,-1 1 0,0 0 0,0-1 0,0 1 0,0-1 0,1 1 0,-1-1 0,0 0 0,0 1 0,0-1 0,0 0 0,0 0 0,0 1 0,-2-1 0,-4 0-48,0 0-1,-1 0 0,1 0 0,0-1 1,-1 0-1,1 0 0,0-1 0,-7-3 1,2 2-879,-9-2-5899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4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0 473 24575,'298'-30'0,"-290"29"0,1 0 0,-1-1 0,0 0 0,1 0 0,-1 0 0,0-1 0,0-1 0,0 1 0,-1-1 0,1 0 0,-1-1 0,0 0 0,0 0 0,-1-1 0,12-11 0,-10 7 0,0 0 0,0 0 0,-1-1 0,-1 0 0,1 0 0,-2-1 0,0 0 0,0 0 0,5-25 0,-9 13 0,-5 16 0,4 8 0,0 0 0,-1 0 0,1 0 0,-1 0 0,1 0 0,-1 0 0,1 0 0,0 0 0,-1 1 0,1-1 0,0 0 0,-1 0 0,1 1 0,0-1 0,-1 0 0,1 0 0,0 1 0,-1-1 0,1 0 0,0 1 0,0-1 0,-1 0 0,1 1 0,0-1 0,0 0 0,0 1 0,-2 3 0,0-1 0,0 1 0,1-1 0,0 1 0,0 0 0,0-1 0,0 1 0,0 0 0,1 0 0,-1 0 0,1 0 0,0-1 0,1 1 0,-1 0 0,0 0 0,1 0 0,1 3 0,2 8 0,1-1 0,13 28 0,-15-36 0,0 0 0,1 0 0,0 0 0,0-1 0,1 0 0,0 1 0,0-2 0,0 1 0,0 0 0,1-1 0,-1 0 0,1 0 0,0-1 0,1 0 0,-1 0 0,0 0 0,1-1 0,0 0 0,-1 0 0,1-1 0,9 2 0,-4-2 0,1 0 0,-1-1 0,1 0 0,0-1 0,-1-1 0,1 1 0,-1-2 0,0 0 0,0-1 0,23-9 0,-21 6 0,-3 3 0,0-1 0,0-1 0,-1 0 0,0-1 0,15-11 0,-23 16 0,0 0 0,0 0 0,0 0 0,0-1 0,-1 1 0,1 0 0,-1-1 0,0 1 0,1-1 0,-1 0 0,0 1 0,-1-1 0,1 0 0,0 0 0,-1 1 0,0-1 0,1 0 0,-1 0 0,0 0 0,0 1 0,-1-1 0,1 0 0,-1 0 0,1 0 0,-1 1 0,0-1 0,0 0 0,0 1 0,-2-4 0,-5-9 0,-1 1 0,-1 1 0,0 0 0,-21-22 0,15 18 0,-22-31 0,34 42 0,0-1 0,1 1 0,0-1 0,0 1 0,0-1 0,1 0 0,0 0 0,0 0 0,-1-11 0,3 16-59,0 0 0,0 0-1,0 0 1,0 0-1,0-1 1,0 1 0,1 0-1,-1 0 1,0 0 0,1 0-1,0 0 1,0 0 0,-1 0-1,1 0 1,0 0-1,0 1 1,1-1 0,-1 0-1,0 0 1,1 1 0,-1-1-1,3-1 1,5-3-6767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35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56 24575,'-7'-8'0,"-6"-2"0,1-1 0,1-3 0,3 5 0,3 6 0,2 6 0,2 4 0,1 5 0,2-1 0,2 1 0,2-2 0,1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42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0 190 24575,'2'-2'0,"1"1"0,-1-1 0,0 1 0,0-1 0,0 1 0,1 0 0,3-1 0,1-2 0,50-25 0,1 2 0,1 2 0,1 4 0,1 2 0,1 2 0,0 4 0,65-6 0,-63 16-1365,-50 3-5461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2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13 24575,'-1'-12'0,"1"12"0,0 0 0,0 0 0,0 0 0,0 0 0,0 0 0,0 0 0,0 0 0,0 0 0,0 0 0,0 0 0,0 0 0,0 0 0,0 0 0,0 0 0,0 0 0,0 0 0,0 0 0,0 0 0,0 0 0,0 0 0,0 0 0,0 0 0,0 0 0,-1 0 0,1 0 0,0 0 0,0 0 0,0 0 0,0 0 0,0 0 0,0 0 0,0 0 0,0 0 0,0 0 0,0 0 0,0 0 0,0 0 0,0 0 0,0 0 0,0 0 0,0 0 0,0 0 0,0 0 0,0 0 0,0-1 0,0 1 0,0 0 0,0 0 0,0 0 0,0 0 0,-4 18 0,1-7 0,-1 13 0,2 0 0,0 0 0,1 0 0,3 27 0,-1 3 0,-1 365 0,0-405 0,-2 0 0,-3 17 0,2-15 0,-1 24 0,3 322 0,2-176 0,-1-176 0,0 20 0,-1 0 0,-7 45 0,1-9 0,0-2 0,2-28 0,2 0 0,4 69 0,0-37 0,-1 209 0,1-257 0,6 31 0,-4-30 0,1 29 0,-5 23 0,2 54 0,6-70 0,-3-30 0,0 30 0,-5-8 0,1-4 0,9 80 0,-5-86 0,-2 1 0,-2 42 0,-1-41 0,7 73 0,7 6 0,-6-39 0,-2-15 0,-5 75 0,-2-54 0,2 437 0,-7-414 0,0-8 0,6-44 0,-7 138 0,-21 81 0,23-199 0,5 96 0,3-76 0,5 11 0,1 4 0,-9 290 0,2-379 0,6 31 0,-4-30 0,1 28 0,-5 826 0,3-859 0,0-1 0,0 1 0,7 20 0,-4-19 0,4 44 0,-1-6 0,-5-39 0,1 31 0,-5 11 0,2 49 0,13-24 0,-7-29 0,-3-37 0,0 32 0,-3-11 0,-3 72 0,2-111 15,0 1 0,-1 0 0,0 0 0,0 0 0,0 0 0,0 0 0,-3 5 0,4-9-24,0 1 1,-1-1-1,1 1 0,0-1 0,-1 1 1,1-1-1,-1 0 0,1 1 0,0-1 1,-1 1-1,1-1 0,-1 0 0,1 0 1,-1 1-1,1-1 0,-1 0 0,1 0 1,-1 1-1,1-1 0,-1 0 0,0 0 1,0 0-1,0 0-67,0 0 1,0-1-1,0 1 1,0 0-1,0-1 1,0 1-1,0-1 1,0 1-1,0-1 1,1 1-1,-1-1 1,0 0-1,0 1 1,0-1-1,1 0 0,-2-1 1,-6-8-6751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31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3999 16 24575,'-123'1'0,"-133"-2"0,171-6 0,-33-1 0,75 9 0,-56 7 0,52-3 0,-56-3 0,-35 3 0,-242 5 0,245-12 0,-47 11 0,96-3 0,-97-5 0,85-2 0,-147 10 0,-113-2 0,223-9 0,-19-5 0,-6-1 0,-119 9 0,259-2 0,-31-6 0,30 4 0,-23-1 0,-130 6 0,141 0 0,-1 2 0,1 2 0,-38 11 0,-7 6-1365,45-14-5461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32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767 117 24575,'0'0'0,"0"0"0,0 0 0,1 0 0,-1 0 0,0 0 0,0 0 0,0 0 0,1 0 0,-1 0 0,0 0 0,0 0 0,0 0 0,1 0 0,-1 0 0,0 0 0,0 0 0,0 0 0,0 0 0,1 0 0,-1-1 0,0 1 0,0 0 0,0 0 0,0 0 0,1 0 0,-1 0 0,0 0 0,0-1 0,0 1 0,0 0 0,0 0 0,1 0 0,-1 0 0,0-1 0,0 1 0,0 0 0,0 0 0,0 0 0,-5-8 0,-11-3 0,0 3 0,-1 2 0,-1 0 0,1 1 0,-1 0 0,-26-2 0,8 2 0,10 1 0,-42-1 0,40 5 0,-54-8 0,-39-7 0,103 12 0,-17-4 0,-71-3 0,95 10-80,1 2-1,-1-1 0,0 1 1,-17 6-1,16-4-881,-6 1-5864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36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24575,'1'-2'0,"4"6"0,2 7 0,-7-11 0,4 8 0,-1-1 0,0 0 0,0 1 0,-1 0 0,0 0 0,1 14 0,2 4 0,9 76 0,-12-93 0,-1 1 0,0 0 0,0 0 0,-1 0 0,-1 19 0,-14 46 0,8-46 0,4-14 0,1 1 0,1-1 0,1 19 0,0-18 0,0 0 0,-1-1 0,-3 17 0,-1-7 0,2 1 0,1-1 0,1 1 0,3 45 0,2-48 0,8 33 0,1 9 0,-8-35 0,-1-4 0,2 48 0,-5-2 0,-3 72 0,-12-57 0,8-53 0,2-14 0,-1 41 0,6-5 0,-2 47 0,-6-64 0,5-29 0,0 1 0,-1 15 0,2-4 0,1 0 0,1-1 0,1 1 0,1-1 0,8 31 0,0-15 0,-2 1 0,-1 0 0,-2 1 0,2 54 0,-8-67 0,1 0 0,6 37 0,-2-28 0,-2-1 0,-2 1 0,-2 35 0,-1-4 0,3 2 0,-2 77 0,-6-85 0,-1 16 0,1 9 0,0 7 0,0-12 0,0-5 0,6 239 0,2-150 0,0-147 0,5 31 0,-3-30 0,2 25 0,-5 328 0,-1-180 0,2-172 0,6 32 0,-4-31 0,1 23 0,5 71 0,-3-60 0,8 41 0,-9-60 0,-1-11 0,2 41 0,-6-34 0,-1-3 0,2 1 0,7 47 0,-6-58 0,0 0 0,-1 24 0,-1-25 0,1 0 0,4 30 0,0-12 0,-1 0 0,-2 1 0,-3 52 0,0-22 0,1 1391 0,-1-1446 0,0 0 0,-4 19 0,2-18 0,1-1 0,-1 15 0,2-11 0,-5 23 0,-1 10 0,-1 19 0,1-24 0,1 0 0,3-17 0,-2 41 0,4-50 0,-6 32 0,4-32 0,-1 29 0,4-33 0,0 4 0,0 0 0,-1 1 0,-6 24 0,-8 44 0,10-46 9,5-34-134,0 0 1,-1-1-1,0 1 0,0 0 0,0 0 0,-1-1 0,1 1 0,-1-1 0,-1 1 0,-2 5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8:37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1040 386 24575,'8'0'0,"0"1"0,-14-2 0,-6-2 0,-1 0 0,-22-9 0,5 1 0,-457-171-737,123 40 259,267 112 328,86 27-6676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51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75 24575,'9'-9'0,"1"0"0,0 1 0,0 1 0,18-10 0,-21 13 0,0 0 0,0 1 0,0 0 0,1 1 0,0 0 0,-1 0 0,1 0 0,11 0 0,-19 2 0,1 0 0,0 0 0,-1 0 0,1-1 0,-1 1 0,1 0 0,-1 0 0,1 0 0,-1 0 0,1 0 0,0 1 0,-1-1 0,1 0 0,-1 0 0,1 0 0,-1 0 0,1 1 0,-1-1 0,1 0 0,-1 0 0,1 1 0,-1-1 0,0 0 0,2 1 0,-3 0 0,1 0 0,0-1 0,0 1 0,0-1 0,-1 1 0,1-1 0,0 1 0,0-1 0,-1 1 0,1-1 0,0 1 0,-1-1 0,1 0 0,-1 1 0,1-1 0,0 1 0,-1-1 0,0 1 0,-29 18 0,27-18 0,-23 14 0,2-1 0,-1 0 0,0-2 0,-49 17 0,-189 41 0,254-67-227,0-1-1,1 2 1,0-1-1,-1 1 1,-12 8-1,12-6-6598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52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24575,'0'0'0,"1"0"0,-1-1 0,1 1 0,0 0 0,-1 0 0,1-1 0,-1 1 0,1 0 0,-1 0 0,1 0 0,0 0 0,-1-1 0,1 1 0,0 0 0,-1 0 0,1 0 0,-1 1 0,1-1 0,0 0 0,-1 0 0,1 0 0,-1 0 0,1 1 0,0-1 0,-1 0 0,1 0 0,-1 1 0,1-1 0,-1 0 0,1 1 0,-1-1 0,1 1 0,-1-1 0,1 1 0,-1-1 0,0 1 0,1-1 0,-1 1 0,15 22 0,10 34 0,26 90 0,-47-134 0,5 20 0,-6-21 0,0 0 0,0 0 0,2-1 0,10 21 0,-15-32 0,0 0 0,0 0 0,0 0 0,0 0 0,0 1 0,0-1 0,0 0 0,0 0 0,0 0 0,0 0 0,0 0 0,0 0 0,0 0 0,0 0 0,0 0 0,0 0 0,0 0 0,0 0 0,0 0 0,0 0 0,0 0 0,0 1 0,0-1 0,0 0 0,0 0 0,0 0 0,0 0 0,0 0 0,1 0 0,-1 0 0,0 0 0,0 0 0,0 0 0,0 0 0,0 0 0,0 0 0,0 0 0,0 0 0,0 0 0,0 0 0,0 0 0,0 0 0,0 0 0,1 0 0,-1 0 0,0 0 0,0 0 0,0 0 0,0 0 0,0 0 0,0 0 0,0 0 0,0-1 0,0 1 0,0 0 0,0 0 0,0 0 0,0 0 0,0 0 0,0 0 0,0 0 0,2-7 0,-3-8 0,-9-21 0,-1-1 0,-2 2 0,-21-44 0,34 79 0,0 0 0,0 0 0,0 0 0,0 0 0,0 0 0,0 0 0,0 0 0,0 0 0,0 0 0,-1 0 0,1 0 0,0 0 0,0 0 0,0 1 0,0-1 0,0 0 0,0 0 0,0 0 0,0 0 0,0 0 0,0 0 0,0 0 0,0 0 0,0 0 0,0 0 0,0 0 0,0 0 0,0 0 0,0 0 0,0 0 0,0 0 0,0 0 0,0 0 0,0 0 0,0 0 0,0 0 0,0 0 0,0 0 0,-1 0 0,1 0 0,0 0 0,0-1 0,0 1 0,0 0 0,0 0 0,0 0 0,0 0 0,0 0 0,0 0 0,0 0 0,0 0 0,0 0 0,0 0 0,0 7 0,1 9 0,8 22 0,3 0 0,1-1 0,1 0 0,39 67 0,-61-110 0,-7-9 0,5 3-1365,0 0-5461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5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558 30 24575,'7'-3'0,"-5"3"0,-1-1 0,1 0 0,0 1 0,-1-1 0,1 1 0,0 0 0,-1-1 0,1 1 0,0 0 0,0 0 0,-1 0 0,1 0 0,2 1 0,-21 3 0,-137 9 0,125-12 0,1-2 0,-37-4 0,-22-2 0,75 6 0,0 0 0,-15-4 0,14 2 0,-24-1 0,-73 4 0,232 1 0,113-2 0,-81-14 0,-163 15-114,-32 3-1137,28 0-5575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49:53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24575,'0'3'0,"1"-1"0,0 0 0,0 1 0,-1-1 0,2 1 0,-1-1 0,2 2 0,1 6 0,66 163 0,-43-100 101,-18-46-834,14 31 0,-17-46-6093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8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1 24575,'10'1'0,"-8"3"0,-2-3 0,-1-1 0,1 1 0,-1-1 0,1 1 0,-1 0 0,1-1 0,-1 1 0,0-1 0,1 0 0,-1 1 0,1-1 0,-1 1 0,0-1 0,0 0 0,1 0 0,-1 1 0,0-1 0,0 0 0,-21 6 0,1-2 0,-22 3 0,-31 6-1365,62-13-5461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194 118 24575,'-9'-9'0,"-55"-52"0,55 54 0,0 0 0,0 1 0,0 0 0,-1 1 0,-16-8 0,24 13 0,1-1 0,0 0 0,-1 1 0,1-1 0,-1 1 0,1 0 0,-1-1 0,1 1 0,-1 0 0,0 0 0,1 0 0,-1 0 0,1 0 0,-1 1 0,1-1 0,-1 0 0,1 1 0,-1-1 0,1 1 0,-1-1 0,1 1 0,-2 1 0,2-1 0,-1 1 0,1-1 0,0 0 0,0 1 0,0 0 0,0-1 0,0 1 0,1 0 0,-1-1 0,0 1 0,1 0 0,-1 0 0,1-1 0,0 1 0,0 0 0,-1 0 0,2 3 0,-1 21 0,2 0 0,1 0 0,0 0 0,3-1 0,8 30 0,53 120 0,-41-112 0,-8-23 0,11 29 0,-26-62 0,-1 1 0,0 0 0,0 0 0,-1 0 0,0 0 0,-1 14 0,0-21-37,0 1 0,0-1 1,0 0-1,0 0 0,0 0 0,0 0 0,-1 0 0,1 0 0,0 0 0,-1 0 0,1 0 0,-1 0 1,1 0-1,-1 0 0,0 0 0,1-1 0,-1 1 0,0 0 0,1 0 0,-1-1 0,0 1 0,0 0 1,0-1-1,0 1 0,0-1 0,0 1 0,0-1 0,0 1 0,0-1 0,0 0 0,0 1 0,0-1 1,0 0-1,0 0 0,0 0 0,-1 0 0,-6-1-6789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9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31 24575,'-27'-5'0,"-14"-2"0,-2 1 0,1 1 0,5 2 0,7 0 0,5 2 0,6 1 0,0 2 0,1 2 0,1-1 0,4 0-8191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9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11 24575,'0'0'0,"-1"-1"0,0 0 0,0 0 0,1 0 0,-1 0 0,0 1 0,0-1 0,0 0 0,0 1 0,0-1 0,0 1 0,0-1 0,0 1 0,0 0 0,0-1 0,-1 1 0,1 0 0,0 0 0,0 0 0,0 0 0,0 0 0,0 0 0,-1 0 0,-1 0 0,2 1 0,0 0 0,-1 0 0,1-1 0,0 1 0,-1 0 0,1 0 0,0 1 0,0-1 0,0 0 0,0 0 0,0 1 0,0-1 0,0 0 0,1 1 0,-2 1 0,0 3 0,-1 1 0,1-1 0,1 0 0,-1 1 0,1-1 0,0 1 0,0 10 0,2-11 0,-1 0 0,1 0 0,0 0 0,0 0 0,1 0 0,0-1 0,0 1 0,3 5 0,-3-7 0,0-1 0,0 0 0,0 0 0,1 0 0,-1 0 0,1-1 0,-1 1 0,1-1 0,0 1 0,0-1 0,0 0 0,0 0 0,7 3 0,0-1 0,0-1 0,0 0 0,1 0 0,-1-1 0,0 0 0,1-1 0,0 0 0,-1-1 0,13 0 0,-21 0-105,-1-1 0,1 1 0,-1 0 0,1-1 0,-1 1 0,1-1 0,-1 1 0,1-1 0,-1 0 0,0 1 0,1-1 0,1-2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6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31 24575,'1'0'0,"-1"0"0,1 0 0,-1-1 0,1 1 0,-1 0 0,1 0 0,-1-1 0,1 1 0,-1 0 0,0-1 0,1 1 0,-1 0 0,1-1 0,-1 1 0,0-1 0,1 1 0,-1-1 0,0 1 0,0 0 0,1-1 0,-1 1 0,0-1 0,0 1 0,0-1 0,1 0 0,-2 0 0,1 1 0,0-1 0,0 1 0,-1-1 0,1 1 0,0-1 0,-1 1 0,1-1 0,0 1 0,-1-1 0,1 1 0,-1-1 0,1 1 0,-1 0 0,1-1 0,-1 1 0,1 0 0,-1-1 0,-3-1 0,0 1 0,0-1 0,1 1 0,-1 0 0,-6-1 0,3 1 0,1 0 0,0 1 0,-1 0 0,1 0 0,-1 1 0,-11 2 0,16-3 0,0 1 0,1-1 0,-1 1 0,0 0 0,1 0 0,-1 0 0,0 0 0,1 0 0,-1 0 0,1 0 0,-1 0 0,1 1 0,0-1 0,0 1 0,0-1 0,-1 1 0,1-1 0,1 1 0,-1 0 0,0-1 0,0 1 0,1 0 0,-1 0 0,1-1 0,-1 1 0,1 0 0,-1 3 0,0 7 0,1 1 0,0 0 0,1-1 0,0 1 0,4 16 0,2-3 0,13 36 0,42 117 0,-52-149 0,-2 1 0,-2 0 0,0 0 0,-2 1 0,-1 47 0,-3-78 0,1-1 0,-1 1 0,0 0 0,0-1 0,0 1 0,-1 0 0,1 0 0,0-1 0,0 1 0,0 0 0,0-1 0,-1 1 0,1 0 0,0-1 0,-1 1 0,1-1 0,-1 2 0,1-2 0,-1 0 0,1 0 0,0 0 0,-1 0 0,1 0 0,0 0 0,-1 0 0,1 0 0,0 0 0,-1 0 0,1 0 0,0 0 0,-1 0 0,1-1 0,0 1 0,0 0 0,-1 0 0,1 0 0,0 0 0,0-1 0,-1 1 0,1 0 0,0 0 0,0-1 0,0 1 0,-1-1 0,-17-26 0,13 19 0,-47-71-1365,44 67-5461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6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45 24575,'-24'-5'0,"-11"-4"0,-2 0 0,3 1 0,5 2 0,5 2 0,4 1 0,2 2 0,3 1 0,1 0 0,3 3 0,1 1 0,-1-1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06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24575,'-6'0'0,"1"0"0,-1 1 0,1-1 0,-1 1 0,1 1 0,-1-1 0,1 1 0,0-1 0,0 2 0,0-1 0,0 0 0,0 1 0,0 0 0,-8 7 0,10-7 0,0 0 0,0 0 0,1 0 0,-1 1 0,1 0 0,0-1 0,-1 1 0,2 0 0,-1 0 0,0 0 0,1 0 0,0 0 0,0 1 0,0-1 0,0 0 0,1 1 0,0-1 0,0 0 0,0 8 0,0-8 0,1 0 0,-1-1 0,1 1 0,0 0 0,0 0 0,0 0 0,0-1 0,1 1 0,-1 0 0,1-1 0,0 1 0,0-1 0,0 0 0,1 0 0,-1 0 0,1 0 0,-1 0 0,1 0 0,0-1 0,0 1 0,1-1 0,-1 0 0,0 0 0,1 0 0,-1 0 0,1-1 0,0 0 0,-1 1 0,1-1 0,0 0 0,0-1 0,0 1 0,5-1 0,107-2 0,-104 0-1365,-2-2-5461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47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37 24575,'-1'-1'0,"1"-1"0,0 0 0,-1 1 0,0-1 0,1 0 0,-1 1 0,0-1 0,0 1 0,0-1 0,0 1 0,0 0 0,0-1 0,0 1 0,0 0 0,0 0 0,-1 0 0,1 0 0,0 0 0,-1 0 0,1 0 0,-1 0 0,1 0 0,-1 1 0,0-1 0,-1 0 0,1 0 0,-1 0 0,1 1 0,0-1 0,-1 0 0,1 1 0,-1 0 0,1-1 0,-1 1 0,1 0 0,-1 0 0,1 0 0,-1 1 0,1-1 0,-1 1 0,1-1 0,-4 2 0,-3 5 0,1 0 0,0 0 0,0 0 0,1 1 0,-12 16 0,-7 7 0,4-10 0,-37 28 0,0 0 0,46-32-1365,9-8-5461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48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87 24575,'-12'-12'0,"-4"-4"0,-19-16 0,31 29 0,0 0 0,0 0 0,0 1 0,-1-1 0,1 1 0,-1 0 0,1 0 0,-1 0 0,0 1 0,-9-2 0,13 3 0,0 0 0,0 0 0,0 0 0,0 0 0,-1 0 0,1 0 0,0 0 0,0 1 0,0-1 0,0 0 0,0 1 0,0-1 0,0 1 0,0-1 0,0 1 0,0 0 0,0-1 0,1 1 0,-1 0 0,0 0 0,0 0 0,0-1 0,1 1 0,-1 0 0,1 0 0,-1 0 0,1 0 0,-1 0 0,1 0 0,-1 0 0,1 0 0,0 0 0,-1 0 0,1 1 0,0-1 0,0 2 0,-1 5 0,1 0 0,0 0 0,2 17 0,-1-15 0,2 20 0,1 0 0,14 44 0,24 57 0,4 13 0,-39-119-92,-4-18-49,0 1-1,-1 1 1,0-1-1,0 0 1,-1 0-1,0 1 1,-1-1-1,0 13 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48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46 24575,'-30'-7'0,"-12"-3"0,-1 0 0,4 3 0,7 2 0,5 1 0,6 2 0,3 2 0,3 2 0,4 4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0:48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70 24575,'-2'2'0,"0"0"0,1 0 0,0 0 0,-1 0 0,1 0 0,0 1 0,0-1 0,1 1 0,-1-1 0,0 1 0,1-1 0,-1 5 0,-1 33 0,3-29 0,-2-4 0,1-4 0,0 1 0,0 0 0,0 0 0,0 0 0,0 0 0,1-1 0,0 1 0,0 0 0,0 0 0,0-1 0,0 1 0,3 3 0,-7-32 0,-9-15 0,7 26 0,0 0 0,1 0 0,1 0 0,1 0 0,0-1 0,0-24 0,2 38 0,-1 0 0,1 0 0,0 0 0,1 0 0,-1 0 0,0 0 0,0 1 0,0-1 0,0 0 0,1 0 0,-1 0 0,0 0 0,1 0 0,-1 0 0,1 1 0,-1-1 0,1 0 0,-1 0 0,1 1 0,0-1 0,-1 0 0,1 1 0,0-1 0,-1 1 0,1-1 0,0 1 0,0-1 0,0 1 0,0-1 0,-1 1 0,1 0 0,0-1 0,0 1 0,0 0 0,0 0 0,0 0 0,0 0 0,0 0 0,0 0 0,0 0 0,-1 0 0,1 0 0,0 0 0,0 0 0,0 1 0,0-1 0,0 0 0,0 1 0,0 0 0,5 1 0,0 1 0,0 0 0,-1 0 0,1 0 0,9 9 0,-13-11 0,3 4 0,-1-1 0,2 0 0,-1-1 0,0 1 0,12 5 0,-16-9 0,1 1 0,0-1 0,0 0 0,-1 1 0,1-1 0,0 0 0,0 0 0,-1 0 0,1 0 0,0 0 0,0-1 0,0 1 0,-1 0 0,1-1 0,0 1 0,-1-1 0,1 0 0,0 0 0,-1 1 0,1-1 0,-1 0 0,1 0 0,-1 0 0,0-1 0,1 1 0,0-2 0,1 0 0,-1 0 0,1 0 0,-1-1 0,3-5 0,-3 6 0,-1 0 0,1 0 0,0 0 0,0 0 0,4-4 0,-5 7 0,-1 0 0,0-1 0,1 1 0,-1 0 0,1 0 0,-1 0 0,1 0 0,-1 0 0,0 0 0,1 0 0,-1 0 0,1 0 0,-1 0 0,1 0 0,-1 0 0,0 0 0,1 0 0,-1 0 0,1 0 0,-1 0 0,1 1 0,-1-1 0,0 0 0,1 0 0,-1 0 0,0 1 0,1-1 0,-1 0 0,0 1 0,1-1 0,-1 0 0,0 1 0,1-1 0,-1 0 0,0 1 0,0-1 0,0 0 0,1 1 0,-1-1 0,0 1 0,11 20 0,-11-19 0,13 32-86,-3 1 0,9 44 0,-11-44-1021,-6-23-5719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19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360 119 24575,'-12'-16'0,"0"2"0,-2 0 0,1 0 0,-2 1 0,-17-12 0,26 22 0,1 0 0,-1 1 0,0-1 0,0 1 0,0 0 0,-1 0 0,1 1 0,-11-1 0,-54-1 0,52 3 0,11 0 0,0 0 0,1 1 0,-1-1 0,0 2 0,-10 2 0,16-4 0,-1 1 0,1 0 0,0 0 0,0 0 0,0 1 0,-1-1 0,1 1 0,0-1 0,1 1 0,-1-1 0,0 1 0,0 0 0,1 0 0,-1 0 0,1 0 0,-1 0 0,1 0 0,0 1 0,0-1 0,-1 4 0,-1 4 0,0 1 0,1 0 0,1 0 0,0 0 0,0 1 0,1-1 0,0 0 0,1 0 0,3 16 0,5 11 0,17 51 0,-13-51 0,54 147 0,-1-6 0,-53-138 0,-2 1 0,7 59 0,-17-95 0,1 26 0,-2-30 0,0-1 0,0 1 0,0-1 0,0 1 0,0 0 0,-1-1 0,1 1 0,-1-1 0,1 1 0,-1-1 0,1 0 0,-1 1 0,0-1 0,0 0 0,0 1 0,-1 1 0,1-3 0,1 0 0,-1 1 0,1-1 0,-1 0 0,1 0 0,-1 1 0,0-1 0,1 0 0,-1 0 0,1 0 0,-1 0 0,0 0 0,1 0 0,-1 0 0,0 0 0,1 0 0,-1 0 0,1 0 0,-1 0 0,0-1 0,1 1 0,-1 0 0,1 0 0,-1-1 0,0 1 0,1 0 0,-1-1 0,1 1 0,-1 0 0,1-1 0,-1 0 0,-14-16 0,6 3-55,1-1-1,0 0 1,-5-17-1,5 13-1087,1 2-5683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19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31 24575,'-29'-3'0,"-15"-2"0,-2-2 0,1 2 0,7 0 0,6 2 0,7 2 0,5 0 0,4 1 0,1 0 0,2 2 0,0 2 0,0-1 0,0 0 0,1-1-8191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20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50 129 24575,'0'6'0,"-9"63"0,8-62 0,1 0 0,1 0 0,-1 0 0,1 0 0,0 0 0,0 0 0,5 10 0,-6-16 0,0-1 0,0 1 0,0-1 0,0 1 0,0-1 0,0 0 0,1 1 0,-1-1 0,0 1 0,0-1 0,1 1 0,-1-1 0,0 0 0,1 1 0,-1-1 0,0 0 0,1 1 0,-1-1 0,1 0 0,-1 0 0,1 1 0,4-7 0,-1-17 0,-4 13 0,0 1 0,-1-1 0,0 0 0,0 0 0,-1 1 0,-6-16 0,-25-56 0,16 42 0,16 32 0,4 7 0,8 9 0,9 18 0,-5-6 0,1 0 0,33 32 0,-44-48 0,1-1 0,-1 0 0,0 0 0,1 0 0,0 0 0,0-1 0,0 0 0,0 0 0,1-1 0,-1 0 0,1 0 0,0 0 0,-1-1 0,1 0 0,11 0 0,-16-1 0,0 0 0,0-1 0,0 1 0,0-1 0,0 1 0,-1-1 0,1 0 0,0 1 0,0-1 0,-1 0 0,1 0 0,-1 0 0,1-1 0,-1 1 0,1 0 0,-1-1 0,1 1 0,-1 0 0,0-1 0,0 0 0,0 1 0,0-1 0,0 0 0,0 1 0,-1-1 0,2-2 0,1-6 0,0 1 0,-1-1 0,2-17 0,-3 20 0,1-11 0,-1-22 0,-2 24 0,4-27 0,-1 40 0,2 6 0,1 8 0,-3-5 0,17 43 0,49 91 0,-38-92 42,16 28-1449,-40-65-5419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23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25 24575,'1'-1'0,"6"-18"0,-8 14 0,-9 8 0,-1 4 0,0 0 0,-15 14 0,17-13 0,-1 0 0,0-1 0,-16 9 0,-40 23 0,22-11 0,-9 4 0,-38 21 0,77-47 0,0-1 0,1 0 0,-2-1 0,-16 3 0,30-7 0,0 0 0,0 0 0,0 0 0,0 0 0,0 0 0,0 1 0,1-1 0,-1 0 0,0 0 0,0 1 0,0-1 0,1 1 0,-1-1 0,0 1 0,0-1 0,1 1 0,-1-1 0,-1 2 0,2-1 0,0-1 0,1 0 0,-1 1 0,0-1 0,0 1 0,0-1 0,1 1 0,-1-1 0,0 0 0,1 1 0,-1-1 0,0 0 0,0 1 0,1-1 0,-1 0 0,1 1 0,-1-1 0,0 0 0,1 0 0,-1 1 0,1-1 0,-1 0 0,1 0 0,37 13 0,-36-13 0,38 11 0,319 75 0,-353-85-119,19 3 372,-23-4-360,-1 0 0,1 0-1,-1 0 1,0 0 0,1-1 0,-1 1 0,1 0 0,-1 0 0,0-1 0,1 1 0,-1-1 0,0 1 0,3-2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24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262 129 24575,'-13'-11'0,"-19"-18"0,-72-49 0,102 77 0,0 0 0,0-1 0,0 1 0,0 0 0,0 0 0,-1 0 0,1 1 0,0-1 0,0 0 0,-1 1 0,1 0 0,0-1 0,-1 1 0,1 0 0,-1 0 0,1 0 0,-4 1 0,2 1 0,1-1 0,0 1 0,0-1 0,0 1 0,1 0 0,-1 0 0,0 1 0,1-1 0,-1 0 0,1 1 0,-3 4 0,1-4 0,1 1 0,0 0 0,0 0 0,1 1 0,-1-1 0,1 1 0,0-1 0,0 1 0,0 0 0,0-1 0,1 1 0,0 0 0,0 0 0,1 0 0,-1 0 0,1 7 0,0 8 0,0 0 0,2 0 0,0 0 0,2 0 0,0 0 0,1-1 0,10 26 0,133 313 0,-127-306 0,-2 1 0,17 82 0,-35-131 0,0 1 0,0 0 0,-1-1 0,0 1 0,-1 7 0,1-11 0,0 0 0,0 0 0,0-1 0,0 1 0,0 0 0,-1-1 0,1 1 0,0-1 0,-1 1 0,1 0 0,0-1 0,-1 1 0,1-1 0,-1 1 0,1-1 0,-1 1 0,1-1 0,-1 1 0,0 0 0,1-1 0,-1 0 0,0 0 0,0 0 0,0 0 0,1 0 0,-1 0 0,0 0 0,0 0 0,0 0 0,0 0 0,1 0 0,-1 0 0,0 0 0,0-1 0,1 1 0,-1 0 0,0-1 0,0 1 0,1-1 0,-1 1 0,0-1 0,-8-6-1365,0-1-5461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25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76 24575,'-30'-10'0,"-11"-6"0,-5 1 0,4 1 0,6 5 0,7 3 0,6 2 0,4 3 0,4 0 0,1 2 0,0-1 0,1 1 0,0 0 0,-1-1 0,1 0 0,1 1-8191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25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9 24575,'-6'-2'0,"1"0"0,-1 1 0,0 0 0,1 0 0,-1 0 0,0 1 0,0 0 0,0 0 0,0 0 0,0 1 0,1 0 0,-9 2 0,11-2 0,1 0 0,-1 0 0,0 1 0,0-1 0,1 1 0,-1-1 0,1 1 0,0 0 0,-1 0 0,1 0 0,0 0 0,0 1 0,0-1 0,0 1 0,1-1 0,-1 1 0,1-1 0,-1 1 0,1 0 0,0 0 0,0-1 0,0 1 0,1 0 0,-1 0 0,0 5 0,-1 7 0,2 0 0,0 21 0,0-31 0,1 0 0,-1-1 0,1 1 0,0 0 0,1-1 0,-1 1 0,1-1 0,0 0 0,0 1 0,0-1 0,5 6 0,-4-6 0,0-2 0,0 1 0,0 0 0,1-1 0,0 1 0,-1-1 0,1 0 0,0 0 0,0-1 0,0 1 0,5 0 0,8 3 0,23 2 0,-32-6 0,26 3-168,64-3-1,-71-1-859,-14 0-5798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2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24575,'1'12'0,"0"0"0,1 0 0,1 1 0,0-1 0,1-1 0,10 23 0,-2-3 0,37 94 0,-15-42 0,24 92 0,-57-173-40,5 22-401,0-1-1,3 40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2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24575,'3'0'0,"1"1"0,0 0 0,0-1 0,-1 1 0,1 0 0,-1 0 0,1 1 0,-1-1 0,1 1 0,3 2 0,32 24 0,-23-14 0,62 36 0,-36-25 0,-48-29 0,-9-7 0,-17-9 0,-28-15 0,36 20 0,-42-19 0,65 33 0,0 1 0,0-1 0,0 1 0,0-1 0,0 1 0,-1 0 0,1-1 0,0 1 0,0 0 0,0 0 0,-1 0 0,1 0 0,0 0 0,0 0 0,0 0 0,-1 0 0,1 0 0,0 1 0,0-1 0,0 0 0,-1 1 0,1-1 0,0 1 0,0 0 0,0-1 0,0 1 0,0 0 0,0-1 0,0 1 0,0 0 0,0 0 0,1 0 0,-1 0 0,0 0 0,0 0 0,1 0 0,-1 0 0,1 0 0,-1 0 0,1 0 0,-1 0 0,1 1 0,0-1 0,-1 2 0,0 6 0,-1 0 0,1 1 0,1-1 0,1 16 0,-1-20 0,0 5-105,1 1 185,-1 0-1,-1 13 0,0-21-215,1 1 0,-1-1 0,0 0-1,0 1 1,0-1 0,-1 0 0,1 1 0,-1-1-1,0 0 1,-4 5 0,-2 1-6690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4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247 216 24575,'-25'-37'0,"-2"2"0,-2 1 0,-33-30 0,51 51 0,7 9 0,1 0 0,-1 0 0,0 1 0,0-1 0,-1 1 0,-5-4 0,9 6 0,0 1 0,-1-1 0,1 1 0,0 0 0,0-1 0,0 1 0,0 0 0,-1 0 0,1 0 0,0 0 0,0 0 0,-1 0 0,1 0 0,0 1 0,0-1 0,0 0 0,0 1 0,-1-1 0,1 0 0,0 1 0,0 0 0,0-1 0,0 1 0,0 0 0,0-1 0,0 1 0,0 0 0,1 0 0,-1 0 0,0 0 0,0 0 0,1 0 0,-2 2 0,-1 2 0,0 0 0,0 0 0,1 0 0,0 1 0,0-1 0,0 1 0,1-1 0,0 1 0,0 0 0,0-1 0,0 1 0,1 0 0,1 11 0,2 6 0,0 0 0,8 25 0,-6-29 0,107 347 0,-53-190 0,-39-102 0,-26-96-1365,4 10-5461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4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29 24575,'-29'-5'0,"-13"-1"0,-1 0 0,4 0 0,7 3 0,5 1 0,8 3 0,5 2 0,4 2 0,2 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5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2 24575,'-11'-1'0,"0"0"0,0 1 0,1 0 0,-1 1 0,0 0 0,0 0 0,1 1 0,-19 6 0,26-7 0,0 0 0,1 1 0,-1-1 0,0 0 0,0 1 0,1-1 0,-1 1 0,1 0 0,0 0 0,-1 0 0,1 0 0,0 1 0,0-1 0,0 0 0,1 1 0,-1-1 0,1 1 0,-1 0 0,1 0 0,0-1 0,0 1 0,0 0 0,0 0 0,0 0 0,1 0 0,-1 0 0,1 0 0,0 0 0,0 0 0,0 0 0,0 0 0,1 0 0,-1 0 0,1 0 0,1 3 0,-1 0 0,1-1 0,0 0 0,0 1 0,1-1 0,0 0 0,0 0 0,0-1 0,0 1 0,1 0 0,-1-1 0,8 6 0,3 2 0,1-1 0,20 12 0,1 1 0,-35-24 0,0 1 0,0-1 0,0 1 0,-1-1 0,1 1 0,0 0 0,-1-1 0,1 1 0,0 0 0,-1-1 0,1 1 0,-1 0 0,1 0 0,-1 0 0,1 0 0,-1-1 0,0 1 0,1 0 0,-1 0 0,0 1 0,0-1 0,0-1 0,0 1 0,-1 0 0,1-1 0,0 1 0,0 0 0,-1-1 0,1 1 0,0-1 0,-1 1 0,1 0 0,-1-1 0,1 1 0,-1-1 0,1 0 0,-1 1 0,1-1 0,-1 1 0,1-1 0,-2 1 0,-2 1 0,-1 0 0,1-1 0,0 1 0,-1-1 0,1 0 0,-9 1 0,-37-2 79,35 0-560,-1 0-1,-17 3 1,18 0-6345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5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7 24575,'0'-1'0,"0"1"0,0 0 0,0 0 0,0-1 0,0 1 0,0 0 0,0 0 0,0-1 0,0 1 0,0 0 0,-1 0 0,1-1 0,0 1 0,0 0 0,0 0 0,0 0 0,0-1 0,-1 1 0,1 0 0,0 0 0,0 0 0,-1 0 0,1-1 0,0 1 0,0 0 0,0 0 0,-1 0 0,1 0 0,0 0 0,0 0 0,-1 0 0,-12 0 0,-10 5 0,23-5 0,-20 5 0,0 0 0,0-2 0,-40 2 0,24-5 0,-49-5 0,-6-6-1365,75 10-5461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6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48 24575,'-9'-7'0,"0"1"0,-1 0 0,0 0 0,0 1 0,0 1 0,-17-6 0,22 9 0,1 0 0,-1 0 0,0 1 0,0 0 0,0-1 0,0 2 0,0-1 0,0 1 0,0-1 0,0 1 0,1 1 0,-1-1 0,0 1 0,1-1 0,-1 1 0,1 1 0,-6 2 0,3 0 0,0-1 0,1 1 0,-1 1 0,1-1 0,-10 12 0,13-14 0,1 1 0,0-1 0,-1 1 0,1 0 0,1 0 0,-1 0 0,1 0 0,-1 0 0,1 0 0,0 0 0,0 0 0,1 0 0,-1 5 0,1 8 0,2 0 0,-1 0 0,2-1 0,0 1 0,10 29 0,38 79 0,-39-98 0,86 172 0,-29-62 0,-48-101-1365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6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86 24575,'-27'-12'0,"-14"-7"0,-2 0 0,3 4 0,7 3 0,6 5 0,5 5 0,4 4 0,2 1 0,5 2 0,1 3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37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51 134 24575,'22'73'0,"-19"-64"0,1-1 0,0 1 0,1-1 0,-1 0 0,12 15 0,-15-22 0,0 0 0,0 0 0,-1-1 0,1 1 0,0 0 0,0 0 0,0-1 0,0 1 0,0 0 0,0-1 0,0 1 0,0-1 0,1 1 0,-2-1 0,1 0 0,-1 0 0,0 0 0,1 0 0,-1 0 0,0 0 0,0 0 0,1 0 0,-1 0 0,0-1 0,0 1 0,1 0 0,-1 0 0,0 0 0,0 0 0,1 0 0,-1-1 0,0 1 0,0 0 0,0 0 0,1 0 0,-1-1 0,0 1 0,0 0 0,0 0 0,0-1 0,0 1 0,1 0 0,-1 0 0,0-1 0,0 0 0,0-1 0,1 0 0,-1-1 0,0 1 0,0-1 0,0 1 0,0-1 0,-1 1 0,1-1 0,-1 1 0,0-4 0,-10-21 0,-1 1 0,0 0 0,-18-24 0,10 16 0,7 13 0,8 14 0,1 0 0,-1 0 0,2 0 0,-1 0 0,-4-16 0,8 23 0,0 0 0,0 1 0,0-1 0,0 0 0,0 0 0,1 0 0,-1 0 0,0 0 0,0 0 0,0 0 0,0 0 0,0 0 0,1 0 0,-1 0 0,0 0 0,0 0 0,0 0 0,0 0 0,0 0 0,1 0 0,-1 0 0,0 0 0,0 0 0,0 0 0,0 0 0,0 0 0,1 0 0,-1 0 0,0 0 0,0 0 0,0 0 0,0 0 0,0 0 0,1 0 0,-1 0 0,0-1 0,0 1 0,0 0 0,0 0 0,0 0 0,0 0 0,0 0 0,0 0 0,0-1 0,0 1 0,1 0 0,-1 0 0,0 0 0,0 0 0,0 0 0,0-1 0,0 1 0,0 0 0,0 0 0,0 0 0,0 0 0,0 0 0,0-1 0,0 1 0,0 0 0,0 0 0,13 11 0,-11-8 0,100 82 0,-82-71 0,0-1 0,0 0 0,36 14 0,-54-26 0,1 0 0,0 0 0,-1 0 0,1 0 0,0 0 0,0-1 0,0 1 0,0-1 0,0 0 0,-1 0 0,1 0 0,0 0 0,0-1 0,0 1 0,3-2 0,-4 1 0,0 0 0,0 0 0,0 0 0,0 0 0,0-1 0,0 1 0,-1-1 0,1 0 0,-1 1 0,1-1 0,-1 0 0,1 0 0,-1 0 0,0 0 0,0 0 0,0 0 0,0-1 0,1-3 0,1-3 0,-1 0 0,-1 0 0,1 0 0,-1 0 0,-1 0 0,0 0 0,0-1 0,-1 1 0,0 0 0,0 0 0,-6-17 0,20 58 24,1-1 0,1 0 0,1-1 0,21 27 0,0-7-767,57 62 1,-81-99-6084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44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29 24575,'38'-13'0,"-30"11"0,0-1 0,0 1 0,11-7 0,-50 26 0,-61 28 0,17-9 0,-62 43 0,126-74 0,0-1 0,0 0 0,0 0 0,0-1 0,-1-1 0,-22 2 0,51-3 0,0 0 0,0 2 0,-1 0 0,31 9 0,3 1 0,45 4 0,100 5 0,-173-19-12,-17-2-181,0 0-1,0 0 1,0-1 0,0 1 0,0-1-1,8-1 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47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247 160 24575,'1'-1'0,"0"1"0,-1 0 0,1 0 0,0-1 0,-1 1 0,1 0 0,-1-1 0,1 1 0,-1-1 0,1 1 0,-1-1 0,1 1 0,-1-1 0,1 1 0,-1-1 0,0 1 0,1-1 0,-1 0 0,0 1 0,1-1 0,-1 1 0,0-1 0,0 0 0,0 1 0,1-1 0,-1 0 0,0-1 0,2-21 0,-1 20 0,-1-1 0,-1 0 0,1 0 0,-1 0 0,1 0 0,-1 0 0,0 0 0,0 0 0,-1 0 0,1 0 0,-1 1 0,0-1 0,0 0 0,0 1 0,-1 0 0,1-1 0,-1 1 0,0 0 0,1 0 0,-1 1 0,-1-1 0,1 1 0,-6-5 0,0 3 0,1-1 0,0 1 0,-1 0 0,0 0 0,0 1 0,0 1 0,0 0 0,-19-3 0,24 5 0,0 0 0,0 0 0,0 0 0,0 0 0,0 1 0,0-1 0,0 1 0,1 0 0,-1 0 0,0 0 0,1 1 0,-1 0 0,0-1 0,1 1 0,0 0 0,-1 1 0,1-1 0,0 1 0,0-1 0,1 1 0,-1 0 0,0 0 0,1 0 0,0 0 0,0 0 0,-3 5 0,1 1 0,0 0 0,1 1 0,0-1 0,0 1 0,1-1 0,0 1 0,1 0 0,0 0 0,1 13 0,1 8 0,2 0 0,2 0 0,1 0 0,1-1 0,14 39 0,70 141 0,-39-111 0,-26-52 0,34 83 0,-53-105 0,-7-24 0,0-1 0,0 0 0,0 0 0,0 1 0,0-1 0,0 0 0,0 0 0,0 1 0,0-1 0,0 0 0,0 1 0,0-1 0,0 0 0,0 0 0,-1 1 0,1-1 0,0 0 0,0 0 0,0 1 0,0-1 0,0 0 0,-1 0 0,1 1 0,0-1 0,0 0 0,0 0 0,-1 0 0,1 1 0,-1-1 0,1-1 0,-1 1 0,0 0 0,0 0 0,1 0 0,-1 0 0,0-1 0,1 1 0,-1 0 0,0-1 0,1 1 0,-1-1 0,1 1 0,-1 0 0,1-1 0,-1 1 0,0-2 0,-6-4-273,1-1 0,0 0 0,0-1 0,-9-15 0,6 9-6553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47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362 104 24575,'-29'-12'0,"-15"-4"0,-3-2 0,3 2 0,5 4 0,6 1 0,4 3 0,6 3 0,4 2 0,3 1 0,2 2 0,0 2 0,3 5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55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45 24575,'-16'-11'0,"8"5"0,-1 0 0,0 1 0,-10-5 0,16 9 0,-1-1 0,1 1 0,-1 0 0,1 1 0,-1-1 0,1 1 0,-1-1 0,1 1 0,-1 0 0,0 0 0,1 1 0,-7 0 0,-8 5 0,1 1 0,0 0 0,0 1 0,-24 16 0,32-19 0,7-4 0,1 0 0,-1 0 0,1 0 0,-1 1 0,0-1 0,1 0 0,0 0 0,-1 1 0,1-1 0,0 1 0,0-1 0,0 1 0,0 0 0,0 0 0,-1 2 0,2-3 0,-1 0 0,1 1 0,0-1 0,0 0 0,0 1 0,1-1 0,-1 0 0,0 1 0,0-1 0,1 0 0,-1 1 0,1-1 0,-1 0 0,1 0 0,0 0 0,-1 1 0,1-1 0,0 0 0,0 0 0,0 0 0,-1 0 0,1 0 0,2 1 0,11 9 0,0 0 0,1-1 0,0 0 0,24 10 0,20 13 0,-54-29 0,0-1 0,0 1 0,0 0 0,-1 0 0,5 5 0,-8-8 0,-1-1 0,1 1 0,-1 0 0,1-1 0,-1 1 0,1 0 0,-1-1 0,0 1 0,1 0 0,-1 0 0,0-1 0,1 1 0,-1 0 0,0 0 0,0 0 0,0 0 0,0-1 0,0 1 0,0 0 0,0 0 0,0 0 0,0 0 0,0-1 0,0 1 0,0 0 0,-1 0 0,1 0 0,0 0 0,-1-1 0,1 1 0,0 0 0,-1-1 0,1 1 0,-1 0 0,1-1 0,-1 1 0,0 0 0,1-1 0,-1 1 0,1-1 0,-1 1 0,0-1 0,0 1 0,1-1 0,-1 0 0,0 1 0,-1-1 0,-9 4 0,0 0 0,0-1 0,-1 0 0,0-1 0,-17 0 0,-23 1-1365,37-3-5461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56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0 24575,'5'2'0,"-2"-2"0,-1 1 0,1-1 0,-1 1 0,1 0 0,-1 0 0,4 2 0,-6-3 0,0 0 0,0 1 0,0-1 0,0 0 0,0 0 0,0 0 0,0 0 0,0 0 0,0 0 0,0 1 0,0-1 0,0 0 0,0 0 0,0 0 0,0 0 0,0 0 0,0 0 0,0 1 0,0-1 0,0 0 0,0 0 0,0 0 0,0 0 0,0 0 0,0 0 0,-1 0 0,1 0 0,0 1 0,0-1 0,0 0 0,0 0 0,0 0 0,0 0 0,0 0 0,0 0 0,-1 0 0,1 0 0,0 0 0,0 0 0,0 0 0,0 0 0,0 0 0,0 0 0,-1 0 0,1 0 0,0 0 0,0 0 0,0 0 0,0 0 0,0 0 0,0 0 0,-1 0 0,1 0 0,0 0 0,0 0 0,-12 2 0,11-2 0,-64 8 0,-89-1 0,140-7-34,-1 2-1,-18 3 0,14-2-1226,7-1-5565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57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278 111 24575,'-14'-16'0,"3"2"0,-1 0 0,-1 1 0,0 0 0,-22-16 0,32 27 0,1 1 0,-1-1 0,0 1 0,1 0 0,-1 0 0,0 0 0,0 1 0,0-1 0,0 1 0,1-1 0,-1 1 0,0 0 0,-6 0 0,0 2 0,0 0 0,1 0 0,-11 4 0,11-3 0,-1-1 0,0 1 0,-9 0 0,15-3 0,1 0 0,-1 1 0,1-1 0,-1 1 0,1-1 0,0 1 0,-1 0 0,1 0 0,0 0 0,-1 0 0,-3 3 0,5-3 0,0 0 0,0 1 0,-1-1 0,1 1 0,0 0 0,1-1 0,-1 1 0,0 0 0,0-1 0,1 1 0,-1 0 0,1 0 0,-1 0 0,1-1 0,0 1 0,0 4 0,0 12 0,0 1 0,2-1 0,0 0 0,1 0 0,5 19 0,34 89 0,-13-43 0,71 306 0,-98-379 0,0 3 0,-1-23 0,-2-47-1365,1 44-5461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57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16 24575,'-30'0'0,"-14"0"0,-2 0 0,2 0 0,3 0 0,4 0 0,5-3 0,7 0 0,1 0 0,4 0 0,2 2 0,1-1 0,2 2 0,1 0 0,2 0-8191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1:58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131 176 24575,'-3'6'0,"0"1"0,1-1 0,0 1 0,0 0 0,1 0 0,0 0 0,0 0 0,1 0 0,-1 0 0,2 0 0,-1 0 0,2 8 0,1-9 0,0-6 0,-3-1 0,1 1 0,-1-1 0,0 0 0,1 1 0,-1-1 0,0 1 0,0-1 0,0 0 0,0 0 0,0 1 0,1-1 0,-1 0 0,0 1 0,-1-1 0,1-1 0,-2-8 0,0 0 0,-1 0 0,0 0 0,-1 0 0,-8-16 0,-31-46 0,25 44 0,11 16 0,3 7 0,0-1 0,0 0 0,1 0 0,0 0 0,0 0 0,0-1 0,1 0 0,0 1 0,-2-12 0,4 18 0,0 0 0,0 0 0,0-1 0,0 1 0,0 0 0,0 0 0,0 0 0,0-1 0,1 1 0,-1 0 0,0 0 0,0-1 0,0 1 0,0 0 0,0 0 0,0 0 0,0 0 0,1-1 0,-1 1 0,0 0 0,0 0 0,0 0 0,0 0 0,1 0 0,-1-1 0,0 1 0,0 0 0,0 0 0,1 0 0,-1 0 0,0 0 0,0 0 0,1 0 0,-1 0 0,0 0 0,0 0 0,0 0 0,1 0 0,-1 0 0,0 0 0,0 0 0,1 0 0,-1 0 0,0 0 0,0 0 0,0 0 0,1 0 0,-1 0 0,0 0 0,0 1 0,0-1 0,1 0 0,-1 0 0,0 0 0,16 9 0,-13-7 0,61 38 0,31 17 0,-82-50 0,1-1 0,-1-1 0,1 0 0,0 0 0,21 3 0,-32-8 0,-1 0 0,0 1 0,1-1 0,-1 0 0,0 0 0,1 0 0,-1 0 0,0-1 0,0 1 0,1-1 0,-1 1 0,0-1 0,0 0 0,1 0 0,-1 0 0,0 0 0,0 0 0,0 0 0,0-1 0,-1 1 0,1-1 0,0 1 0,-1-1 0,1 0 0,2-2 0,-2-1 0,1 0 0,-1 1 0,0-1 0,-1 0 0,1 0 0,-1 0 0,0 0 0,0 0 0,-1 0 0,1-9 0,-1 11 0,0 1 0,0-1 0,1 0 0,-1 1 0,1-1 0,1-3 0,-2 6 0,0 0 0,0 0 0,0 0 0,0-1 0,0 1 0,0 0 0,0 0 0,0 0 0,0 0 0,0 0 0,0-1 0,1 1 0,-1 0 0,0 0 0,0 0 0,0 0 0,0 0 0,0 0 0,0 0 0,1 0 0,-1 0 0,0 0 0,0-1 0,0 1 0,0 0 0,0 0 0,1 0 0,-1 0 0,0 0 0,0 0 0,0 0 0,0 0 0,1 0 0,-1 0 0,0 0 0,0 0 0,0 0 0,0 1 0,8 9 0,14 36 0,36 66 0,-48-95 0,0-1 0,2 0 0,0 0 0,20 18 0,-9-11-1365,-14-13-5461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16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205 163 24575,'30'-14'0,"-19"9"0,-1 1 0,1-1 0,-1-1 0,0 0 0,0-1 0,-1 0 0,10-9 0,-19 16 0,1 0 0,0-1 0,-1 1 0,1-1 0,-1 0 0,1 1 0,-1-1 0,1 1 0,-1-1 0,1 0 0,-1 0 0,0 1 0,1-1 0,-1 0 0,0 1 0,0-1 0,0 0 0,1 0 0,-1 1 0,0-1 0,0 0 0,0 0 0,0 0 0,0 1 0,0-1 0,-1 0 0,1 0 0,0 1 0,0-1 0,0 0 0,-1 0 0,1 1 0,0-1 0,-1 0 0,1 1 0,-1-1 0,1 0 0,-1 1 0,1-1 0,-1 1 0,1-1 0,-1 1 0,0-1 0,1 1 0,-1-1 0,-1 0 0,-4-2 0,0 0 0,0 1 0,0 0 0,-12-3 0,6 2 0,-86-32 0,81 32 0,1 0 0,-1 1 0,0 1 0,-1 1 0,1 1 0,-19 2 0,34-3 0,1 0 0,-1 1 0,1-1 0,0 0 0,-1 1 0,1-1 0,0 1 0,-1-1 0,1 1 0,0-1 0,0 1 0,-1 0 0,1 0 0,0 0 0,0 0 0,0 0 0,0 0 0,0 0 0,0 0 0,0 0 0,1 0 0,-1 0 0,0 1 0,1-1 0,-1 0 0,0 0 0,1 1 0,0-1 0,-1 1 0,1-1 0,0 0 0,0 1 0,0 2 0,0 4 0,0 1 0,1-1 0,0 1 0,4 13 0,-2-9 0,11 50 0,40 112 0,40 53 0,-77-189 0,-5-11 0,6 11 0,21 72 0,-35-79-1365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16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38 24575,'-35'-14'0,"22"9"0,0 0 0,0 0 0,-18-2 0,27 6 0,0 0 0,0 1 0,0 0 0,0 0 0,0 0 0,0 1 0,0-1 0,0 1 0,0 0 0,0 0 0,0 0 0,0 1 0,0-1 0,1 1 0,-6 3 0,3-1-65,0-1 0,1 0 0,-1-1 0,-1 1 0,1-1 0,0 0 0,-1 0 0,1-1 0,-1 0 0,1 0 0,-1-1 0,1 1 0,-1-1 0,0-1 0,1 1 0,-1-1 0,1-1 0,-1 1 0,1-1 0,-12-4 0,6 0-6761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0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1 24575,'-26'0'0,"1"-1"0,-39 5 0,56-3 0,-1 1 0,2 0 0,-1 0 0,0 0 0,0 1 0,1 0 0,-1 1 0,-12 8 0,18-11 0,1 0 0,0-1 0,0 1 0,-1 0 0,1 0 0,0 1 0,0-1 0,0 0 0,0 0 0,0 0 0,1 1 0,-1-1 0,0 0 0,1 1 0,-1-1 0,1 1 0,-1-1 0,1 1 0,-1-1 0,1 1 0,0 1 0,0 0 0,0-1 0,1 0 0,-1 0 0,1 1 0,0-1 0,0 0 0,0 0 0,0 0 0,0 0 0,0 0 0,0 0 0,3 3 0,3 2 0,0 0 0,1 0 0,-1-1 0,1 0 0,13 7 0,3 0 0,-15-9 0,0 1 0,0 0 0,0 1 0,-1-1 0,0 2 0,0-1 0,0 1 0,7 9 0,-14-15 0,0 0 0,0 1 0,0-1 0,-1 0 0,1 0 0,0 1 0,0-1 0,-1 1 0,1-1 0,-1 1 0,0-1 0,1 1 0,-1-1 0,0 1 0,0-1 0,0 1 0,0-1 0,0 1 0,0 0 0,0-1 0,0 1 0,-1-1 0,1 1 0,-1-1 0,1 1 0,-1-1 0,1 0 0,-1 1 0,0-1 0,0 0 0,0 1 0,0-1 0,0 0 0,0 0 0,0 0 0,0 0 0,0 0 0,0 0 0,-1 0 0,1 0 0,-2 1 0,-2 1 0,-1-1 0,0 1 0,1-1 0,-1 0 0,0 0 0,0-1 0,0 1 0,0-1 0,-7 0 0,-76-2-1365,77 1-5461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1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16 24575,'0'-1'0,"0"0"0,0 0 0,-1 0 0,1 0 0,0 0 0,-1 0 0,1 0 0,-1 0 0,1 0 0,-1 0 0,0 0 0,1 1 0,-1-1 0,-1-1 0,1 2 0,1 0 0,-1 1 0,1-1 0,0 1 0,-1-1 0,1 1 0,-1-1 0,1 1 0,0-1 0,-1 1 0,1-1 0,0 1 0,-1 0 0,1-1 0,0 1 0,0-1 0,0 1 0,0 0 0,0-1 0,0 1 0,-1 0 0,2 0 0,-16 72 0,14-67 0,0 0 0,-1 0 0,0 0 0,0 0 0,0 0 0,-1-1 0,0 1 0,0-1 0,0 1 0,-1-1 0,-6 8 0,-3-1 0,0 0 0,-25 18 0,23-19 0,0 1 0,1 0 0,1 1 0,0 1 0,1 0 0,0 0 0,-14 25 0,1 4 0,-22 55 0,35-71 0,-2-1 0,0-1 0,-32 41 0,38-57-1365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2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47 24575,'-1'0'0,"1"-1"0,0 1 0,0-1 0,-1 0 0,1 1 0,0-1 0,0 0 0,0 1 0,0-1 0,0 0 0,0 1 0,0-1 0,0 0 0,0 1 0,0-1 0,0 0 0,0 1 0,0-1 0,1 0 0,-1 1 0,0-1 0,0 1 0,1-1 0,-1 0 0,0 1 0,1-1 0,0 0 0,1-1 0,-1 1 0,1 0 0,0-1 0,0 1 0,0 0 0,0 0 0,0 0 0,4-1 0,4-1 0,0 0 0,17-2 0,24 0 0,-45 5 0,0 0 0,0 0 0,0 0 0,0 1 0,0 0 0,8 3 0,-11-3 0,0 1 0,0-1 0,-1 1 0,1 0 0,-1 0 0,0 0 0,1 0 0,-1 0 0,0 0 0,0 1 0,0-1 0,-1 1 0,1 0 0,-1-1 0,1 1 0,1 4 0,2 7 0,-1-1 0,4 18 0,-7-26 0,0 0 0,0 0 0,0 0 0,0 1 0,-1-1 0,0 0 0,0 0 0,0 1 0,-1-1 0,0 0 0,0 0 0,0 1 0,0-1 0,-1 0 0,0 0 0,0-1 0,0 1 0,-1 0 0,1-1 0,-1 1 0,0-1 0,-1 0 0,1 0 0,-1 0 0,-4 4 0,-62 48 0,44-36 0,25-20 0,0 1 0,0 0 0,0-1 0,0 1 0,0 0 0,0 0 0,1 0 0,-1 0 0,0-1 0,0 1 0,1 0 0,-1 1 0,1-1 0,-1 0 0,1 0 0,-1 0 0,1 0 0,0 0 0,-1 0 0,1 3 0,0-4 0,0 0 0,0 1 0,0-1 0,1 0 0,-1 1 0,0-1 0,0 0 0,0 1 0,0-1 0,1 0 0,-1 1 0,0-1 0,0 0 0,1 0 0,-1 1 0,0-1 0,1 0 0,-1 0 0,0 0 0,1 1 0,-1-1 0,0 0 0,1 0 0,-1 0 0,17 0 0,14-7 0,1 2 0,53-2 0,70 8-1365,-141-1-5461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6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16 24575,'12'-1'0,"-8"1"0,0-1 0,0 1 0,-1-1 0,1 0 0,0 0 0,-1 0 0,1 0 0,4-3 0,-33 1 0,-6 2 0,-100 2 0,116 0 0,1 1 0,-1 0 0,1 1 0,0 1 0,0 0 0,-25 12 0,37-15 0,-1 1 0,0-1 0,1 1 0,-1 0 0,1 0 0,-1 0 0,1 0 0,0 0 0,0 1 0,0-1 0,0 1 0,0-1 0,-1 4 0,3-5 0,-1 1 0,0-1 0,1 1 0,0 0 0,-1-1 0,1 1 0,0 0 0,0-1 0,0 1 0,0 0 0,0-1 0,0 1 0,0 0 0,1-1 0,-1 1 0,1 0 0,-1-1 0,1 1 0,0-1 0,-1 1 0,1-1 0,0 1 0,0-1 0,0 0 0,1 2 0,14 13 0,1 0 0,0-2 0,1 0 0,33 20 0,-29-20 0,2 1 0,-16-12 0,-1 1 0,-1 1 0,1-1 0,0 1 0,8 9 0,-15-14 0,1 0 0,-1 1 0,1-1 0,-1 1 0,1 0 0,-1-1 0,0 1 0,1-1 0,-1 1 0,0-1 0,1 1 0,-1 0 0,0-1 0,0 1 0,0 0 0,0-1 0,1 1 0,-1 0 0,0-1 0,0 1 0,0 0 0,0-1 0,-1 2 0,1-1 0,-1-1 0,1 1 0,0 0 0,-1-1 0,1 1 0,-1-1 0,0 1 0,1-1 0,-1 0 0,1 1 0,-1-1 0,0 1 0,1-1 0,-1 0 0,0 0 0,1 1 0,-2-1 0,-5 1 0,1 0 0,-1 0 0,-11-1 0,15 0 0,-13 1-99,-82-3 331,84 1-532,1-1 1,-1-1-1,0 1 0,-25-10 1,30 8-6527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6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93 24575,'-32'-18'0,"-6"-3"0,-63-26 0,97 45 0,0 1 0,1 0 0,-1 0 0,0 1 0,0-1 0,0 1 0,0-1 0,-7 2 0,10-1 0,0 0 0,0 0 0,0 1 0,0-1 0,0 0 0,0 1 0,0-1 0,0 1 0,0-1 0,0 1 0,1-1 0,-1 1 0,0 0 0,0-1 0,0 1 0,1 0 0,-1 0 0,0-1 0,1 1 0,-1 0 0,1 0 0,-1 0 0,1 0 0,-1 0 0,1 0 0,0 0 0,-1 0 0,1 0 0,0 0 0,0 0 0,0 0 0,0 0 0,0 0 0,0 0 0,0 0 0,0 0 0,1 1 0,0 7 0,1 0 0,0-1 0,1 0 0,0 1 0,0-1 0,0 0 0,1-1 0,1 1 0,-1-1 0,1 0 0,1 0 0,8 9 0,4 4 0,2-2 0,37 28 0,-45-37 0,1-1 0,0 0 0,17 6 0,-23-10 0,0-1 0,1-1 0,-1 0 0,1 0 0,0 0 0,0-1 0,14 0 0,-20 0 0,-1-1 0,1-1 0,0 1 0,0 0 0,-1 0 0,1-1 0,0 1 0,0-1 0,-1 1 0,1-1 0,0 0 0,-1 1 0,1-1 0,-1 0 0,1 0 0,-1 0 0,0 0 0,1-1 0,-1 1 0,0 0 0,0-1 0,0 1 0,0 0 0,0-1 0,0 1 0,0-1 0,0 0 0,0 1 0,-1-1 0,1 0 0,-1 1 0,1-1 0,-1 0 0,0 0 0,0 1 0,0-1 0,0 0 0,0-2 0,0-3 0,-1 0 0,0 1 0,0-1 0,-1 1 0,0-1 0,0 1 0,0 0 0,-1-1 0,-3-5 0,4 8 0,1 2 0,0 1 0,1-1 0,-1 0 0,0 1 0,0-1 0,0 1 0,0 0 0,0-1 0,0 1 0,-1 0 0,1-1 0,0 1 0,-1 0 0,-1-1 0,2 2 0,1 0 0,-1 0 0,1 1 0,0-1 0,-1 0 0,1 0 0,0 1 0,-1-1 0,1 0 0,0 1 0,0-1 0,-1 1 0,1-1 0,0 0 0,0 1 0,0-1 0,-1 1 0,1-1 0,0 0 0,0 1 0,0-1 0,0 1 0,0-1 0,0 1 0,0-1 0,0 1 0,0 14 0,1-8 9,0-1 1,0 1-1,1 0 0,-1 0 0,2-1 1,-1 1-1,1-1 0,0 0 0,0 1 0,1-1 1,-1-1-1,7 7 0,-3-3-195,0-1 1,1 0-1,0-1 0,0 0 1,1 0-1,0-1 1,10 5-1,-10-6-6640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7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24575,'3'17'0,"10"71"0,42 150 0,36 20 0,-90-255 0,0 0 0,0-1 0,0 1 0,-1 0 0,1 0 0,-1 0 0,0 0 0,0 0 0,0 4 0,0-7 0,0 1 0,0-1 0,-1 0 0,1 1 0,0-1 0,0 0 0,0 1 0,0-1 0,-1 0 0,1 1 0,0-1 0,0 0 0,0 1 0,-1-1 0,1 0 0,0 0 0,-1 1 0,1-1 0,0 0 0,-1 0 0,1 0 0,0 1 0,-1-1 0,1 0 0,0 0 0,-1 0 0,0 0 0,0 0 0,0 0 0,-1 0 0,1 0 0,0-1 0,-1 1 0,1 0 0,0-1 0,0 1 0,-1-1 0,1 1 0,0-1 0,-2-1 0,-11-9 0,0-1 0,1 0 0,0-1 0,-20-27 0,32 39 0,-9-11 0,1 0 0,0 0 0,1-1 0,1 0 0,-11-24 0,17 36 0,1 0 0,0 0 0,-1 0 0,1 0 0,0 0 0,0 0 0,0 1 0,0-1 0,0 0 0,0 0 0,0 0 0,0 0 0,0 0 0,0 0 0,0 0 0,1 0 0,-1 0 0,0 0 0,1 0 0,-1 0 0,0 0 0,1 0 0,0-1 0,0 2 0,1-1 0,-1 0 0,0 0 0,0 0 0,0 1 0,1-1 0,-1 1 0,0-1 0,1 1 0,-1-1 0,0 1 0,1 0 0,-1 0 0,2 0 0,6 0 0,-1 0 0,0 1 0,0 0 0,11 3 0,79 21 0,20 6 0,-92-26 0,0-1 0,43 1 0,-66-5 0,0-1 0,0 1 0,1 0 0,-1 0 0,0 1 0,0-1 0,0 0 0,0 1 0,0 0 0,0 0 0,0 0 0,0 0 0,3 2 0,-6-3 0,1 1 0,-1-1 0,0 1 0,0-1 0,0 1 0,0-1 0,1 1 0,-1-1 0,0 1 0,0-1 0,0 1 0,0-1 0,0 1 0,0-1 0,0 1 0,0-1 0,0 1 0,0-1 0,-1 1 0,1-1 0,0 1 0,0-1 0,0 0 0,-1 1 0,1-1 0,0 1 0,0-1 0,-1 1 0,1-1 0,-1 1 0,-12 15 0,9-11 0,0-1 12,1 0 0,0 1 0,1-1 0,-1 1 0,1 0 0,0 0 0,0 0 0,0 0 0,-1 9 0,3-12-80,-1 1 1,1-1-1,0 1 1,0 0-1,0-1 1,0 1-1,1-1 1,-1 1-1,1 0 1,-1-1-1,1 1 1,0-1-1,0 1 1,0-1-1,0 0 1,1 1-1,-1-1 1,1 0-1,-1 0 1,1 0-1,2 2 1,4 4-6759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7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24575,'12'0'0,"4"5"0,2 4 0,-2 3 0,-4-1-8191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7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68 24575,'-39'-17'0,"-1"2"0,-74-18 0,110 32 0,-1 0 0,1 1 0,0-1 0,-1 1 0,1 0 0,-1 1 0,1-1 0,-1 1 0,1-1 0,0 1 0,0 0 0,-5 2 0,6-1 0,1-1 0,0 1 0,0-1 0,-1 1 0,1 0 0,0-1 0,1 1 0,-1 0 0,0 0 0,0 1 0,1-1 0,-1 0 0,1 0 0,0 1 0,0-1 0,0 1 0,0-1 0,0 1 0,0 0 0,0 3 0,0 4 0,0 0 0,1 0 0,0-1 0,0 1 0,1 0 0,1-1 0,0 1 0,0-1 0,1 1 0,0-1 0,0 0 0,1 0 0,6 11 0,4 4 0,1 0 0,1-2 0,26 30 0,-23-34 0,-14-14 0,-1 0 0,0 0 0,0 0 0,0 1 0,0 0 0,5 9 0,-9-13 0,1-1 0,-1 1 0,0-1 0,0 0 0,0 1 0,0-1 0,0 1 0,1-1 0,-1 1 0,0 0 0,0-1 0,0 1 0,0-1 0,0 1 0,0-1 0,-1 1 0,1-1 0,0 1 0,0-1 0,0 1 0,0-1 0,-1 0 0,1 1 0,0-1 0,0 1 0,-1-1 0,1 1 0,0-1 0,-1 1 0,0 0 0,0-1 0,-1 1 0,1 0 0,0-1 0,-1 1 0,1-1 0,0 1 0,-1-1 0,1 0 0,-3 1 0,-2-1 0,-1 0 0,0 0 0,-10-1 0,-157-25 0,156 25-1365,2-1-5461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8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276 153 24575,'-52'-38'0,"8"6"0,-66-35 0,106 65 0,-24-10 0,27 12 0,0 0 0,1-1 0,-1 1 0,0 0 0,0 0 0,0 0 0,0 0 0,0 0 0,0 0 0,0 0 0,0 0 0,0 0 0,0 0 0,1 1 0,-1-1 0,0 0 0,0 0 0,0 1 0,0-1 0,0 1 0,1-1 0,-1 1 0,0-1 0,0 1 0,1 0 0,-1-1 0,0 1 0,0 0 0,-1 3 0,0 0 0,1 0 0,-1 0 0,1 0 0,0 1 0,0-1 0,0 0 0,0 0 0,1 1 0,0 4 0,3 49 0,-2-47 0,7 50 0,31 115 0,34 57 0,-40-131 0,-8-30 0,19 68 0,-39-121-1365,-3-3-5461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8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434 45 24575,'-32'-5'0,"-16"-1"0,-3 0 0,0-2 0,5 1 0,8 2 0,5 1 0,6 2 0,5 1 0,4 0 0,2 1 0,2 1 0,1-1 0,0 0 0,2 3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8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24575,'-10'14'0,"0"8"0,3 3 0,3-1 0,5-2 0,5-2 0,3-3 0,1-3-8191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8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24575,'15'27'0,"5"11"0,-2-1-8191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9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45 227 24575,'13'-99'0,"-12"86"0,-1 0 0,-1 1 0,0-1 0,0 1 0,-6-23 0,6 32 0,0 0 0,0 1 0,0-1 0,-1 1 0,1-1 0,-1 1 0,-2-4 0,4 6 0,0-1 0,-1 1 0,1-1 0,-1 1 0,1 0 0,0-1 0,-1 1 0,1 0 0,-1-1 0,1 1 0,-1 0 0,1 0 0,-1 0 0,1-1 0,-1 1 0,1 0 0,-1 0 0,1 0 0,-1 0 0,1 0 0,-1 0 0,1 0 0,-1 0 0,1 0 0,-1 0 0,1 0 0,-1 0 0,1 0 0,-1 1 0,1-1 0,-1 0 0,1 0 0,-1 0 0,1 1 0,-1-1 0,1 0 0,0 1 0,-1-1 0,1 0 0,0 1 0,-1-1 0,1 0 0,0 1 0,-1-1 0,1 1 0,-1 0 0,-1 2 0,1 0 0,-1 1 0,0-1 0,1 0 0,0 1 0,0-1 0,0 1 0,0 0 0,0 5 0,-1 37 0,2-36 0,0 3 0,1-1 0,0 1 0,1-1 0,1 1 0,0-1 0,0 0 0,1 0 0,1 0 0,0-1 0,0 1 0,1-1 0,1 0 0,0-1 0,0 0 0,1 0 0,1 0 0,-1-1 0,1 0 0,15 11 0,-20-18-44,0 1 0,0-1 0,0 0 0,0 0 0,1 0 0,-1 0 0,0-1 0,1 0 0,-1 0 0,1 0 0,-1 0 0,1-1 0,0 1 0,-1-1 0,1-1 0,0 1 0,-1 0 0,1-1-1,-1 0 1,1 0 0,-1-1 0,0 1 0,1-1 0,-1 0 0,0 0 0,0 0 0,0-1 0,0 1 0,0-1 0,5-6 0,1-1-6782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9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24575,'-3'2'0,"0"-1"0,1 1 0,-1 0 0,0 0 0,1 1 0,-1-1 0,1 1 0,0-1 0,0 1 0,0 0 0,0 0 0,0-1 0,1 1 0,-1 1 0,1-1 0,-1 3 0,1-1 0,0 0 0,0-1 0,1 1 0,0 0 0,0-1 0,0 1 0,1 0 0,-1 0 0,1-1 0,2 7 0,3 6 0,1-1 0,1 1 0,0-1 0,19 27 0,43 46 0,-69-88 2,0 0 0,-1-1 0,1 1 0,-1 0 0,1 0 0,-1 0 0,1 0 0,-1 0 0,0 0 0,1 0 0,-1 0 0,0 0 0,0 0 0,1 0 0,-1 0 0,0 0 0,0 0 0,0 0-1,-1 0 1,1 0 0,0 0 0,0 0 0,0 0 0,-1 0 0,1 0 0,-1 0 0,1 0 0,0 0 0,-1 0 0,0 0 0,1 0 0,-1-1 0,0 1 0,1 0 0,-1 0 0,0-1 0,0 1 0,1 0 0,-2 0 0,-4 2-121,0 1 0,0-1 0,-1-1 0,-12 5 0,8-3-730,-2 1-5977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39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24575,'2'0'0,"1"2"0,3 1 0,0 3 0,1 2 0,2 0 0,0 2 0,1-2 0,-5-2 0,-4-2 0,-6 1 0,-4 0 0,-3 0 0,1 1-8191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2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34 24575,'-83'-26'0,"73"24"0,-1 0 0,1 1 0,0-1 0,0 2 0,-1 0 0,-13 1 0,21 0 0,0-1 0,0 1 0,-1 0 0,1 0 0,0 0 0,0 1 0,0-1 0,0 1 0,0 0 0,1-1 0,-1 1 0,1 0 0,-5 5 0,3-3 0,1 0 0,0 0 0,0 1 0,1-1 0,-1 1 0,1-1 0,0 1 0,-2 6 0,2-1 0,0-1 0,0 1 0,1 0 0,0 0 0,1-1 0,0 1 0,0 0 0,4 19 0,-2-22-62,1 1 0,0-1 0,0 0 0,1 0 0,0 0 0,0 0 0,0 0 0,1-1 0,0 0 0,0 0 0,1 0 0,0-1-1,0 0 1,0 0 0,0 0 0,1-1 0,0 0 0,0 0 0,0-1 0,0 0 0,9 3 0,-1-2-6764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2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75 24575,'-18'-1'0,"-34"2"0,49-1 0,0 1 0,0-1 0,0 1 0,0-1 0,1 1 0,-1 0 0,0 0 0,0 1 0,1-1 0,-1 0 0,0 1 0,1 0 0,-4 2 0,5-3 0,1 0 0,-1-1 0,1 1 0,-1 0 0,0 0 0,1 0 0,-1 0 0,1-1 0,0 1 0,-1 0 0,1 0 0,0 0 0,-1 0 0,1 0 0,0 0 0,0 0 0,0 0 0,0 0 0,0 0 0,0 0 0,1 2 0,-1-1 0,1 0 0,0 0 0,-1 0 0,1 0 0,0-1 0,1 1 0,-1 0 0,0 0 0,3 2 0,1 1 0,0 0 0,1-1 0,-1 1 0,1-1 0,7 4 0,-9-7 0,-1 1 0,1-1 0,0 1 0,0-1 0,0 0 0,0 0 0,0-1 0,0 1 0,0-1 0,0 0 0,1 0 0,-1-1 0,0 1 0,8-2 0,-11 1 0,1 1 0,-1-1 0,1 0 0,-1 1 0,1-1 0,-1 0 0,0 0 0,1 0 0,-1 0 0,0 0 0,0 0 0,0 0 0,0 0 0,0-1 0,0 1 0,2-2 0,-3 1 0,1 0 0,-1 0 0,1 0 0,-1 1 0,0-1 0,1 0 0,-1 0 0,0 0 0,0 0 0,-1 0 0,1 1 0,0-1 0,0 0 0,-1 0 0,1 0 0,-1 1 0,-1-4 0,-2-3-54,0 1-1,0-1 0,-1 1 1,0 0-1,0 0 1,-1 0-1,0 1 0,0-1 1,0 2-1,-1-1 1,0 1-1,0 0 0,-1 0 1,1 1-1,-1 0 0,0 0 1,0 1-1,0 0 1,-1 0-1,1 1 0,-1 0 1,1 1-1,-1-1 1,-10 1-1,6 1-6771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3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61 24575,'0'0'0,"0"0"0,0 0 0,0 0 0,0 0 0,0 0 0,0 0 0,0 0 0,0 0 0,0 0 0,-1 0 0,1 0 0,0 1 0,0-1 0,0 0 0,0 0 0,0 0 0,0 0 0,0 0 0,0 0 0,0 0 0,0 0 0,0 0 0,0 0 0,0 0 0,-1 0 0,1 0 0,0 0 0,0 1 0,0-1 0,0 0 0,0 0 0,0 0 0,0 0 0,0 0 0,0 0 0,0 0 0,0 0 0,0 0 0,0 1 0,0-1 0,0 0 0,0 0 0,0 0 0,0 0 0,0 0 0,0 0 0,0 0 0,0 0 0,0 0 0,1 1 0,-1-1 0,0 0 0,0 0 0,5 8 0,8 6 0,-9-11 0,0 0 0,1 0 0,-1 0 0,1-1 0,0 1 0,0-1 0,0 0 0,0-1 0,9 3 0,-12-4 0,-1 0 0,1 0 0,-1 0 0,1 0 0,0 0 0,-1 0 0,1-1 0,-1 1 0,1-1 0,-1 1 0,1-1 0,-1 1 0,1-1 0,-1 0 0,1 1 0,-1-1 0,0 0 0,1 0 0,-1 0 0,0 0 0,0 0 0,0-1 0,0 1 0,0 0 0,0 0 0,0-1 0,0 1 0,-1-1 0,1 1 0,0 0 0,-1-1 0,1 0 0,-1 1 0,1-1 0,-1-2 0,1-1 0,-1 0 0,1 1 0,-1-1 0,-1 0 0,1 0 0,-2-8 0,0-17 0,2 30 0,0-1 0,0 1 0,0 0 0,0 0 0,0-1 0,0 1 0,0 0 0,0 0 0,0-1 0,0 1 0,0 0 0,0 0 0,0-1 0,0 1 0,1 0 0,-1 0 0,0 0 0,0-1 0,0 1 0,0 0 0,1 0 0,-1 0 0,0 0 0,0-1 0,0 1 0,1 0 0,-1 0 0,0 0 0,0 0 0,1 0 0,-1 0 0,0 0 0,11 2 0,10 12 0,-18-12 0,52 44 0,-44-35 0,1-1 0,0 0 0,1-1 0,0 0 0,0-1 0,20 10 0,-24-16-1365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3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267 538 24575,'-36'-18'0,"0"1"0,-2 2 0,-48-12 0,82 25 0,0 1 0,0 1 0,-1-1 0,1 1 0,0 0 0,-1 0 0,1 0 0,-7 1 0,10 0 0,-1-1 0,1 0 0,0 1 0,-1 0 0,1-1 0,0 1 0,0 0 0,0-1 0,-1 1 0,1 0 0,0 0 0,0 0 0,0 0 0,0 0 0,1 0 0,-1 0 0,0 1 0,0-1 0,0 0 0,1 0 0,-1 1 0,1-1 0,-1 0 0,1 1 0,0-1 0,-1 0 0,1 1 0,0-1 0,0 2 0,0 0 0,-1 0 0,1 0 0,0 0 0,1-1 0,-1 1 0,0 0 0,1 0 0,0 0 0,-1 0 0,1-1 0,0 1 0,1 0 0,-1-1 0,0 1 0,1-1 0,-1 1 0,1-1 0,0 0 0,0 0 0,0 0 0,0 0 0,0 0 0,0 0 0,1 0 0,-1-1 0,0 1 0,1-1 0,-1 0 0,1 1 0,0-1 0,0 0 0,-1-1 0,1 1 0,0 0 0,0-1 0,0 0 0,-1 1 0,1-1 0,0 0 0,0-1 0,0 1 0,0 0 0,0-1 0,-1 0 0,1 1 0,0-1 0,0 0 0,-1-1 0,1 1 0,-1 0 0,1-1 0,3-3 0,1-1 0,0 0 0,-1 0 0,1-1 0,-2 0 0,1-1 0,-1 1 0,0-1 0,-1 0 0,0 0 0,0 0 0,0-1 0,-1 1 0,2-11 0,0-5 0,0-1 0,-2 1 0,1-42 0,-3 23 0,-2 1 0,-2-1 0,-1 0 0,-17-66 0,15 95 0,6 14 0,0 0 0,0-1 0,-1 1 0,1 0 0,0 0 0,0 0 0,0 0 0,0 0 0,0 0 0,-1 0 0,1 0 0,0 0 0,0 0 0,0 0 0,0 0 0,0 0 0,-1 0 0,1 0 0,0 0 0,0 0 0,0 0 0,0 0 0,0 1 0,-1-1 0,1 0 0,0 0 0,0 0 0,0 0 0,0 0 0,0 0 0,0 0 0,0 0 0,-1 0 0,1 1 0,0-1 0,0 0 0,0 0 0,0 0 0,0 0 0,0 0 0,0 0 0,0 1 0,0-1 0,0 0 0,0 0 0,-2 4 0,1 0 0,0 0 0,1-1 0,-1 1 0,0 6 0,1 39 0,2-1 0,2 1 0,21 92 0,12 4 0,-30-121 0,2-1 0,0-1 0,2 0 0,14 23 0,-23-42 0,0 1 0,1-1 0,-1 0 0,1 0 0,0 0 0,0 0 0,0 0 0,0-1 0,0 1 0,5 1 0,-7-3 0,1 0 0,-1-1 0,0 1 0,1-1 0,-1 0 0,1 1 0,0-1 0,-1 0 0,1 0 0,-1 0 0,1 0 0,-1 0 0,1 0 0,-1-1 0,1 1 0,-1 0 0,1-1 0,-1 1 0,1-1 0,-1 0 0,1 1 0,-1-1 0,0 0 0,1 0 0,-1 0 0,0 0 0,0 0 0,0 0 0,1-1 0,4-4 0,-1 0 0,-1 0 0,1-1 0,-1 0 0,0 1 0,3-9 0,16-46 0,-18 44 0,-5 16 0,0 1 0,1-1 0,-1 0 0,0 0 0,0 0 0,1 0 0,-1 0 0,1 1 0,-1-1 0,1 0 0,-1 0 0,1 1 0,-1-1 0,1 0 0,-1 1 0,1-1 0,0 0 0,0 1 0,-1-1 0,1 1 0,0-1 0,0 1 0,-1-1 0,1 1 0,2-1 0,-2 2 0,0-1 0,0 0 0,0 1 0,0-1 0,-1 1 0,1-1 0,0 1 0,0 0 0,0-1 0,0 1 0,0 0 0,-1-1 0,1 1 0,0 0 0,-1 0 0,1 0 0,-1 0 0,1 0 0,-1 0 0,1 0 0,0 2 0,2 5 0,0 0 0,-1 0 0,0 1 0,2 15 0,-3-16 0,1 0 0,-1 0 0,1 0 0,1 0 0,3 9 0,-1-11-1365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3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9 24575,'-3'-5'0,"0"1"0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4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24575,'10'12'0,"0"0"0,-1 0 0,0 1 0,0 0 0,-2 1 0,0-1 0,6 16 0,30 105 0,-39-122 0,19 83 0,17 134 0,-40-225 0,1 1 0,-1-1 0,0 0 0,0 1 0,-1 6 0,0-10 0,1-1 0,0 1 0,0 0 0,0-1 0,0 1 0,-1-1 0,1 1 0,0 0 0,-1-1 0,1 1 0,0-1 0,-1 1 0,1-1 0,-1 1 0,1-1 0,0 0 0,-1 1 0,1-1 0,-1 1 0,0-1 0,1 0 0,-1 1 0,1-1 0,-1 0 0,1 0 0,-1 0 0,0 1 0,1-1 0,-1 0 0,0 0 0,1 0 0,-1 0 0,1 0 0,-1 0 0,0 0 0,1 0 0,-1 0 0,0-1 0,1 1 0,-1 0 0,1 0 0,-1 0 0,0-1 0,1 1 0,-1 0 0,1-1 0,-2 0 0,-1-1 0,-1 0 0,0-1 0,1 1 0,-1-1 0,1 0 0,0 0 0,0 0 0,0-1 0,0 1 0,1-1 0,-1 1 0,1-1 0,0 0 0,0 0 0,0 0 0,1 0 0,-3-8 0,3 6 0,-1 0 0,2 0 0,-1 1 0,0-1 0,1 0 0,0 0 0,1 0 0,-1 0 0,1 1 0,0-1 0,1 0 0,-1 1 0,3-7 0,0 4 0,-1 1 0,1 1 0,0-1 0,1 0 0,0 1 0,0 0 0,0 0 0,1 0 0,-1 1 0,13-9 0,-13 11 0,-1 1 0,1-1 0,-1 1 0,1 0 0,0 1 0,-1-1 0,1 1 0,0 0 0,0 0 0,0 0 0,0 1 0,0-1 0,0 1 0,0 1 0,0-1 0,0 1 0,0 0 0,6 1 0,-6-1 0,0 1 0,0 0 0,0 0 0,0 0 0,0 0 0,0 1 0,-1 0 0,9 6 0,-11-6 0,0-1 0,0 0 0,0 1 0,0-1 0,-1 1 0,1 0 0,-1-1 0,0 1 0,1 0 0,-1 0 0,0 0 0,-1 0 0,1 0 0,-1 0 0,1 0 0,-1 6 0,1-3 1,0 1-1,0-1 0,1 1 1,0-1-1,0 0 0,0 0 1,1 0-1,0 0 0,0 0 1,0 0-1,1-1 0,6 8 1,12 20-1371,-16-23-5456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4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24575,'5'5'0,"2"4"0,-3 5 0,-3 4 0,0-3-8191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5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452 132 24575,'-74'24'0,"-1"-4"0,-1-3 0,-90 8 0,164-25 0,-2 1 0,-1-1 0,1 0 0,-1 0 0,1 0 0,-1 0 0,-5-2 0,9 2 0,0 0 0,0-1 0,0 1 0,0-1 0,0 0 0,0 1 0,0-1 0,0 0 0,0 1 0,0-1 0,0 0 0,0 0 0,1 0 0,-1 0 0,0 0 0,1 0 0,-1 0 0,0 0 0,1 0 0,-1 0 0,1 0 0,0-1 0,-1 1 0,1 0 0,0 0 0,0 0 0,0-2 0,-2-18 0,2 1 0,2-23 0,0-5 0,-2 45 0,0 1 0,0-1 0,0 0 0,0 1 0,1-1 0,-1 0 0,1 0 0,0 1 0,-1-1 0,1 1 0,1-1 0,-1 1 0,0-1 0,1 1 0,1-3 0,-1 3 0,0 1 0,0-1 0,0 1 0,0 0 0,0-1 0,1 1 0,-1 0 0,0 0 0,1 1 0,-1-1 0,1 0 0,-1 1 0,1 0 0,-1-1 0,1 1 0,3 0 0,1 0 0,1 1 0,-1 0 0,0 0 0,0 0 0,0 1 0,0 0 0,-1 0 0,1 1 0,0 0 0,-1 0 0,0 1 0,10 7 0,5 5 0,-1 1 0,21 23 0,-2-2 0,-27-26 0,-8-8 0,0 1 0,0-1 0,0 0 0,1-1 0,5 4 0,-9-6 0,-1-1 0,1 1 0,0-1 0,0 1 0,0-1 0,0 0 0,0 0 0,0 1 0,0-1 0,0 0 0,0 0 0,-1 0 0,1 0 0,0 0 0,0 0 0,0 0 0,0 0 0,0-1 0,0 1 0,0 0 0,0 0 0,0-1 0,0 1 0,0-1 0,-1 1 0,1-1 0,0 1 0,0-1 0,-1 1 0,1-1 0,0 0 0,-1 1 0,1-1 0,0 0 0,-1 0 0,1-1 0,3-4 0,-1 0 0,0 0 0,0-1 0,-1 0 0,0 1 0,2-10 0,-3 10 0,1 0 0,-1 0 0,1 1 0,0-1 0,1 0 0,-1 1 0,1-1 0,5-5 0,-8 11 0,0-1 0,1 1 0,-1-1 0,1 1 0,-1-1 0,1 1 0,0 0 0,-1-1 0,1 1 0,-1 0 0,1 0 0,-1-1 0,1 1 0,0 0 0,-1 0 0,1 0 0,0 0 0,-1 0 0,1 0 0,0 0 0,-1 0 0,1 0 0,0 0 0,-1 0 0,1 0 0,-1 0 0,1 1 0,0-1 0,-1 0 0,1 0 0,-1 1 0,1-1 0,0 0 0,-1 1 0,1-1 0,-1 1 0,1-1 0,-1 1 0,0-1 0,1 1 0,-1-1 0,1 1 0,4 5 0,-1-1 0,0 1 0,4 7 0,-3-4 0,6 7 0,18 25 0,-26-37 0,0-1 0,1 1 0,-1-1 0,1 0 0,0 0 0,0 0 0,7 4 0,-10-6 6,0-1 0,0 0-1,0 1 1,0-1 0,0 0-1,0 1 1,0-1 0,0 0 0,0 0-1,0 0 1,0 0 0,0 0-1,0 0 1,0 0 0,0 0 0,0-1-1,-1 1 1,1 0 0,0-1-1,2 0 1,14-13-1491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6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83 24575,'-7'-17'0,"-10"-20"0,16 34 0,-1 1 0,1-1 0,-1 1 0,0-1 0,0 1 0,0 0 0,0 0 0,0 0 0,0 0 0,-4-2 0,6 4 0,-1-1 0,1 1 0,-1 0 0,1 0 0,-1 0 0,1-1 0,-1 1 0,0 0 0,1 0 0,-1 0 0,1 0 0,-1 0 0,1 0 0,-1 0 0,0 0 0,1 0 0,-1 0 0,1 1 0,-1-1 0,1 0 0,-1 0 0,1 0 0,-1 1 0,1-1 0,-1 0 0,1 1 0,-1-1 0,1 0 0,-1 1 0,1-1 0,0 0 0,-1 1 0,1-1 0,0 1 0,-1-1 0,1 1 0,0-1 0,-1 1 0,1-1 0,0 1 0,0-1 0,0 1 0,0 0 0,0-1 0,-1 1 0,1 0 0,-1 3 0,1 1 0,-1-1 0,0 0 0,1 9 0,1 0 0,1 0 0,0 0 0,1 0 0,0 0 0,1 0 0,1 0 0,8 16 0,6 6 0,26 37 0,-10-18 0,-35-53 1,1 0 1,0 0-1,-1 0 0,1 0 0,0 0 0,-1 0 1,0 0-1,1 0 0,-1 0 0,0 1 0,1-1 0,-1 0 1,0 0-1,0 0 0,0 1 0,0-1 0,0 0 1,0 0-1,0 1 0,-1-1 0,1 0 0,0 0 1,-1 0-1,1 0 0,-1 1 0,1-1 0,-1 0 0,1 0 1,-1 0-1,0 0 0,1 0 0,-1 0 0,0-1 1,0 1-1,-1 1 0,-4 2-38,0 0 0,0-1 1,0 0-1,0 0 0,-9 3 0,-9 3-1150,11-2-5639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2:46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24575,'0'0'0,"0"0"0,0 0 0,0 0 0,0 0 0,0 1 0,0-1 0,0 0 0,0 0 0,0 0 0,0 0 0,1 0 0,-1 0 0,0 0 0,0 0 0,0 0 0,0 0 0,0 0 0,0 0 0,0 0 0,0 0 0,0 0 0,1 0 0,-1 0 0,0 0 0,0 0 0,0 0 0,0 0 0,0 0 0,0 0 0,0 0 0,0 0 0,1 0 0,-1 0 0,0 0 0,0 0 0,0-1 0,0 1 0,0 0 0,0 0 0,0 0 0,0 0 0,0 0 0,0 0 0,0 0 0,0 0 0,0 0 0,0 0 0,1-1 0,-1 1 0,0 0 0,0 0 0,0 0 0,0 0 0,0 0 0,0 0 0,0 0 0,0 0 0,0 0 0,0-1 0,9 14 0,-6-9 0,-1-1 0,0 1 0,1-1 0,-1 0 0,7 5 0,-8-7 0,1 0 0,-1-1 0,0 1 0,0-1 0,1 1 0,-1-1 0,0 1 0,1-1 0,-1 0 0,0 1 0,1-1 0,-1 0 0,1 0 0,-1 0 0,0 0 0,1 0 0,-1-1 0,1 1 0,-1 0 0,0-1 0,1 1 0,-1-1 0,0 1 0,0-1 0,2 0 0,1-2 0,-1 0 0,0-1 0,1 1 0,-1 0 0,-1-1 0,4-5 0,-3 5 0,0 0 0,0 0 0,0 1 0,0-1 0,8-6 0,-10 9 0,1 1 0,-1-1 0,0 0 0,1 1 0,-1-1 0,1 1 0,-1-1 0,1 1 0,-1 0 0,1 0 0,-1-1 0,1 1 0,-1 0 0,1 0 0,-1 0 0,1 1 0,-1-1 0,1 0 0,-1 1 0,0-1 0,1 1 0,-1-1 0,3 2 0,1 1 0,-1 0 0,1 0 0,-1 0 0,0 0 0,0 1 0,0 0 0,0 0 0,4 6 0,24 39 0,-21-30 0,8 13-1365,-12-18-5461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3:23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157 101 24575,'25'-9'0,"-14"5"0,0 0 0,1 1 0,-1 0 0,22-3 0,181 5 0,-107 3 0,339 6 0,-14-2 0,-302-6 0,-124 0 0,0-1 0,0 1 0,-1-1 0,1-1 0,6-1 0,-10 2 0,1 1 0,-1-1 0,0 0 0,0 0 0,0 0 0,0-1 0,0 1 0,0 0 0,0-1 0,0 1 0,-1-1 0,1 0 0,0 1 0,2-5 0,-4 6 0,0 0 0,0 0 0,0 0 0,0-1 0,0 1 0,0 0 0,-1 0 0,1 0 0,0-1 0,0 1 0,0 0 0,0 0 0,0 0 0,0 0 0,0-1 0,0 1 0,0 0 0,0 0 0,-1 0 0,1 0 0,0-1 0,0 1 0,0 0 0,0 0 0,0 0 0,-1 0 0,1 0 0,0 0 0,0 0 0,0 0 0,-1-1 0,1 1 0,0 0 0,0 0 0,0 0 0,-1 0 0,1 0 0,0 0 0,0 0 0,0 0 0,-1 0 0,1 0 0,0 0 0,0 0 0,0 0 0,-1 1 0,-13-1 0,13 0 0,-488 36-253,109-7-73,0-16 161,312-12 413,1-4 0,-97-16 0,73-3-248,130 20 0,112-9 0,-70 3 0,142-10-93,237-17-416,0 21 177,-102 28 332,-326-13 0,-14 0 260,-1 1-1,32 6 1,-57-5-91,-10-2-183,-980-1-1365,431-1 2758,561 1-1379,0 1 0,0 0 0,1 0 0,-1 0 0,0 0 0,1 1 0,-1 0 0,1 0 0,-6 3 0,-4 4 0,-23 17 0,13-8 0,15-14 120,10-4-156,-1-1 1,1 1 0,0 0-1,0 0 1,0 0 0,0 0-1,-1 0 1,1-1 0,0 1-1,0 0 1,0 0 0,0 0-1,0-1 1,0 1-1,-1 0 1,1 0 0,0 0-1,0-1 1,0 1 0,0 0-1,0 0 1,0 0 0,0-1-1,0 1 1,0 0 0,0 0-1,0-1 1,0 1 0,0 0-1,0 0 1,0 0-1,0-1 1,0 1 0,0 0-1,1 0 1,-1-1 0,0 1-1,0 0 1,0 0 0,0 0-1,0-1 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3:58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24575,'0'0'0,"-1"0"0,0 0 0,1 0 0,-1 1 0,1-1 0,-1 0 0,1 0 0,-1 1 0,1-1 0,-1 0 0,1 1 0,-1-1 0,1 0 0,0 1 0,-1-1 0,1 1 0,0-1 0,-1 1 0,1-1 0,0 1 0,-1-1 0,1 1 0,0-1 0,0 1 0,0 0 0,-1-1 0,1 1 0,0-1 0,0 1 0,0-1 0,0 1 0,0 0 0,0-1 0,0 2 0,2 22 0,-1-22 0,8 42 0,3-1 0,17 44 0,-23-67 0,30 77 0,20 64 0,-46-127 0,-1 1 0,6 62 0,-24-117-1365,6 8-5461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3:58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24575,'15'-7'0,"9"-3"0,4 1 0,-1 1 0,0 3 0,-2 1 0,-3 3 0,-3 0 0,-2 1 0,-4-2 0,-1-1 0,-4-2 0,-5-1 0,-5-1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3:59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9 24575,'0'-1'0,"-1"1"0,1-1 0,-1 0 0,1 1 0,-1-1 0,1 1 0,-1-1 0,1 1 0,-1-1 0,0 1 0,1 0 0,-1-1 0,0 1 0,1 0 0,-1-1 0,0 1 0,0 0 0,1 0 0,-1 0 0,0 0 0,-1-1 0,2 2 0,-1-1 0,1 1 0,-1-1 0,1 1 0,0-1 0,0 0 0,-1 1 0,1-1 0,0 1 0,0-1 0,0 1 0,-1-1 0,1 1 0,0 0 0,0-1 0,0 1 0,0-1 0,0 1 0,0-1 0,0 1 0,0-1 0,0 2 0,1 4 0,0 0 0,0 0 0,1 0 0,1 6 0,28 57 0,-20-49 0,-2 2 0,0-1 0,6 24 0,-1 12 0,2 0 0,46 105 0,-60-157 24,0 0 0,0 0 0,0 0 0,1 7 0,-3-11-35,0 0 0,0-1-1,0 1 1,0 0 0,0-1 0,0 1 0,0 0 0,0 0-1,0-1 1,0 1 0,0 0 0,0-1 0,-1 1 0,1 0-1,0-1 1,0 1 0,-1 1 0,0-2-38,1 0-1,-1 1 1,1-1-1,-1 0 1,0 0 0,1 0-1,-1 1 1,1-1 0,-1 0-1,1 0 1,-1 0-1,0 0 1,1 0 0,-1 0-1,1 0 1,-1 0-1,0 0 1,1-1 0,-1 1-1,1 0 1,-1 0-1,1 0 1,-1-1 0,1 1-1,-2-1 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3:59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40 102 24575,'31'45'0,"0"0"0,33 64 0,-66-109 0,-5-3 0,-7-7 0,-6-8 0,1-1 0,0-1 0,2-1 0,0 0 0,-21-37 0,36 55 0,0-1 0,1 0 0,-1 1 0,1-1 0,-1 0 0,1 0 0,1 0 0,-1 0 0,0 0 0,1 0 0,0 0 0,0-1 0,1-3 0,-1 5 0,1 1 0,0-1 0,0 0 0,0 1 0,0-1 0,1 1 0,-1-1 0,1 1 0,-1 0 0,1-1 0,0 1 0,0 0 0,0 0 0,0 0 0,0 1 0,0-1 0,1 0 0,-1 1 0,5-2 0,2-2-136,2 1-1,-1 0 1,0 0-1,1 2 1,-1-1-1,1 1 1,0 1-1,0 0 0,13 0 1,-11 1-6690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0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15 24575,'1'0'0,"-1"0"0,0-1 0,1 1 0,-1 0 0,0-1 0,0 1 0,1-1 0,-1 1 0,0-1 0,0 1 0,0-1 0,0 1 0,0 0 0,0-1 0,0 1 0,0-1 0,0 1 0,0-1 0,0 1 0,0-1 0,0 1 0,0-1 0,0 1 0,0-1 0,0 1 0,0-1 0,-1 1 0,1 0 0,0-1 0,0 1 0,-1-1 0,0 1 0,1 0 0,-1 0 0,1 0 0,-1 0 0,0 0 0,1 0 0,-1 0 0,0 0 0,1 0 0,-1 0 0,1 1 0,-1-1 0,1 0 0,-1 0 0,0 1 0,1-1 0,-1 0 0,1 1 0,-1-1 0,1 1 0,-1-1 0,1 0 0,0 1 0,-1 0 0,-5 5 0,1 1 0,0-1 0,1 1 0,-1 0 0,1 0 0,1 1 0,-1-1 0,1 1 0,-2 9 0,-3 13 0,-4 33 0,11-56 0,-3 20 0,2 0 0,0 0 0,2 0 0,1 0 0,1 0 0,8 35 0,-6-42 0,1-1 0,1 1 0,1-1 0,0-1 0,2 1 0,0-2 0,1 1 0,1-1 0,14 18 0,-17-26 0,0 0 0,0-1 0,1-1 0,0 1 0,13 8 0,-15-14-1365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0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15 24575,'0'-1'0,"0"0"0,0 0 0,-1 0 0,1 0 0,0 0 0,-1 0 0,1 0 0,0 1 0,-1-1 0,1 0 0,-1 0 0,0 0 0,1 1 0,-1-1 0,-1-1 0,2 2 0,-1 1 0,1-1 0,0 0 0,0 0 0,-1 1 0,1-1 0,0 0 0,0 1 0,-1-1 0,1 1 0,0-1 0,0 0 0,0 1 0,0-1 0,-1 1 0,1-1 0,0 0 0,0 1 0,0-1 0,0 1 0,0-1 0,0 1 0,0 7 0,-1-1 0,1 0 0,1 8 0,3 3 0,1 0 0,0-1 0,15 33 0,30 47 0,12 6 0,-36-64 0,-2 2 0,29 67 0,-52-106 0,-1-1 0,1 1 0,0-1 0,-1 1 0,0-1 0,1 1 0,-1 0 0,0-1 0,0 1 0,0 0 0,0-1 0,0 1 0,0 0 0,0-1 0,-1 1 0,1-1 0,0 1 0,-1 0 0,0-1 0,1 1 0,-1-1 0,0 1 0,0-1 0,-1 3 0,0-3 0,0 1 0,0-1 0,0 1 0,0-1 0,0 0 0,-1 0 0,1 0 0,0 0 0,0 0 0,-1-1 0,1 1 0,0-1 0,-1 1 0,1-1 0,-1 0 0,-3 0 0,-2 0 0,0-1 0,0-1 0,0 1 0,1-1 0,-1-1 0,0 1 0,1-1 0,0-1 0,0 1 0,-7-5 0,-8-7 0,-34-28 0,49 36 0,-1 1 0,1-1 0,0-1 0,1 0 0,0 0 0,0 0 0,1 0 0,0-1 0,0 0 0,1 0 0,0 0 0,-3-12 0,7 18 5,0 1-1,-1-1 1,1 1-1,0-1 1,0 1-1,0 0 1,1-1-1,-1 1 1,1-1-1,-1 1 1,1 0-1,0-1 0,0 1 1,0 0-1,0 0 1,0-1-1,0 1 1,1 0-1,-1 0 1,1 0-1,3-3 1,2 0-190,0-1 1,0 1 0,1 0-1,12-6 1,-11 7-358,1-1-6284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0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24575,'0'2'0,"-2"4"0,-2 3 0,1 2 0,1 0-8191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1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77 490 24575,'3'-1'0,"1"1"0,-1-1 0,0 1 0,0-1 0,5-2 0,10-2 0,9 2 0,-22 3 0,1 0 0,-1 0 0,1-1 0,-1 0 0,1 0 0,-1 0 0,0-1 0,8-2 0,-13 4 0,0-1 0,0 1 0,0 0 0,1 0 0,-1 0 0,0 0 0,0 0 0,0 0 0,0-1 0,1 1 0,-1 0 0,0 0 0,0 0 0,0-1 0,0 1 0,0 0 0,0 0 0,0 0 0,1-1 0,-1 1 0,0 0 0,0 0 0,0 0 0,0-1 0,0 1 0,0 0 0,0 0 0,0-1 0,0 1 0,0 0 0,0 0 0,0 0 0,0-1 0,-1 1 0,1 0 0,0 0 0,0 0 0,0-1 0,0 1 0,0 0 0,0 0 0,0 0 0,-1-1 0,1 1 0,0 0 0,0 0 0,0 0 0,0 0 0,-1 0 0,1-1 0,0 1 0,0 0 0,0 0 0,-1 0 0,-14-8 0,11 6 0,-2-1 0,-82-47 0,79 44 0,0-1 0,0 0 0,1 0 0,0-1 0,0 0 0,1 0 0,-7-12 0,11 16 0,1-1 0,0 0 0,0 0 0,0 0 0,1-1 0,0 1 0,0 0 0,0-1 0,1 1 0,-1-11 0,2 5 0,0-1 0,0 1 0,1-1 0,4-11 0,-3 14 0,1 0 0,0 1 0,0-1 0,1 1 0,0 0 0,0 1 0,1-1 0,0 1 0,0 0 0,1 0 0,0 1 0,0 0 0,13-9 0,-5 6 0,0 0 0,1 1 0,0 1 0,0 0 0,0 1 0,27-6 0,-24 7 0,-13 3 0,1 0 0,0 1 0,0 0 0,0 0 0,10 0 0,-15 1 0,0 0 0,-1 0 0,1 0 0,0 1 0,-1-1 0,1 1 0,-1-1 0,1 1 0,0 0 0,-1 0 0,0-1 0,1 1 0,-1 0 0,1 0 0,-1 0 0,0 1 0,0-1 0,1 0 0,-1 0 0,0 1 0,0-1 0,0 1 0,-1-1 0,1 1 0,0-1 0,-1 1 0,2 2 0,0 3 0,-1 0 0,1 0 0,-1 0 0,0 1 0,-1-1 0,0 0 0,-1 13 0,-12 51 0,13-68 0,-25 88 0,14-55 0,-9 54 0,20-89 0,0 1 0,-1-1 0,1 1 0,0 0 0,0-1 0,0 1 0,0 0 0,1-1 0,-1 1 0,0 0 0,1-1 0,-1 1 0,1-1 0,-1 1 0,1-1 0,0 1 0,-1-1 0,3 3 0,-1-3 0,-1 1 0,1-1 0,0 0 0,-1 0 0,1 0 0,0 0 0,0-1 0,0 1 0,0 0 0,-1-1 0,1 1 0,0-1 0,0 0 0,0 0 0,3 0 0,11 0 0,0-1 0,-1 0 0,23-6 0,-2 1 0,0 0-23,41-4-1319,-64 9-5484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2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24575,'1'-1'0,"0"-1"0,0 0 0,0 0 0,0 1 0,1-1 0,-1 1 0,0-1 0,1 1 0,0 0 0,-1 0 0,1-1 0,-1 1 0,1 0 0,0 0 0,0 0 0,0 1 0,-1-1 0,1 0 0,0 1 0,0-1 0,0 1 0,0 0 0,0 0 0,0 0 0,0 0 0,0 0 0,0 0 0,0 0 0,0 0 0,0 1 0,0-1 0,0 1 0,0 0 0,0-1 0,0 1 0,2 1 0,5 4 0,-1-1 0,1 1 0,-1 0 0,0 1 0,12 12 0,4 7 0,-2 0 0,-1 2 0,-1 0 0,16 32 0,56 128 0,-66-126 0,23 83 0,-40-111 0,-2-1 0,-1 2 0,-1-1 0,-1 47 0,-4-73 0,0-1 0,-1 1 0,0 0 0,-1-1 0,0 1 0,0-1 0,0 1 0,-1-1 0,0 0 0,0 0 0,-1 0 0,0 0 0,0-1 0,-6 7 0,4-6 0,-1-1 0,0 1 0,0-1 0,-1 0 0,1-1 0,-1 0 0,0 0 0,-1-1 0,1 0 0,-1 0 0,-9 2 0,-9 2-1365,5-1-5461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2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 24575,'-12'0'0,"-7"2"0,-2 1 0,0 1 0,1-2 0,1 0 0,2-1 0,1 0 0,1-1 0,0 0 0,1 0 0,0 0 0,0-1 0,-1 1 0,1 0 0,2 0-8191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3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31 24575,'-15'-7'0,"-7"-3"0,-2 3 0,0 3 0,2 2 0,2 3 0,2 3 0,0-1 0,-1 0 0,-1 0 0,0-2 0,-1 0 0,0-1 0,4 1-8191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5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77 24575,'-15'-16'0,"6"7"0,0 0 0,-17-13 0,22 20 0,0-1 0,0 1 0,-1 0 0,1 0 0,0 0 0,-1 1 0,0-1 0,1 1 0,-1 0 0,-8 0 0,-2 0 0,1 1 0,0 0 0,0 1 0,-1 1 0,1 0 0,0 1 0,-23 7 0,32-8 0,1 0 0,-1 0 0,1 0 0,-1 1 0,1 0 0,0-1 0,0 1 0,0 1 0,0-1 0,0 1 0,1-1 0,0 1 0,-1 0 0,2 0 0,-1 1 0,0-1 0,1 0 0,0 1 0,0 0 0,0-1 0,0 1 0,1 0 0,0 0 0,-1 10 0,1 0 0,0 0 0,1 0 0,1 0 0,1-1 0,0 1 0,0 0 0,2-1 0,9 27 0,-3-17 0,2-1 0,15 23 0,-14-23 0,22 48 0,-28-54 0,-2 0 0,0 1 0,4 31 0,-4-13 0,-1-10 0,1 42 0,-5-60 0,0 15 0,-1 0 0,-6 43 0,5-60 0,1 1 0,-1-1 0,0 0 0,-1 1 0,0-1 0,0 0 0,0 0 0,0-1 0,-1 1 0,0-1 0,0 1 0,-1-1 0,1-1 0,-9 8 0,3-6 0,-1 0 0,1 0 0,-22 7 0,8-3 0,-4 0 0,20-7 0,-1 0 0,0 1 0,1 0 0,-11 6 0,19-10 0,0 1 0,-1-1 0,1 0 0,0 0 0,0 0 0,-1 1 0,1-1 0,0 0 0,0 0 0,0 1 0,-1-1 0,1 0 0,0 1 0,0-1 0,0 0 0,0 1 0,0-1 0,-1 0 0,1 1 0,0-1 0,0 0 0,0 1 0,0-1 0,0 0 0,0 1 0,0-1 0,0 0 0,0 1 0,1-1 0,6 10 0,20 7 0,-21-13 0,3 1 0,0 1 0,0 0 0,13 13 0,-19-15 0,0-1 0,0 1 0,0-1 0,0 1 0,-1 0 0,0 0 0,0 0 0,0 0 0,0 0 0,-1 1 0,2 5 0,15 63 0,-11-46 0,0 1 0,-2-1 0,3 45 0,-1 1 0,0-1 0,-7-30 0,-9 74 0,6-95 0,1 0 0,1 1 0,1-1 0,1 0 0,7 38 0,-2-8 0,-5-36 0,1-1 0,0 1 0,7 19 0,-7-27 0,1 2 0,0-1 0,0 1 0,7 10 0,-9-17 0,1 1 0,0-1 0,0 0 0,0 1 0,0-1 0,0 0 0,0 0 0,0-1 0,1 1 0,-1 0 0,1-1 0,-1 0 0,1 1 0,4 1 0,13 3 0,29 6 0,-43-11 0,-1 0 0,0-1 0,1 1 0,-1-1 0,1-1 0,-1 1 0,0 0 0,1-1 0,-1 0 0,0-1 0,6-1 0,-2-2-1365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6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10 24575,'-3'-4'0,"-5"-2"0,8 6 0,0 1 0,-1-1 0,1 0 0,0 0 0,-1 1 0,1-1 0,0 0 0,0 1 0,0-1 0,-1 1 0,1-1 0,0 0 0,0 1 0,0-1 0,0 1 0,0-1 0,0 0 0,0 1 0,0-1 0,0 1 0,0-1 0,0 0 0,0 1 0,0-1 0,0 1 0,0-1 0,0 0 0,1 1 0,0 12 0,2-1 0,-1 0 0,2 0 0,0 0 0,9 20 0,-2-6 0,2 8 0,32 87 0,-42-107-95,-2-10-32,0 1 0,1-1 0,-1 1 0,1-1 0,0 1 0,0-1 0,0 0 0,0 0 0,4 4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06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576 44 24575,'-6'-6'0,"4"3"0,-1 0 0,0 0 0,0 0 0,0 0 0,-1 0 0,1 1 0,-1-1 0,1 1 0,-1 0 0,0 0 0,0 0 0,0 1 0,0-1 0,0 1 0,0 0 0,-5 0 0,-6 0 0,-1 1 0,1 1 0,0 1 0,-1 0 0,-27 9 0,-11 0 0,5-3 0,-1-3 0,-54 0 0,-11-6-1365,103 1-5461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7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40 117 24575,'-5'-8'0,"1"0"0,0 0 0,0 0 0,1-1 0,0 1 0,-3-12 0,6 18 0,0 0 0,0 1 0,0-1 0,0 0 0,0 0 0,0 0 0,0 0 0,0 0 0,1 1 0,-1-1 0,1 0 0,-1 0 0,1 0 0,0 1 0,1-3 0,-1 2 0,0 1 0,1 0 0,-1-1 0,1 1 0,-1 0 0,1 0 0,-1 0 0,1 0 0,0 0 0,-1 1 0,1-1 0,0 0 0,0 1 0,0-1 0,-1 1 0,1 0 0,0-1 0,3 1 0,2 0 0,0 0 0,0 1 0,0-1 0,0 1 0,0 1 0,0-1 0,9 4 0,48 23 0,-36-15 0,-8-4 0,-1 0 0,-1 1 0,0 1 0,0 0 0,18 17 0,-30-23 0,0 1 0,-1-1 0,0 2 0,0-1 0,0 0 0,0 1 0,-1 0 0,0 0 0,-1 0 0,1 1 0,-1-1 0,-1 1 0,0 0 0,0-1 0,0 1 0,0 12 0,-1-10 0,-1 0 0,0-1 0,-1 1 0,0-1 0,-1 1 0,0-1 0,0 1 0,-7 16 0,6-20 0,0-1 0,0 1 0,0-1 0,-1 0 0,0 0 0,0 0 0,0 0 0,-1-1 0,1 0 0,-1 1 0,0-2 0,0 1 0,-1-1 0,-9 5 0,9-5 0,-1-1 0,0 1 0,-1-2 0,1 1 0,0-1 0,0 0 0,-1-1 0,1 1 0,0-1 0,-1-1 0,1 0 0,0 0 0,-1 0 0,1-1 0,-9-3 0,-3-2 0,0-1 0,0-1 0,1 0 0,-21-16 0,32 21 0,1-1 0,0 0 0,0 0 0,0 0 0,1-1 0,0 0 0,0 0 0,0-1 0,-4-7 0,7 9 0,-1 1 0,1-1 0,1 1 0,-1-1 0,1 0 0,0 1 0,0-1 0,0 0 0,1 0 0,-1 0 0,1 0 0,0 0 0,1 0 0,-1 0 0,3-8 0,0 3 30,0 0 0,1 1 0,8-18 0,-10 23-144,0 1 0,1-1-1,-1 1 1,1 0 0,-1 0 0,1 0-1,0 0 1,0 1 0,0-1 0,0 1-1,1 0 1,6-4 0,2 2-6712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5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24575,'18'37'0,"48"141"0,-5-17 0,-32-79 0,-4-13 0,32 138 0,-56-199 0,5 33 0,-5-37 0,-1-1 0,0 0 0,0 1 0,0-1 0,-1 0 0,1 0 0,-1 1 0,0-1 0,-1 4 0,2-7 0,0 0 0,0 1 0,0-1 0,0 0 0,0 0 0,-1 0 0,1 0 0,0 1 0,0-1 0,0 0 0,0 0 0,0 0 0,0 0 0,-1 0 0,1 0 0,0 0 0,0 0 0,0 0 0,0 1 0,-1-1 0,1 0 0,0 0 0,0 0 0,0 0 0,0 0 0,-1 0 0,1 0 0,0 0 0,0 0 0,0 0 0,-1 0 0,1 0 0,0 0 0,0 0 0,0-1 0,0 1 0,-1 0 0,1 0 0,-8-7 0,-4-9 0,2-2 0,0 1 0,2-1 0,0 0 0,-7-29 0,12 36 0,0 1 0,2-1 0,-1 1 0,1-1 0,1 1 0,0-1 0,0 0 0,1 1 0,0-1 0,4-11 0,-4 19 0,0 0 0,0-1 0,1 1 0,-1 0 0,1 0 0,0 0 0,0 0 0,0 0 0,1 0 0,-1 0 0,1 1 0,-1-1 0,1 1 0,0 0 0,0 0 0,0 0 0,0 0 0,0 0 0,0 1 0,1-1 0,-1 1 0,7-2 0,-5 2 0,0 0 0,1 1 0,-1-1 0,0 1 0,1 0 0,-1 0 0,0 1 0,1 0 0,-1 0 0,0 0 0,0 0 0,0 1 0,0 0 0,9 4 0,-2 2 0,0 0 0,-1 0 0,1 1 0,-2 1 0,12 12 0,45 61 0,-26-31 0,-38-49 0,0 0 0,0 1 0,-1 0 0,1-1 0,-1 1 0,0 0 0,3 8 0,-5-11-22,0-1-1,0 0 1,0 0-1,0 0 1,0 0 0,0 1-1,-1-1 1,1 0-1,0 0 1,0 0-1,0 0 1,0 0-1,-1 0 1,1 1-1,0-1 1,0 0 0,0 0-1,0 0 1,-1 0-1,1 0 1,0 0-1,0 0 1,0 0-1,-1 0 1,1 0 0,0 0-1,0 0 1,0 0-1,-1 0 1,1 0-1,0 0 1,0 0-1,0 0 1,-1 0-1,1 0 1,0 0 0,0-1-1,0 1 1,-1 0-1,1 0-444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6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24575,'1'4'0,"38"85"0,-33-77 0,1-1 0,0 0 0,0-1 0,1 1 0,13 12 0,-21-22 0,0-1 0,1 1 0,-1-1 0,0 0 0,1 1 0,-1-1 0,1 0 0,-1 1 0,0-1 0,1 0 0,-1 0 0,1 1 0,-1-1 0,1 0 0,-1 0 0,1 0 0,-1 0 0,1 1 0,0-1 0,0-7 0,-8-15 0,0 7 0,-15-22 0,12 22 0,-10-23 0,17 33 0,1 0 0,1 0 0,-1-1 0,1 1 0,0 0 0,0-1 0,0 1 0,1-11 0,0 14 0,0 0 0,1 0 0,-1 0 0,1 1 0,-1-1 0,1 0 0,0 0 0,0 0 0,0 1 0,0-1 0,0 0 0,0 1 0,0-1 0,1 1 0,-1 0 0,1-1 0,-1 1 0,1 0 0,-1 0 0,1 0 0,0 0 0,-1 0 0,1 0 0,0 0 0,0 1 0,-1-1 0,1 1 0,0-1 0,3 0 0,6-1 0,0 1 0,1 0 0,19 1 0,-26 0 0,12 0-1365,-2 0-5461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6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24575,'0'-2'0,"1"0"0,0 1 0,0-1 0,0 0 0,0 0 0,0 0 0,0 1 0,0-1 0,0 1 0,3-3 0,-3 3 0,-1 1 0,1 0 0,-1 0 0,1-1 0,-1 1 0,1 0 0,-1 0 0,1 0 0,-1 0 0,1 0 0,-1 0 0,1 0 0,-1-1 0,1 1 0,-1 1 0,1-1 0,0 0 0,-1 0 0,1 0 0,-1 0 0,1 0 0,-1 0 0,1 1 0,-1-1 0,1 0 0,-1 0 0,1 1 0,-1-1 0,0 0 0,1 1 0,-1-1 0,1 0 0,-1 1 0,0-1 0,1 1 0,-1-1 0,0 1 0,0-1 0,1 1 0,-1-1 0,0 1 0,0-1 0,1 1 0,2 7 0,1-1 0,-1 0 0,-1 1 0,1 0 0,-1 0 0,1 11 0,2 51 0,-2-19 0,3 20 0,-4-33 0,2 1 0,11 51 0,-12-79 0,0-1 0,1 1 0,0-1 0,1 1 0,0-1 0,0-1 0,1 1 0,0-1 0,1 0 0,0 0 0,0-1 0,15 13 0,-10-13 0,0-1 0,0 0 0,0-1 0,1 0 0,0-1 0,0 0 0,0-1 0,0-1 0,21 3 0,-31-6-195,0 1 0,0-1 0,0 0 0,0 0 0,0 0 0,5-1 0,1-2-6631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7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45 24575,'-25'-37'0,"20"30"0,18 24 0,6 12 0,-2 0 0,0 1 0,-2 0 0,-2 1 0,-1 1 0,-1 0 0,-1 1 0,7 47 0,-8-1 0,-4-39 0,0 0 0,16 52 0,-21-90 0,1 1 0,0 0 0,1-1 0,-1 1 0,0-1 0,1 0 0,-1 1 0,1-1 0,0 0 0,0 0 0,0 0 0,0 0 0,0 0 0,0 0 0,0-1 0,1 1 0,-1-1 0,1 0 0,-1 1 0,1-1 0,-1 0 0,1-1 0,0 1 0,-1 0 0,1-1 0,0 1 0,0-1 0,-1 0 0,1 0 0,0 0 0,0 0 0,0-1 0,-1 1 0,1-1 0,0 1 0,-1-1 0,5-2 0,-3 1-68,1 0 0,-1-1-1,0 0 1,1 0 0,-1 0 0,-1-1-1,1 1 1,0-1 0,-1 0 0,0 0-1,0 0 1,0 0 0,0 0 0,-1-1-1,1 0 1,-1 1 0,0-1-1,-1 0 1,2-5 0,2-8-6758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7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0 24575,'-27'7'0,"-11"6"0,-2 2 0,3-1 0,6-1 0,6 0 0,4 1 0,6-3-8191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7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24575,'95'145'-849,"-7"4"-1,72 166 0,-147-284 1088,11 40-1,-20-57 18,-1 0 0,0 0-1,-1 0 1,-1 0 0,-1 22 0,0-33-222,0 1 1,0-1 0,-1 0 0,0 1-1,0-1 1,0 0 0,0 0 0,0 0-1,-1 1 1,1-1 0,-1 0 0,0-1-1,0 1 1,-4 4 0,3-4-25,-1 0 0,0 0 0,0 0 0,0 0 0,0-1 0,0 1-1,-1-1 1,1 0 0,-6 1 0,-8 2-22,1-2-1,-1 0 1,0-1 0,-24 0-1,36-2 31,-22 1-1382,4-1-5461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31 24575,'0'0'0,"1"0"0,-1 0 0,1 0 0,-1 0 0,0 0 0,1 0 0,-1 0 0,1 0 0,-1 0 0,1 0 0,-1 0 0,0 0 0,1 0 0,-1 0 0,1 0 0,-1 0 0,1 0 0,-1-1 0,0 1 0,1 0 0,-1 0 0,0-1 0,1 1 0,-1 0 0,0 0 0,1-1 0,-1 1 0,0 0 0,1-1 0,-1 1 0,0-1 0,0 1 0,1-1 0,-2 1 0,1-1 0,0 1 0,-1-1 0,1 1 0,0-1 0,-1 1 0,1-1 0,-1 1 0,1 0 0,-1-1 0,1 1 0,-1 0 0,1-1 0,-1 1 0,1 0 0,-1 0 0,1-1 0,-1 1 0,0 0 0,1 0 0,-1 0 0,1 0 0,-1 0 0,0 0 0,-12-1 0,0 1 0,0 0 0,0 1 0,0 0 0,-14 4 0,13-2 0,-1-1 0,1-1 0,-25 0 0,34-2-124,0 1 0,1-1 0,-1-1 0,1 1 0,-1-1 0,1 0-1,0 0 1,-1 0 0,1 0 0,-6-5 0,1-1-6702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28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40 24575,'-27'-7'0,"-13"-3"0,-4 1 0,5 1 0,5 3 0,7 4 0,8 3-8191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0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25 24575,'-5'-12'0,"0"0"0,4 12 0,4 6 0,13 37 0,-6-21 0,-1 1 0,-1 0 0,-1 0 0,-1 1 0,4 39 0,-9-51-118,0 0-90,0 0 0,-1-1 0,0 1 0,-1 0 1,-3 16-1,0-19-6618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0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439 31 24575,'-32'-3'0,"-15"0"0,-8 0 0,2-2 0,4 0 0,6 1 0,7 0 0,6 2 0,5 1 0,4 1 0,-4 0 0,2 0-8191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1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24575,'28'-5'0,"58"-6"0,-74 11 0,0 0 0,0 0 0,0 1 0,24 4 0,-33-4 0,0 0 0,0-1 0,0 1 0,0 1 0,-1-1 0,1 0 0,0 1 0,-1-1 0,1 1 0,-1 0 0,1 0 0,-1 0 0,0 0 0,0 0 0,0 1 0,0-1 0,0 1 0,0-1 0,-1 1 0,1-1 0,-1 1 0,0 0 0,0 0 0,0 0 0,1 5 0,-1-1 0,0-1 0,-1 0 0,0 0 0,-1 1 0,1-1 0,-1 0 0,0 0 0,-1 0 0,1 0 0,-1 0 0,-5 10 0,-14 23 0,13-25 0,-11 24 0,19-36 0,-1-1 0,1 0 0,-1 1 0,1-1 0,-1 0 0,1 1 0,0-1 0,0 1 0,0-1 0,0 1 0,0-1 0,0 0 0,0 1 0,0-1 0,0 1 0,1-1 0,-1 0 0,1 1 0,-1-1 0,1 0 0,0 2 0,1-1 0,-1-1 0,0 1 0,1-1 0,-1 0 0,1 0 0,0 1 0,-1-1 0,1 0 0,0 0 0,0-1 0,0 1 0,0 0 0,2 0 0,7 1 0,0 0 0,0-1 0,0 0 0,15-2 0,-22 1 0,17 0 60,28-6 0,-40 5-272,-1-1 0,0 0 0,1 0-1,-1-1 1,-1 0 0,11-5 0,-9 2-6614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24575,'-3'-2'0,"0"1"0,0 3 0,3 2 0,1 3 0,1 1 0,3 4 0,2 0 0,0 2 0,2-2 0,-1 0 0,1-3 0,-2 1 0,1-3 0,2-2 0,-2 1 0,1-1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1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24575,'0'15'0,"0"7"0,2 2 0,2 0 0,1-2 0,3-2 0,3-2 0,-1-2 0,0-3 0,-1-2 0,0-3 0,1-2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1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425 0 24575,'-27'0'0,"-14"0"0,-4 0 0,2 0 0,1 0 0,6 0 0,4 0 0,2 0 0,2 0 0,0 3 0,0 0 0,3 0 0,5-1-8191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33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79 24575,'-2'-13'0,"-6"-21"0,7 32 0,1 0 0,-1-1 0,0 1 0,0 0 0,-1 0 0,1 0 0,0 0 0,-1 0 0,1 0 0,-1 0 0,-3-2 0,4 3 0,0 1 0,0-1 0,0 1 0,0-1 0,0 1 0,0-1 0,0 1 0,0 0 0,-1 0 0,1-1 0,0 1 0,0 0 0,0 0 0,0 0 0,-1 0 0,1 1 0,0-1 0,0 0 0,0 0 0,0 1 0,0-1 0,-1 0 0,1 1 0,0-1 0,-1 2 0,-4 1 0,1 1 0,-1 0 0,-6 7 0,1-1 0,-20 12 0,10-7 0,-26 23 0,42-32 0,-1-1 0,1 1 0,0 0 0,0 1 0,1-1 0,0 1 0,0 0 0,-5 13 0,5-5 0,0-1 0,1 1 0,1-1 0,0 1 0,1 0 0,0 0 0,2 0 0,0 0 0,0 0 0,6 23 0,27 135 0,-5-44 0,-18-84 0,25 68 0,-20-67 0,-9-22 0,-1-1 0,3 30 0,-9-48 0,1 1-1,-1-1 1,0 0-1,-1 0 1,1 1-1,-1-1 0,0 0 1,0 0-1,-1 0 1,0 0-1,-3 9 1,-3-1 22,0 0-1,-16 20 1,14-20-496,1 0-1,-10 18 0,13-18-6351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49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24575,'5'0'0,"-1"0"0,-3 0 0,-5 0 0,-4 0 0,0 3 0,-2 0 0,-1 0 0,-2 0 0,0-2 0,1 3 0,1 0 0,-1-1 0,0 0 0,-1 1 0,-1 0 0,3 0-8191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50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26 315 24575,'0'0'0,"0"-1"0,1 0 0,-1 1 0,0-1 0,1 0 0,-1 1 0,1-1 0,-1 0 0,1 1 0,-1-1 0,1 1 0,-1-1 0,1 1 0,0-1 0,-1 1 0,1 0 0,0-1 0,-1 1 0,1 0 0,0-1 0,0 1 0,-1 0 0,1 0 0,0 0 0,0 0 0,-1 0 0,2 0 0,22-2 0,-9 3 0,1 1 0,-1 1 0,18 6 0,-22-6 0,0 0 0,-1 0 0,1-1 0,0-1 0,0 0 0,0 0 0,19-2 0,-30 1 0,1 0 0,-1 0 0,0 0 0,0 0 0,0 0 0,0 0 0,1 0 0,-1 0 0,0 0 0,0 0 0,0 0 0,0 0 0,1 0 0,-1 0 0,0 0 0,0 0 0,0 0 0,0 0 0,1 0 0,-1 0 0,0-1 0,0 1 0,0 0 0,0 0 0,0 0 0,0 0 0,0 0 0,1 0 0,-1-1 0,0 1 0,0 0 0,0 0 0,0 0 0,0 0 0,0-1 0,0 1 0,0 0 0,0 0 0,0 0 0,0 0 0,0-1 0,0 1 0,0 0 0,0 0 0,0 0 0,-7-8 0,-12-4 0,-55-21 0,59 28 0,0-1 0,0 0 0,1-2 0,0 1 0,0-2 0,-20-15 0,31 20 0,-1 1 0,1-1 0,0 0 0,0 1 0,1-2 0,-1 1 0,1 0 0,0 0 0,0-1 0,0 1 0,0-1 0,1 0 0,0 1 0,0-1 0,0 0 0,1 0 0,-1 0 0,1 0 0,0 0 0,1 1 0,-1-1 0,1 0 0,0 0 0,0 0 0,0 1 0,1-1 0,0 1 0,0-1 0,0 1 0,0-1 0,1 1 0,0 0 0,-1 0 0,1 1 0,1-1 0,-1 0 0,1 1 0,-1 0 0,1 0 0,0 0 0,0 0 0,0 1 0,1-1 0,-1 1 0,0 0 0,10-2 0,0-1 0,0 2 0,0 0 0,1 0 0,-1 1 0,1 1 0,-1 1 0,1 0 0,-1 1 0,1 0 0,-1 1 0,1 1 0,-1 0 0,15 6 0,-23-7 0,0 0 0,0 0 0,0 1 0,0 0 0,-1 1 0,1-1 0,-1 1 0,0 0 0,0 0 0,8 9 0,-11-10 0,0 1 0,1-1 0,-1 0 0,0 1 0,-1-1 0,1 1 0,-1 0 0,0 0 0,1-1 0,-2 1 0,1 0 0,0 0 0,-1 0 0,0 0 0,0 0 0,0 0 0,0 0 0,-2 7 0,0-5 0,1-1 0,-1 0 0,-1 1 0,1-1 0,-1 0 0,0 0 0,0-1 0,-5 6 0,4-5 0,1 0 0,-1 0 0,1 1 0,0-1 0,-4 11 0,7-14 0,0-1 0,-1 0 0,1 1 0,0-1 0,0 1 0,0-1 0,0 1 0,1-1 0,-1 1 0,0-1 0,1 1 0,-1-1 0,1 1 0,-1-1 0,1 0 0,-1 1 0,1-1 0,0 0 0,0 0 0,0 1 0,0-1 0,0 0 0,0 0 0,0 0 0,0 0 0,0 0 0,0 0 0,1 0 0,-1-1 0,0 1 0,3 1 0,5 2 0,-1-1 0,1 0 0,16 4 0,-25-7 0,25 5 0,0-2 0,0-1 0,1-1 0,-1 0 0,30-5 0,-50 4-170,-1-1-1,1 0 0,-1 0 1,1 0-1,-1 0 0,1-1 1,5-2-1,-1-2-6655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50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8 24575,'-4'-2'0,"0"1"0,0-1 0,-1 1 0,1 0 0,0 1 0,-1-1 0,1 1 0,-9 0 0,12 1 0,0-1 0,-1 0 0,1 0 0,0 0 0,0 1 0,0-1 0,0 0 0,0 1 0,0-1 0,0 1 0,0-1 0,0 1 0,0 0 0,0-1 0,1 1 0,-1 0 0,0 0 0,0 0 0,0-1 0,1 1 0,-1 0 0,1 0 0,-1 0 0,1 0 0,-1 0 0,1 0 0,-1 0 0,1 0 0,0 1 0,-1-1 0,1 0 0,0 0 0,0 0 0,0 0 0,0 0 0,0 0 0,0 0 0,0 1 0,1 1 0,0 1 0,1 1 0,-1-1 0,1 0 0,0 1 0,0-1 0,0 0 0,0 0 0,1 0 0,0-1 0,-1 1 0,7 5 0,5 5 0,22 16 0,-27-24 0,89 72 0,-96-76 0,-1-1 0,1 1 0,0 0 0,-1 0 0,1 0 0,-1 0 0,0 0 0,1 0 0,0 2 0,-2-3 0,0-1 0,0 0 0,0 1 0,1-1 0,-1 1 0,0-1 0,0 1 0,0-1 0,0 1 0,0-1 0,0 0 0,-1 1 0,1-1 0,0 1 0,0-1 0,0 1 0,0-1 0,0 0 0,-1 1 0,1-1 0,0 1 0,-1 0 0,0-1 0,1 1 0,-1 0 0,0-1 0,0 1 0,0-1 0,1 0 0,-1 1 0,0-1 0,0 0 0,0 1 0,0-1 0,0 0 0,-1 0 0,-90 7 0,48-3-682,-55 0-1,87-4-6143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51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0 24575,'-1'0'0,"0"0"0,0 1 0,0-1 0,0 0 0,0 0 0,0 1 0,0-1 0,0 1 0,0-1 0,0 1 0,0-1 0,0 1 0,0 0 0,0-1 0,0 1 0,1 0 0,-1 0 0,0-1 0,1 1 0,-1 0 0,0 0 0,1 0 0,-1 0 0,1 0 0,-1 0 0,1 0 0,-1 2 0,-1 4 0,0-1 0,1 1 0,-1 10 0,0-4 0,-9 44 0,-3-1 0,-2 0 0,-41 91 0,45-119-115,5-11-93,-1 0-1,-1 0 1,0-1 0,-1 0-1,-16 20 1,18-28-6618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51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24575,'6'-4'0,"0"1"0,-1 0 0,1 0 0,1 1 0,-1-1 0,0 1 0,0 1 0,1-1 0,-1 1 0,1 0 0,0 0 0,-1 1 0,1 0 0,10 1 0,-13 0 0,0 0 0,0 0 0,0 0 0,0 0 0,0 1 0,0-1 0,-1 1 0,1 0 0,0 0 0,-1 1 0,0-1 0,1 1 0,-1-1 0,0 1 0,0 0 0,-1 0 0,1 1 0,-1-1 0,1 0 0,-1 1 0,0 0 0,0-1 0,-1 1 0,3 5 0,-4-6 0,1-1 0,0 1 0,-1 0 0,1 0 0,-1 0 0,0 0 0,0 0 0,0 0 0,-1-1 0,1 1 0,-1 0 0,1 0 0,-1 0 0,0 0 0,0-1 0,0 1 0,-2 2 0,-2 4 0,-1 0 0,0-1 0,-11 12 0,-8 12 0,24-31 0,0 0 0,1 0 0,-1-1 0,1 1 0,0 0 0,-1 0 0,1 0 0,0 0 0,-1 0 0,1 0 0,0-1 0,0 1 0,0 0 0,0 0 0,0 0 0,0 0 0,0 0 0,0 0 0,0 0 0,0 1 0,1-2 0,-1 1 0,1 0 0,-1-1 0,1 1 0,-1 0 0,1-1 0,-1 1 0,1-1 0,0 1 0,-1-1 0,1 1 0,0-1 0,-1 0 0,1 1 0,0-1 0,0 0 0,-1 1 0,2-1 0,5 1 0,-1 0 0,1 0 0,-1-1 0,11 0 0,-11-1 0,43 0-682,60-11-1,-97 10-6143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2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0 433 24575,'1'1'0,"-1"-1"0,0 1 0,1 0 0,-1-1 0,0 1 0,1 0 0,-1-1 0,1 1 0,-1-1 0,1 1 0,-1-1 0,1 1 0,-1-1 0,1 1 0,0-1 0,-1 0 0,1 1 0,0-1 0,1 1 0,17 6 0,-14-5 0,5 1 0,0-1 0,0 0 0,0 0 0,0-1 0,17 0 0,22 3 0,-20 0 0,0-1 0,35-1 0,-95-16 0,0 1 0,-35-16 0,59 25 0,0-1 0,0 1 0,1-1 0,-1 0 0,1-1 0,-10-11 0,10 10 0,1-1 0,1 0 0,-1 0 0,1 0 0,0-1 0,1 1 0,0-1 0,0 0 0,1 0 0,0 0 0,1 0 0,0 0 0,0 0 0,1-1 0,0 1 0,1 0 0,0 0 0,0 0 0,1 0 0,0 0 0,1 0 0,5-12 0,-4 10 0,1 1 0,0 0 0,0 0 0,1 1 0,0 0 0,1 0 0,0 0 0,0 1 0,1 0 0,0 0 0,1 1 0,-1 0 0,1 1 0,1 0 0,-1 0 0,1 1 0,0 0 0,14-5 0,-16 8 0,-1 0 0,0 1 0,1-1 0,-1 1 0,1 1 0,0-1 0,-1 1 0,1 1 0,13 2 0,-18-3 0,1 2 0,0-1 0,0 0 0,0 1 0,-1 0 0,1 0 0,-1 0 0,1 0 0,-1 0 0,0 1 0,0-1 0,0 1 0,0 0 0,0 0 0,-1 0 0,1 1 0,-1-1 0,0 0 0,3 8 0,-1-1 0,0-1 0,-1 1 0,0 0 0,-1 0 0,0 0 0,-1 0 0,0 1 0,0-1 0,-1 0 0,-1 12 0,-1-6 0,-1 0 0,-1 1 0,0-1 0,-1-1 0,-11 24 0,15-36 0,-1-1 0,1 1 0,0 0 0,1 0 0,-1-1 0,0 1 0,1 0 0,0 0 0,-1 0 0,1 0 0,0 0 0,0 0 0,1-1 0,-1 1 0,1 0 0,-1 0 0,1 0 0,2 4 0,-2-5 0,1 1 0,-1-1 0,1 0 0,0 0 0,0 0 0,0 0 0,0 0 0,0 0 0,0-1 0,1 1 0,-1-1 0,1 1 0,-1-1 0,1 0 0,-1 0 0,1 0 0,-1 0 0,1-1 0,5 2 0,31 4-455,1-1 0,41 0 0,-68-5-6371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3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60 24575,'7'-11'0,"-1"1"0,0-1 0,6-14 0,-13 23 0,-4 3 0,-4 4 0,-5 5 0,-12 9 0,-1-2 0,-47 23 0,16-18 0,34-14 0,-32 16 0,56-24 0,-1 0 0,1 0 0,-1 0 0,1 0 0,-1 1 0,1-1 0,0 0 0,-1 0 0,1 1 0,0-1 0,-1 0 0,1 1 0,0-1 0,-1 0 0,1 1 0,0-1 0,-1 1 0,1-1 0,0 0 0,0 1 0,0-1 0,-1 1 0,1-1 0,0 1 0,0-1 0,0 1 0,0-1 0,0 1 0,0 0 0,1 0 0,-1 0 0,0-1 0,1 1 0,-1 0 0,1-1 0,-1 1 0,1 0 0,-1-1 0,1 1 0,0-1 0,-1 1 0,1-1 0,0 1 0,0 0 0,6 3 0,1 0 0,13 4 0,-14-5 0,61 23-682,79 21-1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0 394 24575,'25'2'0,"195"24"0,-227-26 0,-3-1 0,1 1 0,-17-4 0,15 1 0,0 0 0,1-1 0,-1-1 0,1 0 0,-15-9 0,19 10 0,1 0 0,1 0 0,-1-1 0,0 0 0,1 1 0,0-1 0,0-1 0,1 1 0,-1 0 0,1-1 0,-3-8 0,-1-3 0,0-1 0,2 0 0,0 0 0,-4-30 0,8 40 0,1 0 0,-1 1 0,2-1 0,-1 0 0,1 1 0,0-1 0,0 1 0,1-1 0,0 1 0,0-1 0,1 1 0,0 0 0,0 0 0,6-8 0,-4 9 0,1-1 0,-1 1 0,1 0 0,1 1 0,-1 0 0,1 0 0,0 0 0,0 0 0,1 1 0,-1 1 0,1-1 0,0 1 0,0 0 0,0 1 0,0 0 0,1 0 0,-1 1 0,16-1 0,-13 2 0,0-1 0,0 2 0,0 0 0,0 0 0,0 1 0,0 0 0,-1 1 0,1 0 0,-1 1 0,0 0 0,0 0 0,0 1 0,0 1 0,9 7 0,-15-10 0,0 0 0,-1 0 0,1 1 0,-1-1 0,0 1 0,0 0 0,0 0 0,-1 0 0,0 0 0,1 0 0,-1 1 0,-1-1 0,1 1 0,-1-1 0,1 1 0,-1-1 0,0 1 0,-1 0 0,1 8 0,-2-5 0,0 0 0,0 0 0,-1 0 0,0 0 0,0 0 0,-1 0 0,0 0 0,0-1 0,-1 1 0,-8 11 0,-12 14 0,17-24 0,-1 1 0,2 0 0,-11 19 0,17-28 0,-1 0 0,1 1 0,-1-1 0,1 0 0,0 0 0,-1 0 0,1 1 0,0-1 0,0 0 0,0 0 0,0 1 0,0-1 0,0 0 0,0 0 0,0 0 0,0 1 0,1-1 0,-1 0 0,1 0 0,-1 0 0,1 0 0,-1 1 0,2 0 0,-1 0 0,1-1 0,-1 1 0,1-1 0,0 1 0,0-1 0,0 0 0,-1 0 0,1 0 0,0 0 0,1 0 0,-1 0 0,2 0 0,7 1 0,0 0 0,-1 0 0,1-2 0,13 1 0,0-1-103,-12 1-107,0-1-1,0-1 1,0 1 0,0-2-1,15-3 1,-18 2-6616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4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18 24575,'-6'-3'0,"0"0"0,0 0 0,0 1 0,-9-3 0,14 5 0,-1-1 0,1 1 0,0 0 0,-1 0 0,1-1 0,-1 1 0,1 0 0,-1 1 0,1-1 0,-1 0 0,-2 1 0,4-1 0,-1 1 0,1-1 0,-1 0 0,0 1 0,1-1 0,-1 1 0,1-1 0,-1 0 0,1 1 0,0-1 0,-1 1 0,1 0 0,-1-1 0,1 1 0,0-1 0,0 1 0,-1 0 0,1-1 0,0 1 0,0-1 0,0 1 0,0 0 0,-1-1 0,1 1 0,0 0 0,0 1 0,1 0 0,-1 1 0,0-1 0,1 0 0,0 1 0,-1-1 0,1 0 0,0 1 0,0-1 0,0 0 0,1 0 0,2 4 0,21 24 0,-13-17 0,3 3 0,20 17 0,-20-19 0,21 24 0,-34-36 0,-1-1 0,0 1 0,0 0 0,0-1 0,0 1 0,0 0 0,0 0 0,0 0 0,0 0 0,-1 0 0,1 0 0,-1 2 0,0-3 0,0 0 0,0 0 0,0-1 0,0 1 0,0 0 0,-1 0 0,1-1 0,0 1 0,-1 0 0,1-1 0,-1 1 0,1 0 0,0-1 0,-1 1 0,0 0 0,1-1 0,-1 1 0,1-1 0,-1 1 0,0-1 0,1 1 0,-1-1 0,0 0 0,1 1 0,-1-1 0,0 0 0,0 1 0,1-1 0,-1 0 0,0 0 0,0 0 0,0 0 0,1 0 0,-2 0 0,-25 3 0,1-2 0,-40-4 0,11 1 0,31 2-455,0 1 0,-28 3 0,36 0-6371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5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647 45 24575,'-30'-11'0,"0"1"0,-45-7 0,57 14 0,0 1 0,0 1 0,1 1 0,-1 0 0,-33 5 0,-7 2-32,0-3 0,-89-4 0,63-1-1237,59 1-5557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1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24575,'37'-1'0,"-23"0"0,1 1 0,0 0 0,-1 1 0,18 3 0,-29-3 0,-1-1 0,0 1 0,0 0 0,0 0 0,0 0 0,0 0 0,0 0 0,0 0 0,0 1 0,-1-1 0,1 1 0,0-1 0,-1 1 0,0 0 0,2 2 0,0-1 0,-1 1 0,0 0 0,-1 0 0,1 0 0,-1 0 0,1 0 0,0 7 0,-1-1 0,0 0 0,0 0 0,-1 0 0,-1 0 0,0 0 0,-2 12 0,-1-9 0,0-1 0,-1 0 0,0 0 0,-1 0 0,-13 20 0,10-18 0,9-14 0,-1 1 0,1-1 0,-1 1 0,1-1 0,0 1 0,0-1 0,-1 1 0,1-1 0,0 1 0,0-1 0,-1 1 0,1 0 0,0-1 0,0 1 0,0-1 0,0 1 0,0 0 0,0-1 0,0 1 0,0-1 0,0 1 0,0 0 0,0-1 0,0 1 0,1-1 0,-1 1 0,0-1 0,0 1 0,1-1 0,-1 1 0,0-1 0,1 1 0,-1-1 0,0 1 0,1-1 0,-1 1 0,1-1 0,-1 0 0,1 1 0,-1-1 0,1 0 0,-1 1 0,1-1 0,-1 0 0,1 1 0,-1-1 0,1 0 0,-1 0 0,1 0 0,0 0 0,-1 0 0,2 0 0,4 1 0,1 0 0,0 0 0,13-2 0,-7 1 0,73 6 0,35 1 0,-116-7-227,1 0-1,0 0 1,0 1-1,0 0 1,5 2-1,-2 0-6598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5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24 24575,'-8'-15'0,"5"7"0,1 15 0,2 6 0,12 41 0,4 68 0,0-1 0,-4-42 0,1-2 0,2 10 0,-14-74-1365,0-2-5461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4:57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 24575,'-6'-8'0,"3"12"0,3 14 0,19 66 0,-9-39 0,-1 0 0,6 89 0,-17-50 0,4 60 0,0-132-30,-1-11-40,-1 0-1,1 0 1,-1 1 0,0-1 0,1 0-1,-1 0 1,0 1 0,0-1-1,0 0 1,0 0 0,0 1 0,0-1-1,0 0 1,0 0 0,-1 1 0,1-1-1,0 0 1,-2 3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03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1 348 24575,'173'11'0,"-172"-11"0,44 3 0,-42-3 0,0 0 0,0-1 0,1 1 0,-1-1 0,0 1 0,0-1 0,0 0 0,-1 0 0,1-1 0,0 1 0,0 0 0,2-3 0,-4 4 0,-1-1 0,0 1 0,1 0 0,-1-1 0,0 1 0,0 0 0,0-1 0,1 1 0,-1 0 0,0-1 0,0 1 0,0-1 0,0 1 0,0 0 0,0-1 0,1 1 0,-1-1 0,0 1 0,0 0 0,0-1 0,-1 1 0,1-1 0,0 1 0,0 0 0,0-1 0,0 1 0,0-1 0,0 1 0,-1 0 0,1-1 0,0 1 0,0 0 0,0-1 0,-1 1 0,1 0 0,0-1 0,0 1 0,-1 0 0,1 0 0,0-1 0,-1 1 0,1 0 0,0 0 0,-1-1 0,-19-12 0,16 11 0,-14-8 0,0-2 0,1 0 0,0-1 0,-25-25 0,35 31 0,1 0 0,0-1 0,1 0 0,0 0 0,0 0 0,0-1 0,1 1 0,0-1 0,1 0 0,0 0 0,1 0 0,-3-18 0,4 24 0,1-1 0,0 1 0,0-1 0,0 1 0,0-1 0,0 1 0,1-1 0,0 1 0,0-1 0,0 1 0,0-1 0,0 1 0,1 0 0,-1 0 0,1-1 0,0 1 0,0 0 0,0 1 0,0-1 0,1 0 0,-1 1 0,6-5 0,-2 3 0,-1 1 0,1-1 0,0 1 0,0 1 0,1-1 0,-1 1 0,1 0 0,-1 0 0,1 1 0,-1 0 0,10 0 0,2 0 0,0 2 0,0 0 0,0 0 0,0 2 0,0 1 0,-1 0 0,1 1 0,-1 0 0,0 2 0,-1 0 0,1 1 0,-1 1 0,25 18 0,-37-24 0,-1 0 0,1 0 0,-1 0 0,0 0 0,0 1 0,0-1 0,0 1 0,-1 0 0,0 0 0,1 0 0,-2 0 0,1 1 0,2 7 0,-3-9 0,-1 1 0,1-1 0,-1 0 0,0 0 0,0 1 0,0-1 0,-1 0 0,1 0 0,-1 1 0,0-1 0,0 0 0,0 0 0,0 0 0,-1 0 0,1 0 0,-1 0 0,1 0 0,-1-1 0,-4 6 0,-1-1 0,5-5 0,0-1 0,1 1 0,-1 0 0,1 0 0,0-1 0,-1 1 0,1 0 0,0 0 0,-1 2 0,2-3 0,0-1 0,0 0 0,0 1 0,0-1 0,0 1 0,0-1 0,0 1 0,0-1 0,0 1 0,0-1 0,1 0 0,-1 1 0,0-1 0,0 1 0,0-1 0,0 0 0,1 1 0,-1-1 0,1 1 0,12 8 0,11-1-170,0 0-1,1-2 0,0 0 1,0-2-1,0-1 0,0-1 1,36-1-1,-49-1-6655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03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14 24575,'-7'-3'0,"-1"1"0,1 0 0,-1 0 0,0 0 0,0 1 0,-10 0 0,16 1 0,0 0 0,0 0 0,1 0 0,-1 0 0,0 0 0,1 1 0,-1-1 0,1 1 0,-1-1 0,0 1 0,1 0 0,-1 0 0,1 0 0,-1 0 0,-1 1 0,3-1 0,-1 0 0,0 0 0,0 1 0,1-1 0,-1 0 0,0 0 0,1 1 0,0-1 0,-1 0 0,1 1 0,0-1 0,-1 1 0,1-1 0,0 1 0,0-1 0,0 0 0,0 1 0,1-1 0,-1 1 0,0-1 0,1 3 0,1 2 0,0 0 0,0 0 0,1-1 0,0 1 0,0 0 0,0-1 0,0 1 0,1-1 0,0 0 0,0 0 0,7 5 0,7 6 0,35 23 0,-3-2 0,-50-36 0,1-1 0,0 1 0,0 0 0,0-1 0,-1 1 0,1 0 0,0 0 0,-1-1 0,1 1 0,-1 0 0,1 0 0,-1 0 0,1 0 0,-1 0 0,1 0 0,-1 0 0,0 0 0,0 0 0,1 0 0,-1 0 0,0 0 0,0 2 0,-1-2 0,1 0 0,0 0 0,-1 0 0,0 0 0,1 0 0,-1 0 0,1 0 0,-1 0 0,0 0 0,0-1 0,0 1 0,1 0 0,-1 0 0,0-1 0,0 1 0,-2 1 0,-3 0 0,0 1 0,0-1 0,0 0 0,0 0 0,0 0 0,-8 0 0,-43 2 81,-16 3-1527,59-5-5380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04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9 24575,'0'0'0,"-1"-1"0,1 1 0,0-1 0,0 1 0,0-1 0,-1 1 0,1 0 0,0-1 0,-1 1 0,1-1 0,0 1 0,-1 0 0,1-1 0,0 1 0,-1 0 0,1-1 0,-1 1 0,1 0 0,0-1 0,-1 1 0,1 0 0,-1 0 0,1 0 0,-1 0 0,1-1 0,-2 1 0,2 0 0,-1 1 0,1-1 0,-1 0 0,0 1 0,1-1 0,-1 0 0,1 1 0,-1-1 0,1 1 0,-1-1 0,1 1 0,0-1 0,-1 1 0,1-1 0,-1 1 0,1-1 0,-1 2 0,-10 27 0,11-29 0,-29 134 0,7-30 0,19-96-91,0 0 0,0 0 0,0 0 0,-1 0 0,0-1 0,0 1 0,-1-1 0,0 0 0,0-1 0,-1 1 0,0-1 0,0 0 0,-1 0 0,-6 4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04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89 24575,'-1'-7'0,"-1"1"0,1-1 0,1 1 0,0-1 0,0 0 0,1-13 0,0 19 0,-1-1 0,0 1 0,1 0 0,-1-1 0,1 1 0,-1-1 0,1 1 0,0 0 0,0 0 0,0-1 0,-1 1 0,1 0 0,0 0 0,0 0 0,1 0 0,-1 0 0,0 0 0,0 0 0,0 0 0,1 1 0,-1-1 0,0 0 0,1 1 0,-1-1 0,1 1 0,-1-1 0,1 1 0,-1 0 0,1 0 0,-1-1 0,1 1 0,-1 0 0,1 0 0,-1 1 0,1-1 0,2 1 0,7 0 0,0 2 0,0-1 0,-1 2 0,1-1 0,-1 1 0,18 10 0,-24-11 0,1-1 0,0 1 0,-1 0 0,0 0 0,0 1 0,0 0 0,0-1 0,-1 1 0,1 0 0,-1 1 0,0-1 0,0 0 0,0 1 0,-1 0 0,0 0 0,2 5 0,-3-6 0,0 0 0,-1 0 0,0 0 0,0 0 0,0 0 0,0 0 0,0-1 0,-1 1 0,0 0 0,0 0 0,0 0 0,0-1 0,-1 1 0,1 0 0,-1-1 0,0 1 0,-3 4 0,-4 4 0,-1 1 0,-1-2 0,-12 12 0,-5 5 0,27-26 0,-1 0 0,1 0 0,-1 0 0,1 0 0,0 0 0,0 0 0,0 0 0,0 0 0,0 0 0,0 0 0,0 4 0,1-5 0,0 0 0,0 0 0,0 0 0,0 0 0,0 0 0,0 0 0,1-1 0,-1 1 0,0 0 0,1 0 0,-1 0 0,0 0 0,1 0 0,-1-1 0,1 1 0,-1 0 0,1 0 0,0-1 0,-1 1 0,1 0 0,0-1 0,-1 1 0,1-1 0,0 1 0,0-1 0,0 1 0,-1-1 0,1 0 0,0 1 0,0-1 0,1 1 0,7 1 0,-1 0 0,1 0 0,-1-1 0,1 0 0,12 0 0,45-4 0,-55 2 0,80-12-1365,-78 11-5461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09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24575,'0'-1'0,"1"0"0,-1-1 0,1 1 0,0 1 0,-1-1 0,1 0 0,0 0 0,0 0 0,0 0 0,0 0 0,0 1 0,0-1 0,0 0 0,0 1 0,0-1 0,0 1 0,2-1 0,-2 1 0,0 0 0,-1 0 0,1 1 0,0-1 0,-1 1 0,1-1 0,0 0 0,-1 1 0,1-1 0,0 1 0,-1 0 0,1-1 0,-1 1 0,1 0 0,-1-1 0,1 1 0,-1 0 0,1-1 0,-1 1 0,0 0 0,1 0 0,-1-1 0,0 1 0,0 0 0,0 0 0,0 0 0,56 188 0,-41-142 0,50 144 0,-84-228-1365,11 25-5461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09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29 24575,'1'0'0,"0"0"0,0 0 0,0 0 0,-1-1 0,1 1 0,0 0 0,0-1 0,0 1 0,0-1 0,0 1 0,0-1 0,-1 1 0,1-1 0,0 0 0,0 1 0,0-2 0,-1 1 0,0 1 0,-1 0 0,1-1 0,0 1 0,-1 0 0,1 0 0,-1-1 0,1 1 0,0 0 0,-1 0 0,1-1 0,-1 1 0,1 0 0,-1 0 0,1 0 0,0 0 0,-1 0 0,1-1 0,-1 1 0,1 0 0,-1 0 0,0 0 0,-37-2 0,37 2 0,-207-8 0,-86 2 0,219 7 0,73-2-85,0 1 0,0 0-1,1 0 1,-1 0 0,0 0-1,0 1 1,0-1 0,0 1-1,0-1 1,0 1 0,0-1-1,0 1 1,1 0 0,-1 0-1,-2 2 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1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15 247 24575,'39'0'0,"57"-8"0,-82 6 0,0-1 0,0 0 0,0-1 0,0-1 0,-1 0 0,0-1 0,18-10 0,-28 13 0,1 1 0,-1-1 0,1 0 0,-1 0 0,0-1 0,0 1 0,-1 0 0,1-1 0,-1 0 0,1 0 0,-1 0 0,0 0 0,-1 0 0,1 0 0,-1 0 0,0 0 0,0-1 0,1-6 0,-2 7 0,1 0 0,-1 0 0,-1 0 0,1 0 0,0 0 0,-1 1 0,0-1 0,0 0 0,0 0 0,0 1 0,-1-1 0,1 0 0,-1 1 0,0-1 0,0 1 0,0 0 0,-1 0 0,1 0 0,-1 0 0,0 0 0,-4-3 0,0 1 0,0 0 0,0 1 0,-1 0 0,1 1 0,-1-1 0,0 2 0,0-1 0,0 1 0,-1 0 0,1 0 0,0 1 0,-1 1 0,-8-1 0,8 1 0,-1 1 0,1 0 0,-1 1 0,1-1 0,-1 2 0,1-1 0,0 2 0,0-1 0,0 1 0,1 0 0,-11 7 0,15-8 0,1 0 0,0 1 0,0-1 0,0 0 0,0 1 0,1 0 0,-1-1 0,1 1 0,0 0 0,0 0 0,1 1 0,-1-1 0,0 5 0,-2 5 0,1 0 0,-2 26 0,4-32 0,1 0 0,0 0 0,0-1 0,1 1 0,0 0 0,0 0 0,1 0 0,0-1 0,0 1 0,1-1 0,4 9 0,-5-12 0,0 0 0,1 0 0,0 0 0,0-1 0,0 1 0,1-1 0,-1 1 0,1-1 0,0 0 0,0 0 0,0-1 0,0 1 0,0-1 0,0 0 0,1 0 0,-1-1 0,1 1 0,-1-1 0,8 2 0,79 4 0,-39-1-57,-1-3-1,58-3 0,-51-1-1134,-43 1-5634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2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16 24575,'-4'-6'0,"-2"-4"0,7 18 0,35 101 0,43 116 0,-72-208 0,16 43 0,-21-53 0,0 0 0,0 0 0,-1 1 0,0-1 0,0 0 0,-1 10 0,0-16 0,0 1 0,0-1 0,0 0 0,0 0 0,-1 1 0,1-1 0,0 0 0,-1 0 0,1 0 0,-1 1 0,0-1 0,1 0 0,-1 0 0,0 0 0,1 0 0,-1 0 0,0 0 0,0-1 0,0 1 0,0 0 0,-1 1 0,0-1 0,-1 0 0,1-1 0,0 1 0,0 0 0,0-1 0,0 1 0,-1-1 0,1 0 0,0 0 0,0 0 0,-3 0 0,-2-1 0,0 0 0,0 0 0,0-1 0,0 0 0,0 0 0,-10-5 0,5 1 0,1-1 0,0 0 0,-17-13 0,25 17 0,-1-1 0,1 1 0,0 0 0,0-1 0,0 1 0,1-1 0,-1 0 0,1 0 0,0 0 0,0 0 0,0-1 0,0 1 0,-1-8 0,3 11 0,0-1 0,0 1 0,0 0 0,0 0 0,0 0 0,0 0 0,0 0 0,0 0 0,0-1 0,1 1 0,-1 0 0,0 0 0,1 0 0,-1 0 0,1 0 0,-1 0 0,1 0 0,0 0 0,-1 0 0,1 1 0,1-2 0,0 0 0,0 0 0,0 1 0,0 0 0,0-1 0,1 1 0,-1 0 0,1 0 0,4-1 0,4-1 0,0 1 0,0 1 0,15-1 0,-24 2 0,34-1 0,-17 1 0,0 0 0,0-2 0,0 0 0,30-8 0,-47 10-45,-1-1-1,1 1 1,-1 0-1,0-1 1,1 1-1,-1-1 1,0 1-1,0-1 1,1 0-1,-1 1 1,0-1-1,0 0 1,0 0-1,0 0 1,0 0-1,0 0 1,0 0-1,0 0 1,0 0-1,-1-1 1,1 1-1,0 0 1,-1 0-1,1-1 0,-1 1 1,1 0-1,-1-1 1,0 1-1,1-2 1,-2-8-6781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3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22 129 24575,'-2'-22'0,"-4"-7"0,0-2 0,0 8 0,4 7 0,3 9 0,0 8 0,1 7 0,-1 3 0,1 1-8191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4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13 416 24575,'-2'-1'0,"1"0"0,0 1 0,1-1 0,-1 0 0,0 0 0,0-1 0,0 1 0,1 0 0,-1 0 0,0 0 0,1 0 0,-1-1 0,1 1 0,-1 0 0,1-1 0,0 1 0,0 0 0,-1 0 0,1-1 0,0 1 0,0-1 0,0 1 0,1 0 0,-1-3 0,1 3 0,0-1 0,0 1 0,0-1 0,0 1 0,0 0 0,0-1 0,0 1 0,1 0 0,-1 0 0,0 0 0,1 0 0,-1 0 0,1 0 0,-1 0 0,1 0 0,0 1 0,-1-1 0,1 1 0,2-1 0,9-2 0,0 1 0,0 0 0,0 1 0,0 1 0,26 2 0,-18-1 0,23-1 0,-43 0 0,0 0 0,0 0 0,0 0 0,0 0 0,0 0 0,0 0 0,0 0 0,0-1 0,0 1 0,0 0 0,-1-1 0,1 1 0,0-1 0,0 1 0,0-1 0,0 1 0,0-1 0,-1 0 0,0 1 0,0-1 0,-1 0 0,1 1 0,0-1 0,-1 1 0,1-1 0,0 1 0,-1-1 0,1 1 0,0 0 0,-1-1 0,1 1 0,-1 0 0,1-1 0,-1 1 0,1 0 0,-1-1 0,1 1 0,-1 0 0,1 0 0,-1-1 0,0 1 0,1 0 0,-1 0 0,1 0 0,-2 0 0,-10-5 0,4 3 0,0-1 0,0 0 0,1 0 0,-1-1 0,1 0 0,0 0 0,0-1 0,0 0 0,-8-8 0,11 8 0,0 0 0,0-1 0,0 1 0,1-1 0,0 0 0,0 0 0,0-1 0,1 1 0,0 0 0,0-1 0,-1-12 0,1 2 0,0 0 0,2 0 0,2-27 0,-1 39 0,0 0 0,0 0 0,0 0 0,1 0 0,0 0 0,0 0 0,0 1 0,0-1 0,1 1 0,-1-1 0,1 1 0,0 0 0,1 0 0,-1 1 0,1-1 0,-1 1 0,1-1 0,0 1 0,0 0 0,1 1 0,-1-1 0,1 1 0,-1-1 0,10-2 0,-4 2 0,0 0 0,0 1 0,0 0 0,0 1 0,1 0 0,-1 0 0,0 1 0,0 0 0,1 1 0,-1 1 0,14 2 0,-14-1 0,-1 0 0,0 1 0,1 0 0,-1 0 0,-1 1 0,1 0 0,11 9 0,-16-11 0,0 1 0,-1-1 0,1 1 0,-1-1 0,0 1 0,0 0 0,0 0 0,0 1 0,-1-1 0,1 0 0,-1 1 0,0 0 0,-1-1 0,1 1 0,-1 0 0,1 8 0,-2-7 0,0 1 0,0-1 0,0 1 0,-1-1 0,0 1 0,-1-1 0,1 1 0,-1-1 0,-1 0 0,1 0 0,-6 10 0,-3 1 0,0-1 0,-21 24 0,30-37 0,0-1 0,0 1 0,0 0 0,0 0 0,0 0 0,-1 4 0,2-6 0,1 0 0,0-1 0,0 1 0,0 0 0,0-1 0,0 1 0,0 0 0,0-1 0,0 1 0,0-1 0,0 1 0,0 0 0,1-1 0,-1 1 0,0 0 0,0-1 0,1 1 0,-1-1 0,0 1 0,1 0 0,-1-1 0,0 1 0,1-1 0,-1 1 0,1-1 0,-1 0 0,1 1 0,-1-1 0,1 1 0,-1-1 0,1 0 0,-1 1 0,1-1 0,0 0 0,-1 0 0,1 1 0,0-1 0,-1 0 0,1 0 0,0 0 0,17 5 0,0-1 0,1-1 0,35 1 0,57-7 0,-39-8-1365,-59 9-5461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7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24575,'6'-16'0,"2"-5"0,-8 20 0,1 0 0,-1 0 0,1 1 0,-1-1 0,1 0 0,0 0 0,-1 1 0,1-1 0,0 0 0,-1 1 0,1-1 0,0 1 0,0-1 0,0 1 0,-1-1 0,1 1 0,0-1 0,0 1 0,1 0 0,-1 0 0,0 0 0,-1 0 0,1 0 0,0 0 0,0 1 0,0-1 0,-1 0 0,1 0 0,0 1 0,0-1 0,-1 1 0,1-1 0,0 1 0,-1-1 0,1 1 0,0-1 0,-1 1 0,1-1 0,-1 1 0,1 0 0,-1-1 0,1 1 0,-1 0 0,1 0 0,-1-1 0,1 2 0,9 25 0,-8-22 0,58 214 0,0-1 0,-26-125 0,-34-91 0,1-1 0,0 1 0,-1-1 0,1 0 0,0 0 0,0 1 0,0-1 0,0 0 0,0 0 0,1 0 0,-1 0 0,0 0 0,0 0 0,1 0 0,-1 0 0,0-1 0,3 2 0,-2-1 0,1 0 0,0-1 0,0 1 0,0-1 0,0 0 0,0 1 0,1-1 0,3-1 0,5-1 0,0 0 0,0-1 0,17-7 0,-21 7 0,1 0 30,0-1 0,0 0 0,16-9 0,-21 10-154,0 0 0,-1 1 1,0-1-1,0 0 0,1 0 0,-2-1 1,1 1-1,0-1 0,-1 1 0,0-1 1,3-4-1,-1-4-6702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7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26 24575,'-30'-5'0,"-11"-1"0,-2 0 0,4 1 0,6 1 0,7 4 0,4 2 0,5 3 0,2 1 0,1 2 0,0 1 0,4 0-8191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1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286 448 24575,'-5'-5'0,"1"1"0,-1 0 0,0 0 0,0 1 0,-1-1 0,1 1 0,-1 1 0,0-1 0,1 1 0,-1 0 0,0 0 0,-1 0 0,1 1 0,0 0 0,0 0 0,0 1 0,-1 0 0,1 0 0,0 0 0,-1 1 0,1 0 0,0 0 0,0 0 0,0 1 0,0 0 0,0 0 0,0 1 0,0 0 0,1 0 0,-10 6 0,1 2 0,0 1 0,-21 23 0,16-16 0,18-18 0,-1 0 0,1 0 0,0 0 0,0 0 0,0 0 0,0 1 0,0-1 0,1 0 0,-1 1 0,0-1 0,0 1 0,1-1 0,-1 1 0,1-1 0,0 1 0,-1-1 0,1 1 0,0 0 0,0-1 0,0 1 0,0-1 0,0 1 0,0 0 0,0-1 0,1 1 0,0 1 0,0-1 0,0 0 0,0-1 0,0 1 0,0 0 0,1-1 0,-1 1 0,1-1 0,-1 1 0,1-1 0,-1 0 0,1 0 0,0 1 0,0-1 0,-1-1 0,1 1 0,0 0 0,0 0 0,0-1 0,4 2 0,6 0 0,1 0 0,-1-1 0,1-1 0,-1 1 0,1-2 0,-1 0 0,1 0 0,21-7 0,-31 7 0,0 0 0,0 0 0,0 0 0,0-1 0,0 0 0,-1 1 0,1-1 0,0 0 0,-1 0 0,1-1 0,-1 1 0,0 0 0,0-1 0,3-3 0,-3 1 0,1 0 0,-1 1 0,0-1 0,0 0 0,-1 0 0,1 0 0,-1 0 0,0-7 0,0-6 0,-1-1 0,0 1 0,-2 0 0,-3-20 0,-2 2 0,-2 1 0,-1 0 0,-20-48 0,-58-94 0,88 176 0,0 1 0,0-1 0,-1 0 0,1 0 0,-1 1 0,1-1 0,-1 0 0,1 0 0,-1 1 0,1-1 0,-1 1 0,1-1 0,-1 0 0,0 1 0,1-1 0,-2 0 0,2 2 0,-1-1 0,1 1 0,0-1 0,0 0 0,0 1 0,-1-1 0,1 1 0,0-1 0,0 1 0,0-1 0,0 1 0,0-1 0,0 1 0,0-1 0,0 1 0,0-1 0,0 1 0,0-1 0,1 1 0,5 33 0,15 33 0,45 95 0,44 59 0,-99-200 0,2 1 0,29 37 0,-40-57 18,-2-2-9,-2-2-1401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2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30 479 24575,'176'-24'0,"-140"19"0,-36 5 0,0 0 0,0 0 0,0 0 0,0 0 0,0 0 0,0 0 0,0 0 0,0 0 0,0 0 0,0 0 0,0 0 0,0-1 0,0 1 0,0 0 0,0 0 0,0 0 0,0 0 0,0 0 0,0 0 0,0 0 0,0 0 0,0 0 0,0 0 0,0 0 0,-1 0 0,1 0 0,0 0 0,0 0 0,0 0 0,0 0 0,0 0 0,0 0 0,0-1 0,0 1 0,0 0 0,0 0 0,1 0 0,-1 0 0,0 0 0,0 0 0,0 0 0,0 0 0,0 0 0,0 0 0,0 0 0,0 0 0,0 0 0,0 0 0,0 0 0,0 0 0,0 0 0,0 0 0,0 0 0,0 0 0,0 0 0,0 0 0,0 0 0,0-1 0,0 1 0,0 0 0,0 0 0,0 0 0,1 0 0,-1 0 0,-8-4 0,-8-3 0,0 1 0,1-1 0,0 0 0,0-1 0,1 0 0,0-1 0,0-1 0,-24-22 0,27 21 0,0-1 0,1-1 0,-14-22 0,20 28 0,1 1 0,0 0 0,1-1 0,-1 1 0,1-1 0,1 0 0,-1 0 0,1 0 0,1 0 0,-1 0 0,1-8 0,1 6 0,0 1 0,1-1 0,0 0 0,0 1 0,1-1 0,0 1 0,0 0 0,1 0 0,0 0 0,1 0 0,0 0 0,0 1 0,0 0 0,1 0 0,0 1 0,0 0 0,1 0 0,0 0 0,0 1 0,0-1 0,1 2 0,0-1 0,0 1 0,0 1 0,0-1 0,0 1 0,1 1 0,14-4 0,-9 5 0,-1 1 0,1-1 0,0 2 0,0 0 0,0 1 0,-1 0 0,1 1 0,23 9 0,-27-9 0,-1 1 0,0 0 0,-1 1 0,1 0 0,-1 1 0,0-1 0,0 2 0,0-1 0,-1 1 0,0 0 0,-1 0 0,1 1 0,5 9 0,-10-12 0,1 0 0,-1 1 0,1 0 0,-2-1 0,1 1 0,0 0 0,-1 0 0,0 0 0,-1 0 0,1 0 0,-1 0 0,-1 0 0,1 0 0,-1 0 0,-1 8 0,-3 2 0,1 0 0,-2-1 0,0 1 0,-11 19 0,2-10 0,10-15 0,-1-1 0,1 1 0,-4 13 0,8-22 0,1 0 0,0 1 0,0-1 0,0 0 0,0 0 0,0 0 0,1 0 0,-1 0 0,0 0 0,0 0 0,1 1 0,-1-1 0,1 0 0,-1 0 0,1 0 0,-1 0 0,1 0 0,-1 0 0,1-1 0,0 1 0,0 0 0,-1 0 0,1 0 0,0-1 0,0 1 0,0 0 0,0-1 0,0 1 0,0-1 0,0 1 0,0-1 0,2 1 0,4 2 0,-1-1 0,1 1 0,12 1 0,11 0 0,34 1 0,-14-2 0,46 1 56,-54-3-767,54 8 1,-79-6-6116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26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0 24575,'3'0'0,"0"0"0,-1 1 0,1-1 0,0 0 0,-1 1 0,5 1 0,-7-2 0,0 0 0,1 0 0,-1 0 0,0 0 0,0 0 0,0 0 0,0 0 0,1 0 0,-1 1 0,0-1 0,0 0 0,0 0 0,0 0 0,0 0 0,0 0 0,0 0 0,1 1 0,-1-1 0,0 0 0,0 0 0,0 0 0,0 0 0,0 0 0,0 1 0,0-1 0,0 0 0,0 0 0,0 0 0,0 0 0,0 1 0,0-1 0,0 0 0,0 0 0,0 0 0,0 0 0,0 1 0,0-1 0,-11 8 0,1-3 0,-1-2 0,0 1 0,0-1 0,-18 2 0,15-3 0,-3 1 0,1-1 0,0-1 0,0-1 0,-22-1 0,37 1-59,0 0 0,-1-1-1,1 1 1,0 0-1,0 0 1,-1-1 0,1 1-1,0-1 1,0 1 0,0-1-1,-1 0 1,1 1 0,0-1-1,0 0 1,0 0-1,0 0 1,0 0 0,0 0-1,1 0 1,-1 0 0,0 0-1,-1-2 1,-1-6-6767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2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45 24575,'-30'-7'0,"-11"-3"0,-5 0 0,4 3 0,6 2 0,7 1 0,6 3 0,5 2 0,-1 3 0,2 1 0,1 2 0,0 0 0,1 1 0,0 0 0,3-1-8191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2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13 24575,'-6'-12'0,"6"12"0,0 0 0,0 0 0,0 0 0,0 0 0,0 0 0,0 0 0,0 0 0,0 0 0,0 0 0,-1 0 0,1 0 0,0 0 0,0 0 0,0 0 0,0 0 0,0 0 0,0 0 0,0 0 0,0 0 0,0 0 0,0 0 0,-1 0 0,1 0 0,0 0 0,0 0 0,0 0 0,0 0 0,0 0 0,0 0 0,0 0 0,0 0 0,0 0 0,0 0 0,0 0 0,0 0 0,-1 0 0,1 1 0,0-1 0,0 0 0,0 0 0,0 0 0,0 0 0,0 0 0,0 0 0,0 0 0,0 0 0,0 0 0,0 0 0,0 0 0,0 1 0,0-1 0,0 0 0,0 0 0,0 0 0,0 0 0,0 0 0,0 0 0,0 3 0,-1-1 0,1 1 0,0 0 0,0-1 0,1 1 0,0 5 0,11 39 0,1-1 0,3 0 0,23 46 0,-15-32 0,-49-96-1365,19 26-5461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29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661 13 24575,'-31'-5'0,"0"1"0,-52 0 0,-63 11 0,113-4 0,-150 9 0,48 3-1365,117-13-5461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29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895 1 24575,'-145'-1'0,"-157"3"0,197 6 0,-182 38 0,257-39-1365,4-2-5461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0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24575,'2'-2'0,"0"1"0,0-1 0,1 1 0,-1 0 0,0 0 0,1 0 0,-1 0 0,0 0 0,1 0 0,-1 1 0,1-1 0,3 0 0,35 0 0,-30 1 0,-11 0 0,11 0 0,0 0 0,-1 0 0,1 1 0,19 5 0,-28-6 0,1 1 0,-1 0 0,1 0 0,-1 0 0,0 0 0,1 0 0,-1 1 0,0-1 0,0 1 0,0 0 0,0-1 0,0 1 0,-1 0 0,1 0 0,0 0 0,-1 0 0,0 0 0,1 1 0,-1-1 0,0 0 0,0 1 0,0-1 0,0 1 0,-1-1 0,1 5 0,0-1 0,0 0 0,-1 0 0,0 0 0,-1 0 0,1 0 0,-1 0 0,0 0 0,-1-1 0,-2 8 0,-3 5 0,-14 26 0,14-32 0,1 0 0,1 0 0,0 0 0,0 1 0,-3 16 0,7-25 0,1 0 0,-1-1 0,1 1 0,0 0 0,0 0 0,0 0 0,2 6 0,-2-9 0,1 0 0,-1 0 0,1 1 0,-1-1 0,1 0 0,0 0 0,0 0 0,-1 0 0,1 0 0,0 0 0,0 0 0,0 0 0,0 0 0,0 0 0,0-1 0,0 1 0,0 0 0,0-1 0,1 1 0,-1-1 0,0 1 0,0-1 0,1 1 0,-1-1 0,2 0 0,6 2 0,0-1 0,0-1 0,0 0 0,0 0 0,0-1 0,12-2 0,54-17 0,-50 13 0,32-7 0,-7 2-1365,-40 10-5461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3 24575,'-8'-2'0,"-2"1"0,1 4 0,2 3 0,4 4 0,3 2 0,3-1 0,2 0 0,3 1 0,1 1 0,3 0 0,-1 1 0,-1-2 0,2-4 0,0-2 0,-1-3-8191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24575,'-3'12'0,"3"7"0,0 2 0,3 1 0,3-2 0,4-1 0,-1-2 0,1-4 0,-1-1 0,0-3 0,2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1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16 24575,'-27'-3'0,"-13"0"0,-4 0 0,2 0 0,6 1 0,3 1 0,5 1 0,3 2 0,0 1 0,3 0 0,1 3 0,6-1-8191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32 206 24575,'2'-1'0,"0"1"0,0-1 0,0 0 0,0 1 0,-1-1 0,1 0 0,0 0 0,-1 0 0,3-2 0,7-4 0,60-19 0,-55 22 0,0-1 0,-1-1 0,0-1 0,0 0 0,18-11 0,-31 16 0,0 0 0,0 0 0,0 0 0,-1 0 0,1-1 0,0 1 0,-1 0 0,1-1 0,-1 1 0,0-1 0,0 1 0,0-1 0,0 0 0,0 1 0,-1-1 0,1 0 0,-1 0 0,0 1 0,0-1 0,0 0 0,0 0 0,0 0 0,-1 1 0,1-1 0,-1 0 0,0 0 0,1 1 0,-1-1 0,-1 1 0,1-1 0,0 1 0,0-1 0,-1 1 0,0 0 0,1-1 0,-1 1 0,0 0 0,0 0 0,0 0 0,0 1 0,-1-1 0,1 0 0,0 1 0,-1-1 0,1 1 0,-1 0 0,-3-1 0,-4 0 0,1 1 0,-1 0 0,1 1 0,-1 0 0,1 0 0,-1 1 0,1 0 0,-1 1 0,1 0 0,0 1 0,0-1 0,0 2 0,0-1 0,0 1 0,1 1 0,0 0 0,0 0 0,0 0 0,0 1 0,-11 12 0,17-15 0,-1 0 0,1 0 0,0 1 0,0 0 0,0-1 0,0 1 0,1 0 0,0 0 0,-1 0 0,1 0 0,1 0 0,-1 5 0,0 6 0,0 0 0,3 16 0,-1-5 0,-1-21 0,0 0 0,1 0 0,-1 0 0,1 0 0,0 0 0,1-1 0,-1 1 0,1 0 0,0 0 0,0-1 0,4 6 0,-4-7 0,1 0 0,-1 0 0,1 0 0,0 0 0,0-1 0,0 1 0,0-1 0,1 0 0,-1 0 0,0 0 0,1 0 0,0 0 0,-1-1 0,8 2 0,21 3 0,1-1 0,0-1 0,0-2 0,46-3 0,-30 0 0,-44 1-136,-1 0-1,1 0 1,0-1-1,-1 1 1,1-1-1,-1-1 1,1 1-1,-1 0 0,7-4 1,-1-1-6690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6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24575,'13'30'0,"84"177"0,-69-152 0,60 84 0,-88-138 0,1-1 0,-1 1 0,1 0 0,-1-1 0,1 1 0,-1 0 0,0 0 0,1-1 0,-1 1 0,0 0 0,1 0 0,-1-1 0,0 1 0,0 0 0,0 0 0,0 0 0,0 1 0,0-2 0,0 1 0,0-1 0,-1 0 0,1 0 0,0 1 0,0-1 0,-1 0 0,1 0 0,0 0 0,-1 1 0,1-1 0,0 0 0,-1 0 0,1 0 0,0 0 0,-1 0 0,1 0 0,-1 1 0,1-1 0,0 0 0,-1 0 0,1 0 0,0 0 0,-1 0 0,1-1 0,-1 1 0,-5-1 0,0 0 0,-1-1 0,-6-2 0,9 2 0,-18-5 0,-1-2 0,2 0 0,-1-1 0,2-1 0,-1-2 0,2 1 0,-1-2 0,-20-20 0,38 32 0,0 1 0,1-1 0,-1 0 0,1 0 0,-1 0 0,1 0 0,-1 0 0,1 0 0,0 0 0,0-1 0,0 1 0,1 0 0,-1-1 0,0 1 0,0-4 0,1 5 0,1-1 0,-1 1 0,0 0 0,0-1 0,1 1 0,-1 0 0,1-1 0,-1 1 0,1 0 0,0 0 0,-1-1 0,1 1 0,0 0 0,0 0 0,0 0 0,0 0 0,0 0 0,0 0 0,0 0 0,0 1 0,0-1 0,1 0 0,-1 0 0,0 1 0,0-1 0,1 1 0,-1-1 0,2 1 0,8-3 0,0 0 0,1 1 0,-1 0 0,1 1 0,18 0 0,27-2 0,-24-2-1365,-20 3-5461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6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24575,'0'-5'0,"0"1"0,2 3 0,2 5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7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1 447 24575,'148'-21'0,"-105"15"0,-36 5 0,-16 3 0,-18 3 0,21-6 0,1 0 0,-1 0 0,0 0 0,1-1 0,-1 1 0,1-2 0,-1 1 0,1 0 0,0-1 0,0 0 0,0 0 0,0-1 0,-6-5 0,5 4 0,1-1 0,-1 0 0,1 0 0,0 0 0,1 0 0,-1-1 0,1 0 0,1 0 0,-5-10 0,4 4 0,0-1 0,1 0 0,0 0 0,1 0 0,1 0 0,0-1 0,1 1 0,2-20 0,0 24 0,-1 0 0,1 1 0,0-1 0,1 1 0,0 0 0,1 0 0,0 0 0,0 0 0,1 1 0,0-1 0,1 1 0,0 0 0,7-7 0,-9 11 0,0 0 0,0 1 0,0-1 0,1 1 0,-1 1 0,1-1 0,0 0 0,0 1 0,0 0 0,0 0 0,0 1 0,0-1 0,0 1 0,0 0 0,9 0 0,-6 1 0,-1 0 0,0 1 0,0 0 0,0 0 0,0 1 0,-1 0 0,1 0 0,0 0 0,-1 1 0,13 7 0,-11-5 0,-1-1 0,0 2 0,0-1 0,0 1 0,-1 0 0,1 0 0,-1 1 0,-1 0 0,1 0 0,-1 0 0,-1 1 0,1 0 0,-1-1 0,-1 2 0,1-1 0,-1 0 0,-1 1 0,0-1 0,2 11 0,-3-6 0,-1 0 0,0-1 0,-1 1 0,0 0 0,-1-1 0,0 0 0,-1 1 0,-1-1 0,-4 12 0,7-22 0,0 0 0,0-1 0,1 1 0,-1-1 0,0 1 0,1 0 0,0-1 0,-1 1 0,1 0 0,0-1 0,0 1 0,0 0 0,0 0 0,0-1 0,0 1 0,1 0 0,-1-1 0,1 1 0,0 2 0,0-3 0,0 1 0,1-1 0,-1 0 0,0 0 0,1 0 0,-1 0 0,1 0 0,-1 0 0,1-1 0,-1 1 0,1 0 0,-1-1 0,1 1 0,0-1 0,-1 1 0,1-1 0,0 0 0,-1 0 0,1 0 0,2 0 0,80-1 104,-35 0-1573,-37 1-5357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9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52 24575,'-2'-5'0,"-1"-1"0,2 1 0,-1 0 0,1 0 0,-1-1 0,1 1 0,0-7 0,1 12 0,0 0 0,0 0 0,0 0 0,0 0 0,0 0 0,0 0 0,0-1 0,0 1 0,0 0 0,0 0 0,0 0 0,0 0 0,0 0 0,0 0 0,0 0 0,0 0 0,0 0 0,0 0 0,0 0 0,0 0 0,0 0 0,0 0 0,0 0 0,0-1 0,0 1 0,0 0 0,0 0 0,0 0 0,0 0 0,0 0 0,0 0 0,0 0 0,0 0 0,0 0 0,0 0 0,0 0 0,0 0 0,1 0 0,-1 0 0,0 0 0,0 0 0,0 0 0,0 0 0,0 0 0,0 0 0,0 0 0,0 0 0,0 0 0,0 0 0,0 0 0,0 0 0,0 0 0,0 0 0,0 0 0,1 0 0,-1 0 0,0 0 0,0 0 0,0 0 0,0 0 0,0 0 0,0 0 0,0 0 0,0 0 0,5 5 0,3 9 0,3 11 0,0 1 0,8 35 0,8 58 0,-10-39 0,-10-47 0,-5-19 0,1-1 0,0 0 0,1 0 0,0 0 0,1 0 0,1 0 0,7 11 0,-11-21 0,0-1 0,0 0 0,0 0 0,1-1 0,-1 1 0,1 0 0,-1-1 0,1 1 0,0-1 0,0 0 0,-1 0 0,1 0 0,0 0 0,0-1 0,0 1 0,0-1 0,0 0 0,0 1 0,6-2 0,4 1 0,0-2 0,0 1 0,15-5 0,73-27-1365,-88 30-5461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39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30 24575,'-27'-4'0,"-11"-3"0,-2 1 0,1 1 0,5 1 0,6 2 0,4 1 0,3 3 0,1 1 0,5 3 0,5 0-8191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1977 9 24575,'35'-8'0,"-85"17"0,0-2 0,-86 0 0,-6 0 0,1 1 0,-64 6 0,18 0 0,27-5 0,86-3 0,-69 7 0,-83 3 0,101-15 0,-120-3 0,131-12-1365,100 13-5461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1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17 24575,'-2'-2'0,"1"1"0,-1-1 0,0 1 0,0-1 0,0 1 0,0 0 0,0 0 0,0-1 0,0 2 0,0-1 0,-3-1 0,4 2 0,1 0 0,-1 0 0,1 0 0,0 0 0,-1 0 0,1 0 0,-1 0 0,1 0 0,-1 0 0,1 0 0,-1 0 0,1 1 0,0-1 0,-1 0 0,1 0 0,-1 0 0,1 1 0,0-1 0,-1 0 0,1 0 0,0 1 0,-1-1 0,1 1 0,-1 0 0,1 0 0,-1 0 0,1 0 0,-1 0 0,1 0 0,-1 1 0,1-1 0,0 0 0,0 0 0,0 0 0,0 1 0,0 1 0,1 7 0,0 1 0,1-1 0,0 0 0,1 0 0,0 0 0,0-1 0,7 13 0,38 63 0,29 29 0,-2-4 0,-58-82 0,-1 0 0,12 33 0,-24-54 0,-2 1 0,1 0 0,-1-1 0,2 11 0,-4-16 0,0-1 0,0 1 0,0 0 0,0-1 0,0 1 0,0-1 0,0 1 0,0 0 0,0-1 0,-1 1 0,1-1 0,-1 1 0,1-1 0,-1 1 0,0-1 0,0 1 0,1-1 0,-1 0 0,0 1 0,0-1 0,0 0 0,-1 0 0,1 0 0,0 1 0,0-1 0,-1-1 0,-1 3 0,-3-1 0,0 0 0,0 0 0,1 0 0,-2-1 0,1 0 0,0 0 0,0-1 0,0 1 0,0-1 0,0-1 0,0 1 0,-1-1 0,1 0 0,0 0 0,0-1 0,1 0 0,-7-2 0,-1-2 0,0 0 0,1 0 0,0-1 0,0 0 0,1-1 0,-16-14 0,19 14 0,0 1 0,0-1 0,1 0 0,1 0 0,-1-1 0,1 0 0,-7-14 0,12 19 0,-1 0 0,1 0 0,0 0 0,0 0 0,0 0 0,0 0 0,1 0 0,0 0 0,0 0 0,0 0 0,0 0 0,0 0 0,1 0 0,0 0 0,0 0 0,0 0 0,0 0 0,1 0 0,-1 0 0,1 1 0,0-1 0,4-5 0,1 1 29,0-1-1,0 2 0,12-11 0,-11 11-323,-1 0-1,0 0 0,0-1 1,6-8-1,-6 4-6530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1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24575,'0'-2'0,"-2"1"0,-2 4 0,1 3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2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39 24575,'-3'-6'0,"-11"-15"0,14 20 0,-1 0 0,0 0 0,0 0 0,0 1 0,1-1 0,-1 0 0,0 0 0,0 0 0,0 1 0,0-1 0,-1 0 0,1 1 0,0-1 0,0 1 0,-2-1 0,3 1 0,-1 0 0,1 0 0,0 0 0,-1 1 0,1-1 0,0 0 0,-1 0 0,1 0 0,0 0 0,0 1 0,-1-1 0,1 0 0,0 0 0,0 0 0,-1 1 0,1-1 0,0 0 0,0 1 0,-1-1 0,1 0 0,0 0 0,0 1 0,0-1 0,0 0 0,0 1 0,0-1 0,-1 0 0,1 1 0,0-1 0,0 1 0,0-1 0,0 0 0,0 1 0,0-1 0,0 0 0,0 1 0,0-1 0,1 0 0,-1 1 0,3 18 0,-3-15 0,8 29 0,23 63 0,-15-49 0,68 202 0,-83-246 0,0 0 0,0 1 0,0-1 0,1 0 0,0 0 0,-1 0 0,1-1 0,0 1 0,1 0 0,-1-1 0,0 1 0,1-1 0,-1 0 0,1 0 0,0 0 0,4 3 0,-3-4 0,-1 1 0,1-1 0,0 0 0,0 0 0,0-1 0,0 1 0,0-1 0,-1 0 0,1 0 0,0 0 0,0 0 0,0-1 0,7-1 0,-4 0-76,-1 1 1,-1-1-1,1 0 0,0-1 0,0 1 0,-1-1 0,0 0 0,1-1 1,-1 1-1,0-1 0,-1 0 0,1 0 0,-1-1 0,0 1 1,0-1-1,0 0 0,3-5 0,-1-3-6750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2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1 24575,'-29'5'0,"-13"4"0,-1 0 0,4 2 0,6 0 0,7 0 0,7-3-8191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3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24575,'0'-1'0,"1"0"0,-1 0 0,0 0 0,1 0 0,-1 0 0,1 0 0,-1 0 0,1 0 0,-1 0 0,1 0 0,0 0 0,-1 0 0,2-1 0,-2 3 0,0-1 0,1 0 0,-1 0 0,0 0 0,0 0 0,1 0 0,-1 0 0,0 0 0,0 1 0,0-1 0,1 0 0,-1 0 0,0 0 0,0 1 0,0-1 0,1 0 0,-1 0 0,0 0 0,0 1 0,0-1 0,0 0 0,0 0 0,0 1 0,0-1 0,0 0 0,0 0 0,0 1 0,1-1 0,-1 0 0,0 0 0,-1 1 0,4 32 0,5 203 0,-2-186 0,20 80 0,24 46 0,-1-3 0,-14-61 0,-16-60 0,-17-43-273,0 0 0,0 0 0,0 0 0,-1 12 0,0-9-6553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0 24575,'-12'3'0,"-7"0"0,-2 3 0,-1 0 0,2-2 0,1 0 0,2-2 0,1 0 0,1-2 0,1 0 0,-1 3 0,1 0 0,0 0 0,0-1 0,0 0 0,2-1-8191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5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176 307 24575,'0'-1'0,"-1"-1"0,1 1 0,-1-1 0,1 1 0,-1-1 0,0 1 0,0 0 0,0 0 0,0-1 0,0 1 0,0 0 0,0 0 0,0 0 0,0 0 0,0 0 0,0 0 0,-1 0 0,-1 0 0,-25-14 0,11 10 0,0-1 0,-20-8 0,32 11 0,0 1 0,1 0 0,0-1 0,0 0 0,0 0 0,0 0 0,0-1 0,0 1 0,-3-6 0,5 7 0,1 0 0,-1-1 0,1 1 0,0 0 0,0-1 0,0 1 0,0-1 0,0 0 0,1 1 0,-1-1 0,1 0 0,-1 1 0,1-1 0,0 0 0,0-4 0,1 3 0,0 0 0,0 0 0,0 0 0,1 0 0,-1 0 0,1 0 0,0 0 0,0 1 0,3-5 0,2-1 0,0 1 0,1-1 0,0 1 0,0 1 0,1 0 0,15-10 0,-11 8 0,1 2 0,0 0 0,0 0 0,1 2 0,0 0 0,0 0 0,16-2 0,-25 6 0,1 0 0,0 0 0,-1 1 0,1-1 0,0 1 0,0 1 0,-1 0 0,1 0 0,0 0 0,-1 0 0,1 1 0,-1 0 0,0 1 0,1-1 0,-1 1 0,0 1 0,-1-1 0,10 7 0,-12-6 0,0-1 0,0 1 0,0 0 0,0 0 0,-1 0 0,1 0 0,-1 0 0,0 0 0,0 1 0,-1-1 0,1 1 0,-1 0 0,0-1 0,0 1 0,-1 0 0,0-1 0,1 1 0,-1 0 0,-1 0 0,1-1 0,-1 1 0,-1 6 0,-2 4 0,0-1 0,0 0 0,-2-1 0,1 1 0,-2-1 0,-8 13 0,12-20 0,0-2 0,1-1 0,0 1 0,-1 0 0,2 0 0,-4 8 0,5-12 0,0 1 0,0 0 0,0 0 0,0-1 0,0 1 0,0 0 0,0-1 0,0 1 0,0 0 0,0 0 0,0-1 0,1 1 0,-1 0 0,0-1 0,0 1 0,1 0 0,-1-1 0,0 1 0,1 0 0,-1-1 0,1 1 0,-1-1 0,1 1 0,-1 0 0,1-1 0,-1 1 0,1-1 0,-1 0 0,1 1 0,0-1 0,-1 0 0,1 1 0,0-1 0,-1 0 0,1 1 0,0-1 0,0 0 0,-1 0 0,1 0 0,0 0 0,1 0 0,14 2 0,1-1 0,0-1 0,18-2 0,3 0 0,-27 2-455,0-1 0,18-4 0,-16 2-6371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5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27 24575,'0'-1'0,"0"0"0,0 0 0,0 0 0,0 0 0,0 0 0,0 0 0,0 0 0,-1 0 0,1 0 0,0 0 0,-1 0 0,1 0 0,-1 0 0,1 0 0,-1 0 0,1 0 0,-1 0 0,1 0 0,-1 1 0,0-1 0,0 0 0,1 0 0,-1 1 0,0-1 0,0 0 0,0 1 0,0-1 0,0 1 0,0-1 0,1 1 0,-3-1 0,2 1 0,0 0 0,-1 0 0,1 0 0,0 0 0,-1 1 0,1-1 0,0 0 0,-1 1 0,1-1 0,0 0 0,-1 1 0,1 0 0,0-1 0,0 1 0,0 0 0,0 0 0,-1-1 0,1 1 0,0 0 0,0 0 0,1 0 0,-1 0 0,0 0 0,-1 2 0,1-1 0,0-1 0,1 0 0,-1 1 0,1-1 0,-1 1 0,1 0 0,-1-1 0,1 1 0,0-1 0,0 1 0,-1 0 0,1-1 0,0 1 0,1-1 0,-1 1 0,0 0 0,0-1 0,1 1 0,-1-1 0,1 1 0,-1-1 0,1 1 0,0-1 0,0 1 0,-1-1 0,1 0 0,0 1 0,0-1 0,0 0 0,1 0 0,0 1 0,5 6 0,1-2 0,0 1 0,15 9 0,-17-12 0,4 3 0,4 1 0,16 16 0,-27-22 0,-1 0 0,1 0 0,-1 1 0,0-1 0,0 1 0,0-1 0,0 1 0,0 0 0,-1 0 0,1 0 0,-1 0 0,0 0 0,1 4 0,-1-6 0,-1 0 0,0 0 0,-1 0 0,1 1 0,0-1 0,0 0 0,0 0 0,-1 0 0,1 0 0,0 0 0,-1 0 0,1 1 0,-1-1 0,1 0 0,-1 0 0,0 0 0,0 0 0,1-1 0,-1 1 0,0 0 0,0 0 0,0 0 0,0-1 0,0 1 0,0 0 0,0-1 0,0 1 0,0-1 0,0 1 0,0-1 0,-2 1 0,-6 2 0,1-1 0,-1 0 0,-11 1 0,10-2 0,-13 2-682,-43-1-1,54-2-6143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6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 24575,'-12'27'0,"0"0"0,2 1 0,0 0 0,2 0 0,2 1 0,0 0 0,2 1 0,-1 34 0,5-47 0,-1 0 0,-1 0 0,0-1 0,-1 1 0,-1 0 0,-7 17 0,2-15-1365,4-11-5461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6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79 24575,'4'-8'0,"0"-1"0,0 1 0,0 0 0,1 0 0,11-14 0,-15 21 0,0 0 0,0-1 0,0 1 0,0 0 0,0 0 0,0 0 0,0 0 0,1 1 0,-1-1 0,0 0 0,0 0 0,1 1 0,-1-1 0,1 1 0,-1-1 0,1 1 0,-1 0 0,0-1 0,1 1 0,-1 0 0,1 0 0,-1 0 0,1 0 0,-1 0 0,1 0 0,-1 1 0,1-1 0,-1 0 0,1 1 0,-1-1 0,0 1 0,1 0 0,-1-1 0,0 1 0,1 0 0,-1 0 0,0 0 0,0 0 0,0 0 0,0 0 0,0 0 0,0 0 0,0 0 0,1 2 0,2 2 0,0 0 0,0 1 0,-1-1 0,1 1 0,-2 0 0,1 0 0,0 0 0,-1 0 0,2 8 0,-4-10 0,1 0 0,-1 0 0,1-1 0,-1 1 0,0 0 0,0 0 0,-1 0 0,1-1 0,-1 1 0,0 0 0,0-1 0,0 1 0,0 0 0,-1-1 0,0 0 0,1 1 0,-4 3 0,-9 11 0,-1 0 0,-21 17 0,25-24 0,10-11 0,0 1 0,0 0 0,1 0 0,-1-1 0,0 1 0,0 0 0,1 0 0,-1 0 0,1 0 0,-1 0 0,1 0 0,-1 0 0,1 0 0,-1 0 0,1 0 0,0 0 0,0 0 0,-1 0 0,1 0 0,0 0 0,0 2 0,1-1 0,-1-1 0,1 0 0,0 0 0,-1 0 0,1 0 0,0 0 0,0-1 0,0 1 0,0 0 0,0 0 0,0 0 0,0-1 0,0 1 0,0-1 0,0 1 0,0-1 0,0 1 0,0-1 0,3 1 0,6 2 7,0 0 0,0-1 0,1-1 0,17 2 0,46-5-166,-32 1-1082,-29 1-5585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7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71 103 24575,'0'-7'0,"0"1"0,1-1 0,-1 1 0,1 0 0,1-1 0,1-5 0,-2 10 0,0 0 0,0 0 0,0 0 0,0-1 0,0 1 0,1 1 0,-1-1 0,1 0 0,-1 0 0,1 0 0,0 1 0,-1-1 0,1 1 0,0 0 0,0-1 0,0 1 0,0 0 0,0 0 0,4-1 0,5-1 0,-9 3 0,0-1 0,0 1 0,0-1 0,1 1 0,-1-1 0,0 0 0,0 0 0,2-2 0,-4 3 0,0 0 0,0 0 0,0 0 0,0 0 0,0-1 0,0 1 0,0 0 0,0 0 0,0 0 0,0 0 0,0 0 0,0-1 0,0 1 0,0 0 0,0 0 0,0 0 0,0 0 0,0 0 0,0 0 0,0-1 0,0 1 0,0 0 0,0 0 0,0 0 0,0 0 0,0 0 0,0 0 0,0 0 0,-1-1 0,1 1 0,0 0 0,0 0 0,0 0 0,0 0 0,0 0 0,0 0 0,0 0 0,-1 0 0,1 0 0,0 0 0,0 0 0,0 0 0,0 0 0,0 0 0,0 0 0,-1 0 0,1 0 0,0 0 0,0 0 0,0 0 0,0 0 0,0 0 0,-1 0 0,1 0 0,0 0 0,0 0 0,-10-1 0,2 0-105,-1 1 0,0 0 0,1 1 0,-1 0 0,1 0 0,-1 1 0,1 0 0,-1 0 0,1 1 0,0 0 0,0 1 0,-9 5 0,4-2-6721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9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248 364 24575,'-4'-1'0,"0"1"0,1-1 0,-1 0 0,1 0 0,-1-1 0,1 1 0,0 0 0,0-1 0,-1 0 0,-4-4 0,-10-4 0,-9-2 0,20 10 0,1 0 0,0 0 0,0-1 0,0 0 0,1 0 0,-1-1 0,1 1 0,-1-1 0,-8-9 0,8 6 0,0 0 0,-1 1 0,-12-10 0,11 10 0,0 0 0,-10-13 0,15 16 0,1 0 0,0 1 0,0-1 0,1 0 0,-1-1 0,0 1 0,1 0 0,0 0 0,0-1 0,0 1 0,0-6 0,0 3 0,1-1 0,0 1 0,0-1 0,1 1 0,0 0 0,0-1 0,1 1 0,-1 0 0,1 0 0,1 0 0,-1 0 0,1 0 0,0 0 0,0 1 0,1-1 0,0 1 0,7-8 0,-6 7 0,0 1 0,1 0 0,0 0 0,0 1 0,0 0 0,0 0 0,0 0 0,1 0 0,0 1 0,0 1 0,0-1 0,0 1 0,0 0 0,1 0 0,6 0 0,1 1 0,0 1 0,0 0 0,0 1 0,-1 0 0,1 2 0,-1-1 0,1 2 0,17 6 0,-26-8 0,-1 0 0,0 1 0,1 0 0,-1-1 0,0 2 0,0-1 0,-1 1 0,1-1 0,-1 1 0,0 1 0,0-1 0,0 0 0,0 1 0,-1 0 0,0 0 0,0 0 0,0 0 0,-1 1 0,0-1 0,0 1 0,0-1 0,0 1 0,0 9 0,-1-11 0,-1 1 0,-1 0 0,1 0 0,0-1 0,-1 1 0,0-1 0,0 1 0,-1-1 0,1 1 0,-1-1 0,0 0 0,0 0 0,-5 7 0,-7 18 0,14-29 0,-1 1 0,1 0 0,0 0 0,-1-1 0,1 1 0,0 0 0,0 0 0,0-1 0,0 1 0,0 0 0,0 0 0,0 0 0,0 0 0,0-1 0,0 1 0,0 0 0,0 0 0,1 0 0,-1-1 0,0 1 0,1 0 0,-1 0 0,1 0 0,0 0 0,0 0 0,0 0 0,1 0 0,-1 0 0,0 0 0,0 0 0,1-1 0,-1 1 0,0 0 0,1-1 0,-1 1 0,2-1 0,6 2 0,-1-1 0,0 0 0,15 0 0,-19-1 0,23 0 0,-12 1 0,-1-1 0,1 0 0,-1-1 0,0 0 0,23-6 0,-14-4-1365,-14 6-5461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49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19 24575,'-6'-3'0,"-1"0"0,1 1 0,-1-1 0,1 1 0,-1 1 0,0-1 0,0 1 0,-10 0 0,15 1 0,0 0 0,0 0 0,0 0 0,0 1 0,0-1 0,1 0 0,-1 1 0,0-1 0,0 1 0,0 0 0,1 0 0,-1-1 0,0 1 0,1 0 0,-1 1 0,1-1 0,-1 0 0,1 0 0,-1 1 0,1-1 0,0 0 0,0 1 0,0 0 0,0-1 0,0 1 0,0 0 0,0-1 0,0 1 0,1 0 0,-1 0 0,0 0 0,1-1 0,0 1 0,-1 0 0,1 3 0,0-2 0,0-1 0,1 1 0,-1 0 0,1 0 0,-1-1 0,1 1 0,0 0 0,0-1 0,0 1 0,0-1 0,1 1 0,-1-1 0,1 1 0,-1-1 0,1 0 0,0 0 0,0 0 0,2 3 0,7 4 0,-1-1 0,17 11 0,-21-15 0,27 15 0,-25-15 0,-1 0 0,1 0 0,-1 1 0,0 0 0,10 9 0,-17-14 0,1 1 0,-1-1 0,0 0 0,0 0 0,1 1 0,-1-1 0,0 0 0,0 0 0,0 1 0,0-1 0,1 0 0,-1 1 0,0-1 0,0 0 0,0 0 0,0 1 0,0-1 0,0 0 0,0 1 0,0-1 0,0 0 0,0 1 0,0-1 0,0 0 0,0 1 0,0-1 0,0 0 0,0 1 0,0-1 0,-9 6 0,-20-3 0,24-3 0,-60 8-1365,46-5-5461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0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45 24575,'0'-5'0,"-3"-2"0,-3-1 0,-3 0 0,-2 1 0,-2 2 0,-1 2 0,-1 2 0,2 2 0,2 3 0,-1 1 0,2 2-8191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0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 24575,'-3'2'0,"0"0"0,0 0 0,0 0 0,0 1 0,0-1 0,1 1 0,-1 0 0,1 0 0,-4 4 0,-16 32 0,14-24 0,-5 15 26,0-1 0,3 1-1,-13 51 1,-5 17-173,22-80-183,-1 0-1,-1-1 1,-14 23 0,17-32-6496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1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24575,'1'-6'0,"1"-1"0,0 1 0,0 0 0,1-1 0,0 1 0,0 1 0,1-1 0,-1 0 0,9-9 0,-11 14 0,0 0 0,0-1 0,1 1 0,-1 0 0,0 0 0,1-1 0,-1 1 0,1 1 0,-1-1 0,1 0 0,0 0 0,-1 0 0,1 1 0,0-1 0,0 1 0,-1-1 0,1 1 0,0 0 0,0 0 0,0 0 0,-1 0 0,1 0 0,0 0 0,0 0 0,0 1 0,-1-1 0,1 0 0,0 1 0,0 0 0,-1-1 0,1 1 0,-1 0 0,1 0 0,0 0 0,-1 0 0,0 0 0,1 0 0,-1 0 0,0 1 0,2 1 0,2 2 0,-1-1 0,0 1 0,0 0 0,-1 0 0,0 1 0,0-1 0,0 1 0,0-1 0,-1 1 0,0 0 0,0 0 0,0 0 0,-1 0 0,0 0 0,0 0 0,-1 1 0,0-1 0,0 0 0,0 0 0,-1 0 0,1 1 0,-2-1 0,1 0 0,-1 0 0,0 0 0,0 0 0,0-1 0,-1 1 0,0-1 0,0 1 0,-7 8 0,3-7 0,5-4 0,-1-1 0,1 1 0,-1 0 0,1 0 0,-3 5 0,5-7 0,-1-1 0,1 1 0,0-1 0,0 1 0,0 0 0,0-1 0,0 1 0,0-1 0,0 1 0,0-1 0,0 1 0,0-1 0,0 1 0,0 0 0,0-1 0,0 1 0,0-1 0,1 1 0,-1-1 0,0 1 0,0-1 0,1 1 0,-1-1 0,0 1 0,1-1 0,-1 0 0,0 1 0,1-1 0,-1 1 0,1-1 0,-1 0 0,1 1 0,-1-1 0,1 0 0,-1 0 0,1 1 0,-1-1 0,1 0 0,-1 0 0,1 0 0,-1 0 0,1 0 0,0 1 0,14 1 0,-1 1 0,0-2 0,1 0 0,-1 0 0,24-4 0,-1 2 0,50 0-1365,-75 1-5461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2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5 24575,'0'2'0,"-1"-1"0,1 0 0,0 1 0,-1-1 0,1 0 0,-1 1 0,1-1 0,-1 0 0,1 0 0,-1 1 0,0-1 0,0 0 0,0 0 0,0 0 0,0 0 0,0 0 0,0 0 0,0 0 0,0 0 0,0-1 0,0 1 0,-3 1 0,-3 1 0,-1 1 0,-13 3 0,7-2 0,3-2 0,1 0 0,-1 0 0,0-1 0,1 0 0,-17 0 0,1-2 0,-29-3 0,52 2 10,-1 1 0,1-1 0,0 1 0,0-1 0,0 0 0,0-1 0,0 1 0,0 0 0,0-1 0,0 0 0,-3-2 0,4 3-78,1 0 1,0-1-1,-1 1 1,1 0-1,0-1 1,0 1-1,0-1 1,0 1-1,0-1 1,0 1-1,1-1 1,-1 0-1,0 1 1,1-1-1,0 0 1,-1 1-1,1-1 1,0 0-1,0 0 1,0 0-1,0-2 1,2-6-6759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2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57 24575,'-12'-9'0,"-7"-4"0,-2 0 0,-1 3 0,2 3 0,1 2 0,2 6 0,1 1 0,1 3 0,1 2 0,-1 1 0,1-1 0,0-1 0,2 0 0,1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3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24575,'0'-30'0,"0"26"0,0 20 0,0 12 0,1-1 0,7 39 0,-5-53 0,0 0 0,1 0 0,0 0 0,1-1 0,1 1 0,0-1 0,8 11 0,-10-16 0,-1-4 0,-1 0 0,0 0 0,1 1 0,-1-1 0,-1 1 0,1 0 0,0 0 0,-1-1 0,2 7 0,-6-4-1365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4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24 24575,'-12'-5'0,"-9"-1"0,-6 0 0,-4 1 0,0 4 0,-1 2 0,1 3 0,-3 1 0,1 3 0,-2 1 0,0 3 0,-2-2 0,4 1 0,2-2 0,7-3-8191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4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31 24575,'-27'-3'0,"-14"-3"0,-7 0 0,-3 0 0,0 2 0,4 1 0,2 1 0,4 2 0,2-1 0,2 4 0,3 0 0,2 3 0,2 0 0,1 2 0,2-1 0,5-2 0,5-1-8191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5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24575,'17'-6'0,"1"1"0,-1 1 0,1 1 0,33-3 0,-45 6 0,0 0 0,0 0 0,0 0 0,0 1 0,0 0 0,0 0 0,-1 1 0,1-1 0,0 1 0,-1 1 0,1-1 0,-1 1 0,0 0 0,1 0 0,-2 0 0,1 1 0,0 0 0,5 5 0,-8-5 0,1-1 0,-1 1 0,0 0 0,0-1 0,-1 1 0,1 0 0,-1 0 0,1 0 0,-1 0 0,-1 0 0,1 0 0,-1 1 0,1-1 0,-1 0 0,-1 7 0,0-2 0,0-1 0,0 1 0,-1-1 0,0 1 0,-1-1 0,-5 13 0,-12 16 0,-11 26 0,31-61 0,-1 0 0,0 0 0,1-1 0,-1 1 0,1 0 0,0 0 0,-1 0 0,1 0 0,0 0 0,0 0 0,0 0 0,1 3 0,0-4 0,-1 0 0,1 0 0,-1 0 0,1 0 0,-1 0 0,1 0 0,0 0 0,-1 0 0,1-1 0,0 1 0,0 0 0,0-1 0,-1 1 0,1 0 0,0-1 0,0 1 0,0-1 0,0 1 0,0-1 0,0 0 0,0 1 0,0-1 0,0 0 0,2 0 0,26 5 0,29 0 0,-46-4 0,-1-2 0,1 1 0,-1-2 0,1 1 0,17-6 0,-20 4-103,26-9-1159,-26 6-5564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5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24575,'-2'5'0,"-2"4"0,4 1 0,0 0 0,4 2 0,3 1 0,3 0 0,2 2 0,2-1 0,1-2 0,-3 0 0,0-3 0,0-3 0,-2-2-8191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5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24575,'13'18'0,"3"7"0,2 2 0,0 0 0,0-3 0,-1-6 0,-4-3 0,-1-2 0,0-2 0,-2-2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6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16 24575,'-27'-3'0,"-14"0"0,-5 0 0,3 0 0,4 2 0,4 0 0,5 0 0,3 1 0,1 2 0,3 2 0,2-1 0,5-1-8191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9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0 235 24575,'16'-2'0,"-1"0"0,0-1 0,0-1 0,0 0 0,0-1 0,14-7 0,-7 3 0,19-4 0,23-10 0,-56 19 0,-1 1 0,1-1 0,-1-1 0,1 1 0,9-10 0,-15 12 0,0 0 0,-1 0 0,1 0 0,-1 0 0,1 0 0,-1 0 0,0-1 0,0 1 0,0-1 0,0 1 0,0-1 0,0 1 0,-1-1 0,1 1 0,-1-1 0,0 1 0,0-1 0,0 0 0,0 1 0,0-1 0,-1 1 0,1-1 0,-1 0 0,1 1 0,-1-1 0,0 1 0,0 0 0,0-1 0,-1 1 0,1 0 0,0-1 0,-1 1 0,1 0 0,-1 0 0,0 0 0,0 1 0,0-1 0,0 0 0,0 1 0,0-1 0,-3-1 0,-4-2 0,-1 1 0,0 0 0,0 1 0,0 0 0,0 0 0,-16-1 0,20 3 0,1 1 0,0-1 0,-1 1 0,1 1 0,0-1 0,-1 1 0,1 0 0,0 0 0,0 1 0,0-1 0,0 1 0,0 0 0,0 1 0,-8 4 0,7-3 0,-1 1 0,1 0 0,0 0 0,0 0 0,1 0 0,0 1 0,0 0 0,0 0 0,0 1 0,1-1 0,0 1 0,-3 9 0,2-2 0,1 0 0,1 0 0,1 0 0,0 0 0,0 1 0,2-1 0,0 18 0,0-32 0,0 11 0,1 1 0,3 19 0,-3-27 0,0 0 0,0 0 0,1-1 0,-1 1 0,1 0 0,0-1 0,0 1 0,0-1 0,1 0 0,-1 0 0,5 4 0,-1-1 0,0-1 0,0 0 0,1-1 0,0 0 0,0 0 0,0 0 0,12 4 0,57 13 0,-58-17 0,-4-1 20,1-1 0,0 0 0,-1 0 0,1-2 0,22-1 0,-28 0-155,0 0 0,-1-1 0,1 0 0,-1 0 0,1-1 0,-1 0 0,0 0 0,0-1 0,-1 0 0,13-8 0,-10 4-6691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9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24575,'0'-4'0,"0"9"0,3 32 0,2-18 0,0 0 0,2 0 0,0-1 0,10 19 0,44 67 0,-30-53 0,-9-19 0,8 15 0,-28-42 0,0-1 0,0 1 0,0-1 0,0 1 0,-1 0 0,0 0 0,0 0 0,1 8 0,-2-12 0,0 1 0,0 0 0,-1-1 0,1 1 0,0 0 0,0-1 0,-1 1 0,1-1 0,-1 1 0,1 0 0,-1-1 0,0 1 0,0-1 0,0 0 0,0 1 0,0-1 0,0 0 0,0 1 0,0-1 0,-2 2 0,0-2 0,1 1 0,-1-1 0,0 0 0,1 1 0,-1-1 0,0 0 0,0-1 0,0 1 0,0 0 0,-5 0 0,1-1 0,0 0 0,0 0 0,0-1 0,0 0 0,0 0 0,0 0 0,0-1 0,1 0 0,-10-4 0,13 5 0,1-1 0,-1 1 0,1-1 0,-1 1 0,1-1 0,0 0 0,0 0 0,-1 0 0,1 0 0,1 0 0,-1-1 0,0 1 0,0-1 0,1 1 0,0-1 0,-1 1 0,1-1 0,0 0 0,0 0 0,0 1 0,1-1 0,-1 0 0,1 0 0,-1 0 0,1 0 0,0 0 0,0 0 0,1 0 0,-1 0 0,0 0 0,1 1 0,0-1 0,0 0 0,0 0 0,0 0 0,0 1 0,0-1 0,1 1 0,-1-1 0,1 1 0,0-1 0,0 1 0,-1 0 0,6-4 0,61-52-1365,-58 49-5461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5:59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24575,'10'-2'0,"5"-1"0,1 2 0,-3 4 0,-3 4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02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0 349 24575,'26'0'0,"0"-1"0,38-7 0,14-7 0,-48 10 0,-28 5 0,-1 0 0,1 0 0,-1 0 0,1 0 0,-1 0 0,1 0 0,-1 0 0,1 1 0,-1-1 0,0 1 0,1-1 0,-1 1 0,1-1 0,-1 1 0,0 0 0,0 0 0,2 1 0,-3-2 0,1 0 0,-1 0 0,0 0 0,0 1 0,1-1 0,-1 0 0,0 0 0,0 1 0,0-1 0,0 0 0,1 1 0,-1-1 0,0 0 0,0 1 0,0-1 0,0 0 0,0 1 0,0-1 0,0 0 0,0 1 0,0-1 0,0 0 0,0 1 0,0-1 0,0 0 0,0 1 0,0-1 0,0 0 0,0 1 0,0-1 0,-10 7 0,-14-2 0,19-5 0,0 1 0,0-1 0,0 0 0,0 0 0,0 0 0,0-1 0,0 0 0,0 0 0,0 0 0,0 0 0,1-1 0,-1 0 0,0 0 0,1 0 0,-1-1 0,1 1 0,0-1 0,0 0 0,0-1 0,0 1 0,0 0 0,1-1 0,-1 0 0,1 0 0,0 0 0,1 0 0,-1-1 0,1 1 0,-1-1 0,1 1 0,1-1 0,-3-8 0,0-1 0,1 1 0,1-1 0,1 1 0,-1-1 0,2-21 0,1 26 0,0-1 0,1 0 0,0 1 0,1-1 0,0 1 0,0-1 0,1 1 0,7-13 0,-9 18 0,1 0 0,-1 0 0,1 0 0,0 1 0,0-1 0,0 1 0,0-1 0,0 1 0,1 0 0,-1 1 0,1-1 0,0 0 0,0 1 0,0 0 0,0 0 0,1 0 0,-1 1 0,0-1 0,1 1 0,-1 0 0,1 0 0,-1 1 0,1-1 0,9 1 0,-5 0 0,1 0 0,-1 1 0,1 0 0,-1 0 0,0 1 0,1 1 0,-1-1 0,0 1 0,0 1 0,9 4 0,-14-5 0,0-1 0,0 1 0,0 0 0,0 0 0,-1 1 0,1-1 0,-1 1 0,0 0 0,0-1 0,0 1 0,0 1 0,-1-1 0,1 0 0,-1 1 0,-1-1 0,1 1 0,0-1 0,-1 1 0,0 0 0,0 0 0,0 6 0,0-4 0,-1 0 0,0 0 0,0 1 0,-1-1 0,0 0 0,0 0 0,-1 0 0,0 0 0,0 0 0,0-1 0,-1 1 0,0-1 0,0 1 0,-1-1 0,-5 7 0,7-10 0,0 0 0,0 0 0,1 0 0,-1 0 0,1 0 0,-1 0 0,0 4 0,2-6 0,0 0 0,-1 0 0,1-1 0,0 1 0,0 0 0,0 0 0,0 0 0,0 0 0,1 0 0,-1-1 0,0 1 0,0 0 0,1 0 0,-1 0 0,0 0 0,1-1 0,-1 1 0,1 0 0,-1 0 0,1-1 0,-1 1 0,1 0 0,-1-1 0,1 1 0,0-1 0,-1 1 0,1 0 0,0-1 0,0 0 0,-1 1 0,1-1 0,0 1 0,1-1 0,8 3 0,-1-1 0,1 0 0,-1-1 0,1 0 0,-1-1 0,1 0 0,14-2 0,-2 1 0,-9 1-195,-1-2 0,1 1 0,-1-2 0,1 1 0,-1-2 0,13-5 0,-16 5-6631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02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24575,'-9'0'0,"0"1"0,1 0 0,-12 3 0,16-4 0,0 1 0,0 1 0,0-1 0,1 1 0,-1-1 0,0 1 0,1 0 0,-1 1 0,-2 2 0,5-5 0,0 1 0,0 0 0,0 0 0,1 0 0,-1 0 0,0 0 0,1 0 0,-1 0 0,1 0 0,0 0 0,-1 0 0,1 0 0,0 0 0,-1 0 0,1 0 0,0 0 0,0 1 0,0-1 0,0 0 0,0 0 0,0 0 0,0 0 0,0 0 0,1 1 0,-1-1 0,0 0 0,1 0 0,-1 0 0,1 0 0,-1 0 0,1 0 0,-1 0 0,1 0 0,0 0 0,-1-1 0,1 1 0,1 1 0,3 4 0,1-1 0,0 0 0,0 0 0,8 5 0,-12-9 0,15 10 0,31 13 0,-34-18 0,0 1 0,-1 0 0,0 1 0,14 11 0,-26-19 0,0 1 0,-1-1 0,1 1 0,-1-1 0,1 1 0,-1-1 0,1 1 0,-1 0 0,1-1 0,-1 1 0,0 0 0,1-1 0,-1 1 0,0 0 0,0-1 0,1 1 0,-1 0 0,0 0 0,0-1 0,0 1 0,0 0 0,0 0 0,0-1 0,0 1 0,0 0 0,0 0 0,0-1 0,0 1 0,-1 0 0,1-1 0,0 1 0,-1 0 0,1-1 0,0 1 0,-1 0 0,1-1 0,-1 1 0,1 0 0,-1-1 0,1 1 0,-1-1 0,1 1 0,-1-1 0,1 1 0,-1-1 0,0 0 0,1 1 0,-2 0 0,-3 1 0,1 1 0,-1-1 0,0 1 0,0-1 0,-9 2 0,-61 10 0,18-4 0,43-7-1365,2 0-5461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07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24575,'1'0'0,"1"1"0,-1-1 0,0 0 0,1 1 0,-1-1 0,0 1 0,0 0 0,0-1 0,1 1 0,-1 0 0,0 0 0,0 0 0,0 0 0,0 0 0,0 0 0,0 0 0,-1 0 0,2 2 0,12 23 0,0 18 0,15 82 0,-2-5 0,-20-92 0,-6-20 0,1-1 0,0 1 0,0-1 0,7 14 0,-8-20 0,0 0 0,0 0 0,1 0 0,-1 0 0,1 0 0,-1-1 0,1 1 0,-1 0 0,1-1 0,0 1 0,0-1 0,0 0 0,0 0 0,0 0 0,0 1 0,0-2 0,1 1 0,-1 0 0,0 0 0,0-1 0,5 1 0,3 0-114,0 0 1,-1-1-1,1 0 0,0-1 0,0 0 1,-1 0-1,1-1 0,-1-1 0,1 1 1,-1-1-1,15-8 0,-11 3-6712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07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0 24575,'-29'0'0,"-13"0"0,-1 0 0,4 0 0,6 0 0,7 0 0,5 0 0,3 3 0,3 0 0,3 0-8191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08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24575,'-4'5'0,"0"0"0,0 0 0,1 1 0,-6 9 0,-1 5 0,-2-1 0,2 0 0,0 1 0,-12 34 0,-8 43 0,-26 72 0,52-158-227,1-1-1,1 1 1,0 0-1,0 0 1,0 21-1,2-20-6598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09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24575,'2'-3'0,"0"0"0,1 0 0,-1 0 0,1 0 0,0 0 0,0 0 0,0 1 0,0 0 0,0-1 0,1 1 0,-1 1 0,0-1 0,1 0 0,0 1 0,-1-1 0,1 1 0,0 0 0,0 1 0,0-1 0,0 1 0,-1-1 0,1 1 0,7 1 0,-7 0 0,0 0 0,0 0 0,0 1 0,-1-1 0,1 1 0,0 0 0,-1 0 0,0 0 0,1 1 0,-1-1 0,0 1 0,0-1 0,0 1 0,-1 0 0,1 1 0,-1-1 0,1 0 0,-1 1 0,0-1 0,0 1 0,-1-1 0,1 1 0,0 5 0,0-4 0,-1 1 0,0-1 0,-1 1 0,1-1 0,-1 1 0,-1-1 0,1 1 0,-1-1 0,1 1 0,-1-1 0,-1 1 0,1-1 0,-1 0 0,0 0 0,0 0 0,-5 8 0,-9 12 0,-12 21 0,28-45 0,-1-1 0,1 1 0,0-1 0,-1 1 0,1-1 0,0 1 0,0-1 0,0 1 0,0-1 0,0 1 0,-1-1 0,1 1 0,0-1 0,0 1 0,0-1 0,0 1 0,0 0 0,1-1 0,-1 1 0,0-1 0,0 1 0,0-1 0,0 1 0,1-1 0,-1 1 0,0-1 0,0 1 0,1-1 0,0 1 0,0 0 0,0 0 0,0-1 0,0 1 0,0 0 0,1-1 0,-1 1 0,0-1 0,0 0 0,1 1 0,-1-1 0,0 0 0,2 0 0,3 1 0,1-1 0,-1-1 0,1 1 0,7-2 0,-9 1 0,123-24 0,-124 25-227,-1-1-1,0 1 1,1 0-1,-1 0 1,6 1-1,0 2-6598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0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1 24575,'-61'-1'0,"-67"2"0,120 1 5,-1 0 0,1 0 0,0 0 0,0 1 0,0 0 0,0 1 0,0 0 0,-7 5-1,-20 9-1413,23-13-5417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1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1 200 24575,'2'-1'0,"0"-1"0,0 1 0,0-1 0,0 1 0,1 0 0,-1 0 0,1 0 0,-1 0 0,1 0 0,-1 1 0,1-1 0,3 0 0,36 0 0,-30 1 0,23 1 0,33-2 0,-61 1 0,-1-1 0,1 0 0,-1-1 0,0 1 0,1-1 0,-1-1 0,0 1 0,6-4 0,-10 4 0,0 0 0,0 1 0,0-1 0,0 0 0,0 0 0,-1 0 0,1 0 0,-1 0 0,0-1 0,0 1 0,1 0 0,-1-1 0,-1 1 0,1 0 0,0-1 0,-1 0 0,1 1 0,-1-1 0,0 1 0,1-1 0,-1 1 0,-1-1 0,1 0 0,0 1 0,-1-4 0,0 0 0,-1-1 0,1 1 0,-1 0 0,0 0 0,0 1 0,-1-1 0,0 0 0,0 1 0,-5-8 0,5 9 0,0 1 0,0 0 0,0 0 0,0 0 0,0 0 0,-1 0 0,1 1 0,-1 0 0,0-1 0,1 1 0,-1 1 0,-7-3 0,8 3 0,1 1 0,-1-1 0,0 1 0,0 0 0,0 0 0,0 0 0,0 1 0,0-1 0,0 1 0,1-1 0,-1 1 0,0 0 0,0 0 0,1 1 0,-1-1 0,1 0 0,-1 1 0,1-1 0,-4 4 0,-72 52 0,73-52 0,1-1 0,0 0 0,0 1 0,0 0 0,0 0 0,1 0 0,0 0 0,0 1 0,0 0 0,1-1 0,-3 9 0,4-9 0,-1 0 0,1 0 0,0 0 0,0 0 0,1 0 0,-1 0 0,1 0 0,0 0 0,1 0 0,-1 0 0,1 1 0,0-1 0,3 9 0,0-8 0,-1 0 0,1 0 0,0 0 0,0 0 0,1-1 0,0 0 0,0 0 0,0 0 0,0-1 0,1 0 0,10 7 0,2-2 0,0 0 0,34 12 0,-39-17 0,0 0 0,0-2 0,0 1 0,22 0 0,55-4 0,-35-1 0,-41 2-1365,-1 0-5461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2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21 24575,'-22'-5'0,"-10"-2"0,-1 1 0,1 3 0,5 3 0,4 1 0,6 3 0,3 0 0,2 3 0,0 0 0,1-2 0,1-1-8191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24575,'5'118'0,"-3"-99"0,1 1 0,1-1 0,13 37 0,43 78 0,-36-85 0,-21-44 0,-1 0 0,0 0 0,-1 0 0,1 0 0,1 10 0,-3-15 0,0 1 0,0 0 0,0 0 0,0 0 0,0-1 0,0 1 0,0 0 0,0 0 0,0 0 0,-1-1 0,1 1 0,0 0 0,0 0 0,-1 0 0,1-1 0,0 1 0,-1 0 0,1-1 0,-1 1 0,1 0 0,-1-1 0,1 1 0,-1-1 0,0 1 0,1-1 0,-1 1 0,0-1 0,1 1 0,-1-1 0,0 1 0,1-1 0,-1 0 0,0 0 0,0 1 0,0-1 0,1 0 0,-1 0 0,0 0 0,0 0 0,0 0 0,1 0 0,-1 0 0,0 0 0,0 0 0,0 0 0,0-1 0,-10-1 0,0 0 0,0-2 0,1 1 0,0-1 0,0-1 0,-15-8 0,-1 0 0,3 2 0,9 5 0,0 0 0,0-1 0,1-1 0,0 0 0,0-1 0,-12-11 0,24 20 0,0-1 0,0 0 0,0 0 0,0 0 0,0 0 0,1 0 0,-1 0 0,0 0 0,0-1 0,1 1 0,-1 0 0,1 0 0,-1-1 0,1 1 0,-1 0 0,1 0 0,0-1 0,0 1 0,0 0 0,-1-1 0,1 1 0,1 0 0,-1-1 0,0 1 0,0 0 0,0-1 0,1-1 0,1 1 0,-1 0 0,0 1 0,1-1 0,-1 0 0,1 1 0,-1-1 0,1 1 0,0-1 0,0 1 0,0 0 0,0 0 0,0 0 0,0 0 0,0 0 0,0 0 0,3 0 0,6-2 22,0 1 1,1 1-1,-1-1 0,1 2 0,18 0 0,-17 1-396,1-1-1,0-1 1,16-2-1,-19 0-6451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24575,'8'-4'0,"1"-1"0,1 5 0,-3 4 0,-1 4 0,-3 2 0,-1 1-8191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4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1 407 24575,'9'-4'0,"0"1"0,0 1 0,1-1 0,-1 1 0,1 1 0,-1 0 0,1 1 0,15 0 0,-13 0 0,0 0 0,0-1 0,0 0 0,19-5 0,-31 6 0,1 0 0,-1 0 0,0 0 0,0 0 0,1 0 0,-1 0 0,0 0 0,1 0 0,-1 0 0,0 0 0,0-1 0,1 1 0,-1 0 0,0 0 0,0 0 0,1 0 0,-1-1 0,0 1 0,0 0 0,0 0 0,0-1 0,1 1 0,-1 0 0,0 0 0,0-1 0,0 1 0,0 0 0,0 0 0,0-1 0,1 1 0,-7-8 0,-20-7 0,20 12 0,-1-1 0,-1 0 0,1-1 0,0 0 0,0-1 0,1 1 0,0-1 0,0-1 0,0 1 0,0-1 0,1 0 0,1 0 0,-1 0 0,1-1 0,0 0 0,1 0 0,-1 0 0,2 0 0,-1 0 0,1-1 0,0 1 0,1-1 0,0 1 0,0-11 0,1 5 0,1 1 0,0-1 0,1 1 0,0-1 0,1 1 0,6-18 0,-8 27 0,1 0 0,0 0 0,-1 1 0,1-1 0,1 1 0,-1 0 0,0 0 0,1-1 0,0 1 0,-1 1 0,1-1 0,0 0 0,1 1 0,-1 0 0,0-1 0,1 1 0,-1 1 0,1-1 0,0 0 0,-1 1 0,1 0 0,0 0 0,0 0 0,0 0 0,0 1 0,4-1 0,5 2 0,0 0 0,0 0 0,0 2 0,0-1 0,0 2 0,-1 0 0,1 0 0,-1 1 0,0 0 0,-1 1 0,1 1 0,-1 0 0,14 11 0,-21-14 0,0 0 0,-1 0 0,1 0 0,-1 0 0,1 0 0,-1 1 0,-1 0 0,1-1 0,-1 1 0,0 0 0,0 0 0,0 0 0,0 1 0,-1-1 0,0 0 0,0 1 0,0 8 0,-1-6 0,-1 1 0,0-1 0,0 0 0,0 1 0,-1-1 0,0 0 0,-1 0 0,0 0 0,0-1 0,-7 14 0,7-16 0,0-1 0,0 1 0,1 0 0,-1-1 0,1 1 0,-2 9 0,3-13 0,1 0 0,0 0 0,0 0 0,0 0 0,0 0 0,0-1 0,0 1 0,0 0 0,0 0 0,1 0 0,-1 0 0,0 0 0,0 0 0,1 0 0,-1 0 0,1 0 0,-1-1 0,1 1 0,-1 0 0,1 0 0,-1-1 0,1 1 0,0 0 0,-1-1 0,1 1 0,0 0 0,0-1 0,-1 1 0,1-1 0,0 1 0,0-1 0,0 0 0,0 1 0,0-1 0,0 0 0,0 0 0,-1 1 0,3-1 0,11 2 0,1 0-1,-1-1 1,1-1 0,20-2-1,2 1-1362,-25 0-5463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5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46 24575,'-2'-3'0,"1"0"0,-1 0 0,0 0 0,0 0 0,0 1 0,0-1 0,-1 0 0,1 1 0,-1-1 0,1 1 0,-1 0 0,0 0 0,0 0 0,0 0 0,0 1 0,0-1 0,-6-1 0,6 3 0,0-1 0,0 1 0,-1-1 0,1 1 0,0 0 0,0 1 0,0-1 0,0 0 0,0 1 0,0 0 0,0 0 0,0 0 0,0 0 0,0 0 0,0 0 0,0 1 0,0 0 0,1-1 0,-5 5 0,3-3 0,0 0 0,0 1 0,0 0 0,0 0 0,1 0 0,0 1 0,0-1 0,0 1 0,0-1 0,-3 10 0,5-12 0,1 0 0,-1 0 0,1 0 0,-1 0 0,1 0 0,0 0 0,0 0 0,0 0 0,0 0 0,0 0 0,1 0 0,-1-1 0,1 1 0,-1 0 0,1 0 0,-1 0 0,1 0 0,0 0 0,0-1 0,0 1 0,0 0 0,0-1 0,1 1 0,-1-1 0,0 1 0,1-1 0,-1 0 0,1 1 0,-1-1 0,1 0 0,0 0 0,2 1 0,11 6 0,33 12 0,-35-16 0,1 2 0,-1-1 0,-1 2 0,14 8 0,-25-15 0,0 1 0,1 0 0,-1 0 0,0 1 0,1-1 0,-1 0 0,0 0 0,0 0 0,0 1 0,0-1 0,0 1 0,0-1 0,0 1 0,-1-1 0,1 1 0,0-1 0,-1 1 0,0 0 0,1-1 0,-1 1 0,0 0 0,0-1 0,0 1 0,0 0 0,0-1 0,0 1 0,0 0 0,0 0 0,-1-1 0,0 4 0,-1-2 0,1 0 0,-1 0 0,0 0 0,0-1 0,0 1 0,0-1 0,0 1 0,0-1 0,-1 0 0,1 0 0,-1 0 0,0 0 0,0 0 0,-5 2 0,-4 1-273,0 0 0,0-1 0,0-1 0,-23 4 0,19-6-6553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6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24575,'2'-20'0,"1"14"0,1 15 0,14 80 0,-5-15 0,30 106 0,-42-172 15,1 0 0,1-1 0,-1 1 0,2-1 0,-1 1 0,0-1 0,6 7 0,-7-12-72,-1 0 0,1 0 0,0 0 0,0 0-1,-1 0 1,1 0 0,1-1 0,-1 1 0,0-1 0,0 1 0,0-1 0,1 0-1,-1 0 1,1 0 0,-1 0 0,1-1 0,-1 1 0,1 0 0,0-1 0,-1 0 0,1 0-1,-1 0 1,1 0 0,0 0 0,2-1 0,8-2-6769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0 24575,'-30'0'0,"-11"3"0,-3 0 0,6 3 0,5 0 0,6 1 0,8 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8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0 24575,'-42'105'0,"-71"167"0,105-256-455,1 0 0,-6 24 0,10-28-6371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1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18 24575,'0'0'0,"-1"-1"0,1 1 0,-1-1 0,1 1 0,-1-1 0,1 1 0,-1-1 0,1 1 0,-1-1 0,1 1 0,0-1 0,-1 1 0,1-1 0,0 0 0,0 1 0,-1-1 0,1 1 0,0-1 0,0 0 0,0 1 0,0-1 0,0 0 0,0 1 0,0-1 0,0 0 0,0 1 0,0-2 0,6 1 0,4 9 0,-8-5 0,0-1 0,0 0 0,-1 1 0,1-1 0,-1 1 0,1 0 0,-1-1 0,0 1 0,0 0 0,0 0 0,-1 0 0,1 0 0,-1 0 0,0 0 0,1-1 0,-1 1 0,0 0 0,-1 0 0,1 0 0,0 0 0,-1 0 0,0 0 0,0 0 0,0 0 0,0-1 0,-2 5 0,-2 1 0,0 1 0,-1-2 0,0 1 0,0-1 0,-1 0 0,-13 12 0,19-18 0,0-1 0,0 1 0,1 0 0,-1-1 0,0 1 0,0 0 0,1 0 0,-1-1 0,1 1 0,-1 0 0,1 0 0,-1 0 0,1 0 0,-1 0 0,1 0 0,0-1 0,0 1 0,-1 0 0,1 0 0,0 0 0,0 0 0,0 0 0,0 0 0,0 2 0,1-2 0,-1 0 0,1 0 0,-1 0 0,1 0 0,0 0 0,0-1 0,-1 1 0,1 0 0,0 0 0,0-1 0,0 1 0,0 0 0,0-1 0,0 1 0,0-1 0,0 1 0,0-1 0,0 0 0,0 1 0,0-1 0,0 0 0,2 0 0,24 3 0,0-1 0,0-1 0,29-3 0,2 0 0,50 2-1365,-96 0-5461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20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24575,'2'0'0,"-1"0"0,-4 0 0,-3 0 0,-4 0 0,-2 0 0,1 3 0,0 0 0,1 0-8191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22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5574 102 24575,'-695'0'0,"507"-9"0,84 3 0,-236-14 0,-107-4 0,311 18 0,-84-2 0,4 23 0,8 0 0,92-9 0,64-2 0,-65-3 0,-199-31 0,125 10 0,-200 0 0,177 29 0,6 6 0,-5 0 0,-141-9 0,216-7 0,29 0 0,-118 2 0,28 27 0,126-15 0,48-8-682,-39 12-1,52-13-6143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1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41 126 24575,'-5'-12'0,"0"-1"0,1 0 0,-4-18 0,5 16 0,-10-25 0,13 40 0,-1 0 0,1 0 0,0 0 0,0 0 0,0 0 0,0 0 0,0 0 0,0 0 0,0 0 0,0 0 0,0 0 0,0 0 0,0 0 0,0 0 0,0 0 0,0 0 0,0 0 0,0 0 0,0 0 0,0 0 0,0 0 0,0 0 0,0 0 0,0 0 0,0 0 0,-1 0 0,1 0 0,0 0 0,0 0 0,0 0 0,0 0 0,0 0 0,0 0 0,0 0 0,0-1 0,0 1 0,0 0 0,0 0 0,0 0 0,0 0 0,0 0 0,0 0 0,0 0 0,0 0 0,0 0 0,0 0 0,0 0 0,0 0 0,0 7 0,2 11 0,13 31 0,2-1 0,2-1 0,29 51 0,20 48 0,-49-100 0,17 48 0,-35-93 0,-1 0 0,1 0 0,-1 0 0,0 0 0,0 0 0,1 0 0,-1 0 0,0 0 0,0 0 0,0 0 0,0 0 0,0 0 0,0 0 0,0 0 0,0 0 0,0 0 0,-1 0 0,1 0 0,0 0 0,-1 0 0,1 0 0,-1 0 0,1 0 0,-1 0 0,1-1 0,-1 1 0,0 0 0,1 0 0,-1 0 0,0-1 0,0 1 0,1 0 0,-1-1 0,0 1 0,0-1 0,0 1 0,0-1 0,0 1 0,0-1 0,0 0 0,0 1 0,0-1 0,0 0 0,0 0 0,0 0 0,0 0 0,0 0 0,0 0 0,0 0 0,-2 0 0,-3-1 0,0 1 0,0-1 0,0 0 0,0-1 0,0 1 0,0-1 0,-7-4 0,3 1 0,2-1 0,-1 1 0,1-1 0,-1-1 0,2 0 0,-1 0 0,1 0 0,0-1 0,1 0 0,-1-1 0,2 1 0,-10-17 0,13 20 0,0 0 0,0 0 0,1 0 0,-1 0 0,1 0 0,0 0 0,0 0 0,0 0 0,1 0 0,0 0 0,0-1 0,0 1 0,1 0 0,0 0 0,0 0 0,0 0 0,0 0 0,1 0 0,0 0 0,0 0 0,0 1 0,1-1 0,-1 1 0,1-1 0,0 1 0,1 0 0,3-4 0,2-1-119,-6 7 36,0-1 0,-1 1 0,1-1 0,-1 1 0,0-1 0,0 0 0,0 0 0,0 0 0,0 0-1,-1 0 1,1-1 0,-1 1 0,0 0 0,1-6 0,0-2-6743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1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19 24575,'-2'-8'0,"-2"1"0,1 3 0,1 6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2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24575,'0'-2'0,"0"0"0,0 1 0,0-1 0,0 1 0,1-1 0,-1 0 0,0 1 0,1-1 0,-1 1 0,1-1 0,0 0 0,-1 1 0,2-2 0,-1 3 0,-1 0 0,0-1 0,0 1 0,0 0 0,1 0 0,-1 0 0,0 0 0,0-1 0,1 1 0,-1 0 0,0 0 0,0 0 0,1 0 0,-1 0 0,0 0 0,0 0 0,1 0 0,-1 0 0,0 0 0,0 0 0,1 0 0,-1 0 0,0 0 0,1 0 0,-1 0 0,0 0 0,0 0 0,1 0 0,0 1 0,0 0 0,0-1 0,0 1 0,0 0 0,-1 0 0,1-1 0,0 1 0,0 0 0,-1 0 0,1 0 0,0 1 0,9 16 0,9 23 0,0 1 0,0-5 0,-3 1 0,-1 0 0,-2 1 0,-1 1 0,-2 0 0,6 61 0,0 60 0,-16-159 0,0 0 0,1 0 0,-1 0 0,1 0 0,-1 0 0,1 0 0,0 0 0,0 0 0,0-1 0,0 1 0,0 0 0,0 0 0,1-1 0,-1 1 0,0-1 0,1 1 0,-1-1 0,1 0 0,0 1 0,0-1 0,-1 0 0,1 0 0,0 0 0,0-1 0,0 1 0,0 0 0,0-1 0,0 1 0,0-1 0,4 1 0,6 0 0,0 0 0,1-1 0,-1 0 0,13-3 0,-14 2 0,-4 0-68,1 0 0,-1-1-1,0 0 1,0 0 0,0-1 0,0 0-1,0 0 1,0 0 0,-1-1 0,1 0-1,-1-1 1,0 1 0,-1-1 0,1 0-1,-1-1 1,0 1 0,0-1-1,0 0 1,5-10 0,-3 3-6758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2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13 24575,'-30'-2'0,"-11"-2"0,-5 1 0,4 1 0,4 0 0,5 3 0,5 2 0,6 0-8191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9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74 24575,'-2'-4'0,"-1"-1"0,1 0 0,-1 1 0,-1 0 0,1 0 0,0 0 0,-1 0 0,0 0 0,0 1 0,0-1 0,0 1 0,-1 0 0,1 1 0,-1-1 0,-8-3 0,3 3 0,0 1 0,0-1 0,0 2 0,0-1 0,0 1 0,0 1 0,-12 1 0,6-1 0,1 1 0,-1 1 0,1 0 0,0 2 0,0-1 0,0 2 0,0 0 0,-16 8 0,30-12 0,0 0 0,0-1 0,0 1 0,0 0 0,0 0 0,0 0 0,0-1 0,0 1 0,0 0 0,0 0 0,0 1 0,0-1 0,1 0 0,-1 0 0,1 0 0,-1 0 0,1 1 0,-1-1 0,1 0 0,0 0 0,-1 1 0,1 1 0,0 0 0,0 0 0,1-1 0,-1 1 0,1-1 0,0 1 0,-1-1 0,1 0 0,0 1 0,0-1 0,1 0 0,1 3 0,2 2 0,0 0 0,0-1 0,1 0 0,0 0 0,0 0 0,10 6 0,-2-4 0,1 0 0,0-1 0,0-1 0,24 7 0,-25-9 0,-1 0 0,1 1 0,-1 1 0,0 0 0,0 1 0,15 11 0,-27-18 0,1 1 0,-2-1 0,1 1 0,0 0 0,0 0 0,0 0 0,0 0 0,0 0 0,-1-1 0,1 1 0,0 0 0,-1 1 0,1-1 0,-1 0 0,1 0 0,-1 0 0,1 0 0,-1 0 0,0 0 0,0 1 0,1-1 0,-1 2 0,-1-2 0,1 0 0,-1 1 0,1-1 0,-1 0 0,0 0 0,0 0 0,1 0 0,-1 0 0,0 0 0,0 0 0,0 0 0,0-1 0,0 1 0,0 0 0,0 0 0,-1-1 0,1 1 0,0-1 0,0 1 0,-2 0 0,-8 2 0,0 0 0,0 0 0,-1-1 0,1-1 0,-14 1 0,9-1 0,-26 5 0,30-4-1365,2 0-5461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9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 24575,'-3'-3'0,"0"3"0,0 2 0,0 4 0,4 2 0,1 0 0,3 3 0,1 1 0,-1 1 0,1-1 0,0-1 0,-2-4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9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48 24575,'-10'-12'0,"-3"-2"0,-2 2 0,2 2-8191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0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24575,'2'15'0,"2"7"0,7 28 0,-9-45 0,0 0 0,0 0 0,0 1 0,0-1 0,1-1 0,0 1 0,0 0 0,0-1 0,1 1 0,6 5 0,-9-9 0,0 0 0,0 0 0,0 0 0,0 0 0,1 0 0,-1 0 0,0 0 0,1-1 0,-1 1 0,0 0 0,1-1 0,-1 0 0,1 1 0,-1-1 0,1 0 0,-1 0 0,1 1 0,-1-1 0,1 0 0,-1-1 0,1 1 0,-1 0 0,1 0 0,-1-1 0,1 1 0,-1-1 0,1 1 0,-1-1 0,0 1 0,1-1 0,-1 0 0,0 0 0,1 0 0,-1 0 0,0 0 0,0 0 0,0 0 0,1-2 0,1 0 0,0-1 0,-1 0 0,1 1 0,-1-1 0,0-1 0,0 1 0,0 0 0,-1 0 0,0-1 0,1 1 0,0-9 0,-2 6 0,1 0 0,0 0 0,0 1 0,1-1 0,-1 0 0,2 1 0,2-8 0,-4 13 0,0-1 0,0 1 0,0-1 0,0 1 0,0 0 0,0 0 0,0 0 0,0-1 0,0 1 0,0 0 0,1 0 0,-1 0 0,1 1 0,-1-1 0,0 0 0,1 1 0,-1-1 0,1 0 0,-1 1 0,1 0 0,0-1 0,-1 1 0,1 0 0,-1 0 0,1 0 0,0 0 0,-1 0 0,1 0 0,-1 0 0,1 1 0,0-1 0,-1 0 0,1 1 0,-1 0 0,4 1 0,13 7 0,-1 0 0,1 2 0,18 15 0,-6-6 0,66 45 0,-87-58-1365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3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1 480 24575,'0'-1'0,"0"1"0,0-1 0,0 1 0,0-1 0,0 1 0,1-1 0,-1 1 0,0-1 0,1 1 0,-1-1 0,0 1 0,0 0 0,1-1 0,-1 1 0,1 0 0,-1-1 0,0 1 0,1 0 0,-1 0 0,1-1 0,-1 1 0,1 0 0,0-1 0,14-4 0,-9 4 0,14-4 0,0 1 0,0 1 0,34-1 0,14-2 0,-41 3 0,-19 2 0,0 0 0,1 0 0,-1 0 0,0-1 0,11-4 0,-24 8 0,0-1 0,0 1 0,0-1 0,0 0 0,0 0 0,0-1 0,0 1 0,-1-1 0,1 0 0,-9-2 0,10 2 0,0-1 0,0 0 0,0 0 0,0-1 0,0 1 0,0-1 0,0 0 0,0 0 0,1 0 0,-1 0 0,1-1 0,0 1 0,-1-1 0,1 0 0,0 0 0,-2-3 0,-2-4 0,0 0 0,1 0 0,1-1 0,-1 1 0,2-1 0,-1 0 0,2 0 0,-1-1 0,2 1 0,-1-1 0,2 0 0,-1-22 0,1 14 0,5-35 0,-2 47 0,0 0 0,0 0 0,0 0 0,1 1 0,0-1 0,0 1 0,6-9 0,-5 10 0,0 0 0,1 0 0,-1 0 0,1 0 0,1 0 0,-1 1 0,1 0 0,0 0 0,0 1 0,1 0 0,-1 0 0,1 0 0,0 1 0,0 0 0,0 0 0,0 1 0,0 0 0,1 0 0,-1 0 0,1 1 0,14 0 0,-5 0 0,0 1 0,0 1 0,0 0 0,1 1 0,-2 1 0,1 1 0,0 0 0,27 11 0,-38-11 0,1-1 0,-1 1 0,0-1 0,0 2 0,0-1 0,0 1 0,-1 0 0,1 0 0,7 11 0,-9-11 0,-1 0 0,0 1 0,-1-1 0,1 1 0,-1-1 0,0 1 0,-1 0 0,1 0 0,-1 0 0,0 0 0,-1 0 0,1 0 0,-2 9 0,1-5 0,-2 0 0,1 0 0,-1 0 0,-1 0 0,0 0 0,0-1 0,-1 1 0,0-1 0,-11 17 0,6-12 0,-2 0 0,1-1 0,-2-1 0,1 1 0,-17 11 0,26-22 0,1-1 0,-1 1 0,0 0 0,1-1 0,-1 1 0,1 0 0,-1 0 0,1 0 0,-2 5 0,3-7 0,0 1 0,-1-1 0,1 1 0,0 0 0,0-1 0,0 1 0,0 0 0,0-1 0,0 1 0,0 0 0,1-1 0,-1 1 0,0 0 0,0-1 0,0 1 0,1-1 0,-1 1 0,0 0 0,1-1 0,-1 1 0,0-1 0,1 1 0,-1-1 0,1 1 0,-1-1 0,1 1 0,-1-1 0,1 0 0,-1 1 0,1-1 0,-1 0 0,1 1 0,0-1 0,-1 0 0,1 0 0,0 1 0,-1-1 0,1 0 0,-1 0 0,2 0 0,12 2 0,0 0 0,-1-1 0,1 0 0,0-1 0,25-4 0,-34 4 0,6-1-151,-1-1-1,1 0 0,-1 0 0,0-1 1,0-1-1,0 1 0,0-2 1,10-5-1,-11 5-6674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3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0 24575,'-53'11'0,"48"-10"0,0 0 0,1 1 0,-1 0 0,1 0 0,-1 0 0,1 0 0,0 1 0,-7 4 0,11-6 0,-1 0 0,0-1 0,1 1 0,-1 0 0,0 0 0,1-1 0,-1 1 0,1 0 0,-1 0 0,1 0 0,0 0 0,-1-1 0,1 1 0,0 0 0,-1 0 0,1 0 0,0 0 0,0 0 0,0 0 0,0 0 0,0 0 0,0 1 0,1 0 0,-1 0 0,1 0 0,0 0 0,0-1 0,0 1 0,0 0 0,0-1 0,0 1 0,0 0 0,3 1 0,3 4 0,1-1 0,0 1 0,13 6 0,-17-10 0,139 81 0,-142-84 0,0 0 0,-1 0 0,1 1 0,-1-1 0,1 1 0,-1-1 0,1 0 0,0 1 0,-1-1 0,0 1 0,1-1 0,-1 1 0,1 0 0,-1-1 0,0 1 0,1-1 0,-1 1 0,0 0 0,1-1 0,-1 1 0,0 0 0,0 0 0,0 0 0,0 0 0,0-1 0,-1 1 0,1-1 0,0 1 0,-1-1 0,1 1 0,0-1 0,-1 1 0,1-1 0,-1 1 0,1-1 0,-1 0 0,1 1 0,-1-1 0,1 1 0,-1-1 0,1 0 0,-2 1 0,-4 1 0,0 0 0,0 0 0,-11 2 0,16-4 0,-29 4-10,-1-2-1,1 0 0,-34-4 1,9 0-1313,37 2-5503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4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65 24575,'0'-1'0,"-2"-4"0,0-1 0,0 1 0,0-1 0,1 0 0,0 0 0,1 0 0,-1 0 0,1-8 0,0 14 0,0 0 0,0 0 0,0 0 0,0-1 0,0 1 0,0 0 0,0 0 0,0 0 0,0 0 0,0 0 0,0-1 0,0 1 0,0 0 0,0 0 0,1 0 0,-1 0 0,0 0 0,0-1 0,0 1 0,0 0 0,0 0 0,0 0 0,0 0 0,0 0 0,1 0 0,-1 0 0,0 0 0,0-1 0,0 1 0,0 0 0,0 0 0,0 0 0,1 0 0,-1 0 0,0 0 0,0 0 0,0 0 0,0 0 0,1 0 0,-1 0 0,0 0 0,0 0 0,0 0 0,0 0 0,0 0 0,1 0 0,-1 0 0,8 7 0,6 12 0,-9-12 0,-1 1 0,-1 0 0,1 0 0,-2 0 0,1 1 0,-1-1 0,0 1 0,0-1 0,-1 1 0,-1 0 0,1 12 0,-3 47 0,3 95 0,-1-159 0,1 0 0,-1-1 0,1 1 0,0-1 0,0 1 0,0-1 0,1 0 0,-1 1 0,1-1 0,0 0 0,-1 0 0,2 0 0,-1 0 0,0 0 0,1 0 0,-1-1 0,1 1 0,5 3 0,-1-1 0,1-1 0,-1 0 0,1-1 0,1 1 0,-1-1 0,15 3 0,4 1 0,-8-1 0,24 3 0,-38-8 0,0-1 0,0 0 0,0 1 0,0-2 0,0 1 0,0 0 0,-1-1 0,1 0 0,0 0 0,5-2 0,-1-3-1365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4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0 24575,'-29'0'0,"-15"0"0,-8 0 0,1 0 0,4 0 0,5 0 0,5 0 0,3 0 0,3 0 0,5 0 0,1 0 0,2 0 0,1 3 0,2 0 0,3 0-8191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5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5 24575,'-2'0'0,"1"-1"0,-1 0 0,1 1 0,0-1 0,-1 1 0,1-1 0,-1 1 0,1 0 0,-1 0 0,1 0 0,-1 0 0,1 0 0,-1 0 0,1 0 0,-1 0 0,1 0 0,-1 1 0,-2 0 0,2 0 0,0 0 0,0 1 0,0-1 0,1 0 0,-1 1 0,0-1 0,1 1 0,-1 0 0,1-1 0,-1 1 0,-1 3 0,-2 5 0,0 0 0,1 0 0,0 1 0,-4 13 0,5-14 0,-9 28 0,-3-1 0,-1-1 0,-2 0 0,-1-1 0,-2-1 0,-42 53 0,46-66 0,-48 65 0,42-57 39,17-23-273,1-1 0,0 2 0,1-1 0,-1 0 0,-4 11 0,5-6-6592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45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24575,'1'-4'0,"1"1"0,-1-1 0,1 1 0,0 0 0,0 0 0,0-1 0,1 1 0,-1 0 0,1 1 0,0-1 0,0 0 0,0 1 0,0 0 0,0 0 0,0 0 0,1 0 0,-1 0 0,0 0 0,1 1 0,0 0 0,-1 0 0,1 0 0,0 0 0,0 0 0,-1 1 0,6-1 0,-5 1 0,1 0 0,-1 0 0,1 1 0,-1-1 0,1 1 0,-1 0 0,1 0 0,-1 0 0,0 1 0,1 0 0,-1 0 0,0 0 0,0 0 0,-1 0 0,1 1 0,0 0 0,-1 0 0,1 0 0,-1 0 0,0 0 0,0 1 0,3 3 0,-4-3 0,-1-1 0,1 0 0,0 1 0,-1-1 0,0 1 0,0-1 0,0 1 0,0-1 0,0 1 0,-1 0 0,0-1 0,0 1 0,0 7 0,-1-5 0,0-1 0,-1 1 0,1-1 0,-1 0 0,0 0 0,-1 0 0,1 0 0,-5 7 0,-6 4 0,1-1 0,-2 0 0,0-1 0,-17 13 0,27-23 0,3-3 0,-1 1 0,0-1 0,1 1 0,0-1 0,-1 1 0,1-1 0,0 1 0,0 0 0,0 0 0,0-1 0,0 1 0,1 0 0,-2 2 0,2-3 0,0-1 0,0 1 0,0-1 0,0 1 0,0-1 0,0 1 0,0-1 0,0 1 0,0-1 0,1 1 0,-1-1 0,0 1 0,0-1 0,0 1 0,1-1 0,-1 1 0,0-1 0,1 0 0,-1 1 0,1 0 0,0 0 0,0-1 0,0 1 0,0 0 0,0-1 0,0 1 0,1-1 0,-1 1 0,0-1 0,0 0 0,1 1 0,1-1 0,19 2 0,0-1 0,34-2 0,-10-1 0,-22 1 67,27-5 0,7-1-1566,-46 6-5327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0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3336 74 24575,'0'0'0,"0"0"0,0 0 0,0 0 0,0 0 0,0 0 0,0 0 0,-1 0 0,1 0 0,0 0 0,0 0 0,0 0 0,0 0 0,0 0 0,0 0 0,0 0 0,0 0 0,0 0 0,0 0 0,0 0 0,0 0 0,0 0 0,0 0 0,-1 0 0,1 0 0,0 0 0,0 0 0,0 0 0,0 0 0,0 1 0,0-1 0,0 0 0,0 0 0,0 0 0,0 0 0,0 0 0,0 0 0,0 0 0,0 0 0,0 0 0,0 0 0,0 0 0,0 0 0,0 1 0,0-1 0,0 0 0,0 0 0,0 0 0,0 0 0,0 0 0,0 0 0,0 0 0,0 0 0,0 0 0,0 0 0,0 0 0,0 0 0,0 0 0,0 1 0,0-1 0,1 0 0,-1 0 0,0 0 0,0 0 0,0 0 0,0 0 0,0 0 0,0 0 0,0 0 0,-11-1 0,-17-5 0,24 5 0,-23-6 0,6 2 0,0 0 0,-26-1 0,-29-1 0,-59-2 0,123 9 0,-41-1 0,-85 11 0,21-1 0,26-3 0,-209 1 0,185-9 0,56 2 0,-268-8 0,186 1 0,-21-1 0,-45-21 0,144 23 0,-113 5 0,82 3 0,56 0 0,-74 13 0,87-10 0,-1-2 0,-1 0 0,1-2 0,-37-2 0,-9-13 0,46 10 0,0-1 0,-52-1 0,54 7 0,-36 7 0,14-1 0,16-2 0,-36 10 0,39-8 0,-52 7 0,36-5-610,38-7-145,-5 0-6071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5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1 319 24575,'231'0'0,"-227"0"0,-2 0 0,-1 0 0,1 1 0,0-1 0,0-1 0,0 1 0,0 0 0,-1 0 0,1-1 0,0 1 0,0-1 0,-1 1 0,1-1 0,0 0 0,1-1 0,-3 2 0,0 0 0,0 0 0,0 0 0,0-1 0,0 1 0,0 0 0,0 0 0,0 0 0,0-1 0,0 1 0,0 0 0,0 0 0,0 0 0,0 0 0,-1-1 0,1 1 0,0 0 0,0 0 0,0 0 0,0 0 0,0-1 0,0 1 0,0 0 0,-1 0 0,1 0 0,0 0 0,0 0 0,0 0 0,0-1 0,-1 1 0,1 0 0,0 0 0,0 0 0,0 0 0,-1 0 0,1 0 0,0 0 0,0 0 0,-10-4 0,9 3 0,-12-3 0,1 0 0,0-2 0,1 1 0,-1-2 0,1 1 0,1-2 0,-1 1 0,1-2 0,0 1 0,1-1 0,0 0 0,-12-17 0,19 22 0,0-1 0,-1 0 0,1 0 0,1 0 0,-1 0 0,1 0 0,0 0 0,0 0 0,1 0 0,-1 0 0,1-1 0,0 1 0,1 0 0,0-6 0,-1 7 0,1-1 0,0 1 0,0 0 0,1-1 0,-1 1 0,1 0 0,0 0 0,0 0 0,0 0 0,0 0 0,1 0 0,-1 1 0,1-1 0,0 1 0,1 0 0,4-5 0,1 3 0,1-1 0,0 1 0,0 1 0,1 0 0,-1 0 0,1 1 0,0 1 0,12-2 0,1 1 0,1 1 0,39 2 0,-57 0 0,1 1 0,0 0 0,-1 1 0,1 0 0,-1 0 0,1 0 0,-1 1 0,0 0 0,0 1 0,0 0 0,-1 0 0,13 9 0,-16-10 0,0 0 0,0 0 0,0 0 0,-1 0 0,1 0 0,-1 0 0,0 1 0,0 0 0,0-1 0,0 1 0,-1 0 0,1 0 0,-1 0 0,0 0 0,0 0 0,-1 0 0,1 0 0,-1 0 0,0 0 0,0 0 0,0 0 0,0 0 0,-1 0 0,1 0 0,-1 0 0,-2 5 0,0-3 0,0-1 0,0 1 0,0 0 0,-1-1 0,0 1 0,0-1 0,-1 0 0,1-1 0,-1 1 0,0-1 0,-6 4 0,2 0 0,-16 17 0,24-25 0,0 1 0,0 0 0,1 0 0,-1 0 0,0 0 0,1 0 0,-1 0 0,1 0 0,0 0 0,-1 0 0,1 0 0,0 0 0,-1 0 0,1 0 0,0 0 0,0 0 0,0 1 0,0-1 0,0 0 0,0 0 0,0 0 0,1 1 0,-1 0 0,1-1 0,0 1 0,0 0 0,0-1 0,0 0 0,0 1 0,0-1 0,0 0 0,0 1 0,1-1 0,-1 0 0,3 2 0,2 1 0,1-1 0,-1 1 0,1-1 0,0-1 0,11 4 0,-6-3-110,9 3-309,0-1 1,42 4 0,-51-9-6408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5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4 24575,'-9'-2'0,"-1"2"0,0-1 0,-9 1 0,16 0 0,0 0 0,1 1 0,-1-1 0,1 1 0,-1-1 0,1 1 0,-1 0 0,1 0 0,0 0 0,-1 0 0,1 0 0,0 1 0,0-1 0,0 1 0,0-1 0,-3 3 0,5-2 0,-1-1 0,0 0 0,1 1 0,-1-1 0,0 0 0,1 1 0,0-1 0,-1 1 0,1-1 0,0 1 0,0-1 0,0 1 0,0-1 0,0 1 0,0-1 0,0 1 0,0-1 0,0 1 0,1-1 0,-1 0 0,1 1 0,-1-1 0,1 1 0,0-1 0,-1 0 0,1 0 0,0 1 0,0-1 0,0 0 0,2 2 0,3 4 0,0-1 0,0 1 0,13 8 0,15 8 0,-23-16 0,0 1 0,-1-1 0,0 2 0,0-1 0,11 14 0,-20-21 0,0 0 0,0 0 0,-1 0 0,1 0 0,0 0 0,-1 1 0,1-1 0,-1 0 0,1 0 0,-1 0 0,1 0 0,-1 1 0,0-1 0,0 0 0,1 0 0,-1 1 0,0-1 0,0 0 0,0 0 0,-1 1 0,1 1 0,-1-2 0,1 0 0,-1 0 0,0 0 0,0 0 0,0 0 0,0 0 0,1 0 0,-1 0 0,-1 0 0,1 0 0,0 0 0,0-1 0,0 1 0,0 0 0,0-1 0,-3 2 0,-3 0 0,0 0 0,-1 0 0,1-1 0,-1 0 0,-12 1 0,-200-4-1365,205 2-5461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6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24575,'8'5'0,"-1"0"0,0 0 0,-1 0 0,1 1 0,-1 0 0,0 0 0,-1 1 0,1-1 0,-1 1 0,0 1 0,-1-1 0,6 12 0,-8-12 0,0 0 0,-1 0 0,1 0 0,-1 0 0,0 1 0,-1-1 0,0 10 0,-10 52 0,2-7 0,6-40 0,2 0 0,3 37 0,-2-52 0,0-1 0,0 1 0,1-1 0,0 0 0,1 1 0,-1-1 0,1 0 0,0 0 0,0-1 0,1 1 0,0-1 0,0 1 0,7 6 0,-5-7 0,0 0 0,0 0 0,1 0 0,0 0 0,0-1 0,0 0 0,1-1 0,-1 0 0,1 0 0,-1 0 0,1-1 0,0 0 0,0-1 0,0 0 0,1 0 0,-1 0 0,0-1 0,16-2 0,-23 2-59,0 0 0,1 0-1,-1-1 1,0 1-1,1 0 1,-1-1 0,0 1-1,0-1 1,1 0 0,-1 1-1,0-1 1,0 0 0,0 0-1,0 1 1,0-1-1,0 0 1,0 0 0,0 0-1,0 0 1,0-1 0,0 1-1,0-1 1,3-7-6767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6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12 24575,'-27'-3'0,"-11"0"0,-2 0 0,3 0 0,6 4 0,6 1 0,4 1 0,4-1 0,4 0-8191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7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30 24575,'1'-2'0,"-1"0"0,1 1 0,-1-1 0,1 1 0,0-1 0,0 1 0,0-1 0,0 1 0,0 0 0,0-1 0,0 1 0,0 0 0,0 0 0,0 0 0,1 0 0,-1 0 0,0 0 0,1 0 0,-1 0 0,1 0 0,-1 1 0,1-1 0,-1 1 0,1-1 0,2 0 0,-2 1 0,-1 1 0,1-1 0,-1 0 0,1 0 0,-1 1 0,1-1 0,-1 1 0,1-1 0,-1 1 0,1 0 0,-1-1 0,0 1 0,1 0 0,-1 0 0,0 0 0,0 0 0,0 0 0,1 1 0,-1-1 0,0 0 0,-1 0 0,1 1 0,0-1 0,0 0 0,-1 1 0,1-1 0,0 2 0,0 0 0,0 0 0,0 0 0,0 1 0,-1-1 0,1 0 0,-1 0 0,0 0 0,0 1 0,0-1 0,0 0 0,0 0 0,-1 0 0,1 1 0,-1-1 0,0 0 0,0 0 0,0 0 0,-1 0 0,1 0 0,-1-1 0,0 1 0,-1 3 0,-6 5 0,-1 0 0,1-1 0,-21 17 0,10-9 0,-4 5 0,5-6 0,0 1 0,-19 25 0,33-37 0,1 0 0,0 1 0,0-1 0,1 1 0,0 0 0,0 0 0,0 0 0,1 0 0,0 1 0,0-1 0,1 1 0,-1 7 0,2 14-1365,0-16-5461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8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24575,'7'-3'0,"0"-1"0,0 1 0,0 0 0,0 0 0,1 1 0,-1 0 0,1 0 0,-1 1 0,1 0 0,0 0 0,-1 1 0,1 0 0,0 0 0,-1 1 0,1 0 0,0 0 0,-1 1 0,1 0 0,8 4 0,-15-6 0,0 0 0,1 1 0,-1-1 0,0 1 0,1-1 0,-1 1 0,0-1 0,0 1 0,0 0 0,0 0 0,1 0 0,-1 0 0,0 0 0,0 0 0,-1 0 0,1 0 0,0 0 0,0 0 0,0 0 0,-1 1 0,1-1 0,-1 0 0,1 1 0,-1-1 0,1 0 0,-1 3 0,0-1 0,0-1 0,0 1 0,-1 0 0,0 0 0,1 0 0,-1 0 0,0-1 0,0 1 0,0 0 0,-1-1 0,1 1 0,-2 2 0,-10 15 0,-16 27 0,27-42 0,0 0 0,0 0 0,0 0 0,1 1 0,0-1 0,0 0 0,0 0 0,0 7 0,1-10 0,0 0 0,0 0 0,1-1 0,-1 1 0,0 0 0,1 0 0,-1 0 0,1-1 0,0 1 0,0 0 0,-1-1 0,1 1 0,0-1 0,0 1 0,1-1 0,-1 0 0,0 1 0,0-1 0,1 0 0,-1 0 0,0 1 0,1-1 0,0 0 0,-1-1 0,1 1 0,-1 0 0,1 0 0,0-1 0,0 1 0,-1-1 0,4 1 0,6 1 0,-1-1 0,1 0 0,-1-1 0,14-1 0,-12 1 0,0 0-136,-1-1-1,1 1 1,-1-2-1,1 0 1,-1 0-1,0-1 1,0-1-1,0 0 0,15-7 1,-17 5-6690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59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13 24575,'1'-1'0,"-1"0"0,0 0 0,0 1 0,0-1 0,0 0 0,1 0 0,-1 0 0,0 0 0,1 1 0,-1-1 0,0 0 0,1 0 0,-1 1 0,2-2 0,0 2 0,-2 8 0,-4 3 0,0 1 0,-1-1 0,0 1 0,-7 10 0,4-8 0,-10 26 0,12-25 0,-1 0 0,0 0 0,-1-1 0,-17 25 0,-47 46 0,44-53 0,20-23-455,0 1 0,-8 14 0,9-11-6371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09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54 24575,'2'-16'0,"-2"13"0,1 1 0,-1-1 0,1 1 0,-1-1 0,0 1 0,0-1 0,0 0 0,-1 1 0,1-1 0,-1 1 0,0-4 0,0 6 0,1 0 0,0-1 0,-1 1 0,1 0 0,0 0 0,-1-1 0,1 1 0,-1 0 0,1 0 0,0 0 0,-1-1 0,1 1 0,-1 0 0,1 0 0,-1 0 0,1 0 0,0 0 0,-1 0 0,1 0 0,-1 0 0,1 0 0,-1 0 0,1 0 0,-1 0 0,1 0 0,0 1 0,-1-1 0,1 0 0,-1 0 0,1 0 0,-1 1 0,1-1 0,0 0 0,-1 0 0,1 1 0,-17 12 0,15-11 0,-19 15 0,1 0 0,1 1 0,0 2 0,-22 30 0,-8 20 0,3-6 0,-50 92 0,89-142-227,-2-1-1,0 0 1,0 0-1,-1-1 1,-17 17-1,18-20-6598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10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24575,'3'-3'0,"0"0"0,1 0 0,-1 0 0,1 1 0,0-1 0,0 1 0,0 0 0,0 0 0,0 0 0,0 0 0,1 1 0,6-2 0,-8 3 0,0 0 0,0 0 0,0 0 0,0 0 0,0 0 0,0 0 0,0 1 0,0 0 0,0-1 0,0 1 0,0 0 0,0 1 0,0-1 0,-1 0 0,1 1 0,0 0 0,-1-1 0,0 1 0,4 3 0,-2-1 0,0 0 0,0 0 0,-1 0 0,1 1 0,-1 0 0,0-1 0,0 1 0,4 11 0,-6-13 0,0 0 0,-1 0 0,1 0 0,0 0 0,-1 1 0,0-1 0,0 0 0,0 1 0,0-1 0,0 0 0,-1 0 0,1 1 0,-1-1 0,0 0 0,0 0 0,-2 5 0,-5 6 0,-1 0 0,0-1 0,-1 0 0,-16 18 0,10-14 0,-14 22 0,29-38 0,1 0 0,-1 0 0,0-1 0,1 1 0,-1 0 0,1 0 0,0 0 0,-1 0 0,1 0 0,0 0 0,-1 1 0,1-1 0,0 2 0,0-3 0,0 1 0,0-1 0,0 0 0,1 1 0,-1-1 0,0 0 0,0 1 0,0-1 0,1 0 0,-1 1 0,0-1 0,0 0 0,1 1 0,-1-1 0,0 0 0,0 0 0,1 1 0,-1-1 0,0 0 0,1 0 0,-1 0 0,1 1 0,-1-1 0,0 0 0,1 0 0,3 1 0,0-1 0,0 0 0,1 1 0,-1-1 0,7-2 0,-2 2 0,109-3-1365,-104 3-5461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1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175 375 24575,'24'8'0,"-17"-1"0,-7-7 0,0 1 0,0-1 0,0 0 0,0 1 0,0-1 0,0 0 0,-1 1 0,1-1 0,0 0 0,0 1 0,0-1 0,0 0 0,-1 1 0,1-1 0,0 0 0,0 0 0,-1 1 0,1-1 0,0 0 0,-1 0 0,1 1 0,0-1 0,0 0 0,-1 0 0,1 0 0,0 0 0,-1 1 0,0-1 0,-4 2 0,1-1 0,-1 1 0,0-1 0,0 0 0,0 0 0,0-1 0,-8 0 0,-35-2 0,43 2 0,0-1 0,1 1 0,-1-1 0,0-1 0,1 1 0,-1 0 0,1-1 0,0 0 0,0 0 0,-1 0 0,1-1 0,0 1 0,1-1 0,-1 0 0,0 0 0,1 0 0,0-1 0,0 1 0,0-1 0,0 0 0,0 0 0,1 0 0,0 0 0,0 0 0,0 0 0,0-1 0,0 1 0,1-1 0,0 1 0,0-1 0,0-7 0,0 1 0,1 0 0,0 1 0,1-1 0,1 1 0,-1-1 0,2 1 0,-1 0 0,5-11 0,0 4 0,0 1 0,2 0 0,18-27 0,-23 36 0,2 1 0,-1 0 0,1 0 0,0 0 0,0 1 0,1 0 0,-1 0 0,1 1 0,0 0 0,13-6 0,5-1 0,-13 6 0,-1 0 0,1 0 0,0 1 0,1 1 0,-1 0 0,22-3 0,-30 7 0,1-1 0,-1 1 0,1 0 0,-1 0 0,0 0 0,1 0 0,-1 1 0,0 0 0,0-1 0,0 2 0,0-1 0,-1 0 0,1 1 0,0 0 0,-1 0 0,0 0 0,0 0 0,0 0 0,0 1 0,4 5 0,-3-2 0,1 0 0,-2 0 0,1 1 0,-1-1 0,0 1 0,-1-1 0,1 1 0,-1 0 0,-1 0 0,1 12 0,-1-6 0,-1-1 0,-1 0 0,0 1 0,-1-1 0,0 0 0,-8 23 0,9-33 0,0-1 0,0 1 0,1 0 0,-1-1 0,1 1 0,-1-1 0,1 1 0,0 0 0,0-1 0,0 1 0,0 0 0,0 0 0,2 3 0,-1-4 0,0 0 0,0-1 0,0 1 0,0 0 0,0 0 0,1-1 0,-1 1 0,0-1 0,1 1 0,0-1 0,-1 0 0,1 1 0,0-1 0,0 0 0,-1 0 0,1 0 0,4 1 0,7 2-170,1 0-1,-1 0 0,1-2 1,0 1-1,0-2 0,0 0 1,22-1-1,-24 0-6655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19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 24575,'-7'5'0,"0"0"0,0 0 0,1 1 0,-1-1 0,1 2 0,1-1 0,-8 10 0,12-14 0,0 1 0,-1-1 0,1 0 0,0 1 0,0-1 0,0 0 0,0 1 0,0-1 0,1 1 0,-1 0 0,1-1 0,0 1 0,0-1 0,0 1 0,0 0 0,0-1 0,0 1 0,1 0 0,-1-1 0,1 1 0,0-1 0,0 1 0,0-1 0,0 0 0,0 1 0,0-1 0,3 4 0,11 11 0,-11-13 0,0 1 0,-1-1 0,1 1 0,-1-1 0,0 1 0,3 8 0,-5-12 0,-1 1 0,1-1 0,-1 1 0,0 0 0,0-1 0,1 1 0,-1 0 0,0-1 0,-1 1 0,1 0 0,0 0 0,0-1 0,-1 1 0,1-1 0,-1 1 0,1 0 0,-1-1 0,0 1 0,0-1 0,0 1 0,0-1 0,0 0 0,0 1 0,0-1 0,0 0 0,-3 2 0,-4 3 3,0 0 0,0-1 1,-1 0-1,0 0 0,0-1 0,-1 0 0,-17 5 0,-13 5-1393,25-7-5436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21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1 366 24575,'0'0'0,"0"-1"0,1 0 0,-1 1 0,0-1 0,0 0 0,1 1 0,-1-1 0,1 1 0,-1-1 0,1 1 0,-1-1 0,1 1 0,-1-1 0,1 1 0,-1 0 0,1-1 0,-1 1 0,1-1 0,0 1 0,-1 0 0,1 0 0,0 0 0,-1-1 0,1 1 0,0 0 0,-1 0 0,2 0 0,22-3 0,-22 3 0,50 1 0,-42 0 0,0 0 0,1-1 0,-1 0 0,0-1 0,1 0 0,-1-1 0,0 0 0,12-4 0,-22 6 0,0-1 0,0 1 0,0 0 0,0 0 0,0-1 0,0 1 0,0 0 0,-1-1 0,1 1 0,0 0 0,0-1 0,0 1 0,0 0 0,0 0 0,-1-1 0,1 1 0,0 0 0,0 0 0,0 0 0,-1-1 0,1 1 0,0 0 0,0 0 0,-1 0 0,1-1 0,0 1 0,-1 0 0,1 0 0,0 0 0,0 0 0,-1 0 0,-16-11 0,9 5 0,0-1 0,0 0 0,1-1 0,0 0 0,1-1 0,0 1 0,0-1 0,-5-11 0,1 1 0,5 11 0,1 0 0,1 0 0,-1-1 0,1 0 0,1 1 0,0-1 0,0 0 0,1 0 0,-1-18 0,2 22 0,0 1 0,0-1 0,0 1 0,1-1 0,0 1 0,0-1 0,0 1 0,0-1 0,1 1 0,-1 0 0,1 0 0,0 0 0,1 0 0,-1 0 0,1 0 0,-1 1 0,1-1 0,0 1 0,1 0 0,-1 0 0,7-5 0,-1 4 0,0 0 0,1 0 0,0 1 0,-1 0 0,1 0 0,0 1 0,1 1 0,-1 0 0,0 0 0,0 1 0,1 0 0,-1 1 0,0 0 0,0 1 0,17 4 0,-22-4 0,0 0 0,0 0 0,0 1 0,0-1 0,-1 1 0,1 0 0,-1 1 0,0-1 0,1 1 0,-2-1 0,1 1 0,0 1 0,-1-1 0,0 0 0,0 1 0,0 0 0,0-1 0,-1 1 0,0 0 0,0 0 0,0 1 0,-1-1 0,0 0 0,0 0 0,0 1 0,0-1 0,-1 1 0,0-1 0,0 1 0,0-1 0,-1 0 0,0 1 0,0-1 0,0 0 0,-1 1 0,-2 5 0,-18 30 0,7-16 0,15-24 0,-1-1 0,1 1 0,0 0 0,-1 0 0,1 0 0,0 0 0,-1 0 0,1 0 0,0 0 0,0 0 0,0-1 0,0 1 0,0 0 0,0 0 0,0 0 0,0 0 0,0 0 0,0 0 0,1 0 0,-1 0 0,0 0 0,1 0 0,-1 0 0,1 0 0,0 1 0,0-1 0,1 0 0,-1 1 0,1-1 0,-1 0 0,1 0 0,-1 0 0,1 0 0,-1 0 0,1 0 0,3 1 0,3 0 0,0 1 0,1-2 0,-1 1 0,11 0 0,-15-2-71,7 2-145,0-2 0,0 1 1,0-2-1,0 1 1,16-4-1,-17 1-6610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21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 24575,'-17'2'0,"-6"4"0,1 3 0,5 2 0,4 2 0,8 1 0,7 1 0,5 0 0,4 0 0,0 0 0,1-2 0,-1-2 0,-1 0 0,-2 1 0,-2 1 0,-2 0 0,-2-1-8191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4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9 24575,'-1'1'0,"0"0"0,0-1 0,0 1 0,-1 0 0,1-1 0,0 1 0,-1-1 0,1 1 0,-1-1 0,1 1 0,0-1 0,-1 0 0,1 0 0,-1 0 0,-1 0 0,-28-3 0,14 1 0,-161-1 0,107 4 0,69-1-85,0 0 0,0 0-1,0 0 1,0 0 0,0 0-1,0 0 1,0-1 0,0 1-1,0-1 1,0 0 0,0 1-1,0-1 1,0 0 0,0 0-1,-1-1 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6:35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0 24575,'-27'0'0,"-11"0"0,-2 0 0,3 0 0,6 0 0,6 0 0,4 0 0,4 0 0,4 0-8191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36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0 305 24575,'58'13'0,"58"3"0,-90-12 0,49 12 0,-65-11 0,-15-4 0,-19-3 0,18 0 0,-1 0 0,1 0 0,-1 0 0,1-1 0,0 1 0,0-1 0,0-1 0,1 1 0,-1-1 0,1 0 0,0-1 0,0 1 0,0-1 0,1 0 0,-1 0 0,1 0 0,0-1 0,-5-10 0,5 8 0,1 1 0,1 0 0,-1-1 0,1 1 0,1-1 0,-1 0 0,1 1 0,0-1 0,1 0 0,0 0 0,1 0 0,-1 0 0,1 1 0,1-1 0,-1 0 0,1 1 0,1-1 0,-1 1 0,1-1 0,1 1 0,-1 0 0,1 0 0,1 1 0,7-11 0,-6 10 0,0 1 0,0-1 0,0 1 0,1 0 0,0 1 0,0 0 0,1 0 0,0 0 0,-1 1 0,1 0 0,1 0 0,-1 1 0,0 0 0,1 1 0,0 0 0,-1 0 0,1 1 0,0 0 0,0 1 0,12 0 0,-18 0 0,0 0 0,0 1 0,0 0 0,-1-1 0,1 1 0,0 0 0,0 0 0,0 1 0,-1-1 0,1 0 0,0 1 0,-1 0 0,1-1 0,-1 1 0,0 0 0,4 4 0,-4-2 0,1 0 0,0 0 0,-1 0 0,0 0 0,0 1 0,0-1 0,-1 0 0,1 1 0,1 8 0,-2 0 0,0-1 0,0 1 0,-1 0 0,-1 0 0,0 0 0,-6 24 0,6-33 0,1 0 0,-1 0 0,0 0 0,1 0 0,0 0 0,0 0 0,0 0 0,0 0 0,1 0 0,0 0 0,0 0 0,2 7 0,-1-8 0,-1-1 0,1 1 0,-1-1 0,1 1 0,0-1 0,0 0 0,0 0 0,0 0 0,0 0 0,1 0 0,-1 0 0,1 0 0,-1-1 0,1 1 0,0-1 0,-1 0 0,1 0 0,4 1 0,8 3 0,1-1 0,1-1 0,-1-1 0,22 2 0,-37-4-97,0 0-1,1 0 1,-1-1-1,0 1 1,1 0-1,-1 0 1,1-1-1,-1 1 1,0-1-1,0 1 1,1-1-1,-1 0 0,2-1 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36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 24575,'7'-3'0,"-9"3"0,-10 9 0,10-7 0,0 1 0,0-1 0,0 1 0,0-1 0,1 1 0,-1 0 0,1-1 0,0 1 0,0 0 0,0 0 0,0 0 0,1 0 0,-1 0 0,1 0 0,-1 0 0,1 0 0,0 0 0,0 0 0,1 0 0,-1 0 0,2 5 0,0 0 0,1 0 0,1 0 0,0 0 0,0 0 0,0-1 0,8 10 0,-10-15 0,-1 1 0,1-1 0,0 1 0,-1 0 0,0-1 0,1 1 0,-1 0 0,-1 0 0,1 0 0,0 0 0,-1 0 0,1 0 0,-1 0 0,0 6 0,0-8 0,-1 1 0,1 0 0,-1-1 0,0 1 0,1-1 0,-1 1 0,0-1 0,0 1 0,0-1 0,0 0 0,0 1 0,0-1 0,0 0 0,-1 0 0,1 0 0,0 0 0,-1 0 0,1 0 0,-1 0 0,1 0 0,-1 0 0,1-1 0,-1 1 0,0-1 0,1 1 0,-1-1 0,0 0 0,-1 1 0,-54 5 0,10-2 0,32-1-1365,2-2-5461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37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24575,'-2'2'0,"1"0"0,-1 1 0,1-1 0,-1 0 0,1 1 0,0-1 0,0 1 0,0-1 0,1 1 0,-1 0 0,1-1 0,-1 1 0,1 0 0,0 4 0,0 1 0,0 0 0,1 0 0,3 14 0,7 15 0,1-1 0,21 39 0,-4-7 0,-29-66-93,5 12 318,-5-14-269,0 1 0,1-1 0,-1 0 0,0 1 0,0-1 0,0 0 0,0 1 0,0-1 0,0 0 0,0 1 0,0-1 0,0 0 0,0 1 0,0-1 0,0 0 0,0 1-1,0-1 1,0 0 0,0 1 0,0-1 0,-1 0 0,1 1 0,0-1 0,0 0 0,0 1 0,-1-1 0,1 0 0,0 0 0,0 1 0,0-1 0,-1 0 0,1 0 0,-1 1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37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31 24575,'-22'-5'0,"-10"-2"0,-2 1 0,0 1 0,4 1 0,1 2 0,1 1 0,1 1 0,2 0 0,0 0 0,0 0 0,-1 3 0,-1 0 0,2 1 0,2-2 0,6 0-8191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39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621 0 24575,'135'0'0,"-243"7"0,12 0 0,-140 3 0,102-7 0,22 0 0,56 5-1365,43-6-5461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39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24575,'-6'-8'0,"4"11"0,2 15 0,10 25 0,29 71 0,-26-81 0,-6-17 0,2 9 0,-9-21-1365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40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24575,'0'12'0,"0"7"0,0 2 0,0 0 0,0-1 0,2-1 0,2-2 0,1-1 0,1-1 0,1-3 0,0-1 0,1 0 0,2 1 0,-2 0 0,2-1 0,-2 0 0,0-3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40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629 59 24575,'-32'-8'0,"-15"-2"0,-7 1 0,0 2 0,5 1 0,6 3 0,5-1 0,2 0 0,2 1 0,2 0 0,-1 2 0,0 0 0,1 1 0,-2 0 0,3 0 0,4 0 0,7 1-8191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43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0 447 24575,'245'26'0,"-103"-23"0,-114-3 0,-29 0 0,-2 2 0,-1-1 0,0 1 0,1-1 0,-1 0 0,0-1 0,-5 2 0,2-3 0,1-1 0,-1 1 0,1-1 0,0 0 0,-1 0 0,1-1 0,0 0 0,0 0 0,1 0 0,-1-1 0,1 0 0,0 0 0,-1 0 0,2-1 0,-1 1 0,1-1 0,-7-9 0,1 0 0,1 0 0,1 0 0,0 0 0,1-1 0,1 0 0,-5-17 0,2-1 0,-5-58 0,14 90 0,-1-7 0,0 0 0,1-1 0,0 1 0,0 0 0,1 0 0,0 0 0,1 0 0,-1 0 0,6-13 0,-5 16 0,0 1 0,0-1 0,1 1 0,0-1 0,0 1 0,0 0 0,0 0 0,1 0 0,-1 0 0,1 1 0,0 0 0,0-1 0,0 1 0,1 1 0,-1-1 0,7-2 0,-2 1 0,1 1 0,-1 1 0,1 0 0,0 0 0,0 1 0,0 0 0,0 1 0,0 0 0,0 0 0,0 1 0,12 3 0,-9-2 0,-1 1 0,1 1 0,-1 0 0,0 0 0,0 2 0,-1-1 0,0 1 0,15 11 0,-20-12 0,0-1 0,0 1 0,-1 0 0,0 1 0,0-1 0,-1 1 0,1 0 0,-1 0 0,0 0 0,-1 1 0,0 0 0,0-1 0,0 1 0,-1 0 0,0 0 0,0 0 0,0 1 0,-1-1 0,-1 0 0,1 1 0,-1-1 0,0 0 0,-1 1 0,0-1 0,0 0 0,0 1 0,-1-1 0,0 0 0,0 0 0,-1 0 0,0-1 0,0 1 0,-6 8 0,-27 30 0,23-29 0,-12 18 0,24-33 0,1 0 0,0-1 0,-1 1 0,1 0 0,0 0 0,-1-1 0,1 1 0,0 0 0,0 0 0,0-1 0,0 1 0,0 0 0,0 0 0,0 0 0,0-1 0,0 1 0,0 0 0,0 0 0,0-1 0,1 1 0,-1 0 0,0 0 0,1-1 0,-1 1 0,0 0 0,1-1 0,-1 1 0,1 0 0,-1-1 0,1 1 0,-1-1 0,1 1 0,-1-1 0,1 1 0,0-1 0,-1 1 0,1-1 0,0 0 0,0 1 0,-1-1 0,1 0 0,0 1 0,0-1 0,7 3 0,-1-1 0,0 1 0,12 1 0,-12-3 0,14 3 0,0-1 0,0-1 0,1-1 0,36-3 0,-54 1-170,1 1-1,-1-1 0,0 0 1,0 0-1,0-1 0,0 1 1,5-4-1,1 0-6655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44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0 24575,'-22'3'0,"9"-2"0,0 0 0,0 1 0,0 1 0,0 0 0,-21 9 0,32-12 0,1 1 0,-1 0 0,1-1 0,0 1 0,-1 0 0,1-1 0,0 1 0,-1 0 0,1 0 0,0 0 0,0 0 0,0 1 0,0-1 0,0 0 0,0 0 0,0 1 0,0-1 0,1 0 0,-1 1 0,0-1 0,1 1 0,-1-1 0,1 1 0,0-1 0,-1 1 0,1-1 0,0 1 0,0-1 0,0 1 0,0-1 0,0 1 0,0-1 0,1 1 0,-1-1 0,0 1 0,1-1 0,-1 1 0,1-1 0,0 1 0,-1-1 0,1 0 0,1 3 0,4 4 0,1 0 0,-1 0 0,1 0 0,1-1 0,8 7 0,-12-10 0,-2-2 0,0-1 0,0 1 0,0 0 0,0 0 0,-1 1 0,1-1 0,0 0 0,-1 0 0,0 1 0,0-1 0,0 1 0,0-1 0,0 1 0,0-1 0,0 1 0,-1 0 0,0 0 0,1 2 0,-1-2 0,-1-1 0,1 0 0,-1 0 0,1 0 0,-1 1 0,0-1 0,0 0 0,0 0 0,0 0 0,0 0 0,0 0 0,0 0 0,-1-1 0,1 1 0,-1 0 0,1-1 0,-1 1 0,0-1 0,1 1 0,-1-1 0,0 0 0,-3 2 0,-20 9-341,-1-1 0,0-1-1,-48 11 1,59-17-6485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1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24575,'-5'0'0,"-4"0"0,-3 0 0,-2 0 0,-1 0 0,0 0 0,0 0 0,-1 0 0,1 0 0,0 0 0,1-2 0,-1-1 0,1 0 0,-1 0 0,1 1 0,0 1 0,2 1-8191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1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52 24575,'-27'-10'0,"-11"-3"0,-2 1 0,3 2 0,6 5 0,6 4 0,7 4 0,6 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6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24575,'0'-2'0,"1"-1"0,-1 0 0,1 0 0,-1 0 0,1 0 0,0 1 0,0-1 0,0 0 0,0 1 0,1-1 0,-1 1 0,1-1 0,-1 1 0,1 0 0,0-1 0,0 1 0,0 0 0,0 0 0,0 0 0,1 1 0,-1-1 0,0 0 0,1 1 0,-1 0 0,1-1 0,4 0 0,1-1 0,0 1 0,1-1 0,-1 2 0,0-1 0,1 1 0,-1 0 0,17 2 0,-14-1 0,1 2 0,-1-1 0,0 2 0,1-1 0,-1 1 0,0 1 0,-1 0 0,17 9 0,-23-11 0,0 1 0,0 0 0,0 0 0,0 0 0,-1 0 0,1 0 0,-1 1 0,0-1 0,0 1 0,0 0 0,-1 0 0,1 0 0,-1 1 0,0-1 0,0 0 0,0 1 0,-1 0 0,1-1 0,-1 1 0,-1 0 0,1-1 0,0 1 0,-1 6 0,0-6 0,-1 1 0,0-1 0,0 1 0,0-1 0,-1 1 0,1-1 0,-1 0 0,-3 6 0,-25 40 0,13-25 0,5-10 0,9-13 0,1-1 0,0 0 0,0 1 0,0 0 0,0-1 0,1 1 0,-1 0 0,1 0 0,-1 0 0,1 0 0,0 0 0,-1 5 0,2-7 0,1-1 0,-1 1 0,0 0 0,0 0 0,1-1 0,-1 1 0,0 0 0,1-1 0,-1 1 0,1 0 0,-1-1 0,1 1 0,-1-1 0,1 1 0,0-1 0,-1 1 0,1-1 0,0 1 0,-1-1 0,1 0 0,0 1 0,-1-1 0,1 0 0,0 0 0,0 0 0,-1 1 0,1-1 0,0 0 0,1 0 0,25 1 0,-23-1 0,0 0-105,1 0 0,-1-1 0,0 1 0,1-1 0,-1 0 0,0 0 0,0-1 0,1 1 0,-1-1 0,0 0 0,-1 0 0,5-3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7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24575,'5'12'0,"1"7"0,3 2 0,-1 1 0,1-2 0,2-2 0,-2 0 0,1-5 0,-2-1 0,0-3 0,0-1 0,-1 2 0,3-2 0,-2-5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7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24575,'0'20'0,"0"8"0,0 3 0,0-2 0,3-4 0,0-3 0,0-3 0,2-5 0,0-2 0,2-3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7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14 24575,'-30'-2'0,"-11"-1"0,-2-1 0,4 2 0,6 0 0,6 1 0,4 3 0,2 1 0,3 0 0,4 2 0,2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8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376 159 24575,'-55'-32'0,"-13"-9"0,-77-33 0,140 72 0,1 0 0,0 0 0,-1 1 0,1 0 0,-1 0 0,1 0 0,-1 0 0,-4 0 0,7 2 0,0-1 0,1 0 0,-1 1 0,1-1 0,-1 1 0,0-1 0,1 1 0,-1 0 0,1-1 0,-1 1 0,1 0 0,0 0 0,-1 0 0,1 0 0,0 0 0,0 1 0,-1-1 0,1 0 0,0 1 0,0-1 0,1 0 0,-1 1 0,0-1 0,-1 4 0,-3 9 0,0-1 0,0 1 0,1 1 0,1-1 0,1 0 0,0 1 0,0 0 0,2-1 0,1 24 0,2-12 0,1 0 0,1 0 0,1 0 0,14 35 0,38 85 0,-25-70 0,-4 2 0,19 85 0,-41-134 0,9 51 0,-14-70 0,-1 0 0,-1 0 0,0 1 0,0-1 0,-3 17 0,3-26 0,0 0 0,0 0 0,0 0 0,0 0 0,-1 0 0,1 0 0,0 0 0,-1 0 0,1 0 0,-1 0 0,1 0 0,-1 0 0,1 0 0,-1 0 0,0 0 0,1 0 0,-1 0 0,0-1 0,0 1 0,0 0 0,0 0 0,0-1 0,1 1 0,-1-1 0,0 1 0,-2 0 0,2-1 0,0-1 0,-1 1 0,1 0 0,0-1 0,0 1 0,0 0 0,-1-1 0,1 0 0,0 1 0,0-1 0,0 0 0,0 1 0,0-1 0,0 0 0,0 0 0,0 0 0,0 0 0,0 0 0,1 0 0,-1 0 0,0 0 0,0-2 0,-14-22-1365,9 15-5461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8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74 24575,'-30'-10'0,"-14"-3"0,-5 1 0,4-1 0,7 3 0,5 2 0,5 3 0,6 3 0,3 3 0,3 2 0,5 3 0,0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7:58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5 24575,'-4'-1'0,"0"0"0,0 0 0,0 1 0,0-1 0,-1 1 0,1 0 0,0 0 0,0 0 0,0 0 0,-1 1 0,1 0 0,0 0 0,0 0 0,-7 3 0,8-2 0,0-1 0,0 1 0,1-1 0,-1 1 0,1 0 0,-1 0 0,1 0 0,-1 0 0,1 1 0,0-1 0,0 1 0,0-1 0,0 1 0,1 0 0,-1-1 0,1 1 0,0 0 0,-1 0 0,1 0 0,0 4 0,0-4 0,1 0 0,0 0 0,1 0 0,-1 0 0,0 0 0,1 0 0,0 0 0,-1 0 0,1 0 0,0 0 0,1 0 0,-1 0 0,0-1 0,1 1 0,0 0 0,-1-1 0,5 4 0,3 5 0,1 0 0,15 12 0,-22-21 0,46 35 0,-14-12 0,-34-25 0,0 1 0,0-1 0,-1 1 0,1-1 0,0 1 0,-1 0 0,1-1 0,0 1 0,-1 0 0,1-1 0,-1 1 0,1 0 0,-1 0 0,1-1 0,-1 1 0,0 0 0,1 0 0,-1 0 0,0 0 0,0 0 0,1-1 0,-1 1 0,0 0 0,0 0 0,0 2 0,-1-2 0,1 0 0,-1 0 0,0 0 0,1 0 0,-1 0 0,0 0 0,0 0 0,0-1 0,1 1 0,-1 0 0,0 0 0,0-1 0,0 1 0,0 0 0,-1-1 0,0 1 0,-6 3 0,0-2 0,-1 1 0,1-1 0,-10 1 0,-7 0-682,-30-1-1,39-2-6143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0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 24575,'5'1'0,"-2"-1"0,-1 1 0,1 0 0,-1 0 0,1-1 0,-1 1 0,4 2 0,-6-2 0,0-1 0,0 0 0,0 0 0,0 1 0,0-1 0,0 0 0,0 0 0,0 0 0,0 1 0,-1-1 0,1 0 0,0 0 0,0 0 0,0 0 0,0 1 0,0-1 0,-1 0 0,1 0 0,0 0 0,0 0 0,0 0 0,0 0 0,-1 0 0,1 1 0,0-1 0,0 0 0,0 0 0,-1 0 0,1 0 0,0 0 0,0 0 0,-1 0 0,1 0 0,0 0 0,0 0 0,0 0 0,-1 0 0,-13 3 0,11-2 0,-18 4 0,0-2 0,0 0 0,-1-1 0,1-1 0,-36-3 0,53 1-114,0 0 1,-1 1-1,1-1 0,0 0 0,0-1 1,0 1-1,1-1 0,-1 0 0,0 0 1,0 0-1,-5-5 0,1 0-6712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0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30 24575,'-27'-2'0,"-11"-4"0,-2 0 0,4 0 0,5 2 0,5 1 0,6 1 0,2 1 0,3 1 0,1 3 0,3 0-8191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1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24575,'11'-4'0,"0"0"0,0 1 0,0 0 0,21-2 0,-8 0 0,-8 3 0,0 0 0,-1 0 0,1 2 0,23 1 0,-37-1 0,-1 0 0,0 1 0,1-1 0,-1 0 0,0 1 0,1-1 0,-1 1 0,0-1 0,0 1 0,1 0 0,-1-1 0,0 1 0,0 0 0,0 0 0,0 0 0,0 0 0,0 0 0,0 0 0,1 2 0,-1-1 0,0 1 0,0-1 0,0 0 0,0 1 0,0-1 0,-1 1 0,1-1 0,-1 1 0,1 4 0,-2 1 0,1 0 0,-1 0 0,0 0 0,-1 0 0,-4 15 0,-4 1 0,-22 37 0,19-39 0,-16 40 0,29-61 0,0 0 0,-1-1 0,1 1 0,0 0 0,-1 0 0,1 0 0,0 0 0,0 0 0,0 0 0,0 0 0,0 0 0,0 0 0,0 0 0,0 0 0,0 0 0,1 0 0,-1 0 0,0-1 0,0 1 0,1 2 0,0-3 0,0 1 0,-1-1 0,1 1 0,0 0 0,0-1 0,-1 1 0,1-1 0,0 0 0,0 1 0,0-1 0,-1 0 0,1 1 0,0-1 0,0 0 0,0 0 0,0 0 0,1 0 0,6 0 0,-1 0 0,1-1 0,-1 0 0,10-3 0,-6 1 0,18-2 0,-2-1 0,0 2 0,38-1 0,-39 2-1365,-17 0-5461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2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24575,'1'14'0,"0"0"0,1 0 0,1 0 0,0 0 0,1-1 0,0 1 0,1-1 0,0 0 0,2-1 0,-1 1 0,1-1 0,1 0 0,0-1 0,18 20 0,-18-24-1365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2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24575,'0'12'0,"2"7"0,1 2 0,0 1 0,0-2 0,1-4 0,0-2 0,0-1 0,1-3 0,0-1 0,0 2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2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46 24575,'-29'-8'0,"-15"-2"0,-5 1 0,1 2 0,7 1 0,4 3 0,5 1 0,4 1 0,3 4 0,3 3 0,3 1 0,4-1-8191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3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965 16 24575,'-2'-1'0,"0"-1"0,0 1 0,0-1 0,0 1 0,-1 0 0,1 0 0,0 0 0,-1 0 0,1 0 0,-1 1 0,1-1 0,-5 1 0,-33-2 0,29 2 0,-43 0 0,-277 1 0,174 9 0,106-6 0,-14 3 0,-56 1 0,97-7-682,-38 7-1,47-6-6143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24575,'0'7'0,"1"1"0,1 0 0,-1 0 0,1-1 0,5 11 0,20 46 0,-16-37 0,15 41 74,10 21-1513,-30-77-5387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4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559 10 24575,'0'-1'0,"-1"1"0,1-1 0,0 1 0,0-1 0,0 1 0,0-1 0,-1 1 0,1 0 0,0-1 0,0 1 0,-1-1 0,1 1 0,0 0 0,-1-1 0,1 1 0,0 0 0,-1-1 0,1 1 0,-1 0 0,1 0 0,0-1 0,-1 1 0,1 0 0,-1 0 0,1 0 0,-1 0 0,1 0 0,-1-1 0,1 1 0,-1 0 0,1 0 0,0 0 0,-1 0 0,1 0 0,-1 0 0,0 1 0,-22 1 0,18-1 0,-127 18 0,102-16 0,-164 10 0,51-13-1365,125-1-5461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09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3 405 24575,'0'1'0,"0"-1"0,0 0 0,0 0 0,-1 0 0,1 0 0,0 0 0,0 1 0,0-1 0,0 0 0,0 0 0,-1 0 0,1 0 0,0 1 0,0-1 0,0 0 0,0 0 0,0 0 0,0 1 0,0-1 0,0 0 0,0 0 0,0 1 0,0-1 0,0 0 0,0 0 0,0 0 0,0 1 0,0-1 0,0 0 0,0 0 0,0 0 0,0 1 0,0-1 0,0 0 0,1 1 0,7 3 0,13-1 0,127-2 0,-78-2 0,-60-1 0,-16-3 0,-23-8 0,17 7 0,2 1 0,1-1 0,0 0 0,0 0 0,1-1 0,-1 0 0,1-1 0,1 0 0,0 0 0,0-1 0,0 0 0,1 0 0,0 0 0,1-1 0,0 0 0,1 0 0,0 0 0,0 0 0,1-1 0,1 1 0,0-1 0,-2-15 0,4 19 0,0-1 0,1 1 0,0 0 0,0 0 0,0-1 0,1 1 0,0 0 0,1 0 0,-1 0 0,1 1 0,0-1 0,1 1 0,0-1 0,0 1 0,0 0 0,1 1 0,5-7 0,-3 6 0,0 0 0,0 0 0,0 1 0,1 0 0,-1 0 0,1 1 0,1 0 0,-1 0 0,0 1 0,1 0 0,0 0 0,-1 1 0,15-2 0,-9 3 0,1 0 0,-1 1 0,0 1 0,0 0 0,1 1 0,-1 1 0,0 0 0,25 9 0,-30-8 0,0 0 0,0 0 0,-1 1 0,1 0 0,-1 0 0,0 1 0,0 0 0,-1 1 0,0-1 0,0 2 0,0-1 0,-1 1 0,9 14 0,-12-16 0,0-1 0,-1 1 0,1 0 0,-1 0 0,-1 0 0,1 0 0,-1 0 0,0 0 0,-1 0 0,1 0 0,-1 0 0,-1 0 0,1 1 0,-1-1 0,0 0 0,0 0 0,-1 0 0,1 0 0,-1 0 0,-4 6 0,-4 8 0,-1-1 0,-1 0 0,-1 0 0,-18 18 0,23-26 0,7-10 0,-1 1 0,1-1 0,0 1 0,0 0 0,0-1 0,0 1 0,0 0 0,0 0 0,0 0 0,1 0 0,-1 0 0,1 0 0,-1 3 0,1-3 0,0-1 0,1 0 0,-1 0 0,0 0 0,1 0 0,-1 0 0,1 0 0,-1 0 0,1 0 0,0 0 0,-1 0 0,1 0 0,0 0 0,0-1 0,-1 1 0,1 0 0,0 0 0,0-1 0,0 1 0,0-1 0,0 1 0,0-1 0,0 1 0,0-1 0,0 1 0,2-1 0,10 3 0,0 0 0,0-1 0,0 0 0,0-1 0,0 0 0,22-3 0,-8 1 0,-8 0 60,29-6-1,-7 1-1543,-28 5-5342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0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 24575,'-30'8'0,"14"-5"0,2 1 0,-1 1 0,0 0 0,1 1 0,0 1 0,-21 12 0,33-18 0,1 1 0,-1-1 0,0 0 0,1 1 0,-1-1 0,1 1 0,0-1 0,-1 1 0,1 0 0,0 0 0,0 0 0,0-1 0,0 1 0,1 0 0,-1 0 0,0 0 0,1 0 0,-1 1 0,1-1 0,0 0 0,0 0 0,0 0 0,0 0 0,0 0 0,0 0 0,0 0 0,1 0 0,-1 1 0,1-1 0,0 0 0,-1 0 0,1-1 0,0 1 0,0 0 0,3 3 0,0 2 0,2 0 0,-1 0 0,1-1 0,0 1 0,0-1 0,0-1 0,12 8 0,-9-7 0,91 68 0,-98-72 0,-1-1 0,0 0 0,1 0 0,-1 1 0,0-1 0,0 1 0,0-1 0,0 1 0,0-1 0,0 1 0,0 0 0,-1 0 0,1-1 0,0 1 0,0 3 0,-1-4 0,-1 0 0,1 0 0,0 0 0,0 0 0,0 0 0,-1 0 0,1 0 0,-1-1 0,1 1 0,0 0 0,-1 0 0,0 0 0,1 0 0,-1-1 0,1 1 0,-1 0 0,0 0 0,0-1 0,1 1 0,-1-1 0,0 1 0,0-1 0,0 1 0,0-1 0,1 1 0,-1-1 0,0 0 0,0 1 0,0-1 0,-2 0 0,-12 3 0,0-1 0,0 0 0,0-1 0,0-1 0,-25-2 0,0 0 0,-46 1-1365,71 1-5461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1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504 1 24575,'-1'1'0,"0"-1"0,-1 1 0,1 0 0,0 0 0,0 0 0,0 0 0,0 0 0,0 1 0,0-1 0,0 0 0,0 0 0,1 1 0,-1-1 0,0 0 0,1 1 0,-1-1 0,0 3 0,-1 1 0,-10 15 0,0-1 0,-2 0 0,0-1 0,-1 0 0,-20 18 0,16-17 0,-69 66 0,-3 3 0,73-69 0,1 1 0,-26 39 0,13-6 0,17-29 0,-30 44 0,32-57-1365,1-2-5461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2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24575,'0'-2'0,"0"-1"0,0 1 0,0 0 0,1-1 0,-1 1 0,1 0 0,-1-1 0,1 1 0,0 0 0,0 0 0,0-1 0,0 1 0,0 0 0,1 0 0,-1 0 0,0 0 0,1 1 0,2-3 0,-1 2 0,0 0 0,0 0 0,0 0 0,0 0 0,0 1 0,1-1 0,-1 1 0,1 0 0,-1 0 0,1 0 0,4 0 0,-1 0 0,1 1 0,0 0 0,-1 0 0,1 1 0,0 0 0,-1 0 0,1 1 0,-1 0 0,0 0 0,1 0 0,7 5 0,-12-5 0,-1-1 0,1 0 0,-1 1 0,1 0 0,-1 0 0,0 0 0,1 0 0,-1 0 0,0 0 0,-1 0 0,1 1 0,0-1 0,-1 1 0,1-1 0,-1 1 0,0 0 0,1-1 0,-1 5 0,0-4 0,-1 0 0,0 0 0,0 1 0,0-1 0,0 0 0,0 0 0,-1 1 0,0-1 0,0 0 0,0 0 0,0 0 0,0 0 0,0 0 0,-1 0 0,1 0 0,-4 3 0,-11 16 0,-26 28 0,24-30 0,-20 28 0,37-47 0,0 1 0,0-1 0,1 0 0,-1 0 0,0 0 0,1 0 0,-1 0 0,1 1 0,0-1 0,-1 0 0,1 1 0,0-1 0,0 0 0,-1 1 0,1-1 0,0 0 0,0 1 0,1-1 0,-1 0 0,0 2 0,1-2 0,-1 0 0,1 0 0,0 0 0,0 0 0,-1 0 0,1 0 0,0 0 0,0 0 0,0 0 0,0-1 0,0 1 0,0 0 0,0-1 0,0 1 0,0 0 0,0-1 0,2 1 0,4 1 0,0 0 0,1-1 0,-1 0 0,0 0 0,13 0 0,204-15 0,-208 12-1365,-3 1-5461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7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1 24575,'5'0'0,"-1"0"0,-3 0 0,-5 0 0,-4 0 0,-3 0 0,-2 0 0,-1 0 0,-1 0 0,0 0 0,-1 0 0,1 0 0,0 0 0,1 0 0,-1 0 0,3 0-8191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15 24575,'-15'-2'0,"-7"-1"0,-2 0 0,0 0 0,2 1 0,2 1 0,2 1 0,2 2 0,1 1 0,0 0 0,1 0 0,0-1 0,0-1 0,3 0-8191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9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27 24575,'-2'-4'0,"1"1"0,-1 0 0,0-1 0,0 1 0,-1 0 0,-2-3 0,2 5 0,4 6 0,1 5 0,11 26 0,2 0 0,24 42 0,-12-27 0,11 18-1365,-32-60-5461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19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24575,'3'14'0,"0"8"0,0 3 0,2-1 0,0-2 0,-1-3 0,-1-1 0,2-2 0,2 0 0,-1-2 0,3 0 0,-2-2-8191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20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459 44 24575,'-27'-5'0,"-14"-2"0,-7-2 0,-1 1 0,7 2 0,4 1 0,4 2 0,6 4 0,2 1 0,4 1 0,0 3 0,-1-1 0,1 2 0,2 0 0,4-2-8191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20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15 24575,'-571'-14'-756,"517"14"147,36 0-6217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20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24575,'0'34'0,"2"0"0,1 0 0,14 62 0,-12-77 0,1 1 0,1-1 0,1-1 0,1 1 0,0-1 0,1-1 0,23 30 0,-10-18 0,-22-28 20,-3-3-1405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21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588 57 24575,'-47'-12'0,"0"2"0,-66-5 0,-97 7 0,86 1-300,97 4-765,7 1-5761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23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372 111 24575,'10'-1'0,"-7"1"0,-1-1 0,0 1 0,1 0 0,-1 0 0,1 0 0,-1 0 0,0 1 0,1-1 0,-1 1 0,0-1 0,4 2 0,-6-2 0,0 1 0,0-1 0,0 0 0,0 1 0,0-1 0,0 0 0,0 0 0,0 1 0,-1-1 0,1 0 0,0 1 0,0-1 0,0 0 0,0 0 0,0 1 0,0-1 0,-1 0 0,1 0 0,0 0 0,0 1 0,0-1 0,-1 0 0,1 0 0,0 0 0,0 0 0,0 1 0,-1-1 0,1 0 0,0 0 0,0 0 0,-1 0 0,1 0 0,0 0 0,-1 0 0,1 0 0,0 0 0,0 0 0,-1 0 0,0 0 0,-14 6 0,14-6 0,-18 5 0,1-1 0,0-1 0,-1-1 0,-27 0 0,11-2 0,-51-8 0,71 6 0,-1-1 0,0-1 0,-17-7 0,28 10 0,0-1 0,1 0 0,-1 0 0,1-1 0,-1 1 0,1-1 0,0 0 0,0 0 0,1-1 0,-1 1 0,1-1 0,-1 0 0,1 1 0,-4-8 0,6 10-47,1-1 0,-1 0 0,0 0 0,1 0 0,-1-1 0,1 1 0,0 0 0,0 0 0,0 0-1,0 0 1,0 0 0,0 0 0,0 0 0,1 0 0,-1 0 0,1 0 0,0 0 0,-1 0 0,1 0 0,0 0 0,0 0 0,0 0-1,0 0 1,1 1 0,-1-1 0,0 0 0,1 1 0,1-2 0,5-4-6779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2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16 24575,'-119'-15'0,"97"14"0,0 1 0,-1 1 0,-29 5 0,16-1-455,0-2 0,-38-2 0,58-1-6371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0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68 161 24575,'-18'-17'0,"13"13"0,0 0 0,0 0 0,1 0 0,-1-1 0,1 0 0,0 0 0,1 0 0,-1 0 0,1-1 0,-3-7 0,5 11 0,1 0 0,0 0 0,0-1 0,0 1 0,0 0 0,0 0 0,0-1 0,1 1 0,-1 0 0,1 0 0,-1 0 0,1 0 0,0 0 0,0 0 0,0 0 0,0 0 0,0 0 0,1 0 0,-1 0 0,0 1 0,1-1 0,-1 0 0,1 1 0,0 0 0,0-1 0,-1 1 0,4-2 0,0 0 0,0-1 0,1 1 0,0 0 0,0 1 0,0-1 0,0 1 0,0 0 0,9-1 0,-1 1 0,1 1 0,-1 1 0,1 0 0,-1 1 0,1 0 0,-1 1 0,1 1 0,-1 0 0,16 7 0,-23-8 0,0 1 0,-1 1 0,1-1 0,-1 1 0,0 0 0,0 1 0,0-1 0,8 10 0,-10-10 0,-1 0 0,0 1 0,0-1 0,0 1 0,-1 0 0,1 0 0,-1 0 0,0 0 0,-1 0 0,1 0 0,-1 0 0,1 11 0,-1-7 0,-1 0 0,-1 0 0,1 1 0,-2-1 0,1 0 0,-1 0 0,-1 0 0,1 0 0,-1-1 0,-1 1 0,0-1 0,0 1 0,-1-1 0,-8 11 0,2-5 0,0 0 0,-1-1 0,-1-1 0,0 0 0,0-1 0,-27 17 0,24-15 0,16-12 0,0-1 0,-1 0 0,1 0 0,0 0 0,0 0 0,0 1 0,0-1 0,0 0 0,0 0 0,-1 0 0,1 1 0,0-1 0,0 0 0,0 0 0,0 1 0,0-1 0,0 0 0,0 0 0,0 0 0,0 1 0,0-1 0,0 0 0,0 0 0,0 1 0,0-1 0,0 0 0,1 0 0,-1 1 0,0-1 0,1 0 0,-1 1 0,1-1 0,0 0 0,-1 1 0,1-1 0,-1 0 0,1 0 0,0 0 0,-1 1 0,1-1 0,-1 0 0,1 0 0,0 0 0,-1 0 0,2 0 0,12-1 0,0-1 0,16-3 0,1 0 0,1 1 0,1 0 0,1-1 0,40-13 0,-48 7-1365,-16 5-5461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1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24575,'7'12'0,"6"7"0,2 2 0,1 0 0,1 0 0,-1-3 0,0 0 0,0-5 0,-4-1 0,0-3 0,-1-3 0,-1 0 0,-1-1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1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24575,'5'20'0,"4"6"0,1 1 0,0-1 0,2-3 0,1-5 0,-2-3 0,0-5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60 24575,'-30'-7'0,"-16"-3"0,-9-2 0,1 1 0,5 3 0,5 2 0,5 3 0,5 1 0,6 1 0,2 1 0,3 3 0,1 3 0,2 1 0,-1 2 0,0 1 0,3-1 0,3-1-8191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1023 2 24575,'-209'-1'0,"-225"2"0,361 2-341,1 3 0,0 4-1,-74 19 1,130-25-6485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24575,'3'20'0,"0"8"0,0 5 0,2 0 0,0-5 0,2-1 0,-1-3 0,2-3 0,-1 0 0,1-2 0,-1-1 0,0-1 0,0-1 0,1-1 0,-1-1 0,1-2 0,-2-6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2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462 30 24575,'-29'-5'0,"-15"-1"0,-5 0 0,3 1 0,6 1 0,3 2 0,7 1 0,5 0 0,2 1 0,3 0 0,-1 1 0,2-1 0,1 0 0,1 0 0,1 0 0,1 3 0,3 0-8191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6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24575,'1'20'0,"1"1"0,0-1 0,1 1 0,2-1 0,6 22 0,43 93 0,-41-105 0,-11-24 24,1 1 0,-1 0 0,0 0 0,0 8 0,-1-13-49,-1 0 0,0 0 0,0 1-1,0-1 1,0 0 0,-1 0 0,0 5 0,1-7-29,0 1 1,-1 0-1,1-1 1,0 1-1,-1 0 1,1-1-1,-1 1 1,1-1-1,-1 1 1,1 0-1,-1-1 1,1 1-1,-1-1 1,1 1-1,-1-1 1,1 0-1,-1 1 1,0-1-1,1 0 1,-1 1-1,0-1 1,0 0-1,0 1 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7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515 75 24575,'-59'-21'0,"-54"-16"0,95 32 0,0 2 0,0-1 0,0 2 0,-25 0 0,32 3 0,0 0 0,0 0 0,0 2 0,0-1 0,-15 7 0,-51 24 0,46-18 0,10-6-1365,3-2-5461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7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733 29 24575,'-110'-15'0,"-1"5"0,-201 6 0,283 7 67,-43 9 0,-9 1-1566,63-11-5327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8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24575,'-2'4'0,"0"1"0,1-1 0,0 1 0,-1 0 0,2-1 0,-1 1 0,0 0 0,1 0 0,0-1 0,0 1 0,1 0 0,-1 0 0,1-1 0,0 1 0,0 0 0,1-1 0,-1 1 0,4 6 0,5 7 0,0 1 0,1-2 0,13 18 0,-3-6 0,-6-10-1365,-7-12-5461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8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24575,'-2'12'0,"-2"7"0,4 2 0,0 0 0,4 0 0,3-3 0,1 0 0,1-5 0,-1-1 0,1-3 0,-2-1 0,2-1 0,0-2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48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520 61 24575,'-30'-8'0,"-14"-2"0,-7 1 0,0-1 0,4 2 0,5 1 0,4 3 0,5 1 0,2 2 0,4 1 0,5 0 0,0 1 0,2-1 0,2 0 0,2 1 0,0-1 0,4 0-8191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32 24575,'-11'-6'0,"-1"0"0,0 1 0,-24-6 0,32 10 0,0 0 0,-1 0 0,1 1 0,0 0 0,0 0 0,0 0 0,0 1 0,0-1 0,0 1 0,0 0 0,0 0 0,0 0 0,0 1 0,0-1 0,1 1 0,-6 3 0,1 0 0,0 1 0,0 0 0,1 1 0,0-1 0,1 1 0,-1 1 0,1-1 0,1 1 0,-7 11 0,12-18 0,-1-1 0,1 1 0,0 0 0,0-1 0,-1 1 0,1 0 0,0-1 0,0 1 0,0 0 0,0-1 0,0 1 0,0 0 0,0 0 0,0-1 0,0 1 0,1 0 0,-1-1 0,0 1 0,0 0 0,0-1 0,1 1 0,-1-1 0,0 1 0,1 0 0,-1-1 0,1 1 0,-1-1 0,1 1 0,-1-1 0,1 1 0,-1-1 0,1 0 0,-1 1 0,2 0 0,2 1 0,0 0 0,1 0 0,-1 0 0,6 1 0,0 1 0,13 5 0,26 10 0,-2 2 0,50 30 0,-93-48 0,-1-1 0,1 1 0,-1 0 0,1 0 0,-1 0 0,0 1 0,0-1 0,0 1 0,-1 0 0,1-1 0,-1 1 0,4 8 0,-6-10 0,1 0 0,0 1 0,-1-1 0,1 1 0,-1-1 0,0 1 0,0-1 0,0 1 0,0-1 0,0 1 0,0-1 0,-1 1 0,1-1 0,-1 0 0,0 1 0,0-1 0,0 0 0,0 1 0,0-1 0,0 0 0,-1 0 0,1 0 0,-1 0 0,-2 3 0,-1-1 0,1 1 0,-2-1 0,1 0 0,0-1 0,-1 1 0,0-1 0,0 0 0,0-1 0,0 1 0,-11 2 0,-7 0 0,-39 4 0,23-5 0,29-2 30,-1-1 0,0 0 0,-17-2 0,26 1-95,1 0 1,-1 0-1,1 0 1,-1-1-1,1 1 1,0-1-1,-1 0 0,1 0 1,0 0-1,-1 0 1,1 0-1,0 0 1,0 0-1,0-1 0,0 1 1,0-1-1,0 0 1,0 0-1,1 1 1,-1-1-1,0 0 1,-1-4-1,-1-4-6761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4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24575,'-5'12'0,"-1"7"0,-1 2 0,2-2-8191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4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3 0,0 5 0,0 2 0,2 1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5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24575,'0'2'0,"0"7"0,0 0 0,1 0 0,0-1 0,4 17 0,-5-24 0,0 0 0,1 0 0,-1 1 0,0-1 0,1 0 0,-1 0 0,1 0 0,0 1 0,-1-1 0,1 0 0,0 0 0,0 0 0,0 0 0,-1 0 0,1-1 0,0 1 0,0 0 0,1 0 0,-1-1 0,0 1 0,0 0 0,0-1 0,0 1 0,0-1 0,1 1 0,-1-1 0,0 0 0,0 0 0,1 1 0,-1-1 0,0 0 0,1 0 0,-1 0 0,0 0 0,0-1 0,1 1 0,-1 0 0,0 0 0,0-1 0,1 1 0,-1-1 0,2 0 0,-1 0 0,0-1 0,-1 1 0,1 0 0,0-1 0,0 1 0,-1-1 0,1 1 0,-1-1 0,1 0 0,-1 0 0,0 1 0,0-1 0,0 0 0,0 0 0,0 0 0,0 0 0,1-3 0,1-6 0,-1 0 0,3-12 0,-5 17 0,2-2 0,-1 0 0,1 1 0,1-1 0,-1 0 0,1 1 0,0-1 0,1 1 0,0 0 0,6-9 0,-8 14 0,0-1 0,0 1 0,1 0 0,-1 0 0,0 0 0,1 0 0,0 0 0,-1 0 0,1 1 0,0-1 0,0 1 0,0 0 0,0-1 0,0 2 0,0-1 0,0 0 0,0 1 0,0-1 0,1 1 0,-1 0 0,0 0 0,0 0 0,0 0 0,0 1 0,1-1 0,3 2 0,0 0 0,-1 1 0,0-1 0,0 1 0,0 0 0,0 1 0,0 0 0,10 8 0,34 38 0,-19-18 0,7 5-1365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9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 24575,'-2'0'0,"1"-1"0,-1 0 0,1 1 0,-1 0 0,0-1 0,1 1 0,-1 0 0,0 0 0,1 0 0,-1 0 0,0 0 0,1 0 0,-1 0 0,1 0 0,-1 1 0,0-1 0,1 1 0,-1-1 0,1 1 0,-1 0 0,1-1 0,-1 1 0,1 0 0,0 0 0,-1 0 0,1 0 0,0 0 0,0 1 0,0-1 0,0 0 0,0 0 0,0 1 0,0-1 0,0 1 0,0-1 0,0 3 0,-1 0 0,1 0 0,0 0 0,0 0 0,0 1 0,1-1 0,0 0 0,-1 1 0,1-1 0,1 0 0,-1 0 0,1 1 0,0-1 0,1 5 0,6 11-227,1 1-1,0-2 1,2 1-1,0-1 1,24 29-1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9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24575,'-2'15'0,"-1"7"0,0 2 0,3 0 0,1 0 0,3-1 0,2-2 0,1-2 0,0-2 0,1-2 0,1 0 0,0-1 0,-2-2-8191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8:59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74 24575,'-30'-10'0,"-16"-6"0,-6 1 0,1 1 0,7 5 0,5 3 0,6 2 0,5 5 0,3 2 0,2 3 0,2 3 0,0 2 0,3 0 0,3-3-8191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24575,'0'2'0,"2"24"0,6 30 0,57 196 0,-63-243 0,11 41 0,-11-46 0,-1 1 0,1-1 0,0 1 0,0-1 0,1 0 0,-1 0 0,1 0 0,4 4 0,-6-6 0,1-1 0,0 1 0,0-1 0,0 0 0,0 0 0,1 0 0,-1 0 0,0 0 0,0 0 0,0 0 0,1-1 0,-1 1 0,0-1 0,1 0 0,-1 0 0,1 0 0,-1 0 0,0 0 0,1 0 0,-1 0 0,0-1 0,1 0 0,-1 1 0,0-1 0,1 0 0,1-1 0,2-1 0,0 0 0,-1 0 0,0 0 0,1-1 0,-1 0 0,0 0 0,-1 0 0,8-8 0,-4 1-682,12-21-1,-13 19-6143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24575,'-29'0'0,"-13"0"0,-4 0 0,4 0 0,6 0 0,7 2 0,6 1 0,5 1 0,2 0 0,2 2 0,1-2 0,-1 1 0,4 1-8191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1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17 24575,'1'-8'0,"-1"0"0,-1 14 0,-2 4 0,0 1 0,-1 0 0,0-1 0,-1 0 0,0 0 0,-1 0 0,0-1 0,-10 13 0,5-7 0,-16 30 0,-11 37 0,13-25 0,-44 71 0,57-112 0,1 0 0,-2-1 0,-25 25 0,29-31-1365,2-1-5461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2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24575,'3'38'0,"14"67"0,-9-59 0,-7-41 0,2 12 0,0-1 0,1 1 0,0-1 0,1-1 0,10 23 0,-14-37-97,-1 0-1,1 0 1,0 0-1,-1-1 1,1 1-1,0 0 1,0 0-1,0 0 1,-1 0-1,1-1 1,0 1-1,0 0 0,2 0 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2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417 1 24575,'-29'1'0,"1"2"0,-1 1 0,0 1 0,-30 10 0,17-6 0,-84 6 0,87-12 0,19-1-1365,4-1-5461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4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53 24575,'2'-4'0,"0"1"0,1 0 0,0-1 0,-1 1 0,1 0 0,0 0 0,0 0 0,4-2 0,6-6 0,-13 11 0,1 0 0,-1 0 0,0 0 0,0-1 0,1 1 0,-1 0 0,0 0 0,0 0 0,1 0 0,-1-1 0,0 1 0,0 0 0,0 0 0,1 0 0,-1-1 0,0 1 0,0 0 0,0 0 0,0-1 0,0 1 0,0 0 0,0 0 0,1-1 0,-1 1 0,0 0 0,0 0 0,0-1 0,0 1 0,0 0 0,0-1 0,0 1 0,0 0 0,0 0 0,-1-1 0,1 1 0,0 0 0,0 0 0,0-1 0,0 1 0,0-1 0,-1 1 0,1 0 0,-1 0 0,0 0 0,1 0 0,-1 0 0,1 0 0,-1 0 0,0 0 0,1 0 0,-1 0 0,1 0 0,-1 0 0,1 0 0,-1 1 0,1-1 0,-1 0 0,1 0 0,-1 1 0,0-1 0,-3 3 0,1-1 0,-1 1 0,1 0 0,0 0 0,0 0 0,0 0 0,1 1 0,-1-1 0,1 1 0,0 0 0,0-1 0,-3 7 0,-1 7 0,-8 30 0,7-23 0,-4 16 0,3 2 0,0-1 0,3 1 0,0 46 0,5-74 0,0 1 0,1 0 0,1-1 0,0 1 0,0-1 0,2 0 0,0 1 0,1-2 0,0 1 0,1 0 0,0-1 0,1 0 0,1-1 0,0 0 0,1 0 0,0 0 0,0-1 0,18 15 0,1-3 0,1-2 0,56 30 0,69 23 0,-144-70-341,0 0 0,0 0-1,14 2 1,-12-4-6485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4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24575,'24'16'0,"-1"2"0,-1 1 0,-1 1 0,-1 0 0,0 2 0,-2 0 0,0 1 0,-2 1 0,0 1 0,-2 0 0,22 54 0,-27-59 0,-2 1 0,0 1 0,7 39 0,-13-53 0,0 0 0,-1 0 0,0-1 0,0 1 0,-1 0 0,0 0 0,0 0 0,-1-1 0,0 1 0,0-1 0,-1 0 0,0 1 0,0-1 0,-7 10 0,2-5-273,-1-1 0,0-1 0,-1 0 0,-19 16 0,8-9-6553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6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3693 15 24575,'6'-1'0,"-4"0"0,1 1 0,-1-1 0,1 0 0,-1 0 0,1 0 0,3-2 0,-6 3 0,0 0 0,0 0 0,0 0 0,0 0 0,0 0 0,0 0 0,0 0 0,0 0 0,0 0 0,0 0 0,0 0 0,0 0 0,0 0 0,0 0 0,0 0 0,0 0 0,0-1 0,0 1 0,0 0 0,0 0 0,0 0 0,0 0 0,0 0 0,0 0 0,0 0 0,0 0 0,0 0 0,0 0 0,0 0 0,0 0 0,0 0 0,0 0 0,0 0 0,0 0 0,0-1 0,0 1 0,0 0 0,0 0 0,0 0 0,0 0 0,0 0 0,0 0 0,0 0 0,0 0 0,0 0 0,0 0 0,0 0 0,0 0 0,0 0 0,-1 0 0,1 0 0,0 0 0,0 0 0,0 0 0,0 0 0,0 0 0,0 0 0,0 0 0,0 0 0,0 0 0,0 0 0,-7-2 0,-9 0 0,-98 9 0,33 0 0,-126-6 0,-74 5 0,-167 3 0,319-10 0,-27-6 0,3-1 0,-303 9 0,397 2 0,-86 14 0,68-3 0,27-5 0,0-2 0,-61 2 0,-71-19 0,72 2 0,3 1 0,76 4 0,-1 1 0,0 1 0,0 1 0,-57 10 0,-74 26 0,34-11 0,107-23 23,1-1-1,-1-1 0,-29-3 1,-64-14-783,90 12 65,10 3-6131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9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24575,'2'19'0,"0"1"0,1-1 0,0 0 0,2 0 0,0 0 0,2-1 0,15 33 0,-15-30-1365,-5-11-5461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09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24575,'0'12'0,"2"7"0,4 2 0,0 1 0,2-2 0,0-2 0,0-3 0,2-2 0,-1-1 0,0 0 0,2 0 0,-2 1 0,-2-2-8191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0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24575,'5'6'0,"0"1"0,0-1 0,-1 1 0,0 0 0,3 8 0,6 9 0,1 3 26,16 40 1,-11-23-1445,-15-34-5408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1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45 24575,'-1'-2'0,"0"-1"0,-1 0 0,1 1 0,0 0 0,-1-1 0,1 1 0,-1 0 0,0 0 0,0-1 0,1 2 0,-2-1 0,1 0 0,0 0 0,0 0 0,0 1 0,-1 0 0,1-1 0,-1 1 0,1 0 0,-1 0 0,0 0 0,1 0 0,-1 1 0,0-1 0,-3 1 0,-19-2 0,0 2 0,0 2 0,0 0 0,-32 7 0,20-3 0,-99 8 0,-43 8 0,164-20-682,-26 1-1,29-3-6143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2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57 24575,'-23'-56'0,"65"220"0,-17-65 0,-15-56 0,-5-18 0,2 0 0,15 38 0,-21-60 5,1 1-1,0-1 1,0 0-1,0 0 0,0 0 1,1 0-1,-1 0 1,1 0-1,-1-1 1,1 1-1,0-1 0,0 0 1,0 1-1,1-2 1,-1 1-1,0 0 1,1-1-1,-1 1 1,1-1-1,0 0 0,-1 0 1,1-1-1,0 1 1,0-1-1,-1 1 1,8-2-1,-6 1-75,0-1 1,0 0-1,0 0 0,-1 0 0,1-1 1,0 1-1,-1-1 0,1 0 1,-1-1-1,0 1 0,1-1 0,-1 0 1,-1 0-1,1 0 0,0 0 1,-1-1-1,1 1 0,-1-1 0,0 0 1,3-6-1,0 0-6755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2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9 24575,'-32'-2'0,"-13"-1"0,-4-1 0,4 4 0,5 2 0,7 0 0,4 2 0,4 1 0,4-1 0,4 2 0,4-1-8191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3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434 38 24575,'-1'-3'0,"-1"0"0,0-1 0,0 1 0,0 0 0,0 0 0,-1 0 0,1 0 0,-1 1 0,-5-5 0,7 6 0,0 1 0,0-1 0,0 1 0,0 0 0,0-1 0,0 1 0,0 0 0,0-1 0,0 1 0,-1 0 0,1 0 0,0 0 0,0 0 0,0 0 0,0 0 0,0 1 0,0-1 0,0 0 0,0 0 0,0 1 0,0-1 0,0 1 0,0-1 0,0 1 0,0-1 0,0 1 0,0-1 0,0 1 0,1 0 0,-1 0 0,0-1 0,0 1 0,1 0 0,-1 0 0,0 0 0,1 0 0,-1 2 0,-65 101 0,57-92 0,-46 64 0,-70 73 0,91-117 0,24-24 0,0 2 0,0 0 0,-13 17 0,4 0-1365,9-14-5461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3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24575,'-1'1'0,"0"0"0,1 0 0,0 0 0,-1 0 0,1-1 0,-1 1 0,1 0 0,0 0 0,0 0 0,0 0 0,-1 0 0,1 0 0,0 0 0,0 0 0,0 0 0,1 0 0,-1 0 0,0 1 0,6 21 0,-4-17 0,14 45 0,3 0 0,39 76 0,-57-126-54,12 29 235,-12-29-264,-1 1 0,1-1 0,-1 0 0,0 1 0,1-1 1,-1 1-1,0-1 0,0 1 0,0-1 0,0 1 0,0-1 0,0 1 0,-1-1 1,1 1-1,0-1 0,-1 1 0,0 2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13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456 15 24575,'-27'-5'0,"-14"1"0,-2 1 0,1 1 0,2 3 0,4 2 0,3 3 0,2 2 0,-1 0 0,-2 2 0,-1-2 0,1 1 0,6-1-8191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36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15 24575,'0'-1'0,"0"1"0,-1-1 0,1 0 0,0 1 0,-1-1 0,1 0 0,0 1 0,0-1 0,0 0 0,-1 1 0,1-1 0,0 0 0,0 1 0,0-1 0,0 0 0,0-1 0,1 2 0,-1 0 0,0 0 0,0 0 0,0-1 0,1 1 0,-1 0 0,0 0 0,0 0 0,0 0 0,1 0 0,-1 0 0,0 0 0,0 0 0,1-1 0,-1 1 0,0 0 0,0 0 0,1 0 0,-1 0 0,0 0 0,0 0 0,1 1 0,-1-1 0,0 0 0,0 0 0,1 0 0,-1 0 0,0 0 0,1 0 0,1 1 0,0 0 0,0 0 0,0 1 0,0-1 0,0 0 0,0 1 0,0-1 0,3 4 0,229 254 0,-113-124 0,29 30 0,-92-102 0,-66-72 0,0 0 0,1 1 0,-8-13 0,17 21 0,5 3 0,8 6 0,72 62 0,-78-62 0,-1 0 0,9 12 0,-8-9 0,-9-12 0,1 0 0,-1 0 0,0 0 0,0 0 0,1 0 0,-1 1 0,0-1 0,0 0 0,0 0 0,1 0 0,-1 1 0,0-1 0,0 0 0,0 0 0,0 1 0,0-1 0,1 0 0,-1 0 0,0 1 0,0-1 0,0 0 0,0 0 0,0 1 0,0-1 0,0 0 0,0 1 0,0-1 0,0 0 0,0 0 0,0 1 0,0-1 0,0 0 0,0 0 0,-1 1 0,1-1 0,-10-1 0,-16-11 0,-205-108-1365,205 108-5461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37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25 24575,'-5'-10'0,"-2"-4"0,10 25 0,119 306 0,-119-311-273,-1-1 0,1 1 0,1-1 0,6 10 0,-1-6-6553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37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15 24575,'-15'-2'0,"-7"-1"0,-2 0 0,0 0 0,2 1 0,2 1 0,2 1 0,2-1 0,1 1 0,3 0-8191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38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138 141 24575,'-18'-7'0,"0"1"0,-1 1 0,1 0 0,-30-2 0,48 7 0,-1-1 0,0 1 0,0 0 0,1 0 0,-1 0 0,0 0 0,0 0 0,1 0 0,-1 0 0,0 0 0,1 0 0,-1 1 0,0-1 0,0 0 0,1 0 0,-1 1 0,0-1 0,1 0 0,-1 1 0,0-1 0,1 1 0,-1 0 0,1-1 0,-1 1 0,1-1 0,0 1 0,0-1 0,0 1 0,0-1 0,1 1 0,-1 0 0,0-1 0,0 1 0,0-1 0,0 1 0,0-1 0,1 1 0,-1-1 0,0 1 0,0-1 0,1 0 0,-1 1 0,0-1 0,2 1 0,1 4 0,1-2 0,0 1 0,0 0 0,7 4 0,5 1 0,1 0 0,0-1 0,1 0 0,0-1 0,0-2 0,1 1 0,-1-2 0,36 3 0,-50-6 0,0-1 0,0 0 0,0 0 0,0 0 0,0-1 0,0 1 0,0-1 0,-1 0 0,1 0 0,0 0 0,6-4 0,-8 4 0,0 0 0,-1-1 0,1 1 0,-1 0 0,0-1 0,1 1 0,-1-1 0,0 0 0,0 1 0,0-1 0,0 0 0,0 0 0,0 0 0,-1 0 0,1 0 0,0 1 0,-1-1 0,0 0 0,1 0 0,-1-1 0,0 1 0,0 0 0,0 0 0,-1-3 0,0 0 0,1 1 0,-2 0 0,1-1 0,0 1 0,-1 0 0,0 0 0,1 0 0,-2 0 0,1 0 0,0 0 0,-1 1 0,0-1 0,-5-4 0,-4-4 0,-1 0 0,-17-10 0,15 10 0,8 7 17,1 0 0,-1 1 1,0-1-1,-1 1 0,1 1 0,-15-6 0,18 8-95,1 0 0,-1 1 0,1-1-1,-1 1 1,1 0 0,-1 0 0,1 0 0,-1 1 0,1-1-1,-1 1 1,1 0 0,-1 0 0,1 0 0,0 0 0,0 0-1,-1 1 1,1 0 0,-3 2 0,-7 4-6748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38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80 100 24575,'-7'-2'0,"1"0"0,-1 1 0,0-1 0,1 2 0,-15-1 0,20 1 0,0 0 0,-1 0 0,1 0 0,-1 1 0,1-1 0,0 0 0,-1 1 0,1-1 0,0 1 0,0-1 0,-1 1 0,1 0 0,0 0 0,0-1 0,-1 2 0,1-1 0,0 0 0,1 0 0,-1 0 0,1 0 0,0 0 0,-1 0 0,1 0 0,0 0 0,-1 0 0,1 0 0,0 0 0,0 0 0,0 0 0,0 0 0,0 0 0,0 0 0,0 0 0,1 0 0,-1 0 0,0 0 0,0 0 0,1 0 0,0 2 0,0 0 0,1 0 0,0 1 0,0-1 0,0 0 0,1 0 0,-1 0 0,1 0 0,0-1 0,-1 1 0,1-1 0,0 1 0,0-1 0,1 0 0,5 2 0,4 3 0,1-1 0,18 5 0,-24-9 0,1 0 0,-1 0 0,0 0 0,1-1 0,-1-1 0,1 1 0,0-1 0,8-2 0,-14 2 0,-1 0 0,0-1 0,0 1 0,1-1 0,-1 1 0,0-1 0,0 0 0,0 0 0,0 0 0,0 0 0,0-1 0,0 1 0,0 0 0,-1-1 0,1 1 0,0-1 0,-1 0 0,1 1 0,-1-1 0,0 0 0,1 0 0,-1 0 0,0 0 0,0 0 0,0 0 0,-1 0 0,1-1 0,0 1 0,-1 0 0,1 0 0,-1-1 0,0 1 0,0 0 0,0-3 0,-1 0 0,1 0 0,-1 0 0,0 0 0,-1 0 0,1 0 0,-1 0 0,0 0 0,0 0 0,-1 1 0,1-1 0,-6-6 0,-1-1 0,-1 0 0,-19-17 0,26 26 14,-1 0-1,1 0 0,-1 1 0,0-1 1,0 1-1,0 0 0,0 0 1,-6-2-1,7 3-100,1 0-1,0 1 1,-1 0 0,1-1-1,-1 1 1,1 0 0,-1 0-1,1 0 1,-1 1-1,1-1 1,-1 0 0,1 1-1,0 0 1,-1-1 0,1 1-1,-4 2 1,-3 3-6739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39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24575,'8'5'0,"-1"0"0,0 1 0,1 0 0,-2 0 0,1 0 0,6 10 0,1-1 0,-3-3 0,0 0 0,21 19 0,-29-29 0,1 1 0,-1-1 0,1 1 0,0-1 0,-1 0 0,1 0 0,0-1 0,0 1 0,0-1 0,0 0 0,8 1 0,-10-2 0,1 0 0,-1-1 0,1 1 0,-1 0 0,1-1 0,-1 0 0,0 0 0,1 0 0,-1 0 0,0 0 0,0 0 0,1 0 0,-1-1 0,0 1 0,0-1 0,0 1 0,-1-1 0,1 0 0,0 0 0,-1 0 0,1 0 0,-1 0 0,0 0 0,1 0 0,0-4 0,1 0 0,0 0 0,-1 0 0,0-1 0,0 1 0,-1 0 0,1-1 0,-1 1 0,0-12 0,-2 9 0,-1 0 0,1 0 0,-2 0 0,1 0 0,-1 1 0,-7-15 0,10 22 0,47 51 0,-35-37 0,1-1 0,0 0 0,1 0 0,0-2 0,19 11 0,-32-20 0,-1-1 0,1 1 0,0-1 0,0 1 0,0-1 0,0 1 0,0-1 0,0 0 0,0 0 0,0 1 0,0-1 0,0 0 0,0 0 0,0 0 0,0 0 0,0 0 0,0 0 0,0-1 0,0 1 0,0 0 0,0 0 0,0-1 0,0 1 0,0-1 0,0 1 0,0-1 0,0 1 0,0-1 0,0 0 0,0 1 0,-1-1 0,1 0 0,0 1 0,-1-1 0,1 0 0,0 0 0,-1 0 0,1 0 0,-1 0 0,1 0 0,-1 0 0,0 1 0,1-3 0,2-5 0,-1-1 0,0 1 0,-1 0 0,2-12 0,-2 11 0,-1 8 0,-1 0 0,1 0 0,1 0 0,-1 0 0,0 0 0,0 0 0,0 0 0,0 0 0,1 0 0,-1 0 0,1 0 0,-1 0 0,0 0 0,1 1 0,-1-1 0,1 0 0,0 0 0,-1 0 0,1 1 0,0-1 0,0 0 0,-1 1 0,1-1 0,0 0 0,0 1 0,0-1 0,0 1 0,-1 0 0,1-1 0,0 1 0,0-1 0,0 1 0,0 0 0,0 0 0,0 0 0,0 0 0,0 0 0,0 0 0,0 0 0,0 0 0,0 0 0,0 0 0,0 0 0,0 1 0,0-1 0,0 0 0,0 1 0,0-1 0,1 1 0,6 3 0,0 0 0,-1 1 0,1 0 0,9 7 0,-13-9 0,29 22-682,74 40-1,-93-58-6143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40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24575,'4'12'0,"1"0"0,1 0 0,0-1 0,1 0 0,0 0 0,0 0 0,1-1 0,16 15 0,-12-14 0,0 0 0,1-1 0,0 0 0,1-1 0,0-1 0,22 10 0,-34-17 0,-1 0 0,1 0 0,0-1 0,0 1 0,0 0 0,0-1 0,0 0 0,0 1 0,0-1 0,0 0 0,0 0 0,1 0 0,-1 0 0,0-1 0,0 1 0,0-1 0,0 1 0,0-1 0,0 1 0,-1-1 0,1 0 0,0 0 0,3-2 0,-3 1 0,0 0 0,0-1 0,0 1 0,0 0 0,0-1 0,-1 1 0,1-1 0,-1 0 0,0 0 0,0 1 0,0-1 0,0 0 0,0 0 0,0 0 0,0-5 0,-1-1 0,-1 0 0,1 0 0,-2 0 0,1 0 0,-1 0 0,0 1 0,-1-1 0,0 1 0,-7-15 0,5 11 0,3 1 0,7 15 0,11 14 0,2 6 40,1-2 0,23 23 0,-35-39-175,0 0 0,0 0 0,0 0 0,1-1 0,0 0 0,0-1 0,1 0 0,-1 0 0,1-1 0,16 5 0,-13-6-6691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40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46 383 24575,'-6'9'0,"1"-1"0,-1 1 0,1 0 0,1 1 0,0-1 0,0 1 0,1 0 0,-3 11 0,5-17 0,1 1 0,-1 0 0,1-1 0,0 1 0,0 0 0,0-1 0,1 1 0,0-1 0,0 1 0,0 0 0,0-1 0,1 0 0,0 1 0,0-1 0,0 0 0,0 0 0,0 0 0,1 0 0,0 0 0,4 4 0,19 17 0,-24-24 0,-1 0 0,1 0 0,0 0 0,-1 0 0,1 0 0,0 0 0,0 0 0,-1 0 0,1 0 0,0-1 0,0 1 0,0-1 0,0 0 0,0 1 0,4-1 0,-5-1 0,0 1 0,0-1 0,0 1 0,0-1 0,0 1 0,0-1 0,0 0 0,0 0 0,0 1 0,0-1 0,0 0 0,-1 0 0,1 0 0,0 0 0,-1 0 0,1 0 0,0 0 0,-1 0 0,1 0 0,-1-1 0,1 0 0,6-27 0,-6 13 0,0-1 0,-1 1 0,0-1 0,-5-20 0,2-3 0,-5-50 0,-4-68 0,11 112 0,-11-59 0,7 89 0,1 13 0,0 10 0,4 1 0,-1-1 0,1 1 0,1 0 0,-1 0 0,1 0 0,1-1 0,-1 1 0,5 11 0,-2-2 0,8 30 0,1-1 0,2-1 0,2 0 0,24 45 0,-33-76 0,-1 0 0,0 0 0,1-1 0,1 0 0,0-1 0,12 13 0,-20-24 0,-1 0 0,1 0 0,0 0 0,0-1 0,0 1 0,0 0 0,0-1 0,0 1 0,0 0 0,0-1 0,0 1 0,0-1 0,0 0 0,0 1 0,0-1 0,0 0 0,0 0 0,0 0 0,1 0 0,-1 0 0,1 0 0,-1 0 0,0 0 0,0-1 0,0 1 0,0-1 0,0 0 0,0 1 0,0-1 0,0 0 0,-1 1 0,1-1 0,0 0 0,0 0 0,-1 0 0,1 0 0,-1 0 0,1 0 0,0-1 0,1-4 0,0 0 0,0 1 0,0-1 0,-1 0 0,0 0 0,0-10 0,-1 12 0,0 0 0,1-1 0,-1 1 0,1 0 0,0 0 0,0 0 0,2-6 0,-2 9 0,-1 0 0,1 0 0,0 1 0,-1-1 0,1 0 0,0 0 0,-1 0 0,1 1 0,0-1 0,0 0 0,0 1 0,0-1 0,0 1 0,0-1 0,0 1 0,0-1 0,0 1 0,0-1 0,0 1 0,0 0 0,0 0 0,0 0 0,0-1 0,0 1 0,0 0 0,0 0 0,0 1 0,0-1 0,0 0 0,0 0 0,0 0 0,1 1 0,-1-1 0,1 1 0,6 2 0,0 1 0,0-1 0,0 1 0,0 1 0,9 6 0,35 32 0,-7-5 0,-26-25-682,30 16-1,-37-23-6143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1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24575,'12'0'0,"-7"0"0,-11 0 0,-11 0 0,-14 1 0,-1-2 0,-45-7 0,60 5-455,0 1 0,-20 0 0,25 2-6371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1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 24575,'-23'0'0,"-8"0"0,-3 2 0,3 2 0,3-1 0,5 2 0,3 0 0,4-1 0,0 2 0,2-1 0,-2-1 0,-1-1 0,0-1 0,4-1-8191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2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32 24575,'-4'-3'0,"0"0"0,0 0 0,-1 0 0,1 0 0,-1 1 0,1 0 0,-1 0 0,0 0 0,0 0 0,0 1 0,0 0 0,-9-1 0,0 1 0,-1 0 0,1 1 0,-19 2 0,26-1 0,1 0 0,0 0 0,0 0 0,0 1 0,0 0 0,0 0 0,0 1 0,1 0 0,-1 0 0,-8 6 0,11-7 0,1 0 0,0 0 0,0 0 0,0 0 0,0 0 0,0 0 0,1 1 0,-1-1 0,1 1 0,-1-1 0,1 1 0,0 0 0,0 0 0,0-1 0,1 1 0,-1 0 0,0 0 0,1 0 0,0 0 0,0 0 0,0 0 0,0 0 0,0 0 0,1-1 0,0 5 0,0-4 0,1 1 0,-1-1 0,1 0 0,-1 1 0,1-1 0,0 0 0,1 0 0,-1 0 0,0 0 0,1-1 0,0 1 0,-1-1 0,1 1 0,0-1 0,5 3 0,6 3 0,0-1 0,18 7 0,-32-14 0,59 23 0,31 13 0,-75-29 0,-1 1 0,1 0 0,21 17 0,-33-23 0,-1 1 0,1-1 0,-1 0 0,0 1 0,0-1 0,0 1 0,0 0 0,0 0 0,-1-1 0,1 1 0,-1 0 0,0 0 0,0 1 0,0-1 0,1 6 0,-2-7 0,0 0 0,0 0 0,0 0 0,0 0 0,-1 0 0,1 0 0,0 0 0,-1-1 0,0 1 0,1 0 0,-1 0 0,0 0 0,0 0 0,0-1 0,0 1 0,0 0 0,-1-1 0,1 1 0,0-1 0,-1 1 0,1-1 0,-1 0 0,1 0 0,-1 1 0,0-1 0,-3 1 0,-5 3 0,-1-1 0,0 0 0,0-1 0,0 0 0,0 0 0,-22 1 0,7-3 0,-50-3 0,33-4 120,39 5-255,1 0 0,0 1 0,-1-1 0,1-1 0,0 1 0,0 0 0,0-1 0,0 0 0,0 0 0,-3-2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2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24575,'-2'0'0,"1"3"0,1 3 0,3 0 0,1 2 0,2 2 0,1 2 0,0 1 0,3-2 0,-1 1 0,0-3 0,-1 0 0,1-2 0,-2 1 0,-1-4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3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4 0,0 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3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24575,'16'44'0,"-9"-23"0,19 38 0,-25-58 0,-1 0 0,1 1 0,0-1 0,-1 0 0,1 0 0,0 0 0,0 0 0,0 0 0,0 0 0,0 0 0,0 0 0,0 0 0,1 0 0,-1 0 0,0-1 0,0 1 0,1-1 0,-1 1 0,0-1 0,1 1 0,-1-1 0,1 1 0,-1-1 0,0 0 0,1 0 0,-1 0 0,1 0 0,1 0 0,-1-1 0,0 1 0,0-1 0,-1 0 0,1 0 0,0 0 0,-1 0 0,1 0 0,0 0 0,-1 0 0,0 0 0,1 0 0,-1-1 0,0 1 0,1-1 0,-1 1 0,0-1 0,0 1 0,0-1 0,0 0 0,0-2 0,3-7 0,0-1 0,-1 1 0,0-1 0,0-15 0,-3 26 0,1 0 0,-1 0 0,0-1 0,0 1 0,0 0 0,1 0 0,-1-1 0,1 1 0,-1 0 0,1 0 0,-1 0 0,1-1 0,0 1 0,-1 0 0,1 0 0,0 0 0,0 0 0,0 0 0,0 1 0,0-1 0,0 0 0,0 0 0,0 1 0,0-1 0,0 0 0,1 1 0,-1-1 0,0 1 0,0 0 0,1-1 0,-1 1 0,0 0 0,0 0 0,1 0 0,-1-1 0,0 2 0,1-1 0,-1 0 0,0 0 0,1 0 0,1 1 0,6 1 0,-1 1 0,1 0 0,-1 1 0,15 7 0,-17-8 0,20 11-119,46 24 370,-61-31-550,0 0-1,-1 1 1,1 0-1,9 11 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4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24575,'1'8'0,"-1"0"0,1 0 0,1 0 0,-1 0 0,1 0 0,1-1 0,4 10 0,28 50 0,-15-31 0,0 5 120,-19-37-269,0-1 1,1 1-1,-1-1 1,-1 1-1,1 0 1,0-1-1,-1 1 1,0 0-1,0 6 1,-3-2-6678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5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3 0,0 2 0,4 2 0,3 1 0,3 1 0,0 0 0,1 0 0,0 0 0,-1 0 0,0-3 0,-2-1 0,-1 1 0,-4-3-8191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5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421 1 24575,'-40'0'0,"-47"8"0,50-4 0,-46-3 0,3 1 0,71-2-136,1 1-1,0 0 1,0 1-1,0 0 1,0 0-1,0 0 1,0 1-1,0 1 0,-12 7 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6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24575,'1'0'0,"0"-1"0,1 0 0,-1 1 0,0-1 0,1 1 0,-1 0 0,1-1 0,-1 1 0,1 0 0,-1 0 0,1 0 0,-1 0 0,1 0 0,-1 0 0,0 0 0,1 1 0,-1-1 0,1 1 0,-1-1 0,0 1 0,1-1 0,-1 1 0,0 0 0,1-1 0,-1 1 0,0 0 0,0 0 0,0 0 0,0 0 0,0 0 0,0 0 0,0 0 0,0 0 0,0 1 0,0-1 0,-1 0 0,1 1 0,0 1 0,3 6 0,0 0 0,-1 1 0,0-1 0,3 14 0,-6-20 0,18 95 0,9 40 0,-21-118 0,0 0 0,1-1 0,1 0 0,20 34 0,-26-50-44,-1 0 0,1 0 0,1 0 0,-1-1 0,0 1 0,1 0 0,-1-1 0,1 0 0,0 1 0,0-1 0,-1 0 0,2 0 0,-1-1 0,0 1 0,0-1 0,0 1 0,1-1 0,-1 0-1,1 0 1,-1-1 0,1 1 0,-1-1 0,1 1 0,-1-1 0,1 0 0,0-1 0,-1 1 0,1-1 0,-1 1 0,7-3 0,0-1-6782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 24575,'-27'10'0,"-11"5"0,-2 1 0,3-1 0,6 1 0,6-4 0,4 0 0,4-3 0,4-3-8191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7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0 24575,'0'0'0,"-1"1"0,0-1 0,1 0 0,-1 1 0,1-1 0,-1 0 0,0 1 0,1-1 0,-1 0 0,1 1 0,-1-1 0,1 1 0,-1-1 0,1 1 0,0 0 0,-1-1 0,1 1 0,-1-1 0,1 1 0,0 0 0,-8 16 0,8-15 0,-32 69 0,7-17 0,6-15 0,-30 46 0,28-50 0,-1-1 0,-28 32 0,1-1 0,37-48-31,5-8-414,1-1 1,-7 15-1,7-11-6381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24575,'-2'0'0,"1"2"0,1 4 0,1 3 0,2 2 0,1 2 0,2 1 0,0 1 0,2 0 0,-1 0 0,-2 0 0,1 0 0,2 0 0,0-1 0,-2 1 0,1-3 0,-1-1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7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18 24575,'-30'-5'0,"-11"-2"0,-2 4 0,4 1 0,6 4 0,4 4 0,5 1 0,3 2 0,3-1 0,5-2-8191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9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2396 46 24575,'-55'-15'0,"30"7"0,0 1 0,0 2 0,-51-5 0,62 11 0,-1 0 0,1 2 0,-1 0 0,1 0 0,-24 10 0,-13 3 0,20-10 0,0 0 0,-44 1 0,-65-5 0,-28 2 0,-238 4 0,110-7 0,191 6 0,-41 1 0,-59 0 0,72-1 0,-2 0 0,80-2 32,-34 5-1429,76-7-5429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5:59:59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29 24575,'-2'-2'0,"1"0"0,-1-1 0,0 1 0,0 0 0,-1 0 0,1 0 0,0 1 0,-1-1 0,1 0 0,-1 1 0,1 0 0,-1-1 0,0 1 0,1 0 0,-1 0 0,-4 0 0,6 1 0,1 0 0,0 0 0,-1 0 0,1 1 0,-1-1 0,1 0 0,0 0 0,-1 0 0,1 1 0,0-1 0,-1 0 0,1 1 0,0-1 0,0 0 0,-1 1 0,1-1 0,0 0 0,0 1 0,0-1 0,-1 0 0,1 1 0,0-1 0,0 1 0,0-1 0,0 0 0,0 1 0,0-1 0,0 1 0,0-1 0,0 0 0,0 1 0,0-1 0,0 1 0,0-1 0,0 1 0,0-1 0,0 0 0,1 1 0,-1-1 0,0 1 0,7 19 0,-7-18 0,6 11 0,0 1 0,0-1 0,1-1 0,1 1 0,0-1 0,0 0 0,2-1 0,-1 0 0,21 18 0,-20-23-1365,-2-3-5461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0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24575,'4'17'0,"5"8"0,1 3 0,-2-2 0,1-4 0,-2-5 0,1-2 0,1-1 0,2-3 0,-1-3-8191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0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15 24575,'-30'-2'0,"-14"-2"0,-4 1 0,0 1 0,4 0 0,7 1 0,4 0 0,6 1 0,3 0 0,2 0 0,4 0 0,3 0-8191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1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24575,'0'0'0,"0"0"0,0 0 0,0 0 0,0-1 0,-1 1 0,1 0 0,0 0 0,0 0 0,0 0 0,0 0 0,-1 0 0,1-1 0,0 1 0,0 0 0,0 0 0,-1 0 0,1 0 0,0 0 0,0 0 0,0 0 0,-1 0 0,1 0 0,0 0 0,0 0 0,0 0 0,-1 0 0,1 0 0,0 0 0,0 0 0,-1 0 0,1 0 0,0 0 0,0 0 0,0 0 0,-1 1 0,-3 7 0,2 13 0,4-2 0,1 1 0,1-1 0,0 1 0,14 33 0,3 11 0,-12-22 0,-4-21 0,10 32 0,-14-52 0,-1 1 0,1-1 0,0 1 0,0-1 0,0 0 0,0 1 0,0-1 0,0 0 0,0 0 0,0 0 0,0 0 0,1 0 0,-1 0 0,0 0 0,1 0 0,-1-1 0,2 2 0,1-1 0,-1 0 0,1 0 0,0 0 0,-1-1 0,1 1 0,0-1 0,4 0 0,-1-1 0,1 1 0,-1-1 0,1-1 0,-1 1 0,0-1 0,14-6 0,-7 0-1365,-1 0-5461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1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24575,'-29'2'0,"-13"4"0,-1 0 0,4 0 0,6-2 0,7 1 0,4 0 0,5-1 0,4-1-8191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1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 24575,'-4'5'0,"0"1"0,0-1 0,1 1 0,-1 0 0,1 0 0,1 0 0,-1 1 0,1-1 0,0 1 0,-1 7 0,-10 27 0,-8 2 0,-50 76 0,54-93 0,-1 4 0,2 1 0,-14 39 0,7 0 27,15-40-1419,4-18-5434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2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24575,'0'13'0,"0"5"0,0 4 0,0-1 0,0-1 0,2-1 0,2-2 0,-1-1 0,2-3 0,0-2 0,2-2 0,-1-1 0,1 1 0,3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2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401 30 24575,'-30'-5'0,"-11"-2"0,-2 1 0,1 1 0,6 1 0,4 2 0,5 1 0,2 3 0,3 1 0,0 3 0,0 0 0,0 2 0,1-1 0,5-2-8191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3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72 24575,'3'-3'0,"-1"-1"0,1 0 0,-1 0 0,0 0 0,0 0 0,-1 0 0,1-1 0,-1 1 0,1-6 0,-2 9 0,1 0 0,-1 0 0,0 0 0,0 0 0,0 0 0,-1 0 0,1 0 0,0 0 0,0 0 0,0 0 0,-1 0 0,1 0 0,0 0 0,-1 0 0,1 0 0,-1 0 0,1 1 0,-2-3 0,1 3 0,-1-1 0,1 0 0,0 0 0,0 1 0,0-1 0,-1 1 0,1-1 0,0 1 0,-1 0 0,1-1 0,0 1 0,-1 0 0,1 0 0,0 0 0,-1 0 0,1 0 0,0 0 0,-2 1 0,-66 12 0,54-8 0,-1-2 0,0 0 0,0-1 0,-29 0 0,31-4-1365,1-1-5461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3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21 24575,'-9'-5'0,"-7"-2"0,-2 1 0,-1 3 0,1 3 0,0 1 0,1 0 0,2 1 0,-3-1 0,0 0 0,1-1 0,0 0 0,1 1 0,1-1 0,2-1-8191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73 24575,'0'-2'0,"0"1"0,-1-1 0,1 1 0,0-1 0,0 1 0,-1-1 0,1 1 0,-1-1 0,0 1 0,1-1 0,-1 1 0,0 0 0,0-1 0,0 1 0,0 0 0,-1-2 0,-1 1 0,1 0 0,-1 0 0,0 0 0,0 0 0,0 0 0,0 0 0,-4 0 0,-5-3 0,0 2 0,0 0 0,-13-2 0,23 5 0,-24-5 0,11 1 0,0 2 0,-16-1 0,26 3 0,0 0 0,0 0 0,0 1 0,0-1 0,0 1 0,1 1 0,-1-1 0,0 1 0,0-1 0,-5 4 0,-66 35 0,74-40 0,1 1 0,-1 0 0,1-1 0,0 1 0,-1 0 0,1 0 0,0 0 0,0 0 0,0 0 0,0 0 0,0 0 0,0 0 0,0 0 0,0 0 0,0 1 0,0-1 0,0 0 0,1 1 0,-1-1 0,1 1 0,-1-1 0,1 1 0,-1-1 0,1 1 0,0-1 0,0 1 0,0-1 0,0 1 0,0-1 0,0 1 0,0-1 0,0 1 0,1-1 0,-1 1 0,1-1 0,-1 1 0,1-1 0,0 3 0,2 1 0,0-1 0,0 1 0,0 0 0,1-1 0,0 1 0,0-1 0,0 0 0,0 0 0,5 3 0,72 45 0,-36-25 0,20 12 0,-29-18 0,41 31 0,-75-51 0,0 1 0,0-1 0,0 1 0,0 0 0,-1-1 0,1 1 0,0 0 0,-1 0 0,0 0 0,1 1 0,-1-1 0,0 0 0,0 0 0,0 1 0,0-1 0,-1 0 0,1 1 0,-1-1 0,1 1 0,-1-1 0,0 1 0,0-1 0,0 5 0,-1-4 0,0 0 0,0 0 0,0 0 0,-1-1 0,1 1 0,0 0 0,-1-1 0,0 1 0,0-1 0,0 1 0,0-1 0,0 0 0,0 0 0,-1 0 0,1 0 0,-1 0 0,1-1 0,-6 4 0,-1-2 0,1 1 0,-1-1 0,0-1 0,0 1 0,0-2 0,0 1 0,-15 0 0,-65-5 0,86 3 0,-83-9 0,74 6 0,0 1 0,0-2 0,0 1 0,-20-11 0,30 14-114,1-1 1,-1 0-1,1 0 0,-1 0 0,1 0 1,0 0-1,0-1 0,0 1 0,-1 0 1,1-1-1,-1-1 0,-2-5-6712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5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24575,'-3'8'0,"0"4"0,2 3 0,4 1 0,2 1 0,2-1 0,2 0 0,3 0 0,-2-1 0,1 0 0,1-3 0,-2-1 0,-1-2 0,0-6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24575,'0'-4'0,"0"-1"0,0 5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6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24575,'-2'6'0,"0"-1"0,1 0 0,-1 1 0,1-1 0,0 1 0,0-1 0,0 1 0,1 0 0,0-1 0,0 1 0,1-1 0,-1 1 0,1 0 0,1-1 0,-1 1 0,1-1 0,3 8 0,-2-5 0,1-1 0,0 1 0,0-1 0,0 0 0,1-1 0,0 1 0,1-1 0,-1 0 0,1 0 0,0-1 0,10 7 0,-15-11 0,0 0 0,0-1 0,0 1 0,0 0 0,-1-1 0,1 1 0,0-1 0,0 0 0,0 1 0,0-1 0,0 0 0,0 1 0,0-1 0,0 0 0,0 0 0,0 0 0,0 0 0,0 0 0,0 0 0,0 0 0,0 0 0,0 0 0,0-1 0,0 1 0,0 0 0,0-1 0,0 1 0,0-1 0,0 1 0,0-1 0,0 1 0,0-1 0,-1 0 0,1 1 0,0-1 0,0 0 0,-1 0 0,1 1 0,0-1 0,-1 0 0,1 0 0,-1 0 0,1 0 0,-1 0 0,0 0 0,1-1 0,1-4 0,0 0 0,-1 0 0,1 0 0,-1 0 0,-1 0 0,1-9 0,-2-5 0,1 9 0,0 0 0,0 1 0,0-1 0,5-20 0,-4 29 0,-1 0 0,1 0 0,-1 0 0,1 1 0,0-1 0,-1 0 0,1 1 0,0-1 0,0 0 0,1 1 0,-1-1 0,0 1 0,0 0 0,1-1 0,-1 1 0,0 0 0,1 0 0,0 0 0,-1 0 0,1 0 0,-1 0 0,1 1 0,0-1 0,0 0 0,0 1 0,-1-1 0,1 1 0,0 0 0,0-1 0,0 1 0,0 0 0,-1 0 0,1 1 0,3-1 0,4 3 0,0-1 0,0 1 0,0 1 0,-1 0 0,1 0 0,-1 0 0,14 12 0,-12-9 0,10 6-341,-1 0 0,0 2-1,22 24 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7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41 24575,'-4'-4'0,"-1"-1"0,1 1 0,-1 0 0,0 1 0,0-1 0,-1 1 0,1 0 0,-11-4 0,12 6 0,1 0 0,-1 0 0,0 1 0,0-1 0,1 1 0,-1 0 0,0 0 0,0 1 0,1-1 0,-1 1 0,0-1 0,0 1 0,1 0 0,-1 1 0,-5 1 0,-5 5 0,1-1 0,0 1 0,0 1 0,1 0 0,-23 22 0,32-28 0,1 0 0,-1 1 0,1-1 0,-1 0 0,1 1 0,0-1 0,0 1 0,1 0 0,-1 0 0,1 0 0,0 0 0,0 0 0,0 0 0,0 0 0,1 0 0,-1 0 0,1 0 0,0 0 0,0 0 0,1 0 0,1 8 0,0-7 0,-1 1 0,1-1 0,1-1 0,-1 1 0,1 0 0,-1 0 0,1-1 0,1 1 0,-1-1 0,1 0 0,-1 0 0,1-1 0,0 1 0,1-1 0,-1 1 0,6 2 0,3 1 0,1-1 0,-1-1 0,1 0 0,0-1 0,0 0 0,0-1 0,22 2 0,-2-3 0,-1-1 0,39-5 0,3-9-1365,-63 12-5461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8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27 144 24575,'-1'-2'0,"-8"-36"0,-7-49 0,16 86 0,0 0 0,0 0 0,-1 0 0,1 1 0,0-1 0,0 0 0,0 0 0,0 0 0,0 1 0,0-1 0,0 0 0,1 0 0,-1 0 0,0 1 0,0-1 0,1 0 0,-1 0 0,1-1 0,-1 3 0,1-1 0,-1 0 0,1 0 0,-1 0 0,1 0 0,-1 0 0,1 1 0,-1-1 0,0 0 0,1 0 0,-1 1 0,1-1 0,-1 0 0,0 1 0,1-1 0,-1 0 0,0 1 0,0-1 0,1 0 0,-1 1 0,0 0 0,18 29 0,-14-21 0,1 1 0,-2 0 0,1 1 0,-1-1 0,2 19 0,-3-6 0,0 38 0,-3-29 0,1 0 0,8 50 0,-5-43 0,-3-33 0,0 1 0,1-1 0,-1 1 0,1-1 0,0 1 0,1-1 0,-1 0 0,1 0 0,5 11 0,-5-15 0,0 0 0,0 0 0,0-1 0,0 1 0,0-1 0,0 1 0,0-1 0,0 0 0,1 1 0,-1-1 0,1-1 0,-1 1 0,0 0 0,1 0 0,0-1 0,-1 0 0,1 1 0,-1-1 0,4 0 0,6 0 0,-1-1 0,0 0 0,12-3 0,-5 1-170,-1-1-1,1-1 0,-1-1 1,0-1-1,0 0 0,-1-1 1,22-14-1,-26 13-6655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9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14 24575,'-27'-3'0,"-11"0"0,-2 0 0,4 0 0,5 2 0,3 2 0,4 2 0,4-1 0,2 3 0,2 1 0,2-2 0,2-1-8191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0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705 76 24575,'2'-2'0,"0"0"0,0 0 0,0 0 0,0 0 0,-1-1 0,1 1 0,-1-1 0,1 1 0,-1-1 0,0 0 0,1-3 0,-2 5 0,0 0 0,0 0 0,0 0 0,0 0 0,0 0 0,0 0 0,0 0 0,-1 0 0,1-1 0,0 1 0,-1 0 0,1 0 0,-1 0 0,1 0 0,-1 0 0,1 0 0,-1 1 0,0-1 0,1 0 0,-1 0 0,0 0 0,0 1 0,0-1 0,0 0 0,0 1 0,1-1 0,-1 0 0,0 1 0,0-1 0,0 1 0,-2-1 0,-5-2 0,-1 0 0,1 1 0,-1-1 0,0 2 0,0-1 0,0 1 0,-17 1 0,-66 7 0,83-6 0,-184 16 0,-91 14 0,261-26-1365,5 0-5461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10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4 24575,'-1'-1'0,"0"1"0,0-1 0,0 1 0,0 0 0,0-1 0,0 1 0,0 0 0,0 0 0,0 0 0,0 0 0,0 0 0,0 0 0,0 0 0,0 0 0,0 0 0,0 1 0,0-1 0,0 0 0,0 1 0,0-1 0,0 0 0,0 1 0,0 0 0,0-1 0,-1 2 0,1-1 0,0 0 0,0 1 0,1-1 0,-1 1 0,0-1 0,1 1 0,-1 0 0,1-1 0,-1 1 0,1-1 0,0 1 0,0 0 0,0-1 0,0 3 0,0 8 0,2-1 0,-1 0 0,6 18 0,-7-29 0,62 216 0,-56-193 0,1 0 0,1 0 0,1 0 0,1-1 0,17 28 0,-22-44 120,-5-7-149,0 1 1,0 0-1,0 0 1,1 0-1,-1 0 1,0 0-1,0 0 1,0 0-1,0 0 0,0 0 1,0 0-1,0 0 1,0 0-1,0 0 1,0 0-1,0 0 1,0-1-1,0 1 0,0 0 1,0 0-1,0 0 1,0 0-1,0 0 1,0 0-1,0 0 0,0 0 1,0 0-1,0 0 1,1 0-1,-1 0 1,0 0-1,0 0 1,0 0-1,0 0 0,0 0 1,0 0-1,0 0 1,0 0-1,0 0 1,0 0-1,0 0 1,0 0-1,0 0 0,1 0 1,-1 0-1,0 0 1,0 0-1,0 0 1,0 0-1,0 0 1,0 0-1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10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513 61 24575,'-3'-5'0,"-1"0"0,0 0 0,-1 1 0,1 0 0,-1 0 0,0 0 0,0 0 0,0 1 0,-1-1 0,1 1 0,-1 1 0,0-1 0,1 1 0,-1 0 0,0 0 0,0 1 0,-1 0 0,1 0 0,-8 0 0,-12 0 0,0 2 0,0 1 0,-34 6 0,35-4 0,-32 4-73,-105 13-1219,144-19-5534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11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7 24575,'0'0'0,"0"0"0,0-1 0,0 1 0,0 0 0,0-1 0,-1 1 0,1 0 0,0-1 0,0 1 0,0 0 0,-1 0 0,1-1 0,0 1 0,0 0 0,-1 0 0,1-1 0,0 1 0,-1 0 0,1 0 0,0 0 0,-1-1 0,1 1 0,0 0 0,-1 0 0,1 0 0,-1 0 0,1 0 0,0 0 0,-1 0 0,1 0 0,-1 0 0,0 0 0,1 1 0,-1-1 0,0 1 0,0-1 0,0 1 0,1-1 0,-1 1 0,0-1 0,1 1 0,-1 0 0,1-1 0,-2 3 0,-15 29 0,14-26 0,-8 19 0,1 1 0,1 0 0,-10 45 0,-3 84 0,21-134 0,0 0 0,2 0 0,1 0 0,0 0 0,2 0 0,0 0 0,11 30 0,2-6 0,1 0 0,30 49 0,-23-51 60,30 42 0,-44-69-308,2-1 1,-1-1-1,2 0 1,0 0-1,27 19 1,-32-27-6579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1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24575,'24'17'0,"-1"0"0,-1 2 0,0 1 0,-1 0 0,-1 2 0,-1 0 0,29 46 0,-27-34 0,-1 2 0,-2 0 0,-2 1 0,-1 1 0,10 45 0,-20-65 0,0 1 0,-2 0 0,-1 0 0,0 0 0,-2 35 0,0-46 0,-1 0 0,-1 0 0,1 0 0,-1 0 0,-1 0 0,1-1 0,-1 1 0,-1-1 0,1 0 0,-1 1 0,-1-2 0,1 1 0,-1 0 0,0-1 0,-1 0 0,-8 7 0,-3 0-174,-2-1 0,1 0 0,-1-2-1,-27 11 1,38-17-320,-12 5-6332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19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4170 1 24575,'-335'8'0,"-239"45"0,499-42 0,-154 19 0,-2-15 0,-200-26 0,21 4 0,255 9 0,61-1 0,-102-3 0,121-5 0,-26 0 0,95 7 0,-41-1 0,-60-6 0,51 1 0,-107 4 0,81 4 0,18-3 0,-71 2 0,77 6 0,32-3 0,-34 0 0,-186-5 0,236 1 0,-1-1 0,-19-5 0,18 3 0,1 1 0,-15-1 0,-75 4-1365,89-1-5461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4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15 24575,'-42'-4'0,"-151"-6"0,179 10 0,0 2 0,0 0 0,0 0 0,0 2 0,-22 7 0,30-8 0,0-1 0,0 1 0,0 0 0,0 0 0,1 1 0,-1 0 0,1 0 0,0 0 0,0 1 0,0-1 0,1 1 0,-1 0 0,-6 12 0,10-15 0,0 0 0,0 0 0,0 0 0,0 0 0,1 0 0,-1 0 0,1 1 0,-1-1 0,1 0 0,0 0 0,0 1 0,0-1 0,0 0 0,0 1 0,1-1 0,-1 0 0,1 3 0,1-2 0,-1 1 0,1-1 0,0 0 0,-1 0 0,1-1 0,1 1 0,-1 0 0,0-1 0,1 1 0,3 2 0,6 3 0,0 0 0,0-1 0,1 0 0,17 7 0,-27-13 0,251 104 0,-249-103 0,0 0 0,0 0 0,0 1 0,-1 0 0,1 0 0,-1 0 0,7 6 0,-10-8 0,-1 0 0,1 0 0,0 0 0,-1 0 0,1 0 0,0 0 0,-1 0 0,1 0 0,-1 0 0,0 0 0,1 0 0,-1 0 0,0 0 0,0 0 0,1 0 0,-1 1 0,0 0 0,-1-1 0,1 1 0,-1-1 0,1 1 0,-1-1 0,1 1 0,-1-1 0,0 0 0,0 1 0,1-1 0,-1 0 0,0 0 0,0 1 0,0-1 0,0 0 0,-1 0 0,-1 1 0,-3 2 0,0 0 0,-1 0 0,1 0 0,-1-1 0,0 0 0,-1-1 0,1 1 0,0-1 0,-1-1 0,-9 2 0,-12 0 0,-39-2 0,52-1 0,-32 0 0,-80-2 0,126 2-42,1 0-1,0-1 0,-1 1 1,1 0-1,0 0 0,-1-1 1,1 1-1,0-1 0,0 1 1,-1-1-1,1 1 0,0-1 1,0 0-1,0 0 0,0 1 1,0-1-1,0 0 0,0 0 1,0 0-1,0 0 0,0 0 1,0 0-1,1-1 0,-1 1 1,0 0-1,1 0 0,-1-1 1,1 1-1,0 0 0,-1 0 1,1-3-1,-2-7-6783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5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24575,'-5'5'0,"1"2"0,1 2 0,4-1 0,1 1 0,3 1 0,1 2 0,1-1 0,3-1 0,1 1 0,2-1 0,-1-1 0,-1-1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5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24575,'-2'0'0,"-1"3"0,-1 3 0,2 2 0,0 4 0,1 1 0,0-1-8191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5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24575,'16'80'0,"-13"-69"0,0 1 0,2-1 0,-1 0 0,12 18 0,-16-28 0,1 0 0,-1 0 0,1 0 0,-1 0 0,1-1 0,-1 1 0,1 0 0,0-1 0,-1 1 0,1 0 0,0-1 0,0 1 0,-1-1 0,1 1 0,0-1 0,0 1 0,0-1 0,0 0 0,0 1 0,0-1 0,0 0 0,0 0 0,-1 0 0,1 1 0,2-1 0,-1-1 0,-1 1 0,1-1 0,-1 0 0,1 1 0,-1-1 0,0 0 0,1 0 0,-1 0 0,0 0 0,1 0 0,-1 0 0,0 0 0,2-3 0,2-3 0,0 0 0,-1-1 0,0 0 0,5-11 0,-1-11 0,-8 26 0,1-1 0,0 1 0,0-1 0,1 1 0,-1-1 0,1 1 0,0 0 0,0 0 0,5-6 0,-7 9 0,1 0 0,0 1 0,0-1 0,0 0 0,0 1 0,0-1 0,-1 1 0,1-1 0,0 1 0,0-1 0,0 1 0,1 0 0,-1 0 0,0-1 0,0 1 0,0 0 0,0 0 0,0 0 0,0 0 0,0 0 0,0 0 0,0 0 0,0 1 0,0-1 0,0 0 0,0 1 0,0-1 0,0 0 0,0 1 0,2 0 0,3 3 0,-1 0 0,1 0 0,9 9 0,-6-6 0,157 110 0,-154-109-1365,-2-3-5461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6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24 24575,'-3'-3'0,"1"1"0,-1 0 0,1 0 0,-1 0 0,0 1 0,0-1 0,0 0 0,0 1 0,0 0 0,0 0 0,0 0 0,0 0 0,0 0 0,-1 1 0,-3-1 0,1 1 0,1 0 0,-1 1 0,1-1 0,-1 1 0,1 0 0,-1 1 0,1 0 0,-7 3 0,-4 2 0,1 2 0,0 0 0,1 1 0,-24 20 0,34-27 0,0 1 0,1-1 0,0 1 0,0-1 0,0 1 0,0 0 0,0 0 0,1 1 0,0-1 0,-3 7 0,4-8 0,1-1 0,-1 1 0,1-1 0,-1 1 0,1-1 0,0 0 0,0 1 0,0-1 0,1 1 0,-1-1 0,0 1 0,1-1 0,0 0 0,0 1 0,-1-1 0,1 0 0,0 1 0,1-1 0,-1 0 0,0 0 0,1 0 0,1 2 0,1 0 0,1 1 0,-1-2 0,0 1 0,1-1 0,0 1 0,0-1 0,0 0 0,0-1 0,0 1 0,0-1 0,7 2 0,7 0 0,-1 0 0,21 1 0,-23-3 0,13 0-1365,-17-1-5461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8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24575,'-1'0'0,"0"0"0,1 1 0,-1-1 0,0 0 0,1 1 0,-1-1 0,0 1 0,1-1 0,-1 1 0,1 0 0,-1-1 0,1 1 0,-1-1 0,1 1 0,-1 0 0,1 0 0,0-1 0,-1 1 0,1 0 0,0-1 0,-1 2 0,-6 21 0,6-18 0,-20 61 0,-10 39 0,26-84 0,1 1 0,-3 44 0,6-35 0,1 0 0,7 43 0,-6-64 0,2 1 0,-1-1 0,1 0 0,1 0 0,0 0 0,0 0 0,1-1 0,0 0 0,1 0 0,12 16 0,-11-17 20,1 1 0,0-1 0,1 0 0,0-1 0,12 8 0,-17-12-107,0-1-1,0 0 1,0 0 0,0-1-1,1 1 1,-1-1 0,0 0-1,1 0 1,-1-1-1,1 1 1,-1-1 0,1 0-1,-1 0 1,1 0 0,-1-1-1,7-1 1,1-1-6739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16 24575,'-2'-1'0,"1"1"0,0-1 0,0 1 0,-1 0 0,1-1 0,0 1 0,-1 0 0,1 0 0,0 0 0,-1 0 0,1 0 0,0 0 0,-1 0 0,1 0 0,0 1 0,-1-1 0,1 1 0,0-1 0,0 1 0,-2 0 0,2 0 0,0 0 0,0 0 0,0 0 0,1 0 0,-1 0 0,0 0 0,1 0 0,-1 0 0,0 0 0,1 1 0,0-1 0,-1 0 0,1 0 0,0 0 0,-1 1 0,1-1 0,0 2 0,0 2 0,0 1 0,1-1 0,-1 0 0,1 0 0,1 0 0,-1 1 0,0-1 0,1 0 0,3 5 0,-1-2 0,1-1 0,0 1 0,0-1 0,1-1 0,0 1 0,0-1 0,0 1 0,1-2 0,0 1 0,0-1 0,13 7 0,-16-10 0,0 0 0,0 0 0,0 0 0,0-1 0,0 0 0,0 0 0,0 0 0,0 0 0,1-1 0,-1 0 0,0 1 0,0-2 0,1 1 0,-1 0 0,0-1 0,0 0 0,0 0 0,1 0 0,-1 0 0,0-1 0,-1 0 0,1 1 0,0-1 0,0-1 0,-1 1 0,5-4 0,-3 1 0,-1 1 0,1-1 0,-1 0 0,0-1 0,-1 1 0,1-1 0,-1 1 0,0-1 0,-1 0 0,4-10 0,-1-3 0,0-1 0,2-21 0,-7 40 0,0-1 0,0 1 0,1-1 0,-1 1 0,0-1 0,1 1 0,-1-1 0,1 1 0,0-1 0,0 1 0,0-2 0,0 3 0,-1 0 0,0-1 0,0 1 0,0 0 0,0 0 0,1 0 0,-1 0 0,0 0 0,0 0 0,0 0 0,0 0 0,1 0 0,-1 0 0,0 0 0,0 0 0,0 0 0,0 0 0,1 0 0,-1 0 0,0 0 0,0 0 0,0 0 0,0 0 0,1 0 0,-1 0 0,0 0 0,0 0 0,0 0 0,0 1 0,0-1 0,1 0 0,-1 0 0,7 11 0,7 19 0,-6-14 0,-1 0 0,2 0 0,0 0 0,1-1 0,19 21 0,-29-35-114,1 0 1,0 0-1,0 0 0,0 0 0,0 0 1,0-1-1,0 1 0,0 0 0,1-1 1,-1 1-1,2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24575,'5'8'0,"60"81"0,77 144 0,-127-203 0,-1 2 0,-1-1 0,-1 2 0,-2-1 0,-1 1 0,-2 1 0,-2 0 0,0 0 0,-1 38 0,-4-65 0,0 6 0,-1 0 0,0 0 0,-4 19 0,5-29 0,-1 1 0,-1-1 0,1 1 0,0-1 0,-1 1 0,0-1 0,0 0 0,0 0 0,0 0 0,0 0 0,-1 0 0,1 0 0,-1-1 0,1 1 0,-1-1 0,0 0 0,-4 2 0,-6 3-195,0-1 0,-1-1 0,0 0 0,0-1 0,0-1 0,-24 3 0,20-4-6631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29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15 24575,'-232'0'0,"218"0"0,-1-2 0,-16-3 0,16 2 0,-26-1 0,13 3-1365,16 1-5461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0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0 24575,'-25'0'0,"-10"0"0,-2 0 0,4 0 0,3 0 0,4 0 0,2 0 0,4 0 0,2 0 0,0 0 0,0 0 0,1 0 0,3 0-8191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1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383 295 24575,'-120'-104'0,"7"5"0,103 88 0,-17-23 0,-3-3 0,30 36 0,0 0 0,-1 1 0,0-1 0,1 0 0,-1 1 0,1-1 0,-1 1 0,0-1 0,1 1 0,-1-1 0,0 1 0,1 0 0,-1-1 0,0 1 0,0 0 0,1 0 0,-1-1 0,0 1 0,0 0 0,0 0 0,1 0 0,-1 0 0,0 0 0,0 0 0,0 0 0,-1 0 0,1 1 0,0 0 0,0-1 0,0 1 0,0 0 0,0 0 0,0 0 0,0 0 0,0 0 0,1 0 0,-1 0 0,0 0 0,0 0 0,1 0 0,-2 2 0,-1 5 0,0 0 0,1 1 0,-3 12 0,5-20 0,-34 144 0,33-144 0,1 1 0,0-1 0,0 1 0,0-1 0,0 1 0,0-1 0,0 1 0,0-1 0,0 1 0,1-1 0,-1 0 0,1 1 0,-1-1 0,1 1 0,-1-1 0,1 0 0,0 1 0,0-1 0,-1 0 0,1 0 0,0 0 0,0 0 0,0 0 0,1 0 0,-1 0 0,0 0 0,0 0 0,0 0 0,1 0 0,-1-1 0,0 1 0,1 0 0,-1-1 0,1 0 0,-1 1 0,0-1 0,3 1 0,6 0 0,0 0 0,0 0 0,0 0 0,15-2 0,-14 0 0,19 1 0,57-10 0,-72 8-682,27-2-1,-30 4-6143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2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 15 24575,'-39'-4'0,"-127"-6"0,160 10 0,1 0 0,0 1 0,0 0 0,0 0 0,0 0 0,0 0 0,0 1 0,1 0 0,-9 4 0,10-4 0,0 0 0,1 0 0,-1 0 0,1 0 0,-1 0 0,1 0 0,0 0 0,0 1 0,0-1 0,0 1 0,1 0 0,-1 0 0,1-1 0,-1 1 0,1 0 0,-1 5 0,1-6 0,1 0 0,0 0 0,0 0 0,0 0 0,0 0 0,0 0 0,0 0 0,1 0 0,-1 0 0,1 0 0,-1 0 0,1 0 0,0 0 0,0 0 0,0 0 0,0 0 0,0-1 0,0 1 0,0 0 0,1-1 0,-1 1 0,1-1 0,-1 0 0,3 2 0,4 4 0,1-1 0,1 0 0,12 6 0,-8-4 0,11 5 0,44 15 0,-46-20 0,0 2 0,34 19 0,-56-29 0,1 1 0,-1 0 0,0-1 0,0 1 0,0 0 0,0 0 0,0 0 0,0 0 0,0 0 0,-1 0 0,1 0 0,0 0 0,-1 1 0,1-1 0,0 2 0,0-3 0,-1 1 0,0 0 0,0 0 0,0 0 0,0-1 0,0 1 0,0 0 0,-1 0 0,1-1 0,0 1 0,0 0 0,0 0 0,-1-1 0,1 1 0,0 0 0,-1-1 0,1 1 0,-1 0 0,0 0 0,-1 1 0,0 0 0,0 0 0,0 0 0,-1-1 0,1 1 0,0-1 0,-1 0 0,1 1 0,-1-1 0,0-1 0,1 1 0,-1 0 0,-4 0 0,-20 2 0,-1-2 0,-30-2 0,13 0 0,42 1 12,-1 0 0,1-1 0,-1 1 0,1-1 0,-1 1 0,1-1 0,-1 0 0,1 0 0,-5-3 0,7 4-65,0-1 0,-1 0 0,1 0 0,0 0 0,0 0 0,0 0 0,0 0 0,1 0 0,-1 0 0,0 0 0,0 0 0,1 0 0,-1 0-1,0-1 1,1 1 0,-1 0 0,1 0 0,0-1 0,-1 1 0,1 0 0,0-1 0,0 1 0,0-1 0,0 1 0,0 0 0,0-1 0,1-1 0,1-8-6773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24575,'0'3'0,"0"2"0,0 4 0,0 2 0,3 3 0,3 0 0,2 1 0,4-3 0,-2-2-8191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3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24575,'0'2'0,"3"4"0,0 3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3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24575,'0'8'0,"0"0"0,1 0 0,1 0 0,-1 0 0,1 0 0,3 7 0,22 44 0,-26-57 0,0-1 0,0 1 0,0 0 0,0-1 0,0 1 0,0-1 0,1 0 0,-1 1 0,0-1 0,1 0 0,-1 0 0,1 0 0,-1 0 0,1 0 0,0 0 0,0 0 0,-1-1 0,1 1 0,0 0 0,0-1 0,0 0 0,-1 1 0,1-1 0,0 0 0,0 0 0,0 0 0,0 0 0,0 0 0,0-1 0,-1 1 0,5-1 0,-3 0 0,0 0 0,0-1 0,0 1 0,-1 0 0,1-1 0,0 0 0,-1 1 0,1-1 0,-1 0 0,1 0 0,-1-1 0,0 1 0,0 0 0,0-1 0,0 1 0,0-1 0,-1 0 0,3-3 0,-3 1 0,0 0 0,0 0 0,0 0 0,0 0 0,-1-8 0,0 9 0,0-1 0,1 0 0,-1 1 0,1-1 0,2-6 0,-3 11 0,1-1 0,-1 0 0,1 1 0,-1-1 0,1 0 0,-1 1 0,1-1 0,-1 1 0,1-1 0,0 1 0,-1-1 0,1 1 0,0-1 0,-1 1 0,1 0 0,0-1 0,-1 1 0,1 0 0,0 0 0,0 0 0,0-1 0,-1 1 0,1 0 0,0 0 0,0 0 0,0 0 0,-1 0 0,1 0 0,0 1 0,0-1 0,0 0 0,-1 0 0,1 0 0,0 1 0,0 0 0,6 1 0,0 1 0,-1 0 0,7 4 0,-5-3 0,39 19-682,64 45-1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24575,'0'3'0,"1"1"0,0-1 0,0 1 0,0-1 0,0 0 0,1 0 0,2 5 0,2 5 0,4 8 0,1 0 0,26 38 0,-22-36 0,22 40 0,-33-51-1365,-2-3-5461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4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24575,'0'10'0,"0"5"0,0 3 0,0 1 0,0 0 0,2-2 0,2 0 0,1-1 0,4-1 0,1-1 0,0 1 0,1-4 0,-3 0 0,2-2 0,0-3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5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 1 24575,'-46'0'0,"-8"-1"0,0 2 0,0 3 0,-58 11 0,71-6-455,0-2 0,-71 3 0,95-10-6371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5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24575,'15'35'0,"-13"-28"0,1 0 0,0 0 0,0 0 0,0-1 0,1 0 0,0 0 0,0 0 0,0 0 0,11 10 0,-2-5 0,0 0 0,26 15 0,-35-24 0,0 0 0,1 0 0,-1 0 0,0 0 0,0-1 0,1 0 0,-1 0 0,1 0 0,0 0 0,-1 0 0,1-1 0,-1 0 0,1 0 0,0-1 0,5 0 0,-7 0 0,0-1 0,0 1 0,0-1 0,0 0 0,0 1 0,0-1 0,-1-1 0,1 1 0,-1 0 0,0-1 0,1 1 0,-1-1 0,0 1 0,0-1 0,-1 0 0,1 0 0,-1 0 0,1 0 0,-1 0 0,0 0 0,1-7 0,2-3 0,-2-1 0,0 1 0,0-27 0,-3 5 0,0 26 0,1-1 0,0 1 0,0 0 0,1-1 0,2-11 0,-3 20 0,0 1 0,0-1 0,0 1 0,0-1 0,1 1 0,-1 0 0,0-1 0,0 1 0,1-1 0,-1 1 0,0 0 0,1-1 0,-1 1 0,0 0 0,1-1 0,-1 1 0,0 0 0,1-1 0,-1 1 0,1 0 0,-1 0 0,0 0 0,1-1 0,-1 1 0,1 0 0,-1 0 0,1 0 0,-1 0 0,1 0 0,-1 0 0,1 0 0,-1 0 0,1 0 0,-1 0 0,1 0 0,-1 0 0,1 0 0,-1 0 0,1 1 0,-1-1 0,0 0 0,1 0 0,-1 0 0,1 1 0,-1-1 0,0 0 0,1 1 0,-1-1 0,1 0 0,-1 1 0,0-1 0,21 19 0,80 96 0,-88-99-455,-1 0 0,12 19 0,-19-26-6371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6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 24575,'-6'-13'0,"6"13"0,0 0 0,0 0 0,0 0 0,0-1 0,-1 1 0,1 0 0,0 0 0,0 0 0,0 0 0,0 0 0,-1 0 0,1-1 0,0 1 0,0 0 0,0 0 0,-1 0 0,1 0 0,0 0 0,0 0 0,0 0 0,-1 0 0,1 0 0,0 0 0,0 0 0,-1 0 0,1 0 0,0 0 0,0 0 0,-1 0 0,0 1 0,0 0 0,0 1 0,0-1 0,0 0 0,0 0 0,1 0 0,-1 1 0,0-1 0,0 0 0,1 1 0,-1-1 0,1 1 0,-1 1 0,-5 20 0,1 0 0,1 0 0,-3 47 0,11 72 0,-2-118 0,1 0 0,1 0 0,1-1 0,1 0 0,17 43 0,-16-51 0,1 0 0,1-1 0,0 0 0,0 0 0,1-1 0,1 0 0,0-1 0,1 0 0,18 14 0,-1-4-273,0-1 0,2-2 0,0 0 0,56 23 0,-68-35-6553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7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24575,'2'-1'0,"1"-1"0,0 1 0,0 0 0,0 0 0,0 0 0,0 0 0,0 1 0,0-1 0,0 1 0,0-1 0,0 1 0,1 0 0,-1 1 0,0-1 0,0 0 0,0 1 0,0 0 0,0 0 0,0 0 0,0 0 0,0 0 0,0 0 0,4 4 0,5 2 0,-1 0 0,0 2 0,20 18 0,7 10 0,-1 3 0,-2 1 0,-2 1 0,-1 2 0,-3 1 0,32 65 0,-56-97 0,1-1 0,-2 1 0,0 0 0,0 0 0,-1 1 0,-1-1 0,0 1 0,-1-1 0,-1 1 0,0-1 0,-1 1 0,-4 24 0,3-31-105,-1 1 0,0-1 0,0 0 0,-1 0 0,0 0 0,0 0 0,-1-1 0,0 0 0,0 0 0,0 0 0,-1 0 0,-8 6 0,-1 0-6721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8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2793 1 24575,'35'0'0,"-35"0"0,0 0 0,0 0 0,0 0 0,0 0 0,0 0 0,0 0 0,0 0 0,0 0 0,0 0 0,0 0 0,0 0 0,0 0 0,0 0 0,0 0 0,0 0 0,0 0 0,0 0 0,0 0 0,0 0 0,0 1 0,0-1 0,0 0 0,0 0 0,0 0 0,0 0 0,0 0 0,0 0 0,0 0 0,0 0 0,0 0 0,0 0 0,0 0 0,0 0 0,0 0 0,0 0 0,0 0 0,0 0 0,0 0 0,0 0 0,0 0 0,0 0 0,0 0 0,0 0 0,1 0 0,-1 0 0,0 0 0,0 0 0,0 0 0,0 0 0,0 0 0,0 0 0,0 0 0,-6 3 0,-9 2 0,-18-2 0,-48 1 0,-10 0 0,-139 14 0,-118 11 0,141-15 0,-101-7 0,189-9 0,-74 11 0,-15 12 0,155-15 0,-32 2 0,-255-8 0,325 0 0,1 2 0,-17 3 0,16-2 0,-26 1 0,20-2 0,-29 6 0,21-3 0,-1 1 0,20-3 0,1-1 0,-15 1 0,-38 4 0,18 0 0,-53 5-1365,78-10-5461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24575,'0'6'0,"1"-1"0,-1 1 0,2-1 0,-1 1 0,0-1 0,1 0 0,4 9 0,21 34 0,-20-36 0,80 131-1365,-82-133-5461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9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24575,'5'10'0,"4"5"0,1 4 0,0-1 0,2 1 0,1-2 0,0 0 0,2-1 0,-3-1 0,-1-1 0,1-2 0,-3-1 0,1 1 0,-2-1 0,-3-1-8191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39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31 24575,'-7'-4'0,"-1"-1"0,0 2 0,0-1 0,0 1 0,0 0 0,0 0 0,-16-2 0,18 5 0,0 0 0,0 0 0,0 0 0,0 0 0,0 1 0,0 0 0,0 1 0,0-1 0,0 1 0,0 0 0,-10 6 0,-4 2-151,0-1-1,-1-1 0,0-1 0,0-1 1,-1-1-1,1 0 0,-1-2 1,-35 2-1,35-5-6674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40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24575,'-1'0'0,"0"0"0,-1 0 0,1 0 0,0 0 0,-1 0 0,1 0 0,0 0 0,-1 1 0,1-1 0,0 0 0,-1 1 0,1-1 0,0 1 0,0 0 0,0-1 0,-1 1 0,1 0 0,0 0 0,0 0 0,0 0 0,0 0 0,-1 1 0,1 0 0,1-1 0,-1 1 0,1 0 0,-1-1 0,1 1 0,0 0 0,0-1 0,-1 1 0,1 0 0,0-1 0,1 1 0,-1 0 0,0-1 0,0 1 0,1 2 0,2 3 0,-1-1 0,1 1 0,0-1 0,0 1 0,1-1 0,0 0 0,6 8 0,-3-6 0,0 0 0,0-1 0,1 0 0,0-1 0,0 1 0,1-1 0,-1-1 0,1 0 0,0 0 0,1-1 0,-1 0 0,1 0 0,0-1 0,0 0 0,0-1 0,0 0 0,20 0 0,-21-1 0,-1-1 0,1 0 0,-1-1 0,1 0 0,-1 0 0,9-3 0,-14 3 0,-1 0 0,1 0 0,-1 0 0,0-1 0,0 1 0,1 0 0,-1-1 0,0 0 0,0 0 0,0 1 0,-1-1 0,1 0 0,0-1 0,-1 1 0,0 0 0,1 0 0,-1-1 0,0 1 0,0 0 0,0-1 0,0 1 0,-1-1 0,2-4 0,-1-5 0,0 0 0,0-1 0,-3-18 0,2-19 0,0 50 0,0-1 0,-1 1 0,1 0 0,0-1 0,0 1 0,0 0 0,0-1 0,0 1 0,0 0 0,0-1 0,1 1 0,-1 0 0,0-1 0,0 1 0,0 0 0,0-1 0,0 1 0,0 0 0,1-1 0,-1 1 0,0 0 0,0-1 0,0 1 0,1 0 0,-1 0 0,0-1 0,1 1 0,-1 0 0,0 0 0,0 0 0,1 0 0,-1-1 0,0 1 0,1 0 0,-1 0 0,0 0 0,1 0 0,-1 0 0,0 0 0,1 0 0,-1 0 0,0 0 0,1 0 0,-1 0 0,1 0 0,-1 0 0,0 0 0,1 0 0,-1 0 0,0 0 0,1 0 0,-1 0 0,0 1 0,1-1 0,-1 0 0,0 0 0,0 0 0,1 0 0,-1 1 0,0-1 0,0 0 0,1 0 0,-1 1 0,0-1 0,0 0 0,1 1 0,21 23 0,-17-18 0,56 55 108,5 5-1581,-58-57-5353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0:55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6596 58 24575,'50'-4'0,"50"-5"0,-170 7 0,61 2 0,-627-8 0,397-5 0,-279-9 0,81 27 0,2 33 0,-177 38 0,103-49 0,-3-27 0,218-1 0,120 0 0,-191 2 0,24 23 0,132-7 0,-625 14 0,456-31 0,374 0 0,2 0 0,0 0 0,0 0 0,0 0 0,0 0 0,0 0 0,0 0 0,0 0 0,1-1 0,-1 1 0,0-1 0,0 0 0,0 1 0,0-1 0,-1-1 0,3 2 0,0 0 0,0-1 0,0 1 0,0 0 0,0 0 0,0 0 0,0 0 0,0-1 0,0 1 0,0 0 0,0 0 0,0 0 0,0-1 0,0 1 0,0 0 0,1 0 0,-1 0 0,0 0 0,0-1 0,0 1 0,0 0 0,0 0 0,0 0 0,1 0 0,-1 0 0,0-1 0,0 1 0,0 0 0,0 0 0,0 0 0,1 0 0,-1 0 0,0 0 0,0 0 0,0 0 0,1 0 0,-1 0 0,0 0 0,0 0 0,0 0 0,1 0 0,-1 0 0,0 0 0,0 0 0,1 0 0,10-2 0,44-2 0,64 5 0,-42 0 0,516-17-888,-428 9 766,25 0 122,417-20 0,705-17-1450,-1301 44 1450,225-6 0,268-3 0,-433 9 0,568 4 0,0 25 0,349 63-94,-733-67-302,-4-2 2815,-324-35-1888,-843-73-1785,676 67 1462,-158 2-208,-1 17 0,145 0 0,-281 14 0,55-1 0,186-8 0,-239-3 0,-141-33 0,331 13 0,94 10 0,-470 48 0,287-7 0,115-35-319,304 1-6507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26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24575,'0'-58'0,"0"88"0,1 0 0,7 41 0,-6-54 0,0 0 0,-1 20 0,1 7 0,4-5 0,-3-28 0,-1 0 0,1 14 0,4 49 0,-4-47 0,1 32 0,-4 200 0,0-244 0,2-1 0,3 17 0,-2-15 0,1 24 0,-3-25 0,-2 143 0,-6-110 0,4-30 0,-2 31 0,6 413 0,0-444 0,1-1 0,0 0 0,8 26 0,3 15 0,-11-44 0,4 22 0,2 64 0,-8-47 0,-1 53 0,-6-58 0,4-30 0,-2 31 0,6 211 0,-2-245 0,-1-1 0,-3 17 0,2-15 0,-1 24 0,3-23 0,2 153 0,3-142 0,1-1 0,11 32 0,2 15 0,-6-23 45,-6-30-750,4 36 0,-9-45-6121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30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5188 30 24575,'20'-5'0,"-1"1"0,1 1 0,28-2 0,-145 7 0,-153-1 0,176-8 0,-25-1 0,40 8 0,1 2 0,-72 12 0,82-7 0,-69 2 0,-50-10 0,61-1 0,-1369 2 0,1451 2 0,-31 4 0,31-2 0,-28-1 0,17 0 0,1 0 0,-41 11 0,40-8 0,-74 18 0,51-10 0,-61 6 0,61-13 0,19-2 0,-40 1 0,45-6 0,-26-1 0,-69 10 0,92-6 0,-41-1 0,43-2 0,-51 6 0,-82 14 0,106-15 0,-22 2 0,41-2 0,0-2 0,-64-4 0,34 0 0,62 1 0,-22 0 0,0-1 0,-43-7 0,-39-7 0,22 1 0,70 10 0,-1 1 0,0 2 0,-47 2 0,17 0 0,31 1 0,1 0 0,-1 2 0,-31 8 0,16-3 0,26-7-455,0 2 0,-18 6 0,21-6-6371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31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24575,'0'-2'0,"0"1"0,1 0 0,-1 0 0,0 0 0,1 0 0,-1 0 0,1 0 0,-1 0 0,1 0 0,0 0 0,-1 0 0,1 0 0,0 0 0,0 0 0,-1 0 0,1 0 0,0 1 0,0-1 0,0 0 0,0 1 0,0-1 0,0 1 0,0-1 0,0 1 0,1-1 0,1 1 0,3-2 0,0 1 0,0-1 0,10 0 0,-6 2 0,0 1 0,-1 0 0,1 0 0,12 3 0,23 4 0,-31-7 0,3 0 0,22-1 0,-34-1 0,-1 1 0,1-1 0,-1 0 0,0 0 0,1 0 0,-1 0 0,0-1 0,0 0 0,0 0 0,4-2 0,-7 4 0,0-1 0,-1 1 0,1 0 0,-1-1 0,1 1 0,-1-1 0,1 1 0,-1 0 0,0-1 0,1 1 0,-1-1 0,1 1 0,-1-1 0,0 0 0,1 1 0,-1-1 0,0 1 0,0-1 0,1 1 0,-1-1 0,0 0 0,0 1 0,0-1 0,0 0 0,0 1 0,0-1 0,0 1 0,0-1 0,0 0 0,0 1 0,0-1 0,0 0 0,-1 1 0,1-1 0,0 1 0,0-1 0,-1 1 0,1-1 0,0 0 0,-1 1 0,1-1 0,0 1 0,-1-1 0,1 1 0,-1 0 0,1-1 0,-1 1 0,0-1 0,-4-3 0,0 1 0,0-1 0,-1 1 0,-5-2 0,6 3 0,-26-13 0,1-1 0,0-2 0,1-1 0,-36-30 0,127 86 0,25 18 0,26 17 0,-99-62 0,4 3 0,0 0 0,-1 1 0,21 22 0,-37-35 0,0 0 0,0 0 0,0 0 0,0 0 0,0 1 0,-1-1 0,1 0 0,-1 0 0,1 1 0,-1-1 0,1 0 0,-1 1 0,0-1 0,1 0 0,-1 1 0,0-1 0,0 0 0,0 1 0,0-1 0,0 1 0,-1 1 0,0-1 0,1 0 0,-1 1 0,-1-1 0,1 0 0,0 0 0,0 0 0,-1 0 0,1 0 0,-1 0 0,0-1 0,-2 3 0,-4 3 0,-1-1 0,0-1 0,0 1 0,-15 6 0,-34 9 40,43-17-321,1 1 0,0 1 0,-1 0 0,-16 10 0,19-7-6545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33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0 506 24575,'2'-2'0,"0"1"0,0-1 0,1 1 0,-1 0 0,0 0 0,1 0 0,-1 0 0,0 0 0,1 0 0,-1 1 0,1-1 0,3 0 0,35 0 0,-30 1 0,5 0 0,1 0 0,-1-1 0,0 0 0,0-2 0,0 0 0,0 0 0,22-9 0,-36 11 0,-1 1 0,0-1 0,0 1 0,1-1 0,-1 0 0,0 1 0,0-1 0,0 0 0,0 0 0,0 0 0,0 0 0,0 0 0,0 0 0,0 0 0,0 0 0,-1 0 0,1 0 0,0-3 0,0 3 0,-1 0 0,0 0 0,0 0 0,0 0 0,0 0 0,0-1 0,0 1 0,-1 0 0,1 0 0,0 0 0,0 0 0,-1 0 0,1 0 0,-1 0 0,1 0 0,-1 0 0,0-2 0,-5-3 0,1-1 0,-1 1 0,0 1 0,-13-11 0,7 7 0,4 2 0,1 0 0,-1-1 0,1 1 0,1-2 0,0 1 0,0 0 0,0-1 0,1 0 0,0-1 0,1 1 0,0-1 0,1 0 0,-4-14 0,5 12 0,-1 3 0,1 0 0,0-1 0,1 1 0,0 0 0,1-1 0,0 1 0,0-1 0,1 1 0,0 0 0,3-12 0,-2 14 0,0 1 0,0-1 0,1 1 0,0 0 0,0 0 0,0 0 0,1 0 0,0 1 0,0 0 0,1 0 0,-1 0 0,1 0 0,0 0 0,1 1 0,-1 0 0,1 0 0,-1 1 0,1-1 0,0 1 0,1 0 0,-1 1 0,0 0 0,1 0 0,-1 0 0,1 1 0,8-1 0,-3 1 0,1 1 0,0 0 0,0 1 0,0 1 0,-1 0 0,1 1 0,-1 0 0,0 1 0,0 0 0,0 1 0,0 1 0,-1-1 0,0 2 0,15 10 0,-21-13 0,-1-1 0,0 1 0,-1 0 0,1 0 0,-1 1 0,0-1 0,0 0 0,0 1 0,0 0 0,-1 0 0,0 0 0,0 0 0,0 0 0,-1 0 0,1 1 0,-1-1 0,-1 0 0,1 1 0,-1-1 0,0 1 0,0 7 0,-2-3 0,0 0 0,0 0 0,0 0 0,-1 0 0,-1 0 0,0-1 0,0 0 0,-1 0 0,0 0 0,-9 12 0,12-18 0,-7 8 0,1 0 0,1 1 0,0-1 0,-10 25 0,16-34 0,0 1 0,0 0 0,1-1 0,-1 1 0,1-1 0,0 1 0,0 0 0,-1-1 0,2 1 0,-1 0 0,0-1 0,1 1 0,0 4 0,0-5 0,0 0 0,1 0 0,-1 0 0,0 0 0,1-1 0,-1 1 0,1 0 0,-1-1 0,1 1 0,0-1 0,0 0 0,0 1 0,0-1 0,0 0 0,0 0 0,0 0 0,0 0 0,4 1 0,14 3 0,1 0 0,-1-1 0,1-1 0,22 0 0,85-4 0,-109-1-341,0 0 0,-1-1-1,24-6 1,-29 5-6485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36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96 126 24575,'0'-2'0,"1"1"0,-1 0 0,0-1 0,1 1 0,0 0 0,-1 0 0,1-1 0,0 1 0,0 0 0,0 0 0,0 0 0,-1 0 0,2 0 0,-1 0 0,0 0 0,0 0 0,0 1 0,0-1 0,0 0 0,1 1 0,-1-1 0,0 1 0,1-1 0,-1 1 0,0-1 0,1 1 0,-1 0 0,0 0 0,1 0 0,-1 0 0,1 0 0,-1 0 0,0 0 0,1 0 0,-1 1 0,0-1 0,1 0 0,-1 1 0,2 0 0,6 3 0,-1-1 0,1 2 0,-1-1 0,12 10 0,-17-12 0,136 107 0,-130-100 0,-9-9 0,0 0 0,0 0 0,0 0 0,0 0 0,0 0 0,0-1 0,0 1 0,0 0 0,0 0 0,0 0 0,-1 0 0,1 0 0,0 0 0,0 0 0,0 0 0,0 0 0,0 0 0,0 0 0,0 0 0,0 0 0,0 0 0,0 0 0,0 0 0,0 0 0,0 0 0,0 0 0,0 0 0,0 0 0,0 0 0,0 0 0,-1 0 0,1 0 0,0 0 0,0 0 0,0 0 0,0 0 0,0 0 0,0 0 0,0 0 0,0 0 0,0 0 0,0 0 0,0 0 0,0 0 0,0 0 0,0 0 0,0 1 0,0-1 0,0 0 0,0 0 0,0 0 0,0 0 0,0 0 0,0 0 0,0 0 0,0 0 0,0 0 0,0 0 0,0 0 0,-21-12 0,-31-27 0,-68-65 0,35 28 0,82 73 0,-1 0 0,0 0 0,0 1 0,0-1 0,0 1 0,-7-3 0,11 5 0,-1-1 0,0 1 0,0 0 0,0 0 0,1 0 0,-1 0 0,0 0 0,0 0 0,0 0 0,1 0 0,-1 0 0,0 0 0,0 0 0,0 0 0,1 1 0,-1-1 0,0 0 0,-1 1 0,2 0 0,-1-1 0,0 1 0,0 0 0,1 0 0,-1 0 0,0 0 0,1 0 0,-1 0 0,1-1 0,-1 1 0,1 0 0,0 1 0,-1-1 0,1 0 0,0 0 0,0 0 0,-1 2 0,-1 24 0,1 1 0,4 34 0,-1-7 0,-2-34-119,1 13-504,-7 66 0,2-82-6203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0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14 189 24575,'-1'0'0,"-1"-1"0,1 1 0,0-1 0,0 0 0,0 1 0,0-1 0,1 0 0,-1 0 0,0 1 0,0-1 0,-1-1 0,2 1 0,0 1 0,0 0 0,0-1 0,0 1 0,0 0 0,0-1 0,-1 1 0,1 0 0,0-1 0,0 1 0,0 0 0,0-1 0,0 1 0,0 0 0,0-1 0,0 1 0,1 0 0,-1-1 0,0 1 0,0 0 0,0-1 0,0 1 0,0 0 0,0-1 0,1 1 0,0-1 0,0 0 0,0 0 0,0 0 0,1 0 0,-1 0 0,0 0 0,1 1 0,-1-1 0,0 1 0,1-1 0,-1 1 0,1-1 0,-1 1 0,1 0 0,2-1 0,138 0 0,-70 2 0,133 8 0,-171-7 0,1-2 0,-1-1 0,42-8 0,-70 9 0,37-7 0,-23 4 0,38-3 0,-28 6 0,54 1 0,-72 0 0,0 1 0,0 0 0,-1 1 0,1 0 0,11 5 0,10 6 0,0-2 0,65 15 0,-62-21 0,-1-1 0,54-1 0,-71-3 0,32 5 0,-39-4 0,1 0 0,0-1 0,0 0 0,0-1 0,0 0 0,22-4 0,30-7 0,-41 8 0,34-8 0,-10-2 0,0 3 0,1 2 0,0 2 0,85 0 0,-31 6 0,82 1 0,-15 13 0,49 1 0,-160-14 0,62-3 0,-24-12 0,-67 9 0,57-5 0,290 11 0,-326 1 0,80 16 0,-59-8 0,86 11 0,200 1 0,-322-23 0,198-8 0,60 2 0,-181 9 0,703-2 0,-729-8 0,-5 1 0,98 8 0,65-2 0,-165-6 0,15-1 0,8 1 0,7 0 0,410 7 0,-423 8 0,-8-1 0,-3-6 0,127 6 0,78 23 0,-181-16 0,67 5 0,-24-17 0,-84-3 0,-54 0 0,0-1 0,0 0 0,27-8 0,-25 6 0,-1 0 0,29-2 0,-25 4 0,-1-1 0,26-7 0,-28 6 0,0 0 0,1 1 0,26-1 0,289 5 0,-327-1 0,0 0 0,0 0 0,0-1 0,-1 0 0,1 0 0,0 0 0,-1 0 0,1-1 0,-1 1 0,7-5 0,-11 6 0,1 0 0,-1 0 0,0-1 0,1 1 0,-1 0 0,0 0 0,0-1 0,1 1 0,-1 0 0,0-1 0,0 1 0,1 0 0,-1-1 0,0 1 0,0-1 0,0 1 0,0 0 0,0-1 0,0 1 0,1-1 0,-1 1 0,0 0 0,0-1 0,0 1 0,0-1 0,-1 1 0,1 0 0,0-1 0,0 1 0,0-1 0,0 1 0,0 0 0,0-1 0,-1 1 0,1 0 0,0-1 0,0 1 0,0 0 0,-1-1 0,1 1 0,0 0 0,-1-1 0,1 1 0,0 0 0,0 0 0,-1-1 0,1 1 0,-1 0 0,1 0 0,0 0 0,-1-1 0,-21-10 0,20 10 0,-80-28 0,9 4 0,36 8 0,-51-32 0,52 28 0,-25-12 0,201 104 0,-51-26 0,6 0 0,41 23 0,-134-67 0,-1 0 0,1 0 0,-1 0 0,0 0 0,1 0 0,-1 0 0,0 0 0,0 0 0,0 0 0,1 0 0,-1 1 0,0-1 0,-1 0 0,3 3 0,-3-3 0,0-1 0,0 1 0,0-1 0,0 0 0,0 1 0,0-1 0,-1 1 0,1-1 0,0 1 0,0-1 0,0 1 0,0-1 0,0 0 0,-1 1 0,1-1 0,0 1 0,0-1 0,-1 0 0,1 1 0,-1-1 0,-12 10 0,-8-2 0,-39 12 0,13-5 0,42-13-72,-1 1 1,0-1-1,1 1 0,0 1 0,-1-1 0,1 1 0,1 0 0,-1 0 1,1 1-1,-1-1 0,1 1 0,0 0 0,1 0 0,-1 0 0,1 1 1,0-1-1,0 1 0,-2 8 0,0 0-6754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1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24575,'0'-29'0,"0"25"0,0 20 0,3 15 0,0 1 0,2-1 0,12 43 0,-2-7 0,-13-58 0,40 237 0,-41-237 0,15 103 0,-16-110 0,1 0 0,-1 0 0,1 0 0,0 0 0,-1 0 0,1 0 0,0 0 0,0 0 0,0 0 0,0-1 0,0 1 0,1 0 0,-1-1 0,0 1 0,1-1 0,2 3 0,-2-4 0,0 1 0,0 0 0,0 0 0,0-1 0,0 1 0,0-1 0,1 0 0,-1 1 0,0-1 0,0 0 0,1 0 0,-1-1 0,0 1 0,0 0 0,4-2 0,3-1-136,0 0-1,0-1 1,0 0-1,-1 0 1,1-1-1,-1 0 1,0-1-1,0 1 0,12-14 1,-10 9-6690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1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31 24575,'-30'-5'0,"-11"-2"0,-2 1 0,4 1 0,6 1 0,7 2 0,2 1 0,3 0 0,5 1-8191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7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24575,'-1'0'0,"1"1"0,0-1 0,0 0 0,-1 0 0,1 0 0,0 1 0,0-1 0,-1 0 0,1 1 0,0-1 0,0 0 0,0 1 0,0-1 0,-1 0 0,1 1 0,0-1 0,0 0 0,0 1 0,0-1 0,0 0 0,0 1 0,0-1 0,0 0 0,0 1 0,0-1 0,0 0 0,0 1 0,1 15 0,0-12 0,4 43 0,2 0 0,15 50 0,-3-13 0,-10-43 0,-4-8 0,2-1 0,2 0 0,20 53 0,-24-76-1365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24575,'20'-5'0,"9"-1"0,1 0 0,1 1 0,-2 1 0,-4 2 0,-3 1 0,-4-2 0,-1-1 0,-5-1 0,-1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8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24575,'-3'19'0,"0"1"0,2 0 0,0 0 0,2 0 0,0 0 0,1 0 0,1 0 0,1 0 0,1-1 0,0 0 0,1 0 0,2 0 0,10 20 0,73 125-1365,-87-156-5461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8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60 24575,'4'21'0,"1"0"0,10 31 0,-11-43 0,-1-1 0,1 1 0,1-1 0,0 0 0,0 0 0,0 0 0,1 0 0,8 7 0,3 5 0,-17-20 0,1 1 0,-1-1 0,0 1 0,0-1 0,1 0 0,-1 1 0,0-1 0,0 1 0,1-1 0,-1 0 0,0 1 0,0-1 0,0 1 0,0-1 0,0 1 0,0-1 0,0 1 0,0-1 0,0 1 0,0-1 0,0 1 0,0-1 0,0 1 0,0-1 0,0 1 0,-1-1 0,1 0 0,0 1 0,0-1 0,0 1 0,-1-1 0,1 1 0,0-1 0,-1 0 0,1 1 0,0-1 0,-1 0 0,1 1 0,0-1 0,-1 0 0,1 0 0,-1 1 0,1-1 0,0 0 0,-1 0 0,1 0 0,-1 1 0,1-1 0,-1 0 0,0 0 0,-1 0 0,0 0 0,0 0 0,-1 0 0,1 0 0,0 0 0,0-1 0,0 1 0,0-1 0,0 0 0,-1 1 0,1-1 0,0 0 0,0 0 0,1 0 0,-1 0 0,0-1 0,0 1 0,1 0 0,-4-4 0,0 0 0,-1-1 0,1 0 0,0 0 0,-5-8 0,6 7 0,1 0 0,-1 1 0,1-1 0,1 0 0,-1-1 0,1 1 0,1 0 0,-1-1 0,1 1 0,0-1 0,1 1 0,0-1 0,0 1 0,0-1 0,3-8 0,-2 11 0,0 0 0,1 0 0,-1 1 0,1-1 0,0 1 0,1-1 0,-1 1 0,1 0 0,-1 0 0,1 0 0,1 0 0,-1 1 0,0-1 0,1 1 0,0 0 0,0 0 0,0 0 0,0 0 0,0 1 0,0 0 0,1-1 0,-1 2 0,1-1 0,6-1 0,0 0-273,1 1 0,-1 1 0,1 0 0,12 1 0,-10 0-6553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9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36 24575,'4'-19'0,"-4"18"0,0 0 0,0 1 0,0-1 0,1 0 0,-1 0 0,0 1 0,0-1 0,0 0 0,-1 1 0,1-1 0,0 0 0,0 0 0,0 1 0,0-1 0,-1 0 0,1 1 0,0-1 0,0 0 0,-1 1 0,1-1 0,-1 1 0,0-2 0,1 2 0,-1 0 0,1 0 0,-1 0 0,1 1 0,-1-1 0,1 0 0,-1 0 0,1 0 0,0 0 0,-1 1 0,1-1 0,-1 0 0,1 0 0,0 1 0,-1-1 0,1 0 0,0 1 0,-1-1 0,1 1 0,0-1 0,-1 0 0,1 1 0,0-1 0,0 1 0,-7 11 0,2 4 0,1-1 0,0 1 0,1-1 0,-1 26 0,1-21 0,1 4 0,0-1 0,1 1 0,2-1 0,0 1 0,8 41 0,-6-53 0,1 0 0,-1 0 0,2 0 0,0-1 0,0 1 0,1-1 0,1 0 0,0-1 0,0 0 0,1 0 0,0 0 0,14 12 0,-17-18-100,1 2-81,0-1 0,0 0 1,0 0-1,1-1 0,0 0 1,10 5-1,-5-5-6645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9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 24575,'0'24'0,"2"1"0,0 0 0,2-1 0,12 42 0,-4-26 0,2 0 0,36 68 0,-27-66 0,-10-19 0,19 43 0,-32-65 0,1 0 0,0 1 0,-1-1 0,1 0 0,-1 1 0,0-1 0,1 0 0,-1 1 0,0-1 0,0 1 0,0-1 0,0 0 0,0 1 0,0-1 0,0 1 0,0-1 0,-1 0 0,1 1 0,0-1 0,-1 0 0,0 1 0,1-1 0,-1 0 0,1 0 0,-1 0 0,0 1 0,0-1 0,0 0 0,0 0 0,0 0 0,0 0 0,0 0 0,0-1 0,0 1 0,0 0 0,-1 0 0,1-1 0,0 1 0,0-1 0,-1 1 0,1-1 0,0 1 0,-1-1 0,1 0 0,-2 0 0,-5 2 0,-1-2 0,1 1 0,0-1 0,-1 0 0,1-1 0,-10-2 0,6 1 0,1-1 0,0 0 0,0-1 0,0 0 0,-19-11 0,25 12 0,1 0 0,-1 0 0,1 0 0,-1-1 0,1 1 0,0-1 0,0 0 0,1 0 0,-1-1 0,1 1 0,0-1 0,0 0 0,0 1 0,-2-8 0,4 10 3,1-1 0,-1 1 0,1-1 0,0 0-1,0 1 1,-1-1 0,2 1 0,-1-1 0,0 1 0,1-1-1,-1 0 1,1 1 0,-1-1 0,1 1 0,0 0 0,0-1-1,0 1 1,1 0 0,-1 0 0,1-1 0,2-2-1,4-4-102,0 1 0,1 0 0,15-11 0,-5 4-927,-4 2-5799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9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19 24575,'-5'-8'0,"-2"1"0,1 3 0,1 6 0,-1 1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0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28 433 24575,'78'-11'0,"-44"7"0,-33 4 0,0 0 0,0 0 0,0 0 0,0 0 0,0 0 0,1-1 0,-1 1 0,0 0 0,0-1 0,0 1 0,0-1 0,0 1 0,0-1 0,0 0 0,-1 1 0,1-1 0,0 0 0,1-1 0,-2 1 0,0 1 0,0-1 0,0 0 0,0 1 0,0-1 0,0 0 0,0 1 0,0-1 0,0 0 0,0 1 0,-1-1 0,1 0 0,0 1 0,0-1 0,-1 0 0,1 1 0,0-1 0,-1 1 0,1-1 0,-1 1 0,1-1 0,-1 1 0,1-1 0,-1 1 0,1-1 0,-1 1 0,1 0 0,-1-1 0,0 1 0,0-1 0,-8-4 0,1 0 0,-17-6 0,19 8 0,1 1 0,-1 0 0,1-1 0,0 0 0,0 0 0,0-1 0,0 1 0,0-1 0,1 0 0,-8-9 0,6 4 0,0 0 0,1-1 0,0 0 0,1 0 0,0 0 0,1 0 0,0 0 0,0-1 0,1 0 0,1 1 0,-1-1 0,2 0 0,0 0 0,0 0 0,3-17 0,-2 21 0,1 0 0,-1 0 0,1 0 0,1 0 0,-1 0 0,1 1 0,0-1 0,1 1 0,0 0 0,0 0 0,0 0 0,1 0 0,-1 1 0,1 0 0,1 0 0,-1 0 0,1 0 0,0 1 0,0 0 0,0 0 0,0 1 0,1 0 0,-1 0 0,9-2 0,-8 3 0,0 0 0,1 1 0,-1 0 0,1 0 0,-1 1 0,1-1 0,0 2 0,-1-1 0,1 1 0,12 4 0,-17-5 0,1 1 0,-1 0 0,0 1 0,0-1 0,0 0 0,0 1 0,-1 0 0,1-1 0,0 1 0,-1 0 0,1 0 0,-1 1 0,1-1 0,-1 1 0,0-1 0,0 1 0,0-1 0,-1 1 0,1 0 0,0 0 0,-1 0 0,0 0 0,0 0 0,0 0 0,0 1 0,0 5 0,0-2 0,0 1 0,-1-1 0,0 1 0,-1-1 0,0 0 0,0 1 0,0-1 0,-1 0 0,0 0 0,-1 0 0,0 0 0,0 0 0,0 0 0,-6 8 0,-1 0 0,-12 19 0,20-32 0,1 1 0,0-1 0,0 1 0,0-1 0,0 1 0,0-1 0,1 1 0,-1 0 0,1-1 0,0 1 0,0 3 0,0-4 0,1-1 0,-1 1 0,1-1 0,0 1 0,-1-1 0,1 1 0,0-1 0,0 0 0,0 1 0,0-1 0,0 0 0,0 0 0,0 0 0,1 0 0,-1 0 0,0 0 0,1 0 0,-1 0 0,1-1 0,-1 1 0,1 0 0,-1-1 0,1 1 0,-1-1 0,1 1 0,2-1 0,6 2 0,0-1 0,18 1 0,-26-2 0,24 0 0,-9 1 0,0 0 0,0-2 0,0 0 0,33-7 0,-47 7-195,1 0 0,-1-1 0,0 1 0,0-1 0,0 1 0,5-5 0,1-2-6631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1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24575,'43'45'0,"-1"1"0,42 63 0,-66-83 0,-1 1 0,-2 1 0,0 1 0,-2 0 0,-2 0 0,11 39 0,-21-61 0,1 0 0,-1 0 0,0 0 0,-1 0 0,1 1 0,-1-1 0,-2 13 0,1-15 0,0-1 0,-1 0 0,1 0 0,-1 0 0,0 0 0,0 0 0,0 0 0,0-1 0,0 1 0,-1-1 0,0 1 0,0-1 0,0 0 0,-4 4 0,-6 2-227,0-1-1,0 0 1,0 0-1,-1-1 1,-21 7-1,10-5-6598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24575,'3'-6'0,"4"-8"0,-4 13 0,-1 9 0,-1 87 0,-2-64 0,6 55 0,24 135 0,-17-106 0,-6-31 0,-2-24 0,-3 69 0,0 23 0,6-102 0,-4-32 0,1 23 0,-2-20 0,4 20 0,-3-22 0,1 30 0,-3-31 0,5 28 0,-3-28 0,1 29 0,-5 22 0,2 50 0,3-94 0,1 1 0,14 44 0,-11-44 0,-1 1 0,5 34 0,-10-36 0,-2 0 0,-1 0 0,0-1 0,-8 32 0,6-25 0,2 0 0,1 33 0,1-17 0,0-33 0,0 1 0,5 16 0,-4-16 0,3 25 0,-4-10 0,6 42 0,-4-50 0,-1 0 0,-2 27 0,2 17 0,11 20 0,-6-32 0,-5-43 0,0 0 0,0 0 0,-2 1 0,1-1 0,-1 1 0,-1-1 0,-2 14 0,-1-6 0,2-1 0,0 31 0,0-5 0,-3-19 60,3-22-264,1 1 1,1 0-1,-1 0 1,0 0-1,1 0 1,0 7-1,2 0-6622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45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47 193 24575,'-3'-27'0,"3"-39"0,0 65 0,0 0 0,0-1 0,0 1 0,0 0 0,0 0 0,0-1 0,0 1 0,1 0 0,-1 0 0,0 0 0,1 0 0,-1-1 0,1 1 0,-1 0 0,1 0 0,0 0 0,-1 0 0,1 0 0,0 0 0,0 0 0,-1 1 0,1-1 0,0 0 0,2-1 0,-2 2 0,1 0 0,-1 0 0,1 0 0,-1 0 0,1 0 0,-1 1 0,1-1 0,-1 0 0,0 1 0,1-1 0,-1 1 0,0-1 0,1 1 0,-1 0 0,0 0 0,0-1 0,0 1 0,0 0 0,0 0 0,2 2 0,16 16 0,0 1 0,25 36 0,10 11 0,-32-43 0,0 0 0,1-2 0,2-1 0,27 20 0,-51-41 0,0 1 0,0-1 0,-1 1 0,1-1 0,0 1 0,0-1 0,0 0 0,-1 1 0,1-1 0,0 0 0,0 0 0,0 1 0,0-1 0,0 0 0,1 0 0,-2 0 0,0-1 0,0 1 0,1 0 0,-1 0 0,0 0 0,0-1 0,0 1 0,0 0 0,0 0 0,0-1 0,0 1 0,1 0 0,-1 0 0,0-1 0,0 1 0,0 0 0,0-1 0,0 1 0,0 0 0,0 0 0,0-1 0,0 1 0,0 0 0,-1 0 0,1-1 0,0 1 0,0 0 0,0 0 0,0-1 0,0 1 0,-15-28 0,-32-39 0,-82-92 0,42 56 0,85 101 0,1 0 0,-1 0 0,0 0 0,0 0 0,0 0 0,0 0 0,-3-1 0,5 3 0,0 0 0,0 0 0,-1 0 0,1 0 0,0 0 0,0 0 0,0 0 0,0 0 0,-1 0 0,1 0 0,0 0 0,0 0 0,0 0 0,-1 0 0,1 0 0,0 0 0,0 0 0,0 0 0,-1 0 0,1 0 0,0 0 0,0 0 0,0 0 0,0 0 0,-1 0 0,1 0 0,0 0 0,0 0 0,0 1 0,0-1 0,0 0 0,-1 0 0,1 0 0,0 0 0,0 1 0,-1 13 0,5 4 0,-2 1 0,0 35 0,-2-47 0,-1 0 0,0 0 0,0 0 0,-1 0 0,0 0 0,0 0 0,0-1 0,-1 1 0,0-1 0,-8 12 0,2-6-341,0 0 0,0-1-1,-14 12 1,14-16-6485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3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24575,'2'16'0,"1"0"0,10 28 0,-6-20 0,124 389 0,-120-383 0,10 29 0,-22-99 0,2 14 0,-1 20 0,-1 0 0,2 0 0,-1 0 0,1 0 0,0 0 0,2-6 0,-3 10 0,1 0 0,0 1 0,0-1 0,0 1 0,0-1 0,0 1 0,0-1 0,0 1 0,0-1 0,1 1 0,-1 0 0,1 0 0,-1 0 0,1 0 0,-1 0 0,1 0 0,-1 0 0,1 0 0,0 1 0,0-1 0,-1 0 0,1 1 0,0 0 0,2-1 0,1 1 0,0 0 0,0 0 0,0 0 0,0 1 0,0-1 0,0 1 0,0 1 0,0-1 0,0 1 0,0 0 0,-1 0 0,6 3 0,8 5 0,25 20 0,-42-30 0,11 10 67,17 17-1,1 1-1564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3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24575,'19'31'0,"-2"1"0,16 42 0,-23-57 0,-5-15 0,-5-12 0,-4-5 0,0 0 0,0 1 0,-2-1 0,-11-21 0,7 17 0,-9-29 0,19 47 0,-1-1 0,1 1 0,-1-1 0,1 1 0,0 0 0,0-1 0,-1 1 0,1-1 0,0 1 0,0 0 0,0-1 0,1 1 0,-1-1 0,0 1 0,0-1 0,1 1 0,-1 0 0,1-1 0,-1 1 0,1 0 0,1-3 0,0 3 0,-1 0 0,1 0 0,-1 0 0,1 0 0,-1 0 0,1 0 0,0 0 0,0 0 0,0 1 0,-1-1 0,1 1 0,0-1 0,0 1 0,0 0 0,0 0 0,2 0 0,5-1-273,1 1 0,-1 0 0,0 1 0,14 3 0,-10-1-6553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4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24575,'-1'10'0,"-11"79"0,7-20 0,1-32 0,2-1 0,1 0 0,4 38 0,-1-64 0,-1 1 0,1-1 0,1 0 0,0 0 0,0 0 0,1-1 0,0 1 0,1-1 0,0 0 0,0 0 0,1-1 0,0 1 0,0-1 0,1 0 0,10 8 0,-6-8 17,-1 0 0,1-1 1,0 0-1,1-1 0,-1 0 0,19 5 0,0-1-760,47 7 1,-64-14-6084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5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61 24575,'-2'-6'0,"0"2"0,1-1 0,-1 1 0,1-1 0,0 0 0,0 1 0,0-1 0,1 0 0,0 0 0,0-6 0,0 11 0,0 0 0,0 0 0,0 0 0,0 0 0,0 0 0,0-1 0,0 1 0,0 0 0,0 0 0,0 0 0,0 0 0,0 0 0,0 0 0,0 0 0,0 0 0,0 0 0,0 0 0,0 0 0,1 0 0,-1 0 0,0 0 0,0 0 0,0 0 0,0 0 0,0 0 0,0 0 0,0-1 0,0 1 0,0 0 0,0 0 0,0 0 0,0 0 0,0 0 0,1 0 0,-1 0 0,0 0 0,0 0 0,0 0 0,0 0 0,0 0 0,0 1 0,0-1 0,0 0 0,0 0 0,0 0 0,0 0 0,0 0 0,1 0 0,-1 0 0,0 0 0,0 0 0,5 5 0,2 5 0,1 5 0,0 1 0,-2 0 0,0 0 0,0 0 0,-2 0 0,0 1 0,2 18 0,-2 10 0,-2 65 0,-2-97 0,1 0 0,-1-1 0,2 1 0,0-1 0,0 1 0,1-1 0,9 22 0,-10-30 0,0 0 0,0 1 0,0-1 0,1 0 0,0 0 0,0-1 0,0 1 0,0 0 0,1-1 0,-1 0 0,1 0 0,0 0 0,0 0 0,0-1 0,0 1 0,0-1 0,0 0 0,1 0 0,-1-1 0,1 1 0,0-1 0,-1 0 0,8 1 0,-5-2-97,0 1-1,1-1 1,-1 0-1,1 0 1,-1-1-1,1 0 1,-1-1-1,0 0 1,0 0-1,1 0 1,-2-1-1,1 0 0,13-7 1,-11 3-6729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5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0 24575,'-27'3'0,"-11"0"0,-4 3 0,2-1 0,6 3 0,4-1 0,4-2 0,4 1 0,4 0 0,2 1 0,2-1 0,2 1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1:55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24575,'38'32'-219,"-1"2"-1,-1 1 1,-2 3-1,34 48 0,-53-65 253,-2 0 0,0 2 0,-2-1 0,0 1 0,-2 1 0,0 0 0,-2 0 0,-1 0 0,0 1 0,2 31 0,-7-37 38,0 1 0,-2-1 0,0 1 0,-1-1 0,-6 30 0,4-36-40,0-1 0,0 1 0,-2-1 0,1 0-1,-2 0 1,1-1 0,-1 0 0,-1 0 0,-9 9 0,-2 1-1396,3-5-5461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0.6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258 2 24575,'-47'-1'0,"-51"2"0,59 6 0,28-5 0,0 0 0,-15 1 0,12-2-1365,2-1-5461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2.1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2 306 24575,'23'1'0,"27"-2"0,-46 1 0,-1 0 0,1-1 0,0 0 0,0 0 0,0 0 0,-1 0 0,1-1 0,-1 1 0,1-1 0,3-2 0,-7 4 0,1-1 0,-1 1 0,1 0 0,-1-1 0,1 1 0,-1 0 0,1-1 0,-1 1 0,1-1 0,-1 1 0,0-1 0,1 1 0,-1-1 0,0 1 0,1-1 0,-1 1 0,0-1 0,0 0 0,1 1 0,-1-1 0,0 1 0,0-1 0,0 0 0,0 1 0,0-1 0,0 1 0,0-1 0,0 0 0,0 1 0,0-1 0,0 1 0,0-1 0,-1 0 0,1 1 0,0-1 0,0 1 0,-1-1 0,1 1 0,0-1 0,-1 0 0,1 1 0,0-1 0,-1 1 0,1 0 0,-1-1 0,1 1 0,-1-1 0,1 1 0,-1-1 0,-4-2 0,-1-1 0,1 1 0,0 0 0,-7-2 0,4 1 0,2 1 0,0-1 0,1 0 0,0 0 0,0 0 0,0-1 0,0 1 0,1-1 0,-1 0 0,1-1 0,1 1 0,-1-1 0,1 0 0,0 0 0,0 0 0,0 0 0,1 0 0,0 0 0,1-1 0,-1 1 0,1-1 0,0 1 0,1-1 0,0 0 0,0 1 0,0-1 0,1 0 0,1-8 0,0 11 0,-1 1 0,1-1 0,0 1 0,0 0 0,0 0 0,0 0 0,1 0 0,-1 0 0,1 0 0,0 0 0,0 1 0,0 0 0,0-1 0,0 1 0,0 0 0,1 1 0,-1-1 0,4-1 0,5-2 0,0 1 0,0 0 0,0 1 0,16-2 0,-14 3 0,30 0 0,-40 2 0,1 0 0,0 0 0,-1 1 0,1 0 0,-1 0 0,0 0 0,1 0 0,-1 1 0,0-1 0,7 5 0,-9-5 0,-1 1 0,1 0 0,0 0 0,-1 0 0,1 0 0,-1 0 0,1 0 0,-1 0 0,0 0 0,0 1 0,0-1 0,0 0 0,0 1 0,-1-1 0,1 1 0,-1-1 0,0 1 0,1-1 0,-1 1 0,0-1 0,-1 1 0,1-1 0,-1 3 0,0 6 0,-2 0 0,1 0 0,-8 18 0,8-24 0,0 1 0,1-1 0,-1 0 0,1 1 0,0-1 0,0 1 0,1-1 0,0 8 0,0-11 0,0 0 0,1 0 0,-1 0 0,1 0 0,0 0 0,0 0 0,0 0 0,0 0 0,0 0 0,0-1 0,0 1 0,0 0 0,1-1 0,-1 1 0,0-1 0,1 1 0,0-1 0,-1 0 0,1 0 0,0 0 0,0 0 0,-1 0 0,1 0 0,0 0 0,3 0 0,4 2 0,0-1 0,0-1 0,-1 0 0,1 0 0,0-1 0,0 0 0,18-2 0,-25 2-114,0 0 1,-1-1-1,1 1 0,-1-1 0,1 1 1,0-1-1,-1 0 0,1 1 0,-1-1 1,0 0-1,3-2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2.4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0 24575,'-3'0'0,"-1"0"0,1 0 0,0 1 0,-1-1 0,1 1 0,-1 0 0,1 0 0,0 0 0,-1 0 0,-3 3 0,6-4 0,0 1 0,0 0 0,0 0 0,0-1 0,0 1 0,1 0 0,-1 0 0,0 0 0,0 0 0,1 0 0,-1 0 0,1 0 0,-1 0 0,1 1 0,-1-1 0,1 0 0,0 0 0,0 0 0,-1 0 0,1 1 0,0-1 0,0 0 0,0 0 0,0 0 0,1 1 0,-1-1 0,0 0 0,0 0 0,1 0 0,-1 0 0,0 1 0,1-1 0,0 1 0,3 7 0,1 0 0,0-1 0,0 1 0,1-1 0,0 0 0,13 13 0,48 38 0,-67-58 0,10 10 0,-10-10 0,0-1 0,0 0 0,0 1 0,0-1 0,0 0 0,0 1 0,0-1 0,0 0 0,0 1 0,0-1 0,0 0 0,0 1 0,0-1 0,0 0 0,0 1 0,0-1 0,0 0 0,0 1 0,-1-1 0,1 0 0,0 1 0,0-1 0,-1 1 0,-1 0 0,1 0 0,-1 1 0,0-1 0,0 0 0,0 0 0,-1 0 0,1-1 0,0 1 0,-4 1 0,-9 0 45,0 1-1,-21-1 0,-18 4-1542,40-3-5328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2.8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419 1 24575,'-30'0'0,"-14"0"0,-5 0 0,2 0 0,5 0 0,6 0 0,6 0 0,3 0 0,4 0 0,1 0 0,2 0 0,1 0 0,3 0 0,2 0-8191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3.4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24575,'96'-10'0,"-85"10"0,-1 0 0,1 1 0,0 0 0,0 1 0,-1 0 0,20 7 0,-27-8 0,-1 0 0,1 0 0,-1 0 0,1 0 0,-1 1 0,0-1 0,0 1 0,0 0 0,0 0 0,0-1 0,0 1 0,0 0 0,-1 1 0,1-1 0,-1 0 0,1 0 0,-1 1 0,0-1 0,0 1 0,0-1 0,0 1 0,0-1 0,-1 1 0,1 0 0,-1-1 0,0 1 0,0 0 0,0-1 0,0 1 0,0 0 0,-1 3 0,-1 4 0,0-1 0,-1 0 0,0 0 0,0 0 0,-1-1 0,0 1 0,-8 11 0,11-19 0,0 0 0,1 0 0,-1 0 0,1 0 0,-1 0 0,1 0 0,-1 0 0,1 1 0,-1-1 0,1 0 0,0 0 0,0 0 0,0 1 0,0 0 0,0-1 0,0-1 0,0 1 0,0-1 0,1 1 0,-1-1 0,0 1 0,0-1 0,1 0 0,-1 1 0,0-1 0,1 1 0,-1-1 0,0 0 0,1 1 0,-1-1 0,0 1 0,1-1 0,-1 0 0,1 0 0,-1 1 0,1-1 0,0 0 0,3 1 0,1 0 0,-1 0 0,0 0 0,1-1 0,-1 0 0,6 0 0,2 0 0,126 14 133,-35-3-1631,-88-10-5328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5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98 330 24575,'171'3'0,"-171"-3"0,0 0 0,0 0 0,0 0 0,0 0 0,0 0 0,0 0 0,0 0 0,0 0 0,0 0 0,0 0 0,0 0 0,0 0 0,0 0 0,0-1 0,0 1 0,0 0 0,0 0 0,0 0 0,0 0 0,0 0 0,0 0 0,0 0 0,0 0 0,0 0 0,0 0 0,0 0 0,0 0 0,0 0 0,0 0 0,0 0 0,0 0 0,0 0 0,0 0 0,0 0 0,0 0 0,0-1 0,0 1 0,0 0 0,0 0 0,1 0 0,-12-4 0,-15-4 0,3 4 0,1 0 0,0-2 0,0 0 0,-39-18 0,55 20 0,0 0 0,0 0 0,0 0 0,1-1 0,-1 1 0,1-1 0,0-1 0,0 1 0,1-1 0,0 0 0,0 0 0,-6-11 0,9 13 0,-1 0 0,0 0 0,1 0 0,0-1 0,0 1 0,0 0 0,0-1 0,1 1 0,0 0 0,-1-1 0,2 1 0,-1-1 0,0 1 0,1 0 0,0-1 0,0 1 0,0 0 0,1 0 0,0-1 0,-1 1 0,5-6 0,-1 2 0,1 1 0,0 0 0,0 0 0,0 0 0,1 1 0,0 0 0,0 0 0,0 1 0,1-1 0,0 2 0,0-1 0,0 1 0,11-3 0,-8 3 0,-1 2 0,1-1 0,-1 2 0,1-1 0,0 1 0,0 1 0,-1 0 0,1 0 0,0 1 0,20 5 0,-11 0 0,0 0 0,0 2 0,-1 0 0,28 17 0,-44-23 0,0-1 0,-1 1 0,1 0 0,0-1 0,-1 1 0,0 0 0,1 1 0,-1-1 0,0 0 0,0 1 0,0-1 0,-1 1 0,1 0 0,-1-1 0,1 1 0,-1 0 0,0 0 0,0 0 0,0 0 0,1 6 0,-2-5 0,0 0 0,0 1 0,-1-1 0,1 0 0,-1 1 0,0-1 0,0 0 0,-1 0 0,1 0 0,-1 0 0,0 0 0,0 0 0,0 0 0,-3 4 0,-5 5 0,6-9 0,1 0 0,0 1 0,0-1 0,0 1 0,1-1 0,-3 6 0,5-9 0,-1 1 0,1-1 0,0 0 0,0 0 0,0 0 0,0 1 0,0-1 0,0 0 0,0 0 0,0 1 0,0-1 0,0 0 0,1 0 0,-1 0 0,1 1 0,-1-1 0,1 0 0,-1 0 0,1 0 0,-1 0 0,1 0 0,0 0 0,0 0 0,0 0 0,-1 0 0,1 0 0,0 0 0,0-1 0,0 1 0,0 0 0,2 0 0,3 2 0,0 0 0,0 0 0,1 0 0,-1-1 0,0 0 0,1 0 0,0-1 0,-1 0 0,8 0 0,13 0 0,25-2 0,-18 0 0,-26 1-109,-3 0-142,1 0 0,-1 0 0,0-1-1,8-1 1,-4-1-6575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5.8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10 24575,'-7'-1'0,"-1"-2"0,-1 1 0,1 1 0,0 0 0,-1 0 0,1 1 0,-1-1 0,1 2 0,-1-1 0,-14 4 0,22-4 0,1 0 0,-1 1 0,0-1 0,0 0 0,1 0 0,-1 1 0,0-1 0,1 0 0,-1 1 0,0-1 0,1 1 0,-1-1 0,0 1 0,1-1 0,-1 1 0,1-1 0,-1 1 0,1 0 0,-1-1 0,1 1 0,-1 0 0,1-1 0,0 1 0,0 0 0,-1-1 0,1 1 0,0 0 0,0 0 0,0 0 0,-1-1 0,1 1 0,0 0 0,0 0 0,0-1 0,1 1 0,-1 0 0,0 0 0,0 0 0,0-1 0,0 1 0,1 0 0,-1 0 0,0-1 0,1 1 0,-1 0 0,1-1 0,-1 1 0,2 1 0,1 3 0,1 0 0,1 0 0,-1-1 0,8 7 0,3 0 0,1 0 0,26 14 0,-25-16 0,-1 1 0,23 17 0,-39-27 0,0 0 0,0 1 0,1-1 0,-1 0 0,0 0 0,0 0 0,0 0 0,0 0 0,0 0 0,0 1 0,1-1 0,-1 0 0,0 0 0,0 0 0,0 0 0,0 1 0,0-1 0,0 0 0,0 0 0,0 0 0,0 1 0,0-1 0,0 0 0,0 0 0,0 0 0,0 1 0,0-1 0,0 0 0,0 0 0,0 0 0,0 1 0,0-1 0,0 0 0,0 0 0,0 0 0,0 0 0,0 1 0,0-1 0,-1 0 0,1 0 0,0 0 0,0 0 0,0 0 0,0 1 0,0-1 0,-1 0 0,1 0 0,-14 6 0,-17 0 0,-46 0 51,52-5-523,-1 0 0,-38 9 0,46-5-6354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6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649 43 24575,'0'0'0,"0"0"0,1 0 0,-1 0 0,0 0 0,0-1 0,0 1 0,0 0 0,1 0 0,-1 0 0,0-1 0,0 1 0,0 0 0,0 0 0,0-1 0,0 1 0,0 0 0,0 0 0,0-1 0,0 1 0,0 0 0,0 0 0,0-1 0,0 1 0,0 0 0,0 0 0,0 0 0,0-1 0,0 1 0,0 0 0,0 0 0,0-1 0,-1 1 0,1 0 0,0 0 0,0 0 0,0-1 0,0 1 0,0 0 0,-1 0 0,1 0 0,0 0 0,0-1 0,0 1 0,-1 0 0,1 0 0,0 0 0,0 0 0,0 0 0,-1 0 0,1 0 0,0 0 0,0 0 0,-1-1 0,-16-3 0,13 3 0,-29-5 0,1 2 0,-52-1 0,-3 0 0,-2-2 0,-129 6 0,152 10-1365,51-7-5461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7.0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33 24575,'16'-6'0,"-1"0"0,1 1 0,0 1 0,0 0 0,1 1 0,-1 1 0,1 0 0,0 2 0,-1 0 0,23 3 0,-33-3 0,-1 1 0,0-1 0,0 1 0,1 1 0,-1-1 0,0 1 0,0 0 0,-1 0 0,1 0 0,0 1 0,6 4 0,-9-5 0,0 0 0,0 0 0,0 0 0,0 1 0,0-1 0,-1 1 0,1-1 0,-1 1 0,1-1 0,-1 1 0,0 0 0,0 0 0,0-1 0,-1 1 0,1 0 0,0 0 0,-1 0 0,0 0 0,0 0 0,0 0 0,-1 5 0,1-3 0,-1 0 0,-1 0 0,1 0 0,-1 0 0,1 0 0,-1 0 0,-5 8 0,-24 30 0,22-31 0,1-1 0,-8 15 0,16-25 0,-1 0 0,1 0 0,-1 0 0,1 0 0,-1 0 0,1 0 0,0 0 0,-1 0 0,1 0 0,0 1 0,0-1 0,0 0 0,0 0 0,0 0 0,0 0 0,0 0 0,0 0 0,1 2 0,0-2 0,-1 0 0,1 0 0,-1-1 0,1 1 0,-1 0 0,1-1 0,0 1 0,0 0 0,-1-1 0,1 1 0,0-1 0,0 1 0,0-1 0,0 1 0,-1-1 0,1 0 0,2 1 0,3 0 0,1 0 0,0 0 0,0-1 0,13 0 0,-12 0 0,204-2-1365,-198 2-5461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06.4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24575,'1'29'0,"2"0"0,1-1 0,11 41 0,2 9 0,-13-49 0,-2 1 0,-4 51 0,1-20 0,1 242 0,1-287 0,0 0 0,6 19 0,-2-1 0,17 75 0,0-2 0,-16-74 0,-3-22 0,-1 1 0,1 18 0,-2 0 0,-1-1 0,-10 57 0,7-72 0,1-1 0,1 1 0,-1 0 0,2 0 0,0 0 0,1 0 0,3 16 0,-1-22 0,0-1 0,0 0 0,1 0 0,0 0 0,0-1 0,0 0 0,9 10 0,-12-16 6,-1 0-1,0 1 0,1 0 1,-1-1-1,1 1 1,-1-1-1,0 1 0,1-1 1,-1 1-1,0 0 1,0-1-1,1 1 1,-1 0-1,0-1 0,0 1 1,0 0-1,0-1 1,0 1-1,0 0 0,0-1 1,0 2-1,-1-2-60,1 1 0,0-1 0,0 1 0,-1-1 0,1 1 0,-1-1 0,1 0 0,0 1 0,-1-1 0,1 0 0,-1 1 1,1-1-1,-1 0 0,1 0 0,-1 1 0,1-1 0,-1 0 0,1 0 0,-1 0 0,1 0 0,-1 0 0,0 1 0,1-1 0,-1 0 0,1 0 0,-2-1 0,-8 0-6771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07.9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1542 65 24575,'28'-3'0,"0"-1"0,0-1 0,41-14 0,-47 9 0,-22 10 0,1-1 0,0 1 0,0-1 0,0 1 0,0-1 0,-1 0 0,1 1 0,0-1 0,0 0 0,-1 0 0,1 0 0,-1 1 0,1-1 0,-1 0 0,1 0 0,-1 0 0,1 0 0,-1 0 0,0-1 0,0 1 0,0 1 0,0-1 0,0 1 0,0 0 0,-1-1 0,1 1 0,0 0 0,-1-1 0,1 1 0,0-1 0,-1 1 0,1 0 0,0 0 0,-1-1 0,1 1 0,0 0 0,-1 0 0,1-1 0,-1 1 0,1 0 0,0 0 0,-1 0 0,1 0 0,-1 0 0,1 0 0,-1 0 0,1-1 0,-1 1 0,1 0 0,-1 1 0,1-1 0,0 0 0,-1 0 0,-21 1 0,19-1 0,-224 5 0,161-5 0,49 1 0,-32 5 0,31-3 0,-30 2 0,-490-5 0,239-1 0,285 0 0,0 0 0,-18-4 0,17 2 0,-25-2 0,27 5 0,-104 1 0,107 1 0,0 0 0,-1 0 0,-13 6 0,15-4 0,-1-1 0,1-1 0,0 0 0,-14 2 0,-25 3-362,39-5-641,-4 0-5823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09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 24575,'0'-1'0,"0"1"0,0 0 0,0 0 0,0 0 0,0 0 0,-1-1 0,1 1 0,0 0 0,0 0 0,0 0 0,0 0 0,-1 0 0,1 0 0,0-1 0,0 1 0,0 0 0,-1 0 0,1 0 0,0 0 0,0 0 0,0 0 0,-1 0 0,1 0 0,0 0 0,0 0 0,-1 0 0,1 0 0,0 0 0,0 0 0,0 0 0,-1 0 0,1 0 0,0 1 0,0-1 0,-1 0 0,-3 8 0,1 13 0,3-21 0,-1 27 0,0 1 0,2-1 0,9 52 0,-7-56 0,1 27 0,-2-26 0,3 23 0,16 97 0,-8-71 0,-5-26 0,-5-34 0,-1 0 0,1 14 0,-3 229 0,-1-122 0,0-119 0,0-1 0,-4 17 0,2-15 0,-2 24 0,5-19 0,0-5 0,-1 1 0,0 0 0,-5 19 0,-9 50 0,13-78 0,1-1 0,0 1 0,0 0 0,1 0 0,0 0 0,0 0 0,1 0 0,0 0 0,0 0 0,1 0 0,0-1 0,1 1 0,3 8 0,-3-7-1365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8.4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478 223 24575,'1'1'0,"-1"0"0,1-1 0,0 1 0,0 0 0,-1-1 0,1 1 0,-1 0 0,1 0 0,-1 0 0,1-1 0,-1 1 0,1 0 0,-1 1 0,0-2 0,0 0 0,0 1 0,-1-1 0,1 0 0,0 0 0,0 0 0,-1 0 0,1 0 0,0 0 0,0 0 0,-1 0 0,1 0 0,0 0 0,-1 0 0,1 0 0,0 0 0,-1 0 0,1 0 0,0 0 0,0 0 0,-1 0 0,1 0 0,0 0 0,0 0 0,-1-1 0,1 1 0,0 0 0,-33-15 0,27 12 0,-232-114 0,99 49 0,86 41-1365,43 22-5461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19.5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89 24575,'-15'-89'0,"17"109"0,0 0 0,2-1 0,0 1 0,10 25 0,-1 2 0,0-6 0,1-1 0,25 48 0,-32-73 0,-7-14-124,1 0 0,0 0 0,-1 1 0,1-1 0,0 0 0,0 0-1,-1 0 1,1 0 0,0 0 0,2 1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20.1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571 44 24575,'0'-1'0,"1"0"0,0 0 0,-1 0 0,1 0 0,-1 0 0,0 0 0,1 0 0,-1 0 0,0-1 0,1 1 0,-1 0 0,0 0 0,0 0 0,0 0 0,0 0 0,0-1 0,0 1 0,-1 0 0,1 0 0,0 0 0,0 0 0,-1 0 0,1 0 0,-1 0 0,1 0 0,-1 0 0,1 0 0,-1 0 0,0 0 0,0 0 0,0-1 0,-1 1 0,0 0 0,0 0 0,0 0 0,0 0 0,0 0 0,0 1 0,0-1 0,0 0 0,-1 1 0,1 0 0,0 0 0,0 0 0,0 0 0,0 0 0,-1 0 0,-1 1 0,-59 8 0,18-1 0,-88 3 0,110-11 0,-7-1 0,0 2 0,-54 7 0,72-6 35,-1-1-1,-15 0 0,17-1-401,1 0 0,-1 1 0,-16 3 0,18-1-6459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25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1 104 24575,'0'-16'0,"-1"8"0,1 0 0,0-1 0,1 1 0,0 0 0,3-15 0,-3 22 0,-1-1 0,1 1 0,-1 0 0,1-1 0,0 1 0,0 0 0,0-1 0,0 1 0,0 0 0,0 0 0,0 0 0,0 0 0,0 0 0,0 0 0,2-1 0,-1 1 0,0 0 0,0 1 0,0-1 0,-1 1 0,1 0 0,0-1 0,0 1 0,0 0 0,0 0 0,0 0 0,0 0 0,0 1 0,0-1 0,4 1 0,12 5 0,-1 1 0,1 1 0,-1 0 0,26 17 0,-16-8 0,-2-4 0,-1 2 0,-1 1 0,0 0 0,-1 2 0,-1 1 0,20 23 0,-10-8 0,-14-15 0,15 22 0,-8-8 0,0 0 0,-2 1 0,-1 1 0,28 62 0,18 41 0,-19-42 0,3 44 0,-16-39 0,-34-96 0,41 92 0,-6-13 0,-13-26 0,4 1 0,50 123 0,-30-75 0,-28-63 0,11 21 0,73 115 0,-90-160 0,1-1 0,1 0 0,0 0 0,2-2 0,0 0 0,1-1 0,1 0 0,0-2 0,22 13 0,-35-23 0,11 5 0,0 1 0,1-2 0,0 0 0,0-1 0,33 8 0,-23-10 0,0 0 0,45 0 0,-62-5 0,0-1 0,1 0 0,-1 0 0,0-1 0,14-4 0,-19 3 0,1 0 0,0 0 0,-1 0 0,1-1 0,-1 0 0,0 0 0,0 0 0,0-1 0,5-6 0,-3 2 0,5-3 0,-1 0 0,0-2 0,-1 1 0,-1-1 0,9-17 0,4-9 0,-13 24 0,-1 0 0,-1 0 0,9-26 0,5-20 0,55-107 0,-56 130 0,11-23 0,-26 47 0,1 1 0,1-1 0,1 1 0,0 1 0,0-1 0,1 2 0,1-1 0,0 2 0,1-1 0,1 1 0,-1 1 0,1 1 0,1-1 0,0 2 0,0 0 0,1 1 0,23-9 0,-26 12 0,1 0 0,19-4 0,-26 7 0,0 1 0,1-1 0,-1 1 0,1 1 0,-1-1 0,1 1 0,6 2 0,11 4 0,-1 1 0,0 1 0,-1 1 0,0 1 0,37 26 0,-43-26 0,-2 2 0,0-1 0,0 2 0,-1 0 0,21 31 0,62 73 0,-47-59 0,-17-16 0,-18-24 0,1 0 0,21 21 0,-9-15 0,-1 0 0,34 26 0,-51-43 0,2-2 0,-1 1 0,1-2 0,0 1 0,0-1 0,0-1 0,18 5 0,75 17 0,33 8 0,-119-30 0,-3-1 0,0 0 0,0-1 0,23 1 0,-33-4 0,1 1 0,-1-1 0,0 0 0,1 0 0,-1-1 0,0 1 0,1-1 0,-1 0 0,0-1 0,-1 1 0,1-1 0,0 0 0,5-5 0,70-65 0,-71 65 0,-1-2 0,-1 1 0,0-1 0,0 0 0,7-15 0,9-14 0,-18 30 0,-1-1 0,1 0 0,-2 0 0,1 0 0,-1-1 0,-1 1 0,0-1 0,1-20 0,-1 12 0,7-25 0,-7 36 0,1-1 0,0 1 0,0 0 0,1 0 0,0 1 0,8-13 0,-9 15 0,1 1 0,0 0 0,-1 1 0,1-1 0,1 0 0,-1 1 0,0 0 0,1 0 0,-1 1 0,1-1 0,10-3 0,0 2 0,1 0 0,0 1 0,-1 0 0,1 2 0,0 0 0,0 0 0,0 2 0,0 0 0,17 3 0,20 7 0,68 22 0,-84-22 0,11 3-1365,-28-8-5461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29.4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2675 58 24575,'-1'-4'0,"-1"-1"0,1 1 0,-1 0 0,0-1 0,-1 1 0,1 0 0,-1 0 0,-5-6 0,7 9 0,-1-1 0,0 1 0,0 0 0,0 0 0,0-1 0,0 1 0,0 0 0,0 1 0,0-1 0,0 0 0,0 0 0,-1 1 0,1 0 0,0-1 0,0 1 0,-1 0 0,1 0 0,0 0 0,0 0 0,-4 1 0,-11 2 0,0 0 0,-21 7 0,31-8 0,0 1 0,1 0 0,-1 0 0,1 0 0,0 1 0,0 0 0,1 0 0,-9 8 0,-3 5 0,-61 64 0,68-68 0,0 1 0,1-1 0,0 1 0,-12 28 0,-18 54 0,-43 95 0,68-158 0,-19 63 0,22-62 0,-11 47 0,-7 49 0,23-103 0,-1 0 0,-17 39 0,-7 22 0,28-75 0,1 0 0,0 14 0,-5 21 0,-1 5 0,5-36 0,1 1 0,-10 27 0,-13 49 0,17-61 0,1 4 0,5-25 0,-1 1 0,0-1 0,0 0 0,-2 0 0,-6 14 0,-4 12 0,13-31 0,-1 1 0,0-1 0,-1 0 0,1 0 0,-7 9 0,5-9 0,1 0 0,0 1 0,0-1 0,1 1 0,0 0 0,-2 11 0,2-8 0,-1 0 0,-7 16 0,-15 30 0,-3 6 0,27-59 0,-1-1 0,1 1 0,-1-1 0,0 1 0,0-1 0,0 0 0,0 0 0,0 0 0,-1 0 0,1-1 0,-1 1 0,0-1 0,0 0 0,0 0 0,0 0 0,0-1 0,0 0 0,-7 2 0,2-2 0,-1 0 0,1 0 0,-1-1 0,1 0 0,-1-1 0,1 0 0,-16-4 0,-7-3 0,-52-13 0,18 4 0,44 13 0,0-2 0,-41-17 0,35 8 0,2-1 0,0-1 0,-34-30 0,12 9 0,-32-24 0,61 47 0,1 0 0,1-2 0,-25-30 0,-16-25 0,35 43 0,12 14 0,-1 1 0,-1 0 0,-28-24 0,18 20 0,-28-27 0,47 41 0,-1 1 0,0 0 0,0-1 0,0 2 0,-1-1 0,1 1 0,-6-3 0,-13-5 0,0-2 0,-41-15 0,52 24 0,1-1 0,-1 1 0,0 1 0,0 0 0,-19 1 0,13 2 0,-1 1 0,1 0 0,-36 11 0,41-9 0,1 0 0,-1 2 0,1-1 0,-18 11 0,26-12 0,0-1 0,0 1 0,0 0 0,1 1 0,-1-1 0,1 1 0,0-1 0,0 1 0,0 1 0,1-1 0,0 0 0,-4 10 0,-13 47 0,15-43 0,0-1 0,-13 25 0,16-37-2,-2-1 1,1 0-1,0 0 0,-1-1 0,0 1 0,0-1 1,-1 1-1,-6 4 0,-4 2 53,-24 11-1,24-13-775,-26 17 0,29-15-6101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0.6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1229 205 24575,'-5'12'0,"-1"0"0,0-1 0,-1 1 0,-1-2 0,0 1 0,0-1 0,-14 13 0,-11 15 0,-60 66 0,87-98 0,0 0 0,-1-1 0,1 0 0,-1 0 0,0 0 0,-1-1 0,1 0 0,-1-1 0,0 1 0,-11 2 0,7-3 0,1-1 0,-1 0 0,0-1 0,-1 0 0,1-1 0,-20-2 0,-41-12 0,40 8 0,-49-17 0,65 17 0,0-2 0,0 0 0,1-1 0,0 0 0,1-1 0,0-1 0,1 0 0,0-1 0,0-1 0,2 0 0,-19-25 0,2 2 0,-93-126 0,117 155 0,-1 0 0,0 0 0,0 1 0,0 0 0,-1 0 0,0 0 0,0 1 0,-10-5 0,-10-5 0,-29-10 0,41 18 0,8 5 0,0 0 0,0 0 0,0 0 0,0 1 0,0 0 0,0 0 0,-1 0 0,1 1 0,0 1 0,0-1 0,-1 1 0,1 0 0,0 1 0,-8 2 0,13-3 6,1-1 0,0 1 0,0 0 0,-1 0 0,1 0 0,0 0 0,0 0 0,0 0 0,0 0 0,0 0 1,0 1-1,0-1 0,1 0 0,-1 1 0,0-1 0,1 0 0,-1 1 0,0 2 0,-2 27-1316,3-30 1140,-1 14-6656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7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12 24575,'-23'1'0,"0"0"0,-32 6 0,46-5 0,-1-1 0,1 1 0,-1-2 0,1 0 0,-1 0 0,1 0 0,-1-1 0,1-1 0,-1 0 0,1 0 0,0 0 0,-17-8 0,17 4-1365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7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18 24575,'-27'-5'0,"-11"-2"0,-2 4 0,3 1 0,6 1 0,8 4 0,6 1 0,3 2 0,4 1-8191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8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65 24575,'-25'-10'0,"-66"-26"0,76 31 0,-1 1 0,1 1 0,0 0 0,-20-1 0,30 5 0,0-1 0,-1 1 0,1 0 0,0 0 0,0 0 0,0 1 0,0-1 0,0 1 0,0 1 0,0-1 0,0 1 0,1 0 0,0 0 0,-1 0 0,1 0 0,0 1 0,0 0 0,1 0 0,-1 0 0,1 0 0,0 0 0,0 1 0,0-1 0,1 1 0,0 0 0,0 0 0,0 0 0,0 0 0,1 0 0,-2 11 0,3-14 0,0 1 0,0 0 0,0 0 0,0-1 0,1 1 0,-1 0 0,1 0 0,0-1 0,-1 1 0,1 0 0,1-1 0,-1 1 0,2 2 0,0 0 0,1-1 0,-1 0 0,1 0 0,-1 0 0,1 0 0,7 4 0,3 1 0,1 0 0,0-1 0,21 8 0,146 52 0,-180-68 0,-1 1 0,1-1 0,-1 1 0,1 0 0,-1 0 0,1 0 0,-1 0 0,0 0 0,0 0 0,1 0 0,-1 0 0,0 0 0,0 1 0,1 1 0,-2-3 0,0 1 0,1 0 0,-1-1 0,0 1 0,0 0 0,0-1 0,0 1 0,0-1 0,0 1 0,0 0 0,0-1 0,0 1 0,-1 0 0,1-1 0,0 1 0,0 0 0,-1-1 0,1 1 0,0-1 0,0 1 0,-1-1 0,1 1 0,-1-1 0,1 1 0,0-1 0,-1 1 0,1-1 0,-1 1 0,1-1 0,-1 1 0,0-1 0,1 0 0,-1 0 0,1 1 0,-1-1 0,0 0 0,0 1 0,-10 4 0,-1-1 0,0 0 0,0 0 0,0-1 0,0 0 0,0-1 0,-13 0 0,-91-2 0,67-1 0,40 1-108,4 0-143,0 0-1,0 0 1,0 0-1,-8-3 1,4 0-6575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8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24575,'2'17'0,"1"9"0,3-1 0,0-2 0,1-5 0,0-3 0,1-4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9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24575,'2'8'0,"4"4"0,0 3 0,0 1 0,-2-1-8191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9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24575,'16'39'0,"-11"-24"0,15 28 0,-19-40 0,1 0 0,0 0 0,1 1 0,-1-1 0,0-1 0,1 1 0,0 0 0,0-1 0,0 1 0,0-1 0,0 0 0,0 0 0,4 2 0,-5-3 0,0-1 0,-1 0 0,1 1 0,-1-1 0,1 0 0,0 0 0,-1 0 0,1 0 0,0 0 0,-1-1 0,1 1 0,-1 0 0,1-1 0,-1 1 0,1-1 0,-1 0 0,1 1 0,-1-1 0,1 0 0,-1 0 0,0 0 0,1 0 0,-1 0 0,0 0 0,0 0 0,0 0 0,0-1 0,2-2 0,2-3 0,0-1 0,0 1 0,5-16 0,-5 13 0,-2 2 0,0 1 0,1 0 0,0 0 0,9-13 0,-12 19 0,0-1 0,1 1 0,-1 0 0,1-1 0,-1 1 0,1 0 0,-1 0 0,1 0 0,0 0 0,-1 0 0,1 1 0,0-1 0,0 0 0,0 1 0,0-1 0,-1 1 0,1 0 0,0-1 0,0 1 0,0 0 0,0 0 0,0 1 0,0-1 0,0 0 0,3 1 0,7 4 0,0 0 0,-1 1 0,0 0 0,0 0 0,0 1 0,-1 1 0,0 0 0,13 13 0,-21-19-124,0 0 0,0 0 0,0 1 0,-1-1 0,1 0 0,-1 1-1,1-1 1,-1 1 0,0 0 0,2 5 0,-1 2-6702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39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 24575,'-10'-1'0,"0"1"0,-1-1 0,1 1 0,0 1 0,-1 0 0,-17 4 0,25-4 0,1 0 0,-1 0 0,0 0 0,1 0 0,0 0 0,-1 1 0,1-1 0,0 1 0,-1-1 0,1 1 0,0 0 0,0 0 0,-1 2 0,1-2 0,1 0 0,0 0 0,1 0 0,-1 0 0,0 0 0,1 0 0,-1 0 0,1 0 0,-1 0 0,1 0 0,0 1 0,0-1 0,0 0 0,0 0 0,0 0 0,1 0 0,-1 0 0,1 0 0,0 3 0,2 3 0,0 0 0,1-1 0,-1 1 0,1-1 0,1 0 0,-1 0 0,1-1 0,1 1 0,-1-1 0,1 0 0,0 0 0,1-1 0,-1 0 0,1 0 0,0 0 0,10 4 0,-5-3 0,0 0 0,1-2 0,0 1 0,-1-1 0,1-1 0,1 0 0,-1-1 0,0-1 0,20 1 0,-24-3-170,0 0-1,-1 0 0,1-1 1,0 0-1,-1-1 0,0 1 1,12-7-1,-11 5-6655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1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24575,'-1'75'0,"3"80"0,1-134 0,1 0 0,1 1 0,1-2 0,0 1 0,16 32 0,-20-50 4,-1 0 1,1 0-1,0 0 0,0-1 0,0 1 0,0 0 0,0-1 0,0 1 0,1-1 1,-1 0-1,1 0 0,0 0 0,0 0 0,0 0 0,0-1 0,0 1 0,0-1 1,0 0-1,0 0 0,0 0 0,1 0 0,-1 0 0,0-1 0,1 0 0,-1 1 1,0-1-1,1-1 0,6 0 0,0-1-190,1 0 1,0-1-1,0 0 0,-1 0 1,0-2-1,0 1 1,16-10-1,-14 6-6640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24575,'-27'0'0,"-11"0"0,-5 0 0,3 2 0,6 2 0,7 1 0,4 1 0,5 1 0,4 0-8191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1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0 24575,'-27'0'0,"-13"0"0,-4 0 0,2 0 0,3 0 0,6 3 0,3 0 0,2 0 0,1 2 0,0 0 0,-1 2 0,3-1 0,3-1 0,5-1-8191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2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17 24575,'-1'-8'0,"1"0"0,1 14 0,5 22 0,1-1 0,2 0 0,0 0 0,15 28 0,-16-37 0,28 54-1365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2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1 24575,'-15'0'0,"-7"0"0,-2 2 0,-3 2 0,2-1 0,0-1 0,-1 3 0,1-1 0,1 0 0,-1-2 0,-1 0 0,-1-1 0,-1 0 0,0-1 0,1 0 0,4-1 0,5 1-8191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3 24575,'-2'-1'0,"1"1"0,0-1 0,-1 1 0,1 0 0,-1 0 0,1 0 0,-1 0 0,1 0 0,-1 0 0,1 0 0,0 0 0,-1 0 0,1 1 0,-1-1 0,1 0 0,0 1 0,-1 0 0,1-1 0,0 1 0,-1 0 0,1-1 0,0 1 0,0 0 0,0 0 0,0 0 0,0 0 0,0 0 0,0 0 0,0 1 0,0-1 0,0 0 0,0 0 0,1 1 0,-1-1 0,1 0 0,-1 1 0,0 1 0,-2 6 0,1 0 0,0 1 0,0-1 0,0 14 0,-1 9 0,3-1 0,0 1 0,2 0 0,2 0 0,0-1 0,3 0 0,0 0 0,2 0 0,1-1 0,1 0 0,2-1 0,1-1 0,1 0 0,34 46 0,-35-56-682,26 23-1,-29-29-6143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44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24575,'13'5'0,"-1"0"0,0 0 0,0 1 0,0 1 0,-1 0 0,0 0 0,0 1 0,17 17 0,-6-2 0,0 1 0,27 38 0,-29-32 0,-1 0 0,27 62 0,-36-68 0,-1 0 0,-1 1 0,-1 0 0,6 44 0,-12-60-76,-1 1 1,0-1-1,0 0 0,-1 1 0,0-1 0,0 1 0,-1-1 0,0 0 1,-1 0-1,0 0 0,0 0 0,-1 0 0,0-1 0,-1 0 1,0 1-1,0-2 0,-11 13 0,3-4-6750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53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24575,'-3'0'0,"3"0"0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58.4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677 344 24575,'12'2'0,"-11"-1"0,0-1 0,0 0 0,1 1 0,-1-1 0,0 0 0,1 0 0,-1 0 0,0 0 0,1 0 0,-1 0 0,0 0 0,3-1 0,-6-1 0,0 0 0,0 1 0,-1-1 0,1 1 0,0-1 0,-1 1 0,-2-1 0,-18-9 0,-367-183 0,335 165 0,-109-51 0,122 64-1365,30 12-5461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2:59.4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17 24575,'0'0'0,"1"-1"0,-1 1 0,0-1 0,0 1 0,0 0 0,0-1 0,1 1 0,-1 0 0,0-1 0,0 1 0,1 0 0,-1-1 0,0 1 0,0 0 0,1 0 0,-1-1 0,0 1 0,1 0 0,-1 0 0,0 0 0,1-1 0,-1 1 0,1 0 0,-1 0 0,0 0 0,1 0 0,-1 0 0,1 0 0,0 0 0,0 0 0,-1 1 0,1-1 0,-1 0 0,1 1 0,0-1 0,-1 1 0,1-1 0,-1 1 0,1-1 0,-1 1 0,1-1 0,-1 1 0,0 0 0,1 0 0,13 31 0,-12-25 0,13 33 0,-2 0 0,-2 1 0,-1 0 0,-3 1 0,5 74 0,-12-61 0,0-101 0,-1 0 0,-3 0 0,-2 0 0,-1 1 0,-3 0 0,-29-84 0,28 107 0,5 16 0,6 6 0,-1 1 0,1-1 0,0 0 0,0 1 0,-1-1 0,1 0 0,0 1 0,0-1 0,0 0 0,-1 1 0,1-1 0,0 1 0,0-1 0,0 0 0,0 1 0,0-1 0,0 1 0,0-1 0,0 0 0,0 1 0,0-1 0,0 1 0,0-1 0,0 1 0,2 14 0,0 1 0,1-1 0,1 0 0,0 0 0,1-1 0,9 19 0,-6-12 0,19 40-3,-17-40-338,0 1 1,-2 0-1,9 33 1,-15-42-6486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0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45 24575,'-9'-7'0,"-1"1"0,-1 0 0,0 1 0,1 0 0,-14-4 0,17 7 0,0 1 0,0 0 0,1 0 0,-1 0 0,0 1 0,0 0 0,0 0 0,0 1 0,0 0 0,-8 2 0,3 1 0,-1-1 0,1 2 0,-21 10 0,26-11 0,1 0 0,-1 0 0,1 1 0,0-1 0,0 1 0,1 1 0,-9 9 0,13-14 0,0 0 0,0 1 0,0-1 0,0 0 0,1 0 0,-1 1 0,1-1 0,-1 0 0,1 1 0,-1-1 0,1 1 0,-1-1 0,1 1 0,0-1 0,0 1 0,0-1 0,0 1 0,0-1 0,0 1 0,0-1 0,1 0 0,-1 1 0,0-1 0,1 1 0,-1-1 0,1 0 0,0 1 0,-1-1 0,1 0 0,0 1 0,0-1 0,0 0 0,0 0 0,0 0 0,0 0 0,0 0 0,2 1 0,5 4 0,-1-1 0,2 0 0,-1 0 0,16 6 0,-14-7 0,37 16 0,-27-13 0,-1 1 0,-1 1 0,1 0 0,31 24 0,-48-32 0,0 1 0,-1-1 0,1 1 0,-1-1 0,1 1 0,-1-1 0,1 1 0,-1 0 0,0 0 0,0 0 0,0 0 0,0 0 0,0 0 0,-1 0 0,1 0 0,0 3 0,-1-3 0,0 0 0,0-1 0,0 1 0,-1-1 0,1 1 0,-1 0 0,1-1 0,-1 1 0,1-1 0,-1 1 0,0-1 0,0 0 0,0 1 0,1-1 0,-1 0 0,-1 0 0,1 1 0,0-1 0,0 0 0,0 0 0,-1 0 0,-2 1 0,-3 3 0,-1-1 0,0 0 0,0-1 0,0 0 0,0 0 0,0 0 0,-1-1 0,1-1 0,-1 1 0,1-1 0,-1-1 0,0 0 0,0 0 0,1 0 0,-1-1 0,1-1 0,-13-3 0,19 5-124,0-1 0,0 0 0,0 0 0,0 0 0,1 0 0,-1 0-1,0-1 1,1 1 0,-1 0 0,-1-2 0,-3-6-6702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0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24575,'-3'10'0,"0"6"0,0 2 0,3-2 0,1-3-8191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24575,'0'9'0,"0"7"0,0 2 0,0 1 0,3-1 0,0-3-8191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1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46 24575,'-1'16'0,"1"-11"0,0 1 0,0-1 0,0 1 0,0-1 0,3 11 0,-3-16 0,0 0 0,0 0 0,0 0 0,0 1 0,0-1 0,0 0 0,0 0 0,0 0 0,1 1 0,-1-1 0,0 0 0,0 0 0,0 0 0,0 0 0,0 1 0,0-1 0,0 0 0,0 0 0,1 0 0,-1 0 0,0 0 0,0 0 0,0 1 0,0-1 0,1 0 0,-1 0 0,0 0 0,0 0 0,0 0 0,1 0 0,-1 0 0,0 0 0,0 0 0,0 0 0,0 0 0,1 0 0,5-6 0,5-15 0,-10 19 0,2-4 0,-1 0 0,1 1 0,0 0 0,1 0 0,-1 0 0,1 0 0,0 0 0,1 1 0,8-8 0,-9 9 0,1 0 0,0 1 0,-1-1 0,1 1 0,0 0 0,0 1 0,0-1 0,0 1 0,1 0 0,-1 0 0,10 0 0,-6 1 0,0 1 0,0-1 0,0 1 0,-1 1 0,1 0 0,0 0 0,-1 1 0,14 5 0,-10-2 0,0 1 0,0 0 0,-1 0 0,21 19 0,-30-24-227,1 0-1,-1 1 1,0-1-1,0 1 1,3 5-1,0 2-6598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2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0 24575,'-30'11'0,"-1"1"0,2 2 0,0 1 0,-40 26 0,67-39 0,-1-1 0,1 1 0,0 0 0,0 0 0,-1 0 0,1 1 0,1-1 0,-1 1 0,0-1 0,1 1 0,-1-1 0,1 1 0,-1 0 0,0 4 0,2-5 0,-1 1 0,1-1 0,0 1 0,0-1 0,0 0 0,1 1 0,-1-1 0,1 0 0,-1 1 0,1-1 0,0 0 0,-1 0 0,1 1 0,1-1 0,-1 0 0,0 0 0,0 0 0,3 3 0,2 1 0,0 0 0,1 0 0,-1 0 0,1-1 0,0 1 0,1-2 0,-1 1 0,1-1 0,0 0 0,0-1 0,0 0 0,1 0 0,8 1 0,10 2 0,0-1 0,50 1 0,-72-5-124,1-1 0,-1 0 0,0 0 0,0-1 0,0 0 0,0 1-1,-1-2 1,1 1 0,0-1 0,7-2 0,-3-2-6702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3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24575,'14'-22'0,"-14"21"0,1 1 0,-1 0 0,0-1 0,0 1 0,1 0 0,-1 0 0,0-1 0,1 1 0,-1 0 0,0 0 0,1 0 0,-1-1 0,0 1 0,1 0 0,-1 0 0,0 0 0,1 0 0,-1 0 0,1 0 0,-1 0 0,0 0 0,1 0 0,0 0 0,-1 0 0,1 1 0,-1-1 0,1 1 0,-1-1 0,0 1 0,1-1 0,-1 1 0,0-1 0,1 1 0,-1-1 0,0 1 0,0-1 0,1 1 0,-1-1 0,0 1 0,0 0 0,0-1 0,0 1 0,0 0 0,2 18 0,-1 1 0,-2 34 0,0-33 0,1 0 0,2 22 0,-1-40 0,17 106 0,-15-96 0,1 0 0,1 0 0,-1 0 0,2-1 0,0 0 0,9 14 0,-13-22 12,1-1 0,0 1 0,0-1 0,0 0 0,0 0 0,0 0 0,1 0 0,-1-1 0,7 4 0,-8-5-83,0 0 1,0 0-1,0-1 0,1 1 0,-1 0 1,0-1-1,0 0 0,0 1 1,1-1-1,-1 0 0,0 0 0,0-1 1,0 1-1,1 0 0,-1-1 1,0 1-1,0-1 0,0 1 0,0-1 1,3-2-1,5-3-6755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3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0 24575,'-30'0'0,"-12"0"0,-3 3 0,3 0 0,6 0 0,7 0 0,6 1 0,2 0 0,2 3 0,2-1 0,3-2-8191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492 16 24575,'-30'0'0,"-14"0"0,-5 0 0,2 0 0,3 0 0,4-2 0,4-2 0,4 1 0,2 1 0,1 0 0,1 1 0,2 0 0,4 1 0,2 0 0,6 0-8191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4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24575,'-5'17'0,"-1"8"0,0 2 0,1 0 0,1-3 0,4-1 0,2-1 0,1-3 0,2-1 0,0-2 0,0 1 0,1-1 0,-1-2 0,2-1 0,-1 0 0,-1 1 0,-1-5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4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38 24575,'-14'-5'0,"-8"-1"0,-3-1 0,1 2 0,2 2 0,3 1 0,1 0 0,-1 2 0,1 0 0,-2 0 0,-3 0 0,-1 1 0,-3-1 0,0 0 0,0 0 0,1-2 0,3-1 0,4-1-8191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5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24575,'-1'85'0,"2"103"0,7-104 0,-7-75 0,1 0 0,1 0 0,-1 0 0,1-1 0,1 1 0,-1-1 0,6 9 0,-5-12-8,1 1-1,0-1 1,1 0-1,-1 0 1,1-1-1,0 0 1,0 0-1,0 0 1,0-1-1,12 5 1,8 5-1264,-13-5-5554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5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24575,'21'9'0,"-1"1"0,0 1 0,0 1 0,-1 1 0,-1 1 0,0 0 0,-1 1 0,-1 1 0,0 0 0,25 36 0,-26-29 0,-1 0 0,-1 1 0,-1 0 0,-1 1 0,-1 0 0,-2 1 0,0 0 0,7 49 0,-11-53 0,-1 2 0,3 44 0,-6-61 0,-1-1 0,1 1 0,-1 0 0,0 0 0,-1 0 0,1 0 0,-1-1 0,-1 1 0,1-1 0,-8 12 0,7-13-124,-1 0 0,0-1 0,0 0 0,-1 0 0,1 0 0,-1 0-1,0-1 1,0 0 0,0 0 0,-8 3 0,-2 0-6702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6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 24575,'-20'7'0,"-8"3"0,-3-1 0,2 1 0,4-1 0,3-3 0,3-1 0,2-1 0,2 1 0,1-2 0,0 0 0,0-5 0,3 0-8191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9 24575,'-27'-2'0,"-11"-1"0,-5 0 0,4 3 0,5 1 0,6 1 0,5 0 0,2-1 0,2 1 0,2-2 0,1 3 0,1 1 0,3-1-8191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7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24575,'0'0'0,"0"0"0,0-1 0,0 1 0,0 0 0,0 0 0,0 0 0,-1 0 0,1-1 0,0 1 0,0 0 0,0 0 0,-1 0 0,1 0 0,0 0 0,0 0 0,0 0 0,-1 0 0,1 0 0,0 0 0,0-1 0,0 1 0,-1 0 0,1 0 0,0 0 0,0 0 0,0 0 0,-1 1 0,1-1 0,0 0 0,0 0 0,-1 0 0,1 0 0,0 0 0,0 0 0,-1 0 0,-3 9 0,1 12 0,3-3 0,0 1 0,0-1 0,2 0 0,1 1 0,0-1 0,1 0 0,1-1 0,12 31 0,3 0 0,62 161 0,-67-158-1365,-12-42-5461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8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24575,'-2'12'0,"-1"7"0,-1 2 0,2 1 0,3-2 0,1-1 0,3-5 0,0-1 0,3-1 0,-1-2-8191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8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2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9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23 24575,'-31'-6'0,"5"0"0,-1 2 0,0 0 0,-51 1 0,74 3 0,1 1 0,-1-1 0,0 0 0,0 1 0,0 0 0,1 0 0,-1 0 0,1 1 0,-1-1 0,1 1 0,-1 0 0,1-1 0,0 2 0,0-1 0,-1 0 0,2 1 0,-1-1 0,0 1 0,1 0 0,-1 0 0,1 0 0,0 0 0,0 0 0,0 1 0,0-1 0,0 1 0,1-1 0,0 1 0,-1-1 0,2 1 0,-1 0 0,-1 6 0,1 10 0,0 1 0,1-1 0,1 0 0,0 1 0,2-1 0,1 0 0,0 0 0,9 24 0,10 19 0,37 68 0,-54-117 0,38 73 0,65 97 0,-103-175-273,0-1 0,1 1 0,0-1 0,10 9 0,-5-7-6553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3:59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14 24575,'-22'-3'0,"-10"0"0,-1 0 0,1 0 0,5 1 0,6 4 0,7 1-8191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0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24575,'0'-1'0,"0"1"0,-1 0 0,1 0 0,0 0 0,0 0 0,0-1 0,0 1 0,0 0 0,-1 0 0,1 0 0,0 0 0,0 0 0,0-1 0,0 1 0,-1 0 0,1 0 0,0 0 0,0 0 0,0 0 0,-1 0 0,1 0 0,0 0 0,0 0 0,0 0 0,-1 0 0,1 0 0,0 0 0,0 0 0,-1 0 0,1 0 0,0 0 0,0 0 0,-2 7 0,4 14 0,-2-18 0,15 133 0,-1 38 0,3-11 0,-15-149 0,-2-5 0,1 0 0,1 0 0,-1-1 0,4 9 0,-4-14 0,0-1 0,0 1 0,0-1 0,0 0 0,1 1 0,-1-1 0,1 0 0,0 0 0,-1 0 0,1 0 0,0 0 0,0-1 0,0 1 0,0-1 0,1 1 0,-1-1 0,5 2 0,-1 0-65,1-1 0,-1-1 0,1 1 0,-1-1 0,1 0 0,-1-1 0,1 1 0,0-1 0,-1-1 0,1 1 0,0-1 0,-1 0 0,1-1 0,-1 0 0,1 0 0,-1 0 0,0-1 0,0 0 0,0 0 0,7-5 0,1-1-6761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0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0 24575,'-27'0'0,"-14"0"0,-2 0 0,1 0 0,5 0 0,7 0 0,5 0 0,6 0 0,2 0 0,3 0 0,0 3 0,1 0 0,0 0 0,-1 0 0,0 1 0,3 0-8191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0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7 24575,'-17'-3'0,"-9"0"0,-1 2 0,0 2 0,6 0-8191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0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 24575,'-27'0'0,"-12"0"0,-1 2 0,4 1 0,5 3 0,8 0-8191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1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24575,'-3'34'0,"1"0"0,1 0 0,6 50 0,-3-68 0,1 0 0,1 0 0,0 0 0,1-1 0,0 1 0,2-1 0,-1 0 0,2-1 0,12 20 0,-15-29 0,0 1 0,0-1 0,0 0 0,1 0 0,0 0 0,0-1 0,0 0 0,0 0 0,1-1 0,9 5 0,-13-7 0,0 0 0,0 0 0,0-1 0,0 1 0,0-1 0,0 1 0,0-1 0,0 0 0,0 0 0,0 0 0,0-1 0,4 0 0,-5 0 0,0 1 0,-1-1 0,1 0 0,0 0 0,0 0 0,0-1 0,-1 1 0,1 0 0,0-1 0,-1 1 0,1-1 0,-1 1 0,0-1 0,1 0 0,-1 0 0,0 1 0,0-1 0,0 0 0,1-3 0,0-1 0,0-1 0,-1 1 0,1-1 0,-1 0 0,-1 0 0,1 0 0,-1 1 0,0-1 0,-1 0 0,-1-7 0,-1-6 0,-2 1 0,-8-23 0,4 17 0,-2 1 0,-1 0 0,-1 1 0,-1 0 0,-33-40 0,45 60-80,1 1 0,-2-1-1,1 1 1,0 0 0,0 0-1,-1 0 1,1 0 0,-1 0-1,0 1 1,1-1 0,-1 1 0,0 0-1,0-1 1,0 1 0,0 1-1,-4-2 1,-5 1-6746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4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24575,'5'0'0,"2"3"0,-4 0 0,-3 0 0,-6 0 0,-3-2 0,-3 3 0,-1 0 0,-2-1 0,0 0 0,-1-2 0,1 0 0,0 0 0,0-1 0,0 0 0,3-3 0,1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04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15 24575,'-10'-2'0,"-6"-1"0,-2 0 0,-1 0 0,1 1 0,0 1 0,2 1 0,0-1 0,1 1 0,0 0 0,1 1 0,-1-1 0,1 0 0,0 0 0,0 0 0,-3 0 0,-1 0 0,3 0-8191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6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44 24575,'38'-11'0,"-24"7"0,0 0 0,18-3 0,-27 7 0,1-1 0,-1 1 0,0 0 0,1 0 0,-1 1 0,0 0 0,1 0 0,-1 0 0,10 4 0,-2 1 0,0 0 0,-1 2 0,0-1 0,0 2 0,-1-1 0,15 15 0,57 67 0,-78-85 0,5 8 0,0 0 0,0 1 0,10 21 0,-16-29 0,-1 1 0,0 0 0,0 1 0,-1-1 0,0 0 0,0 1 0,-1-1 0,0 1 0,0 13 0,-2-17 0,1 0 0,-1 1 0,0-1 0,-1 0 0,1 0 0,-1 0 0,1 0 0,-1-1 0,0 1 0,-1 0 0,1-1 0,-1 1 0,1-1 0,-1 0 0,0 0 0,0 0 0,-1 0 0,1-1 0,-1 1 0,1-1 0,-1 0 0,0 0 0,-5 2 0,0 0 0,0 0 0,0-1 0,-1-1 0,1 0 0,0 0 0,-1 0 0,0-1 0,1-1 0,-14 0 0,13-1 0,0-1 0,-1 0 0,1-1 0,0 0 0,0 0 0,0-1 0,1 0 0,-1-1 0,1 0 0,0-1 0,1 1 0,-1-2 0,1 1 0,0-1 0,1 0 0,-1-1 0,2 0 0,-10-13 0,6 6 0,1 0 0,1-1 0,0 0 0,1 0 0,1-1 0,0 0 0,1 0 0,1-1 0,1 1 0,-2-19 0,4 25-98,0-3 175,0-1 0,2-25 0,-1 37-161,1 0 1,-1-1 0,1 1 0,0 0 0,0 0-1,0 0 1,0 0 0,0 0 0,1 0 0,-1 0-1,1 0 1,0 0 0,0 1 0,0-1 0,0 1-1,0-1 1,5-3 0,4 0-6743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24575,'1'11'0,"0"1"0,0-1 0,1 0 0,1 0 0,0 0 0,8 19 0,-1-6 0,27 41 0,-35-61-119,-1-3 30,0 1 0,0-1 0,0 1 0,0-1 0,0 1 0,0-1 0,0 1 0,1-1 0,-1 0 0,0 0 0,1 0 0,-1 0 0,3 1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7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29 24575,'-5'-10'0,"-2"-1"0,1 4 0,1 6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7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52 24575,'-8'-6'0,"1"-1"0,-1 2 0,0-1 0,1 1 0,-2 0 0,1 1 0,-16-7 0,23 11 0,0-1 0,0 1 0,-1-1 0,1 1 0,0 0 0,-1 0 0,1 0 0,0 0 0,-1 0 0,1 0 0,0 0 0,-1 0 0,1 0 0,0 1 0,-1-1 0,1 1 0,0-1 0,0 1 0,-1-1 0,1 1 0,0 0 0,0-1 0,0 1 0,0 0 0,0 0 0,0 0 0,0 0 0,0 0 0,0 0 0,1 0 0,-1 0 0,0 0 0,0 0 0,1 0 0,-1 1 0,1-1 0,-1 0 0,0 3 0,0 3 0,0 0 0,0 0 0,0 0 0,1 0 0,0 0 0,1 9 0,4 25 0,1 0 0,19 61 0,35 78 0,-11-53 0,66 123 0,-112-245 0,14 32 0,-16-34 0,-1-1 0,1 0 0,0 0 0,-1 0 0,1 1 0,-1-1 0,0 0 0,0 1 0,0-1 0,0 0 0,0 0 0,0 1 0,-1-1 0,0 3 0,1-5 3,0 1 0,0-1 0,-1 0 0,1 1 0,0-1 0,0 0 0,-1 1 0,1-1 0,0 0 0,-1 1 0,1-1 0,0 0 0,0 0 0,-1 1 0,1-1 0,-1 0 0,1 0 0,0 0 0,-1 0 0,1 1 0,-1-1 0,1 0 0,0 0 0,-1 0 0,1 0 0,-1 0 0,1 0 0,0 0 0,-1 0 0,1 0 0,-1 0 0,1 0 0,0 0 0,-1-1 0,1 1 0,-1 0 0,1 0 0,-1-1 0,-13-9-1485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7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0 24575,'-5'0'0,"-4"0"0,-3 0 0,-1 0 0,-2 0 0,-1 3 0,-2 0 0,0 0 0,-3 0 0,-2 1 0,-2 0 0,-2 0 0,1-1 0,5-2-8191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8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24575,'0'-1'0,"0"0"0,0 0 0,0-1 0,0 1 0,0 0 0,0 0 0,0 0 0,1 0 0,-1-1 0,0 1 0,1 0 0,-1 0 0,1 0 0,0 0 0,-1 0 0,1 0 0,0 0 0,1-1 0,-2 2 0,0 0 0,0-1 0,1 1 0,-1 0 0,0 0 0,0 0 0,1 0 0,-1 0 0,0 0 0,1 0 0,-1 0 0,0 0 0,0 0 0,1 0 0,-1 0 0,0 0 0,0 0 0,1 0 0,-1 0 0,0 0 0,0 0 0,1 1 0,-1-1 0,0 0 0,0 0 0,1 0 0,-1 1 0,8 11 0,23 81 0,32 161 0,-50-191 0,19 87 0,-32-147 0,1 0 0,0-1 0,0 1 0,0-1 0,0 1 0,0-1 0,1 1 0,-1-1 0,1 0 0,1 3 0,-2-5 0,0 1 0,0 0 0,-1-1 0,1 1 0,0-1 0,0 1 0,0-1 0,0 1 0,0-1 0,0 0 0,0 1 0,0-1 0,0 0 0,0 0 0,0 0 0,0 0 0,0 0 0,0 0 0,0 0 0,0 0 0,0 0 0,0 0 0,0-1 0,0 1 0,0 0 0,0-1 0,0 1 0,0-1 0,0 1 0,1-1 0,4-4-136,0 1-1,0-1 1,0 0-1,0-1 1,-1 1-1,0-1 1,0 0-1,0-1 0,6-11 1,-2 2-6690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8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0 24575,'-27'3'0,"-12"0"0,-1 2 0,4 1 0,5-1 0,6-1 0,1 1 0,4-1 0,2 0 0,1 1 0,2 0 0,1-1 0,2-1-8191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9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23 24575,'-3'-7'0,"0"0"0,-3 1 0,-2 4 0,-2 2 0,0 4 0,-1 1 0,0 0 0,-1-1 0,-2-1 0,1-2 0,-2 0 0,1-1 0,-1 0 0,1 0 0,1-2 0,2-2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19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 24575,'-3'0'0,"-2"2"0,-4 1 0,-3 0 0,-1 0 0,-1-1 0,-1-1 0,0-1 0,0 1 0,0-1 0,0 0 0,1-1 0,-3 1 0,-1-2 0,3-2-8191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20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24575,'2'-21'0,"1"16"0,1 13 0,22 138 0,-14-64 0,56 281 0,-67-360-35,-1-4 112,1-7-1039,-1 7 517,-1-9-6381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21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0 24575,'-30'14'0,"20"-10"0,-1 1 0,1 0 0,-1 1 0,2 0 0,-1 0 0,1 1 0,-10 9 0,18-15 0,0 0 0,0 0 0,0 0 0,0 0 0,0 1 0,0-1 0,0 0 0,1 1 0,-1-1 0,1 0 0,-1 1 0,1-1 0,-1 0 0,1 1 0,0-1 0,0 1 0,-1-1 0,1 1 0,0-1 0,0 1 0,0-1 0,1 3 0,0-2 0,0 0 0,0 0 0,0 0 0,0-1 0,0 1 0,1 0 0,-1 0 0,1-1 0,-1 1 0,1-1 0,-1 1 0,1-1 0,3 2 0,4 2 0,-1-1 0,1 0 0,1 0 0,-1-1 0,15 4 0,17 0-455,1-1 0,74 1 0,-103-7-6371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21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24575,'14'25'0,"-1"2"0,-1 0 0,14 44 0,13 87 0,-32-126 0,10 34-1365,-15-54-5461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21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32 24575,'2'-1'0,"0"-1"0,0 0 0,-1 1 0,1-1 0,-1 0 0,0 0 0,1 0 0,1-4 0,-3 5 0,0 1 0,0 0 0,0-1 0,0 1 0,0 0 0,0 0 0,0-1 0,0 1 0,0 0 0,0-1 0,0 1 0,0 0 0,0 0 0,-1-1 0,1 1 0,0 0 0,0 0 0,0-1 0,0 1 0,0 0 0,-1 0 0,1-1 0,0 1 0,0 0 0,0 0 0,-1 0 0,1-1 0,-14-2 0,-31 2 60,-64 8 0,88-4-308,-1 0 1,1 2-1,0 0 1,1 2-1,-22 9 1,27-9-6579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2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406 1 24575,'-83'-1'0,"-113"5"0,186-3 0,0 0 0,1 1 0,-1 1 0,1 0 0,0 0 0,0 0 0,0 1 0,-10 7 0,16-10 0,1 1 0,-1 0 0,0 0 0,1 0 0,0 1 0,0-1 0,0 0 0,0 1 0,0-1 0,0 1 0,0 0 0,-1 4 0,2-5 0,1 0 0,-1 1 0,1-1 0,-1 1 0,1-1 0,0 1 0,0-1 0,0 1 0,1-1 0,-1 0 0,0 1 0,1-1 0,-1 1 0,1-1 0,0 0 0,0 1 0,0-1 0,2 2 0,1 4 0,1-1 0,1 1 0,-1-1 0,1-1 0,0 1 0,1-1 0,-1 0 0,1-1 0,1 1 0,8 4 0,12 5 0,45 18 0,-44-20 0,88 36 0,-116-49 0,0 0 0,0 1 0,0-1 0,0 1 0,0-1 0,0 1 0,0 0 0,0-1 0,0 1 0,-1 0 0,1 0 0,0 0 0,0-1 0,-1 1 0,1 0 0,0 2 0,-1-3 0,0 1 0,0-1 0,0 0 0,0 1 0,0-1 0,0 1 0,0-1 0,0 0 0,-1 1 0,1-1 0,0 1 0,0-1 0,0 0 0,-1 1 0,1-1 0,0 0 0,0 1 0,-1-1 0,1 0 0,0 1 0,-1-1 0,1 0 0,0 0 0,-1 1 0,1-1 0,0 0 0,-1 0 0,-3 2 0,0 0 0,-1-1 0,1 0 0,0 0 0,0 0 0,-7 0 0,-19 0 0,-1-1 0,1-2 0,-53-10 0,70 8-1365,3 1-5461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2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0 24575,'-15'5'0,"-4"4"0,0 3 0,4 2 0,4 1 0,7 0 0,6 0 0,6-2 0,3-3 0,0-4-8191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2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24575,'0'-7'0,"0"0"0,0 3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3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24575,'0'3'0,"1"-1"0,-1 0 0,0 1 0,1-1 0,-1 1 0,1-1 0,0 1 0,0-1 0,0 0 0,0 0 0,0 1 0,1-1 0,-1 0 0,1 0 0,-1 0 0,1 0 0,0-1 0,-1 1 0,1 0 0,0-1 0,0 1 0,1-1 0,-1 0 0,0 0 0,0 0 0,0 0 0,1 0 0,-1 0 0,4 1 0,-4-2 0,1 1 0,0-1 0,-1 1 0,1-1 0,0 0 0,-1 0 0,1 0 0,0 0 0,-1-1 0,1 1 0,0-1 0,-1 0 0,1 1 0,-1-1 0,1 0 0,-1 0 0,1-1 0,-1 1 0,0 0 0,0-1 0,0 0 0,0 1 0,0-1 0,0 0 0,0 0 0,0 0 0,1-3 0,9-21 0,-10 21 0,0 1 0,0-1 0,0 1 0,0-1 0,4-4 0,-5 8 0,1-1 0,-1 1 0,1 0 0,-1 0 0,1 0 0,-1-1 0,1 1 0,-1 0 0,1 1 0,0-1 0,0 0 0,-1 0 0,1 1 0,0-1 0,0 1 0,0 0 0,3-1 0,0 1 0,-1 0 0,1 1 0,0-1 0,0 1 0,0 0 0,-1 0 0,10 4 0,32 16 0,-22-9 0,2 0-455,-1 2 0,37 25 0,-49-29-6371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4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24575,'-3'-3'0,"0"2"0,0 4 0,3 3 0,1 4 0,1 2 0,3-1 0,0 0 0,1 1 0,1 1 0,0 0 0,0 1 0,1 0 0,-1 1 0,1-3 0,-1-1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4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24575,'0'5'0,"0"4"0,3 3 0,0 1 0,3 2 0,-1 1 0,3-1 0,1 0 0,2 0 0,-1 0 0,1-2 0,0-2 0,-1 0 0,0-1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4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29 24575,'-27'-3'0,"-14"0"0,-4-2 0,-1-1 0,4 1 0,4 1 0,3 2 0,2 3 0,3 2 0,4 2 0,3 1 0,6-1-8191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5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24575,'53'116'0,"-21"-44"0,-12-27 0,26 53 0,-39-86 0,1 0 0,0 0 0,0 0 0,1-1 0,15 14 0,-23-24-49,1 1 1,0-1-1,0 1 0,-1-1 0,1 0 1,0 0-1,0 0 0,0 0 0,0 0 1,0-1-1,1 1 0,-1 0 0,0-1 1,0 0-1,0 1 0,1-1 0,-1 0 1,0 0-1,0 0 0,0-1 0,1 1 1,-1 0-1,0-1 0,0 1 0,0-1 0,0 0 1,3-1-1,7-4-6777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5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0 24575,'-27'3'0,"-11"0"0,-2 0 0,3 2 0,6 0 0,6 0 0,4 0 0,4 0 0,2 0 0,1-2 0,3-2-8191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5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 24575,'-1'18'0,"-1"1"0,-9 34 0,6-31 0,-6 29 0,-3-1 0,-2 0 0,-37 80 0,50-123-341,0 0 0,0 1-1,-3 12 1,4-8-6485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6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24575,'0'18'0,"3"7"0,0 2 0,2 0 0,1-3 0,2-3 0,1-3 0,0-2 0,0-1 0,-1 0 0,1-1 0,-2 0 0,1 0 0,-1-3-8191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36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7 24575,'-30'-2'0,"-14"-2"0,-5 4 0,4 3 0,4 4 0,10 1-8191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0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19 24575,'-2'-1'0,"1"-1"0,-1 0 0,1 1 0,-1-1 0,0 1 0,0 0 0,0-1 0,0 1 0,0 0 0,0 0 0,0 1 0,0-1 0,0 0 0,0 1 0,-1-1 0,1 1 0,0-1 0,0 1 0,-1 0 0,-2 0 0,3 1 0,-1 0 0,1 0 0,0 0 0,0 0 0,0 0 0,0 0 0,0 1 0,0-1 0,0 0 0,0 1 0,0 0 0,1 0 0,-1-1 0,1 1 0,-1 0 0,1 0 0,0 0 0,-1 0 0,0 4 0,-9 19 0,1 1 0,1 0 0,1 0 0,2 1 0,1 0 0,-4 41 0,8-56 0,1 0 0,0 0 0,1 0 0,0-1 0,1 1 0,0 0 0,0-1 0,2 0 0,-1 1 0,1-1 0,1 0 0,0-1 0,1 1 0,0-1 0,0 0 0,1-1 0,0 1 0,10 8 0,4 2 0,0-2 0,1-1 0,0 0 0,40 20 0,-48-28-1365,-4-1-5461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1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24575,'10'-1'0,"-1"0"0,1 1 0,0 1 0,-1-1 0,1 1 0,-1 1 0,1 0 0,-1 0 0,0 1 0,0 0 0,0 1 0,0 0 0,-1 0 0,1 1 0,-1 0 0,13 11 0,-12-8 0,-1 0 0,0 0 0,-1 1 0,1 0 0,-2 0 0,1 1 0,-1 0 0,-1 0 0,0 1 0,0-1 0,-1 1 0,-1 0 0,5 18 0,-5-9 24,0 0 0,-1 0 0,-1 0 0,-2 22 0,0-30-189,0 0 0,-1-1 0,-1 1 0,0 0 0,0-1 0,-1 0 0,0 0 0,-8 13 0,1-6-6661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2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3021 1 24575,'11'0'0,"10"0"0,-22 2 0,-15 1 0,-82 8 0,38-7 0,-100 9 0,90-8 0,-146 0 0,-16 1 0,-60 14 0,90-8 0,-3 3 0,39-9 0,-8 2 0,39 9 0,30-2 0,9-4 0,56-6 0,-1-2 0,-57-4 0,30-1 0,20 2 0,-72 9 0,-1 6 0,23 0 0,65-9-341,0 2 0,0 1-1,-49 21 1,73-25-6485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3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15 24575,'-1'-1'0,"-1"0"0,1-1 0,0 1 0,-1 0 0,1 0 0,-1 0 0,1 0 0,-1 0 0,1 0 0,-1 0 0,0 1 0,1-1 0,-1 1 0,0-1 0,0 1 0,-2-1 0,3 1 0,0 0 0,1 0 0,-1 1 0,1-1 0,-1 0 0,1 0 0,-1 0 0,1 1 0,-1-1 0,1 0 0,-1 1 0,1-1 0,-1 0 0,1 1 0,-1-1 0,1 0 0,0 1 0,-1-1 0,1 1 0,-1 0 0,0 1 0,1-1 0,-1 1 0,1-1 0,-1 1 0,1 0 0,-1-1 0,1 1 0,0 0 0,0-1 0,0 3 0,1 8 0,0 0 0,1 0 0,1 0 0,0 0 0,0 0 0,1 0 0,1-1 0,0 0 0,8 14 0,2-5-1365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3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24575,'5'10'0,"4"6"0,0 2 0,2 1 0,-2 2 0,1 0 0,0-2 0,0-1 0,-1-3 0,1-3 0,-1 0 0,1 0 0,-2-2-8191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3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16 24575,'-30'-3'0,"-14"0"0,-5 0 0,4 0 0,4 2 0,5 0 0,3 0 0,4 3 0,4 1 0,2 1 0,1 1 0,3 0-8191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4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 0 0,-1 0 0,1 0 0,0-1 0,0 1 0,0 0 0,0 0 0,-1 0 0,1 0 0,0 0 0,0-1 0,0 1 0,-1 0 0,1 0 0,0 0 0,0 0 0,0 0 0,-1 0 0,1 0 0,0 0 0,0 0 0,0 0 0,-1 0 0,1 0 0,0 0 0,0 0 0,-1 0 0,1 0 0,0 0 0,0 0 0,0 0 0,-1 0 0,1 0 0,0 1 0,-4 7 0,1 13 0,3-21 0,0 11 0,1-1 0,0 1 0,1 0 0,0-1 0,6 18 0,4 23 0,-12-51 0,3 20 0,6 23 0,-8-38 0,1 0 0,0 0 0,0 0 0,0-1 0,0 1 0,1-1 0,-1 1 0,1-1 0,0 0 0,5 5 0,-5-6 7,1-1 0,-1 1-1,0-1 1,1 0 0,-1 0-1,1-1 1,0 1-1,0-1 1,0 1 0,-1-1-1,1-1 1,0 1 0,0 0-1,0-1 1,1 0 0,-1 0-1,6-1 1,-4 1-156,1-2 1,-1 1-1,0-1 1,1 0-1,-1 0 1,0-1-1,0 1 1,-1-2-1,12-6 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 24575,'-27'4'0,"-11"3"0,-4 2 0,2-1 0,6-1 0,6 0 0,5-1 0,5-1 0,2-2 0,5-1-8191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5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 24575,'-1'0'0,"0"0"0,0 1 0,0-1 0,0 0 0,1 1 0,-1-1 0,0 0 0,0 1 0,1-1 0,-1 1 0,0 0 0,1-1 0,-1 1 0,1 0 0,-1-1 0,0 1 0,0 1 0,-9 15 0,9-15 0,-49 100 0,-34 60 0,49-104 0,-16 26 0,6-13-1365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5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24575,'-2'3'0,"1"-1"0,-1 1 0,1-1 0,-1 1 0,1-1 0,0 1 0,0 0 0,0 0 0,0-1 0,1 1 0,-1 0 0,1 0 0,0 3 0,-1 2 0,1 0 0,0 0 0,3 13 0,-1-6 0,18 72 0,-20-85-72,1 0 1,0-1-1,-1 1 0,1 0 0,0-1 0,0 1 0,0-1 0,0 1 1,0-1-1,0 0 0,0 1 0,0-1 0,1 0 0,-1 0 0,0 0 1,1 0-1,-1 0 0,3 1 0,5 1-6754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4:45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42 24575,'-29'-10'0,"-13"-3"0,-3 3 0,0 3 0,4 6 0,3 5 0,3 4 0,6 1 0,7-1-8191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09.5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24575,'2'-2'0,"0"1"0,1-1 0,-1 0 0,0 0 0,-1 0 0,1 0 0,0 0 0,-1 0 0,1-1 0,-1 1 0,0 0 0,1-1 0,-1 1 0,0-1 0,-1 1 0,1-1 0,0 0 0,-1 1 0,1-6 0,-2 2 0,-2 8 0,-2 9 0,1 11 0,2 1 0,0-1 0,4 45 0,-1-16 0,0 30 0,-2-341 0,1 529-1365,0-256-5461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0.5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24575,'-1'10'0,"0"-1"0,0 1 0,-3 9 0,2-12 0,0 0 0,1 0 0,0 0 0,0 0 0,1 0 0,0 0 0,1 11 0,16 58 0,7 51 0,-25-117-76,-4-13 266,-5-14-1669,5 5-5347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1.0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481 73 24575,'1'-1'0,"0"0"0,-1 0 0,1-1 0,-1 1 0,1-1 0,-1 1 0,1-1 0,-1 1 0,0 0 0,0-1 0,0 1 0,0-1 0,0 1 0,0-1 0,0 1 0,0-1 0,-1 1 0,1-1 0,0 1 0,-1-1 0,1 1 0,-1 0 0,0-1 0,0 1 0,1 0 0,-1 0 0,-1-2 0,0 1 0,0 1 0,0-1 0,0 0 0,0 1 0,-1-1 0,1 1 0,0 0 0,-1 0 0,1 0 0,-1 0 0,0 0 0,1 1 0,-1-1 0,-4 0 0,-36-3 0,-94-6 0,110 11 0,-29 6 0,31-4 0,-35 1 0,42-3-89,7-1-230,-1 0 0,1-1 0,-14-2 0,13 0-6507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2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41 24575,'0'-4'0,"0"0"0,1 0 0,-1 1 0,1-1 0,0 0 0,3-5 0,-4 8 0,0 1 0,0-1 0,1 1 0,-1-1 0,0 1 0,0-1 0,1 1 0,-1 0 0,0-1 0,1 1 0,-1 0 0,0-1 0,1 1 0,-1 0 0,1-1 0,-1 1 0,0 0 0,1 0 0,-1-1 0,1 1 0,-1 0 0,2 0 0,-2 0 0,1 0 0,0 1 0,0-1 0,-1 0 0,1 1 0,0-1 0,-1 1 0,1-1 0,-1 0 0,1 1 0,-1 0 0,1-1 0,-1 1 0,1-1 0,-1 1 0,1 0 0,-1-1 0,0 1 0,1 0 0,0 1 0,3 10 0,1 1 0,-1 0 0,-1 1 0,0-1 0,1 25 0,-2-22 0,2 39-54,-3 63 1,-2-63-1205,1-43-5568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4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16 24575,'0'-1'0,"-1"0"0,1 0 0,0 1 0,-1-1 0,1 0 0,0 0 0,-1 0 0,1 1 0,-1-1 0,1 0 0,-1 0 0,0 1 0,1-1 0,-1 0 0,0 1 0,1-1 0,-1 1 0,0-1 0,0 1 0,0-1 0,1 1 0,-2-1 0,1 1 0,0 0 0,1 0 0,-1 1 0,1-1 0,-1 0 0,0 0 0,1 0 0,-1 1 0,1-1 0,-1 0 0,1 1 0,-1-1 0,1 0 0,-1 1 0,1-1 0,-1 1 0,1-1 0,-1 1 0,1-1 0,0 1 0,-1-1 0,1 1 0,0-1 0,0 1 0,-1 0 0,1-1 0,0 1 0,0-1 0,0 1 0,0 0 0,0-1 0,0 1 0,0 0 0,-6 27 0,2-1 0,0 1 0,1 41 0,6-40-627,14 55 0,-17-82 516,4 14-6715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3.2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60 24575,'0'-2'0,"0"0"0,0-1 0,0 1 0,1 0 0,-1-1 0,1 1 0,-1 0 0,1 0 0,0 0 0,0-1 0,0 1 0,0 0 0,1 0 0,-1 0 0,1 1 0,-1-1 0,1 0 0,-1 0 0,1 1 0,0-1 0,0 1 0,0 0 0,0-1 0,0 1 0,0 0 0,0 0 0,0 0 0,0 0 0,0 1 0,1-1 0,2 0 0,9-1 0,-1 0 0,0 1 0,0 0 0,19 2 0,-18 0 0,-12-1 0,0 0 0,0 0 0,0 0 0,-1 0 0,1 0 0,0 1 0,0-1 0,0 1 0,0 0 0,0-1 0,0 1 0,-1 0 0,1 0 0,0 0 0,-1 0 0,1 0 0,-1 1 0,1-1 0,1 2 0,-2-1 0,0 0 0,0 0 0,0 0 0,0 0 0,-1 0 0,1 0 0,0 1 0,-1-1 0,0 0 0,0 0 0,1 0 0,-1 1 0,-1-1 0,1 0 0,0 0 0,0 0 0,-2 3 0,-7 30 0,-2-1 0,-29 62 0,33-80 0,-9 10 0,13-21 0,0-1 0,0 1 0,0 0 0,-3 8 0,6-12 0,0-1 0,0 0 0,0 1 0,0-1 0,0 0 0,0 0 0,0 1 0,0-1 0,0 0 0,0 0 0,0 1 0,0-1 0,0 0 0,0 0 0,0 1 0,0-1 0,0 0 0,0 0 0,0 1 0,1-1 0,-1 0 0,0 0 0,0 1 0,0-1 0,0 0 0,1 0 0,-1 0 0,0 0 0,0 1 0,0-1 0,1 0 0,-1 0 0,0 0 0,0 0 0,1 0 0,-1 0 0,0 1 0,0-1 0,1 0 0,-1 0 0,0 0 0,0 0 0,1 0 0,-1 0 0,0 0 0,1 0 0,-1 0 0,0 0 0,0 0 0,1-1 0,16-1 0,-16 1 0,3 0-56,24-5-599,29-12 1,-44 13-6172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3.4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24575,'0'15'0,"0"7"0,3 2 0,0 0 0,0-2 0,-1 0 0,3 0 0,-1-3 0,2-2 0,0 0 0,2-2 0,-2-1 0,2-2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3.6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336 89 24575,'-30'-12'0,"-11"-7"0,-5 0 0,2 4 0,5 3 0,4 5 0,6 3 0,6 4 0,3 6 0,4 1 0,4-1-8191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5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37 24575,'0'-1'0,"0"-1"0,0 0 0,0 1 0,0-1 0,0 0 0,1 0 0,-1 1 0,0-1 0,1 1 0,-1-1 0,1 0 0,0 1 0,0-1 0,0 1 0,0-1 0,-1 1 0,2 0 0,0-2 0,-1 2 0,0 0 0,1 1 0,-1-1 0,0 1 0,1-1 0,-1 1 0,1-1 0,-1 1 0,1 0 0,-1 0 0,0-1 0,1 1 0,-1 0 0,1 0 0,-1 1 0,1-1 0,-1 0 0,1 0 0,-1 1 0,0-1 0,3 2 0,3 1 0,0 0 0,-1 0 0,0 1 0,1 0 0,-1 0 0,8 9 0,31 33 0,-44-46 0,5 6 0,0 2 0,0-1 0,-1 1 0,8 14 0,-12-21 0,-1 0 0,1 0 0,0 0 0,-1 1 0,0-1 0,1 0 0,-1 1 0,0-1 0,1 0 0,-1 0 0,0 1 0,0-1 0,0 0 0,0 1 0,0-1 0,0 0 0,-1 1 0,1-1 0,0 0 0,-1 1 0,1-1 0,-1 0 0,1 0 0,-1 0 0,0 1 0,1-1 0,-1 0 0,0 0 0,0 0 0,0 0 0,0 0 0,0 0 0,0-1 0,0 1 0,0 0 0,0 0 0,0-1 0,-1 1 0,1 0 0,0-1 0,0 0 0,-3 1 0,-27 7 0,24-7 0,0 1 0,0-1 0,-10 5 0,16-5 0,0-1 0,1 0 0,-1 1 0,0-1 0,0 1 0,0-1 0,1 1 0,-1 0 0,0-1 0,1 1 0,-1 0 0,1 0 0,-1-1 0,1 1 0,-1 0 0,1 0 0,-1 0 0,1 0 0,0-1 0,-1 1 0,1 0 0,0 0 0,0 0 0,0 0 0,0 0 0,0 0 0,0 0 0,0 0 0,0 0 0,0 0 0,0 0 0,0 0 0,0 0 0,1-1 0,-1 1 0,0 0 0,1 0 0,-1 0 0,1 0 0,-1-1 0,2 2 0,2 5 0,0-1 0,1 0 0,10 11 0,-12-13 0,6 5 0,-6-7 0,-1 0 0,1 1 0,-1-1 0,0 1 0,1 0 0,-1-1 0,0 1 0,-1 0 0,1 0 0,0 0 0,-1 1 0,2 6 0,-3-10 0,0 1 0,0 0 0,0-1 0,0 1 0,0 0 0,-1 0 0,1-1 0,0 1 0,0 0 0,-1-1 0,1 1 0,-1-1 0,1 1 0,0 0 0,-1-1 0,1 1 0,-1-1 0,0 1 0,1-1 0,-1 0 0,1 1 0,-1-1 0,0 1 0,1-1 0,-1 0 0,1 0 0,-1 1 0,0-1 0,0 0 0,1 0 0,-1 0 0,-1 0 0,-25 3 0,24-3 0,-116-2-1365,106 1-5461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5.8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24575,'5'20'0,"2"8"0,-1 3 0,1-2 0,0-4 0,1-3 0,-1-3 0,1-2 0,-1-2 0,-2-3-8191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6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24 24575,'-27'-5'0,"-11"-1"0,-2 0 0,1 1 0,5 4 0,8 2-8191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8.3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24575,'0'-1'0,"0"1"0,0-1 0,0 0 0,0 0 0,0 0 0,0 0 0,0 0 0,1 1 0,-1-1 0,0 0 0,0 0 0,1 0 0,-1 0 0,0 1 0,1-1 0,-1 0 0,1 0 0,-1 1 0,1-1 0,-1 0 0,1 1 0,0-1 0,-1 1 0,1-1 0,0 1 0,-1-1 0,1 1 0,0-1 0,0 1 0,-1 0 0,1-1 0,0 1 0,0 0 0,0 0 0,0 0 0,0-1 0,-1 1 0,1 0 0,0 0 0,0 0 0,0 0 0,0 0 0,1 1 0,1 0 0,1-1 0,-1 1 0,0 0 0,0 0 0,0 0 0,0 1 0,0-1 0,-1 1 0,1 0 0,3 3 0,28 30 0,-34-35 0,-8-4 0,5 6 0,5 5 0,5 7 0,1 0 0,0-1 0,19 23 0,4 6 0,31 42 0,-61-82-151,0 0-1,0 0 0,0 1 0,0-1 1,0 0-1,0 0 0,0 0 1,0 5-1,0 4-6674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19.0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1 24575,'16'6'0,"-1"0"0,1 2 0,-1 0 0,0 0 0,-1 2 0,14 11 0,-23-17 0,0 0 0,0 1 0,-1-1 0,0 1 0,0 1 0,0-1 0,0 0 0,-1 1 0,0-1 0,0 1 0,-1 0 0,0 0 0,0 1 0,0-1 0,0 0 0,-1 0 0,0 1 0,-1-1 0,1 8 0,-1-11 0,0-1 0,0 0 0,-1 1 0,1-1 0,-1 1 0,1-1 0,-1 0 0,0 1 0,1-1 0,-1 0 0,0 0 0,-1 1 0,1-1 0,0 0 0,-1 0 0,1 0 0,-1 0 0,1-1 0,-1 1 0,0 0 0,0-1 0,0 1 0,0-1 0,0 0 0,0 0 0,0 1 0,0-1 0,-1-1 0,1 1 0,0 0 0,-1 0 0,1-1 0,-1 0 0,-3 1 0,-1-1 0,0 0 0,-1 0 0,1-1 0,0 0 0,-1 0 0,1 0 0,0-1 0,0-1 0,0 1 0,-8-5 0,2 1 0,1-1 0,0-1 0,1 1 0,0-2 0,-11-10 0,18 16 0,0-1 0,1 0 0,-1 0 0,1 0 0,0-1 0,0 1 0,1-1 0,-1 0 0,1 0 0,0 0 0,0 0 0,1 0 0,-1 0 0,1 0 0,0 0 0,0-7 0,1 9 5,0 0-1,1 1 0,-1-1 0,0 0 1,1 0-1,0 1 0,0-1 0,0 0 1,0 1-1,0-1 0,0 1 1,1 0-1,-1-1 0,1 1 0,-1 0 1,1 0-1,0 0 0,0 0 1,0 0-1,0 0 0,0 0 0,1 1 1,-1-1-1,1 1 0,-1 0 0,1-1 1,2 0-1,4-1-216,0 1 0,0-1 0,0 2-1,0-1 1,0 1 0,17 0 0,-9 2-6614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0.0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5 24575,'-17'0'0,"0"0"0,0 2 0,-24 4 0,19-2 0,-1-1 0,0-2 0,0 0 0,-40-4 0,56 2-227,-1 0-1,1 0 1,0-1-1,0 0 1,-12-5-1,10 2-6598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1.1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24575,'0'-1'0,"0"1"0,0-1 0,0 1 0,1-1 0,-1 1 0,0-1 0,1 1 0,-1-1 0,0 1 0,1-1 0,-1 1 0,0 0 0,1-1 0,-1 1 0,1 0 0,-1-1 0,1 1 0,0 0 0,-1 0 0,0 0 0,0 0 0,1 0 0,-1 0 0,0 0 0,0 0 0,1 0 0,-1 0 0,0 1 0,0-1 0,0 0 0,1 0 0,-1 0 0,0 0 0,0 1 0,0-1 0,0 0 0,0 0 0,1 1 0,-1-1 0,0 0 0,0 0 0,0 0 0,0 1 0,0-1 0,0 1 0,5 23 0,-4-17 0,6 28 0,1-1 0,17 43 0,-22-70 0,-1-1 0,1 1 0,-1 0 0,-1 0 0,2 11 0,-3-18-28,0 0-1,0 0 1,0 1-1,0-1 1,1 0 0,-1 0-1,0 0 1,0 0-1,0 1 1,0-1-1,0 0 1,0 0-1,0 0 1,0 0 0,0 1-1,-1-1 1,1 0-1,0 0 1,0 0-1,0 0 1,0 0-1,0 1 1,0-1 0,0 0-1,0 0 1,0 0-1,0 0 1,-1 0-1,1 1 1,0-1-1,0 0 1,0 0 0,0 0-1,0 0 1,0 0-1,-1 0 1,1 0-1,0 0 1,0 0-1,0 0 1,0 0 0,-1 0-1,1 1 1,0-1-1,0 0 1,0 0-1,-1 0 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1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297 38 24575,'-29'-7'0,"-15"-3"0,-3 0 0,3 3 0,3 4 0,4 3 0,6 4 0,8 1-8191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2.3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60 24575,'-12'-21'0,"10"17"0,1 1 0,-1-1 0,0 0 0,-1 1 0,1-1 0,-1 1 0,1 0 0,-1 0 0,-4-4 0,6 7 0,1 0 0,0 0 0,-1 0 0,1 0 0,-1-1 0,1 1 0,-1 0 0,1 0 0,-1 0 0,1 0 0,-1 0 0,1 0 0,-1 0 0,1 0 0,-1 1 0,1-1 0,-1 0 0,1 0 0,-1 0 0,1 0 0,-1 1 0,1-1 0,-1 0 0,1 0 0,0 1 0,-1-1 0,1 0 0,0 1 0,-1-1 0,1 1 0,0-1 0,-1 0 0,1 1 0,0-1 0,0 1 0,-1-1 0,1 1 0,0-1 0,0 1 0,0 0 0,-9 22 0,9-22 0,-17 60 0,-23 77 0,33-123-1365,1-2-5461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3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304 46 24575,'-18'-7'0,"-7"-3"0,-2 1 0,0 1 0,3 3 0,3 1 0,3 3 0,2 0 0,1 3 0,0 4 0,1 1 0,0 2 0,0-1 0,3 0 0,0 0 0,0 0 0,-1-1 0,2-1-8191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3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43 24575,'3'-4'0,"0"0"0,1 0 0,-1 0 0,1 0 0,0 1 0,0-1 0,0 1 0,9-5 0,-11 7 0,-1 1 0,1-1 0,0 0 0,0 1 0,0-1 0,0 1 0,0 0 0,0-1 0,0 1 0,0 0 0,0 0 0,0 1 0,0-1 0,0 0 0,0 0 0,0 1 0,0 0 0,-1-1 0,1 1 0,0 0 0,0 0 0,0 0 0,-1 0 0,1 0 0,0 0 0,1 2 0,1 1 0,1 0 0,-1 0 0,0 1 0,0 0 0,-1 0 0,1 0 0,-1 0 0,0 0 0,0 1 0,-1-1 0,0 1 0,0 0 0,0 0 0,-1-1 0,0 1 0,0 0 0,0 0 0,-1 1 0,1-1 0,-2 0 0,1 0 0,-1 0 0,0 0 0,0 0 0,0 0 0,-1-1 0,0 1 0,0 0 0,-6 10 0,-2-1 0,-1-1 0,-1 0 0,0-1 0,-17 15 0,9-8 0,18-18 0,1-1 0,0 0 0,0 0 0,0 0 0,0 1 0,0-1 0,0 0 0,0 1 0,0-1 0,1 1 0,-1-1 0,0 1 0,1 0 0,0-1 0,-1 1 0,1-1 0,0 1 0,0 0 0,-1-1 0,1 1 0,1 0 0,-1-1 0,0 1 0,0 0 0,1-1 0,-1 1 0,1 2 0,1-1 0,0-1 0,-1 1 0,1-1 0,0 1 0,0-1 0,0 0 0,0 0 0,0 0 0,1 0 0,-1 0 0,1-1 0,-1 1 0,1-1 0,4 2 0,2 1 24,0 0 0,0-1 0,0 0 0,13 1 0,-19-3-107,0-1 1,0 0-1,0 0 1,1 0-1,-1 0 1,0 0-1,0-1 1,0 1-1,0-1 1,-1 0-1,1 0 1,0 0-1,0 0 1,0-1-1,-1 1 1,1-1-1,4-2 1,2-5-6744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4.0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24575,'3'20'0,"0"8"0,3 3 0,-1-2 0,0-4 0,1-3 0,0-3 0,-2-2 0,2-2 0,-1-3-8191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24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18 24575,'-30'-5'0,"-14"-1"0,-4 2 0,2 2 0,10 2-8191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58.4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 24575,'0'-1'0,"0"1"0,0 0 0,0 0 0,0 0 0,0-1 0,0 1 0,0 0 0,0 0 0,0 0 0,0-1 0,0 1 0,0 0 0,0 0 0,0 0 0,0 0 0,0-1 0,0 1 0,0 0 0,0 0 0,0 0 0,0-1 0,0 1 0,0 0 0,1 0 0,-1 0 0,0 0 0,0 0 0,0-1 0,0 1 0,0 0 0,1 0 0,-1 0 0,0 0 0,0 0 0,0 0 0,0 0 0,1 0 0,-1 0 0,0 0 0,0-1 0,8 6 0,6 11 0,-1 8 0,0 1 0,18 50 0,-7-14 0,15 33 0,37 76 0,-55-136 0,-20-33 0,0 0 0,0 1 0,0-1 0,0 0 0,0 0 0,0 0 0,1 1 0,-1-1 0,0-1 0,0 1 0,1 0 0,-1 0 0,1 0 0,-1-1 0,1 1 0,-1-1 0,1 1 0,-1-1 0,1 0 0,-1 1 0,4-1 0,-4 0 0,0-1 0,0 1 0,-1-1 0,1 1 0,0-1 0,0 1 0,0-1 0,-1 1 0,1-1 0,0 0 0,-1 0 0,1 1 0,-1-1 0,1 0 0,-1 0 0,1 0 0,-1 1 0,1-1 0,-1 0 0,0 0 0,0 0 0,1 0 0,-1 0 0,0-1 0,2-26 0,-2 24 0,0-5 0,0-15 0,2 1 0,3-26 0,-4 44 0,2-12 0,-1 15 0,-2 12 0,1 25 0,-2-7 0,2 0 0,7 42 0,-8-67 0,1 0 0,0 0 0,-1 1 0,0-1 0,0 0 0,0 1 0,0-1 0,0 0 0,-1 1 0,-1 4 0,2-6 0,-1-1 0,0 0 0,0 0 0,1 0 0,-1 0 0,0 0 0,0 0 0,0 0 0,0 0 0,0 0 0,-1 0 0,1 0 0,0-1 0,0 1 0,-1-1 0,1 1 0,0-1 0,0 1 0,-1-1 0,1 1 0,-1-1 0,1 0 0,0 0 0,-1 0 0,1 0 0,0 0 0,-1 0 0,-1-1 0,-4 1 0,1-1 0,-1-1 0,0 1 0,1-1 0,-1 0 0,1-1 0,0 1 0,-6-5 0,-48-30 0,55 33 0,-6-3-455,1 0 0,-10-11 0,10 8-6371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59.6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24575,'0'2'0,"1"1"0,-1-1 0,1 0 0,-1 1 0,1-1 0,0 0 0,0 0 0,0 1 0,0-1 0,1 0 0,-1 0 0,0 0 0,3 2 0,26 25 0,-19-18 0,194 175 0,-165-151-1365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5:59.9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24575,'-17'10'0,"0"0"0,0 1 0,1 0 0,1 2 0,0 0 0,1 0 0,-18 21 0,-31 37-1365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00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219 15 24575,'-34'-5'0,"-37"-3"0,61 7 0,0 1 0,0 0 0,-1 1 0,-16 3 0,24-3 0,1-1 0,0 1 0,-1 0 0,1-1 0,0 1 0,0 0 0,0 1 0,0-1 0,0 0 0,0 0 0,0 1 0,0-1 0,1 1 0,-1 0 0,0 0 0,1-1 0,0 1 0,-1 0 0,1 0 0,0 0 0,0 0 0,-2 5 0,2-3 0,1 0 0,-1 0 0,1 0 0,-1 0 0,1 0 0,0 1 0,1-1 0,-1 0 0,1 0 0,0 0 0,0 0 0,2 5 0,10 27 0,-6-20 0,-1 1 0,-1 1 0,3 18 0,-5-16 0,2 11 0,2 56 0,-7-72 0,-1-8 0,1-1 0,0 0 0,0 1 0,1-1 0,0 0 0,2 6 0,-3-10 0,1 0 0,0 0 0,0 0 0,0 0 0,0 0 0,1-1 0,-1 1 0,0 0 0,1-1 0,-1 1 0,1-1 0,-1 0 0,1 1 0,0-1 0,0 0 0,-1 0 0,1 0 0,0 0 0,0 0 0,0-1 0,0 1 0,3 0 0,13 4 0,1-1 0,0-1 0,-1 0 0,26-1 0,-33-3-1365,-1-2-5461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01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54 24575,'2'-4'0,"1"0"0,-1 0 0,1 0 0,0 0 0,0 1 0,0-1 0,0 1 0,1 0 0,-1 0 0,1 0 0,0 0 0,5-3 0,-7 5 0,0 1 0,0-1 0,0 0 0,0 1 0,0-1 0,0 1 0,0-1 0,0 1 0,0 0 0,0 0 0,0 0 0,0 0 0,0 0 0,0 0 0,0 1 0,0-1 0,0 1 0,0-1 0,0 1 0,0 0 0,0 0 0,-1-1 0,1 1 0,0 1 0,0-1 0,-1 0 0,1 0 0,-1 1 0,1-1 0,1 3 0,1 1 0,0 0 0,0 1 0,0-1 0,-1 1 0,0 0 0,0 0 0,-1 0 0,0 0 0,0 0 0,0 0 0,-1 1 0,0-1 0,1 9 0,-2-12 0,0 0 0,0 0 0,0 0 0,-1 0 0,1 0 0,-1 0 0,0 0 0,0 0 0,0 0 0,0-1 0,0 1 0,-1 0 0,1-1 0,-1 1 0,0-1 0,0 1 0,0-1 0,0 0 0,0 1 0,0-1 0,-1 0 0,1-1 0,0 1 0,-1 0 0,0-1 0,1 1 0,-1-1 0,0 0 0,0 0 0,-3 1 0,-2 0 0,1-1 0,-1 1 0,1-1 0,-1-1 0,0 1 0,1-2 0,-1 1 0,-13-3 0,16 2 0,0 0 0,1 0 0,-1 0 0,1-1 0,-1 0 0,1 0 0,0 0 0,0 0 0,0-1 0,0 1 0,0-1 0,1 0 0,-1 0 0,1-1 0,-5-4 0,7 6-4,1 1 0,-1 0 0,0 0-1,1 0 1,-1-1 0,1 1 0,-1 0-1,1-1 1,0 1 0,0 0 0,-1-1-1,1 1 1,0-1 0,0 1 0,0 0 0,1-1-1,-1 1 1,1-3 0,0 1 26,0 0 0,0 0 1,0 1-1,1-1 0,0 0 0,-1 1 1,1-1-1,2-2 0,2-1-269,1 0-1,-1 0 0,1 1 1,0 0-1,9-5 1,-2 3-6579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01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 24575,'5'-1'0,"0"0"0,0 0 0,0 0 0,0 1 0,1 0 0,-1 0 0,0 0 0,0 0 0,0 1 0,0 0 0,0 0 0,0 1 0,7 2 0,-7-2 0,1 2 0,-1-1 0,1 1 0,-1-1 0,0 1 0,0 1 0,-1-1 0,1 1 0,-1 0 0,5 7 0,-4-4 0,0 0 0,0 1 0,-1 0 0,0 0 0,-1 1 0,0-1 0,0 0 0,-1 1 0,2 19 0,-2 7 0,-4 51 0,0-31 0,3-16 0,-2 38 0,1-77 7,0 0-1,-1 1 0,1-1 0,0 1 1,-1-1-1,1 0 0,-1 1 1,0-1-1,1 0 0,-1 0 1,0 1-1,0-1 0,1 0 0,-1 0 1,0 0-1,0 0 0,0 0 1,-2 1-1,-1 0-254,1 0 1,-1 0-1,0 0 1,0-1-1,-4 2 1,-4 0-6579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05.3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65 24575,'-3'-15'0,"2"11"0,1 0 0,-1 0 0,0 1 0,0-1 0,0 0 0,-1 0 0,1 1 0,-1-1 0,0 1 0,0-1 0,-3-4 0,5 8 0,0 0 0,-1 0 0,1 0 0,0 0 0,0 0 0,0 0 0,-1 0 0,1 0 0,0 0 0,0 0 0,0 0 0,0 0 0,-1 0 0,1 0 0,0 0 0,0 0 0,0 0 0,0 0 0,-1 0 0,1 0 0,0 1 0,0-1 0,0 0 0,0 0 0,-1 0 0,1 0 0,0 0 0,0 0 0,0 0 0,0 1 0,0-1 0,0 0 0,0 0 0,-1 0 0,1 0 0,0 1 0,0-1 0,0 0 0,0 0 0,0 0 0,0 0 0,0 1 0,0-1 0,0 0 0,0 0 0,0 0 0,0 1 0,0-1 0,0 0 0,0 0 0,-2 11 0,2-11 0,0 78 0,1-56 0,12-83 0,-12 124 0,0-53 15,0-1 0,0 0 1,1-1-1,0 1 0,6 15 0,3 12-1471,-9-24-5370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08.6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53 24575,'0'-26'0,"0"22"0,0 17 0,0 120 0,1-126 0,2-6 0,7-14 0,7-22 0,-11 19 0,0 0 0,-1 0 0,-1-1 0,2-18 0,-7 58 0,0-8 0,-3 27 0,-4 20 0,6-35 0,2-26 0,0 0 0,0 0 0,0-1 0,0 1 0,0 0 0,0 0 0,-1 0 0,1 0 0,0-1 0,-1 1 0,1 0 0,0 0 0,-1-1 0,1 1 0,-1 0 0,1 0 0,-2 0 0,-1-3 0,0-9 0,0-36 0,4-54 0,0 49 0,-1 262-1365,0-196-5461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09.8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1 122 24575,'0'-3'0,"-1"0"0,1 0 0,0 0 0,1 0 0,-1 0 0,1 0 0,-1 0 0,1 1 0,0-1 0,0 0 0,0 0 0,0 1 0,0-1 0,1 1 0,-1-1 0,1 1 0,0-1 0,0 1 0,0 0 0,0 0 0,0 0 0,0 0 0,0 0 0,1 0 0,-1 1 0,1-1 0,-1 1 0,1 0 0,5-2 0,6-2 0,0 1 0,0 1 0,0 0 0,0 1 0,21 0 0,0-1 0,12-1 0,-12 1 0,45-9 0,-68 8-1365,-3 0-5461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0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17 24575,'-1'-1'0,"1"0"0,0 0 0,0 1 0,-1-1 0,1 0 0,0 0 0,0 0 0,0 0 0,0 1 0,0-1 0,0 0 0,0 0 0,0 0 0,0 0 0,0-1 0,1 2 0,-1 0 0,0 0 0,0-1 0,1 1 0,-1 0 0,0 0 0,0 0 0,1 0 0,-1 0 0,0-1 0,0 1 0,1 0 0,-1 0 0,0 0 0,1 0 0,-1 0 0,0 0 0,0 0 0,1 0 0,-1 0 0,0 0 0,1 0 0,-1 0 0,0 0 0,0 0 0,1 0 0,-1 1 0,0-1 0,1 0 0,24 15 0,-23-14 0,19 14 0,172 109 0,-90-59 0,-97-61 0,2 3-1365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0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203 5 24575,'-3'-1'0,"0"0"0,1 1 0,-1-1 0,0 1 0,0-1 0,0 1 0,1 0 0,-1 0 0,0 0 0,0 0 0,0 1 0,1-1 0,-1 1 0,0-1 0,0 1 0,1 0 0,-5 3 0,3-2 0,0 1 0,1-1 0,-1 1 0,1 1 0,0-1 0,0 0 0,0 1 0,0-1 0,0 1 0,-2 5 0,-3 7 0,1 0 0,-8 24 0,11-26 0,-1-1 0,0 0 0,-1 0 0,-13 21 0,12-24-455,0-1 0,-10 9 0,7-9-6371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1.5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15 24575,'0'0'0,"-7"-3"0,0 0 0,0 1 0,0 0 0,-15-2 0,20 3 0,1 1 0,-1 0 0,1 0 0,0 0 0,-1 0 0,1 0 0,0 1 0,-1-1 0,1 0 0,-1 1 0,1-1 0,0 0 0,0 1 0,-1 0 0,1-1 0,0 1 0,0 0 0,0 0 0,0-1 0,0 1 0,0 0 0,0 0 0,0 0 0,0 0 0,0 1 0,0-1 0,0 0 0,1 0 0,-1 0 0,1 1 0,-1-1 0,1 0 0,-1 1 0,0 1 0,1 2 0,-1 0 0,1-1 0,-1 1 0,1 0 0,1 0 0,-1-1 0,1 1 0,-1 0 0,1-1 0,1 1 0,1 6 0,4 4 0,16 29 0,-17-34 0,0-1 0,-1 1 0,0 1 0,-1-1 0,0 1 0,2 11 0,-4-7 0,-1 0 0,-2 21 0,2 13 0,-1-47 0,0 0 0,0 0 0,1 0 0,-1 0 0,1-1 0,0 1 0,-1 0 0,1 0 0,0-1 0,0 1 0,0-1 0,0 1 0,0-1 0,0 1 0,1-1 0,-1 1 0,0-1 0,1 0 0,-1 0 0,1 0 0,-1 0 0,1 0 0,0 0 0,-1 0 0,3 0 0,4 2 0,1-1 0,-1 0 0,1 0 0,10 0 0,-1 0 0,-11-1-83,55 7 297,-54-8-464,0 1 1,-1-1 0,1-1 0,0 0-1,13-2 1,-12-1-6577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1.8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24575,'3'17'0,"0"8"0,3 3 0,-1-2 0,0-2 0,1-3 0,0-3 0,1-1 0,-1-2 0,2-3 0,-1-2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2.3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 24575,'10'-3'0,"0"-1"0,1 1 0,-1 1 0,1 0 0,0 1 0,0 0 0,0 0 0,0 1 0,-1 1 0,1 0 0,0 0 0,0 1 0,0 1 0,-1-1 0,1 2 0,-1-1 0,11 7 0,-7-5 0,-11-4 0,0 0 0,-1 0 0,1 0 0,0 1 0,0-1 0,-1 0 0,1 1 0,-1 0 0,1 0 0,-1 0 0,3 2 0,-5-3 0,0 0 0,1 0 0,-1-1 0,0 1 0,0 0 0,0 0 0,1 0 0,-1 0 0,0 0 0,0 0 0,0 0 0,-1 0 0,1 0 0,0 0 0,0-1 0,0 1 0,-1 0 0,1 0 0,-1 1 0,-11 20 0,6-12 0,3-4 0,1 0 0,0-1 0,0 1 0,0 0 0,1 0 0,0 0 0,0 0 0,0 1 0,1-1 0,0 0 0,0 0 0,1 0 0,-1 0 0,1 0 0,1 0 0,-1 0 0,1 0 0,0 0 0,6 10 0,0-2 0,1 0 0,0 0 0,1-1 0,1 0 0,0-1 0,16 14 0,-22-22 0,-1 0 0,1 1 0,-1 0 0,0-1 0,-1 1 0,7 11 0,-9-14 0,-1 0 0,1 0 0,0 0 0,-1 0 0,1 0 0,-1-1 0,0 1 0,1 0 0,-1 0 0,0 0 0,0 0 0,-1 0 0,1 0 0,0 0 0,0 0 0,-1 0 0,0 0 0,1 0 0,-1 0 0,0-1 0,0 1 0,0 0 0,0 0 0,0-1 0,-3 4 0,0-1-49,-1 1 1,-1-1-1,1 0 0,-1 0 0,1-1 0,-13 6 0,7-4-974,-5 4-5803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6.5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0 134 24575,'2'-18'0,"0"3"0,-1 0 0,2 0 0,0 0 0,10-27 0,-12 41 0,-1 0 0,0 0 0,0 1 0,1-1 0,-1 0 0,1 0 0,-1 1 0,0-1 0,1 0 0,-1 1 0,1-1 0,0 0 0,-1 1 0,1-1 0,-1 1 0,1-1 0,0 1 0,-1 0 0,1-1 0,1 0 0,-1 1 0,-1 1 0,1-1 0,-1 0 0,1 0 0,-1 0 0,0 0 0,1 1 0,-1-1 0,1 0 0,-1 0 0,1 1 0,-1-1 0,0 0 0,1 1 0,-1-1 0,0 0 0,1 1 0,-1-1 0,0 1 0,1-1 0,-1 1 0,0-1 0,1 1 0,1 4 0,0-1 0,-1 1 0,1 0 0,-1 0 0,1 4 0,0 15 0,-1 0 0,-2 26 0,1-45 0,11-39 0,-8-54 0,-3 78 0,-9 175-1365,7-144-5461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5.6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29 24575,'-2'-5'0,"-6"-12"0,7 17 0,1-1 0,0 1 0,0-1 0,0 1 0,-1 0 0,1-1 0,0 1 0,0 0 0,-1-1 0,1 1 0,0 0 0,0-1 0,-1 1 0,1 0 0,0 0 0,-1 0 0,1-1 0,0 1 0,-1 0 0,1 0 0,-1 0 0,1 0 0,0-1 0,-1 1 0,1 0 0,-1 0 0,1 0 0,-1 0 0,1 0 0,0 0 0,-1 0 0,0 0 0,1 1 0,-1 0 0,1-1 0,-1 1 0,1-1 0,0 1 0,-1 0 0,1-1 0,0 1 0,0 0 0,-1-1 0,1 1 0,0 0 0,0-1 0,0 1 0,0 0 0,0-1 0,0 1 0,0 0 0,0 0 0,0-1 0,0 1 0,0 1 0,5 18 0,-5-17 0,6 17 0,10 50 0,-4-16 0,-10-104 0,-2 33 0,0-4 0,0 21 0,0 0 0,0 0 0,0 0 0,0 0 0,0 0 0,0 0 0,0 0 0,0 0 0,0 0 0,0 0 0,0 0 0,0 0 0,0 0 0,0 0 0,0 0 0,0 0 0,0 0 0,0 0 0,0 1 0,0-1 0,0 0 0,0 0 0,-1 0 0,1 0 0,0 0 0,0 0 0,0 0 0,0 0 0,0 0 0,0 0 0,0 0 0,0 0 0,0 0 0,0 0 0,0 0 0,0 0 0,0 0 0,0 0 0,0 0 0,0 0 0,0 0 0,0 0 0,-1 0 0,1 0 0,0 0 0,0 0 0,0 0 0,0 0 0,0 0 0,0 0 0,0 0 0,0 0 0,0-1 0,-4 16 0,0 2-341,2 0 0,0 1-1,0 21 1,2-26-6485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7.5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19 24575,'-2'-7'0,"1"-1"0,1 5 0,3 4 0,1 5 0,2 4 0,1 2 0,-2 2 0,-1-1-8191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8.3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8 24575,'-14'-6'0,"13"4"0,8 6 0,25 13 0,121 71 0,-117-66-63,-24-16-154,0 1 0,0 1 0,0 0 0,-1 1 0,18 18 0,-19-15-6609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8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235 1 24575,'-22'0'0,"-10"2"0,-2 4 0,3 3 0,6 2 0,5 0 0,6 0 0,3 1 0,3 0 0,3 1 0,1-1 0,-1-1 0,0 0 0,0 1 0,-2-1 0,1-1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9.3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51 24575,'-7'-5'0,"-2"-1"0,1 0 0,-1 1 0,0 0 0,0 0 0,0 1 0,-1 0 0,1 0 0,-13-2 0,21 6 0,-1 0 0,1 0 0,-1 0 0,1 0 0,-1 0 0,1 0 0,-1 0 0,1 0 0,-1 0 0,1 1 0,-1-1 0,1 1 0,-1-1 0,1 1 0,0 0 0,-1-1 0,1 1 0,0 0 0,-1 0 0,0 1 0,0 0 0,1 0 0,-1 0 0,1 0 0,0 0 0,0 0 0,0 0 0,0 1 0,0-1 0,0 0 0,0 1 0,0 3 0,0 2 0,0-1 0,1 1 0,0 0 0,0 0 0,1 0 0,3 14 0,2 12 0,-2 0 0,-1 1 0,-2 55 0,-2-51 0,1-35 0,0 1 0,1 0 0,-1-1 0,1 1 0,0 0 0,0-1 0,0 1 0,1-1 0,0 0 0,0 1 0,0-1 0,0 0 0,5 7 0,-4-9 0,0 1 0,-1 0 0,1 0 0,0-1 0,1 0 0,-1 0 0,0 1 0,1-2 0,-1 1 0,1 0 0,-1-1 0,1 0 0,0 0 0,0 0 0,-1 0 0,8 0 0,9 1 0,0-1 0,22-2 0,-36 0 0,0 0 0,0 1 0,0-2 0,0 1 0,0-1 0,0 0 0,0 0 0,-1 0 0,1-1 0,-1 0 0,7-5 0,-3-1-1365,-3 0-5461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19.8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24575,'1'-2'0,"3"-15"0,1 0 0,8-19 0,-12 32 0,1 1 0,0-1 0,0 1 0,0-1 0,0 1 0,0 0 0,0 0 0,1 0 0,0 0 0,-1 0 0,1 1 0,0-1 0,1 1 0,-1 0 0,0 0 0,5-2 0,-5 3 0,0 1 0,0-1 0,0 1 0,0 0 0,0 0 0,0 0 0,0 0 0,0 0 0,0 1 0,0-1 0,0 1 0,0 0 0,0 0 0,0 0 0,0 0 0,-1 1 0,1-1 0,0 1 0,-1 0 0,1-1 0,-1 1 0,3 3 0,0 0 0,0-1 0,0 2 0,-1-1 0,1 0 0,-1 1 0,-1 0 0,1 0 0,4 11 0,-6-11 0,0-1 0,-1 1 0,1-1 0,-1 1 0,-1-1 0,1 1 0,-1 0 0,0 0 0,0-1 0,0 1 0,-3 9 0,1-7 0,-1 1 0,0-1 0,0 0 0,-1 0 0,0 0 0,-9 12 0,11-17 0,0 1 0,0-1 0,0 0 0,1 0 0,-1 1 0,1-1 0,-1 6 0,1-8 0,1 0 0,0 0 0,0-1 0,0 1 0,0 0 0,0 0 0,0 0 0,0 0 0,1 0 0,-1 0 0,0-1 0,0 1 0,1 0 0,-1 0 0,0 0 0,1-1 0,-1 1 0,1 0 0,-1 0 0,1-1 0,-1 1 0,1 0 0,0-1 0,-1 1 0,1-1 0,0 1 0,-1-1 0,1 1 0,0-1 0,0 1 0,0-1 0,-1 0 0,1 1 0,0-1 0,0 0 0,1 0 0,11 3-170,1-2-1,-1 0 0,0-1 1,0 0-1,0-1 0,0 0 1,26-6-1,-26 3-6655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6:20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65 24575,'15'-11'0,"0"1"0,1 1 0,-1 0 0,20-8 0,-31 16 0,1-1 0,-1 1 0,0 0 0,0 0 0,0 0 0,1 0 0,-1 1 0,0-1 0,1 1 0,-1 1 0,0-1 0,1 0 0,-1 1 0,0 0 0,1 0 0,-1 0 0,0 1 0,0-1 0,0 1 0,0 0 0,0 0 0,-1 1 0,5 2 0,-6-3 0,-1 0 0,1 0 0,0 0 0,0 0 0,-1 1 0,1-1 0,-1 0 0,0 1 0,0-1 0,0 1 0,1 4 0,5 33 0,-5-26 0,0 3 0,-2-1 0,0 1 0,0 0 0,-6 25 0,0 26 0,5-41 0,4 34 0,-2-51 0,1-1 0,-1 0 0,2 0 0,-1 0 0,2-1 0,-1 1 0,7 12 0,-9-19 0,0-1 0,0 1 0,0-1 0,0 1 0,0 0 0,-1 0 0,1-1 0,-1 1 0,0 0 0,1 0 0,-1 0 0,0 0 0,0 0 0,0-1 0,0 1 0,-1 0 0,0 3 0,0-2 0,0 0 0,0-1 0,-1 1 0,1-1 0,-1 1 0,0-1 0,0 0 0,0 0 0,0 0 0,0 0 0,-3 3 0,-1-1-227,0 0-1,-1 0 1,1 0-1,-1-1 1,-8 3-1,0-1-6598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2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24575,'-3'0'0,"-20"0"0,0 0 0,0 1 0,0 1 0,0 2 0,-33 8 0,49-10 0,1 0 0,0 1 0,0 0 0,0 0 0,0 0 0,0 1 0,1-1 0,-1 1 0,1 1 0,0-1 0,1 1 0,-1 0 0,1 0 0,0 0 0,0 0 0,0 1 0,1 0 0,-4 6 0,5-5 0,-1 1 0,1-1 0,0 1 0,-2 14 0,4-19 0,0 0 0,0 0 0,0 1 0,1-1 0,-1 0 0,1 0 0,0 0 0,0 0 0,0 0 0,0 0 0,1 0 0,-1-1 0,1 1 0,0 0 0,2 2 0,2 2 0,0-1 0,0 1 0,1-1 0,0 0 0,0-1 0,13 8 0,54 23 0,-39-19 0,-10-6 0,-11-5 0,0 1 0,-1 0 0,15 10 0,-25-15 0,0 0 0,0 1 0,-1-1 0,1 1 0,-1-1 0,1 1 0,-1 0 0,0 0 0,0 0 0,0 0 0,0 0 0,-1 0 0,0 0 0,1 1 0,-1-1 0,0 1 0,0-1 0,0 7 0,-1-8 0,0 1 0,0-1 0,-1 1 0,1-1 0,-1 1 0,0-1 0,1 1 0,-1-1 0,0 1 0,-1-1 0,1 0 0,0 0 0,-1 1 0,1-1 0,-1 0 0,1 0 0,-1 0 0,0-1 0,0 1 0,0 0 0,0-1 0,0 1 0,0-1 0,-1 0 0,1 0 0,0 0 0,-4 1 0,-4 2 0,-1 0 0,0-1 0,0 0 0,-21 1 0,3 1 0,21-4 0,-1 1 0,1-1 0,0-1 0,0 0 0,-1 0 0,-14-2 0,16 1 17,-1-1 0,0 0 1,1 0-1,-1-1 0,1 0 0,-8-4 0,13 6-67,1 0 1,-1 0-1,0-1 1,1 1-1,-1 0 1,1-1-1,0 1 1,-1-1-1,1 1 1,0-1-1,0 0 1,0 1-1,0-1 1,0 0-1,0 0 1,1 0-1,-1 0 1,0 0-1,1 1 1,0-1-1,-1 0 1,1 0-1,0 0 1,0 0-1,0 0 1,0 0-1,1 0 1,-1 0-1,1-3 1,2-4-6777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2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24575,'-10'8'0,"-3"4"0,0 3 0,3 1 0,6 1 0,2-1 0,6 0 0,3-3 0,1-1 0,2-3 0,-2 0 0,2-2 0,0-2 0,2-2 0,0-1 0,0-1-8191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2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24575,'-2'0'0,"-2"2"0,1 4 0,3 1 0,2 1 0,0 2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2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24575,'15'41'0,"3"9"0,26 50 0,-43-99 0,-1 0 0,1 0 0,0 0 0,-1 1 0,1-1 0,0 0 0,0 0 0,0 0 0,0 0 0,2 1 0,-2-2 0,-1 0 0,1 1 0,-1-1 0,0 0 0,1 0 0,-1 0 0,1 0 0,-1 0 0,0 0 0,1 0 0,-1 1 0,1-1 0,-1-1 0,1 1 0,-1 0 0,1 0 0,-1 0 0,0 0 0,1 0 0,-1 0 0,1 0 0,-1-1 0,1 1 0,0-1 0,0 0 0,1-1 0,-1 1 0,0 0 0,0-1 0,0 1 0,0-1 0,0 1 0,0-1 0,-1 1 0,1-1 0,-1 0 0,1 1 0,-1-1 0,1-2 0,1-10 0,-1 1 0,0 0 0,-2-19 0,1-17 0,0 48 0,0 0 0,0 0 0,0 0 0,0 0 0,0 0 0,0 1 0,0-1 0,0 0 0,1 0 0,-1 0 0,0 0 0,0 0 0,1 0 0,-1 1 0,1-1 0,-1 0 0,1 0 0,-1 1 0,1-1 0,0 0 0,-1 1 0,1-1 0,0 0 0,-1 1 0,1-1 0,0 1 0,0-1 0,-1 1 0,1 0 0,0-1 0,0 1 0,0 0 0,0-1 0,0 1 0,-1 0 0,1 0 0,0 0 0,0 0 0,0 0 0,0 0 0,0 0 0,0 0 0,0 0 0,0 0 0,0 1 0,1-1 0,3 2 0,1 0 0,-1 1 0,0 0 0,0-1 0,0 1 0,5 5 0,87 58 0,5 3 0,-93-61-1365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0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49 24575,'-11'-7'0,"-4"-3"0,-23-10 0,34 18 0,0 0 0,0 1 0,0-1 0,-1 1 0,1 0 0,0 0 0,0 1 0,-1-1 0,1 1 0,-1 0 0,-5 0 0,8 1 0,0 0 0,0-1 0,0 1 0,0 0 0,0 0 0,0 0 0,0 1 0,0-1 0,1 0 0,-1 1 0,0-1 0,1 1 0,-1-1 0,1 1 0,-1 0 0,1 0 0,0-1 0,0 1 0,-2 4 0,-2 4 0,1 0 0,-5 20 0,4-11 0,3-14 0,0 0 0,1 1 0,0-1 0,0 1 0,0-1 0,1 1 0,-1-1 0,1 1 0,1-1 0,1 11 0,-1-13 0,0 1 0,0-1 0,1 0 0,-1 1 0,1-1 0,0 0 0,0 0 0,0 0 0,0-1 0,0 1 0,1 0 0,-1-1 0,1 1 0,0-1 0,-1 0 0,1 0 0,6 3 0,15 7 0,1-1 0,1-1 0,35 9 0,82 9 0,-137-27-273,-1 0 0,0-1 0,0 0 0,7 0 0,-1-2-6553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24575,'0'4'0,"0"5"0,0 3 0,2 2 0,2 1 0,1 0 0,1 1 0,1-1 0,0 0 0,1 0 0,-1 0 0,1-1 0,-1 1 0,1-3 0,-1-1 0,1-2 0,-2-1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1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24575,'0'8'0,"0"4"0,0 1-8191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1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24575,'0'4'0,"0"0"0,1 0 0,0 0 0,0 0 0,0-1 0,0 1 0,1 0 0,0-1 0,-1 1 0,1-1 0,5 7 0,-2-4 0,0 0 0,1 1 0,0-2 0,10 9 0,-10-9 0,0 0 0,1-1 0,-1 0 0,1 0 0,0 0 0,12 3 0,-18-6 0,1-1 0,0 1 0,-1-1 0,1 0 0,0 0 0,-1 0 0,1 0 0,0 0 0,0 0 0,-1-1 0,1 1 0,0 0 0,-1-1 0,4-1 0,-4 1 0,1 0 0,0 0 0,0-1 0,-1 1 0,1-1 0,-1 1 0,1-1 0,-1 0 0,0 1 0,1-1 0,-1 0 0,0 0 0,0 0 0,1-3 0,0-2 0,0-1 0,-1 1 0,1-1 0,-2 1 0,1-1 0,-1 1 0,0-1 0,0 1 0,-1-1 0,0 1 0,-3-12 0,-3-32 0,7 50 0,0 0 0,0 0 0,0 0 0,0 0 0,0 0 0,0 0 0,0 0 0,1-1 0,-1 1 0,0 0 0,1 0 0,-1 0 0,0 0 0,1 0 0,0 0 0,-1 0 0,1 0 0,-1 0 0,1 1 0,1-2 0,-1 1 0,0 1 0,-1-1 0,1 1 0,0 0 0,0-1 0,0 1 0,0 0 0,0 0 0,0 0 0,0-1 0,0 1 0,0 0 0,0 0 0,0 1 0,0-1 0,0 0 0,0 0 0,1 1 0,3 0 0,0 1 0,0 0 0,-1 1 0,1-1 0,-1 1 0,0 0 0,6 4 0,76 74 0,-63-57-1365,-14-12-5461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24575,'1'33'0,"2"0"0,1 0 0,2 0 0,0-1 0,3 0 0,19 50 0,97 173 0,-121-248-273,0 1 0,-1-1 0,0 0 0,2 12 0,-2-7-6553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24575,'36'6'0,"-4"1"0,1-1 0,-1-2 0,1-1 0,38-2 0,-66-2 0,-1 1 0,0-1 0,1 1 0,-1-1 0,0 0 0,0-1 0,1 1 0,-1-1 0,0 0 0,-1 0 0,1 0 0,0 0 0,0-1 0,-1 0 0,0 1 0,1-1 0,-1 0 0,0-1 0,-1 1 0,1-1 0,0 1 0,-1-1 0,0 0 0,0 1 0,0-1 0,0-1 0,-1 1 0,0 0 0,1 0 0,-1 0 0,-1-1 0,1 1 0,-1 0 0,0-1 0,0 1 0,0 0 0,0-1 0,-1 1 0,-1-8 0,0 6 0,0 0 0,0 1 0,0 0 0,0-1 0,-1 1 0,0 0 0,0 0 0,0 0 0,-1 1 0,0-1 0,0 1 0,0 0 0,0 0 0,-1 0 0,1 1 0,-1-1 0,0 1 0,0 0 0,0 0 0,-9-3 0,12 6 0,1-1 0,-1 1 0,0-1 0,1 1 0,-1 0 0,0 0 0,0-1 0,1 1 0,-1 0 0,0 1 0,1-1 0,-1 0 0,0 0 0,0 1 0,1-1 0,-1 1 0,1-1 0,-1 1 0,1 0 0,-1 0 0,1 0 0,-1 0 0,1 0 0,-1 0 0,1 0 0,0 0 0,0 0 0,0 0 0,-1 1 0,1-1 0,0 1 0,1-1 0,-1 1 0,0-1 0,0 1 0,1-1 0,-2 4 0,1 0 0,0 0 0,0 1 0,0-1 0,0 0 0,1 1 0,0-1 0,0 1 0,0-1 0,1 1 0,2 9 0,0-5 0,1 1 0,1-1 0,-1 0 0,2 0 0,-1-1 0,1 1 0,1-1 0,0-1 0,0 1 0,15 13 0,-3-7 0,-1 0 0,2-1 0,0-1 0,22 11 0,-31-19 0,0 0 0,1-1 0,-1 0 0,1-1 0,0 0 0,0-1 0,0 0 0,0-1 0,0 0 0,20-2 0,-22 1 0,0-2 0,-1 1 0,1-1 0,0-1 0,-1 0 0,1 0 0,-1-1 0,0 0 0,0-1 0,0 0 0,-1 0 0,1 0 0,9-10 0,-15 12 0,0 0 0,0 0 0,-1 0 0,1 0 0,-1-1 0,0 1 0,0-1 0,0 0 0,0 1 0,-1-1 0,1 0 0,-1 0 0,0 0 0,0 0 0,-1 0 0,1 0 0,-1 0 0,0-5 0,-1-4 0,0 0 0,-2 0 0,1 0 0,-6-15 0,2 8 0,4 11 0,0 1 0,1-1 0,0 0 0,0 0 0,1-10 0,0 16 0,0 1 0,0 0 0,0 0 0,1 0 0,-1 0 0,0 0 0,1 0 0,0 0 0,-1 0 0,1 0 0,0 0 0,0 0 0,0 0 0,0 0 0,0 0 0,1 1 0,-1-1 0,1 0 0,-1 1 0,1-1 0,-1 1 0,1 0 0,0-1 0,0 1 0,-1 0 0,5-1 0,3 1-1365,0 2-5461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102 228 24575,'25'180'0,"-19"-153"0,2 0 0,0-1 0,2 0 0,20 39 0,-26-56 0,-3-7 0,1 1 0,-1 0 0,1-1 0,-1 1 0,1-1 0,3 4 0,-8-24 0,-10-10 0,-1 1 0,-34-51 0,27 48 0,-25-52 0,35 55 0,0-1 0,2 1 0,1-2 0,1 1 0,1-1 0,2 0 0,-1-44 0,5 69 0,0 0 0,0 0 0,0 0 0,1 0 0,-1 0 0,1 0 0,0 1 0,1-1 0,-1 0 0,0 1 0,1-1 0,0 1 0,2-4 0,-2 5 0,0 0 0,0 0 0,-1 1 0,1-1 0,0 1 0,0 0 0,1 0 0,-1-1 0,0 1 0,0 0 0,0 1 0,1-1 0,-1 0 0,0 1 0,1-1 0,-1 1 0,1 0 0,-1 0 0,1 0 0,-1 0 0,0 0 0,3 1 0,6 1 0,-1 0 0,0 0 0,-1 1 0,1 1 0,0-1 0,-1 2 0,15 8 0,-5-1 0,0 1 0,23 21 0,-35-27 0,0 0 0,0 0 0,-1 0 0,0 1 0,0 0 0,9 16 0,-14-22 0,0 0 0,-1-1 0,1 1 0,0 0 0,0 0 0,-1 0 0,1 0 0,-1 0 0,0 0 0,0 0 0,0 0 0,1 0 0,-2 0 0,1 0 0,0 0 0,0 0 0,-1 0 0,1 0 0,-1 0 0,0 0 0,1 0 0,-1 0 0,0 0 0,0 0 0,0-1 0,0 1 0,-1 0 0,1-1 0,0 1 0,-1-1 0,1 1 0,-1-1 0,1 0 0,-1 0 0,0 0 0,1 0 0,-1 0 0,0 0 0,-2 1 0,-12 4-1365,2-2-5461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45 24575,'0'3'0,"14"89"0,-14-86 0,1 1 0,-1-1 0,0 1 0,0-1 0,0 1 0,-1-1 0,-2 8 0,3-13 0,-1 0 0,1 1 0,-1-1 0,1 0 0,-1 0 0,0 0 0,0 0 0,1 0 0,-1 0 0,0 0 0,0 0 0,0 0 0,0 0 0,0 0 0,0 0 0,-1-1 0,1 1 0,0 0 0,0-1 0,0 1 0,-1-1 0,1 0 0,0 1 0,0-1 0,-1 0 0,1 0 0,0 1 0,-1-1 0,1 0 0,0 0 0,-1-1 0,1 1 0,0 0 0,-1 0 0,1-1 0,-2 0 0,-15-3 0,1-1 0,0-1 0,0-1 0,-19-11 0,7 2 0,-38-28 0,59 37 0,0 1 0,0-1 0,-9-10 0,15 15 0,1 0 0,-1 1 0,1-1 0,-1 0 0,1-1 0,0 1 0,0 0 0,-1 0 0,2-1 0,-1 1 0,0 0 0,0-1 0,1 1 0,-1-1 0,1 1 0,0-1 0,0 1 0,0-1 0,0-3 0,1 5 0,0-1 0,0 0 0,0 0 0,0 1 0,0-1 0,0 0 0,0 1 0,1-1 0,-1 1 0,1 0 0,-1-1 0,1 1 0,-1 0 0,1 0 0,0 0 0,-1 0 0,1 0 0,0 1 0,0-1 0,0 0 0,0 1 0,-1-1 0,1 1 0,4-1 0,2 0 0,0 0 0,1 1 0,-1 0 0,13 1 0,0 2-1365,-2 1-5461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188 693 24575,'-2'-71'0,"-3"1"0,-2 0 0,-4 1 0,-21-71 0,15 75 0,-3 2 0,-32-69 0,44 120 0,8 12 0,0 0 0,0 0 0,0 0 0,0 0 0,-1 0 0,1 0 0,0 0 0,0-1 0,0 1 0,-1 0 0,1 0 0,0 0 0,0 0 0,0 0 0,-1 0 0,1 0 0,0 0 0,0 0 0,0 0 0,-1 0 0,1 0 0,0 0 0,0 1 0,0-1 0,0 0 0,-1 0 0,1 0 0,0 0 0,0 0 0,0 0 0,0 0 0,-1 0 0,1 1 0,-1 1 0,0 0 0,0 0 0,0 0 0,0 0 0,0 0 0,0 0 0,1 0 0,-1 0 0,0 3 0,-6 38 0,-4 53 0,11-81 0,0 0 0,1 0 0,1 0 0,0 0 0,1 0 0,0-1 0,1 1 0,1-1 0,0 0 0,1 0 0,1 0 0,15 23 0,-6-15 0,1 0 0,1-1 0,1-1 0,0 0 0,2-2 0,25 19 0,18 14-1365,-54-42-5461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 24575,'-25'-3'0,"-28"2"0,46 2 0,0-1 0,1 1 0,-1 0 0,1 0 0,-1 1 0,1 0 0,-1 0 0,1 0 0,-8 5 0,12-6 0,1 0 0,0-1 0,0 1 0,0 0 0,0 0 0,0 0 0,0 0 0,0 0 0,0 0 0,0 0 0,0 1 0,0-1 0,1 0 0,-1 0 0,0 1 0,1-1 0,-1 0 0,1 1 0,0-1 0,-1 1 0,1-1 0,0 3 0,0-2 0,0 1 0,1 0 0,-1-1 0,1 1 0,0-1 0,0 1 0,0 0 0,0-1 0,0 0 0,1 1 0,1 2 0,4 3 0,0 1 0,0-1 0,1 0 0,15 12 0,-8-9 0,-1 0 0,25 12 0,-36-21 0,1 0 0,-1-1 0,1 1 0,-1-1 0,1 0 0,0 0 0,0 0 0,-1 0 0,1 0 0,0-1 0,0 0 0,0 0 0,0 0 0,0 0 0,-1-1 0,1 1 0,0-1 0,5-2 0,-7 2 0,1-1 0,-1 0 0,0 1 0,0-1 0,0 0 0,0 0 0,0-1 0,-1 1 0,1 0 0,-1-1 0,1 1 0,-1-1 0,0 1 0,0-1 0,0 1 0,0-1 0,-1 0 0,2-4 0,-1-1 0,0 1 0,0-1 0,-1 0 0,0 0 0,-1-11 0,0 10 0,-1 0 0,0 0 0,0 0 0,-1 0 0,0 0 0,-5-11 0,8 20 0,0 0 0,0 0 0,0 0 0,0 0 0,0 0 0,0-1 0,0 1 0,0 0 0,0 0 0,-1 0 0,1 0 0,0 0 0,0 0 0,0 0 0,0 0 0,0 0 0,0-1 0,0 1 0,0 0 0,0 0 0,0 0 0,0 0 0,0 0 0,-1 0 0,1 0 0,0 0 0,0 0 0,0 0 0,0 0 0,0 0 0,0 0 0,0 0 0,0 0 0,-1 0 0,1 0 0,0 0 0,0 0 0,0 0 0,0 0 0,0 0 0,0 0 0,0 0 0,0 0 0,-1 0 0,1 0 0,0 0 0,0 0 0,-2 7 0,1 8 0,2-9 0,0 1 0,1-1 0,-1 0 0,1 1 0,1-1 0,-1 0 0,1 0 0,0-1 0,4 6 0,38 49 0,-37-51 0,3 6-1365,0-3-5461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24575,'5'37'0,"2"-1"0,1 0 0,2-1 0,2 1 0,1-2 0,1 0 0,2-1 0,23 36 0,-29-53 0,-1-3 0,-1 0 0,0 1 0,-1-1 0,10 30 0,-17-42 0,1 1 0,-1-1 0,0 0 0,0 0 0,0 0 0,0 0 0,1 1 0,-2-1 0,1 0 0,0 0 0,0 0 0,0 0 0,0 0 0,-1 1 0,1-1 0,-1 1 0,1-1 0,-1-1 0,1 1 0,-1-1 0,1 1 0,-1-1 0,1 1 0,-1-1 0,1 0 0,-1 1 0,0-1 0,1 0 0,-1 0 0,1 1 0,-1-1 0,0 0 0,1 0 0,-1 0 0,0 0 0,1 0 0,-1 0 0,0 0 0,-3 0 0,1 0 0,0-1 0,0 0 0,0 1 0,0-1 0,0-1 0,0 1 0,0 0 0,0-1 0,-3-1 0,-25-17 0,1-2 0,1-1 0,-28-28 0,56 50 0,0 0 0,0 0 0,0 0 0,0 0 0,0 0 0,1 0 0,-1 0 0,0 0 0,1 0 0,-1 0 0,1 0 0,-1 0 0,1 0 0,0-1 0,-1 1 0,1 0 0,0 0 0,0-2 0,0 3 0,0-1 0,0 1 0,0 0 0,0 0 0,1-1 0,-1 1 0,0 0 0,0 0 0,0-1 0,0 1 0,1 0 0,-1 0 0,0 0 0,0-1 0,1 1 0,-1 0 0,0 0 0,0 0 0,1 0 0,-1-1 0,0 1 0,1 0 0,-1 0 0,0 0 0,1 0 0,14 1 0,0 4 0,-1 0 0,18 10 0,-17-8 0,26 9 0,-4-6 0,47 8 0,-65-15 0,0-2 0,1 1 0,-1-2 0,26-3 0,-31 1 0,0 0 0,0-1 0,23-7 0,-36 9 0,0 1 0,0-1 0,0 1 0,0 0 0,0-1 0,0 1 0,0 0 0,0-1 0,0 1 0,0 0 0,0 0 0,1 0 0,-1 0 0,0 0 0,0 0 0,0 1 0,0-1 0,2 1 0,-2 0 0,-1-1 0,1 1 0,-1 0 0,1 0 0,-1-1 0,1 1 0,-1 0 0,0 0 0,0 0 0,1-1 0,-1 1 0,0 0 0,0 0 0,0 0 0,0 0 0,0 0 0,0 0 0,0 0 0,0-1 0,-1 1 0,1 0 0,0 0 0,-1 1 0,-1 7-102,0-2-25,0 0 1,0 1 0,1-1 0,0 1-1,1 0 1,0-1 0,0 1 0,0 0-1,3 13 1,0-11-6700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24575,'0'-2'0,"0"1"0,0 4 0,0 3 0,0 6 0,2 3 0,1 2 0,1-2-8191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18 24575,'2'0'0,"-1"0"0,1 0 0,0 0 0,0 0 0,0 0 0,-1 1 0,1-1 0,0 1 0,0-1 0,-1 1 0,1 0 0,0 0 0,-1 0 0,1 0 0,-1 0 0,3 1 0,-3 0 0,1 0 0,-1 0 0,0 0 0,0 0 0,0 0 0,0 0 0,0 0 0,0 0 0,-1 0 0,1 0 0,0 0 0,-1 0 0,0 4 0,6 33 0,-3-22 0,0 1 0,-1-1 0,-2 23 0,0-38 0,0 0 0,0 0 0,0 0 0,0-1 0,-1 1 0,1 0 0,-1 0 0,0-1 0,1 1 0,-1 0 0,0-1 0,0 1 0,0-1 0,0 1 0,0-1 0,0 0 0,0 1 0,-1-1 0,1 0 0,-3 2 0,2-2 0,-1 1 0,1-1 0,-1 0 0,1-1 0,-1 1 0,0 0 0,0-1 0,1 1 0,-1-1 0,0 0 0,0 0 0,-2 0 0,-6-2 0,1 0 0,0 0 0,-1 0 0,1-1 0,-18-9 0,16 7 0,1-1 0,-1-1 0,1 0 0,0 0 0,1-1 0,0 0 0,0-1 0,1 0 0,-9-12 0,16 18 0,0 0 0,1-1 0,-1 1 0,1 0 0,-1-1 0,1 1 0,0-1 0,1 0 0,-1 1 0,1-1 0,-1 0 0,1-4 0,1 5 0,-1 1 0,0-1 0,0 1 0,1 0 0,-1-1 0,1 1 0,0 0 0,0-1 0,0 1 0,0 0 0,0 0 0,0 0 0,0 0 0,1 0 0,-1 0 0,1 0 0,0 0 0,-1 1 0,4-3 0,2 0 11,1 0 0,0 0 0,0 1 0,0 0 0,0 0 0,1 1-1,-1 0 1,1 1 0,-1 0 0,10-1 0,1 2-382,0 0-1,0 2 1,28 4 0,-30-2-6455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24575,'0'17'0,"0"-1"0,2 0 0,-1 1 0,8 28 0,-7-41 0,-1 1 0,1-1 0,-1 0 0,1 0 0,0 0 0,1 0 0,-1 0 0,1 0 0,-1-1 0,1 1 0,0-1 0,1 0 0,-1 1 0,1-2 0,-1 1 0,1 0 0,0-1 0,0 1 0,0-1 0,0 0 0,0-1 0,6 3 0,-8-4 0,0 1 0,0-1 0,1 1 0,-1-1 0,0 0 0,0 0 0,1 0 0,-1 0 0,0 0 0,0-1 0,1 1 0,-1-1 0,0 1 0,0-1 0,0 0 0,0 0 0,0 0 0,0 0 0,0 0 0,0 0 0,0 0 0,0-1 0,0 1 0,-1-1 0,1 1 0,-1-1 0,1 0 0,-1 0 0,0 0 0,1 1 0,0-5 0,3-5 0,0 0 0,-1 0 0,0-1 0,4-21 0,-4 14 0,-2 12 0,-1-1 0,1 1 0,1 0 0,-1 0 0,7-13 0,-8 19 0,-1 0 0,1-1 0,0 1 0,0 0 0,0 0 0,0 0 0,0 0 0,0 0 0,0 0 0,0 0 0,0 0 0,1 1 0,-1-1 0,0 0 0,0 1 0,1-1 0,-1 1 0,0-1 0,1 1 0,-1-1 0,1 1 0,-1 0 0,0 0 0,1 0 0,-1 0 0,1 0 0,-1 0 0,1 0 0,-1 0 0,0 1 0,4 0 0,13 7 0,-1 1 0,1 0 0,-1 1 0,-1 1 0,20 17 0,-32-25-170,1 1-1,-1-1 0,0 1 1,0 1-1,0-1 0,-1 0 1,4 6-1,-1 2-6655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39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49 24575,'-2'6'0,"0"0"0,0 0 0,0 0 0,1 0 0,0 0 0,0 0 0,0 1 0,1-1 0,0 0 0,0 0 0,1 1 0,0-1 0,0 0 0,3 11 0,2 0 0,0 0 0,1-1 0,17 31 0,6 0 0,-27-43 0,0 0 0,0 0 0,1 0 0,0 0 0,-1-1 0,1 1 0,0-1 0,9 5 0,-12-8 0,0 1 0,0-1 0,0 1 0,0-1 0,1 0 0,-1 1 0,0-1 0,0 0 0,1 0 0,-1 0 0,0 0 0,0 0 0,1 0 0,-1 0 0,0 0 0,0 0 0,1-1 0,-1 1 0,0-1 0,0 1 0,0-1 0,1 1 0,-1-1 0,0 1 0,0-1 0,0 0 0,0 0 0,0 0 0,0 0 0,0 1 0,-1-1 0,1 0 0,0 0 0,0-1 0,-1 1 0,1 0 0,-1 0 0,1 0 0,-1 0 0,1-3 0,1-1 0,0 0 0,-1 0 0,0 0 0,0 0 0,-1-1 0,1 1 0,-1 0 0,-1-9 0,-3-7 0,3 17 0,0 0 0,0-1 0,0 1 0,1-1 0,-1 1 0,1-1 0,1-6 0,-1 10 0,0 1 0,0 0 0,0-1 0,1 1 0,-1 0 0,0-1 0,0 1 0,0-1 0,1 1 0,-1 0 0,0-1 0,0 1 0,1 0 0,-1 0 0,0-1 0,1 1 0,-1 0 0,0 0 0,1-1 0,-1 1 0,0 0 0,1 0 0,-1 0 0,1-1 0,-1 1 0,0 0 0,1 0 0,-1 0 0,1 0 0,-1 0 0,1 0 0,-1 0 0,0 0 0,1 0 0,-1 0 0,1 0 0,-1 0 0,0 1 0,1-1 0,-1 0 0,1 0 0,-1 0 0,0 0 0,1 1 0,19 11 0,-17-9 0,24 16 0,3 3 0,50 27 0,-71-44 0,0-1 0,1 0 0,0 0 0,0-1 0,0 0 0,0-1 0,0 0 0,0 0 0,1-1 0,12-1 0,-22 0 0,1 0 0,-1 0 0,0 0 0,1-1 0,-1 1 0,0 0 0,1-1 0,-1 1 0,0-1 0,0 1 0,1-1 0,-1 0 0,0 1 0,0-1 0,0 0 0,0 0 0,0 0 0,0 0 0,0 0 0,0 0 0,1-2 0,-1 1 0,0-1 0,0 0 0,0 1 0,0-1 0,-1 0 0,1 1 0,-1-1 0,1 0 0,-1 0 0,0-3 0,-1-5 0,-1 1 0,1-1 0,-2 0 0,-4-14 0,-1 5-136,0 0-1,-1 0 1,-2 2-1,0-1 1,0 1-1,-2 1 1,0 0-1,-1 0 0,-20-17 1,24 25-6690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213 201 24575,'-9'-36'0,"3"11"0,-1 0 0,-1 0 0,-22-44 0,30 68 0,-1 0 0,1 0 0,-1-1 0,0 1 0,1 0 0,-1 0 0,0 0 0,0 0 0,0 0 0,0 0 0,0 0 0,0 0 0,0 0 0,0 0 0,-1 1 0,1-1 0,0 0 0,0 1 0,-1-1 0,1 1 0,0-1 0,-1 1 0,1 0 0,0 0 0,-1-1 0,1 1 0,0 0 0,-3 0 0,0 1 0,1 1 0,-1-1 0,1 1 0,-1-1 0,1 1 0,0 0 0,0 0 0,-1 0 0,-2 4 0,2-3 0,-11 8 0,-20 23 0,32-31 0,0 0 0,0 0 0,1 1 0,0-1 0,-1 0 0,1 1 0,1-1 0,-1 1 0,0 0 0,1 0 0,0-1 0,0 1 0,0 0 0,0 4 0,1-5 0,0-1 0,1 1 0,-1-1 0,1 1 0,0-1 0,-1 1 0,1-1 0,0 0 0,1 0 0,-1 1 0,0-1 0,1 0 0,-1 0 0,1 0 0,-1 0 0,1-1 0,0 1 0,0 0 0,0-1 0,0 1 0,0-1 0,4 2 0,6 3 0,0 0 0,0-1 0,15 4 0,-13-4 0,1 0 0,0 0 0,1 0 0,0-2 0,-1 0 0,1-1 0,0 0 0,0-1 0,21-2 0,-26-2-1365,-2 0-5461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1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24575,'43'44'0,"-12"-12"0,1-1 0,66 50 0,-97-80 0,-1-1 0,1 1 0,-1-1 0,1 1 0,0-1 0,-1 1 0,1-1 0,0 0 0,-1 0 0,1 1 0,0-1 0,0 0 0,-1 0 0,1 0 0,0 1 0,0-1 0,-1 0 0,1 0 0,0 0 0,0 0 0,-1-1 0,1 1 0,0 0 0,0 0 0,-1 0 0,1-1 0,1 1 0,-1-1 0,-1 0 0,1 0 0,0 0 0,0 0 0,-1 0 0,1 0 0,-1 0 0,1-1 0,-1 1 0,1 0 0,-1 0 0,0 0 0,0 0 0,1-1 0,-1 0 0,0-7 0,0 1 0,0 0 0,0 0 0,-3-9 0,-8-29 0,7 30 0,-5-31 0,8 47 0,1-1 0,0 0 0,0 0 0,0 0 0,0 1 0,0-1 0,0 0 0,0 0 0,0 0 0,0 1 0,0-1 0,0 0 0,0 0 0,1 1 0,-1-1 0,0 0 0,1 0 0,-1 1 0,0-1 0,1 0 0,-1 1 0,1-1 0,-1 0 0,1 1 0,-1-1 0,1 1 0,0-1 0,0 0 0,1 1 0,-1 0 0,0 0 0,0 0 0,0 0 0,0 0 0,0 0 0,1 0 0,-1 0 0,0 1 0,0-1 0,0 0 0,0 1 0,0-1 0,0 1 0,1 0 0,5 2 0,-1 1 0,1 0 0,-1 1 0,8 7 0,5 8 0,-9-8 0,1-1 0,1-1 0,13 11 0,-22-19 0,0 0 0,0 0 0,0-1 0,0 1 0,0 0 0,1-1 0,-1 0 0,1 0 0,-1 0 0,1 0 0,-1-1 0,1 1 0,-1-1 0,1 0 0,0 0 0,-1 0 0,1-1 0,5 0 0,-7 0 0,0 1 0,0-1 0,-1 0 0,1 0 0,0 0 0,0 0 0,-1 0 0,1 0 0,-1 0 0,1-1 0,-1 1 0,1 0 0,-1-1 0,0 1 0,0-1 0,1 0 0,-1 1 0,1-4 0,0-1 0,0-1 0,0 1 0,0-1 0,0-7 0,6-17 0,-8 31 0,0-1 0,1 0 0,-1 0 0,1 0 0,-1 0 0,1 0 0,-1 0 0,1 1 0,-1-1 0,1 0 0,0 0 0,-1 1 0,1-1 0,0 0 0,0 1 0,0-1 0,-1 1 0,1-1 0,0 1 0,0 0 0,0-1 0,2 0 0,-2 1 0,1 0 0,0 0 0,-1 0 0,1 1 0,-1-1 0,1 0 0,0 1 0,-1-1 0,1 1 0,-1-1 0,1 1 0,2 1 0,3 2 0,0 1 0,0 0 0,12 13 0,-18-18 0,13 14-455,0 1 0,11 17 0,-15-19-6371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24575,'0'8'0,"1"1"0,0-1 0,1 1 0,0-1 0,0 1 0,1-1 0,0 0 0,0 0 0,1-1 0,0 1 0,1-1 0,-1 1 0,1-1 0,1-1 0,-1 1 0,1-1 0,0 0 0,1 0 0,0-1 0,0 1 0,10 5 0,-16-10 0,1 0 0,-1-1 0,1 1 0,-1 0 0,1-1 0,-1 1 0,1-1 0,0 1 0,-1-1 0,1 0 0,0 0 0,-1 1 0,1-1 0,0 0 0,-1-1 0,1 1 0,0 0 0,-1 0 0,1-1 0,-1 1 0,1-1 0,-1 1 0,1-1 0,-1 0 0,1 1 0,-1-1 0,1 0 0,-1 0 0,0 0 0,1 0 0,-1-1 0,0 1 0,0 0 0,0 0 0,0-1 0,0 1 0,0 0 0,0-1 0,-1 1 0,1-1 0,0 1 0,-1-1 0,1 0 0,-1 1 0,0-1 0,1 1 0,-1-1 0,0 0 0,0-2 0,-1-79 0,1 83 0,0 0 0,0 0 0,0-1 0,0 1 0,0 0 0,0 0 0,0 0 0,0-1 0,0 1 0,0 0 0,1 0 0,-1 0 0,0 0 0,0 0 0,0-1 0,0 1 0,0 0 0,0 0 0,0 0 0,0 0 0,0 0 0,1-1 0,-1 1 0,0 0 0,0 0 0,0 0 0,0 0 0,0 0 0,1 0 0,-1 0 0,0 0 0,0 0 0,0 0 0,0 0 0,1-1 0,5 5 0,10 12 0,-12-11 0,10 9 0,1-1 0,1 0 0,0-1 0,0-1 0,1-1 0,1 0 0,-1-1 0,1-1 0,21 6 0,-35-12 0,-1-2 0,1 1 0,-1 0 0,1-1 0,-1 1 0,1-1 0,-1 0 0,1 0 0,-1-1 0,1 1 0,-1-1 0,4-1 0,-5 2 0,-1-1 0,1 0 0,-1 1 0,0-1 0,1 0 0,-1 0 0,0 0 0,1 0 0,-1 0 0,0-1 0,0 1 0,0 0 0,0 0 0,0-1 0,0 1 0,-1 0 0,1-1 0,0 1 0,-1-1 0,1 1 0,-1-1 0,1 0 0,-1 1 0,0-1 0,0 1 0,0-1 0,0 0 0,0-1 0,0-5 12,-1-1 0,-1 1 0,0 0 0,0 0 0,0 0 0,-1 0 0,0 1 0,0-1 0,-8-11 0,2 5-383,0-1-1,-2 1 1,-17-19 0,15 21-6455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2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249 656 24575,'-6'-172'0,"3"146"0,-1-1 0,-2 1 0,0-1 0,-14-33 0,3 18 0,-2 2 0,-27-44 0,-3-10 0,31 55 0,18 38 0,0 0 0,-1 0 0,1 0 0,-1 0 0,0 0 0,1 0 0,-1 0 0,0 0 0,0 0 0,1 0 0,-1 0 0,0 0 0,0 0 0,0 1 0,0-1 0,0 0 0,0 1 0,0-1 0,0 1 0,-3-2 0,3 3 0,0-1 0,0 0 0,0 0 0,0 1 0,0-1 0,0 1 0,0-1 0,1 1 0,-1-1 0,0 1 0,0 0 0,0-1 0,1 1 0,-1 0 0,0 0 0,0 0 0,1-1 0,-1 1 0,1 0 0,-1 0 0,1 0 0,-1 0 0,1 0 0,-1 2 0,-2 6 0,-1 1 0,2-1 0,-1 1 0,1 0 0,1 0 0,0 0 0,0 0 0,1 0 0,1 0 0,-1 0 0,1 0 0,1 0 0,0 0 0,5 14 0,6 12 0,1 0 0,26 47 0,-31-66 0,14 27 0,1-2 0,40 50 0,-46-68 0,2-2 0,0-1 0,1 0 0,1-2 0,27 19 0,-36-30-1365,-3-4-5461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24575,'49'97'0,"-5"2"0,36 121 0,-70-190 0,4 19 0,-13-49 0,-1 1 0,0 0 0,0 0 0,0 0 0,0 0 0,0 0 0,0 0 0,0 0 0,0-1 0,0 1 0,0 0 0,0 0 0,-1 0 0,1 0 0,0 0 0,0-1 0,-1 1 0,1 0 0,-1 1 0,0-2 0,1 1 0,-1-1 0,0 0 0,1 1 0,-1-1 0,1 0 0,-1 1 0,0-1 0,1 0 0,-1 0 0,0 1 0,1-1 0,-1 0 0,0 0 0,0 0 0,1 0 0,-1 0 0,0 0 0,0 0 0,-2-1 0,-1 0 0,1 0 0,0 0 0,0 0 0,0 0 0,0 0 0,0-1 0,0 0 0,-3-1 0,-2-5 0,0 1 0,0-1 0,1 0 0,-1-1 0,2 1 0,-1-2 0,1 1 0,1-1 0,0 1 0,0-1 0,1-1 0,-3-10 0,6 20 0,1 0 0,0 0 0,-1 0 0,1 1 0,0-1 0,0 0 0,0 0 0,0 0 0,0 0 0,0 0 0,0 1 0,0-1 0,0 0 0,0 0 0,1 0 0,-1 0 0,0 1 0,1-1 0,-1 0 0,0 0 0,1 1 0,-1-1 0,1 0 0,-1 0 0,1 1 0,-1-1 0,1 0 0,0 1 0,-1-1 0,1 1 0,0-1 0,-1 1 0,1-1 0,0 1 0,0 0 0,-1-1 0,1 1 0,0 0 0,0 0 0,0-1 0,0 1 0,-1 0 0,1 0 0,0 0 0,0 0 0,0 0 0,0 0 0,0 0 0,-1 0 0,2 1 0,6 0 0,1 0 0,-1 1 0,0 0 0,8 4 0,-12-5 0,64 25 0,21 7 0,-75-29 0,1-1 0,-1 0 0,0-1 0,24 1 0,-36-3 0,0-1 0,0 1 0,0 1 0,0-1 0,0 0 0,0 0 0,1 1 0,-1-1 0,0 1 0,-1 0 0,1-1 0,0 1 0,0 0 0,2 2 0,-2-1 0,0 0 0,-1 0 0,1 0 0,-1 0 0,1 1 0,-1-1 0,0 0 0,0 1 0,0-1 0,1 5 0,2 7 0,0 0 0,2 0 0,-1 0 0,2-1 0,13 21 0,-12-23-1365,-2-1-5461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24575,'7'10'0,"3"8"0,-1 3 0,1 1 0,-1-1 0,-3-2 0,-2-1 0,-1-1 0,-2-5-8191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98 221 24575,'88'208'0,"-57"-146"0,48 74 0,-60-111 0,-19-25 0,0 0 0,0 0 0,0 0 0,0 0 0,1 0 0,-1 0 0,0 0 0,0 0 0,0 0 0,0 0 0,0 0 0,0 0 0,0 1 0,0-1 0,0 0 0,0 0 0,0 0 0,0 0 0,0 0 0,1 0 0,-1 0 0,0 0 0,0 0 0,0 0 0,0 0 0,0 0 0,0 0 0,0 0 0,0 0 0,0 0 0,0 0 0,1 0 0,-1 0 0,0 0 0,0 0 0,0 0 0,0 0 0,0 0 0,0 0 0,0 0 0,0 0 0,0 0 0,0 0 0,0-1 0,1 1 0,-1 0 0,0 0 0,0 0 0,0 0 0,0 0 0,0 0 0,0 0 0,0 0 0,0 0 0,0 0 0,0 0 0,0 0 0,0-1 0,0 1 0,0 0 0,0 0 0,0 0 0,0 0 0,0 0 0,0-11 0,-6-11 0,-16-42 0,-46-93 0,7 20 0,48 103 0,1 0 0,-7-40 0,17 67 0,-6-41 0,8 44 0,0-1 0,0 1 0,0 0 0,0 0 0,0 0 0,1-1 0,0 1 0,2-8 0,-2 11 0,-1 0 0,1 0 0,-1 0 0,1 0 0,0 0 0,-1 0 0,1 0 0,0 0 0,0 0 0,0 1 0,0-1 0,0 0 0,0 1 0,0-1 0,0 0 0,0 1 0,0-1 0,0 1 0,0 0 0,0-1 0,1 1 0,-1 0 0,0 0 0,0-1 0,0 1 0,0 0 0,1 0 0,-1 0 0,0 1 0,0-1 0,0 0 0,1 0 0,-1 1 0,0-1 0,0 0 0,0 1 0,0-1 0,2 2 0,2 1 0,-1-1 0,1 1 0,-1 0 0,0 0 0,0 0 0,0 1 0,6 6 0,-6-5 0,-1-1 0,1 1 0,-1 0 0,0 0 0,0 1 0,3 8 0,-5-13 0,-1 1 0,1 0 0,-1 0 0,0-1 0,0 1 0,0 0 0,0 0 0,0-1 0,0 1 0,-1 0 0,1 0 0,-1-1 0,1 1 0,-1 0 0,1-1 0,-1 1 0,0 0 0,0-1 0,0 1 0,0-1 0,0 0 0,0 1 0,0-1 0,0 0 0,-1 0 0,-2 2 0,1 0 0,-1 0 0,0 0 0,0-1 0,0 0 0,-1 0 0,1 0 0,0 0 0,-1-1 0,-7 2 0,-4-1 0,-25 1 0,-2 0 0,4 2-1365,23-3-5461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132 768 24575,'1'-29'0,"2"1"0,7-35 0,-4 34 0,3-60 0,-10 53 0,-1 1 0,-2-1 0,-2 0 0,-1 1 0,-15-43 0,-73-165 0,94 240 0,-7-14 0,8 16 0,-1 1 0,1-1 0,0 0 0,0 1 0,-1-1 0,1 1 0,0-1 0,-1 1 0,1-1 0,-1 1 0,1-1 0,-1 1 0,1-1 0,-1 1 0,1 0 0,-1-1 0,1 1 0,-1 0 0,1-1 0,-1 1 0,0 0 0,1 0 0,-1 0 0,1 1 0,-1-1 0,1 1 0,0-1 0,-1 1 0,1-1 0,0 1 0,-1-1 0,1 1 0,0-1 0,0 1 0,0-1 0,0 1 0,-1 0 0,1-1 0,0 1 0,0-1 0,0 1 0,0 0 0,0 0 0,1 15 0,-1-16 0,4 37 0,2 0 0,2-1 0,23 68 0,-15-61 0,2 0 0,2-1 0,2-1 0,2-1 0,36 47 0,-51-76 0,0 0 0,0-1 0,1 0 0,17 13 0,-23-20 0,1 0 0,-1-1 0,0 1 0,1-1 0,0 0 0,9 3 0,-11-5 0,-1 1 0,1-1 0,0 1 0,0-1 0,0 0 0,-1 0 0,1-1 0,0 1 0,0 0 0,-1-1 0,1 0 0,0 0 0,3-1 0,-3 0 0,0 0 0,-1 0 0,1 0 0,-1 0 0,1 0 0,-1-1 0,0 1 0,0-1 0,0 1 0,-1-1 0,1 0 0,0 0 0,-1 0 0,0 0 0,0 0 0,0 0 0,0 0 0,0 0 0,-1-1 0,1-4 0,0 1 0,0 0 0,-1 0 0,0 0 0,-1 0 0,1 0 0,-1 1 0,0-1 0,-4-12 0,5 19 0,0 0 0,0 0 0,0-1 0,-1 1 0,1 0 0,0 0 0,0-1 0,0 1 0,0 0 0,0 0 0,0-1 0,0 1 0,0 0 0,0 0 0,-1-1 0,1 1 0,0 0 0,0 0 0,0 0 0,-1-1 0,1 1 0,0 0 0,0 0 0,0 0 0,-1 0 0,1 0 0,0-1 0,0 1 0,-1 0 0,1 0 0,-1 0 0,-2 8 0,2 16 0,3 0 0,2 0 0,0 1 0,2-1 0,0-1 0,2 1 0,0-1 0,14 25 0,-19-43 0,-1-1 0,1 0 0,-1 0 0,1 0 0,1 0 0,-1-1 0,0 1 0,1-1 0,0 0 0,0 0 0,4 3 0,-7-5 0,1 0 0,0 0 0,0-1 0,-1 1 0,1 0 0,0-1 0,0 1 0,0-1 0,0 0 0,0 1 0,0-1 0,0 0 0,-1 0 0,1 0 0,0-1 0,0 1 0,0 0 0,0-1 0,0 1 0,0-1 0,-1 0 0,1 1 0,0-1 0,0 0 0,-1 0 0,1 0 0,-1 0 0,1-1 0,-1 1 0,3-2 0,-1-1 0,1-1 0,0 1 0,-1-1 0,0 0 0,0 0 0,-1 0 0,1 0 0,-1-1 0,0 1 0,2-8 0,-1-6 0,4-33 0,-6 43 0,2-5 0,1 10 0,-1 11 0,-1 7 0,-1 1 0,0 24 0,1 5 0,18 266 0,-18-264 0,-5 67 0,1-92 0,-1 0 0,-1 0 0,-1 0 0,-1-1 0,-12 30 0,16-46 0,0 0 0,0 1 0,-1-1 0,0 0 0,0 0 0,0 0 0,0-1 0,0 1 0,-1-1 0,0 0 0,1 0 0,-1 0 0,0 0 0,-7 2 0,9-4 0,-1 0 0,0 0 0,1 0 0,-1 0 0,0-1 0,0 0 0,0 1 0,1-1 0,-1 0 0,0 0 0,0 0 0,0-1 0,1 1 0,-1-1 0,0 1 0,0-1 0,1 0 0,-1 0 0,0 0 0,1-1 0,-1 1 0,1-1 0,0 1 0,-1-1 0,-3-3 0,1-1 0,-1 0 0,1 0 0,0 0 0,1-1 0,0 0 0,0 0 0,0 0 0,1 0 0,-1 0 0,2-1 0,-1 0 0,1 1 0,1-1 0,-1 0 0,1 0 0,1 0 0,-1-9 0,2 4 0,0-1 0,0 1 0,1 0 0,1 0 0,0 0 0,1 0 0,0 1 0,1-1 0,9-17 0,-8 20 24,0 0 0,1 0 0,0 1 0,14-15 0,-15 19-173,-1 0 1,1 1-1,-1 0 1,1 0-1,0 0 1,0 1-1,1 0 1,-1 0-1,8-2 1,1 1-6678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24575,'-2'2'0,"-1"4"0,-1 3 0,2 2 0,0 2 0,1 1 0,3 1 0,1 0 0,0 0 0,2 0 0,0 0 0,2 0 0,2-1 0,2 1 0,-1-6 0,-5-6 0,-5-6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 24575,'-3'-8'0,"0"1"0,0 4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24575,'-2'7'0,"-1"1"0,1 0 0,1 0 0,0 0 0,0 0 0,0 0 0,1 16 0,1-20 0,0 0 0,-1 0 0,1 0 0,1 0 0,-1-1 0,0 1 0,1 0 0,0-1 0,0 1 0,0-1 0,0 0 0,1 1 0,-1-1 0,1 0 0,0-1 0,0 1 0,0 0 0,3 2 0,-3-3 0,0 0 0,1 0 0,-1 0 0,1 0 0,-1-1 0,1 1 0,-1-1 0,1 0 0,0 0 0,0 0 0,6 0 0,-8-1 0,-1 0 0,1-1 0,-1 1 0,1 0 0,0-1 0,-1 1 0,1-1 0,-1 1 0,1-1 0,-1 0 0,0 1 0,1-1 0,-1 0 0,0 0 0,1 0 0,-1 0 0,0-1 0,0 1 0,0 0 0,0 0 0,0-1 0,0 1 0,0 0 0,-1-1 0,1 1 0,0-1 0,-1 1 0,1-1 0,-1 1 0,1-3 0,1-4 0,-1-1 0,0 1 0,-1 0 0,0-17 0,-1-6 0,1 30 0,0 1 0,0-1 0,0 0 0,0 0 0,0 0 0,0 1 0,1-1 0,-1 0 0,0 0 0,0 1 0,1-1 0,-1 0 0,0 1 0,1-1 0,-1 0 0,0 1 0,1-1 0,-1 0 0,1 1 0,-1-1 0,1 1 0,-1-1 0,1 1 0,0-1 0,-1 1 0,2-1 0,-1 1 0,0 0 0,0 0 0,0 0 0,1 0 0,-1 0 0,0 0 0,0 0 0,0 0 0,0 0 0,1 1 0,-1-1 0,0 0 0,0 1 0,0-1 0,1 1 0,7 4 0,-1 0 0,-1 1 0,11 8 0,-14-10 0,48 34 99,7 7-1563,-45-33-5362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87 24575,'-16'-12'0,"-8"-6"0,-26-13 0,44 27 0,-1 0 0,1 1 0,-1 0 0,0 1 0,-1-1 0,1 1 0,0 1 0,-1-1 0,-8 1 0,14 1 0,0 0 0,0 0 0,0 0 0,0 0 0,0 1 0,0-1 0,0 1 0,0-1 0,0 1 0,0 0 0,0 0 0,0 0 0,0 0 0,1 0 0,-1 0 0,0 0 0,1 1 0,-1-1 0,1 1 0,-1-1 0,1 1 0,0 0 0,0-1 0,0 1 0,0 0 0,0 0 0,0 0 0,0-1 0,0 1 0,1 0 0,-1 0 0,0 3 0,0 6 0,-1 0 0,1 0 0,1 0 0,1 20 0,0-20 0,1 15 0,1-1 0,2 0 0,0 0 0,2-1 0,18 45 0,66 110 0,-5-39 0,14 23 0,-91-147 0,11 22 0,-18-34 0,-1-1 0,1 1 0,-1 0 0,0-1 0,0 1 0,0 0 0,0 7 0,-3-4-1365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7 24575,'-27'-2'0,"-11"-2"0,-2 4 0,4 0 0,5 2 0,8 2 0,5 0 0,7 3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8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67 242 24575,'31'64'0,"-70"-160"0,-17-40 0,56 135 0,-1 0 0,1-1 0,-1 1 0,1 0 0,0 0 0,0 0 0,-1 0 0,1 0 0,0-1 0,0 1 0,0 0 0,0 0 0,0 0 0,0-1 0,1 1 0,-1 0 0,0 0 0,1 0 0,-1 0 0,1-2 0,0 3 0,-1 0 0,1-1 0,0 1 0,0-1 0,-1 1 0,1 0 0,0-1 0,0 1 0,-1 0 0,1 0 0,0 0 0,0 0 0,0-1 0,0 1 0,-1 0 0,1 1 0,0-1 0,0 0 0,0 0 0,0 0 0,-1 0 0,1 1 0,0-1 0,0 0 0,0 1 0,-1-1 0,1 0 0,1 2 0,33 15 0,109 47 0,-127-58 0,1-1 0,0 0 0,0-2 0,0 0 0,0-1 0,29 0 0,-41-2 0,0 0 0,-1-1 0,1 0 0,0 0 0,0-1 0,0 0 0,-1 0 0,1 0 0,-1 0 0,9-6 0,-12 7 0,0-1 0,-1 1 0,1 0 0,0-1 0,-1 1 0,1-1 0,-1 0 0,0 1 0,0-1 0,0 0 0,1 0 0,-2 0 0,1 0 0,0 0 0,0 0 0,-1 0 0,1 0 0,-1 0 0,1 0 0,-1 0 0,0 0 0,0-1 0,0 1 0,0 0 0,0 0 0,0 0 0,-1 0 0,1 0 0,-1 0 0,0 0 0,1 0 0,-3-3 0,0-1 0,0 1 0,0-1 0,0 1 0,-1 0 0,0 0 0,0 1 0,-8-7 0,10 9 0,-1-1 0,1 1 0,-1 0 0,0 0 0,1 1 0,-1-1 0,0 1 0,0-1 0,0 1 0,0 0 0,-1 0 0,1 0 0,0 1 0,0-1 0,-7 0 0,9 1 0,-1 1 0,1-1 0,0 0 0,-1 0 0,1 1 0,0-1 0,0 1 0,-1-1 0,1 1 0,0 0 0,0-1 0,0 1 0,-1 0 0,1 0 0,0 0 0,0 0 0,0 0 0,1 0 0,-1 0 0,-1 1 0,1 1 0,0-1 0,0 0 0,0 1 0,0 0 0,0-1 0,1 1 0,-1-1 0,1 1 0,-1 4 0,2 2 0,-1-1 0,1 0 0,0 0 0,1 0 0,4 14 0,-2-11 0,1 0 0,1-1 0,0 1 0,0-2 0,1 1 0,0-1 0,0 0 0,12 11 0,-2-4 0,1-1 0,1-1 0,23 14 0,-37-25 11,0 0 0,1 0 0,-1-1 0,0 0 0,1 0 0,0-1-1,-1 1 1,1-1 0,0 0 0,10-1 0,-14 0-53,0 0-1,0 0 1,0 0-1,-1 0 1,1-1-1,0 1 1,0-1 0,0 1-1,0-1 1,0 0-1,-1 0 1,1 0-1,0 0 1,-1 0 0,1 0-1,-1 0 1,1-1-1,-1 1 1,1 0-1,-1-1 1,0 1 0,0-1-1,0 0 1,0 1-1,0-1 1,0 0-1,0 0 1,0 0 0,-1 1-1,1-1 1,-1 0-1,1 0 1,-1 0-1,0-2 1,1-8-6784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4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34 24575,'-8'-4'0,"-51"-19"0,54 21 0,0 1 0,0 0 0,0 0 0,0 0 0,0 1 0,0-1 0,-1 1 0,1 0 0,-8 2 0,12-2 0,-1 0 0,1 0 0,0 1 0,0-1 0,0 1 0,0-1 0,0 1 0,0-1 0,0 1 0,0-1 0,0 1 0,0 0 0,0 0 0,0-1 0,0 1 0,0 0 0,0 0 0,1 0 0,-1 0 0,0 0 0,1 0 0,-1 0 0,1 0 0,-1 1 0,1-1 0,-1 0 0,1 0 0,0 0 0,0 0 0,0 1 0,-1-1 0,1 0 0,0 0 0,1 0 0,-1 1 0,0-1 0,0 0 0,0 0 0,1 0 0,-1 1 0,0-1 0,1 0 0,0 1 0,2 5 0,0 0 0,0-1 0,1 1 0,0-1 0,7 9 0,-4-6 0,3 3 0,0 0 0,18 17 0,-25-26 0,1 0 0,-1-1 0,1 1 0,0-1 0,-1 0 0,1 0 0,0 0 0,0-1 0,0 1 0,0-1 0,0 0 0,1 0 0,-1-1 0,6 1 0,-9-1 0,1 0 0,0 0 0,-1 0 0,1 0 0,-1 0 0,1-1 0,0 1 0,-1-1 0,1 1 0,-1-1 0,1 0 0,-1 1 0,1-1 0,-1 0 0,0 0 0,1 0 0,-1 0 0,0 0 0,2-2 0,-2 1 0,1-1 0,-1 1 0,0 0 0,0-1 0,1 1 0,-2-1 0,1 1 0,0-1 0,-1 0 0,2-4 0,-2-2 0,0 1 0,0-1 0,-1 1 0,0-1 0,0 1 0,-4-12 0,4 18 0,-4-13 0,5 14 0,0 1 0,0-1 0,-1 1 0,1-1 0,0 1 0,0-1 0,-1 1 0,1-1 0,-1 1 0,1-1 0,0 1 0,-1-1 0,1 1 0,-1-1 0,1 1 0,-1 0 0,1-1 0,-1 1 0,1 0 0,-2-1 0,2 1 0,-1 1 0,1-1 0,0 0 0,-1 1 0,1-1 0,0 0 0,-1 1 0,1-1 0,0 1 0,-1-1 0,1 0 0,0 1 0,0-1 0,0 1 0,-1-1 0,1 1 0,0-1 0,0 1 0,0-1 0,0 1 0,0-1 0,0 1 0,0-1 0,0 1 0,-1 17 0,1-16 0,0 24 0,1-1 0,1 1 0,7 32 0,27 74 0,-25-101 0,2 1 0,0-2 0,3 0 0,32 49 0,-44-74-77,-4-6 212,-5-9-691,3 7-311,-4-7-5959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332 452 24575,'-62'-16'0,"12"2"0,-1 3 0,-55-6 0,102 17 0,-1-1 0,0 1 0,0 0 0,1 1 0,-1-1 0,1 1 0,-1 0 0,-5 2 0,9-2 0,0-1 0,0 0 0,0 1 0,0-1 0,0 1 0,0 0 0,0-1 0,1 1 0,-1 0 0,0 0 0,0-1 0,1 1 0,-1 0 0,1 0 0,-1 0 0,1 0 0,-1 1 0,0-1 0,1 0 0,0 1 0,0-1 0,0 0 0,0 1 0,0-1 0,0 0 0,0 1 0,0-1 0,1 0 0,-1 1 0,0-1 0,1 0 0,-1 1 0,1-1 0,1 2 0,1 3 0,1-1 0,0 1 0,1-1 0,-1 0 0,1-1 0,0 1 0,0-1 0,0 0 0,1 0 0,8 4 0,6 3 0,36 13 0,-51-21 0,0-2 0,0 1 0,1 0 0,-1-1 0,0 0 0,1-1 0,-1 1 0,1-1 0,-1 0 0,1 0 0,6-2 0,-9 2 0,0-1 0,0 0 0,-1 0 0,1 0 0,0-1 0,0 1 0,-1-1 0,1 0 0,-1 1 0,0-1 0,1 0 0,-1 0 0,0-1 0,0 1 0,0 0 0,0-1 0,-1 1 0,1-1 0,-1 1 0,1-1 0,1-4 0,-1 0 0,-1 1 0,1-1 0,-1 0 0,0 0 0,-1 1 0,1-1 0,-1 0 0,-1 0 0,1 0 0,-1 1 0,0-1 0,-3-7 0,-3-11 0,-19-42 0,-104-198 0,127 260 0,0-2 0,-1 1 0,0 0 0,-7-9 0,18 46 0,72 151 0,-40-96 0,-20-46-455,1 0 0,29 42 0,-42-71-6371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1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81 24575,'10'-9'0,"46"-34"0,-50 39 0,0 0 0,1 0 0,-1 1 0,1 0 0,0 0 0,0 0 0,8-1 0,-11 4 0,1 0 0,-1 0 0,1 0 0,0 0 0,-1 1 0,1 0 0,-1 0 0,1 0 0,-1 0 0,0 1 0,0-1 0,1 1 0,-1 0 0,0 1 0,0-1 0,-1 1 0,1 0 0,6 6 0,-1-1 0,-1 1 0,0 0 0,0 1 0,-1 0 0,12 20 0,-17-26 0,0-1 0,-1 0 0,1 1 0,-1-1 0,0 1 0,0 0 0,0-1 0,0 1 0,-1 0 0,0-1 0,1 1 0,-1 0 0,-1 0 0,0 4 0,1-6 0,-1 1 0,0 0 0,-1 0 0,1-1 0,0 1 0,-1 0 0,0-1 0,1 0 0,-1 1 0,0-1 0,0 0 0,-1 0 0,1 0 0,0 0 0,-1 0 0,1-1 0,-1 1 0,-2 1 0,-2 0 0,0 0 0,-1 0 0,1-1 0,-1 0 0,1-1 0,-1 1 0,1-2 0,-1 1 0,0-1 0,0 0 0,-11-1 0,3-2 0,1 1 0,0-2 0,0 0 0,-25-10 0,35 12 0,0-1 0,0 1 0,0-1 0,1 0 0,-1-1 0,1 1 0,0-1 0,0 1 0,0-1 0,1 0 0,-1-1 0,1 1 0,0-1 0,-4-6 0,6 7 0,-1 1 0,1 0 0,0 0 0,0-1 0,1 1 0,-1 0 0,1-1 0,0 1 0,-1-1 0,2 1 0,-1-1 0,0 1 0,1 0 0,-1-1 0,1 1 0,0-1 0,0 1 0,0 0 0,1 0 0,-1 0 0,1 0 0,0 0 0,3-5 0,-1 4-76,-1 0 1,0 0-1,1 0 0,0 0 0,0 1 0,0 0 0,0 0 0,0 0 1,1 0-1,-1 1 0,1 0 0,0 0 0,0 0 0,0 0 1,0 1-1,0 0 0,6-1 0,1 1-6750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24575,'3'1'0,"0"0"0,-1-1 0,1 1 0,-1 0 0,1 1 0,-1-1 0,0 0 0,4 3 0,6 3 0,-3-3 0,1 1 0,0-2 0,0 0 0,0 0 0,14 2 0,-21-5 0,-1 1 0,0-1 0,0 0 0,1 0 0,-1-1 0,0 1 0,0 0 0,1-1 0,-1 1 0,0-1 0,0 0 0,0 0 0,3-2 0,-3 2 0,-1 0 0,0 0 0,0 0 0,1-1 0,-1 1 0,0 0 0,-1-1 0,1 1 0,0-1 0,0 1 0,0-1 0,-1 1 0,1-1 0,-1 0 0,1 1 0,-1-1 0,0 0 0,0 1 0,0-1 0,0-3 0,0-3 0,-1 0 0,-1-1 0,1 1 0,-6-15 0,0 0 0,11 24 0,6 6 0,9 9 0,2 4 0,-10-8 0,1-1 0,1-1 0,0 0 0,27 17 0,-39-27 0,0 1 0,1 0 0,-1-1 0,0 1 0,0-1 0,1 1 0,-1-1 0,0 0 0,1 1 0,-1-1 0,0 0 0,1 0 0,-1 0 0,1 0 0,-1 0 0,0 0 0,1 0 0,-1-1 0,0 1 0,1 0 0,-1-1 0,0 1 0,0-1 0,1 0 0,-1 1 0,0-1 0,0 0 0,0 0 0,0 1 0,2-3 0,-1 0 0,0-1 0,0 1 0,0-1 0,0 1 0,0-1 0,-1 0 0,0 0 0,0 0 0,1-6 0,-1 7 0,-1 0 0,1 0 0,0-1 0,0 1 0,0 0 0,1 0 0,-1 0 0,4-5 0,-4 7 0,0 0 0,-1 1 0,1-1 0,0 0 0,0 1 0,0-1 0,0 1 0,0-1 0,0 1 0,0-1 0,0 1 0,0 0 0,0 0 0,0-1 0,0 1 0,0 0 0,0 0 0,0 0 0,0 0 0,0 0 0,0 0 0,1 0 0,-1 1 0,0-1 0,0 0 0,0 1 0,0-1 0,0 0 0,0 1 0,0-1 0,1 2 0,8 4-170,0 1-1,0 0 0,0 1 1,-1 0-1,0 0 0,-1 1 1,11 14-1,-10-10-6655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75 24575,'0'-5'0,"-1"0"0,1 0 0,-1 0 0,0 0 0,0 0 0,0 0 0,-1 0 0,0 0 0,1 0 0,-2 1 0,1-1 0,-5-6 0,7 11 0,-1-1 0,1 1 0,0 0 0,-1-1 0,1 1 0,0 0 0,-1 0 0,1-1 0,-1 1 0,1 0 0,0 0 0,-1 0 0,1-1 0,-1 1 0,1 0 0,-1 0 0,1 0 0,-1 0 0,1 0 0,-1 0 0,1 0 0,0 0 0,-1 0 0,1 0 0,-1 0 0,1 0 0,-1 0 0,0 1 0,0-1 0,0 1 0,0 0 0,0-1 0,1 1 0,-1 0 0,0 0 0,0 0 0,1 0 0,-1 0 0,0 0 0,0 1 0,-1 3 0,0-1 0,0 1 0,1-1 0,-2 8 0,0 10 0,1 1 0,2 0 0,3 43 0,-3-63 0,0-1 0,1 1 0,-1-1 0,1 0 0,0 1 0,0-1 0,0 0 0,0 0 0,0 0 0,0 0 0,0 1 0,1-2 0,-1 1 0,1 0 0,-1 0 0,1 0 0,0-1 0,0 1 0,4 2 0,-5-3 0,0-1 0,1 1 0,-1-1 0,1 0 0,-1 1 0,1-1 0,-1 0 0,0 0 0,1 0 0,-1 0 0,1 0 0,-1 0 0,1 0 0,-1 0 0,1-1 0,-1 1 0,0-1 0,1 1 0,-1-1 0,1 1 0,-1-1 0,0 0 0,0 1 0,1-1 0,-1 0 0,0 0 0,0 0 0,0 0 0,0 0 0,0 0 0,0-1 0,0 1 0,0-1 0,3-5 0,-1 0 0,0 0 0,0 0 0,0 0 0,-1 0 0,0 0 0,-1-1 0,0 1 0,0-1 0,0-8 0,0 4 0,0 0 0,6-19 0,-7 31 0,0 0 0,0-1 0,0 1 0,0 0 0,0-1 0,0 1 0,0 0 0,0 0 0,0-1 0,1 1 0,-1 0 0,0-1 0,0 1 0,0 0 0,1 0 0,-1-1 0,0 1 0,0 0 0,1 0 0,-1-1 0,0 1 0,0 0 0,1 0 0,-1 0 0,0 0 0,1-1 0,-1 1 0,0 0 0,1 0 0,0 0 0,7 7 0,5 17 0,-12-22 0,51 113-1365,-46-102-5461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24575,'8'22'0,"4"10"0,1 1 0,0-1 0,-2-5 0,-3-9 0,-3-7-8191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0,0 3 0,0 4 0,0-1-8191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3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24575,'25'27'0,"18"17"0,-39-40 0,1-1 0,-1 1 0,1-1 0,-1 0 0,1-1 0,0 1 0,0-1 0,9 3 0,-12-4 0,0-1 0,0 1 0,0-1 0,0 0 0,0 0 0,0 1 0,0-1 0,0-1 0,0 1 0,0 0 0,0 0 0,0-1 0,0 1 0,0-1 0,0 0 0,0 1 0,0-1 0,0 0 0,-1 0 0,1 0 0,0 0 0,-1-1 0,4-2 0,-1-1 0,0 0 0,-1-1 0,1 1 0,-1-1 0,5-12 0,-6 11 0,1 1 0,0 0 0,1-1 0,5-6 0,-9 12 0,1 1 0,0-1 0,-1 0 0,1 0 0,0 1 0,0-1 0,0 0 0,0 1 0,-1-1 0,1 1 0,0-1 0,0 1 0,0 0 0,0-1 0,0 1 0,0 0 0,0 0 0,0 0 0,0 0 0,1-1 0,-1 1 0,0 1 0,0-1 0,0 0 0,0 0 0,0 0 0,0 0 0,0 1 0,0-1 0,0 1 0,0-1 0,0 1 0,0-1 0,-1 1 0,2 0 0,4 3 0,-1 0 0,0 1 0,0 0 0,6 7 0,-2-2 0,12 10-87,-13-13-72,-1 0-1,0 0 0,0 0 0,-1 1 0,1 0 1,-2 0-1,6 10 0,-6-5-6666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24575,'-8'10'0,"-1"5"0,-1 6 0,3 1 0,4-1 0,5-1 0,3 1 0,2-1 0,3-1 0,2-1 0,-1-2 0,0-1 0,1 0 0,1-1 0,0-2 0,-2-4-8191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24575,'2'0'0,"1"2"0,0 4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24575,'5'9'0,"1"9"0,6 85 0,-7-75 0,1 0 0,2-1 0,19 50 0,-20-58 0,-4-11 0,0 0 0,0 0 0,1 0 0,5 8 0,-8-15 0,-1 0 0,1 1 0,0-1 0,0 0 0,0 0 0,0 0 0,0 0 0,0-1 0,0 1 0,0 0 0,0 0 0,0 0 0,0-1 0,0 1 0,1-1 0,-1 1 0,0-1 0,1 1 0,-1-1 0,0 0 0,1 0 0,-1 0 0,0 0 0,1 1 0,-1-2 0,0 1 0,1 0 0,-1 0 0,0 0 0,1-1 0,1 0 0,-1 0 0,1 0 0,-1-1 0,0 1 0,0-1 0,0 1 0,0-1 0,0 0 0,0 0 0,0 0 0,2-4 0,15-25 0,-12 17 0,-1 5 0,0-1 0,-1 0 0,0 0 0,0-1 0,-1 1 0,-1-1 0,0 0 0,0 0 0,1-14 0,-4 19 0,0 4 0,0 0 0,0 1 0,0-1 0,0 0 0,0 0 0,1 0 0,-1 0 0,1 0 0,-1 1 0,1-1 0,-1 0 0,3-2 0,-3 4 0,0 0 0,0 0 0,0 0 0,0 0 0,1 0 0,-1 0 0,0 0 0,0 0 0,0 0 0,1 0 0,-1 0 0,0 0 0,0 1 0,0-1 0,0 0 0,0 0 0,1 0 0,-1 0 0,0 0 0,0 0 0,0 0 0,0 1 0,0-1 0,0 0 0,1 0 0,-1 0 0,0 0 0,0 1 0,0-1 0,0 0 0,0 0 0,0 0 0,0 0 0,0 1 0,0-1 0,0 0 0,0 0 0,0 0 0,0 0 0,0 1 0,0-1 0,0 0 0,0 1 0,2 9 0,0 10 0,-2-9 0,1 0 0,1 1 0,4 15 0,-4-23 0,-1-1 0,1 1 0,0 0 0,0 0 0,0-1 0,0 1 0,1-1 0,-1 0 0,1 1 0,0-1 0,0-1 0,0 1 0,5 3 0,-4-3 0,1 1 0,0-1 0,1-1 0,-1 1 0,0-1 0,1 1 0,0-2 0,-1 1 0,1-1 0,8 2 0,-11-3 0,0 0 0,0 0 0,0 0 0,0-1 0,-1 1 0,1-1 0,0 0 0,0 0 0,0 0 0,-1 0 0,1 0 0,0 0 0,-1-1 0,1 1 0,-1-1 0,1 0 0,-1 0 0,0 0 0,0 0 0,0 0 0,0 0 0,3-4 0,-3 1 0,0 1 0,0-1 0,0 1 0,-1-1 0,1 1 0,-1-1 0,0 0 0,0 0 0,-1 0 0,1-9 0,-1 1 0,-1 0 0,-4-25 0,2 23 20,-1 0 0,-1 0 0,0 0 0,-1 1 0,-8-15 0,10 22-144,0 0 0,-1 0 1,0 1-1,0-1 0,0 1 0,-1 0 1,1 1-1,-2-1 0,1 1 0,0 1 1,-13-8-1,7 7-6702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24575,'0'14'0,"0"8"0,2 0 0,1-1 0,0-2 0,2-2 0,0-3-8191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 24575,'0'-8'0,"0"1"0,-2 3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24575,'39'51'0,"-2"1"0,30 58 0,47 121 0,-106-209 0,-5-15 0,-1 0 0,1-1 0,6 11 0,-9-17-45,0 1-1,1-1 1,-1 0-1,0 1 1,0-1-1,1 0 1,-1 1-1,0-1 1,0 0-1,1 1 1,-1-1-1,1 0 1,-1 0-1,0 1 1,1-1-1,-1 0 1,0 0-1,1 0 1,-1 0-1,1 1 1,-1-1-1,1 0 1,-1 0-1,0 0 0,1 0 1,-1 0-1,1 0 1,-1 0-1,1 0 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6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46 24575,'-17'-8'0,"-8"-1"0,-3-1 0,2 3 0,2 1 0,3 3 0,3 1 0,-1 2 0,1 2 0,0 2 0,-1-1 0,0 2 0,1 1 0,1-2 0,-2 2 0,1-1 0,0 0 0,3-2-8191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24575,'-3'-13'0,"3"13"0,0 0 0,0 0 0,0 0 0,0 0 0,0 0 0,0 0 0,0 0 0,0 0 0,0 0 0,0-1 0,0 1 0,0 0 0,0 0 0,0 0 0,0 0 0,0 0 0,0 0 0,0 0 0,0 0 0,1 0 0,-1 0 0,0 0 0,0 0 0,0 0 0,0 0 0,0 0 0,0 0 0,0 0 0,0 0 0,0 0 0,0 0 0,0 0 0,0 0 0,0 0 0,1 0 0,-1 0 0,0 0 0,0 0 0,0 0 0,0 0 0,0 0 0,0 0 0,0 0 0,0 0 0,0 0 0,0 0 0,0 0 0,0 0 0,1 0 0,-1 0 0,0 0 0,0 0 0,0 0 0,0 0 0,0 0 0,0 0 0,0 0 0,0 0 0,0 0 0,0 1 0,2 1 0,0 0 0,0 0 0,-1 0 0,1 0 0,-1 0 0,2 4 0,16 31 0,-1 1 0,-3 0 0,0 1 0,-3 0 0,9 52 0,-13-34 0,1 107 0,-7-152 0,-2-12 0,0 0 0,0 0 0,0 0 0,0 0 0,0 0 0,1 0 0,-1 0 0,0 0 0,0 0 0,0 0 0,0 0 0,0 0 0,0 0 0,1 0 0,-1 0 0,0 0 0,0 0 0,0 0 0,0 0 0,0 0 0,0 0 0,1 0 0,-1 0 0,0 0 0,0 0 0,0 0 0,0 0 0,0 0 0,0 0 0,0 0 0,0 0 0,1 0 0,-1 0 0,0 0 0,0-1 0,0 1 0,0 0 0,0 0 0,0 0 0,0 0 0,0 0 0,0 0 0,12-20 0,-9 15 0,3-7 0,41-65 0,-41 68 0,1 1 0,0 0 0,0 0 0,1 1 0,0 0 0,13-9 0,-19 15 0,1 0 0,-1 0 0,0 0 0,0 0 0,1 0 0,-1 1 0,0 0 0,1-1 0,-1 1 0,0 0 0,1 0 0,-1 0 0,1 0 0,-1 0 0,0 1 0,1-1 0,-1 1 0,0 0 0,0-1 0,1 1 0,-1 0 0,0 0 0,3 2 0,5 4 0,1 0 0,-1 0 0,12 12 0,-11-10 0,-6-4-97,0-1-1,0 1 1,0-1-1,-1 1 1,1 1-1,-1-1 1,0 1-1,-1 0 1,1-1-1,-1 1 1,0 1-1,-1-1 0,2 7 1,-1-1-6729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16 24575,'-10'-14'0,"5"13"0,3 9 0,5 6 0,1 0 0,-1 0 0,2 0 0,0-1 0,8 16 0,-2-6 0,43 91 0,16 39 0,-42-71 0,-25-70 0,-1 1 0,0-1 0,0 0 0,-1 25 0,-1-35 0,0-1 0,0 1 0,0 0 0,0-1 0,0 1 0,-1 0 0,1-1 0,-1 1 0,1 0 0,-1-1 0,0 1 0,0-1 0,1 1 0,-1-1 0,0 0 0,0 1 0,0-1 0,-1 0 0,1 0 0,0 1 0,0-1 0,-2 1 0,1-1 0,0-1 0,1 1 0,-1-1 0,0 0 0,0 1 0,0-1 0,0 0 0,1 0 0,-1 0 0,0 0 0,0 0 0,0 0 0,0-1 0,1 1 0,-1-1 0,0 1 0,0-1 0,1 0 0,-1 0 0,-1 0 0,-10-7-1365,4 0-5461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24575,'29'-10'0,"10"-6"0,1-2 0,-4 2 0,-6 0 0,-5 2 0,-8 0 0,-5 0 0,-6 0 0,-4 2-8191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 24575,'-14'-14'0,"14"14"0,0 0 0,0-1 0,0 1 0,0 0 0,-1 0 0,1 0 0,0 0 0,0 0 0,0 0 0,0 0 0,0 0 0,-1 0 0,1 0 0,0 0 0,0 0 0,0 0 0,-1-1 0,1 1 0,0 0 0,0 1 0,0-1 0,0 0 0,-1 0 0,1 0 0,0 0 0,0 0 0,0 0 0,0 0 0,-1 0 0,1 0 0,0 0 0,0 0 0,-1 11 0,5 17 0,2 0 0,1 0 0,1-1 0,16 37 0,56 102 0,-79-165 0,17 32 0,18 39 0,-34-67 111,-2-5-138,0 1 1,0-1-1,0 0 0,0 0 0,0 0 0,0 0 0,0 0 1,0 0-1,0 0 0,0 0 0,0 0 0,0 0 0,0 0 0,0 0 1,0 0-1,0 1 0,-1-1 0,1 0 0,0 0 0,0 0 1,0 0-1,0 0 0,0 0 0,0 0 0,0 0 0,0 0 1,0 0-1,0 0 0,0 0 0,0 0 0,0 0 0,0 0 1,0 0-1,-1 0 0,1 0 0,0 0 0,0 0 0,0 0 0,0 0 1,0 0-1,0 0 0,0 0 0,0 0 0,0 0 0,0 0 1,0 0-1,0 0 0,0 0 0,-1 0 0,1 0 0,0 0 1,0 0-1,0 0 0,0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7:5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24575,'32'64'0,"-15"-30"0,24 36 0,-38-66 0,-1-1 0,1 0 0,0 0 0,0 0 0,6 4 0,-8-6 0,-1-1 0,0 0 0,1 1 0,-1-1 0,1 0 0,-1 0 0,1 1 0,-1-1 0,0 0 0,1 0 0,-1 0 0,1 0 0,-1 0 0,1 0 0,-1 0 0,1 0 0,-1 0 0,1 0 0,-1 0 0,1 0 0,-1 0 0,1 0 0,0-1 0,-1 1 0,1-1 0,-1 1 0,0-1 0,1 0 0,-1 1 0,0-1 0,1 1 0,-1-1 0,0 0 0,0 1 0,0-1 0,1 0 0,-1 0 0,0 1 0,0-1 0,0 0 0,0 1 0,0-1 0,-1 0 0,1 0 0,-2-8 0,0 0 0,0 0 0,-1 1 0,0-1 0,-1 1 0,0 0 0,0 0 0,-6-8 0,-5-10 0,7 11 0,1 0 0,0-1 0,0 1 0,2-2 0,0 1 0,-5-32 0,10 46 0,0 1 0,0-1 0,0 0 0,0 0 0,0 1 0,0-1 0,1 0 0,-1 0 0,1 1 0,-1-1 0,1 0 0,0 1 0,-1-1 0,1 1 0,0-1 0,0 1 0,0-1 0,0 1 0,1 0 0,-1-1 0,0 1 0,1 0 0,-1 0 0,0 0 0,1 0 0,-1 0 0,1 0 0,0 0 0,-1 1 0,1-1 0,0 1 0,-1-1 0,1 1 0,0-1 0,3 1 0,6-1 0,0 0 0,0 1 0,-1 1 0,18 2 0,-24-3 0,19 6-1365,-13-3-5461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87 24575,'0'-7'0,"0"1"0,0-1 0,0 0 0,0 0 0,1 1 0,0-1 0,0 0 0,1 1 0,-1-1 0,5-7 0,-6 14 0,0-1 0,0 1 0,0 0 0,0-1 0,1 1 0,-1 0 0,0 0 0,0-1 0,1 1 0,-1 0 0,0 0 0,1-1 0,-1 1 0,0 0 0,1 0 0,-1 0 0,0-1 0,1 1 0,-1 0 0,0 0 0,1 0 0,-1 0 0,0 0 0,1 0 0,-1 0 0,1 0 0,-1 0 0,0 0 0,1 0 0,-1 0 0,0 0 0,1 0 0,-1 0 0,0 0 0,1 0 0,-1 1 0,0-1 0,1 0 0,-1 0 0,0 0 0,1 1 0,-1-1 0,0 0 0,1 0 0,-1 1 0,0-1 0,0 0 0,1 1 0,-1-1 0,0 0 0,0 0 0,0 1 0,0-1 0,1 0 0,-1 1 0,0 0 0,10 20 0,-8-15 0,-1 1 0,1 0 0,-2 0 0,1 0 0,-1 0 0,0 0 0,0 0 0,-1-1 0,0 1 0,-2 9 0,-4 6 0,-16 38 0,15-41 0,0-1 0,-8 36 0,14-41 0,0 0 0,0 0 0,1 1 0,1-1 0,0 0 0,1 1 0,1-1 0,0 0 0,0 0 0,1 0 0,1 0 0,0-1 0,8 15 0,1-2 0,1-1 0,2-1 0,0 0 0,1-1 0,2 0 0,0-2 0,1 0 0,35 26 0,-26-27-1365,-17-13-5461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0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24575,'3'25'0,"1"-1"0,9 29 0,93 185 0,-76-177 0,-28-59 0,6 15 0,0 0 0,-1 0 0,9 34 0,-15-50 0,-1 0 0,0 0 0,0 0 0,0 0 0,1 0 0,-1 0 0,0 0 0,0 0 0,0 0 0,0 0 0,-1 0 0,1 0 0,0 0 0,0 0 0,-1 0 0,1 0 0,0 0 0,-1 0 0,1 0 0,-1 0 0,1-1 0,-1 1 0,0 0 0,1 0 0,-1 0 0,0-1 0,1 1 0,-1 0 0,0-1 0,0 1 0,0-1 0,0 1 0,0-1 0,1 1 0,-1-1 0,0 0 0,0 1 0,0-1 0,0 0 0,0 0 0,0 0 0,0 1 0,0-1 0,0 0 0,0 0 0,-2-1 0,-4 1 0,0-1 0,1 0 0,-1 0 0,0-1 0,-9-3 0,2-1 0,1 1 0,0-1 0,0-1 0,1-1 0,0 1 0,0-2 0,1 0 0,0 0 0,1-1 0,-1 0 0,2-1 0,-11-14 0,18 21 9,0 0-1,0 0 1,0 0-1,0 0 1,1 0 0,-1-1-1,1 1 1,0 0-1,1-1 1,-1 1-1,1 0 1,0-1-1,0-7 1,1 6-195,1-1 1,0 0-1,0 0 0,0 1 1,1-1-1,-1 1 1,8-11-1,-2 4-6640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24575,'-3'3'0,"-2"2"0,-2 4 0,2 3 0,-2-2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2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0 536 24575,'36'-10'0,"119"-39"0,-151 48 0,17-6 0,-20 6 0,0 1 0,0 0 0,0-1 0,0 1 0,1 0 0,-1 0 0,0 0 0,0 0 0,0 0 0,0 0 0,0 1 0,0-1 0,0 0 0,0 1 0,2 0 0,-4-1 0,0 1 0,0 0 0,0-1 0,0 1 0,0-1 0,0 1 0,0-1 0,0 0 0,0 1 0,0-1 0,0 0 0,0 0 0,-2 1 0,-5 0 0,0 0 0,-1-1 0,0 0 0,1 0 0,-1-1 0,1 0 0,0 0 0,-12-4 0,13 2 0,0 1 0,1-1 0,0-1 0,-1 1 0,1-1 0,0 0 0,1-1 0,-1 1 0,1-1 0,-7-7 0,7 5 0,0 0 0,0 0 0,1 0 0,0 0 0,0-1 0,1 0 0,0 1 0,0-1 0,1 0 0,0-1 0,0 1 0,1 0 0,0-1 0,0 1 0,1 0 0,0-1 0,0 1 0,1-1 0,4-13 0,-2 7 0,1 1 0,1 0 0,0 0 0,1 0 0,1 1 0,0 0 0,1 0 0,0 0 0,1 1 0,13-15 0,-13 17 0,1 1 0,0 0 0,1 1 0,0-1 0,0 2 0,0 0 0,1 0 0,22-8 0,-30 13 0,-1 1 0,0 1 0,1-1 0,-1 0 0,1 1 0,-1 0 0,0 0 0,1 0 0,-1 0 0,1 0 0,-1 1 0,1-1 0,-1 1 0,0 0 0,1 0 0,-1 0 0,0 1 0,0-1 0,0 1 0,0 0 0,0 0 0,0 0 0,-1 0 0,1 0 0,0 1 0,-1-1 0,0 1 0,0-1 0,4 7 0,-2-2 0,1 1 0,-2 0 0,1 0 0,-1 0 0,-1 0 0,1 0 0,-2 1 0,1-1 0,-1 1 0,0 0 0,-1 8 0,0-11 0,1 11 0,-1-1 0,-1 0 0,0 1 0,-1-1 0,-1 0 0,-1 0 0,-6 17 0,9-30 0,0-1 0,0 0 0,0 0 0,1 1 0,-1-1 0,1 0 0,0 1 0,-1-1 0,1 0 0,0 1 0,0 2 0,1-4 0,-1 0 0,1 0 0,-1 0 0,0 0 0,1 0 0,0 0 0,-1 0 0,1-1 0,-1 1 0,1 0 0,0 0 0,0-1 0,-1 1 0,1 0 0,0-1 0,0 1 0,0 0 0,0-1 0,0 0 0,0 1 0,0-1 0,0 1 0,0-1 0,0 0 0,0 0 0,0 0 0,2 1 0,25 1 0,1-1 0,47-4 0,-59 2 0,47-6 94,14-1-1553,-66 8-5367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24575,'24'5'0,"0"0"0,0 1 0,0 2 0,-1 0 0,0 2 0,-1 0 0,42 27 0,-48-25 0,1 1 0,-2 0 0,0 1 0,0 1 0,-2 0 0,1 1 0,-2 0 0,0 1 0,18 36 0,-19-29 0,0 1 0,-2 0 0,-1 0 0,0 1 0,-2 0 0,2 28 0,-6-42 0,-1 0 0,-1 0 0,0 0 0,-1 0 0,0 1 0,-1-1 0,0-1 0,-1 1 0,0 0 0,-1 0 0,0-1 0,-1 0 0,-1 0 0,1 0 0,-12 14 0,7-12-682,-21 20-1,13-18-6143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65 24575,'-6'-16'0,"-4"-13"0,9 27 0,1 1 0,-1-1 0,0 1 0,0 0 0,1-1 0,-1 1 0,0 0 0,0 0 0,0 0 0,0-1 0,-1 1 0,1 0 0,0 1 0,-2-2 0,2 2 0,0 0 0,1 0 0,-1 0 0,0 0 0,0 0 0,1 0 0,-1 1 0,0-1 0,0 0 0,1 1 0,-1-1 0,0 0 0,1 1 0,-1-1 0,1 1 0,-1-1 0,1 1 0,-1-1 0,1 1 0,-1-1 0,1 1 0,-1 0 0,1-1 0,-1 1 0,1 1 0,-11 17 0,1 2 0,1 1 0,1 0 0,1 0 0,1 0 0,1 1 0,-2 25 0,5-30 0,2-1 0,0 1 0,1 0 0,1 0 0,0-1 0,2 1 0,0-1 0,10 26 0,-4-19 0,1 0 0,1-1 0,0 0 0,2-1 0,1 0 0,1-1 0,1-1 0,1-1 0,0 0 0,1-1 0,1-1 0,28 18 0,-33-26-1365,-2-3-5461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24575,'-1'5'0,"0"1"0,0-1 0,0 1 0,1-1 0,-1 0 0,1 1 0,1-1 0,0 7 0,11 44 0,-7-35 0,4 15-271,2-1-1,17 38 0,35 61-5040,-16-39 4655,-47-93-41,-2-6 1280,-8-14 2749,-5-12 488,8 13-4069,5 11 250,-1-1 0,0 1 0,0-1 0,1-1 0,0 1 0,0-9 0,1 14 0,1 1 0,0-1 0,0 0 0,0 0 0,1 1 0,-1-1 0,0 0 0,1 1 0,-1-1 0,1 0 0,-1 1 0,1-1 0,0 1 0,0-1 0,0 1 0,0-1 0,0 1 0,0-1 0,0 1 0,0 0 0,0 0 0,1 0 0,-1 0 0,1 0 0,-1 0 0,0 0 0,1 0 0,1-1 0,2 1 0,0 0 0,-1 0 0,1 0 0,0 0 0,-1 0 0,1 1 0,0 0 0,0 0 0,-1 1 0,1-1 0,0 1 0,-1 0 0,1 0 0,8 3 0,5 3 0,0 1 0,20 11 0,-26-12 0,0 1 0,0-1 0,12 12 0,-21-17 0,0 1 0,0 0 0,0 0 0,-1-1 0,1 2 0,-1-1 0,0 0 0,0 0 0,0 1 0,0-1 0,-1 1 0,1 0 0,-1-1 0,0 1 0,0 0 0,0 5 0,-1-8 0,0 1 0,0 0 0,0-1 0,0 1 0,0 0 0,-1-1 0,1 1 0,-1-1 0,1 1 0,-1-1 0,0 1 0,1-1 0,-1 1 0,0-1 0,0 1 0,0-1 0,-2 2 0,1-1 0,-1 0 0,0 0 0,1 0 0,-1 0 0,0 0 0,0-1 0,0 1 0,-4 0 0,-3 2 0,-1-2 0,0 0 0,1 0 0,-15 0 0,-4-1 60,-38-2 0,57 0-246,0 0 1,0-1-1,0 0 0,0-1 1,0 0-1,1-1 1,-12-5-1,8 2-6640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87 266 24575,'3'20'0,"5"16"0,-41-125 0,-20-63 0,52 150 0,-2-7 0,1 0 0,-3-16 0,5 24 0,0-1 0,-1 1 0,1 0 0,0-1 0,0 1 0,0 0 0,0-1 0,0 1 0,0 0 0,1-1 0,-1 1 0,0 0 0,1-1 0,-1 1 0,1 0 0,-1 0 0,1 0 0,0-1 0,-1 1 0,1 0 0,0 0 0,0 0 0,0 0 0,0 0 0,0 0 0,0 0 0,0 1 0,1-2 0,-1 2 6,0 0 0,0-1 0,1 1 0,-1 0 0,0 0-1,0 0 1,0 0 0,0 0 0,0 0 0,0 1 0,1-1 0,-1 0 0,0 1-1,0-1 1,0 0 0,0 1 0,0-1 0,0 1 0,1 0 0,16 15-1489,-10-6-5343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 24575,'-7'-5'0,"-3"1"0,0 3 0,3 5 0,2 4 0,4 3 0,2 2 0,4 1 0,1 1 0,1-2 0,1-1 0,-2 0 0,0-2 0,0 0 0,-1 0 0,-2-3 0,-4-4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5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24575,'2'2'0,"4"4"0,0 3 0,0 2 0,-2 2 0,-1 2 0,-1-3-8191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24575,'-4'1'0,"0"0"0,-1 1 0,1-1 0,0 1 0,1 0 0,-1 0 0,0 0 0,0 1 0,1-1 0,-1 1 0,1 0 0,0 0 0,0 0 0,0 0 0,0 1 0,-3 5 0,4-6 0,1 1 0,-1-1 0,1 1 0,0-1 0,0 1 0,0-1 0,0 1 0,1 0 0,0-1 0,-1 1 0,1 0 0,1-1 0,-1 1 0,0 0 0,1-1 0,0 1 0,0 0 0,0-1 0,3 7 0,0-2 0,1 0 0,0 0 0,0 0 0,0-1 0,1 0 0,0 0 0,11 8 0,0-1 0,36 24 0,-50-36 0,0 0 0,1-1 0,-1 1 0,1-1 0,-1 1 0,1-1 0,0 0 0,-1 0 0,1 0 0,0-1 0,0 0 0,0 1 0,5-2 0,-7 1 0,-1 0 0,1-1 0,0 1 0,-1-1 0,1 0 0,-1 1 0,1-1 0,-1 0 0,1 0 0,-1 0 0,0 0 0,1 0 0,-1 0 0,0 0 0,0-1 0,0 1 0,0 0 0,0-1 0,0 1 0,0 0 0,0-1 0,-1 1 0,1-1 0,-1 0 0,1 1 0,-1-1 0,1 0 0,-1 1 0,0-1 0,0 0 0,0 1 0,0-4 0,0-2-195,-1-1 0,0 0 0,0 1 0,-1 0 0,0-1 0,-4-8 0,0-2-6631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5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5 109 24575,'-1'-9'0,"0"-2"0,-1-1 0,2 0 0,0 1 0,0-1 0,1 1 0,2-14 0,-3 25 0,0 0 0,0 0 0,0-1 0,0 1 0,0 0 0,0 0 0,0-1 0,0 1 0,0 0 0,0 0 0,0 0 0,1-1 0,-1 1 0,0 0 0,0 0 0,0 0 0,0-1 0,0 1 0,0 0 0,0 0 0,1 0 0,-1 0 0,0-1 0,0 1 0,0 0 0,0 0 0,1 0 0,-1 0 0,0 0 0,0 0 0,0 0 0,0 0 0,1-1 0,-1 1 0,0 0 0,0 0 0,1 0 0,-1 0 0,0 0 0,0 0 0,0 0 0,1 0 0,-1 0 0,0 0 0,0 0 0,0 0 0,1 0 0,-1 1 0,0-1 0,0 0 0,0 0 0,1 0 0,-1 0 0,0 0 0,0 0 0,0 0 0,0 1 0,1-1 0,-1 0 0,0 0 0,0 0 0,0 0 0,0 1 0,0-1 0,1 0 0,-1 0 0,0 0 0,0 1 0,9 15 0,-8-15 0,28 70 0,23 82 0,12 30 0,-55-159 0,-2-6 0,1-1 0,10 18 0,-18-34 3,0 0 1,1 0-1,-1-1 0,0 1 0,1 0 0,-1-1 0,1 1 0,-1-1 1,1 1-1,-1 0 0,1-1 0,-1 1 0,1-1 0,-1 1 1,1-1-1,0 0 0,-1 1 0,1-1 0,0 0 0,-1 1 0,1-1 1,0 0-1,0 0 0,-1 0 0,1 1 0,0-1 0,0 0 0,-1 0 1,1 0-1,0 0 0,0 0 0,-1 0 0,1-1 0,0 1 1,0 0-1,-1 0 0,2-1 0,0-1-138,0 1 0,0-1 0,0 0 0,0 0 0,0 1 0,-1-1 0,1-1 0,-1 1 0,1 0 0,0-3 0,3-4-6691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24575,'-5'2'0,"1"0"0,0 0 0,0 0 0,0 0 0,0 1 0,0-1 0,0 1 0,1 0 0,-6 5 0,8-7 0,0 0 0,1 0 0,-1 0 0,0 0 0,0 0 0,1 0 0,-1 1 0,0-1 0,1 0 0,-1 0 0,1 0 0,0 1 0,-1-1 0,1 0 0,0 0 0,0 1 0,0-1 0,0 0 0,0 0 0,0 1 0,0-1 0,0 0 0,0 1 0,1-1 0,-1 0 0,0 0 0,1 1 0,-1-1 0,1 0 0,0 0 0,-1 0 0,1 0 0,0 0 0,0 0 0,-1 0 0,1 0 0,0 0 0,1 1 0,6 4 0,0-1 0,-1 0 0,2 0 0,-1 0 0,0-1 0,1 0 0,0-1 0,0 0 0,0 0 0,12 1 0,6 0 0,-1-1 0,38-1 0,4-3-1365,-55 1-5461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6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24575,'5'5'0,"85"79"0,-79-76 0,-1 0 0,1-1 0,0 0 0,0-1 0,1 0 0,0-1 0,17 5 0,-26-9 0,1 0 0,0 0 0,-1 0 0,1-1 0,0 0 0,0 0 0,-1 0 0,1 0 0,0 0 0,0-1 0,-1 1 0,6-3 0,-8 3 0,1-1 0,-1 0 0,1 0 0,-1 0 0,0 0 0,1 0 0,-1 0 0,0-1 0,0 1 0,0 0 0,0-1 0,0 1 0,0 0 0,0-1 0,0 1 0,-1-1 0,1 0 0,0 1 0,-1-1 0,1 1 0,-1-1 0,0 0 0,0 1 0,0-1 0,0 0 0,0 0 0,0 1 0,0-4 0,-1-1 0,-1 1 0,1-1 0,-1 0 0,0 1 0,0-1 0,-1 1 0,0 0 0,0 0 0,-7-10 0,-2-4 0,12 19 0,0 0 0,0-1 0,0 1 0,0 0 0,-1 0 0,1 0 0,0 0 0,0 0 0,0 0 0,0 0 0,0 0 0,0 0 0,0-1 0,0 1 0,0 0 0,0 0 0,0 0 0,0 0 0,0 0 0,0 0 0,0 0 0,0 0 0,0-1 0,0 1 0,0 0 0,0 0 0,0 0 0,0 0 0,0 0 0,0 0 0,0 0 0,0 0 0,0-1 0,1 1 0,-1 0 0,0 0 0,0 0 0,0 0 0,0 0 0,0 0 0,0 0 0,0 0 0,0 0 0,7 0 0,13 5 0,-13-3 0,4 0 0,0 0 0,0-1 0,0-1 0,19 0 0,-26 0 0,0 0 0,-1-1 0,1 1 0,0-1 0,-1 0 0,1 0 0,-1 0 0,1-1 0,-1 1 0,0-1 0,1 0 0,-1 0 0,0 0 0,0 0 0,0 0 0,-1-1 0,5-4 0,-5 5 4,-1 0 0,0 0-1,0 0 1,-1 0 0,1 0-1,0-1 1,-1 1 0,1 0-1,-1 0 1,0-1 0,1 1-1,-1 0 1,0 0 0,-1-1-1,1 1 1,0 0 0,-1 0-1,1-1 1,-1 1 0,0 0-1,1 0 1,-3-3 0,-2-5-174,0 1 0,-1 0 0,-11-13 0,9 12-600,-1-3-6056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7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51 24575,'-11'-7'0,"0"0"0,-1 1 0,0 0 0,-1 0 0,1 2 0,-1-1 0,-24-3 0,36 7 0,0 1 0,-1 0 0,1-1 0,-1 1 0,1 0 0,0 0 0,-1 0 0,1 0 0,-1 0 0,1 1 0,0-1 0,-1 0 0,1 1 0,0-1 0,-1 1 0,1-1 0,0 1 0,0 0 0,-1-1 0,1 1 0,0 0 0,0 0 0,0 0 0,0 0 0,0 0 0,0 0 0,0 0 0,0 0 0,1 0 0,-2 2 0,1 0 0,1-1 0,0 1 0,-1-1 0,1 0 0,0 1 0,0-1 0,0 1 0,1-1 0,-1 1 0,0-1 0,1 1 0,0-1 0,0 0 0,-1 1 0,1-1 0,2 3 0,2 3 0,-1-1 0,1 0 0,0 0 0,1 0 0,0 0 0,0-1 0,9 7 0,-11-10 0,0 1 0,0-1 0,1-1 0,-1 1 0,1 0 0,0-1 0,0 0 0,0 0 0,0-1 0,0 0 0,0 1 0,1-2 0,5 2 0,-9-3 0,0 1 0,0 0 0,0 0 0,0-1 0,0 0 0,0 1 0,0-1 0,0 0 0,0 0 0,0 0 0,0 0 0,0 0 0,0 0 0,-1-1 0,1 1 0,-1 0 0,1-1 0,-1 0 0,1 1 0,-1-1 0,0 0 0,0 0 0,0 1 0,0-1 0,0 0 0,0 0 0,1-3 0,1-5 0,0 0 0,-1-1 0,3-20 0,-5 28 0,0 2 0,0 0 0,0 0 0,0 0 0,1 0 0,-1-1 0,0 1 0,0 0 0,1 0 0,-1 0 0,1 0 0,-1 0 0,1 0 0,-1 0 0,1 0 0,0 0 0,-1 0 0,1 1 0,0-1 0,0 0 0,1-1 0,-1 2 0,-1 0 0,1 0 0,0-1 0,0 1 0,0 0 0,0 0 0,0 0 0,0 0 0,0 0 0,0 0 0,0 0 0,0 0 0,0 1 0,0-1 0,0 0 0,0 0 0,-1 1 0,3 0 0,3 2 0,0 1 0,0 0 0,-1 0 0,11 11 0,-2-1-1365,-1-1-5461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8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133 753 24575,'11'-34'0,"-2"0"0,-1-1 0,7-70 0,-14 84 0,-1-1 0,-1 1 0,-1-1 0,0 1 0,-2-1 0,0 1 0,-14-38 0,-93-176 0,90 194 0,11 29 0,10 12 0,0 0 0,0 0 0,0 0 0,0 0 0,-1 0 0,1 0 0,0 0 0,0 0 0,0 0 0,0 0 0,-1 1 0,1-1 0,0 0 0,0 0 0,0 0 0,0 0 0,-1 0 0,1 0 0,0 0 0,0 1 0,0-1 0,0 0 0,0 0 0,0 0 0,0 0 0,0 1 0,0-1 0,-1 0 0,1 0 0,0 0 0,0 0 0,0 1 0,0-1 0,0 0 0,0 0 0,0 0 0,0 1 0,0-1 0,0 0 0,0 31 0,1-23 0,-1 16 0,1 0 0,1-1 0,2 1 0,0-1 0,1 0 0,2 0 0,14 37 0,-11-39 0,1 1 0,0-2 0,2 1 0,0-1 0,1-1 0,1-1 0,18 17 0,-22-25 0,0-1 0,26 16 0,-34-23 0,1 0 0,0 0 0,-1 0 0,1-1 0,0 1 0,0-1 0,0 0 0,0 0 0,0-1 0,1 1 0,-1-1 0,0 0 0,0 0 0,0 0 0,5-1 0,-6 0 0,-1 0 0,1 0 0,-1 0 0,0-1 0,0 1 0,1-1 0,-1 1 0,0-1 0,0 0 0,-1 0 0,1 0 0,0 0 0,-1 0 0,1 0 0,-1 0 0,1 0 0,-1-1 0,0 1 0,0-1 0,0 1 0,-1-1 0,1 1 0,0-5 0,1-6 0,0-1 0,-1 1 0,-1-19 0,0 23 0,-1-18 0,-2-1 0,-10-48 0,-21-52 0,7 33 0,24 81 0,2 8 0,0 1 0,0 0 0,0 1 0,-1-1 0,0 0 0,0 0 0,0 1 0,-4-8 0,6 13 0,-1-1 0,1 0 0,0 0 0,-1 1 0,1-1 0,0 0 0,0 1 0,-1-1 0,1 0 0,0 1 0,0-1 0,0 0 0,0 1 0,-1-1 0,1 1 0,0-1 0,0 0 0,0 1 0,0-1 0,0 1 0,0-1 0,0 0 0,0 1 0,0-1 0,0 1 0,-1 14 0,0 19 0,2 1 0,2-1 0,10 49 0,-9-63 0,1-1 0,1 1 0,1-1 0,1 0 0,1 0 0,0-1 0,14 20 0,-13-26 0,0 0 0,1-1 0,0 0 0,0 0 0,1-1 0,0-1 0,1 0 0,0-1 0,1 0 0,14 6 0,-20-12-195,0 1 0,0-1 0,1 0 0,-1-1 0,1 0 0,11 0 0,-6-1-6631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237 220 24575,'-43'-43'0,"-121"-117"0,162 158 0,0 0 0,0 0 0,0 1 0,0-1 0,0 1 0,0-1 0,0 1 0,-5-2 0,7 3 0,-1 0 0,1 0 0,0 0 0,0 0 0,0 0 0,-1 0 0,1 0 0,0 0 0,0 0 0,0 0 0,-1 0 0,1 0 0,0 0 0,0 0 0,0 0 0,-1 1 0,1-1 0,0 0 0,0 0 0,0 0 0,-1 0 0,1 0 0,0 0 0,0 1 0,0-1 0,0 0 0,0 0 0,0 0 0,-1 0 0,1 1 0,0-1 0,0 0 0,0 0 0,0 1 0,1 15 0,6 9 0,1-1 0,1 1 0,20 36 0,-6-13 0,30 64 0,5-2 0,5-3 0,111 145 0,-173-251 13,1 1 0,-1-1 0,0 1 0,0 0 0,0-1 0,0 1 0,0 0 0,1 3 0,-2-5-17,0 0-1,0 0 1,0 0 0,0 0-1,0 0 1,0 0 0,0 1-1,0-1 1,-1 0 0,1 0-1,0 0 1,0 0-1,0 0 1,0 0 0,0 0-1,0 0 1,0 0 0,0 0-1,0 0 1,0 0 0,0 1-1,0-1 1,0 0 0,-1 0-1,1 0 1,0 0 0,0 0-1,0 0 1,0 0-1,0 0 1,0 0 0,0 0-1,0 0 1,0 0 0,-1 0-1,1 0 1,0 0 0,0 0-1,0 0 1,0 0 0,0 0-1,0 0 1,0 0 0,0 0-1,0 0 1,-1-1 0,-10-4-1274,-2-3-5548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9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24575,'35'-23'0,"1"1"0,1 1 0,1 3 0,47-17 0,-80 33 0,-1 0 0,1 1 0,0 0 0,0 0 0,-1 0 0,1 0 0,9 0 0,-13 2 0,1-1 0,0 0 0,-1 0 0,1 1 0,-1-1 0,1 1 0,0-1 0,-1 1 0,1 0 0,-1-1 0,1 1 0,-1 0 0,0 0 0,1 0 0,-1 0 0,0 0 0,0 1 0,0-1 0,0 0 0,0 0 0,0 1 0,0-1 0,0 1 0,0-1 0,1 4 0,12 45 34,-12-40-234,1 0 1,0 1-1,0-2 0,1 1 0,0 0 0,7 9 0,-5-10-6626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10 24575,'-2'-5'0,"-2"1"0,1 4 0,1 4 0,0 3 0,1 4 0,0 5 0,1-1-8191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0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177 598 24575,'9'-39'0,"-1"0"0,-2 0 0,1-63 0,-7 79 0,-1 0 0,-1 0 0,-2 0 0,0 1 0,-1 0 0,-1 0 0,-16-36 0,14 38 0,-1 1 0,-1 0 0,0 1 0,-2 0 0,0 0 0,-15-15 0,26 32 0,-1-1 0,1 0 0,-1 1 0,0 0 0,1-1 0,-1 1 0,0 0 0,0 0 0,0 0 0,0 0 0,0 0 0,0 1 0,0-1 0,0 0 0,-2 1 0,2 0 0,1 0 0,0 0 0,0 0 0,-1 1 0,1-1 0,0 1 0,0-1 0,0 1 0,-1-1 0,1 1 0,0-1 0,0 1 0,0 0 0,0 0 0,0 0 0,0 0 0,1 0 0,-1 0 0,0 0 0,0 0 0,1 0 0,-1 0 0,0 0 0,1 0 0,-1 0 0,0 3 0,-2 5 0,-1 1 0,2 0 0,-1 1 0,2-1 0,-1 0 0,1 16 0,1 1 0,4 34 0,0-31 0,2 0 0,0-1 0,3 0 0,0-1 0,2 0 0,0 0 0,2-1 0,2-1 0,0 0 0,1-1 0,2 0 0,0-2 0,2 0 0,44 39 0,-52-52 0,0 0 0,1-2 0,16 9 0,-23-14 0,0 0 0,0 0 0,1-1 0,-1 0 0,1 0 0,0 0 0,-1-1 0,1 0 0,10 0 0,-5-3-1365,-3-2-5461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24575,'20'68'0,"3"0"0,3-2 0,36 65 0,-18-52 105,4 9-1575,-43-78-5356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0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24575,'70'27'0,"38"13"0,-89-34 0,1-1 0,1-1 0,32 3 0,-34-6 0,0-1 0,1-1 0,-1 0 0,0-2 0,34-7 0,-46 8 0,0-1 0,0 1 0,1-1 0,-2-1 0,1 1 0,0-1 0,-1 0 0,1-1 0,-1 1 0,0-1 0,-1-1 0,1 1 0,-1-1 0,0 0 0,-1 0 0,1 0 0,4-10 0,-7 12 0,-1 0 0,1-1 0,-1 1 0,0-1 0,-1 1 0,1-1 0,-1 0 0,0 1 0,0-1 0,0 0 0,0 1 0,-1-1 0,0 1 0,0-1 0,0 1 0,0-1 0,-1 1 0,0 0 0,0-1 0,0 1 0,0 0 0,-4-4 0,3 4 0,0 0 0,0 0 0,0 0 0,-1 0 0,1 1 0,-1 0 0,0-1 0,0 1 0,-1 0 0,1 1 0,0-1 0,-1 1 0,0 0 0,1 0 0,-1 0 0,0 1 0,0 0 0,0 0 0,-10-1 0,12 2 0,0 1 0,-1-1 0,1 1 0,0 0 0,0 0 0,0 0 0,0 0 0,0 0 0,0 1 0,1 0 0,-1-1 0,0 1 0,1 0 0,-1 0 0,1 0 0,0 1 0,0-1 0,0 0 0,0 1 0,0-1 0,0 1 0,0 0 0,-2 5 0,1 1 0,-1-1 0,1 1 0,0 0 0,1 0 0,0-1 0,0 2 0,0 10 0,2-14 0,1 0 0,-1 0 0,1 0 0,0 0 0,1 0 0,-1 0 0,1 0 0,0 0 0,1-1 0,-1 1 0,1-1 0,0 1 0,1-1 0,-1 0 0,1-1 0,0 1 0,0 0 0,7 5 0,2 1 0,1-1 0,-1 0 0,2-1 0,-1-1 0,23 10 0,-29-14 0,101 38 0,-97-38 0,0-1 0,1 0 0,-1-1 0,1-1 0,0 0 0,-1-1 0,16-1 0,-27 1 0,1 0 0,-1 0 0,0 0 0,1-1 0,-1 1 0,0-1 0,1 1 0,-1-1 0,0 1 0,0-1 0,0 0 0,1 0 0,-1 0 0,0 1 0,0-1 0,0 0 0,0 0 0,0 0 0,1-3 0,-1 2 0,0-1 0,0 1 0,0-1 0,0 1 0,0-1 0,-1 0 0,1 1 0,-1-1 0,1-4 0,-2-4 0,1 1 0,-2-1 0,1 1 0,-5-14 0,-20-56 0,17 58 0,1-1 0,2 1 0,0-2 0,-4-36 0,10 55 7,0 0 0,0 0-1,0 0 1,1 1 0,-1-1-1,1 0 1,0 0-1,1 1 1,-1-1 0,1 1-1,0-1 1,0 1 0,1 0-1,-1-1 1,1 1 0,0 1-1,3-5 1,-3 5-72,-1 1 1,1 0-1,0 0 1,0 0-1,1 0 1,-1 0-1,0 0 0,0 1 1,1-1-1,-1 1 1,1 0-1,0 0 1,-1 1-1,1-1 0,-1 1 1,1 0-1,0-1 1,0 2-1,-1-1 1,1 0-1,-1 1 1,7 1-1,2 2-6761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2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24575,'6'-6'0,"0"0"0,0 1 0,0 0 0,1 0 0,0 1 0,0-1 0,14-5 0,-17 9 0,0-1 0,1 1 0,-1 0 0,1 1 0,-1-1 0,1 1 0,-1 0 0,1 0 0,-1 0 0,0 0 0,1 1 0,-1 0 0,1 0 0,-1 0 0,0 1 0,5 1 0,12 7 0,-1 1 0,0 1 0,-1 0 0,20 17 0,67 65 0,-106-93 0,125 121 0,-91-85 0,47 67 0,-66-82 0,-1 1 0,-1 1 0,-1 0 0,13 40 0,-19-46 0,-2-1 0,0 1 0,-1 0 0,-1 0 0,0 0 0,-2 0 0,-2 32 0,0-33-124,-1 0 0,-1 0 0,-1-1 0,0 1 0,-1-1 0,-1 0-1,0-1 1,-1 1 0,-1-2 0,-14 20 0,7-14-6702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6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24575,'0'-90'0,"1"84"0,3 14 0,2 15 0,29 210 0,-22-96 0,-9-118 67,-4-17-272,1 1 1,0 0-1,-1-1 0,1 1 1,-1 0-1,0 5 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24575,'0'406'-1365,"0"-394"-5461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6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 24575,'-12'156'0,"9"-99"0,-11 64 0,13-117 0,0 1 0,1 0 0,-1-1 0,-1 1 0,1-1 0,-1 0 0,0 1 0,0-1 0,-3 5 0,4-8 0,0 1 0,0-1 0,-1 1 0,1-1 0,-1 1 0,1-1 0,-1 0 0,1 0 0,-1 0 0,0 0 0,1 0 0,-1 0 0,0 0 0,0 0 0,0-1 0,0 1 0,0-1 0,0 0 0,0 1 0,1-1 0,-1 0 0,0 0 0,-4 0 0,-2-2 0,0 0 0,0 0 0,0 0 0,0-1 0,0 0 0,1-1 0,-1 0 0,1 0 0,0 0 0,-9-8 0,-8-8 0,-30-32 0,43 40 0,-7-7 0,0-1 0,-19-32 0,-14-19-1365,42 59-5461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18 24575,'-1'-1'0,"-1"-1"0,1 1 0,-1-1 0,0 1 0,0 0 0,1-1 0,-1 1 0,0 0 0,0 0 0,0 0 0,0 0 0,-1 1 0,1-1 0,0 1 0,0-1 0,0 1 0,-1 0 0,1 0 0,0 0 0,-3 0 0,-2 1 0,1 1 0,0 0 0,0 0 0,0 1 0,-9 5 0,9-5 0,-16 7 0,17-8 0,0 0 0,1 0 0,-1 0 0,1 0 0,-1 1 0,1 0 0,0 0 0,0 0 0,0 0 0,0 1 0,1 0 0,0-1 0,-1 1 0,-2 6 0,-1 3 0,1 1 0,1-1 0,-7 28 0,10-34 0,0 1 0,1 0 0,0 0 0,1 0 0,0 0 0,0 0 0,0 0 0,4 14 0,-3-19 0,0 0 0,0 0 0,0 0 0,1 0 0,-1 0 0,1 0 0,0-1 0,0 1 0,0 0 0,0-1 0,0 1 0,5 3 0,-2-3 0,0 1 0,0-1 0,0-1 0,0 1 0,1-1 0,9 3 0,1-1 0,0-1 0,0 0 0,0-2 0,21 1 0,-21-2-341,-1 0 0,1-1-1,22-5 1,-25 3-6485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24575,'13'0'0,"87"4"0,-90-3 0,1 1 0,0 0 0,-1 0 0,1 1 0,-1 1 0,20 9 0,-27-12 0,0 1 0,-1 0 0,1 0 0,0 0 0,-1 0 0,1 0 0,-1 1 0,0-1 0,0 1 0,0-1 0,0 1 0,0 0 0,-1 0 0,1 0 0,-1 0 0,0 0 0,1 0 0,-2 0 0,1 1 0,0-1 0,-1 0 0,1 0 0,-1 1 0,0-1 0,0 0 0,0 1 0,-1 3 0,0-3 0,0 0 0,0 0 0,0 0 0,-1 0 0,1 0 0,-1-1 0,0 1 0,0-1 0,-1 1 0,1-1 0,-1 0 0,1 0 0,-1 0 0,0 0 0,0 0 0,0 0 0,-1-1 0,1 0 0,-1 0 0,1 0 0,-8 3 0,2-1 0,-1-2 0,1 1 0,-1-1 0,0 0 0,0-1 0,1 0 0,-1-1 0,-15-1 0,18 0 0,1 0 0,0 0 0,-1-1 0,1 1 0,0-2 0,0 1 0,0-1 0,0 0 0,0 0 0,0 0 0,1-1 0,0 0 0,-9-8 0,12 10 0,0 1 0,1-1 0,-1 0 0,1 0 0,-1 0 0,1 1 0,0-1 0,0-1 0,-1 1 0,2 0 0,-1 0 0,0 0 0,0 0 0,1-1 0,-1 1 0,1 0 0,0-1 0,0 1 0,0 0 0,0-1 0,0 1 0,0 0 0,0-1 0,1 1 0,-1 0 0,1 0 0,2-5 0,-1 3 0,1 0 0,-1 0 0,1 0 0,1 0 0,-1 0 0,0 0 0,1 1 0,0 0 0,0 0 0,0 0 0,0 0 0,5-2 0,-7 4-57,10-6-597,25-9 0,-27 13-6172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19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24575,'0'4'0,"0"0"0,0-1 0,0 1 0,1 0 0,0 0 0,0 0 0,0 0 0,0 0 0,1-1 0,-1 1 0,1-1 0,0 1 0,0-1 0,0 0 0,1 1 0,-1-1 0,5 4 0,-5-5 0,1 0 0,0-1 0,-1 1 0,1 0 0,0-1 0,0 0 0,0 0 0,0 0 0,0 0 0,0 0 0,0 0 0,0-1 0,0 1 0,1-1 0,-1 0 0,0 0 0,0 0 0,0-1 0,0 1 0,1-1 0,-1 1 0,3-2 0,1-1 0,0 1 0,-1-1 0,1 0 0,-1-1 0,0 0 0,0 0 0,0 0 0,-1 0 0,6-6 0,4-6 0,21-30 0,-26 32 0,-8 12 0,0-1 0,-1 1 0,1 0 0,0 0 0,0 0 0,0 0 0,0 0 0,1 1 0,-1-1 0,0 1 0,4-2 0,-4 2 0,-1 1 0,1 0 0,0-1 0,-1 1 0,1 0 0,0 0 0,-1 0 0,1 1 0,0-1 0,-1 0 0,1 1 0,0-1 0,-1 1 0,1-1 0,-1 1 0,1 0 0,-1-1 0,1 1 0,-1 0 0,2 1 0,4 4 0,0-1 0,-1 1 0,0 0 0,0 1 0,10 13 0,20 40 0,-29-46-1365,-2-1-5461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24575,'32'26'0,"15"5"0,-2-2 0,69 34 0,-111-61 0,1-1 0,-1 1 0,0-1 0,1 0 0,-1 0 0,1-1 0,-1 1 0,1-1 0,5 0 0,-7 0 0,-1 0 0,0 0 0,0 0 0,0-1 0,1 1 0,-1-1 0,0 1 0,0-1 0,0 1 0,0-1 0,0 0 0,0 1 0,0-1 0,0 0 0,0 0 0,0 0 0,-1 0 0,1 0 0,0 0 0,-1 0 0,1 0 0,0 0 0,-1 0 0,1 0 0,-1 0 0,0 0 0,1-1 0,-1 1 0,0 0 0,1-3 0,-1 0 0,0-1 0,0 0 0,0 0 0,0 0 0,-1 1 0,0-1 0,0 0 0,-3-8 0,-18-39 0,11 29 0,-23-53-1365,28 67-5461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0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45 138 24575,'1'-5'0,"10"-57"0,-10 57 0,0 0 0,-1-1 0,0 1 0,-1 0 0,1 0 0,-1 0 0,0-1 0,0 1 0,-3-7 0,4 12 0,0-1 0,0 0 0,-1 1 0,1-1 0,0 0 0,-1 1 0,1-1 0,-1 0 0,1 1 0,-1-1 0,1 1 0,-1-1 0,1 1 0,-1-1 0,1 1 0,-1-1 0,0 1 0,1 0 0,-1-1 0,-1 1 0,2 0 0,-1 0 0,0 0 0,1 0 0,-1 0 0,1 0 0,-1 0 0,0 0 0,1 0 0,-1 1 0,1-1 0,-1 0 0,1 0 0,-1 1 0,1-1 0,-1 0 0,1 1 0,-1-1 0,1 1 0,-1 0 0,-2 1 0,1 1 0,0-1 0,0 1 0,1 0 0,-1 0 0,1 0 0,-2 4 0,-1 3 0,2-1 0,0 1 0,0-1 0,1 1 0,0 0 0,0 0 0,1 0 0,0-1 0,1 1 0,0 0 0,1 0 0,0-1 0,6 19 0,-6-23 0,1 0 0,-1 0 0,1 0 0,-1-1 0,2 1 0,-1-1 0,0 1 0,1-1 0,0 0 0,0 0 0,0-1 0,0 1 0,0-1 0,1 0 0,0 0 0,0 0 0,-1-1 0,2 1 0,-1-1 0,0 0 0,0-1 0,1 0 0,-1 1 0,0-2 0,11 2 0,-13-2 0,-1 0 0,1 0 0,0 0 0,-1-1 0,1 1 0,-1-1 0,1 1 0,-1-1 0,1 0 0,-1 0 0,1 0 0,-1 0 0,0 0 0,1-1 0,-1 1 0,0-1 0,0 0 0,3-2 0,-3 1 0,1-1 0,-1 1 0,0 0 0,0-1 0,0 1 0,-1-1 0,1 0 0,-1 1 0,0-1 0,0 0 0,1-5 0,-1 1 0,-1 0 0,1 1 0,-2-1 0,1 1 0,-1-1 0,0 0 0,0 1 0,-1-1 0,0 1 0,0 0 0,-1 0 0,-5-11 0,4 11-62,-1 0 0,1 1 0,-1 0 0,0 0 0,-1 1 0,1-1 0,-1 1 0,0 0 0,-1 1 0,1-1 0,-1 1 0,1 1-1,-1-1 1,-1 1 0,1 0 0,0 1 0,-1-1 0,1 2 0,-1-1 0,0 1 0,-8 0 0,-4 0-6764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24575,'0'-6'0,"0"-20"0,0 26 0,0-1 0,0 0 0,0 0 0,0 1 0,0-1 0,1 0 0,-1 1 0,0-1 0,0 0 0,1 1 0,-1-1 0,0 0 0,1 1 0,-1-1 0,0 1 0,1-1 0,-1 1 0,1-1 0,-1 1 0,1-1 0,-1 1 0,1-1 0,-1 1 0,1-1 0,0 1 0,-1 0 0,2-1 0,-1 1 0,0 0 0,-1 0 0,1 0 0,0 1 0,0-1 0,-1 0 0,1 0 0,0 1 0,-1-1 0,1 0 0,0 1 0,-1-1 0,1 1 0,0-1 0,-1 1 0,1-1 0,-1 1 0,1 0 0,-1-1 0,1 2 0,11 15 0,-10-12 0,33 58 0,-3 1 0,24 72 0,-43-106 0,0-1 0,34 51 0,-31-60-1365,-7-13-5461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24575,'64'101'0,"-55"-88"0,1-1 0,0 0 0,1-1 0,1 0 0,18 14 0,-28-24 0,0 1 0,0-1 0,0 0 0,0 0 0,0 0 0,0 0 0,0 0 0,0 0 0,0 0 0,0-1 0,1 1 0,-1-1 0,0 0 0,0 1 0,1-1 0,-1 0 0,0 0 0,5-1 0,-5 0 0,0 0 0,0 0 0,0-1 0,0 1 0,0 0 0,0-1 0,0 1 0,-1-1 0,1 0 0,0 1 0,-1-1 0,1 0 0,-1 0 0,0 0 0,0 0 0,0 0 0,0-1 0,1-1 0,3-9 0,-1 1 0,-1-1 0,0 0 0,1-18 0,1-53 0,-5-39 0,-4 129 84,-1 8-1533,2-2-5377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2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16 289 24575,'7'-7'0,"28"-27"0,-2-2 0,44-59 0,-73 90 0,-1-1 0,0 0 0,0 1 0,0-1 0,0-1 0,2-8 0,-5 13 0,0 0 0,1 0 0,-1 0 0,0 0 0,0 0 0,0 0 0,0 0 0,0 0 0,0 0 0,-1 0 0,1 1 0,-1-1 0,1 0 0,-1 0 0,0 0 0,0 0 0,0 1 0,0-1 0,0 0 0,0 1 0,0-1 0,0 1 0,-1-1 0,1 1 0,-3-2 0,1 1 0,0 0 0,0 0 0,0 0 0,0 0 0,0 1 0,0-1 0,0 1 0,-1 0 0,1 0 0,0 1 0,-1-1 0,1 0 0,0 1 0,-1 0 0,1 0 0,-1 0 0,-3 1 0,3 0 0,-1 0 0,1 0 0,-1 1 0,1 0 0,0 0 0,0 0 0,0 0 0,0 1 0,0-1 0,0 1 0,-5 5 0,4-2 0,-1 1 0,0-1 0,1 1 0,1 0 0,-1 0 0,1 0 0,0 1 0,0 0 0,1-1 0,0 1 0,1 0 0,0 1 0,-2 13 0,3-15 0,1 0 0,0 0 0,0 0 0,1 0 0,0 0 0,0 0 0,1 0 0,0-1 0,0 1 0,3 7 0,-3-10 0,1-1 0,-1 1 0,0 0 0,1-1 0,0 0 0,0 1 0,0-1 0,0 0 0,1-1 0,-1 1 0,1 0 0,-1-1 0,1 0 0,0 0 0,0 0 0,0-1 0,7 3 0,15 2 0,0-1 0,1-1 0,0-1 0,35-1 0,33-10 123,-3 1-1611,-77 7-5338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3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24575,'0'15'0,"3"7"0,3 2 0,0 0 0,2-2 0,2-2 0,2-2 0,1-2 0,1-1 0,0-1 0,-2 0 0,0-2 0,-3-1 0,0-3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24575,'0'3'0,"1"0"0,-1-1 0,1 1 0,0-1 0,-1 1 0,1-1 0,1 1 0,-1-1 0,0 0 0,0 1 0,1-1 0,0 0 0,1 2 0,3 2 0,0 1 0,11 8 0,1 1 0,-12-11 0,0 0 0,0 1 0,0-2 0,1 1 0,0-1 0,-1 0 0,1 0 0,15 5 0,-21-9 0,0 0 0,1 0 0,-1 0 0,0 1 0,1-1 0,-1-1 0,1 1 0,-1 0 0,0 0 0,1 0 0,-1-1 0,0 1 0,0-1 0,1 1 0,-1-1 0,0 1 0,0-1 0,0 0 0,2-1 0,-1 0 0,0 0 0,0 0 0,0 0 0,0-1 0,0 1 0,-1-1 0,1 1 0,1-5 0,1-5 0,0 1 0,-1-1 0,3-15 0,-6 25 0,3-28 0,-3 24 0,0 0 0,1 0 0,0 0 0,0 0 0,0 1 0,3-8 0,-3 11 0,0 0 0,0 1 0,0-1 0,0 1 0,0-1 0,1 1 0,-1 0 0,0-1 0,1 1 0,-1 0 0,1 0 0,-1 0 0,1 0 0,-1 0 0,1 0 0,0 0 0,-1 1 0,1-1 0,0 1 0,0-1 0,0 1 0,-1 0 0,1 0 0,4-1 0,-1 1 0,1 1 0,-1-1 0,1 1 0,-1 0 0,1 0 0,-1 1 0,1-1 0,-1 1 0,6 3 0,7 4 0,20 15 0,-3-2 0,12 7 120,-42-26-306,-1 1 1,1 0-1,-1 0 0,0 0 1,0 0-1,0 1 1,4 6-1,-4-1-6640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44 24575,'-21'-43'0,"21"43"0,1 0 0,-1 0 0,0 0 0,0 0 0,0 0 0,0 0 0,0 0 0,0 0 0,0 0 0,0 0 0,0 0 0,0 0 0,0 0 0,0 0 0,0 0 0,0 0 0,0 0 0,0 0 0,0 0 0,0 0 0,0 0 0,0 0 0,1 0 0,-1 0 0,0 0 0,0 0 0,0 0 0,0 0 0,0 0 0,0 0 0,0 0 0,0 0 0,7 8 0,9 15 0,153 281 0,-142-252-63,-11-19-371,2 0 0,26 35 0,-34-54-6392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45 24575,'-29'-7'0,"-13"-3"0,-3 1 0,0 1 0,6 3 0,7 2 0,4 1 0,4 1 0,4 1 0,3 0 0,4 3 0,2 1 0,3 2 0,3 2 0,2 3 0,1-1-8191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24575,'0'7'0,"0"5"0,0 4 0,3 0 0,0 1 0,3-1 0,2 0 0,2 0 0,3-1 0,1-3 0,-2-3-8191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24575,'3'7'0,"3"6"0,0 2 0,0 1 0,-2-2-8191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24575,'17'22'0,"-13"-17"0,-1-1 0,1 1 0,0-1 0,6 6 0,1-1 0,1-1 0,-1-1 0,1 0 0,1-1 0,-1 0 0,1 0 0,0-2 0,0 1 0,23 3 0,-32-8 0,-1 1 0,1-1 0,-1 0 0,0-1 0,1 1 0,-1 0 0,1-1 0,-1 0 0,0 0 0,0 0 0,1 0 0,-1-1 0,0 1 0,0-1 0,0 1 0,0-1 0,0 0 0,-1-1 0,1 1 0,-1 0 0,1-1 0,-1 1 0,0-1 0,0 0 0,0 0 0,0 1 0,2-6 0,-1 0 0,1-1 0,-1 1 0,-1-1 0,0 0 0,0 0 0,0 0 0,-1 0 0,-1 0 0,0-11 0,0 18 0,2-17 0,-2 19 0,0 0 0,0-1 0,0 1 0,0 0 0,0-1 0,1 1 0,-1 0 0,0 0 0,0-1 0,1 1 0,-1 0 0,0 0 0,0-1 0,1 1 0,-1 0 0,0 0 0,1 0 0,-1-1 0,0 1 0,1 0 0,-1 0 0,0 0 0,1 0 0,-1 0 0,0 0 0,1 0 0,-1 0 0,1 0 0,-1 0 0,0 0 0,1 0 0,-1 0 0,0 0 0,1 0 0,-1 0 0,0 0 0,1 0 0,-1 0 0,0 1 0,1-1 0,-1 0 0,0 0 0,1 0 0,-1 1 0,0-1 0,0 0 0,1 1 0,40 28 0,-31-21 0,0-1 0,0 0 0,20 10 0,-25-15 0,-1 0 0,0-1 0,0 1 0,0-1 0,1 0 0,5 0 0,-8-1 0,0 0 0,0 0 0,1 0 0,-1 0 0,0-1 0,0 1 0,0-1 0,1 0 0,-1 1 0,0-1 0,0 0 0,0 0 0,3-3 0,14-6-1365,-9 7-5461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6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24575,'4'-10'0,"2"0"0,-1 1 0,1 0 0,1 0 0,0 0 0,0 1 0,9-9 0,-13 15 0,0 0 0,0-1 0,0 1 0,0 0 0,0 1 0,0-1 0,1 1 0,-1-1 0,0 1 0,1 0 0,-1 0 0,1 0 0,0 1 0,-1-1 0,1 1 0,-1 0 0,1 0 0,0 0 0,-1 1 0,1-1 0,-1 1 0,1 0 0,-1 0 0,1 0 0,3 2 0,0 0-91,0 1 0,-1 0 0,0 1 0,1 0 0,-2 0 0,1 0 0,0 0 0,-1 1 0,0 0 0,-1 0 0,1 0 0,-1 1 0,0 0 0,5 13 0,-3-7-6735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6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24575,'20'-5'0,"68"-21"0,-75 21 0,0 0 0,-1-1 0,0-1 0,19-11 0,-27 14 0,0 0 0,0 0 0,0-1 0,0 1 0,-1-1 0,0 1 0,1-1 0,-2 0 0,1-1 0,-1 1 0,1 0 0,-2-1 0,1 1 0,0-1 0,-1 1 0,0-1 0,-1 0 0,1 0 0,-1 1 0,0-1 0,-2-11 0,2 10 0,-1-1 0,-1 1 0,0-1 0,0 1 0,0-1 0,-1 1 0,0 0 0,0 0 0,-1 1 0,0-1 0,0 1 0,-1-1 0,1 1 0,-1 1 0,-1-1 0,-5-5 0,8 9 0,1 0 0,-1 0 0,0 1 0,0-1 0,0 1 0,1-1 0,-1 1 0,-1 0 0,1 0 0,0 0 0,0 1 0,0-1 0,0 1 0,0 0 0,-1 0 0,1 0 0,0 0 0,0 0 0,-1 1 0,-4 1 0,4-1 0,1 0 0,0 1 0,-1 0 0,1 0 0,0 0 0,0 0 0,0 0 0,0 1 0,1-1 0,-1 1 0,0 0 0,1 0 0,0 0 0,0 0 0,0 0 0,0 0 0,-1 5 0,0-2 0,1-1 0,0 1 0,1 0 0,-1 0 0,1 0 0,0-1 0,1 1 0,-1 0 0,1 0 0,0 0 0,1 0 0,-1 0 0,4 10 0,-2-8 0,1 1 0,0-1 0,1 0 0,0 0 0,0-1 0,1 1 0,0-1 0,10 12 0,-6-10 0,0 0 0,0 0 0,1-1 0,0 0 0,1-1 0,0 0 0,0-1 0,0 0 0,0-1 0,1 0 0,0-1 0,0 0 0,13 2 0,-14-5-97,0 1-1,0-1 1,-1-1-1,1 0 1,0-1-1,0 0 1,0 0-1,-1-1 1,1 0-1,0-1 1,-1-1-1,0 0 0,17-8 1,-14 5-6729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7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288 366 24575,'-22'-10'0,"-8"-3"0,-49-15 0,70 26 0,0-1 0,0 2 0,1-1 0,-1 1 0,0 1 0,0 0 0,0 0 0,0 1 0,0 0 0,-14 3 0,20-3 0,1-1 0,-1 1 0,1 0 0,0 0 0,-1 1 0,1-1 0,0 0 0,0 1 0,0-1 0,0 1 0,0-1 0,1 1 0,-1 0 0,0 0 0,1 0 0,-1 0 0,1 0 0,0 0 0,-1 1 0,1-1 0,0 0 0,0 1 0,1-1 0,-1 1 0,1-1 0,-1 0 0,1 1 0,0 0 0,-1-1 0,1 1 0,1-1 0,-1 1 0,0-1 0,1 1 0,-1-1 0,1 1 0,-1-1 0,1 0 0,0 1 0,0-1 0,1 0 0,-1 0 0,0 0 0,1 1 0,-1-1 0,3 2 0,5 5 0,0 0 0,1 0 0,0-1 0,1 0 0,0-1 0,0 0 0,0-1 0,20 8 0,-24-11 0,0-1 0,0 0 0,1 0 0,-1-1 0,1 0 0,-1 0 0,9-1 0,-11 0 0,0 0 0,0-1 0,0 0 0,-1 0 0,1 0 0,0-1 0,-1 0 0,1 0 0,-1 0 0,1 0 0,6-5 0,-8 4 0,0 0 0,0 0 0,-1 0 0,1 0 0,-1 0 0,0 0 0,0-1 0,0 1 0,0-1 0,-1 1 0,1-1 0,-1 0 0,0 0 0,0 1 0,0-1 0,-1 0 0,1 0 0,-1 0 0,0 0 0,-1-7 0,0-3 0,-1-1 0,-1 1 0,0 0 0,-7-19 0,-5-8 0,-2 0 0,-2 0 0,-2 2 0,-1 0 0,-45-58 0,66 97 0,1-1 0,0 1 0,0-1 0,-1 1 0,1-1 0,-1 1 0,1-1 0,-1 1 0,1 0 0,0-1 0,-1 1 0,1 0 0,-1-1 0,0 1 0,1 0 0,-1-1 0,0 1 0,-1 7 0,9 17 0,117 248 0,-83-197 120,-34-65-368,0 0 1,0-1-1,0 0 1,1 0-1,11 9 1,-11-12-6579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59 24575,'31'-16'0,"-21"9"0,0 2 0,1-1 0,0 1 0,0 1 0,0 0 0,0 1 0,1 0 0,15-2 0,-22 5 0,0 1 0,-1-1 0,1 1 0,0 0 0,0 0 0,0 1 0,-1 0 0,1 0 0,-1 0 0,1 0 0,-1 1 0,0-1 0,5 5 0,5 4 0,-1 0 0,16 18 0,-26-25 0,1 0 0,-1-1 0,0 1 0,-1 1 0,1-1 0,-1 0 0,4 8 0,-6-11 0,1 0 0,-1 0 0,0 1 0,0-1 0,1 0 0,-1 0 0,0 0 0,0 1 0,0-1 0,0 0 0,-1 0 0,1 0 0,0 1 0,0-1 0,-1 0 0,1 0 0,-1 0 0,1 0 0,-1 0 0,1 0 0,-1 0 0,0 0 0,1 0 0,-1 0 0,0 0 0,0 0 0,0 0 0,0 0 0,0-1 0,0 1 0,0 0 0,0-1 0,0 1 0,0-1 0,0 1 0,-2 0 0,-3 1 0,-1 0 0,1-1 0,0 1 0,-1-1 0,1-1 0,-1 1 0,1-1 0,-9-1 0,-53-8 0,54 7 0,-2-1 0,1-1 0,0 0 0,-22-9 0,31 10 0,0 0 0,0 0 0,1 0 0,-1-1 0,1 0 0,-1 0 0,1 0 0,0 0 0,1-1 0,-9-10 0,13 14 0,-1 1 0,0-1 0,1 0 0,-1 0 0,1 0 0,-1 1 0,1-1 0,-1 0 0,1 0 0,0 0 0,-1 0 0,1 0 0,0 0 0,0 0 0,0 0 0,0 0 0,0 0 0,0 0 0,0 0 0,0 0 0,0 0 0,0 0 0,0 0 0,1 0 0,-1 0 0,0 0 0,1 0 0,-1 0 0,1 1 0,-1-1 0,1 0 0,-1 0 0,1 0 0,0 1 0,-1-1 0,1 0 0,0 0 0,0 1 0,-1-1 0,1 1 0,0-1 0,0 1 0,1-1 0,3-1 0,0 0 0,0 0 0,-1 1 0,1 0 0,0 0 0,0 0 0,7 1 0,61 0-1365,-56 0-5461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24575,'3'-1'0,"0"0"0,0 0 0,0 0 0,0 0 0,-1 0 0,1 1 0,0 0 0,0-1 0,0 1 0,1 0 0,-1 1 0,0-1 0,0 0 0,-1 1 0,1 0 0,0-1 0,3 3 0,5 1 0,0 2 0,0-1 0,10 8 0,2 2 0,-2-3 0,-10-5 0,23 11 0,-31-17 0,0 1 0,1-1 0,-1 0 0,0-1 0,0 1 0,1 0 0,-1-1 0,0 0 0,1 0 0,-1 0 0,1 0 0,4-1 0,-7 1 0,1-1 0,-1 1 0,1-1 0,-1 0 0,0 1 0,1-1 0,-1 0 0,0 0 0,1 0 0,-1 0 0,0 0 0,0 0 0,0 0 0,0 0 0,0 0 0,0 0 0,1-3 0,0 1 0,-1 0 0,0 0 0,0 0 0,0 0 0,-1 0 0,1 0 0,-1 0 0,1-4 0,-1-4 0,-1 1 0,1 0 0,-2 0 0,-3-14 0,-11-29 0,18 51 0,2 5 0,5 7 0,-1 0 0,1 0 0,0-1 0,0 0 0,0 0 0,1-1 0,18 11 0,-25-17 0,1 0 0,-1-1 0,0 0 0,1 1 0,-1-1 0,1 0 0,-1-1 0,1 1 0,0-1 0,-1 1 0,1-1 0,3 0 0,-4-1 0,0 0 0,0 1 0,0-1 0,0 0 0,0-1 0,-1 1 0,1 0 0,0-1 0,-1 1 0,1-1 0,-1 0 0,0 0 0,0 0 0,0 0 0,0 0 0,4-5 0,-1-1 0,-1 0 0,1 0 0,4-13 0,-7 16 0,0-1 0,0 1 0,1 0 0,-1 0 0,1 0 0,1 0 0,-1 0 0,1 0 0,-1 1 0,10-8 0,-12 11 0,1 0 0,0 0 0,-1 0 0,1 0 0,0 1 0,0-1 0,-1 0 0,1 1 0,0-1 0,0 1 0,0 0 0,0 0 0,0 0 0,0 0 0,-1 0 0,1 0 0,3 1 0,-1 0 0,-1 0 0,0 0 0,0 1 0,0-1 0,0 1 0,0 0 0,0-1 0,-1 1 0,4 3 0,1 2 0,-2-1 0,1 0 0,0 1 0,-1 0 0,-1 1 0,8 14 0,-5-6-1365,-3-2-5461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29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93 24575,'-23'-16'0,"-1"2"0,0 0 0,-1 2 0,0 1 0,-37-11 0,58 21 0,-1 0 0,1 0 0,0 1 0,-1-1 0,1 1 0,0 0 0,-1 1 0,1-1 0,0 1 0,-1-1 0,1 1 0,0 1 0,-5 1 0,7-2 0,0 0 0,0 0 0,0 0 0,0 1 0,0-1 0,1 1 0,-1-1 0,0 1 0,1 0 0,0 0 0,-1 0 0,1-1 0,0 1 0,0 1 0,0-1 0,0 0 0,0 0 0,0 0 0,1 0 0,-1 1 0,1-1 0,-1 0 0,1 0 0,0 1 0,0 3 0,1-1 0,-1 0 0,1 0 0,0-1 0,0 1 0,1 0 0,0-1 0,-1 0 0,2 1 0,-1-1 0,0 0 0,1 0 0,0 0 0,0 0 0,0 0 0,0-1 0,0 0 0,1 1 0,0-1 0,-1 0 0,1-1 0,6 4 0,1 0 0,1 1 0,1-2 0,-1 1 0,1-2 0,0 0 0,19 4 0,-27-8 0,1 1 0,0-1 0,0 0 0,0 0 0,0-1 0,0 0 0,0 0 0,0-1 0,0 1 0,-1-1 0,1 0 0,-1-1 0,1 1 0,-1-1 0,0 0 0,0 0 0,0-1 0,0 0 0,-1 0 0,0 0 0,6-6 0,-6 6 0,-1 0 0,0-1 0,0 1 0,0 0 0,0-1 0,-1 1 0,1-1 0,-1 0 0,-1 0 0,1 0 0,-1 0 0,1 0 0,-1 0 0,-1-1 0,1 1 0,-1 0 0,0 0 0,0-1 0,-1 1 0,1 0 0,-1 0 0,0 0 0,-1 0 0,-2-8 0,4 13 0,0 0 0,0 0 0,0 0 0,0 0 0,0 0 0,0-1 0,0 1 0,0 0 0,0 0 0,0 0 0,0 0 0,0 0 0,0 0 0,0 0 0,0 0 0,0-1 0,0 1 0,0 0 0,-1 0 0,1 0 0,0 0 0,0 0 0,0 0 0,0 0 0,0 0 0,0 0 0,0 0 0,0 0 0,0 0 0,-1 0 0,1 0 0,0-1 0,0 1 0,0 0 0,0 0 0,0 0 0,0 0 0,0 0 0,-1 0 0,1 0 0,0 0 0,0 0 0,0 0 0,0 0 0,0 1 0,-3 5 0,1 9 0,2-7-85,-1 0 0,1 0-1,1 0 1,-1 0 0,1 0-1,1 0 1,-1 0 0,1-1-1,1 1 1,-1 0 0,1-1-1,1 0 1,-1 0 0,1 0-1,8 11 1,-3-9-6741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24575,'24'24'0,"9"11"0,1 2 0,-4-3 0,-5-7-8191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0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24575,'8'5'0,"1"4"0,3 3 0,-1 2 0,-3 1 0,-2 0 0,-2-2-8191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24575,'6'7'0,"1"-1"0,-1-1 0,1 1 0,0-1 0,0-1 0,11 6 0,-16-9 0,1 0 0,-1 0 0,1 0 0,-1 0 0,1 0 0,-1-1 0,1 0 0,0 1 0,-1-1 0,1 0 0,0 0 0,-1 0 0,1-1 0,0 1 0,-1-1 0,1 1 0,-1-1 0,1 0 0,-1 0 0,1 0 0,-1 0 0,0-1 0,1 1 0,2-3 0,5-5 0,0 0 0,15-21 0,-17 20 0,0 0 0,1 0 0,11-9 0,-17 17 0,0 0 0,1 0 0,-1 1 0,0-1 0,0 1 0,1 0 0,-1 0 0,1 0 0,-1 0 0,1 1 0,-1-1 0,1 1 0,-1 0 0,1 0 0,0 0 0,-1 1 0,1-1 0,-1 1 0,1 0 0,3 1 0,-1 0 0,0 0 0,0 1 0,-1-1 0,1 1 0,0 1 0,-1-1 0,0 1 0,0 0 0,0 0 0,6 7 0,-3-2-341,-1 1 0,0 0-1,9 18 1,-10-15-6485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24575,'2'9'0,"24"104"0,-20-97 0,0 0 0,0 0 0,2 0 0,15 25 0,-6-14 0,2-2 0,0 1 0,32 30 0,-50-55 0,0 0 0,-1 0 0,1-1 0,0 1 0,0 0 0,0-1 0,0 1 0,0 0 0,0-1 0,0 1 0,0-1 0,0 0 0,0 1 0,0-1 0,0 0 0,0 0 0,0 1 0,0-1 0,0 0 0,2 0 0,-3-1 0,1 1 0,0 0 0,-1-1 0,1 1 0,0-1 0,-1 1 0,1-1 0,0 1 0,-1-1 0,1 0 0,-1 1 0,0-1 0,1 0 0,-1 1 0,1-1 0,-1 0 0,0 0 0,0 1 0,1-1 0,-1-1 0,2-6 0,-1 0 0,-1 0 0,1 0 0,-2-9 0,1 15 0,0-1 0,0-1 0,0 1 0,1-1 0,-1 1 0,1-1 0,0 1 0,-1 0 0,1-1 0,1 1 0,-1 0 0,4-6 0,-5 8 0,2 0 0,-1-1 0,0 1 0,0 0 0,0 0 0,0 0 0,1 0 0,-1 0 0,0 0 0,1 0 0,-1 1 0,1-1 0,-1 0 0,1 1 0,-1-1 0,1 1 0,0 0 0,-1-1 0,1 1 0,-1 0 0,1 0 0,0 0 0,-1 0 0,1 0 0,0 1 0,-1-1 0,3 1 0,2 1 0,0 0 0,-1 1 0,1-1 0,-1 1 0,0 0 0,0 1 0,0-1 0,0 1 0,0 0 0,-1 0 0,0 1 0,0-1 0,0 1 0,6 9 0,-9-11 0,1-1 0,-1 1 0,1 0 0,-1 0 0,0 0 0,0 0 0,0 0 0,-1 0 0,1 1 0,-1-1 0,0 0 0,1 0 0,-2 4 0,1-5 0,-1 0 0,1 1 0,-1-1 0,0 0 0,0 0 0,0 0 0,0 0 0,0 0 0,0 0 0,-1 0 0,1 0 0,-1 0 0,1 0 0,-1-1 0,0 1 0,0 0 0,1-1 0,-1 0 0,-3 2 0,-1 0 10,0 0 0,0-1 0,1 0 0,-1 0 0,0-1 0,-1 0 0,1 0 0,0 0 0,0-1 0,0 0 0,-8 0 0,-7-2-753,-40-9 1,49 8-6084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48 24575,'-1'0'0,"1"0"0,0 0 0,-1-1 0,1 1 0,0 0 0,-1 0 0,1 0 0,0 0 0,-1 0 0,1 0 0,0 0 0,-1 0 0,1 1 0,0-1 0,-1 0 0,1 0 0,0 0 0,-1 0 0,1 0 0,0 0 0,0 1 0,-1-1 0,1 0 0,0 0 0,0 1 0,-1-1 0,1 0 0,0 0 0,0 1 0,-1-1 0,1 0 0,0 0 0,0 1 0,0-1 0,0 0 0,0 1 0,0-1 0,-1 0 0,1 1 0,0 0 0,1 0 0,-1 0 0,1 1 0,-1-1 0,1 0 0,-1 1 0,1-1 0,0 0 0,0 0 0,-1 1 0,3 0 0,25 26 0,-13-16 0,0-1 0,1-1 0,23 12 0,-30-18 0,0 0 0,1 0 0,-1-1 0,1 0 0,0-1 0,-1 0 0,1-1 0,11 1 0,-17-2 0,1-1 0,0 1 0,0-1 0,0 0 0,0 0 0,-1 0 0,1-1 0,0 0 0,-1 0 0,0 0 0,1 0 0,-1-1 0,0 0 0,0 1 0,0-2 0,-1 1 0,1 0 0,-1-1 0,0 1 0,1-1 0,-2 0 0,1 0 0,0 0 0,-1-1 0,0 1 0,0-1 0,0 1 0,-1-1 0,1 0 0,-1 1 0,0-1 0,0 0 0,-1 0 0,0-8 0,1 5 0,-1-22 0,0 28 0,0 1 0,0-1 0,-1 1 0,1-1 0,0 1 0,-1-1 0,1 1 0,-1-1 0,1 1 0,-1-1 0,0 1 0,1 0 0,-1-1 0,-1 0 0,2 2 0,-1 0 0,1 0 0,0 0 0,0 0 0,-1 0 0,1 0 0,0 0 0,-1 0 0,1 0 0,0 0 0,-1 0 0,1 0 0,0 0 0,0 0 0,-1 0 0,1 0 0,0 0 0,0 1 0,-1-1 0,1 0 0,0 0 0,0 0 0,-1 1 0,1-1 0,0 0 0,0 0 0,0 0 0,0 1 0,-1-1 0,1 0 0,0 0 0,0 1 0,0-1 0,0 0 0,0 1 0,0-1 0,0 0 0,-1 1 0,-4 11 0,1 7 0,0 1 0,2 0 0,0 0 0,1 0 0,3 32 0,-2-11 0,8 129 0,0-1 0,-8-165 0,0-1 0,0 1 0,0 0 0,-1 0 0,0-1 0,0 1 0,-2 5 0,3-8 0,0-1 0,0 1 0,-1-1 0,1 1 0,0-1 0,0 1 0,-1-1 0,1 0 0,0 1 0,-1-1 0,1 1 0,-1-1 0,1 0 0,0 0 0,-1 1 0,1-1 0,-1 0 0,1 0 0,-1 1 0,1-1 0,-1 0 0,1 0 0,-2 0 0,1 0 0,0 0 0,0-1 0,0 1 0,0 0 0,0-1 0,0 1 0,0-1 0,0 1 0,0-1 0,0 1 0,0-1 0,0 0 0,0 0 0,0 1 0,-1-3 0,-1 0 0,1 0 0,-1-1 0,1 1 0,-1-1 0,1 1 0,0-1 0,0 0 0,1 0 0,-1 0 0,1 0 0,0 0 0,0 0 0,0-1 0,1 1 0,-1 0 0,1 0 0,0-1 0,0 1 0,0 0 0,1 0 0,0-1 0,0 1 0,0 0 0,0 0 0,0 0 0,1 0 0,0 0 0,0 0 0,0 1 0,0-1 0,1 1 0,-1-1 0,1 1 0,0 0 0,0 0 0,0 0 0,0 0 0,7-4 0,17-7-1365,-15 9-5461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57 24575,'-22'-56'0,"46"124"0,0-13 0,32 55 0,-25-52 0,44 107 0,-24-49 0,-57-132 0,1-1 0,1 1 0,-3-19 0,6 30 0,1-1 0,0 0 0,-1 1 0,2-1 0,-1 1 0,1-1 0,0 1 0,0-1 0,3-9 0,-2 12 0,-1 0 0,1 0 0,0 0 0,0 1 0,0-1 0,0 0 0,0 1 0,1 0 0,-1 0 0,1-1 0,0 1 0,-1 1 0,1-1 0,0 0 0,0 1 0,0-1 0,6-1 0,1 0 0,0 1 0,0 0 0,1 0 0,16 0 0,46 4 0,-23 0 0,-27-2-1365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24575,'2'-3'0,"0"1"0,0-1 0,0 1 0,0-1 0,0 1 0,1 0 0,-1 0 0,1 0 0,0 0 0,0 0 0,0 0 0,4-1 0,-5 2 0,0 1 0,0-1 0,1 1 0,-1-1 0,0 1 0,0 0 0,0 0 0,0 0 0,0 0 0,0 1 0,1-1 0,-1 0 0,0 1 0,0-1 0,0 1 0,0 0 0,0 0 0,0 0 0,0 0 0,2 1 0,19 15 0,30 26 0,-42-33 0,-1 1 0,0-1 0,-1 1 0,14 22 0,-15-11-1365,-6-11-5461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5 119 24575,'6'17'0,"0"0"0,0 0 0,14 23 0,5 11 0,-23-43 0,-6-7 0,-8-11 0,5 1 0,1-1 0,0 0 0,1 0 0,-1-1 0,2 1 0,0-1 0,-6-21 0,9 25 0,-1 0 0,1 0 0,1 0 0,-1 0 0,1 0 0,0 0 0,1 0 0,-1 0 0,2 0 0,-1 0 0,1 0 0,0 0 0,0 1 0,3-8 0,-2 11 7,-1 0-1,0-1 0,1 1 0,-1 0 1,1 1-1,0-1 0,0 0 1,0 1-1,0 0 0,1-1 1,-1 1-1,1 0 0,-1 1 0,1-1 1,0 1-1,-1 0 0,1 0 1,6-2-1,-4 3-112,-1-1 0,0 0 0,0 1 0,0 0 0,1 0 0,-1 1-1,0 0 1,0 0 0,0 0 0,0 0 0,0 1 0,0-1 0,8 5 0,-4 0-6720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24575,'0'-13'0,"0"10"0,0 9 0,-1 33 0,1-2 0,6 67 0,-4-92 0,1 1 0,0-2 0,0 1 0,1 0 0,1-1 0,0 0 0,0 0 0,1 0 0,12 16 0,1-5 0,1 0 0,1-2 0,0 0 0,2-1 0,38 24 0,-57-40 0,-1-1 0,1 1 0,-1-1 0,1 0 0,0 0 0,0 0 0,0-1 0,0 1 0,8 1 0,-12-3-36,1 0 0,-1 0 0,0 0 1,1 0-1,-1 0 0,1 0 0,-1 0 0,0 0 0,1 0 0,-1 0 0,1 0 0,-1 0 0,0-1 0,1 1 0,-1 0 0,0 0 0,1 0 1,-1-1-1,0 1 0,1 0 0,-1 0 0,0-1 0,0 1 0,1 0 0,-1 0 0,0-1 0,0 1 0,1 0 0,-1-1 0,0 1 0,0 0 1,0-1-1,0 1 0,0-1 0,1 1 0,-1 0 0,0-1 0,0-7-6790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6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24575,'0'-4'0,"7"-15"0,-7 19 0,0 0 0,0-1 0,0 1 0,0 0 0,0 0 0,1-1 0,-1 1 0,0 0 0,0 0 0,0 0 0,0-1 0,1 1 0,-1 0 0,0 0 0,0 0 0,1 0 0,-1-1 0,0 1 0,0 0 0,1 0 0,-1 0 0,0 0 0,0 0 0,1 0 0,-1 0 0,0 0 0,0 0 0,1 0 0,-1 0 0,0 0 0,1 0 0,-1 0 0,0 0 0,0 0 0,1 0 0,-1 0 0,0 0 0,0 1 0,1-1 0,-1 0 0,0 0 0,0 0 0,1 0 0,-1 0 0,0 1 0,0-1 0,0 0 0,0 0 0,1 0 0,-1 1 0,0-1 0,0 0 0,0 0 0,0 1 0,0-1 0,0 0 0,1 0 0,-1 1 0,0-1 0,0 0 0,0 1 0,20 36 0,-1 2 0,26 75 0,-13-28 0,-19-53 0,-4-10 0,1 1 0,17 30 0,-23-48 0,-1-1 0,1 0 0,0 1 0,0-1 0,1 0 0,0-1 0,-1 1 0,2-1 0,-1 0 0,0 0 0,1-1 0,0 0 0,0 0 0,7 3 0,-10-5 8,0 0 0,0-1 0,1 1 0,-1-1 0,0 0 0,1 0 0,-1 0 0,0 0 0,1 0 0,-1-1 0,0 1 0,0-1 0,1 0 0,5-3 0,-5 2-173,1 0 0,0-1 0,-1 0 0,1 0 0,-1 0 0,0-1 0,0 0 0,5-5 0,0-3-6661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0 24575,'-27'3'0,"-12"2"0,-1 2 0,4-2 0,5 2 0,6-1 0,4-1 0,4 1 0,1-1 0,2 2 0,1-1 0,0 1 0,-1 0 0,3 0 0,0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7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24575,'27'11'0,"0"1"0,0 2 0,-1 0 0,-1 2 0,0 1 0,-1 1 0,-1 1 0,-1 1 0,-1 1 0,-1 0 0,0 2 0,-2 1 0,-1 0 0,24 44 0,-22-32 0,-3 1 0,-1 0 0,11 42 0,-19-51 0,-1-1 0,-1 1 0,-2 0 0,-1 0 0,-1 35 0,-2-58-170,1 1-1,-1-1 0,1 1 1,-2-1-1,1 0 0,0 0 1,-5 9-1,0-4-6655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24575,'-2'0'0,"-4"0"0,-3 0 0,-2 0 0,-3 0 0,0 2 0,-1 1 0,0 0 0,3 2 0,0 0 0,0 0 0,0-2 0,2 1 0,0 1 0,-1-2 0,-1 0 0,0-2 0,1 0-8191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3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3 24575,'0'-2'0,"0"1"0,-2 1 0,-4 1 0,-3 0 0,-2-1 0,-2 3 0,-2 1 0,1-1 0,-1 0 0,-1-1 0,-1-1 0,-1-1 0,0 0 0,1 0 0,1 0 0,0 0 0,4 0-8191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26 24575,'-19'-5'0,"-9"-2"0,-31-4 0,51 10 0,1 0 0,-1 1 0,0 0 0,0 0 0,0 1 0,0 0 0,0 0 0,-14 5 0,19-4 0,-1 0 0,0-1 0,1 1 0,0 1 0,-1-1 0,1 0 0,0 1 0,0 0 0,0 0 0,1-1 0,-1 2 0,1-1 0,-1 0 0,1 0 0,0 1 0,1-1 0,-4 8 0,4-8 0,0 0 0,1 0 0,-1 0 0,0 0 0,1 0 0,0 0 0,0 0 0,0 1 0,0-1 0,0 0 0,1 0 0,-1 0 0,1 0 0,0 0 0,0 0 0,0 0 0,0 0 0,0 0 0,1 0 0,0-1 0,-1 1 0,1 0 0,2 2 0,5 4 0,1-1 0,0 1 0,0-1 0,1-1 0,0 0 0,18 8 0,75 27 0,-96-39 0,75 22 0,-24-9 0,-56-15 0,-1 0 0,0-1 0,0 1 0,0 0 0,0 0 0,0 1 0,0-1 0,2 2 0,-3-3 0,-1 1 0,0-1 0,0 0 0,1 0 0,-1 1 0,0-1 0,0 0 0,0 1 0,1-1 0,-1 1 0,0-1 0,0 0 0,0 1 0,0-1 0,0 0 0,0 1 0,0-1 0,0 1 0,0-1 0,0 0 0,0 1 0,0 0 0,0 0 0,-1-1 0,1 1 0,-1 0 0,1-1 0,0 1 0,-1-1 0,1 1 0,-1 0 0,1-1 0,-1 1 0,0-1 0,1 0 0,-1 1 0,-1 0 0,-5 3 0,0 0 0,-1-1 0,0 0 0,0 0 0,0-1 0,0 0 0,0 0 0,-11 0 0,-10 0 0,-30-2 0,40-1 0,18 1-22,-1 0-67,0 1-1,0-1 1,-1-1-1,1 1 0,0 0 1,0 0-1,0-1 1,0 1-1,0-1 1,-1 0-1,1 0 1,0 0-1,0 0 1,-2-2-1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0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24575,'3'13'0,"0"5"0,2 4 0,4-3 0,-1-3 0,1-2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0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 24575,'-7'-2'0,"-1"1"0,2 4 0,4 0 0,3 4 0,3 2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24575,'0'6'0,"1"1"0,0-1 0,0 1 0,1-1 0,0 1 0,0-1 0,0 0 0,1 0 0,0 0 0,0 0 0,1 0 0,-1-1 0,9 10 0,-8-10 0,0-1 0,0 0 0,0 0 0,1 0 0,-1-1 0,1 0 0,0 0 0,0 0 0,0 0 0,0-1 0,1 1 0,-1-1 0,1-1 0,-1 1 0,1-1 0,6 1 0,-9-2 0,-1 0 0,0 0 0,0 0 0,0 0 0,1-1 0,-1 1 0,0-1 0,0 1 0,0-1 0,0 0 0,0 0 0,0 0 0,0 0 0,0 0 0,0 0 0,-1-1 0,1 1 0,0-1 0,-1 1 0,1-1 0,-1 1 0,1-1 0,-1 0 0,0 0 0,0 0 0,0 0 0,0 0 0,0 0 0,0 0 0,-1 0 0,2-3 0,-1-2 0,1 0 0,-2 0 0,1 1 0,-1-1 0,0 0 0,0 0 0,0 0 0,-4-13 0,-2-1 0,4 15 0,0 0 0,0 0 0,1 0 0,0-1 0,-1-10 0,2 16 0,0 1 0,0 0 0,0-1 0,0 1 0,0 0 0,0-1 0,1 1 0,-1 0 0,0-1 0,0 1 0,0 0 0,0-1 0,1 1 0,-1 0 0,0 0 0,0-1 0,1 1 0,-1 0 0,0 0 0,0-1 0,1 1 0,-1 0 0,0 0 0,1 0 0,-1 0 0,0 0 0,1-1 0,-1 1 0,0 0 0,1 0 0,-1 0 0,0 0 0,1 0 0,-1 0 0,0 0 0,1 0 0,-1 0 0,0 0 0,1 0 0,-1 0 0,0 0 0,1 1 0,-1-1 0,0 0 0,1 0 0,-1 0 0,0 0 0,1 1 0,16 8 0,74 67 100,-41-32-1565,-40-36-5361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24575,'-16'4'0,"0"1"0,-31 13 0,44-17 0,-1 1 0,1 0 0,0 0 0,-1 0 0,1 0 0,0 0 0,0 1 0,0-1 0,1 1 0,-1 0 0,0 0 0,1 0 0,0 0 0,0 0 0,0 1 0,0-1 0,1 1 0,-1-1 0,-1 6 0,3-7 0,0 1 0,0-1 0,1 1 0,-1-1 0,0 1 0,1-1 0,0 1 0,-1-1 0,1 1 0,0-1 0,0 0 0,1 1 0,-1-1 0,0 0 0,1 0 0,-1 0 0,1 0 0,0 0 0,-1 0 0,1-1 0,4 4 0,3 2 0,1 0 0,1 0 0,11 6 0,-5-5 0,0 0 0,0-1 0,0-1 0,1-1 0,0-1 0,18 3 0,-21-5 0,0-1 0,0 0 0,0-1 0,0-1 0,0 0 0,0-1 0,27-7 0,-30 4-1365,-3 0-5461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59 24575,'-10'-20'0,"7"15"0,1 0 0,-1 0 0,0 0 0,0 1 0,-6-8 0,9 12 0,0-1 0,-1 1 0,1 0 0,0 0 0,0 0 0,0 0 0,0-1 0,-1 1 0,1 0 0,0 0 0,0 0 0,0 0 0,-1 0 0,1 0 0,0 0 0,0 0 0,-1 0 0,1-1 0,0 1 0,0 0 0,0 0 0,-1 0 0,1 0 0,0 0 0,0 0 0,-1 0 0,1 1 0,0-1 0,0 0 0,0 0 0,-1 0 0,1 0 0,0 0 0,0 0 0,-1 0 0,1 0 0,0 0 0,0 1 0,0-1 0,0 0 0,-1 0 0,1 0 0,0 0 0,0 1 0,0-1 0,0 0 0,0 0 0,0 0 0,-1 1 0,1-1 0,0 0 0,0 0 0,0 0 0,0 1 0,0-1 0,0 0 0,0 0 0,0 1 0,0-1 0,0 0 0,0 1 0,-2 16 0,2-16 0,-7 111 0,4-86 0,1 0 0,1 0 0,2 0 0,4 35 0,-3-45 0,1 0 0,1-1 0,1 0 0,0 0 0,1 0 0,0 0 0,2-1 0,11 19 0,3-2 0,1 0 0,2-2 0,0 0 0,2-2 0,1-1 0,1-1 0,2-2 0,55 34 0,-80-54-227,1 0-1,-1 0 1,1 0-1,0-1 1,7 2-1,-1-2-6598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 24575,'-5'-15'0,"3"13"0,4 9 0,6 27 0,53 187 0,-58-211 0,1 1 0,1-1 0,0 0 0,11 16 0,-14-23 0,0 0 0,1 0 0,-1-1 0,1 1 0,0-1 0,-1 1 0,1-1 0,0 0 0,1 0 0,-1-1 0,0 1 0,0-1 0,1 1 0,-1-1 0,1 0 0,-1 0 0,1-1 0,5 1 0,-4 0 14,1-1-1,-1 0 0,0 0 0,1-1 1,-1 0-1,0 0 0,1 0 1,5-2-1,-8 2-100,0-1-1,-1 1 1,1-1 0,0 1-1,-1-1 1,0 0 0,1 0-1,-1 0 1,0 0-1,0 0 1,0-1 0,0 1-1,0 0 1,-1-1 0,1 0-1,0-2 1,3-7-6739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24575,'-27'2'0,"-11"1"0,-2 1 0,3 1 0,6 0 0,6 1 0,2 3 0,2 2 0,5-1-8191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24575,'-32'4'0,"-12"5"0,-3 1 0,3-2 0,7-2 0,6 1 0,7-2 0,2-1 0,2-1 0,3 1 0,3 0-8191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24575,'-1'-1'0,"1"1"0,0 1 0,0-1 0,-1 0 0,1 0 0,0 0 0,0 0 0,-1 0 0,1 0 0,0 0 0,0 0 0,0 0 0,-1 0 0,1 0 0,0 1 0,0-1 0,0 0 0,-1 0 0,1 0 0,0 0 0,0 1 0,0-1 0,0 0 0,-1 0 0,1 0 0,0 1 0,0-1 0,0 0 0,0 0 0,0 1 0,0-1 0,0 0 0,0 12 0,8 12 0,-7-22 0,14 37 0,2-1 0,40 68 0,-53-99-273,1-1 0,-1-1 0,1 1 0,11 9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28 24575,'-1'-2'0,"-1"0"0,1 0 0,-1 0 0,1 0 0,-1 0 0,0 1 0,1-1 0,-1 0 0,0 1 0,0 0 0,0-1 0,0 1 0,0 0 0,-1 0 0,1 0 0,0 1 0,0-1 0,-4 0 0,0 0 0,-1 1 0,1 0 0,0 1 0,-1 0 0,-9 2 0,14-3 0,-170 27-78,115-20-1209,44-5-5539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24575,'13'2'0,"1"0"0,-1 1 0,0 1 0,0 0 0,-1 1 0,1 0 0,21 13 0,-18-8 0,-1 1 0,0 0 0,-1 1 0,0 1 0,12 14 0,3 9 0,-3 0 0,-1 2 0,38 77 0,-16-11 0,-40-85 0,-1-1 0,-1 1 0,6 35 0,-11-45-76,0 1 1,0-1-1,-1 1 0,0-1 0,-1 1 0,0-1 0,0 1 0,-1-1 1,-1 0-1,1 0 0,-1-1 0,-1 1 0,1-1 0,-2 0 1,1 0-1,-1 0 0,-12 12 0,5-6-6750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8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32 24575,'-2'-8'0,"-4"-1"0,-3-1 0,0 5 0,2 6 0,-1 2 0,1 3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4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24575,'-3'3'0,"0"-3"0,0-2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2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24575,'1'2'0,"0"0"0,0 1 0,0-1 0,0 0 0,0 0 0,1 1 0,-1-1 0,1 0 0,-1 0 0,4 2 0,-2 0 0,21 24 0,54 47 0,35 15 0,19 17 0,-131-106 0,8 8 0,-8-5 0,-7-4 0,-13-8-1365,10 2-5461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 24575,'0'0'0,"0"0"0,0 0 0,0 0 0,0 0 0,0 0 0,0 0 0,0 0 0,0 0 0,0 0 0,0 0 0,0-1 0,0 1 0,0 0 0,0 0 0,0 0 0,0 0 0,0 0 0,0 0 0,0 0 0,0 0 0,0 0 0,0 0 0,0 0 0,-1 0 0,1 0 0,0 0 0,0-1 0,0 1 0,0 0 0,0 0 0,0 0 0,0 0 0,0 0 0,0 0 0,0 0 0,0 0 0,0 0 0,0 0 0,0 0 0,0 0 0,0 0 0,-1 0 0,1 0 0,0 0 0,0 0 0,0 0 0,0 0 0,0 0 0,0 0 0,0 0 0,0 0 0,0 0 0,0 0 0,0 0 0,0 0 0,0 0 0,-1 0 0,1 0 0,0 0 0,0 0 0,0 0 0,-5 5 0,-5 8 0,-29 60 0,24-43 0,-25 38 0,35-61-227,0 1-1,1-1 1,0 1-1,1 0 1,-4 13-1,4-9-6598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3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24575,'16'48'0,"-7"-17"0,1-1 0,21 43 0,-29-70 0,-2-4 0,-2-10 0,-7-14 0,-22-76 0,27 89 0,2-1 0,0 1 0,0-1 0,2 0 0,-1 0 0,2-15 0,0 25 0,-1 1 0,0-1 0,0 0 0,1 1 0,0-1 0,-1 1 0,1-1 0,0 1 0,0-1 0,1 1 0,-1-1 0,0 1 0,1 0 0,-1 0 0,1 0 0,0 0 0,0 0 0,0 0 0,0 0 0,0 1 0,0-1 0,0 1 0,1-1 0,-1 1 0,0 0 0,1 0 0,-1 0 0,1 0 0,-1 0 0,1 1 0,0-1 0,-1 1 0,5-1 0,6 0-97,1 1-1,-1 0 1,1 1-1,-1 0 1,1 1-1,-1 1 1,0 0-1,0 1 1,-1 0-1,1 1 1,-1 0-1,0 1 0,13 8 1,-15-7-6729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4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23 24575,'0'-1'0,"-1"0"0,1 0 0,0 0 0,-1 0 0,1-1 0,-1 1 0,1 0 0,-1 0 0,0 0 0,1 0 0,-1 0 0,0 0 0,0 0 0,0 0 0,0 1 0,0-1 0,0 0 0,0 0 0,0 1 0,0-1 0,0 1 0,0-1 0,0 1 0,0-1 0,-1 1 0,-1-1 0,2 1 0,-1 1 0,1-1 0,-1 0 0,1 1 0,0-1 0,-1 1 0,1-1 0,0 1 0,-1 0 0,1-1 0,0 1 0,0 0 0,0 0 0,0 0 0,0 0 0,0 0 0,0 0 0,0 0 0,0 1 0,0-1 0,1 0 0,-2 3 0,-5 10 0,1 0 0,1 0 0,0 1 0,1 0 0,1 0 0,0 0 0,-1 25 0,5 109 0,-1-148 0,2 23 0,1 1 0,1 0 0,8 27 0,-8-37 0,1 0 0,1 0 0,0-1 0,1 0 0,1 0 0,10 14 0,-12-20 0,0-1 0,1 0 0,0 0 0,0 0 0,1-1 0,-1 0 0,2-1 0,-1 0 0,17 8 0,-23-12-124,0-1 0,0 1 0,-1-1 0,1 1 0,0-1 0,0 0-1,0 0 1,-1 0 0,1 0 0,2 0 0,4-2-6702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4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 24575,'-9'-9'0,"7"7"0,4 7 0,1 2 0,2 12 0,0 0 0,-1 1 0,-1 0 0,0-1 0,-2 1 0,-1 31 0,-2 27 0,4 132 0,-1-199 0,0 0 0,2 0 0,-1 0 0,1 0 0,1-1 0,0 0 0,0 1 0,1-1 0,9 13 0,-10-17 0,0-1 0,0 1 0,1-1 0,0 0 0,0-1 0,0 1 0,7 4 0,-8-7 0,0 0 0,0 0 0,-1 0 0,1 0 0,1-1 0,-1 1 0,0-1 0,0 0 0,0-1 0,1 1 0,-1-1 0,6 0 0,-7 0-105,0-1 0,0 1 0,0-1 0,0 0 0,0 0 0,0 0 0,0 0 0,0-1 0,-1 1 0,1-1 0,0 0 0,3-3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24575,'-27'5'0,"-11"2"0,-2-1 0,6 1 0,6 0 0,6 1 0,4 1 0,2 0 0,4-2-8191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24575,'87'301'0,"-20"-74"0,-60-199 0,7 58 0,-12-69 0,-2-1 0,0 0 0,-1 1 0,0-1 0,-5 18 0,4-28 9,0 0-1,0 0 1,0 0-1,-1-1 1,1 1 0,-1-1-1,-1 0 1,1 0-1,-1 0 1,0 0-1,0-1 1,0 1-1,-9 5 1,6-4-174,-1-1 0,0 0 0,0-1 0,0 0 0,-1 0 0,1 0 0,-1-1 0,-12 2 0,1-1-6661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10 24575,'-20'10'0,"-37"12"0,48-19 0,-1 0 0,0-1 0,1 0 0,-1-1 0,0 0 0,-14-1 0,20 0-68,1-1 0,-1 0-1,1 0 1,-1 0 0,1 0 0,0 0-1,-1-1 1,1 1 0,0-1 0,0 0-1,0 0 1,0 0 0,0-1 0,0 1-1,1-1 1,-1 1 0,1-1-1,0 0 1,-4-5 0,0-4-6758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6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38 24575,'-30'-8'0,"-11"-2"0,-3 1 0,6 2 0,5 4 0,6 5 0,6 3 0,6 2 0,3 1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24575,'3'0'0,"2"0"0,2 2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8:5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24575,'13'-4'0,"1"1"0,-1 0 0,1 1 0,0 0 0,0 1 0,19 1 0,83 14 0,-58-5 0,111 7 0,-158-14 0,1-1 0,0 0 0,0-1 0,-1 0 0,1-1 0,0 0 0,17-5 0,-14 4-170,0 0-1,1 1 0,-1 0 1,0 1-1,0 1 0,0 0 1,22 6-1,-20-4-6655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24575,'0'14'0,"1"0"0,0-1 0,5 23 0,10 59 0,-2 23 0,-10-90-1365,-3-16-5461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25 24575,'-27'-5'0,"-14"-2"0,-2 1 0,3 1 0,7 4 0,6 2 0,5 1 0,6 0-8191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25 24575,'-7'-17'0,"7"10"0,0 7 0,0 0 0,1 0 0,-1 0 0,0 0 0,1 0 0,-1 0 0,0 0 0,1 0 0,-1 0 0,0 0 0,1 0 0,-1 0 0,0 0 0,1 0 0,-1 0 0,0 1 0,1-1 0,-1 0 0,0 0 0,0 0 0,1 1 0,-1-1 0,0 0 0,1 1 0,81 70 0,-38-31 0,177 137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24575,'-12'12'0,"-7"7"0,0 2 0,3 0 0,2 0 0,4-3 0,0-1 0,3-1 0,1 0 0,3-2 0,-1 0 0,1 0 0,0 1 0,-2-4 0,0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26 24575,'-38'-6'0,"1"-1"0,0 1 0,-74-1 0,105 8 0,0-1 0,0 1 0,0 0 0,0 0 0,0 1 0,0 0 0,1 0 0,-10 4 0,14-5 0,0 0 0,-1 0 0,1 0 0,0 0 0,0 0 0,-1 0 0,1 0 0,0 0 0,0 0 0,0 0 0,0 0 0,1 1 0,-1-1 0,0 0 0,0 1 0,1-1 0,-1 1 0,1-1 0,-1 1 0,1-1 0,0 1 0,0-1 0,-1 1 0,1-1 0,0 1 0,0-1 0,1 1 0,-1 0 0,0-1 0,0 1 0,1-1 0,-1 1 0,1-1 0,-1 0 0,1 1 0,0-1 0,1 3 0,8 14 0,2 0 0,19 23 0,-19-27 0,-1 1 0,0 1 0,16 31 0,-21-31 0,-1 1 0,-1-1 0,0 1 0,-1 0 0,-1 0 0,1 23 0,3 25 0,1 39 0,-7-96 0,0-1 0,0 1 0,1-1 0,2 10 0,-2-15 0,-1 0 0,1 0 0,-1-1 0,1 1 0,0 0 0,0 0 0,0 0 0,0-1 0,0 1 0,0-1 0,0 1 0,1-1 0,-1 1 0,1-1 0,-1 0 0,1 0 0,-1 1 0,1-1 0,0 0 0,-1 0 0,4 1 0,-4-2-59,-1 0 0,1 0-1,0 0 1,-1 0-1,1 0 1,0 0 0,-1 0-1,1 0 1,0 0 0,-1 0-1,1 0 1,0 0 0,-1 0-1,1 0 1,0 0-1,-1-1 1,1 1 0,-1 0-1,1-1 1,0 1 0,-1 0-1,1-1 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24575,'17'-1'0,"32"-5"0,-32 3 0,31-2 0,-33 4-107,19 1 339,-31 0-356,-1 0 0,0 1 0,0-1-1,0 1 1,1-1 0,-1 1 0,0 0 0,0 0-1,0-1 1,0 1 0,3 3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24575,'1'10'0,"1"-1"0,-1 0 0,2 0 0,-1 0 0,1 0 0,6 12 0,2 6 0,15 39 0,-16-44 0,-1-1 0,-2 1 0,9 35 0,-16-57-4,1 3-71,-1-1-1,1 1 0,-1-1 1,0 1-1,1-1 1,-1 1-1,0-1 0,0 1 1,-1-1-1,1 1 0,-1-1 1,1 1-1,-1-1 1,0 0-1,1 1 0,-1-1 1,-3 4-1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24575,'33'0'0,"12"-1"0,88 11 0,-130-10 0,0 1 0,-1-1 0,1 1 0,0 0 0,-1 0 0,1 0 0,-1 0 0,1 0 0,-1 0 0,1 1 0,-1-1 0,0 1 0,0 0 0,0-1 0,0 1 0,0 0 0,2 3 0,-2-2 0,-1 0 0,0 0 0,0 0 0,0 0 0,0 0 0,0 0 0,-1 0 0,1 0 0,-1 0 0,0 0 0,0 0 0,0 0 0,0 1 0,-2 5 0,-4 26 0,3-24 0,1 0 0,0 0 0,1 0 0,0 23 0,5 6 0,3 0 0,18 66 0,38 74 0,-61-173 0,1 0 0,-1 1 0,0-1 0,-1 0 0,2 12 0,-3-18 0,0 1 0,0 0 0,0-1 0,0 1 0,0 0 0,-1 0 0,1-1 0,0 1 0,-1 0 0,1-1 0,-1 1 0,0-1 0,0 1 0,1-1 0,-1 1 0,0-1 0,0 1 0,0-1 0,-1 0 0,1 0 0,0 1 0,0-1 0,-1 0 0,1 0 0,0 0 0,-1 0 0,1-1 0,-1 1 0,-2 1 0,-23 5-1365,14-4-5461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 24575,'-31'0'0,"1"1"0,-1 1 0,1 2 0,0 1 0,-31 9 0,56-12 0,-1 0 0,1 0 0,0 0 0,0 1 0,1 0 0,-1 0 0,0 0 0,-6 7 0,10-9 0,0 0 0,-1 0 0,1 1 0,0-1 0,0 1 0,1-1 0,-1 0 0,0 1 0,0 0 0,1-1 0,-1 1 0,1-1 0,-1 1 0,1 0 0,0-1 0,-1 1 0,1 0 0,0-1 0,0 1 0,0 0 0,1 0 0,-1-1 0,0 1 0,1 0 0,-1-1 0,1 1 0,-1-1 0,1 1 0,0-1 0,0 1 0,-1-1 0,3 3 0,4 6 0,1-1 0,0 1 0,1-2 0,14 13 0,44 27 0,-24-17 0,-32-24 0,15 13 0,-24-19 0,-1 0 0,0 0 0,1 1 0,-1-1 0,0 0 0,0 0 0,0 1 0,0-1 0,0 1 0,0-1 0,-1 1 0,1-1 0,0 1 0,0 2 0,-1-3 0,-1-1 0,1 1 0,0 0 0,0 0 0,-1 0 0,1 0 0,0 0 0,-1 0 0,1-1 0,-1 1 0,1 0 0,-1 0 0,1-1 0,-1 1 0,0 0 0,1-1 0,-1 1 0,0-1 0,0 1 0,1-1 0,-1 1 0,0-1 0,0 1 0,0-1 0,0 1 0,-25 8 0,25-9 0,-13 3-151,0 0-1,0-1 0,0-1 0,0-1 1,-1 0-1,1 0 0,0-1 1,-27-6-1,28 4-6674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24575,'-5'7'0,"-1"5"0,-1 1-8191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24575,'7'7'0,"3"3"-8191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0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24575,'0'12'0,"2"-1"0,-1 1 0,1 0 0,1-1 0,0 1 0,6 12 0,-8-21 0,1 0 0,-1 1 0,1-2 0,0 1 0,0 0 0,0 0 0,0-1 0,0 1 0,1-1 0,-1 1 0,1-1 0,0 0 0,0 0 0,-1 0 0,1-1 0,5 3 0,-6-3 0,-1-1 0,1 1 0,0-1 0,0 0 0,0 0 0,0 0 0,0 0 0,-1 0 0,1 0 0,0 0 0,0 0 0,0-1 0,0 1 0,0-1 0,-1 1 0,1-1 0,0 0 0,-1 0 0,1 1 0,0-1 0,-1 0 0,1-1 0,-1 1 0,1 0 0,-1 0 0,0-1 0,1 1 0,-1-1 0,0 1 0,1-3 0,2-2 0,-1 0 0,0 1 0,0-1 0,-1-1 0,0 1 0,0 0 0,2-8 0,-1-5 0,0-21 0,-1 22 0,-2 15 0,0 0 0,1 0 0,-1 1 0,1-1 0,0 0 0,-1 1 0,1-1 0,0 1 0,1-1 0,-1 1 0,0-1 0,1 1 0,2-4 0,-3 5 0,1 0 0,-1 0 0,0 0 0,1 0 0,-1 1 0,0-1 0,1 0 0,-1 1 0,1-1 0,-1 1 0,1-1 0,-1 1 0,1 0 0,-1 0 0,1-1 0,-1 1 0,1 0 0,0 0 0,-1 1 0,1-1 0,-1 0 0,1 0 0,-1 1 0,1-1 0,1 2 0,6 1 0,1 2 0,-1-1 0,0 1 0,0 1 0,12 9 0,40 39 0,-34-29 0,-11-10-455,0 0 0,19 24 0,-29-30-6371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0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14 24575,'1'-1'0,"-1"0"0,0 1 0,0-1 0,0 0 0,0 1 0,0-1 0,0 0 0,0 1 0,-1-1 0,1 1 0,0-1 0,0 0 0,0 1 0,-1-1 0,1 1 0,0-1 0,-1 0 0,1 1 0,-1-2 0,0 2 0,1 0 0,0 0 0,-1 0 0,1 0 0,0 0 0,-1 0 0,1 0 0,0 0 0,-1 0 0,1 1 0,-1-1 0,1 0 0,0 0 0,-1 0 0,1 0 0,0 0 0,-1 1 0,1-1 0,0 0 0,0 0 0,-1 1 0,1-1 0,0 0 0,-1 1 0,-15 21 0,14-18 0,-2 2 0,0 0 0,1 0 0,0 1 0,0 0 0,-3 10 0,6-15 0,0-1 0,-1 1 0,1-1 0,0 1 0,0-1 0,0 1 0,0-1 0,1 1 0,-1-1 0,0 1 0,1-1 0,-1 1 0,0-1 0,1 1 0,0-1 0,-1 0 0,1 1 0,0-1 0,0 0 0,0 0 0,0 1 0,0-1 0,0 0 0,0 0 0,0 0 0,0 0 0,1 0 0,-1 0 0,0-1 0,1 1 0,-1 0 0,2 0 0,8 3 0,0-1 0,0 0 0,0-1 0,1 0 0,15 0 0,-4 0 0,-15-1 0,36 4 0,75 18 0,-106-18-1365,-4 0-5461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0,0 0 0,1 0 0,-1 0 0,0 0 0,0-1 0,0 1 0,0 0 0,0 0 0,1 0 0,-1 0 0,0 0 0,0 0 0,0 0 0,1 0 0,-1 0 0,0 0 0,0 0 0,0 0 0,0 0 0,1 0 0,-1 0 0,0 0 0,0 0 0,0 0 0,1 0 0,-1 0 0,0 0 0,0 0 0,0 0 0,0 0 0,1 0 0,3 8 0,2 16 0,-5-16 0,5 19 0,6 52 0,-7-35 0,-1-10 0,-2-15 0,4 20 0,2 10 0,-7-36 0,0-1 0,2 0 0,-1 0 0,1-1 0,5 13 0,-6-22 0,-1 0 0,0 0 0,1 1 0,-1-1 0,1 0 0,-1-1 0,1 1 0,0 0 0,0 0 0,0-1 0,0 1 0,0-1 0,0 0 0,0 1 0,1-1 0,-1 0 0,0 0 0,1-1 0,-1 1 0,1 0 0,-1-1 0,1 1 0,-1-1 0,4 0 0,-2 0 0,0 0 0,-1 0 0,1-1 0,0 0 0,-1 1 0,1-1 0,0-1 0,-1 1 0,1 0 0,-1-1 0,0 0 0,0 1 0,1-1 0,-1-1 0,4-3 0,7-9-1365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24 24575,'-27'-5'0,"-12"-1"0,-1-1 0,4 2 0,5 4 0,6 2 0,6 1-8191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24575,'-7'10'0,"-3"6"0,1 2 0,1 1 0,5-1 0,3 0 0,4-2 0,1 0 0,3-1 0,-1 0 0,1-1 0,0 1 0,0-1 0,-1 0 0,1 0 0,-1 1 0,1-3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15 24575,'-27'-2'0,"-12"-2"0,-3 1 0,2 1 0,6 0 0,6 1 0,6 0 0,4 1 0,2 2 0,2 2 0,3-1-8191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24575,'0'17'0,"2"11"0,1 3 0,3-2 0,2-2 0,3-5 0,-1-2 0,0-3 0,2-2 0,-2 0 0,-1-1 0,0-1 0,-1-1 0,-1-2 0,1 1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55 24575,'-20'-10'0,"-8"-3"0,-3 0 0,2 3 0,4 3 0,3 5 0,0 3 0,2 4 0,0 0 0,0 3 0,-1 0 0,0 0 0,2 0 0,1-3 0,4-1-8191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1094 4 24575,'0'0'0,"0"0"0,-1 0 0,1 0 0,0 0 0,0 0 0,0 0 0,0 0 0,0 0 0,0 0 0,0 0 0,0 0 0,0 0 0,0 0 0,0 0 0,-1 0 0,1 0 0,0-1 0,0 1 0,0 0 0,0 0 0,0 0 0,0 0 0,0 0 0,0 0 0,0 0 0,0 0 0,0 0 0,0 0 0,0 0 0,0 0 0,0-1 0,0 1 0,0 0 0,0 0 0,0 0 0,0 0 0,0 0 0,0 0 0,0 0 0,0 0 0,0 0 0,0-1 0,0 1 0,0 0 0,0 0 0,0 0 0,0 0 0,0 0 0,0 0 0,0 0 0,0 0 0,0 0 0,0 0 0,0 0 0,0 0 0,0 0 0,0-1 0,1 1 0,-1 0 0,0 0 0,0 0 0,0 0 0,0 0 0,0 0 0,0 0 0,0 0 0,0 0 0,0 0 0,-11 2 0,-13 5 0,3-1 0,0 0 0,-1-1 0,0-1 0,0-1 0,0-1 0,-27-1 0,-135-17 0,83 5 0,-149 6 0,194 5 0,27 2 0,1 1 0,-53 13 0,34-6 0,-39 7-1365,69-12-5461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24575,'0'0'0,"-1"0"0,1 0 0,0-1 0,0 1 0,0 0 0,0-1 0,1 1 0,-1 0 0,0-1 0,0 1 0,0 0 0,0-1 0,0 1 0,0 0 0,0-1 0,1 1 0,-1 0 0,0 0 0,0-1 0,0 1 0,1 0 0,-1 0 0,0-1 0,0 1 0,0 0 0,1 0 0,-1 0 0,0 0 0,1-1 0,-1 1 0,0 0 0,0 0 0,1 0 0,-1 0 0,0 0 0,1 0 0,-1 0 0,0 0 0,1 0 0,-1 0 0,0 0 0,1 0 0,-1 0 0,0 0 0,1 0 0,-1 0 0,0 0 0,1 0 0,-1 1 0,1-1 0,0 0 0,0 1 0,0-1 0,0 1 0,0-1 0,0 1 0,-1-1 0,1 1 0,0-1 0,0 1 0,-1 0 0,1 0 0,0-1 0,-1 1 0,1 0 0,0 1 0,5 17 0,-1 0 0,5 28 0,2 12 0,26 60 0,-35-111-1365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54 24575,'-27'-13'0,"-2"2"0,-38-10 0,55 18 0,1 1 0,-1 1 0,-1-1 0,1 2 0,0 0 0,0 0 0,0 1 0,-22 4 0,-11 6-455,-1-2 0,-77 4 0,104-13-6371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7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41 24575,'-3'-4'0,"1"-1"0,0 1 0,-1 0 0,0 1 0,0-1 0,-6-5 0,8 8 0,1 0 0,-1 1 0,1-1 0,-1 1 0,0-1 0,0 1 0,1-1 0,-1 1 0,0 0 0,0-1 0,1 1 0,-1 0 0,0-1 0,0 1 0,0 0 0,0 0 0,0 0 0,1 0 0,-1 0 0,0 0 0,0 0 0,0 0 0,0 0 0,0 0 0,1 1 0,-1-1 0,0 0 0,0 0 0,0 1 0,1-1 0,-1 1 0,0-1 0,0 1 0,1-1 0,-1 1 0,0-1 0,1 1 0,-1-1 0,1 1 0,-1 0 0,1 0 0,-1-1 0,0 2 0,-3 5 0,0 0 0,1 1 0,0-1 0,0 1 0,0-1 0,1 1 0,0 0 0,-1 13 0,0 67 0,3-78 0,0 11 0,1 1 0,1-1 0,2 0 0,6 27 0,-5-33 0,0-1 0,0-1 0,1 1 0,1-1 0,1 0 0,-1 0 0,11 11 0,7 5-341,2-2 0,1-1-1,62 45 1,-78-61-6485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1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24575,'0'-3'0,"0"-1"0,0 1 0,1-1 0,-1 1 0,1 0 0,0-1 0,1-3 0,-2 7 0,0 0 0,0-1 0,0 1 0,0 0 0,1 0 0,-1-1 0,0 1 0,0 0 0,0 0 0,1-1 0,-1 1 0,0 0 0,0 0 0,0 0 0,1 0 0,-1-1 0,0 1 0,0 0 0,1 0 0,-1 0 0,0 0 0,0 0 0,1 0 0,-1 0 0,0-1 0,1 1 0,-1 0 0,0 0 0,0 0 0,1 0 0,0 1 0,0-1 0,0 1 0,-1-1 0,1 1 0,0 0 0,0-1 0,0 1 0,0 0 0,0 0 0,-1 0 0,1 0 0,0 0 0,-1 0 0,2 1 0,46 88 0,0 1 0,-40-77 0,12 19 0,30 67 0,-46-90 0,0 0 0,-1 0 0,0 0 0,-1 0 0,0 1 0,-1-1 0,0 1 0,0-1 0,-1 1 0,-1 0 0,-3 20 0,2-23 8,-1 0 0,0 0 0,-1 0-1,0 0 1,0-1 0,-1 0 0,1 1 0,-2-2-1,1 1 1,-1-1 0,-6 7 0,-11 7-422,-44 29 1,50-37-219,0 0-6194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6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24575,'0'12'0,"2"-1"0,0 1 0,0 0 0,6 14 0,20 54 0,-23-67 0,13 31-65,-11-31-120,-1 1-1,-1 0 0,0 1 0,-1-1 0,-1 1 1,3 22-1,-5-24-6640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6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24575,'-29'0'0,"-13"0"0,-1 2 0,4 4 0,6 3 0,7-1 0,7 0-8191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24575,'5'9'0,"0"0"0,1 0 0,0-1 0,1 0 0,0 0 0,0 0 0,14 11 0,5 0 0,33 19 0,21 16 0,-60-39-85,-8-5-342,1 0 1,20 22-1,-27-24-6399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8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24575,'-15'10'0,"-4"5"0,-2 3 0,2 1 0,3 0 0,4-2 0,1 2 0,2 0 0,4-1 0,-1 0 0,1-2 0,2-1 0,1 0 0,0-1 0,-1 1 0,0-3-8191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37 24575,'-18'-8'0,"0"1"0,0 1 0,-24-5 0,34 10 0,-1-1 0,1 1 0,-1 1 0,1 0 0,-1 0 0,1 0 0,-1 1 0,1 0 0,-16 5 0,21-5 0,0 0 0,0 1 0,-1-1 0,1 1 0,1 0 0,-1 0 0,0 0 0,0 0 0,1 0 0,-1 0 0,1 1 0,-1 0 0,1-1 0,0 1 0,0 0 0,0 0 0,1 0 0,-1 0 0,1 0 0,-2 6 0,2-5 0,0 0 0,0 1 0,1-1 0,0 0 0,0 1 0,0-1 0,0 0 0,1 0 0,0 1 0,0-1 0,0 0 0,0 0 0,0 0 0,1 0 0,0 0 0,2 4 0,38 53 0,-26-40 0,13 24 0,-14-18 0,15 38 0,-26-53 0,0 0 0,0 1 0,-1-1 0,-1 1 0,1 25 0,-4 28 0,0-36 0,2 33 0,-1-61 0,0-1 0,0 1 0,1 0 0,-1 0 0,1 0 0,-1 0 0,1 0 0,-1-1 0,1 1 0,0 0 0,0-1 0,0 1 0,0 0 0,3 2 0,-4-4 0,1 1 0,0-1 0,0 1 0,0-1 0,0 1 0,0-1 0,-1 0 0,1 0 0,0 0 0,0 1 0,0-1 0,0 0 0,0 0 0,0 0 0,0 0 0,0 0 0,0-1 0,0 1 0,0 0 0,-1 0 0,1-1 0,0 1 0,0 0 0,0-1 0,0 1 0,0-1 0,-1 1 0,1-1 0,0 1 0,-1-1 0,2 0 0,8-7-1365,-1 0-5461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36 24575,'6'-4'0,"0"0"0,0 0 0,1 0 0,-1 1 0,1 0 0,0 0 0,0 0 0,0 1 0,12-2 0,-14 3 0,-1 1 0,1 0 0,-1 0 0,1 0 0,-1 1 0,1-1 0,-1 1 0,0 0 0,1 1 0,-1-1 0,0 1 0,0-1 0,0 1 0,0 0 0,0 1 0,0-1 0,3 4 0,6 4 0,-1 1 0,22 24 0,-31-31 0,0 0 0,0 0 0,0 0 0,-1 0 0,1 1 0,-1 0 0,0-1 0,0 1 0,-1 0 0,1 0 0,-1 0 0,0 0 0,0 9 0,-1-12 0,0 1 0,-1 0 0,1 0 0,-1-1 0,1 1 0,-1 0 0,0-1 0,0 1 0,0 0 0,0-1 0,-1 0 0,1 1 0,-1-1 0,0 0 0,1 0 0,-1 1 0,0-1 0,0-1 0,0 1 0,-1 0 0,1 0 0,0-1 0,0 1 0,-1-1 0,1 0 0,-1 0 0,0 0 0,-3 1 0,-4 1 0,-1-1 0,0 0 0,1 0 0,-1-1 0,-20-1 0,18 0 0,-1-1 0,1 0 0,-1-2 0,1 1 0,0-1 0,-16-7 0,24 8 0,0 0 0,1-1 0,-1 1 0,1-1 0,0 0 0,0 0 0,0 0 0,-6-7 0,8 7 0,0 1 0,0-1 0,0 0 0,1 0 0,-1 0 0,1 0 0,0 0 0,0 0 0,0 0 0,0 0 0,0-1 0,1 1 0,-1 0 0,1-6 0,1 6-52,-1-1-1,1 1 1,0-1-1,0 1 1,0-1-1,0 1 1,1 0-1,-1-1 1,1 1-1,0 0 1,0 0-1,0 0 1,0 1-1,1-1 1,-1 0-1,1 1 1,-1-1-1,1 1 1,0 0-1,0 0 1,0 0-1,0 1 0,1-1 1,-1 1-1,6-3 1,3 2-6774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2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24575,'25'-16'0,"1"2"0,1 1 0,50-18 0,-70 29 0,1 0 0,-1 0 0,1 1 0,0 0 0,-1 0 0,1 1 0,0 0 0,0 0 0,-1 1 0,1 0 0,0 0 0,-1 1 0,1 0 0,-1 0 0,0 0 0,1 1 0,-1 1 0,-1-1 0,14 9 0,-10-4 0,0 0 0,-1 0 0,0 1 0,0 1 0,-1-1 0,0 1 0,8 14 0,-12-18 0,-1 1 0,0 0 0,0 0 0,-1 0 0,1 0 0,-2 0 0,1 1 0,-1-1 0,0 1 0,0-1 0,-1 1 0,0-1 0,-2 12 0,0-7 0,0-1 0,-1 0 0,-1 0 0,-9 19 0,-25 39 0,10-22 0,26-42 0,0-1 0,0 1 0,0-1 0,1 1 0,0 0 0,-1-1 0,1 1 0,1 0 0,-1 0 0,1 0 0,0 0 0,0 0 0,0-1 0,1 1 0,0 0 0,0 0 0,3 8 0,-1-5 0,1 0 0,0 0 0,0-1 0,1 1 0,0-1 0,0-1 0,1 1 0,0 0 0,7 5 0,0 0 0,-6-8 0,-1 1 0,-1 1 0,1-1 0,-1 1 0,0 0 0,0 0 0,-1 1 0,5 8 0,-8-14 0,-1 0 0,1 0 0,-1 0 0,0 1 0,1-1 0,-1 0 0,0 0 0,0 1 0,0-1 0,0 0 0,0 0 0,0 1 0,-1-1 0,1 0 0,0 0 0,-1 1 0,1-1 0,-1 0 0,1 0 0,-1 0 0,1 0 0,-1 0 0,0 0 0,1 1 0,-1-2 0,0 1 0,0 0 0,0 0 0,0 0 0,0 0 0,0-1 0,0 1 0,0 0 0,0-1 0,0 1 0,-2 0 0,-5 2 0,1 0 0,-1-1 0,0 1 0,-12 0 0,9 0 0,-12 1 0,-30 1 0,26-3 0,15 0-1365,3 1-5461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21 24575,'-26'-4'0,"-8"-2"0,0 1 0,-45 0 0,70 5 0,-1 0 0,1 1 0,-1 0 0,1 1 0,-1 0 0,1 0 0,0 1 0,0 0 0,0 1 0,1 0 0,-1 0 0,1 1 0,-10 6 0,15-9 0,1 1 0,-1-1 0,1 0 0,-1 1 0,1-1 0,0 1 0,0 0 0,0 0 0,0-1 0,1 1 0,-1 0 0,1 1 0,0-1 0,0 0 0,0 0 0,0 1 0,0-1 0,1 0 0,-1 1 0,1-1 0,0 1 0,0-1 0,1 5 0,0-3 0,0 1 0,1-1 0,0 0 0,0 1 0,1-1 0,-1 0 0,1 0 0,0 0 0,0-1 0,1 1 0,-1-1 0,1 1 0,5 3 0,21 17 0,57 37 0,4 2 0,-90-63 0,0-1 0,-1 0 0,1 1 0,0-1 0,-1 1 0,1-1 0,-1 1 0,1 0 0,-1-1 0,1 1 0,-1-1 0,1 1 0,-1 0 0,1 0 0,-1-1 0,0 1 0,1 0 0,-1 0 0,0-1 0,0 1 0,0 0 0,1 1 0,-2-1 0,1-1 0,-1 1 0,1-1 0,0 1 0,-1 0 0,1-1 0,-1 0 0,1 1 0,-1-1 0,0 1 0,1-1 0,-1 0 0,1 1 0,-1-1 0,0 0 0,1 0 0,-1 1 0,0-1 0,1 0 0,-2 0 0,-7 1 0,0 0 0,-18-1 0,24 0 0,-30 1-73,20-1-142,-1 1-1,1-2 1,0 0 0,0 0-1,-16-5 1,20 3-6611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24575,'10'15'0,"6"7"0,-1 2 0,1-2 0,-3-4 0,-4-3-8191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24575,'0'5'0,"0"4"0,3 3 0,0 2 0,0-2-8191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24575,'4'2'0,"0"-1"0,0 0 0,0 0 0,0-1 0,0 1 0,0-1 0,0 0 0,0 0 0,0 0 0,0-1 0,0 1 0,0-1 0,5-2 0,0 0 0,0-1 0,0-1 0,15-10 0,-3 2 0,-16 10 9,0 1-1,0 0 1,0 0-1,1 0 1,-1 0 0,1 1-1,-1 0 1,1 0-1,0 1 1,-1-1-1,1 1 1,0 1-1,10 1 1,-12-2-74,-1 1 1,1 0-1,-1-1 1,1 2-1,-1-1 1,0 0-1,0 1 0,1 0 1,-1-1-1,0 1 1,0 0-1,-1 1 1,1-1-1,0 0 0,-1 1 1,1 0-1,-1-1 1,0 1-1,0 0 1,0 0-1,0 0 1,2 7-1,0 2-6761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11 24575,'-11'-3'0,"-1"0"0,1 1 0,-1 1 0,-19-1 0,27 2 0,0 0 0,-1 0 0,1 1 0,0-1 0,0 1 0,0 0 0,0 0 0,0 1 0,0-1 0,0 1 0,0 0 0,1 0 0,-1 0 0,1 0 0,-1 1 0,-3 3 0,6-5 0,-1 0 0,1 1 0,0-1 0,0 1 0,0-1 0,1 1 0,-1-1 0,0 1 0,0-1 0,1 1 0,-1 0 0,1-1 0,0 1 0,-1 0 0,1-1 0,0 1 0,0 0 0,0 0 0,0 1 0,1 0 0,0 0 0,-1-1 0,1 1 0,0 0 0,1-1 0,-1 1 0,0-1 0,1 0 0,-1 1 0,5 3 0,1 1 0,1 1 0,1-1 0,-1-1 0,19 11 0,-12-9 24,0 0 0,1-1 0,0-1 0,26 7 0,-33-10-173,1-2 1,0 1-1,-1-1 1,1-1-1,0 0 1,0 0-1,0-1 1,0 0-1,12-3 1,-10 1-6678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24575,'8'83'0,"-1"-33"0,6 39 0,-7-53 0,4 69 0,-10-103 0,0 0 0,0 0 0,0 0 0,0 0 0,1 0 0,-1 0 0,0 0 0,1 0 0,0 0 0,-1 0 0,1 0 0,0 0 0,0-1 0,2 4 0,-1-3 0,-1-1 0,1 0 0,-1 0 0,1 0 0,0 0 0,-1 0 0,1 0 0,0-1 0,0 1 0,-1-1 0,1 1 0,0-1 0,0 1 0,0-1 0,0 0 0,2 0 0,2 0-227,0 0-1,0-1 1,0 0-1,0 0 1,7-2-1,1-1-6598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17 24575,'-29'-4'0,"-13"-3"0,-1 3 0,6 2-8191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41 24575,'-29'-8'0,"-15"-1"0,-5-1 0,4 3 0,4 1 0,5 6 0,3 1 0,2 1 0,2 1 0,1 2 0,0-1 0,0 0 0,-1 2 0,4-1 0,4 0-8191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24575,'0'34'0,"9"65"0,-6-81 0,2 0 0,0 0 0,0-1 0,2 0 0,11 21 0,27 32 11,-25-41-1387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28 24575,'-22'-7'0,"-7"0"0,-2 1 0,3 1 0,3 2 0,4 4 0,2 2 0,3 2 0,1 1 0,-2 0 0,0 0 0,0 0 0,1-1 0,0-2 0,1 1 0,3 0-8191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24575,'-12'11'0,"0"-1"0,1 2 0,1 0 0,0 0 0,1 1 0,0 0 0,0 0 0,2 1 0,0 1 0,-8 21 0,9-18 0,2 0 0,0 0 0,0 0 0,2 0 0,0 1 0,2-1 0,0 1 0,4 32 0,0-28 0,1 0 0,1-1 0,1 1 0,1-1 0,18 34 0,-11-28 0,1-2 0,1 0 0,36 42 0,-38-53-1365,-1-3-5461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3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24575,'39'18'0,"-2"1"0,0 3 0,-1 0 0,-1 3 0,50 46 0,-68-55 0,-1 1 0,-1 0 0,0 2 0,-2-1 0,0 2 0,-1-1 0,-1 2 0,-1-1 0,-1 2 0,0-1 0,9 45 0,-15-54 9,-2 0-1,0 0 1,0 0-1,-1 0 1,-1 0 0,0 0-1,-1 0 1,0 0-1,0-1 1,-2 1-1,1 0 1,-1-1-1,-10 18 1,5-13-174,0 0 0,-2-1 0,0 0 0,-1-1 0,0 0 0,-1-1 0,0 0 0,-19 13 0,11-11-6661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1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24575,'-1'43'0,"0"-23"0,1 0 0,0-1 0,1 1 0,1-1 0,1 0 0,7 24 0,1-11-58,17 51-1249,-25-71-5519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24 24575,'-27'-5'0,"-11"-2"0,-2 1 0,3 1 0,6 4 0,6 2 0,4 3 0,4 2 0,4-1-8191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 24575,'-7'-5'0,"6"3"0,13 6 0,21 15 0,-2 2 0,32 27 0,-36-27 0,130 105 0,-146-117 0,22 19 0,-31-25 0,1-1 0,-1 1 0,0-1 0,0 1 0,0 0 0,0 0 0,-1 0 0,1 0 0,1 4 0,-3-6 0,0-1 0,0 1 0,0-1 0,0 1 0,0 0 0,0-1 0,0 1 0,0-1 0,0 1 0,0-1 0,0 1 0,0-1 0,0 1 0,0 0 0,-1-1 0,1 1 0,0-1 0,0 1 0,-1-1 0,1 1 0,0-1 0,-1 0 0,1 1 0,0-1 0,-1 1 0,1-1 0,-1 0 0,1 1 0,-1-1 0,1 0 0,-1 1 0,1-1 0,-1 0 0,1 0 0,-1 0 0,1 1 0,-1-1 0,1 0 0,-1 0 0,1 0 0,-1 0 0,0 0 0,1 0 0,-1 0 0,1 0 0,-2 0 0,-2 0 0,0 0 0,0-1 0,0 1 0,0-1 0,-4-1 0,-7-4-1365,1 0-5461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2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24575,'-14'7'0,"0"1"0,1 0 0,-1 1 0,1 0 0,-13 14 0,19-16 0,0 1 0,0 1 0,0-1 0,1 1 0,1 0 0,-1 1 0,2-1 0,-7 17 0,10-24-32,-23 58 188,21-53-369,-1-1 1,1 0-1,-1 0 0,-1 0 0,1-1 1,-10 10-1,2-6-6613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4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47 24575,'-7'-3'0,"-105"-30"0,97 30 0,0 0 0,-1 1 0,1 1 0,0 0 0,-25 2 0,36 0 0,0-1 0,0 1 0,0 0 0,1 0 0,-1 1 0,0-1 0,1 1 0,-1-1 0,1 1 0,-1 0 0,1 1 0,-5 3 0,7-5 0,0 1 0,0-1 0,0 0 0,0 0 0,0 0 0,0 1 0,1-1 0,-1 0 0,0 1 0,1-1 0,0 0 0,-1 1 0,1-1 0,0 1 0,-1-1 0,1 1 0,0-1 0,0 1 0,0-1 0,1 1 0,-1-1 0,0 1 0,0-1 0,1 1 0,-1-1 0,1 0 0,-1 1 0,1-1 0,0 0 0,-1 1 0,1-1 0,0 0 0,0 0 0,0 0 0,2 2 0,8 10 0,1 1 0,0 0 0,-1 1 0,-1 0 0,0 0 0,12 27 0,-13-14 0,0 2 0,-2-1 0,-1 1 0,-2 0 0,2 40 0,12 73 0,-8-80 0,-10-59 0,1 0 0,0 0 0,0 0 0,0 0 0,0 0 0,1 0 0,-1 0 0,1-1 0,0 1 0,0 0 0,5 5 0,-5-7 0,0 0 0,0 0 0,0-1 0,1 1 0,-1 0 0,1-1 0,-1 0 0,1 0 0,0 1 0,0-1 0,-1-1 0,1 1 0,0 0 0,0-1 0,0 0 0,6 1 0,19 0 60,33-4 0,-53 2-225,0 0 0,1 0 0,-1-1 0,0 0 0,0-1 0,0 0 0,0 0 0,10-6 0,-9 2-6661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24575,'-5'5'0,"-1"4"0,0 3 0,1 2 0,1 1 0,2 0 0,3 0 0,2 1 0,0-1 0,2-3 0,0-1 0,2 1 0,0 0 0,1 0 0,-1-3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24575,'0'-2'0,"0"-1"0,0 1 0,1-1 0,-1 1 0,0 0 0,1-1 0,0 1 0,-1 0 0,1 0 0,0-1 0,0 1 0,0 0 0,0 0 0,1 0 0,-1 0 0,1 0 0,-1 1 0,3-3 0,-1 2 0,0 0 0,0 0 0,0 0 0,0 0 0,0 1 0,1-1 0,-1 1 0,0 0 0,1 0 0,-1 1 0,5-1 0,4 0 0,1 0 0,0 2 0,-1-1 0,1 2 0,23 5 0,-26-5 0,-6-1 0,1 0 0,-1 0 0,0 0 0,0 0 0,6 3 0,-9-3 0,0 0 0,0 0 0,1 0 0,-1 0 0,0 0 0,0 0 0,0 0 0,0 1 0,0-1 0,0 0 0,-1 1 0,1-1 0,0 0 0,0 1 0,-1-1 0,1 1 0,-1-1 0,0 1 0,1 1 0,1 10 0,-1 26 0,-1-24 0,3 22 0,3-6 0,1 0 0,16 41 0,30 57 0,13 39 0,-62-156 0,-1-1 0,-1 1 0,0 0 0,-1 0 0,0 1 0,-1-1 0,-1 20 0,0-30 2,1-1-1,0 1 1,-1 0-1,1 0 1,-1 0-1,0-1 1,0 1-1,0 0 1,0 0-1,0-1 1,0 1-1,0-1 1,0 1-1,-1-1 1,1 0-1,0 1 1,-1-1-1,1 0 1,-3 1-1,-2 2-32,-1-1-1,1 0 0,-13 3 0,-5 3-1236,15-5-5558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6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14 24575,'-27'-5'0,"-38"-3"0,58 8 0,-1-1 0,1 2 0,-1-1 0,1 1 0,0 0 0,-1 0 0,1 1 0,0 0 0,0 0 0,-8 4 0,13-5 0,0 0 0,0 0 0,1 0 0,-1 1 0,0-1 0,1 0 0,-1 1 0,1-1 0,-1 0 0,1 1 0,0 0 0,0-1 0,0 1 0,0 0 0,0 0 0,0-1 0,0 1 0,1 0 0,-1 0 0,0 3 0,1-2 0,0 0 0,0 0 0,0 0 0,0 0 0,1 0 0,-1 1 0,1-1 0,0 0 0,0 0 0,0-1 0,3 7 0,3 1 0,-1 0 0,1 0 0,1-1 0,0 1 0,15 12 0,50 38 0,5 6 0,-75-63 0,0-1 0,0 1 0,-1 0 0,1 0 0,-1 1 0,0-1 0,0 0 0,0 1 0,2 5 0,-4-8 0,0 0 0,0 0 0,1 0 0,-1 0 0,0 0 0,0 0 0,0 0 0,0 0 0,0 0 0,0 0 0,0 0 0,-1 0 0,1 0 0,0 0 0,-1 0 0,1 0 0,0 0 0,-1 0 0,1 0 0,-1 0 0,0 0 0,1 0 0,-1 0 0,0-1 0,1 1 0,-1 0 0,0-1 0,0 1 0,0 0 0,1-1 0,-1 1 0,0-1 0,0 1 0,0-1 0,0 1 0,0-1 0,0 0 0,-2 1 0,-4 1 0,0-1 0,-1 0 0,1 0 0,-1 0 0,1-1 0,0 0 0,-1 0 0,-9-2 0,5 0 0,-1-1 0,1 0 0,0-1 0,-12-5 0,22 8-136,0 0-1,1 0 1,-1 0-1,0 0 1,1 0-1,-1 0 1,1 0-1,-1 0 0,-1-3 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7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24575,'3'10'0,"0"5"0,0 4 0,2-3 0,0-1 0,-1-3-8191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7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24575,'24'26'0,"-17"-18"0,0 0 0,0-1 0,1 1 0,15 10 0,-21-16 0,1-1 0,0 1 0,0-1 0,1 0 0,-1 1 0,0-2 0,0 1 0,1 0 0,-1-1 0,0 1 0,1-1 0,-1 0 0,0 0 0,1 0 0,-1 0 0,0-1 0,1 0 0,-1 1 0,5-3 0,-6 2 0,1-1 0,0 1 0,0-1 0,-1 1 0,1-1 0,-1 0 0,0 0 0,1-1 0,-1 1 0,0 0 0,0-1 0,0 1 0,-1-1 0,1 1 0,-1-1 0,3-6 0,7-11 0,-10 20 0,-1-1 0,1 0 0,0 0 0,-1 1 0,1-1 0,0 1 0,0-1 0,0 1 0,-1-1 0,1 1 0,0-1 0,0 1 0,0 0 0,0-1 0,0 1 0,0 0 0,0 0 0,0-1 0,0 1 0,0 0 0,-1 0 0,1 0 0,0 0 0,0 1 0,0-1 0,0 0 0,0 0 0,0 1 0,0-1 0,0 0 0,0 1 0,0-1 0,-1 1 0,1-1 0,1 1 0,4 3 0,0 0 0,-1 0 0,9 9 0,-11-11 0,33 37-1365,-26-29-5461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 24575,'-7'-1'0,"0"0"0,0 1 0,0-1 0,-1 1 0,1 1 0,0-1 0,0 1 0,0 1 0,0-1 0,-11 5 0,15-5 0,-1 1 0,1-1 0,0 1 0,-1 0 0,1 0 0,0 0 0,0 0 0,1 0 0,-1 1 0,0-1 0,1 1 0,0 0 0,-1 0 0,1 0 0,0 0 0,0 0 0,1 0 0,-1 0 0,1 1 0,-1-1 0,1 0 0,-1 6 0,2-5 0,-1 0 0,1 0 0,0 0 0,0 0 0,0 0 0,0 0 0,1 0 0,0 0 0,0 0 0,0 0 0,0 0 0,1-1 0,-1 1 0,1 0 0,0-1 0,0 1 0,0-1 0,0 0 0,1 0 0,3 4 0,-2-3 0,0-1 0,1 1 0,-1-1 0,1 0 0,0 0 0,-1-1 0,2 1 0,-1-1 0,0 0 0,0-1 0,0 1 0,1-1 0,-1 0 0,8 0 0,95-1 91,-50-1-1547,-44 1-5370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24575,'0'-4'0,"0"-17"0,0 20 0,0 1 0,0-1 0,0 1 0,0-1 0,0 0 0,0 1 0,0-1 0,0 1 0,1-1 0,-1 0 0,0 1 0,0-1 0,0 1 0,1-1 0,-1 1 0,0-1 0,1 1 0,-1-1 0,1 1 0,-1-1 0,0 1 0,1 0 0,0-1 0,-1 1 0,1 0 0,-1 0 0,0 0 0,0 0 0,1 1 0,-1-1 0,0 0 0,1 0 0,-1 1 0,0-1 0,0 0 0,0 0 0,1 1 0,-1-1 0,0 0 0,0 0 0,0 1 0,1-1 0,-1 0 0,0 1 0,0-1 0,0 0 0,0 1 0,0-1 0,0 0 0,0 1 0,0 0 0,2 11 0,-2-11 0,36 207 0,-32-185 0,7 28 0,13 76 0,-24-124 0,0 0 0,1 0 0,-1 0 0,1 0 0,0 0 0,0 0 0,0 0 0,0-1 0,1 1 0,-1 0 0,1-1 0,-1 1 0,1-1 0,4 5 0,-3-5 0,-1-1 0,0 1 0,1-1 0,-1 0 0,1 0 0,0 0 0,-1 0 0,1 0 0,0 0 0,0-1 0,0 1 0,-1-1 0,1 0 0,0 0 0,0 0 0,4-1 0,0 0-91,0 0 0,0 0 0,0-1 0,0 0 0,-1 0 0,1-1 0,-1 0 0,0 0 0,1-1 0,-1 1 0,-1-1 0,1-1 0,0 1 0,6-8 0,-4 3-6735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49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24575,'-30'2'0,"-11"1"0,0 3 0,6 0 0,7-1-8191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0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12 24575,'-24'-3'0,"-12"0"0,0 0 0,2 0 0,5 4 0,2 1 0,3 3 0,4 1 0,3-2 0,1 3 0,1-2 0,3 0-8191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24575,'0'12'0,"0"9"0,0 4 0,0-1 0,3-1 0,0-2 0,0-1 0,2 0 0,0-1 0,2-2 0,-1-1 0,-1-1 0,2-3 0,-2-1 0,2 0 0,2 1 0,1-2 0,0-3-8191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0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31 24575,'-27'-7'0,"-14"-3"0,-5 3 0,1 3 0,3 1 0,3 5 0,4 4 0,1 1 0,0 1 0,2 0 0,4 1 0,6-1-8191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1176 13 24575,'-26'-6'0,"4"1"0,-2 3 0,0 2 0,0 1 0,-42 8 0,37-6 0,-433 41 0,350-39 0,-152 4 0,165-9-1365,75 0-5461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2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24575,'0'-1'0,"0"1"0,0 0 0,0 0 0,0-1 0,0 1 0,-1 0 0,1-1 0,0 1 0,0 0 0,0-1 0,0 1 0,0 0 0,0 0 0,-1-1 0,1 1 0,0 0 0,0 0 0,0-1 0,-1 1 0,1 0 0,0 0 0,0 0 0,-1 0 0,1-1 0,0 1 0,0 0 0,-1 0 0,1 0 0,0 0 0,-1 0 0,1 0 0,0 0 0,0 0 0,-1 0 0,1-1 0,0 1 0,-1 0 0,1 1 0,-1-1 0,-3 13 0,2 22 0,4-22 0,0 0 0,0-1 0,1 1 0,1 0 0,6 14 0,31 58 0,-18-41 0,-18-27-1365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43 24575,'-29'-7'0,"-13"-3"0,-1 1 0,2 1 0,5 3 0,4 1 0,4 5 0,4 2 0,2 0 0,0 2 0,-1 0 0,1 0 0,-1 1 0,-1-1 0,1 0 0,4-2-8191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3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 24575,'-1'0'0,"1"-1"0,-1 1 0,1 0 0,-1-1 0,0 1 0,1 0 0,-1 0 0,1 0 0,-1-1 0,0 1 0,1 0 0,-1 0 0,0 0 0,1 0 0,-1 0 0,0 0 0,1 0 0,-1 1 0,0-1 0,1 0 0,-1 0 0,0 0 0,1 1 0,-1-1 0,1 0 0,-1 1 0,0-1 0,1 0 0,-1 1 0,1-1 0,-1 1 0,1-1 0,0 1 0,-1-1 0,1 1 0,-1 0 0,-15 21 0,16-22 0,-7 12 0,2-1 0,-1 1 0,2 0 0,0 0 0,0 1 0,-3 18 0,2 6 0,-1 36 0,6-57 11,1 0 0,0 1 0,1-1 0,1 0 0,0 0 0,1-1-1,1 1 1,1-1 0,0 0 0,13 24 0,-8-21-197,0 0 1,1-1-1,1 0 0,1-1 1,0-1-1,1 0 1,30 22-1,-31-27-6640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0,0-1 0,0 1 0,-1-1 0,1 1 0,0 0 0,-1 0 0,1 0 0,0 0 0,-1 0 0,0 0 0,1 0 0,1 3 0,20 24 0,-21-24 0,18 25 0,-2 1 0,15 34 0,24 68 0,-52-119 0,11 28 0,15 55 0,-27-80 0,-1 0 0,0 1 0,-1-1 0,-1 1 0,0-1 0,-4 29 0,2-38 9,0 0-1,-1-1 1,0 1-1,0-1 1,-1 1 0,1-1-1,-2 0 1,1 1-1,-1-2 1,1 1-1,-2 0 1,1-1-1,-9 9 1,2-5-257,1-1 1,-1 0-1,-1 0 1,0-1-1,-24 11 1,16-10-6579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24575,'2'19'0,"0"-1"0,2 0 0,8 28 0,27 75 0,-32-99 0,8 19-30,15 52-1305,-27-81-5491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29 24575,'-29'-5'0,"-15"-2"0,-3 1 0,5 1 0,7 1 0,4 2 0,6 3 0,3 2 0,4 3 0,5 0-8191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24575,'12'0'0,"7"0"0,0 3 0,-3 0-8191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24575,'10'-3'0,"3"3"0,0 0-8191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09:5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24575,'27'-10'0,"11"-5"0,2-1 0,-1 3 0,-5 6 0,-3 6 0,-5 4 0,-3 4 0,-7 0-8191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21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33 564 24575,'-1'-4'0,"0"0"0,1 0 0,-1 0 0,-1 0 0,1 0 0,-1 0 0,-3-7 0,-5-12 0,7 8 0,0 1 0,1-2 0,1 1 0,1 0 0,0 0 0,3-21 0,-1 27 0,0-1 0,1 1 0,0-1 0,0 1 0,9-14 0,1-8 0,-7 18 0,1 0 0,0 1 0,0-1 0,1 1 0,1 1 0,0-1 0,0 2 0,15-14 0,-8 10 0,1 1 0,0 1 0,0 0 0,2 1 0,19-9 0,1 4 0,69-20 0,-82 29 0,1 2 0,-1 1 0,1 1 0,0 1 0,52 3 0,-51 3 0,0 1 0,0 2 0,46 15 0,-59-16 0,0 1 0,-1 0 0,0 1 0,14 10 0,48 42 0,-55-42 0,-7-6 0,4 1 0,-2 1 0,0 1 0,-1 0 0,21 29 0,-29-35 0,-1 0 0,-1 1 0,0-1 0,0 2 0,-1-1 0,0 0 0,-1 1 0,0 0 0,0-1 0,-1 1 0,-1 0 0,0 0 0,-1 15 0,0-14 0,-4 63 0,3-66 0,-1 1 0,0 0 0,-1 0 0,0-1 0,-7 15 0,3-12 0,-1 0 0,0 0 0,0 0 0,-1-1 0,-20 19 0,1-5 0,-32 22 0,45-37 0,-1-1 0,0-1 0,0 0 0,-1-1 0,0 0 0,0-2 0,-1 0 0,-30 5 0,32-7 0,-11 1 0,0 0 0,-33 0 0,21-4 0,-74-3 0,93 1 0,1 0 0,0-2 0,-34-10 0,31 6 17,0-2 0,0 0 1,1-1-1,1-2 0,0 0 0,-18-15 0,25 17-166,1 1 1,1-2-1,-1 0 1,2 0-1,0-1 1,0 0-1,2-1 1,-1 0-1,-9-24 1,11 21-6678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23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39 131 24575,'2'-7'0,"2"-1"0,-1 1 0,1 0 0,0 1 0,1-1 0,-1 1 0,1 0 0,1 0 0,-1 0 0,1 1 0,0 0 0,0 0 0,0 0 0,1 1 0,0 0 0,0 0 0,0 1 0,0-1 0,0 2 0,1-1 0,11-2 0,31-2 0,0 1 0,101 4 0,-97 2 0,-44 1 0,1 0 0,0 0 0,-1 1 0,1 0 0,-1 1 0,20 8 0,-9-1 0,0 1 0,21 14 0,-30-16 0,-2 0 0,1 0 0,-1 1 0,-1 0 0,10 14 0,20 20 0,-9-13 0,32 44 0,-58-71 0,-1 1 0,1 0 0,-1 0 0,0 0 0,-1 1 0,1-1 0,-1 1 0,0-1 0,-1 1 0,1 0 0,-1 0 0,0 0 0,0 0 0,-1 0 0,0 0 0,0 0 0,0 0 0,-1-1 0,0 1 0,0 0 0,-1 0 0,1 0 0,-1-1 0,0 1 0,-1-1 0,1 1 0,-1-1 0,0 0 0,-1 0 0,-5 7 0,-30 35 0,-51 59 0,84-101 0,-1 0 0,1 0 0,-1-1 0,0 1 0,0-2 0,0 1 0,-12 4 0,4-3 0,0-1 0,-29 5 0,30-7 0,0 0 0,0-1 0,0-1 0,-1 0 0,1-1 0,0 0 0,0-1 0,0-1 0,-22-7 0,18 3 0,-90-40 0,52 22 0,40 19 0,0-1 0,0-1 0,1 0 0,-28-20 0,33 20 0,0 0 0,1-1 0,0 1 0,0-2 0,1 1 0,1-1 0,-1 0 0,2-1 0,-1 0 0,-5-14 0,-23-75-1365,30 84-5461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25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131 203 24575,'0'-8'0,"0"0"0,1 0 0,0 1 0,1-1 0,0 0 0,0 1 0,0-1 0,1 1 0,0 0 0,1 0 0,0 0 0,0 0 0,0 1 0,1-1 0,0 1 0,0 0 0,8-6 0,-2 3 0,1 0 0,1 1 0,-1 1 0,2 0 0,21-9 0,-25 13 0,-1 1 0,1-1 0,-1 1 0,1 1 0,0 0 0,-1 0 0,1 1 0,0 0 0,15 3 0,12 4 0,1 2 0,48 19 0,-37-8 0,77 44 0,-113-56 0,-1 1 0,0-1 0,0 2 0,10 11 0,39 46 0,-47-51 0,-1 0 0,-1 0 0,-1 0 0,-1 1 0,0 1 0,-1 0 0,-1 0 0,0 1 0,7 28 0,-14-42 0,0 0 0,0 0 0,0 1 0,-1-1 0,0 1 0,0-1 0,0 0 0,0 1 0,-1-1 0,0 0 0,0 1 0,-1-1 0,1 0 0,-4 7 0,0-3 0,0 0 0,-1-1 0,0 0 0,0 0 0,0-1 0,-15 13 0,6-7 0,0-1 0,-1 0 0,-1-1 0,1-1 0,-1-1 0,-1 0 0,0-1 0,0-1 0,-1-1 0,0-1 0,-31 6 0,31-8 0,-7 1 0,-2 0 0,-29 0 0,42-5 0,0 0 0,0-1 0,0-1 0,-16-5 0,-59-23 0,55 18 0,15 4 0,0 0 0,1-1 0,1-1 0,0-1 0,0-1 0,1 0 0,-26-27 0,28 24 17,1-1 0,0 0 1,1-1-1,1-1 0,1 0 0,-15-34 0,14 22-388,1-1-1,2 0 1,-10-57 0,17 74-6455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35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360 265 24575,'3'0'0,"-2"0"0,-2-2 0,-2-1 0,-6-3 0,-6-5 0,-5-2 0,-8-5 0,-3-4 0,-1-1 0,-3-1 0,0 1 0,1-1 0,4 2 0,1-1 0,5 2 0,2 3 0,6 6-8191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37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15 24575,'1'-1'0,"-1"1"0,0-1 0,0 0 0,1 1 0,-1-1 0,0 1 0,1-1 0,-1 0 0,1 1 0,-1-1 0,1 1 0,-1 0 0,1-1 0,-1 1 0,1-1 0,-1 1 0,1 0 0,0-1 0,-1 1 0,1 0 0,-1-1 0,1 1 0,0 0 0,-1 0 0,1 0 0,0 0 0,1 0 0,21-3 0,-20 3 0,7-1 0,0 2 0,0-1 0,-1 1 0,1 0 0,0 1 0,12 4 0,-16-4 0,0 0 0,0 0 0,0 1 0,-1 0 0,1 0 0,-1 1 0,0-1 0,0 1 0,0 0 0,9 9 0,-12-9 0,0-1 0,0 1 0,-1-1 0,1 1 0,-1 0 0,0 0 0,0 0 0,0 0 0,0-1 0,-1 1 0,1 0 0,-1 0 0,0 6 0,-1-1 0,1 1 0,-2 0 0,1-1 0,-5 14 0,2-14 0,0-1 0,0 0 0,-1 0 0,0 0 0,-1-1 0,1 1 0,-1-1 0,-14 11 0,17-15 0,-1 0 0,0-1 0,0 0 0,0 0 0,0 0 0,0 0 0,-1-1 0,1 1 0,0-1 0,-1 0 0,1-1 0,-6 1 0,-4 0 0,0-1 0,-23-3 0,32 2 0,0 1 0,0-2 0,0 1 0,1 0 0,-1-1 0,0 0 0,1 0 0,-1-1 0,1 1 0,0-1 0,0 0 0,0 0 0,0 0 0,0-1 0,1 1 0,-1-1 0,1 0 0,0 0 0,0 0 0,0 0 0,1-1 0,-4-7 0,5 8 0,-1 0 0,1-1 0,0 1 0,0 0 0,0-1 0,1 1 0,-1-1 0,1 1 0,0-1 0,0 1 0,1-1 0,-1 1 0,1 0 0,0-1 0,1 1 0,-1 0 0,1 0 0,-1-1 0,1 1 0,0 0 0,1 1 0,-1-1 0,1 0 0,-1 1 0,7-6 0,-4 4-136,0 0-1,0 1 1,1-1-1,-1 1 1,1 1-1,0-1 1,0 1-1,0 0 0,14-4 1,-7 4-6690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0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24575,'-1'0'0,"1"0"0,-1 0 0,1 1 0,-1-1 0,1 0 0,-1 0 0,1 1 0,-1-1 0,1 0 0,0 1 0,-1-1 0,1 0 0,-1 1 0,1-1 0,0 1 0,-1-1 0,1 1 0,0-1 0,0 1 0,-1-1 0,1 1 0,0-1 0,0 1 0,0-1 0,0 1 0,-1-1 0,1 1 0,0 0 0,0-1 0,0 1 0,0-1 0,0 1 0,0-1 0,1 1 0,-1-1 0,0 2 0,4 22 0,-4-24 0,5 16 0,2-1 0,-1 1 0,2-2 0,0 1 0,16 21 0,-13-20 0,-11-16 0,0 0 0,0 1 0,0-1 0,0 0 0,0 1 0,0-1 0,1 0 0,-1 0 0,0 1 0,0-1 0,0 0 0,1 0 0,-1 1 0,0-1 0,0 0 0,1 0 0,-1 0 0,0 0 0,0 1 0,1-1 0,-1 0 0,0 0 0,1 0 0,-1 0 0,0 0 0,1 0 0,-1 0 0,0 0 0,1 0 0,-1 0 0,0 0 0,0 0 0,1 0 0,-1 0 0,0 0 0,1 0 0,6-12 0,-1-17 0,-6 3 0,0 20 0,0 0 0,0 0 0,0 1 0,1-1 0,0 0 0,1-6 0,-2 12 0,1-1 0,-1 0 0,0 1 0,1-1 0,-1 0 0,0 1 0,1-1 0,-1 0 0,1 1 0,-1-1 0,1 1 0,-1-1 0,1 1 0,0 0 0,-1-1 0,1 1 0,-1-1 0,1 1 0,0 0 0,-1-1 0,1 1 0,0 0 0,1 0 0,0-1 0,0 1 0,0 0 0,0 0 0,0 1 0,0-1 0,0 0 0,0 1 0,3 0 0,4 3 0,0-1 0,16 10 0,-22-11 0,8 4-124,-1 1 0,1 0 0,-2 0 0,1 1 0,-1 0 0,0 1-1,0-1 1,-1 2 0,0-1 0,6 12 0,-8-8-6702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188 584 24575,'-8'-150'0,"1"4"0,6 122 0,-1-1 0,0 1 0,-8-28 0,7 38 0,-1 0 0,-1 0 0,0 1 0,-1-1 0,0 1 0,-14-20 0,17 28 0,-2-1 0,1 1 0,0 0 0,-1 1 0,0-1 0,-9-6 0,13 10 0,0 1 0,-1-1 0,1 0 0,0 1 0,0-1 0,0 1 0,0-1 0,0 1 0,-1-1 0,1 1 0,0 0 0,0 0 0,-1-1 0,1 1 0,0 0 0,-1 0 0,1 1 0,0-1 0,0 0 0,-1 0 0,1 0 0,0 1 0,0-1 0,-1 1 0,1-1 0,0 1 0,0-1 0,0 1 0,0 0 0,0 0 0,0-1 0,0 1 0,0 0 0,0 0 0,0 0 0,0 0 0,1 0 0,-1 0 0,0 0 0,1 0 0,-1 2 0,-3 5 0,0-1 0,1 1 0,1 0 0,-1 1 0,1-1 0,0 0 0,1 1 0,0-1 0,1 1 0,0-1 0,0 1 0,2 15 0,3-2 0,0 0 0,1 0 0,14 34 0,-10-37 0,-1 0 0,2 0 0,1-1 0,0-1 0,1 0 0,1-1 0,0 0 0,1-1 0,24 18 0,-32-27 0,0-1 0,0-1 0,1 1 0,-1-1 0,1-1 0,0 1 0,0-1 0,0-1 0,1 1 0,15 1 0,-22-4 0,0 0 0,-1 0 0,1 0 0,0 0 0,0-1 0,-1 1 0,1 0 0,-1-1 0,1 0 0,0 1 0,-1-1 0,1 0 0,-1 0 0,1 0 0,-1 0 0,1 0 0,-1 0 0,0 0 0,0 0 0,0 0 0,1-1 0,-1 1 0,0-1 0,0 1 0,-1-1 0,1 1 0,0-1 0,0 1 0,-1-1 0,1 0 0,-1 1 0,0-1 0,1-2 0,1-7 0,-1 0 0,0 0 0,-1 0 0,-1-12 0,0 12 0,1 11 0,0-4 0,0 0 0,0 1 0,0-1 0,-1 0 0,0 0 0,1 1 0,-1-1 0,-2-4 0,2 7 0,1 4 0,1 6 0,3 14 0,0-10 0,1 1 0,0-1 0,1 0 0,0 0 0,1-1 0,12 17 0,-12-21 0,0 0 0,0 0 0,0-1 0,1 0 0,0 0 0,0-1 0,1 0 0,0-1 0,15 7 0,-22-11 0,0 0 0,0 0 0,0 0 0,0-1 0,0 1 0,0-1 0,0 1 0,0-1 0,0 0 0,1 0 0,-1 0 0,0 0 0,0 0 0,0-1 0,0 1 0,0-1 0,1 1 0,-1-1 0,0 0 0,0 0 0,3-2 0,-3 2 0,0-1 0,0 0 0,0 1 0,-1-1 0,1 0 0,0 0 0,-1 0 0,0-1 0,1 1 0,-1 0 0,0 0 0,0-1 0,0 1 0,0-1 0,-1 1 0,1-1 0,-1 1 0,1-4 0,-1-7 0,0 11 0,-1 0 0,1-1 0,0 1 0,0 0 0,1-1 0,-1 1 0,0 0 0,1-1 0,-1 1 0,1 0 0,0 0 0,2-4 0,-3 6 0,1 0 0,-1 1 0,1-1 0,-1 1 0,1-1 0,-1 1 0,1-1 0,-1 1 0,0-1 0,1 1 0,-1 0 0,0-1 0,1 1 0,-1-1 0,0 1 0,0 0 0,1 0 0,24 74 0,18 96 0,-43-171 0,28 151 0,-27-147 0,-1-1 0,0 1 0,0 0 0,-1-1 0,1 1 0,0-1 0,-1 1 0,0-1 0,0 0 0,0 1 0,-1-1 0,1 0 0,-1 0 0,1 1 0,-1-1 0,0 0 0,-4 4 0,4-5 0,0 0 0,-1 0 0,1 0 0,-1 0 0,0-1 0,1 1 0,-1-1 0,0 1 0,0-1 0,0 0 0,0 0 0,0-1 0,0 1 0,-1 0 0,1-1 0,0 0 0,0 0 0,0 0 0,-6-1 0,2 0 9,-1 0-1,1-1 1,0 0-1,-1 0 1,1 0 0,0-1-1,0-1 1,1 1-1,-1-1 1,1 0-1,-1 0 1,1-1-1,-6-6 1,9 8-66,0 0 0,0 0 0,1-1 0,-1 1-1,1-1 1,0 1 0,0-1 0,0 0 0,1 0 0,-1 1 0,1-1 0,0 0-1,0 0 1,0-1 0,1 1 0,-1 0 0,1 0 0,0 0 0,1 0 0,-1 0 0,0-1-1,1 1 1,0 0 0,0 0 0,2-5 0,1 0-6769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3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8 24575,'-16'-2'0,"-36"-3"0,48 4 0,1 2 0,-1-1 0,0 0 0,1 1 0,-1-1 0,1 1 0,0 0 0,-1 0 0,1 1 0,0-1 0,-6 3 0,8-3 0,0 0 0,0 0 0,0 0 0,1 0 0,-1 0 0,0 0 0,0 0 0,0 0 0,1 0 0,-1 0 0,1 0 0,-1 0 0,1 1 0,-1-1 0,1 0 0,0 0 0,-1 1 0,1-1 0,0 0 0,0 0 0,0 1 0,0-1 0,0 0 0,0 1 0,0-1 0,1 0 0,-1 0 0,0 1 0,1-1 0,-1 0 0,1 0 0,-1 0 0,1 0 0,0 1 0,1 0 0,2 5 0,1-1 0,-1 0 0,1 0 0,9 8 0,36 31 0,99 68 0,-144-110 0,-1 0 0,0 1 0,0-1 0,0 1 0,0 0 0,-1 0 0,0 0 0,1 0 0,1 6 0,-4-9 0,0 0 0,-1 0 0,0 0 0,1 0 0,-1 0 0,0 1 0,1-1 0,-1 0 0,0 0 0,0 0 0,0 1 0,0-1 0,0 0 0,0 0 0,-1 0 0,1 1 0,0-1 0,-1 1 0,0 0 0,0-1 0,0 0 0,0 1 0,0-1 0,0 0 0,0 0 0,-1 0 0,1 0 0,0 0 0,-1 0 0,1 0 0,0 0 0,-1-1 0,1 1 0,-1 0 0,0-1 0,-1 1 0,-2 0 0,0 0 0,0 0 0,-1 0 0,1-1 0,0 0 0,0 0 0,-1-1 0,1 1 0,0-1 0,-8-2 0,-8-3 0,-25-11 0,21 6 0,23 11-151,-1-1-1,1 0 0,0 0 0,0 0 1,0-1-1,0 1 0,1-1 1,-4-1-1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3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24575,'5'12'0,"1"7"0,3 0 0,-1-1 0,1-3 0,2-3 0,1-2 0,-2-3-8191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3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24575,'-3'0'0,"0"2"0,2 4 0,2 3 0,0 2 0,1 2 0,-1-1-8191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3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24575,'6'19'0,"0"-1"0,13 29 0,-16-42 0,-1 0 0,2 0 0,-1 0 0,0 0 0,1 0 0,0-1 0,0 0 0,1 0 0,7 6 0,-10-8 0,1 0 0,-1-1 0,0 1 0,1-1 0,0 0 0,-1 0 0,1 0 0,0 0 0,4 1 0,-6-2 0,0 0 0,0 0 0,0-1 0,0 1 0,0 0 0,0 0 0,0-1 0,0 1 0,0-1 0,0 1 0,0 0 0,0-1 0,-1 0 0,1 1 0,0-1 0,0 0 0,0 1 0,-1-1 0,1 0 0,0 0 0,-1 0 0,1 1 0,-1-1 0,1 0 0,-1 0 0,1 0 0,-1 0 0,1-2 0,3-9 0,0 1 0,-1-1 0,2-20 0,-4 27 0,-1 3 0,0 1 0,0 0 0,1-1 0,-1 1 0,0 0 0,1 0 0,-1-1 0,1 1 0,0 0 0,-1 0 0,1 0 0,0 0 0,-1 0 0,1 0 0,0 0 0,0 0 0,0 0 0,0 0 0,0 0 0,2-1 0,-1 1 0,-1 1 0,1-1 0,0 1 0,0 0 0,0-1 0,-1 1 0,1 0 0,0 0 0,0 0 0,0 0 0,-1 0 0,1 1 0,2 0 0,6 2 0,-1 0 0,0 1 0,0 0 0,12 7 0,-19-10 0,154 88 0,-130-74-1365,-17-10-5461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5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 24575,'-9'1'0,"0"1"0,0 0 0,0 0 0,0 1 0,0 0 0,0 0 0,-11 8 0,17-10 0,0 1 0,1 0 0,-1 0 0,1 0 0,0 0 0,-1 1 0,1-1 0,0 1 0,0-1 0,0 1 0,1 0 0,-1 0 0,1 0 0,-1 0 0,1 0 0,0 0 0,0 0 0,1 0 0,-1 0 0,0 0 0,1 0 0,0 1 0,0-1 0,0 6 0,1-2 0,1 0 0,-1 0 0,1-1 0,0 1 0,1-1 0,0 1 0,0-1 0,0 0 0,1 0 0,-1 0 0,1-1 0,1 1 0,-1-1 0,1 0 0,0 0 0,0-1 0,0 1 0,1-1 0,0 0 0,0-1 0,0 1 0,0-1 0,10 3 0,8 0 60,39 4 0,-51-8-308,0-2 1,1 0-1,-1 0 1,0-1-1,14-3 1,-13 1-6579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6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5 24575,'0'-1'0,"-1"1"0,1 0 0,0-1 0,0 1 0,-1 0 0,1-1 0,0 1 0,-1 0 0,1 0 0,-1-1 0,1 1 0,0 0 0,-1 0 0,1 0 0,-1-1 0,1 1 0,0 0 0,-1 0 0,1 0 0,-1 0 0,1 0 0,-1 0 0,1 0 0,-1 0 0,1 0 0,0 0 0,-1 0 0,1 0 0,-1 1 0,1-1 0,-1 0 0,0 1 0,0 0 0,0-1 0,1 1 0,-1 0 0,0 0 0,1 0 0,-1 0 0,0 0 0,1 0 0,-1 0 0,0 2 0,-1 2 0,1 1 0,-1-1 0,0 11 0,2-6 0,0 0 0,0-1 0,1 1 0,1 0 0,4 16 0,20 47 0,-12-36 0,48 104 0,-61-140-37,-1 1 0,1-1 1,0 0-1,0 0 0,0 0 0,0 0 0,0 1 0,0-1 0,0 0 0,0-1 0,0 1 0,0 0 1,0 0-1,1 0 0,-1-1 0,0 1 0,1 0 0,-1-1 0,0 0 0,1 1 0,-1-1 0,1 0 1,-1 1-1,1-1 0,-1 0 0,0 0 0,1 0 0,-1 0 0,1-1 0,-1 1 0,1 0 0,-1-1 1,0 1-1,1-1 0,-1 1 0,2-1 0,9-5-6789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7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0 24575,'-27'0'0,"-11"0"0,-2 3 0,3 0 0,9 0-8191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7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16 24575,'-10'-3'0,"-6"0"0,-2 0 0,-1 0 0,1 1 0,0 1 0,-1 1 0,0-1 0,4 1-8191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8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24575,'2'17'0,"2"9"0,1 1 0,1-1 0,1-2 0,0-3 0,1-2 0,-1-3 0,1-1 0,2-3 0,1-1 0,1-1 0,2-1 0,-3-2-8191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8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30 24575,'-27'-5'0,"-11"-1"0,-4 0 0,0 1 0,4 1 0,5 2 0,2 1 0,4 0 0,3 1 0,-1 0 0,-1 3 0,0 1 0,1 2 0,6-1-8191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8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936 1 24575,'-6'3'0,"0"0"0,-1 0 0,1 0 0,-1-1 0,1 1 0,-1-2 0,-13 3 0,-51 1 0,54-4 0,-141 3 0,-38 1 0,93 1 0,-156 14 0,211-14-1365,30-4-5461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9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24575,'-2'10'0,"1"5"0,1 3 0,3 1 0,1 2 0,2 0 0,3-1 0,0-2 0,0-1 0,-1-1 0,1-4 0,-1-1 0,0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49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30 24575,'-29'-5'0,"-15"-1"0,-3-1 0,3 2 0,3 2 0,4 1 0,3 0 0,5 4 0,3 2 0,3-1 0,5 0-8191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0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24575,'-1'0'0,"0"0"0,0 0 0,-1 1 0,1-1 0,0 1 0,0-1 0,0 1 0,-1-1 0,1 1 0,0-1 0,0 1 0,0 0 0,0 0 0,0 0 0,0 0 0,0 0 0,1 0 0,-1 0 0,0 0 0,0 0 0,1 0 0,-1 0 0,1 0 0,-1 0 0,1 1 0,-1-1 0,1 0 0,0 0 0,-1 1 0,1 1 0,-1 6 0,-1 0 0,2 1 0,-1 9 0,1-12 0,0 34 0,1 0 0,8 49 0,-7-75 0,2 1 0,0-1 0,1 1 0,0-1 0,1-1 0,1 1 0,0-1 0,17 24 0,-10-20-273,1 0 0,0 0 0,2-2 0,23 20 0,-28-27-6553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0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24575,'32'90'0,"44"88"0,-43-118 0,7 13 0,-35-63 0,-1-1 0,-1 1 0,0 0 0,0 0 0,2 19 0,-5-27-97,0 1-1,0 0 1,0-1-1,0 1 1,0-1-1,0 1 1,-1 0-1,1-1 1,-1 1-1,0-1 1,0 1-1,0-1 0,-2 5 1,-4 1-6729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2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24575,'1'-2'0,"1"0"0,0 1 0,-1-1 0,1 1 0,0-1 0,0 1 0,-1 0 0,1 0 0,0 0 0,0 0 0,0 0 0,1 0 0,-1 0 0,0 1 0,0-1 0,0 1 0,0 0 0,1 0 0,-1-1 0,0 1 0,0 1 0,1-1 0,-1 0 0,0 0 0,0 1 0,0-1 0,1 1 0,-1 0 0,0 0 0,0 0 0,3 2 0,1 1 0,0 1 0,0 0 0,0 0 0,-1 1 0,0-1 0,0 1 0,-1 0 0,5 8 0,24 39 0,-3 3 0,29 71 0,-24-32 0,-31-83 0,-2-1 0,1 1 0,-2 0 0,1 0 0,-1 0 0,-2 17 0,-1-15 0,-1 1 0,0-1 0,-6 13 0,8-24-72,-1 0 1,1 0-1,0-1 0,-1 1 0,0-1 0,0 1 0,0-1 0,0 0 1,0 0-1,0 0 0,0 0 0,-1 0 0,1 0 0,-1-1 0,0 1 1,1-1-1,-1 1 0,-5 0 0,-2 1-6754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2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0 24575,'-27'0'0,"-12"0"0,-3 0 0,2 0 0,6 0 0,6 0 0,6 0 0,3 0 0,4 0 0,1 0 0,3 0-8191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2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9 24575,'-29'-2'0,"-13"-1"0,-1 0 0,4 3 0,7 1 0,8 1-8191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3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24575,'10'29'0,"88"245"0,-73-214 0,2-2 0,53 82 0,18-8-1365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3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28 24575,'5'-3'0,"1"1"0,0-1 0,0 1 0,0 0 0,0 1 0,0-1 0,9 0 0,-13 2 0,1 0 0,-1 0 0,1 0 0,0 1 0,-1-1 0,1 1 0,-1-1 0,1 1 0,-1 0 0,1 0 0,-1 0 0,0 0 0,1 0 0,-1 1 0,0-1 0,0 1 0,0 0 0,0-1 0,0 1 0,2 3 0,1 2 0,1 1 0,-2 0 0,1 0 0,-1 0 0,0 1 0,-1 0 0,4 13 0,-3-2 0,0 0 0,2 29 0,-6-44 0,1 3 0,0 1 0,-1-1 0,0 1 0,-1-1 0,-2 10 0,3-16 0,-1 0 0,1 0 0,-1 0 0,0 0 0,0 0 0,1-1 0,-2 1 0,1 0 0,0-1 0,0 1 0,0-1 0,-1 1 0,1-1 0,-1 1 0,1-1 0,-1 0 0,1 0 0,-1 0 0,0 0 0,0 0 0,1 0 0,-1 0 0,0-1 0,0 1 0,0 0 0,0-1 0,-2 1 0,-5 0 0,0-1 0,0 1 0,0-2 0,0 1 0,1-1 0,-1 0 0,0-1 0,0 0 0,1 0 0,0-1 0,-1 0 0,-8-5 0,5 1 0,0 0 0,0-1 0,1 0 0,0 0 0,1-1 0,0-1 0,-10-11 0,16 15 0,-1 0 0,1 0 0,0 0 0,1-1 0,-1 1 0,1-1 0,1 0 0,-1 0 0,1 0 0,0 0 0,1-1 0,0 1 0,-1-12 0,2 15 0,0 0 0,0 0 0,1-1 0,-1 1 0,1 0 0,0 0 0,0 0 0,0 0 0,1 0 0,-1 0 0,1 0 0,0 0 0,0 1 0,1-1 0,-1 1 0,1 0 0,0-1 0,-1 1 0,1 0 0,1 0 0,-1 1 0,0-1 0,1 1 0,6-4 0,-7 5-136,-1 0-1,0 0 1,1 0-1,-1 0 1,1 1-1,-1-1 1,1 1-1,-1 0 0,5 0 1,6 1-6690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6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575 5 24575,'3'-4'0,"-9"6"0,-9 9 0,13-11 0,-8 7 0,0-2 0,-1 1 0,0-2 0,0 1 0,-21 5 0,-61 7 0,84-16 0,-104 12 0,-33 6 0,129-16-341,0 1 0,0 1-1,-26 10 1,28-8-6485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7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6 24575,'-2'-1'0,"0"0"0,-1 0 0,1 1 0,0-1 0,0 1 0,0-1 0,-1 1 0,1 0 0,0 0 0,0 0 0,-1 0 0,1 0 0,0 1 0,0-1 0,0 0 0,-1 1 0,1 0 0,0-1 0,0 1 0,-4 2 0,-2 3 0,0-1 0,0 1 0,-12 11 0,-2 2 0,-15 8 0,23-18 0,-1 1 0,1 1 0,1 0 0,0 1 0,-21 26 0,-10 32 0,44-70 0,-1 1 0,1-1 0,0 0 0,-1 1 0,1-1 0,0 1 0,-1-1 0,1 1 0,0-1 0,0 1 0,0-1 0,0 1 0,0-1 0,-1 1 0,1 0 0,0-1 0,0 1 0,0-1 0,0 1 0,1-1 0,-1 1 0,0-1 0,0 1 0,0-1 0,0 1 0,1 0 0,-1 0 0,1-1 0,0 1 0,-1-1 0,1 0 0,0 1 0,-1-1 0,1 0 0,0 1 0,0-1 0,0 0 0,-1 0 0,1 0 0,0 0 0,0 1 0,-1-1 0,2-1 0,7 1 0,0-1 0,15-4 0,-14 3 0,18-1 0,1 0 0,38 3 0,57 10 0,-84-7 0,-9 3-1365,-21-3-5461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8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 24575,'0'0'0,"0"0"0,0 0 0,0-1 0,0 1 0,0 0 0,0 0 0,0 0 0,0 0 0,-1 0 0,1-1 0,0 1 0,0 0 0,0 0 0,0 0 0,0 0 0,0 0 0,-1 0 0,1 0 0,0 0 0,0-1 0,0 1 0,0 0 0,-1 0 0,1 0 0,0 0 0,0 0 0,0 0 0,0 0 0,-1 0 0,1 0 0,0 0 0,0 0 0,0 0 0,0 0 0,-1 0 0,1 0 0,0 0 0,0 0 0,0 0 0,0 0 0,-1 1 0,1-1 0,0 0 0,0 0 0,0 0 0,0 10 0,6 12 0,0-10 0,1-1 0,1 1 0,0-1 0,0-1 0,1 0 0,19 17 0,68 47 0,-87-68 0,65 42 0,29 22 0,-96-63-1365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28 24575,'-2'-3'0,"-1"0"0,0 0 0,1 0 0,-1 0 0,0 0 0,-5-3 0,7 6 0,0-1 0,1 1 0,-1 0 0,0-1 0,1 1 0,-1 0 0,0 0 0,0-1 0,1 1 0,-1 0 0,0 0 0,0 0 0,1 0 0,-1 0 0,0 0 0,0 0 0,1 0 0,-1 0 0,0 0 0,0 1 0,1-1 0,-1 0 0,0 0 0,1 1 0,-1-1 0,0 1 0,1-1 0,-1 0 0,0 1 0,1-1 0,-1 1 0,1-1 0,-1 1 0,1 0 0,-1-1 0,1 1 0,-1-1 0,1 1 0,0 0 0,-1-1 0,1 2 0,-4 6 0,2 0 0,-1 0 0,1-1 0,-2 10 0,-7 22 0,-12 13 0,-41 64 0,16-32 0,43-75-1365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0:59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9 24575,'-19'-2'0,"-72"-5"0,80 7 0,-1 1 0,1 0 0,-1 0 0,1 1 0,-20 6 0,29-7 0,0-1 0,1 1 0,-1-1 0,0 1 0,1 0 0,-1 0 0,0 0 0,1 0 0,-1 0 0,1 0 0,0 0 0,-1 1 0,1-1 0,0 0 0,0 1 0,0-1 0,0 1 0,0-1 0,0 1 0,0 0 0,0-1 0,1 1 0,-1 0 0,1 0 0,-1-1 0,1 3 0,0 0 0,0 0 0,0 0 0,1-1 0,-1 1 0,1 0 0,0 0 0,1-1 0,-1 1 0,0-1 0,1 1 0,3 4 0,6 13 0,0 0 0,-2 1 0,0 0 0,-2 1 0,0-1 0,-2 1 0,0 1 0,-1-1 0,0 37 0,3 26 0,0 14 0,-7-96 0,0-1 0,0 1 0,1 0 0,-1 0 0,1-1 0,0 1 0,0 0 0,0-1 0,0 1 0,1-1 0,-1 1 0,1-1 0,0 0 0,2 4 0,-1-5 0,-1 1 0,1-1 0,0 0 0,-1 1 0,1-1 0,0-1 0,0 1 0,1 0 0,-1-1 0,0 0 0,0 1 0,1-1 0,-1 0 0,1-1 0,3 1 0,9 0 0,0 0 0,0-1 0,0-1 0,-1-1 0,24-5 0,-10 2 0,-17 2-1365,-3 0-5461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03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24575,'12'-9'0,"-12"8"0,0 1 0,0 0 0,1-1 0,-1 1 0,0 0 0,0 0 0,0-1 0,1 1 0,-1 0 0,0 0 0,1 0 0,-1-1 0,0 1 0,1 0 0,-1 0 0,0 0 0,0 0 0,1 0 0,-1 0 0,1-1 0,-1 1 0,1 0 0,-1 1 0,1 0 0,0 0 0,-1-1 0,1 1 0,-1 0 0,1 0 0,-1 0 0,1 0 0,-1 0 0,0 0 0,1 0 0,-1 0 0,0 1 0,52 158 0,-41-125 23,8 25-1411,-16-52-5438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04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24575,'62'9'0,"86"25"0,-129-29 0,1-1 0,-1-1 0,20 0 0,-27-2 0,-10-1 0,-1 1 0,0-1 0,1 0 0,-1 1 0,0-1 0,1 0 0,-1 1 0,0 0 0,0-1 0,1 1 0,-1 0 0,0 0 0,0-1 0,0 1 0,0 0 0,0 0 0,0 0 0,0 0 0,0 0 0,-1 1 0,1-1 0,0 0 0,-1 0 0,1 0 0,-1 1 0,1-1 0,-1 0 0,1 1 0,-1 1 0,1 5 0,0 0 0,0-1 0,-1 1 0,-1 9 0,0-4 0,2 9 0,0 0 0,1 0 0,1 0 0,12 41 0,37 81 0,-24-71 0,-22-51 0,0 1 0,-1 1 0,2 27 0,-7-48 0,0-1 0,1 1 0,-1 0 0,0-1 0,-1 1 0,1-1 0,0 1 0,-1-1 0,1 1 0,-1-1 0,0 1 0,0-1 0,0 0 0,0 1 0,0-1 0,-1 0 0,1 0 0,-1 0 0,1 0 0,-3 2 0,2-2 0,-1 1 0,0-1 0,-1 0 0,1-1 0,0 1 0,0 0 0,-1-1 0,1 0 0,-1 0 0,1 0 0,-1 0 0,0 0 0,-5 0 0,-56-1-30,41-1-1305,12 0-5491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06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24575,'0'6'0,"1"-1"0,-1 0 0,1 0 0,1 0 0,-1 0 0,1 0 0,0-1 0,0 1 0,0 0 0,1-1 0,-1 1 0,1-1 0,0 0 0,0 0 0,8 6 0,4 4 0,0 0 0,29 17 0,-32-23 0,31 19 0,2-2 0,70 28 0,46 25 0,-145-69-72,-7-4-252,0 0 1,0 0 0,9 9 0,-10-6-6503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08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15 24575,'-1'-2'0,"0"1"0,0-1 0,0 1 0,0 0 0,0-1 0,-1 1 0,1 0 0,-3-2 0,4 3 0,0 0 0,0 0 0,0 0 0,0 0 0,0 0 0,0 0 0,0 0 0,-1 0 0,1 0 0,0 0 0,0 0 0,0 0 0,0 0 0,0 0 0,0 0 0,0 0 0,0 0 0,0 0 0,0 0 0,0 0 0,0 0 0,0 0 0,0 0 0,0 0 0,0 0 0,0 0 0,0 0 0,0 0 0,-1 1 0,1-1 0,0 0 0,0 0 0,0 0 0,0 0 0,0 0 0,0 0 0,0 0 0,0 0 0,0 0 0,0 0 0,0 0 0,0 0 0,0 0 0,0 0 0,0 0 0,0 1 0,0-1 0,0 0 0,0 0 0,0 0 0,0 0 0,1 0 0,-1 0 0,0 0 0,0 0 0,0 0 0,0 0 0,0 0 0,0 0 0,0 0 0,0 0 0,0 0 0,6 12 0,31 43 0,3-2 0,1-1 0,56 51 0,-67-75 0,3-2 0,38 25 0,-25-20 0,-31-21 0,-11-10 0,-8-7 0,-10-8-455,0 0 0,-25-20 0,26 25-6371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08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8 24575,'0'0'0,"0"-1"0,0 1 0,0 0 0,0-1 0,0 1 0,0 0 0,0 0 0,0-1 0,0 1 0,0 0 0,0 0 0,0-1 0,-1 1 0,1 0 0,0 0 0,0 0 0,0-1 0,0 1 0,0 0 0,-1 0 0,1 0 0,0-1 0,0 1 0,0 0 0,-1 0 0,1 0 0,0 0 0,0-1 0,-1 1 0,1 0 0,0 0 0,0 0 0,-1 0 0,1 0 0,0 0 0,0 0 0,-1 0 0,1 0 0,0 0 0,0 0 0,-1 0 0,1 0 0,0 0 0,0 0 0,-1 0 0,1 0 0,0 0 0,0 0 0,-1 0 0,1 1 0,0-1 0,0 0 0,-1 0 0,1 0 0,0 0 0,0 0 0,0 1 0,-1-1 0,-13 11 0,9-5 0,-1 0 0,2 1 0,-1-1 0,1 1 0,-1 0 0,2 1 0,-5 10 0,0 7 0,-5 25 0,10-35 0,-1-1 0,0 0 0,0 0 0,-2 0 0,1 0 0,-16 24 0,4-20-1365,8-11-5461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09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18 24575,'-20'-5'0,"-1"0"0,0 2 0,0 0 0,0 2 0,0 0 0,0 1 0,-22 4 0,40-4 0,-1 0 0,1 1 0,0-1 0,0 1 0,0 0 0,-1 0 0,1 0 0,0 1 0,0-1 0,1 1 0,-1-1 0,0 1 0,0 0 0,1 0 0,-1 0 0,1 1 0,-3 2 0,3-2 0,0 1 0,0 0 0,0-1 0,0 1 0,1 0 0,-1 0 0,1 0 0,0 1 0,0-1 0,0 0 0,1 0 0,0 7 0,0 11 0,1 0 0,1 0 0,7 34 0,24 65 0,-9-36 0,-20-70 0,0 1 0,0 0 0,-1 0 0,2 29 0,-5-42 0,0-1 0,0 1 0,0 0 0,1 0 0,-1 0 0,1 0 0,0-1 0,0 1 0,0 0 0,0-1 0,0 1 0,0-1 0,4 6 0,-4-7 0,1 1 0,0-1 0,-1 0 0,1 1 0,0-1 0,0 0 0,0 0 0,0 0 0,0 0 0,0-1 0,0 1 0,0 0 0,0-1 0,0 0 0,0 1 0,1-1 0,-1 0 0,0 0 0,3 0 0,9-2 0,0 0 0,17-4 0,-1 0 0,-19 3-1365,-1-1-5461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0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24575,'2'-5'0,"-1"1"0,1 0 0,0 0 0,0 0 0,1 0 0,-1 0 0,1 1 0,0-1 0,0 1 0,0-1 0,0 1 0,1 0 0,-1 0 0,1 1 0,0-1 0,0 1 0,0 0 0,0 0 0,0 0 0,0 0 0,1 1 0,-1-1 0,0 1 0,1 0 0,-1 1 0,1-1 0,-1 1 0,1 0 0,0 0 0,-1 0 0,1 1 0,-1-1 0,1 1 0,-1 0 0,0 1 0,9 2 0,-3 0 0,0 0 0,0 1 0,0 0 0,0 1 0,-1 0 0,0 0 0,0 1 0,-1 0 0,1 1 0,-2-1 0,11 15 0,-15-18 0,-1 0 0,0 0 0,0 1 0,-1-1 0,1 1 0,-1-1 0,0 1 0,0 0 0,0 0 0,-1-1 0,0 1 0,0 0 0,0 0 0,-1-1 0,1 1 0,-1 0 0,-2 8 0,-2 0 0,0 1 0,0-1 0,-1 0 0,-13 19 0,-16 24 0,35-56 0,-1 1 0,1-1 0,0 1 0,-1-1 0,1 1 0,0-1 0,0 1 0,0-1 0,-1 1 0,1-1 0,0 1 0,0 0 0,0-1 0,0 1 0,0-1 0,0 1 0,0-1 0,0 1 0,0-1 0,0 1 0,1 0 0,-1-1 0,0 1 0,0-1 0,0 1 0,1-1 0,-1 1 0,0-1 0,1 1 0,-1-1 0,0 0 0,1 1 0,-1-1 0,1 1 0,-1-1 0,0 0 0,1 1 0,-1-1 0,1 0 0,-1 0 0,1 1 0,-1-1 0,1 0 0,-1 0 0,1 0 0,-1 0 0,1 1 0,0-1 0,-1 0 0,1 0 0,-1 0 0,1 0 0,0-1 0,5 2 0,-1-1 0,0 0 0,1-1 0,6 0 0,40-7-15,-29 6-435,0-2 0,39-11 0,-49 10-6376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0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24575,'40'-4'0,"-1"2"0,71 5 0,-74-1 0,-24-2 0,1 0 0,-1 1 0,0 1 0,-1 0 0,1 0 0,0 1 0,20 9 0,-29-11 0,-1 1 0,0-1 0,1 1 0,-1 0 0,0 0 0,0 0 0,-1 0 0,1 0 0,0 0 0,-1 1 0,1-1 0,-1 0 0,1 1 0,-1-1 0,0 1 0,1 4 0,0 4 0,0 0 0,2 22 0,-2-7 0,5 49 0,-5 128 0,-3-101 0,1-96 0,0 0 0,0 0 0,0 0 0,-1 0 0,0 0 0,0 0 0,-2 8 0,2-12 0,1-1 0,-1 1 0,0 0 0,-1 0 0,1-1 0,0 1 0,0-1 0,-1 1 0,1-1 0,-1 0 0,1 0 0,-1 1 0,1-1 0,-1 0 0,0 0 0,1 0 0,-1-1 0,0 1 0,0 0 0,0-1 0,0 1 0,0-1 0,-3 1 0,-32 2-1365,18-3-5461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3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1 24575,'-26'0'0,"-56"1"0,72 0 0,0 0 0,0 1 0,0 0 0,1 1 0,-18 6 0,18-4 0,0 0 0,-15 12 0,-10 6 0,30-21 0,0 0 0,0 1 0,0-1 0,0 1 0,0 0 0,-3 4 0,6-7 0,1 1 0,-1 0 0,1 0 0,-1 0 0,1-1 0,-1 1 0,1 0 0,-1 0 0,1 0 0,0 0 0,0 0 0,-1 0 0,1 0 0,0 0 0,0 0 0,0 0 0,0-1 0,0 1 0,0 0 0,0 0 0,1 0 0,-1 0 0,0 0 0,0 0 0,1 0 0,-1 0 0,1 0 0,-1 0 0,0-1 0,1 1 0,0 0 0,-1 0 0,1-1 0,-1 1 0,1 0 0,1 1 0,8 5 0,-1 0 0,2 0 0,-1-1 0,0 0 0,1 0 0,0-1 0,18 5 0,-2 0 0,10 3 0,-23-8 0,0 0 0,0 1 0,25 15 0,-38-20 0,1 0 0,-1-1 0,1 1 0,-1 1 0,0-1 0,0 0 0,1 0 0,-1 0 0,0 1 0,0-1 0,0 1 0,0-1 0,0 1 0,0-1 0,-1 1 0,1-1 0,0 1 0,-1 0 0,1-1 0,-1 1 0,0 0 0,0-1 0,1 1 0,-1 0 0,-1 2 0,1-2 0,-1 0 0,0 0 0,0 0 0,0 0 0,0-1 0,0 1 0,0 0 0,-1 0 0,1-1 0,0 1 0,-1-1 0,1 0 0,-1 1 0,0-1 0,1 0 0,-1 0 0,0 0 0,0 0 0,0 0 0,-3 1 0,-3 1 0,-1-1 0,1 0 0,-1 0 0,1-1 0,-15 1 0,-46-4 0,27 1 0,37 1-86,-1 0-42,0 0 0,0 0 0,0-1 1,-1 1-1,1-1 0,0-1 0,1 1 0,-1-1 0,-8-3 0,5-1-6698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4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24575,'0'10'0,"0"5"0,0 4 0,2-1 0,4 1 0,3-2 0,0-2-8191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4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24575,'2'2'0,"2"4"0,1 3 0,1 2 0,-1 3 0,-2-3-8191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4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24575,'3'18'0,"6"31"0,-8-45 0,0-1 0,0 0 0,0 0 0,0 0 0,1 0 0,-1 0 0,1 0 0,0-1 0,0 1 0,0 0 0,4 4 0,-5-7 0,0 1 0,-1-1 0,1 1 0,0-1 0,0 1 0,-1-1 0,1 0 0,0 1 0,0-1 0,-1 0 0,1 0 0,0 1 0,0-1 0,0 0 0,0 0 0,0 0 0,-1 0 0,1 0 0,0 0 0,0 0 0,0 0 0,0-1 0,-1 1 0,3-1 0,-2 0 0,1 0 0,0 0 0,-1 0 0,1 0 0,-1-1 0,1 1 0,-1 0 0,0-1 0,0 1 0,2-4 0,1-2 0,0-1 0,0 0 0,4-15 0,-4 11 0,-3 5 0,1 1 0,1 0 0,-1-1 0,1 1 0,4-8 0,-5 12 0,-1 1 0,0-1 0,1 1 0,-1-1 0,1 1 0,-1 0 0,1 0 0,-1-1 0,1 1 0,0 0 0,0 0 0,0 1 0,0-1 0,-1 0 0,1 1 0,0-1 0,0 1 0,0-1 0,0 1 0,0 0 0,0 0 0,3 0 0,1 1 0,0 0 0,-1 0 0,1 0 0,0 1 0,-1-1 0,0 1 0,1 1 0,4 2 0,42 27 0,-30-17 0,-1-1-90,45 30-1185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5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1 24575,'-4'0'0,"-109"23"0,88-16 0,2 0 0,-38 17 0,59-23 0,0 0 0,-1 0 0,1 0 0,0 1 0,0-1 0,0 1 0,0 0 0,0-1 0,0 1 0,1 0 0,-1 0 0,0 0 0,1 0 0,0 0 0,-1 1 0,1-1 0,-2 5 0,3-5 0,0 0 0,-1 0 0,1 0 0,0 0 0,0 1 0,0-1 0,1 0 0,-1 0 0,0 0 0,1 0 0,0 0 0,-1 0 0,1 0 0,0 0 0,0 0 0,0 0 0,0 0 0,0 0 0,0-1 0,1 1 0,2 2 0,2 2 0,0-1 0,1 1 0,-1-1 0,1-1 0,1 1 0,-1-1 0,1-1 0,-1 1 0,1-1 0,9 2 0,9 1 0,49 7 0,-24-6-23,57 5-1319,-94-12-5484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6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24575,'0'0'0,"0"0"0,-1 0 0,1-1 0,0 1 0,0 0 0,0 0 0,0 0 0,0 0 0,-1 0 0,1-1 0,0 1 0,0 0 0,0 0 0,-1 0 0,1 0 0,0 0 0,0 0 0,0 0 0,-1 0 0,1 0 0,0 0 0,0 0 0,-1 0 0,1 0 0,0 0 0,0 0 0,0 0 0,-1 0 0,1 0 0,0 0 0,0 0 0,0 0 0,-1 0 0,1 0 0,-4 9 0,1 11 0,3-19 0,-1 27 0,2 0 0,6 41 0,-3-39 0,2 20 0,6 88 0,-12-135 0,0 0 0,0 0 0,0 0 0,0-1 0,1 1 0,-1 0 0,1-1 0,0 1 0,0 0 0,0-1 0,2 5 0,-2-6 0,0 0 0,0 0 0,1 0 0,-1 1 0,0-1 0,1 0 0,-1-1 0,1 1 0,-1 0 0,1 0 0,-1-1 0,1 1 0,0 0 0,-1-1 0,1 0 0,0 1 0,-1-1 0,1 0 0,3 0 0,8 0 24,0 0 0,0 0 0,0-2 0,15-2 0,-22 2-159,0 1 0,0-1 0,0-1 0,-1 1 0,1-1 0,0 0 0,-1 0 0,0 0 0,0-1 0,9-7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7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 24575,'-27'0'0,"-11"0"0,-2 0 0,3 0 0,6 2 0,6 1 0,4 3 0,6 0-8191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7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15 24575,'-27'-2'0,"-12"-2"0,-1 1 0,4 1 0,5 0 0,6 1 0,4 0 0,1 3 0,2 2 0,3 1 0,2 1 0,4-1-8191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8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24575,'18'-9'0,"0"1"0,31-10 0,-42 17 0,0-1 0,0 1 0,0 0 0,0 0 0,0 0 0,0 1 0,0 1 0,0-1 0,0 1 0,14 3 0,-20-3 0,1-1 0,-1 1 0,1 0 0,0-1 0,-1 1 0,1 0 0,-1 0 0,0 0 0,1 0 0,-1 0 0,0 1 0,1-1 0,-1 0 0,0 1 0,0-1 0,0 0 0,1 3 0,-1-1 0,0 0 0,0 0 0,0 0 0,-1 0 0,1 0 0,-1 0 0,1 0 0,-1 0 0,-1 4 0,0 2 0,0 1 0,-1-1 0,0 0 0,-1 0 0,-6 13 0,1-3 0,-8 25 0,14-36 0,1-1 0,-1 1 0,1 0 0,1-1 0,-1 1 0,2 13 0,-1-20 0,0 1 0,1-1 0,-1 0 0,0 1 0,1-1 0,-1 0 0,1 1 0,-1-1 0,1 0 0,-1 0 0,1 0 0,0 1 0,0-1 0,0 0 0,0 0 0,-1 0 0,1 0 0,1 0 0,-1-1 0,1 2 0,1-1 0,-1 0 0,1 0 0,-1 0 0,1 0 0,-1 0 0,1-1 0,0 1 0,-1-1 0,6 0 0,1 0 0,1-1 0,-1 0 0,0-1 0,18-5 0,32-14 120,-53 18-332,0 0 0,0-1 0,0 1-1,0-1 1,-1 0 0,11-10 0,-9 5-6614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24575,'0'3'0,"0"2"0,0 4 0,2 2 0,2 3 0,-1 0 0,2 1 0,0 0 0,1 0 0,3-3 0,0 0 0,0-1 0,1 1 0,2-1 0,-2-1 0,1-2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8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0 24575,'-20'3'0,"-11"0"0,-3 0 0,0 0 0,2 1 0,3 0 0,1 0 0,2 1 0,2 0 0,-1-1 0,4-1-8191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9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1299 1 24575,'-130'8'0,"47"-2"0,-136 16 0,0-1 0,188-19-69,-270 10 267,227-12-696,0-4 0,-77-15 0,134 17-6328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1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24575,'0'0'0,"0"0"0,0-1 0,-1 1 0,1 0 0,0 0 0,0 0 0,0 0 0,0-1 0,-1 1 0,1 0 0,0 0 0,0 0 0,0 0 0,0 0 0,-1 0 0,1 0 0,0 0 0,0 0 0,-1 0 0,1-1 0,0 1 0,0 0 0,0 0 0,-1 0 0,1 0 0,0 0 0,0 1 0,0-1 0,-1 0 0,1 0 0,0 0 0,0 0 0,-1 0 0,1 0 0,0 0 0,-4 8 0,1 13 0,3-21 0,0 6 0,0 0 0,1 0 0,-1 0 0,2-1 0,-1 1 0,0 0 0,1-1 0,0 1 0,3 5 0,29 48 0,-28-48 0,18 32-1365,-19-31-5461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20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1 24575,'-27'2'0,"-14"1"0,-2 1 0,1-2 0,5 0 0,4-1 0,6 2 0,1 1 0,2-1 0,1-1 0,0 0 0,-1-1 0,2-1 0,-2 0 0,5 0-8191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21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9 24575,'0'-1'0,"0"1"0,0-1 0,-1 1 0,1-1 0,0 1 0,0 0 0,-1-1 0,1 1 0,0 0 0,0-1 0,-1 1 0,1 0 0,0-1 0,-1 1 0,1 0 0,0-1 0,-1 1 0,1 0 0,-1 0 0,1 0 0,-1-1 0,1 1 0,0 0 0,-1 0 0,1 0 0,-1 0 0,1 0 0,-1 0 0,0 0 0,0 0 0,0 1 0,0-1 0,1 0 0,-1 1 0,0-1 0,1 1 0,-1-1 0,0 1 0,1 0 0,-1-1 0,0 1 0,1-1 0,-1 2 0,-4 5 0,1 0 0,-6 13 0,6-13 0,-3 9 0,-1 0 0,2 1 0,0-1 0,1 1 0,-2 18 0,5-24 0,0 1 0,1-1 0,1 0 0,0 1 0,0-1 0,1 0 0,0 1 0,6 19 0,-2-19 0,0-1 0,0 1 0,1-1 0,13 19 0,36 38 0,-50-62 0,9 11-195,0 0 0,2-1 0,0-1 0,0-1 0,1 0 0,28 16 0,-31-23-6631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1:21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24575,'3'-3'0,"0"1"0,1 0 0,-1 0 0,1 0 0,-1 0 0,1 0 0,0 1 0,-1 0 0,9-2 0,-10 3 0,0 0 0,0 0 0,1 0 0,-1 0 0,0 0 0,0 1 0,0-1 0,1 1 0,-1 0 0,0-1 0,0 1 0,0 0 0,0 0 0,0 0 0,0 1 0,-1-1 0,1 0 0,0 1 0,1 1 0,5 5 0,0 1 0,-1 0 0,0 0 0,-1 1 0,7 12 0,21 55 0,-28-63 0,5 11 0,-1 1 0,-1 1 0,-2-1 0,0 2 0,4 52 0,-11-72-76,0 0 1,-1-1-1,0 1 0,-1 0 0,0 0 0,0-1 0,-1 1 0,0-1 1,0 1-1,0-1 0,-1 0 0,0 0 0,-1-1 0,1 1 1,-1-1-1,-1 0 0,-5 6 0,-5 3-6750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36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955 38 24575,'1'-1'0,"-1"0"0,1 0 0,-1-1 0,1 1 0,-1 0 0,0-1 0,0 1 0,0 0 0,0-1 0,0 1 0,0 0 0,0-1 0,0 1 0,0 0 0,-1-1 0,1 1 0,0 0 0,-1 0 0,0-2 0,0 2 0,0 0 0,0 0 0,0 0 0,0 0 0,0 1 0,0-1 0,0 0 0,0 1 0,0-1 0,0 1 0,0-1 0,0 1 0,0-1 0,-1 1 0,1 0 0,0 0 0,-2-1 0,-4 1 0,0 0 0,0 1 0,0-1 0,0 1 0,-13 4 0,-193 66 0,5 15 0,130-52 0,-74 42 0,87-42 0,42-21 0,-36 28 0,31-21 0,-7-1-202,26-15-961,0 0-5663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37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3 24575,'-2'0'0,"0"-1"0,0 1 0,0-1 0,0 1 0,0 0 0,0 0 0,0 0 0,0 0 0,-1 0 0,1 0 0,0 1 0,0-1 0,0 1 0,0-1 0,0 1 0,1 0 0,-1 0 0,0 0 0,0 0 0,0 0 0,1 0 0,-3 2 0,0 2 0,0-1 0,0 1 0,1 0 0,0 0 0,0 0 0,-3 9 0,-11 18 0,-1-1 0,-1-1 0,-45 53 0,59-78 0,-15 22 0,19-25 0,0-1 0,0 1 0,0 0 0,0-1 0,0 1 0,1 0 0,-1 0 0,0 0 0,1 0 0,0-1 0,-1 1 0,1 0 0,0 3 0,0-4 0,0-1 0,1 1 0,-1 0 0,0 0 0,1-1 0,-1 1 0,0 0 0,1-1 0,-1 1 0,1-1 0,-1 1 0,1 0 0,0-1 0,-1 1 0,1-1 0,-1 0 0,1 1 0,0-1 0,-1 1 0,1-1 0,0 0 0,0 1 0,-1-1 0,1 0 0,1 0 0,21 3 0,-20-3 0,17 0 0,-1-1 0,27-5 0,11-1 0,118-9-1365,-162 15-5461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38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71 24575,'-1'0'0,"0"0"0,0 1 0,0-1 0,0 1 0,1 0 0,-1-1 0,0 1 0,0 0 0,0-1 0,0 1 0,1 0 0,-1 0 0,0 0 0,1 0 0,-1-1 0,0 1 0,1 0 0,0 0 0,-1 0 0,1 0 0,-1 1 0,1-1 0,0 0 0,0 2 0,0-1 0,0 0 0,0 0 0,1 0 0,-1 0 0,1 0 0,0 0 0,0-1 0,0 1 0,0 0 0,0 0 0,0 0 0,2 2 0,4 3 0,0 1 0,0-1 0,1-1 0,9 8 0,-9-9 0,0 0 0,0 0 0,0 0 0,1-1 0,0-1 0,-1 0 0,1 0 0,0 0 0,1-1 0,-1 0 0,0-1 0,1 0 0,-1-1 0,0 0 0,1 0 0,-1-1 0,1 0 0,-1-1 0,12-3 0,-17 3 0,-1 1 0,1-1 0,-1 1 0,0-1 0,0 0 0,0 0 0,0-1 0,0 1 0,-1-1 0,1 1 0,-1-1 0,1 0 0,-1 0 0,0 0 0,0 0 0,0 0 0,-1-1 0,1 1 0,-1 0 0,0-1 0,0 0 0,0 1 0,1-7 0,-1 3 0,-1 0 0,0 0 0,0 0 0,0 0 0,-1 0 0,0 0 0,0 0 0,-1 0 0,0 0 0,0 1 0,-5-10 0,6 13 0,-5-10 0,14 23 0,-2-1 0,1 0 0,-1-1 0,2 1 0,-1-1 0,1-1 0,1 1 0,-1-2 0,1 1 0,0-1 0,1 0 0,19 9 0,-19-12 0,-5 0 0,0-1 0,0 0 0,1-1 0,6 2 0,-11-3 0,0 1 0,0-1 0,0 0 0,0 0 0,0 0 0,1 0 0,-1-1 0,0 1 0,0 0 0,0 0 0,0-1 0,0 1 0,0 0 0,0-1 0,0 1 0,0-1 0,0 1 0,0-1 0,0 0 0,0 1 0,0-1 0,0 0 0,-1 0 0,1 0 0,0 1 0,0-3 0,2-3 0,0-1 0,-1 1 0,1-1 0,-2 0 0,1 0 0,-1 1 0,0-1 0,0 0 0,-1-10 0,1-4 0,-1 19 0,0 1 0,0 0 0,1-1 0,-1 1 0,0 0 0,0-1 0,1 1 0,-1 0 0,1 0 0,-1-1 0,1 1 0,0 0 0,-1 0 0,1 0 0,0 0 0,2-2 0,-3 2 0,1 1 0,0-1 0,0 1 0,0-1 0,0 1 0,0 0 0,0 0 0,0-1 0,-1 1 0,1 0 0,0 0 0,0 0 0,0 0 0,0 0 0,0 0 0,0 0 0,0 0 0,1 1 0,3 0 0,0 1 0,-1 0 0,1 0 0,-1 1 0,1-1 0,-1 1 0,6 4 0,36 31 0,63 46 0,-107-83 0,-1 0 0,0 0 0,0 0 0,1-1 0,-1 1 0,1 0 0,-1-1 0,1 1 0,-1-1 0,1 1 0,-1-1 0,1 0 0,-1 0 0,1 1 0,-1-1 0,1 0 0,-1-1 0,1 1 0,0 0 0,-1 0 0,1-1 0,-1 1 0,1-1 0,1 0 0,-1-1 0,0 1 0,0-1 0,0 0 0,-1 1 0,1-1 0,-1 0 0,1 0 0,-1 0 0,0 0 0,1-1 0,-1 1 0,0 0 0,-1 0 0,2-5 0,7-34 0,-7 29 0,6-22 0,-8 34 0,0-1 0,0 1 0,0 0 0,1-1 0,-1 1 0,0 0 0,0-1 0,1 1 0,-1 0 0,0-1 0,0 1 0,1 0 0,-1 0 0,0-1 0,1 1 0,-1 0 0,0 0 0,1 0 0,-1-1 0,0 1 0,1 0 0,-1 0 0,1 0 0,-1 0 0,0 0 0,1 0 0,-1 0 0,0 0 0,1 0 0,-1 0 0,1 0 0,-1 0 0,0 0 0,1 0 0,-1 0 0,1 0 0,-1 0 0,0 0 0,1 1 0,-1-1 0,0 0 0,1 0 0,-1 0 0,0 1 0,1-1 0,-1 0 0,0 1 0,0-1 0,1 1 0,18 17 0,-14-13 0,8 9 0,-7-8 0,0 1 0,1-1 0,0 0 0,13 9 0,-19-14 0,1 0 0,-1 0 0,1-1 0,-1 1 0,1 0 0,-1-1 0,1 1 0,-1-1 0,1 0 0,0 1 0,-1-1 0,1 0 0,0 0 0,-1 0 0,1 0 0,0-1 0,-1 1 0,1 0 0,-1-1 0,1 1 0,0-1 0,-1 1 0,1-1 0,-1 0 0,1 1 0,-1-1 0,0 0 0,1 0 0,-1 0 0,0 0 0,2-3 0,2-1 0,-1-1 0,0 0 0,6-12 0,-7 13 0,0 0 0,0-1 0,0 1 0,1 0 0,6-7 0,-8 11 0,-1 0 0,1-1 0,-1 1 0,1 1 0,0-1 0,-1 0 0,1 0 0,0 0 0,-1 1 0,1-1 0,0 1 0,0 0 0,0-1 0,0 1 0,-1 0 0,1 0 0,0 0 0,0 0 0,0 0 0,0 1 0,-1-1 0,1 0 0,2 2 0,2 0 15,0 0 0,0 1 0,0 0 0,0 1 0,-1-1 0,1 1 0,8 8 0,-3-2-510,-1 1 0,13 16 0,-14-14-6331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38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19 24575,'-4'-8'0,"-3"1"0,-2 3 0,1 6 0,1 4 0,3 3 0,-2 4 0,1 1 0,2-2-8191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3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74 24575,'-15'-10'0,"-1"-1"0,-1 0 0,0 2 0,-1 0 0,-31-11 0,47 19 0,0 0 0,1 1 0,-1 0 0,0-1 0,0 1 0,1 0 0,-1 0 0,0 0 0,0 0 0,0 0 0,1 0 0,-1 1 0,0-1 0,0 0 0,0 1 0,-2 1 0,3-2 0,1 1 0,-1 0 0,0 0 0,0-1 0,1 1 0,-1 0 0,0 0 0,1 0 0,-1 0 0,1 0 0,-1 0 0,1 0 0,-1 0 0,1 0 0,0 0 0,-1 0 0,1 0 0,0 0 0,0 0 0,0 1 0,0-1 0,0 0 0,0 0 0,0 0 0,0 0 0,1 2 0,1 3 0,0 0 0,0 0 0,0 0 0,1 0 0,0 0 0,0 0 0,1-1 0,-1 0 0,1 0 0,0 0 0,9 8 0,-3-3 0,1-1 0,0 0 0,0-1 0,18 10 0,-23-15 0,0-1 0,0 1 0,1-1 0,-1 0 0,1-1 0,0 0 0,0 0 0,-1 0 0,1-1 0,0 1 0,0-2 0,0 1 0,-1-1 0,1 0 0,7-2 0,-12 1 0,1 1 0,-1-1 0,0 1 0,0-1 0,0 0 0,0 0 0,0 1 0,0-2 0,-1 1 0,1 0 0,-1 0 0,1 0 0,-1-1 0,0 1 0,0 0 0,0-1 0,0 1 0,0-1 0,-1 0 0,2-4 0,-2 1 0,1 1 0,0-1 0,-1 0 0,0 1 0,0-1 0,-1 1 0,0-1 0,0 1 0,-2-7 0,3 12 0,0 0 0,0 0 0,0-1 0,0 1 0,0 0 0,0-1 0,0 1 0,0 0 0,0 0 0,0-1 0,0 1 0,0 0 0,-1 0 0,1 0 0,0-1 0,0 1 0,0 0 0,0 0 0,-1 0 0,1-1 0,0 1 0,0 0 0,0 0 0,-1 0 0,1 0 0,0-1 0,0 1 0,-1 0 0,1 0 0,0 0 0,-1 0 0,-3 7 0,-2 19 0,6-23 0,-4 23 0,1 1 0,2-1 0,1 1 0,0 0 0,2-1 0,8 35 0,0-15 0,2 0 0,31 74 0,-34-105 0,-5-12 0,-5-11 0,-2-6-1365,-2 0-5461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39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1 158 24575,'0'6'0,"0"1"0,0-1 0,1 0 0,0 0 0,0 0 0,1 0 0,-1 0 0,2 0 0,-1 0 0,0-1 0,1 1 0,0-1 0,0 1 0,1-1 0,0 0 0,-1 0 0,2-1 0,-1 1 0,0-1 0,10 7 0,-9-8 0,1 1 0,0-1 0,0 0 0,1-1 0,-1 0 0,1 0 0,-1 0 0,1 0 0,10 0 0,-14-2 0,0 0 0,0 0 0,0 0 0,0 0 0,0 0 0,0-1 0,0 1 0,0-1 0,0 0 0,0 0 0,0 0 0,0-1 0,0 1 0,-1 0 0,1-1 0,-1 0 0,1 0 0,-1 0 0,0 0 0,1 0 0,-1 0 0,0 0 0,2-4 0,9-23 0,-11 22 0,-2 9 0,0 0 0,1 1 0,-1-1 0,1 0 0,-1 0 0,1 0 0,0 0 0,-1 0 0,1 0 0,0 0 0,0 0 0,1 0 0,-1 0 0,2 2 0,-2-2 0,1 1 0,0 0 0,0-1 0,1 1 0,-1-1 0,0 0 0,1 0 0,-1 0 0,1 0 0,0 0 0,5 2 0,0-2 0,0 0 0,0-1 0,0 0 0,1 0 0,-1-1 0,0 0 0,1 0 0,10-3 0,-3 0 0,0-1 0,-1 0 0,21-9 0,-24 8 0,0-1 0,-1 0 0,0-1 0,0 0 0,-1 0 0,0-1 0,0-1 0,-1 0 0,0 0 0,0 0 0,-1-1 0,0-1 0,-1 1 0,-1-1 0,7-13 0,-12 20 0,1 1 0,-1 0 0,0-1 0,0 1 0,-1-1 0,1 0 0,-1 1 0,0-1 0,0 1 0,0-1 0,0 0 0,-1 1 0,1-1 0,-1 1 0,0-1 0,0 1 0,-2-5 0,1 4 0,0 1 0,0-1 0,-1 0 0,0 1 0,1 0 0,-1 0 0,0 0 0,-1 0 0,1 0 0,0 1 0,-1-1 0,0 1 0,1 0 0,-5-2 0,2 1 0,0 0 0,-1 1 0,1 0 0,0 0 0,-1 0 0,1 1 0,-12-1 0,16 2 0,-1 0 0,1 0 0,-1 0 0,1 1 0,0-1 0,-1 1 0,1 0 0,0 0 0,0-1 0,-1 1 0,1 1 0,0-1 0,0 0 0,0 0 0,0 1 0,0-1 0,1 1 0,-1 0 0,0-1 0,1 1 0,-1 0 0,1 0 0,0 0 0,-2 4 0,0-2 0,1 0 0,0 1 0,0-1 0,1 0 0,-1 1 0,1-1 0,0 1 0,0 0 0,1-1 0,-1 1 0,1 0 0,0-1 0,0 1 0,1 0 0,0-1 0,-1 1 0,1-1 0,1 1 0,-1-1 0,1 1 0,-1-1 0,1 0 0,1 0 0,-1 0 0,1 0 0,-1 0 0,1 0 0,0-1 0,0 1 0,1-1 0,4 4 0,4 3 0,0-1 0,1-1 0,0 0 0,1 0 0,0-2 0,16 7 0,-4-5 0,1-1 0,41 6 0,-48-10 60,32 1 0,-45-4-246,1-1 1,-1 1-1,0-1 0,0-1 1,1 1-1,-1-1 1,11-5-1,-8 2-6640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0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322 246 24575,'-5'-5'0,"-112"-118"0,92 100 0,-1 1 0,-55-36 0,78 55 0,-1 1 0,0 0 0,1 1 0,-1-1 0,0 1 0,-5-2 0,8 3 0,0 0 0,0-1 0,0 1 0,0 0 0,0 0 0,0 0 0,0 0 0,0 1 0,0-1 0,0 0 0,0 0 0,0 1 0,0-1 0,0 0 0,1 1 0,-1-1 0,0 1 0,0-1 0,0 1 0,0-1 0,1 1 0,-1 0 0,0-1 0,1 1 0,-1 0 0,0-1 0,1 1 0,-1 0 0,1 0 0,-1 0 0,1 1 0,-3 4 0,2 0 0,-1 0 0,1 0 0,-1 0 0,2 0 0,-1 0 0,1 8 0,3 46 0,-2-59 0,5 46-61,3-1 1,2 1-1,1-2 0,3 0 0,38 80 1,133 198-305,-182-318 367,43 62 224,-42-60-179,1-1 1,0 0-1,0-1 1,0 0-1,0 0 1,1 0-1,13 7 1,-18-11-43,0 0 0,-1 0 0,1-1 0,-1 1 1,1-1-1,0 1 0,0-1 0,-1 0 0,1 1 1,0-1-1,0 0 0,-1 0 0,1 0 0,0 0 1,0-1-1,-1 1 0,1 0 0,0-1 0,0 1 1,-1-1-1,4-1 0,-3 1-4,0-1 1,-1 0-1,1 0 0,0 1 0,0-1 1,-1 0-1,1 0 0,-1-1 1,0 1-1,0 0 0,0 0 0,0-1 1,1-3-1,1-3-3,-1-1 1,0 0-1,-1 1 1,0-1-1,-1 0 1,-1-17-1,-2-5 2,-14-53 0,13 69 0,-1 0 0,-1 1 0,0 0 0,-1 0 0,-11-17 0,15 28 0,-1 0 0,0-1 0,0 1 0,0 0 0,0 1 0,0-1 0,-1 1 0,1 0 0,-1 0 0,0 0 0,0 1 0,0-1 0,-1 1 0,1 1 0,0-1 0,-1 1 0,1 0 0,-7-1 0,-3 1 0,-1 0 0,1 1 0,0 1 0,0 0 0,-22 5 0,21-3 0,8-2 0,0 1 0,0-1 0,0 1 0,0 1 0,0-1 0,0 2 0,1-1 0,-12 7 0,19-9-49,-1-1 1,1 0-1,-1 0 0,1 1 0,0-1 1,-1 0-1,1 1 0,0-1 0,-1 0 1,1 1-1,0-1 0,-1 0 0,1 1 1,0-1-1,0 1 0,-1-1 0,1 1 1,0-1-1,0 1 0,0-1 0,0 1 1,0-1-1,0 1 0,0-1 0,0 1 0,0-1 1,0 1-1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1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153 289 24575,'-23'-8'0,"-35"-10"0,52 16 0,0 1 0,0 0 0,0 0 0,0 1 0,0 0 0,-1 0 0,-6 1 0,12-1 0,1 0 0,-1 0 0,0 0 0,0 0 0,1 0 0,-1 0 0,0 1 0,0-1 0,1 0 0,-1 0 0,0 1 0,1-1 0,-1 1 0,1-1 0,-1 0 0,0 1 0,1-1 0,-1 1 0,1-1 0,-1 1 0,1 0 0,-1-1 0,1 1 0,0 0 0,0 0 0,0 0 0,0-1 0,0 1 0,0 0 0,0-1 0,0 1 0,0 0 0,0-1 0,1 1 0,-1-1 0,0 1 0,1 0 0,-1-1 0,0 1 0,1-1 0,-1 1 0,0-1 0,2 2 0,1 1 0,0 0 0,0 0 0,1 0 0,0-1 0,7 5 0,2-1 0,0-1 0,0 0 0,1-1 0,0-1 0,0 0 0,17 1 0,0-2 0,55-3 0,-74 0 0,0 0 0,-1-1 0,1 0 0,-1-1 0,1 0 0,-1-1 0,0 0 0,-1-1 0,1 0 0,-1-1 0,0 0 0,0-1 0,16-13 0,-23 17 0,0 1 0,0 0 0,0 0 0,1 0 0,-1 0 0,0 0 0,1 1 0,-1 0 0,1-1 0,-1 1 0,1 1 0,0-1 0,-1 0 0,1 1 0,0 0 0,0 0 0,-1 0 0,1 0 0,6 2 0,2 0 0,-1 1 0,0 0 0,1 1 0,-2 0 0,12 6 0,31 17 0,-53-27 0,0 0 0,0 0 0,0 0 0,0 0 0,0 1 0,0-1 0,0 0 0,0 0 0,1 0 0,-1 0 0,0 0 0,0 0 0,0 0 0,0 0 0,0 0 0,0 0 0,0 0 0,1 0 0,-1 0 0,0 0 0,0 0 0,0 0 0,0 0 0,0 0 0,0 0 0,1 0 0,-1 0 0,0 0 0,0 0 0,0 0 0,0 0 0,0 0 0,0 0 0,1 0 0,-1 0 0,0 0 0,0 0 0,0 0 0,0 0 0,0-1 0,0 1 0,0 0 0,0 0 0,1 0 0,-4-7 0,-8-7 0,-55-66 0,59 69 0,-1-1 0,2 1 0,-1-1 0,2 0 0,-8-23 0,12 32 0,0 0 0,1 0 0,-1 0 0,1 0 0,-1 0 0,1 0 0,0 0 0,0 0 0,1 0 0,-1 0 0,0 0 0,1 0 0,0 0 0,0 0 0,0 0 0,0 0 0,0 0 0,3-3 0,-2 2 0,1 2 0,-1-1 0,1 0 0,0 0 0,0 1 0,0-1 0,0 1 0,1 0 0,-1 0 0,0 0 0,1 1 0,7-3 0,-3 1 0,1 1 0,-1 1 0,1-1 0,0 1 0,0 1 0,-1 0 0,1 0 0,0 0 0,0 1 0,0 1 0,-1 0 0,11 3 0,-9-1-273,1 1 0,-2 0 0,1 1 0,10 8 0,-11-7-6553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24575,'10'-4'0,"6"-3"0,2 3 0,1 5 0,-1 2 0,0 3 0,-2 2 0,0 1 0,-3 1 0,-5 1 0,1 1 0,-3 2 0,-5-1 0,-4 2 0,-2-3-8191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3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36 119 24575,'-1'-1'0,"0"-1"0,0 1 0,-1-1 0,1 1 0,-1 0 0,1-1 0,-1 1 0,1 0 0,-1 0 0,0 0 0,0 0 0,1 0 0,-1 0 0,0 1 0,0-1 0,0 1 0,-2-1 0,3 1 0,1 1 0,0-1 0,-1 0 0,1 1 0,0-1 0,-1 1 0,1-1 0,0 1 0,0-1 0,0 1 0,-1-1 0,1 1 0,0-1 0,0 1 0,0-1 0,0 1 0,0 0 0,0-1 0,0 1 0,0-1 0,0 1 0,0-1 0,0 1 0,0-1 0,1 1 0,-1 0 0,4 16 0,-4-17 0,3 8 0,0 0 0,1 0 0,0-1 0,0 1 0,10 12 0,31 33 0,-34-42 0,-7-7 0,1 0 0,-1 0 0,1 0 0,0-1 0,0 0 0,1 0 0,-1 0 0,1-1 0,-1 0 0,1 0 0,0 0 0,0-1 0,-1 0 0,1 0 0,7 0 0,-8 0 0,0-1 0,0 0 0,0 0 0,-1-1 0,1 1 0,0-1 0,0 0 0,0-1 0,0 1 0,-1-1 0,1 0 0,0 0 0,-1 0 0,0-1 0,1 1 0,-1-1 0,0 0 0,5-6 0,-7 6 0,0 0 0,0-1 0,0 1 0,0-1 0,0 1 0,-1-1 0,0 0 0,1 0 0,-1 0 0,-1 1 0,1-1 0,-1 0 0,1 0 0,-2-7 0,2-6 0,1 13 0,2 8 0,5 16 0,-6-12 0,-1-3 0,1-1 0,1 1 0,-1 0 0,0-1 0,1 0 0,0 0 0,0 0 0,1 0 0,-1-1 0,0 1 0,1-1 0,0 0 0,0-1 0,0 1 0,0-1 0,1 0 0,-1 0 0,10 2 0,-5-2 0,1-1 0,0 0 0,0-1 0,0 1 0,0-2 0,-1 0 0,1 0 0,20-6 0,-27 6 0,-1 0 0,0 0 0,1 0 0,-1-1 0,0 1 0,0-1 0,0 0 0,0 0 0,0 0 0,0 0 0,-1-1 0,1 1 0,-1-1 0,0 1 0,1-1 0,-1 0 0,0 0 0,-1 0 0,1 0 0,2-6 0,-3 4 0,1 0 0,-2 1 0,1-1 0,0 0 0,-1 0 0,0 0 0,0 0 0,0 1 0,-1-1 0,1 0 0,-1 0 0,0 0 0,-1 1 0,-3-9 0,0 3-76,0 0 1,-1 0-1,-1 1 0,0 0 0,0 0 0,-1 1 0,0 0 0,0 0 1,-1 0-1,0 1 0,0 1 0,0 0 0,-1 0 0,0 0 1,0 2-1,-1-1 0,-12-3 0,7 5-6750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4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11 24575,'-27'-5'0,"-27"0"0,43 4 0,-1 1 0,1 1 0,0 0 0,0 0 0,-13 4 0,22-5 0,0 1 0,0-1 0,0 1 0,0 0 0,0 0 0,0 0 0,0 0 0,0 0 0,0 0 0,0 1 0,0-1 0,1 1 0,-1-1 0,0 1 0,1-1 0,0 1 0,-1 0 0,1 0 0,0 0 0,0 0 0,0 0 0,0 0 0,0 0 0,-1 4 0,2-4 0,0 1 0,0 0 0,0-1 0,0 1 0,1 0 0,-1-1 0,1 1 0,-1 0 0,1-1 0,0 1 0,0-1 0,0 1 0,0-1 0,1 0 0,-1 1 0,1-1 0,-1 0 0,1 0 0,0 0 0,2 3 0,2-1 0,-1 0 0,0 0 0,1-1 0,0 1 0,0-1 0,0 0 0,0-1 0,0 0 0,1 0 0,12 3 0,-10-4 0,0 0 0,0 0 0,0 0 0,0-1 0,0-1 0,0 1 0,14-4 0,-19 3 0,-1-1 0,1 1 0,0-1 0,-1 0 0,0 0 0,1 0 0,-1 0 0,0-1 0,0 1 0,0-1 0,0 0 0,-1 0 0,1 0 0,2-5 0,-3 6 0,0 0 0,-1-1 0,0 1 0,1-1 0,-1 0 0,0 1 0,-1-1 0,1 0 0,0 0 0,-1 0 0,1 0 0,-1 1 0,0-1 0,0 0 0,0 0 0,0 0 0,-1 0 0,1 0 0,-1 1 0,-1-4 0,7 14-45,0 1 0,1-1 0,0 1 0,0-2 0,1 1 0,13 12 0,-6-7-1005,-5-3-5776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4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 24575,'5'9'0,"1"-1"0,0 1 0,1-1 0,0 0 0,0 0 0,1-1 0,0 0 0,0-1 0,0 1 0,1-1 0,0-1 0,0 0 0,1 0 0,-1-1 0,13 4 0,-17-7 0,0 0 0,0 0 0,0 0 0,0 0 0,0-1 0,0 0 0,1 0 0,-1 0 0,0 0 0,7-3 0,-9 2 0,-1 1 0,0-1 0,1-1 0,-1 1 0,0 0 0,0-1 0,0 1 0,0-1 0,0 1 0,0-1 0,0 0 0,0 0 0,-1 0 0,1 0 0,-1 0 0,1 0 0,-1 0 0,0-1 0,0 1 0,0 0 0,0-1 0,1-3 0,-1 1 0,-1 0 0,1 0 0,-1-1 0,0 1 0,0 0 0,0 0 0,-1 0 0,0 0 0,0 0 0,-2-7 0,0 2 0,-1 0 0,0 1 0,-1-1 0,-6-9 0,10 18-136,0-1-1,0 1 1,-1-1-1,1 1 1,0-1-1,-1 1 1,1 0-1,-1-1 0,-1 0 1,-6-2-6690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4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56 247 24575,'3'-7'0,"22"-78"0,-22 72 0,0 0 0,-2 0 0,1-1 0,-2-20 0,0 30 0,-1 0 0,0-1 0,0 1 0,0 0 0,-1 0 0,1 0 0,-1 0 0,0 0 0,0 0 0,0 1 0,-1-1 0,-2-3 0,4 6 0,0 0 0,1 0 0,-1 0 0,0 0 0,0 1 0,0-1 0,0 0 0,0 0 0,0 1 0,0-1 0,0 1 0,0-1 0,0 1 0,-1-1 0,1 1 0,0 0 0,0-1 0,0 1 0,-1 0 0,1 0 0,0 0 0,0 0 0,-1 0 0,1 0 0,0 0 0,0 0 0,0 1 0,-1-1 0,1 0 0,0 1 0,0-1 0,0 1 0,0 0 0,0-1 0,0 1 0,0 0 0,0-1 0,0 1 0,0 0 0,0 0 0,0 0 0,0 0 0,1 0 0,-1 0 0,0 1 0,-2 1 0,1 1 0,-1-1 0,1 0 0,0 1 0,1 0 0,-1-1 0,1 1 0,-1 0 0,1 0 0,0 0 0,0 0 0,1 0 0,-1 0 0,1 0 0,0 0 0,0 0 0,0 0 0,1 0 0,-1 0 0,1 0 0,0 0 0,0-1 0,1 1 0,-1 0 0,1 0 0,0-1 0,-1 1 0,2-1 0,-1 1 0,0-1 0,1 0 0,3 4 0,3 1 0,1-1 0,0 0 0,0 0 0,0 0 0,1-2 0,0 1 0,0-1 0,20 5 0,-15-5 0,0-2 0,0 0 0,0 0 0,0-2 0,0 0 0,19-2 0,-31 1-170,1 0-1,-1-1 0,1 0 1,-1 0-1,0 0 0,1-1 1,7-3-1,-3-1-6655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225 117 24575,'-45'-31'0,"22"14"0,0 2 0,-1 0 0,-43-19 0,66 33 0,0 1 0,-1-1 0,1 0 0,-1 1 0,1 0 0,0-1 0,-1 1 0,1 0 0,-1 0 0,1-1 0,-1 1 0,1 0 0,0 0 0,-1 1 0,1-1 0,-1 0 0,1 0 0,0 1 0,-1-1 0,1 1 0,-2 0 0,1 1 0,1-1 0,0 0 0,0 1 0,0-1 0,1 1 0,-1-1 0,0 1 0,1 0 0,-1-1 0,1 1 0,-1 0 0,1-1 0,0 1 0,-1 0 0,1-1 0,0 1 0,0 2 0,1 20 0,0 0 0,2-1 0,0 1 0,2-1 0,0 0 0,14 34 0,5 4 0,36 64 0,-31-71 0,3-2 0,1 0 0,3-3 0,2-1 0,54 53 0,-86-95-151,1 0-1,-1-1 0,1 0 0,0 0 1,1 0-1,-1-1 0,1 0 1,10 4-1,-4-5-6674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61 24575,'-27'-10'0,"-14"-3"0,-2 0 0,4 3 0,5 3 0,7 3 0,5 1 0,4 2 0,3 1 0,1 3 0,1 3 0,0 1 0,2 2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6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208 117 24575,'-51'-33'0,"36"22"0,-1 1 0,0 0 0,-1 1 0,-33-12 0,48 20 0,1 0 0,-1 1 0,1 0 0,-1-1 0,1 1 0,-1 0 0,0 0 0,1 0 0,-1 0 0,1 0 0,-1 0 0,1 0 0,-1 1 0,0-1 0,1 1 0,-1-1 0,1 1 0,-3 1 0,3-1 0,0 0 0,0 0 0,0 0 0,0 0 0,1 0 0,-1 0 0,0 0 0,1 1 0,-1-1 0,0 0 0,1 0 0,0 1 0,-1-1 0,1 0 0,0 1 0,0-1 0,-1 0 0,1 1 0,0-1 0,0 0 0,1 3 0,1 9 0,1 0 0,0-1 0,1 0 0,0 0 0,1 0 0,11 20 0,-14-29 0,-1-1 0,1 0 0,0 0 0,-1 1 0,1-1 0,0-1 0,1 1 0,-1 0 0,0 0 0,0-1 0,1 1 0,-1-1 0,1 0 0,-1 0 0,1 0 0,0 0 0,-1 0 0,1 0 0,0-1 0,3 1 0,7 0 0,-1-1 0,1 0 0,16-2 0,-1 0 0,-1 2 0,-15 1 0,-1-1 0,0 0 0,1-1 0,-1 0 0,1-1 0,-1-1 0,20-6 0,-30 9 0,1-1 0,0 0 0,0 0 0,-1 0 0,1 0 0,0 0 0,-1-1 0,1 1 0,-1 0 0,1-1 0,-1 1 0,0-1 0,0 1 0,0-1 0,0 0 0,0 1 0,1-3 0,-1 2 0,-1 0 0,0 0 0,0 0 0,1 1 0,-1-1 0,0 0 0,-1 0 0,1 0 0,0 1 0,0-1 0,-1 0 0,1 0 0,-1 1 0,0-1 0,0-2 0,-3-2 0,0 0 0,0 0 0,-1 0 0,1 1 0,-1-1 0,0 1 0,-1 0 0,-5-4 0,-1 1 17,0 0 0,0 0 1,-1 1-1,0 1 0,0 0 0,-16-4 0,20 7-152,0 1 0,0 0 0,0 0 0,0 1 0,0 0 0,-1 1 0,1 0 0,0 1 0,0 0 0,-15 3 0,11-1-6691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6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148 246 24575,'-4'0'0,"0"-1"0,0 0 0,0 0 0,1 0 0,-1 0 0,0-1 0,0 1 0,1-1 0,-1 0 0,1 0 0,0-1 0,-5-2 0,-5-6 0,-17-18 0,24 23 0,1-1 0,-1 0 0,1 0 0,1-1 0,-1 1 0,1-1 0,0 0 0,-3-12 0,5 16 0,1 0 0,0-1 0,0 1 0,0 0 0,1-1 0,-1 1 0,1 0 0,0-1 0,1 1 0,-1-1 0,1 1 0,-1 0 0,1-1 0,1 1 0,-1 0 0,1 0 0,-1 0 0,5-7 0,-5 9 5,0 1 0,0 0 0,1-1 0,-1 1 0,0 0 0,1 0 0,-1 0 0,0 0 0,1 0 0,-1 0 0,1 0 0,0 0 0,-1 1 0,1-1 0,0 1 0,-1-1 0,1 1 0,0-1 0,0 1 0,-1 0 0,1 0 0,0 0 0,3 1 0,0-1-191,0 1 1,0 1-1,0-1 0,-1 1 1,1 0-1,0 0 1,4 3-1,1 0-6640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7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24575,'1'5'0,"0"0"0,-1 0 0,1-1 0,1 1 0,-1 0 0,1-1 0,0 1 0,0-1 0,0 0 0,0 0 0,1 0 0,0 0 0,6 7 0,-1-2 0,0-1 0,1 0 0,0 0 0,16 9 0,-20-13 0,1 0 0,0-1 0,0 0 0,0-1 0,13 4 0,-18-5 0,0-1 0,0 0 0,1 1 0,-1-1 0,0 0 0,0 0 0,0 0 0,1 0 0,-1 0 0,0 0 0,0 0 0,0-1 0,0 1 0,1 0 0,-1-1 0,0 1 0,0-1 0,0 1 0,0-1 0,0 1 0,0-1 0,0 0 0,0 1 0,0-1 0,0 0 0,0 0 0,-1 0 0,1 0 0,0 0 0,-1 0 0,1 0 0,0 0 0,-1 0 0,1 0 0,-1 0 0,0 0 0,1 0 0,-1-1 0,0 1 0,1-2 0,-1-3 0,1-1 0,-1 0 0,0 1 0,-1-1 0,1 0 0,-1 1 0,-1-1 0,-2-8 0,-1-9 0,4 7 0,1 16 0,1 1 0,-1 0 0,0-1 0,0 1 0,0 0 0,0 0 0,1-1 0,-1 1 0,0 0 0,0 0 0,1-1 0,-1 1 0,0 0 0,0 0 0,1 0 0,-1-1 0,0 1 0,0 0 0,1 0 0,-1 0 0,0 0 0,1 0 0,-1 0 0,0 0 0,1-1 0,-1 1 0,0 0 0,1 0 0,-1 0 0,0 0 0,1 1 0,-1-1 0,0 0 0,1 0 0,-1 0 0,0 0 0,1 0 0,-1 0 0,0 0 0,1 1 0,-1-1 0,0 0 0,0 0 0,1 0 0,-1 1 0,0-1 0,0 0 0,1 1 0,55 37 0,-36-24 0,32 19 0,-47-30 0,1 0 0,1 1 0,0-1 0,0-1 0,14 5 0,-20-7 0,0 0 0,0 1 0,1-1 0,-1 0 0,0 0 0,0 0 0,0 0 0,0 0 0,0 0 0,1 0 0,-1-1 0,0 1 0,0 0 0,0-1 0,0 1 0,0-1 0,0 1 0,0-1 0,0 1 0,0-1 0,0 0 0,0 0 0,0 1 0,0-1 0,0 0 0,-1 0 0,1 0 0,0 0 0,-1 0 0,1 0 0,-1 0 0,1 0 0,-1 0 0,1 0 0,-1 0 0,0 0 0,1 0 0,-1 0 0,0-3 0,1-6 0,0 0 0,-1 0 0,-2-19 0,1 21 0,0 1 0,0 0 0,1 0 0,0-1 0,1 1 0,-1 0 0,1 0 0,1-1 0,2-7 0,-3 13 0,0 0 0,0 1 0,0-1 0,0 1 0,0 0 0,1-1 0,-1 1 0,0 0 0,1 0 0,-1-1 0,1 1 0,-1 0 0,1 1 0,0-1 0,-1 0 0,1 0 0,0 1 0,-1-1 0,1 1 0,0-1 0,0 1 0,0 0 0,-1 0 0,1 0 0,3 0 0,5 0 0,1 1 0,-1 1 0,14 3 0,-9-2 0,186 51-205,-150-37-955,-34-12-5666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8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33 24575,'-8'-6'0,"5"3"0,-1 0 0,1 0 0,-1 0 0,0 0 0,1 1 0,-1 0 0,-1 0 0,1 0 0,-4-2 0,7 4 0,1 0 0,0 0 0,0 0 0,0 0 0,0 0 0,0 0 0,0 0 0,0 0 0,-1 1 0,1-1 0,0 0 0,0 0 0,0 0 0,0 0 0,0 0 0,0 0 0,0 0 0,0 0 0,-1 0 0,1 0 0,0 0 0,0 0 0,0 0 0,0 0 0,0 1 0,0-1 0,0 0 0,0 0 0,0 0 0,0 0 0,0 0 0,0 0 0,0 0 0,0 0 0,-1 1 0,1-1 0,0 0 0,0 0 0,0 0 0,0 0 0,0 0 0,0 0 0,0 1 0,3 7 0,4 6 0,131 245 0,-119-220 0,-4-1 0,-13-45 0,-1 1 0,1 0 0,0 0 0,1 0 0,-1 0 0,6-8 0,-5 9 0,1 0 0,0 0 0,1 1 0,-1-1 0,1 1 0,0 0 0,0 0 0,0 0 0,1 1 0,-1 0 0,1 0 0,0 0 0,0 1 0,0-1 0,0 2 0,0-1 0,0 1 0,12-2 0,-9 3 0,-1-1 0,0 1 0,0 0 0,1 1 0,-1 0 0,0 1 0,0-1 0,0 2 0,0-1 0,0 1 0,-1 0 0,1 0 0,-1 1 0,10 6 0,-15-8 0,1 0 0,-1 0 0,1 1 0,-1-1 0,0 0 0,0 1 0,0 0 0,0-1 0,0 1 0,-1 0 0,1 0 0,-1 0 0,0 0 0,0 0 0,0 0 0,0 0 0,0 1 0,-1-1 0,0 0 0,1 0 0,-1 1 0,0-1 0,0 0 0,-1 0 0,1 1 0,-1-1 0,0 0 0,0 0 0,0 0 0,0 0 0,0 0 0,-1 0 0,1 0 0,-1 0 0,0 0 0,1-1 0,-2 1 0,1-1 0,0 1 0,0-1 0,-1 0 0,-4 3 0,-1 0 0,-1 0 0,0 0 0,-1-1 0,1 0 0,-1-1 0,-15 3 0,-62 7 0,69-11 0,14-2 20,0 0 0,0 0 0,0 0 0,0 0 0,-6-1 0,9 1-103,-1-1 1,1 1-1,0-1 1,-1 1-1,1-1 1,-1 1-1,1-1 1,0 0-1,0 0 1,-1 0-1,1 0 1,0 0-1,0 0 1,0 0-1,0 0 1,0 0-1,-1-2 1,-2-5-6744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91 24575,'-36'-12'0,"12"2"0,-1 2 0,0 1 0,0 1 0,-49-5 0,72 11 0,0-1 0,0 1 0,1 0 0,-1 1 0,0-1 0,0 0 0,1 0 0,-1 1 0,0-1 0,0 1 0,1 0 0,-1-1 0,1 1 0,-1 0 0,0 0 0,1 0 0,0 0 0,-1 0 0,1 1 0,-2 0 0,2 0 0,0-1 0,1 1 0,-1 0 0,0-1 0,1 1 0,-1 0 0,1-1 0,0 1 0,-1 0 0,1-1 0,0 1 0,0 0 0,0 0 0,0 0 0,0-1 0,1 1 0,-1 0 0,0-1 0,1 1 0,0 2 0,2 1 0,-1 0 0,1-1 0,0 1 0,0-1 0,0 1 0,1-1 0,-1 0 0,1-1 0,0 1 0,0-1 0,0 0 0,1 1 0,4 1 0,5 3 0,0-1 0,0 0 0,19 6 0,-13-7 0,1 0 0,25 4 0,-40-9 0,1 0 0,-1-1 0,1 1 0,-1-1 0,1-1 0,-1 1 0,1-1 0,-1-1 0,1 1 0,-1-1 0,11-4 0,-15 5 0,0 0 0,0 0 0,0-1 0,0 1 0,0 0 0,0-1 0,0 0 0,-1 1 0,1-1 0,0 0 0,-1 0 0,0 0 0,1 0 0,-1 0 0,0 0 0,0 0 0,0-1 0,1-1 0,-2 0 0,1 1 0,-1-1 0,0 1 0,1-1 0,-2 0 0,1 1 0,0-1 0,-1 1 0,1-1 0,-1 1 0,-1-4 0,-2-3 0,0 0 0,-1 1 0,0 0 0,-1 0 0,1 0 0,-2 0 0,-8-9 0,7 7 0,22 22 0,2 1 0,11 4 0,0-2 0,38 15 0,-53-24 0,0-1 0,0-1 0,0 0 0,1-1 0,-1 0 0,1-1 0,0 0 0,18-2 0,-30 1 0,1 0 0,-1 0 0,0 0 0,0 0 0,1 0 0,-1-1 0,0 1 0,0-1 0,0 1 0,0-1 0,1 1 0,-1-1 0,0 1 0,0-1 0,0 0 0,0 0 0,0 0 0,0 1 0,-1-1 0,1 0 0,0 0 0,0 0 0,-1 0 0,1 0 0,0-1 0,-1 1 0,1 0 0,-1 0 0,0 0 0,1 0 0,-1-1 0,0 1 0,0 0 0,1-3 0,-2-3 0,1 1 0,-1-1 0,0 1 0,-1-1 0,-3-9 0,0-4 0,5 19 0,0 0 0,0 0 0,0 1 0,0-1 0,0 0 0,0 0 0,0 0 0,0 1 0,1-1 0,-1 0 0,0 0 0,1 1 0,-1-1 0,0 0 0,1 1 0,-1-1 0,1 0 0,-1 1 0,1-1 0,-1 0 0,1 1 0,0-1 0,-1 1 0,1-1 0,0 1 0,-1 0 0,1-1 0,0 1 0,-1 0 0,1-1 0,0 1 0,0 0 0,0 0 0,-1 0 0,1-1 0,0 1 0,0 0 0,1 0 0,6 0 0,-1-1 0,1 1 0,9 1 0,-9 0 0,97 0 0,27 0 0,-124 0-151,0 0-1,0 0 0,-1 0 0,1 1 1,0 0-1,0 1 0,-1-1 1,12 7-1,-10-2-6674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49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225 484 24575,'-12'-4'0,"-58"-19"0,63 21 0,0 1 0,0-1 0,-1 2 0,1-1 0,0 1 0,0 0 0,-13 1 0,19-1 0,0 1 0,0-1 0,0 0 0,-1 0 0,1 1 0,0-1 0,0 0 0,0 1 0,-1-1 0,1 1 0,0 0 0,0-1 0,0 1 0,0 0 0,0 0 0,0 0 0,1 0 0,-1-1 0,0 1 0,0 0 0,0 0 0,1 1 0,-1-1 0,1 0 0,-1 0 0,1 0 0,-1 0 0,1 0 0,0 1 0,-1-1 0,1 0 0,0 0 0,0 1 0,0-1 0,0 0 0,0 0 0,0 1 0,0-1 0,1 0 0,-1 0 0,0 0 0,1 3 0,1 1 0,0 0 0,1 0 0,-1 0 0,1 0 0,0-1 0,0 1 0,0-1 0,5 6 0,-5-7 0,1 0 0,-1 0 0,0-1 0,1 1 0,-1-1 0,1 0 0,0 0 0,0 0 0,0 0 0,0-1 0,0 1 0,0-1 0,0 0 0,1 0 0,-1-1 0,6 1 0,-8-1 0,1 0 0,-1-1 0,1 1 0,-1-1 0,1 1 0,-1-1 0,1 0 0,-1 0 0,1 0 0,-1 0 0,0 0 0,0-1 0,1 1 0,-1-1 0,0 1 0,0-1 0,-1 0 0,1 0 0,0 0 0,-1 0 0,1 0 0,-1 0 0,1 0 0,-1 0 0,0-1 0,0 1 0,0 0 0,1-3 0,0-6 0,1 1 0,-2 0 0,1-1 0,-1 1 0,-1-1 0,0 0 0,0 1 0,-4-20 0,-1 6 0,-1 0 0,-15-39 0,0 12 0,-2 2 0,-2 1 0,-57-81 0,80 126 0,0-1 0,-1 1 0,1 0 0,-1 0 0,0 0 0,-4-3 0,7 6 0,0 0 0,0 0 0,0 0 0,0 0 0,-1 0 0,1 0 0,0 0 0,0 0 0,0 0 0,0-1 0,0 1 0,0 0 0,0 0 0,0 0 0,-1 0 0,1 0 0,0 0 0,0 0 0,0 0 0,0 0 0,0 0 0,0 0 0,0 0 0,0 0 0,-1 0 0,1 0 0,0 0 0,0 0 0,0 0 0,0 1 0,0-1 0,0 0 0,0 0 0,0 0 0,-1 0 0,1 0 0,0 0 0,0 0 0,0 0 0,0 0 0,0 0 0,0 0 0,0 0 0,0 1 0,0-1 0,0 0 0,0 0 0,-1 8 0,5 8 0,4 10 0,2 0 0,17 32 0,33 47 0,-21-39 0,-10-17-682,41 51-1,-59-85-6143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0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206 583 24575,'-22'-173'0,"16"140"0,-3 1 0,0-1 0,-16-35 0,0 9 0,8 16 0,-47-82 0,52 110 0,12 15 0,-1-1 0,1 1 0,0 0 0,-1 0 0,1 0 0,0 0 0,0 0 0,-1 0 0,1-1 0,0 1 0,-1 0 0,1 0 0,0 0 0,-1 0 0,1 0 0,0 0 0,0 0 0,-1 0 0,1 0 0,0 0 0,-1 0 0,1 1 0,0-1 0,-1 0 0,1 0 0,0 0 0,0 0 0,-1 0 0,1 1 0,0-1 0,0 0 0,-1 0 0,1 0 0,0 1 0,0-1 0,0 0 0,-1 0 0,1 1 0,0-1 0,0 0 0,0 0 0,0 1 0,-1-1 0,1 0 0,0 1 0,0-1 0,0 0 0,0 0 0,0 1 0,0-1 0,0 0 0,0 1 0,0-1 0,0 0 0,0 1 0,-2 11 0,1 1 0,0-1 0,0 0 0,1 1 0,1-1 0,2 17 0,19 73 0,-20-93 0,3 10 0,0-1 0,2 0 0,0 0 0,0 0 0,18 28 0,-19-38 0,0 0 0,1 0 0,-1 0 0,1-1 0,1 0 0,-1 0 0,1-1 0,1 0 0,-1 0 0,1-1 0,0 0 0,15 6 0,-5-5 0,1 0 0,0-2 0,0 0 0,29 2 0,-41-6 0,1 0 0,0-1 0,-1 0 0,1 0 0,-1 0 0,1-1 0,-1-1 0,0 1 0,12-6 0,-15 5 0,0 1 0,0-1 0,0 0 0,0-1 0,0 1 0,-1-1 0,0 0 0,0 0 0,0 0 0,0 0 0,0-1 0,-1 0 0,0 1 0,0-1 0,3-7 0,-5 6 0,1 0 0,-1 0 0,0 0 0,0-1 0,-1 1 0,0 0 0,-1-12 0,2 23 0,-1 5 0,1-1 0,0 0 0,4 13 0,-3-14 15,1 0 0,1-1 0,0 1 0,0-1 0,0 1 0,1-1 0,5 7 0,-8-12-83,0 1 1,1-1-1,-1 1 1,0-1-1,1 0 1,-1 0-1,1-1 1,0 1-1,0 0 1,-1-1-1,1 1 1,0-1-1,0 0 1,0 0-1,0 0 1,1-1-1,-1 1 1,0-1-1,0 0 1,0 1-1,6-2 1,0-1-6759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0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24575,'0'3'0,"0"2"0,0 7 0,0 2 0,0 2 0,0 1 0,0-3-8191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1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24575,'1'4'0,"0"-1"0,1 0 0,-1 0 0,1 0 0,-1 0 0,1 0 0,0-1 0,0 1 0,0 0 0,1-1 0,-1 1 0,3 1 0,-2-1 0,9 9 0,1-1 0,1 0 0,0-1 0,0 0 0,1-1 0,1 0 0,-1-2 0,32 12 0,-43-18 0,0 0 0,1 0 0,-1 0 0,1-1 0,0 1 0,-1-1 0,1 0 0,-1 0 0,1-1 0,5 0 0,-8 0 0,0 1 0,0-1 0,-1 0 0,1 0 0,0 0 0,-1 0 0,1 0 0,-1 0 0,1 0 0,-1 0 0,0 0 0,1-1 0,-1 1 0,0-1 0,0 1 0,0-1 0,0 1 0,0-1 0,0 0 0,-1 1 0,1-1 0,0 0 0,-1 1 0,1-1 0,-1 0 0,0 0 0,1-3 0,-1-1 0,0-1 0,-1 1 0,1-1 0,-1 0 0,-1 1 0,1 0 0,-5-12 0,-19-41 0,23 56 0,35 36 0,-19-19 0,-1-1 0,2 0 0,0-1 0,20 13 0,-28-21 0,0 0 0,0 0 0,1 0 0,0-1 0,-1-1 0,1 1 0,0-1 0,0-1 0,0 1 0,0-1 0,0-1 0,14 0 0,-19 0 0,0-1 0,0 1 0,0-1 0,0 0 0,0 0 0,-1 0 0,1 0 0,0 0 0,-1 0 0,1-1 0,-1 1 0,1-1 0,-1 0 0,0 0 0,1 0 0,-1 0 0,0 0 0,0-1 0,-1 1 0,1 0 0,1-4 0,1-1 0,-1 1 0,-1-2 0,1 1 0,-1 0 0,0 0 0,-1-1 0,1-7 0,-2 14-4,0 0-1,0 0 0,0 0 0,0 0 1,1 0-1,-1 0 0,0 0 0,1 0 1,-1 0-1,0 0 0,1 1 0,-1-1 1,1 0-1,-1 0 0,1 0 1,1-1-1,-2 2 14,1 0-1,-1 0 1,1 0 0,-1-1-1,1 1 1,-1 0 0,1 0-1,-1 0 1,1 0 0,-1 0 0,1 0-1,-1 0 1,1 0 0,-1 0-1,1 0 1,-1 0 0,1 0-1,-1 0 1,1 1 0,-1-1 0,1 0-1,0 1 1,2 0-195,0 1 1,-1 0-1,1 0 0,0 1 1,-1-1-1,0 1 1,4 4-1,0 1-6640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1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24575,'17'17'0,"6"9"0,1-1 0,-3-2 0,-3-3 0,-2-1 0,-1-3 0,-4-3-8191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2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 24575,'-5'2'0,"-4"4"0,-3 3 0,-2 0 0,2-2-8191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2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24575,'12'20'0,"9"11"0,4 7 0,2 3 0,1 2 0,2 0 0,-3-1 0,-1-2 0,1-1 0,-3-4 0,0-2 0,-1-2 0,-3-4 0,-2-1 0,-4-3 0,-2-3 0,-1-2 0,-2-5-8191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2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220 234 24575,'-11'-6'0,"-11"-5"0,0 0 0,-1 1 0,0 2 0,-32-9 0,51 17 0,1-1 0,0 1 0,-1 0 0,1 0 0,0 0 0,-1 0 0,1 1 0,0-1 0,-1 1 0,1 0 0,0 0 0,-3 2 0,4-3 0,1 1 0,0-1 0,0 1 0,0 0 0,0 0 0,0-1 0,0 1 0,0 0 0,1 0 0,-1 0 0,0 0 0,0 0 0,1 0 0,-1 0 0,0 0 0,1 0 0,-1 1 0,1-1 0,0 0 0,-1 0 0,1 0 0,0 1 0,0-1 0,0 0 0,-1 0 0,1 1 0,1-1 0,-1 0 0,0 0 0,0 1 0,0-1 0,1 0 0,-1 0 0,1 2 0,0-1 0,0 1 0,1-1 0,-1 0 0,0 0 0,1 0 0,-1 0 0,1-1 0,0 1 0,-1 0 0,1-1 0,0 1 0,0-1 0,0 0 0,0 1 0,0-1 0,1 0 0,-1 0 0,0-1 0,0 1 0,1 0 0,-1-1 0,1 1 0,1-1 0,10 2 0,-1-1 0,28-2 0,-25 1 0,13 0 0,-1-1 0,1-2 0,-1 0 0,0-2 0,0-1 0,0-2 0,32-12 0,-50 15 0,3 0 0,-1 0 0,0-1 0,0-1 0,13-9 0,-22 14 0,0-1 0,0 1 0,0-1 0,0 0 0,-1 0 0,0 0 0,1 0 0,-1-1 0,0 1 0,-1 0 0,1-1 0,-1 0 0,1 1 0,-1-1 0,0 0 0,0 1 0,-1-1 0,1 0 0,-1-5 0,1 2 0,-1 0 0,-1-1 0,1 1 0,-1 0 0,-4-13 0,5 18 0,-1 0 0,0 0 0,0 1 0,1-1 0,-1 0 0,-1 0 0,1 1 0,0-1 0,0 1 0,-1-1 0,1 1 0,0 0 0,-1 0 0,0-1 0,1 1 0,-1 0 0,0 0 0,1 0 0,-1 1 0,0-1 0,0 0 0,0 1 0,0-1 0,1 1 0,-1 0 0,-3-1 0,4 1 0,-1 0 0,1 0 0,-1-1 0,1 1 0,-1 0 0,1 1 0,-1-1 0,0 0 0,1 0 0,-1 1 0,1-1 0,-1 1 0,1-1 0,0 1 0,-1-1 0,1 1 0,0 0 0,-1 0 0,1 0 0,0 0 0,0 0 0,-1 0 0,1 0 0,0 0 0,-1 2 0,1 0 0,-1 0 0,1 1 0,0-1 0,0 0 0,0 1 0,0-1 0,1 1 0,-1-1 0,1 1 0,0 4 0,0-2 0,0-1 0,0 1 0,0-1 0,1 1 0,0-1 0,0 1 0,0-1 0,1 1 0,0-1 0,0 0 0,0 0 0,1 0 0,0 0 0,0 0 0,0-1 0,6 8 0,-1-3 0,0-1 0,1 1 0,0-1 0,20 13 0,-22-17 0,0-1 0,0 0 0,0 0 0,0 0 0,0-1 0,1 0 0,-1 0 0,1-1 0,7 1 0,0-1-1365,-3-1-5461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3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24 332 24575,'2'17'0,"0"9"0,1 0 0,1-1 0,11 37 0,-13-56 0,0 0 0,1 0 0,-1 0 0,1 0 0,0 0 0,1-1 0,0 1 0,-1-1 0,2 0 0,-1-1 0,0 1 0,1-1 0,0 1 0,0-1 0,0-1 0,1 1 0,-1-1 0,1 0 0,7 3 0,-11-5 0,0 0 0,0-1 0,0 1 0,-1 0 0,1-1 0,0 0 0,0 1 0,0-1 0,0 0 0,0 0 0,0 0 0,0 0 0,0-1 0,0 1 0,0 0 0,0-1 0,-1 1 0,1-1 0,0 0 0,0 1 0,0-1 0,-1 0 0,1 0 0,-1 0 0,1-1 0,0 1 0,-1 0 0,0-1 0,1 1 0,-1 0 0,0-1 0,0 0 0,0 1 0,0-1 0,0 0 0,0 1 0,1-4 0,0-3 0,0 1 0,0 0 0,0-1 0,-1 1 0,0-1 0,-1 0 0,0 1 0,-1-12 0,-1 0 0,-2-1 0,0 1 0,-1 0 0,-12-27 0,-38-70 0,24 58 0,-55-113 0,79 158 0,8 19 0,8 24 0,-8-27 0,10 27 0,2 0 0,26 46 0,43 51 0,-67-105 0,131 177 0,-135-185-1365,-3-1-5461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4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 24575,'0'0'0,"0"0"0,0 0 0,-1 0 0,1-1 0,0 1 0,0 0 0,0 0 0,0 0 0,-1 0 0,1 0 0,0-1 0,0 1 0,0 0 0,-1 0 0,1 0 0,0 0 0,0 0 0,0 0 0,-1 0 0,1 0 0,0 0 0,0 0 0,0 0 0,-1 0 0,1 0 0,0 0 0,0 0 0,-1 0 0,1 0 0,0 0 0,0 0 0,-1 0 0,-2 8 0,2 11 0,4 1 0,1 0 0,0 0 0,1 0 0,1 0 0,1-1 0,13 26 0,67 105 0,-2-32 0,-32-46 0,-44-59-1365,-2-3-5461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4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 24575,'-29'5'0,"-13"1"0,-1 3 0,4-1 0,9 1 0,7-1 0,4 1 0,4-2 0,4 1 0,2 2 0,2 1 0,2-2-8191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4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70 24575,'-13'0'0,"0"1"0,-16 2 0,26-3 0,0 1 0,1-1 0,-1 1 0,0 0 0,0 0 0,1 0 0,-1 0 0,1 0 0,-1 1 0,1-1 0,-1 1 0,1 0 0,0-1 0,0 1 0,0 0 0,-4 4 0,6-5 0,-1 1 0,1-1 0,-1 1 0,1-1 0,0 1 0,-1-1 0,1 1 0,0-1 0,0 1 0,0-1 0,0 1 0,0-1 0,0 1 0,1-1 0,-1 1 0,0-1 0,1 0 0,0 1 0,-1-1 0,1 1 0,-1-1 0,1 0 0,0 0 0,0 1 0,0-1 0,0 0 0,2 2 0,3 3 0,0 0 0,0 0 0,10 7 0,-15-13 0,13 11 0,1-1 0,0-1 0,0 0 0,1-1 0,22 7 0,-29-12 0,0 0 0,0-1 0,0 0 0,0-1 0,1 0 0,-1 0 0,0-1 0,1 0 0,-1-1 0,0 0 0,17-4 0,-24 5 0,1-1 0,-1 0 0,1 0 0,-1 0 0,1 0 0,-1 0 0,0-1 0,0 1 0,0-1 0,0 1 0,0-1 0,0 0 0,0 0 0,0 0 0,-1 0 0,1 0 0,2-4 0,-3 3 0,0 0 0,0-1 0,0 1 0,0-1 0,0 1 0,-1-1 0,1 1 0,-1-1 0,0 0 0,0 1 0,-1-6 0,0 0 0,-1 1 0,0-1 0,-1 1 0,0 0 0,0 0 0,-1 0 0,0 0 0,0 1 0,-10-13 0,8 13-68,0 1 0,-1 0-1,0 0 1,0 1 0,0 0 0,-1 0-1,0 1 1,0 0 0,0 0 0,0 1-1,0 0 1,-1 0 0,1 1 0,-1 0-1,0 1 1,0 0 0,0 0-1,0 1 1,-17 1 0,7 2-6758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6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0 505 24575,'90'-5'0,"-77"4"0,-1-2 0,0 1 0,0-2 0,-1 1 0,23-11 0,-30 11 0,1 2 0,-1-1 0,-1 0 0,1 0 0,0-1 0,0 1 0,-1-1 0,1 1 0,-1-1 0,0-1 0,4-4 0,-7 8 0,0 0 0,0-1 0,0 1 0,0 0 0,0-1 0,-1 1 0,1 0 0,0-1 0,0 1 0,0 0 0,-1-1 0,1 1 0,0 0 0,0 0 0,-1-1 0,1 1 0,0 0 0,0 0 0,-1 0 0,1-1 0,0 1 0,-1 0 0,1 0 0,0 0 0,-1 0 0,1 0 0,-1 0 0,-14-6 0,10 5 0,-3-3 0,0 0 0,0 0 0,0-1 0,0 0 0,1 0 0,0-1 0,0 0 0,1 0 0,-1 0 0,1-1 0,-10-15 0,5 4 0,0-1 0,1 0 0,-13-41 0,20 52 0,0 0 0,1 0 0,1-1 0,-1 1 0,1-1 0,1 1 0,0-1 0,0 1 0,0-1 0,1 1 0,1-1 0,3-14 0,-3 17 0,0 1 0,0-1 0,1 1 0,0 0 0,0 0 0,0 0 0,0 1 0,1-1 0,0 1 0,0-1 0,0 1 0,0 1 0,1-1 0,0 0 0,-1 1 0,1 0 0,0 0 0,1 1 0,8-4 0,-1 2 0,1 0 0,0 1 0,0 0 0,0 1 0,0 1 0,26 0 0,-31 2 0,1 0 0,-1 0 0,0 1 0,1 0 0,-1 0 0,0 1 0,0 1 0,0-1 0,-1 2 0,1-1 0,8 7 0,-14-9 0,1 1 0,-1 0 0,1 0 0,-1 0 0,0 1 0,-1-1 0,1 1 0,0 0 0,-1 0 0,0-1 0,0 1 0,0 1 0,0-1 0,-1 0 0,0 0 0,0 1 0,0-1 0,0 1 0,-1-1 0,1 0 0,-1 1 0,0 4 0,-2 8 0,-1-1 0,-1 0 0,0 1 0,-10 23 0,7-18 0,6-19 0,0 0 0,0 1 0,0-1 0,0 0 0,1 0 0,-1 1 0,1-1 0,0 0 0,0 1 0,0-1 0,1 0 0,-1 1 0,2 2 0,-1-4 0,0 1 0,0-1 0,0 0 0,1 0 0,-1 0 0,1 0 0,-1 0 0,1 0 0,0-1 0,0 1 0,0 0 0,0-1 0,0 0 0,0 1 0,0-1 0,0 0 0,0 0 0,3 1 0,8 3 0,1-1 0,-1 0 0,1-1 0,-1-1 0,20 2 0,-25-4 0,-1 0 0,0 0 0,1 0 0,-1-1 0,0 0 0,1 0 0,-1-1 0,0 0 0,0 0 0,0-1 0,12-6 0,-18 8-136,1 0-1,-1 0 1,1-1-1,-1 1 1,1-1-1,-1 1 1,0-1-1,0 1 0,2-3 1,1-5-6690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6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39 24575,'-5'-4'0,"2"0"0,-1 1 0,0-1 0,0 1 0,0 0 0,-1 0 0,1 1 0,-1-1 0,1 1 0,-1 0 0,0 0 0,0 1 0,-5-2 0,9 3 0,0 0 0,0 0 0,1 0 0,-1 0 0,0 1 0,0-1 0,0 0 0,0 0 0,0 1 0,1-1 0,-1 0 0,0 1 0,0-1 0,1 1 0,-1-1 0,0 1 0,0-1 0,1 1 0,-1-1 0,1 1 0,-1 0 0,0-1 0,1 1 0,-1 0 0,1-1 0,0 1 0,-1 0 0,1 0 0,0 0 0,-1-1 0,1 1 0,0 0 0,0 0 0,-1 0 0,1 0 0,0 0 0,0 0 0,0-1 0,0 1 0,1 0 0,-1 0 0,0 1 0,1 3 0,-1 0 0,1-1 0,0 1 0,1 0 0,-1-1 0,3 7 0,0-4 0,1 0 0,-1 0 0,1-1 0,1 0 0,-1 0 0,13 11 0,42 28 0,-55-41 0,26 15 0,-19-12 0,0 1 0,13 11 0,-24-19 0,-1 1 0,1-1 0,-1 1 0,1-1 0,-1 1 0,1-1 0,-1 1 0,1 0 0,-1-1 0,1 1 0,-1-1 0,0 1 0,1 0 0,-1 0 0,0-1 0,0 1 0,1 0 0,-1-1 0,0 1 0,0 0 0,0 0 0,0-1 0,0 1 0,0 0 0,0 1 0,-1-1 0,0 0 0,1 0 0,-1 0 0,0 0 0,1 0 0,-1 0 0,0 0 0,0 0 0,0 0 0,0-1 0,0 1 0,0 0 0,0 0 0,-1 0 0,-7 3 0,1 0 0,-1-1 0,-13 3 0,14-4 0,-181 48-287,147-39-791,23-7-5748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7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 1 24575,'0'0'0,"0"0"0,0 0 0,0 0 0,0 0 0,0 0 0,0 0 0,0 0 0,0 0 0,0 0 0,-1 0 0,1 0 0,0 0 0,0 0 0,0 0 0,0 0 0,0 0 0,0 0 0,0 0 0,0 0 0,0 0 0,0 0 0,0 1 0,0-1 0,0 0 0,0 0 0,0 0 0,0 0 0,0 0 0,0 0 0,0 0 0,0 0 0,0 0 0,0 0 0,0 0 0,0 0 0,0 0 0,0 0 0,0 0 0,0 0 0,0 1 0,0-1 0,0 0 0,0 0 0,0 0 0,0 0 0,0 0 0,0 0 0,0 0 0,0 0 0,0 0 0,1 0 0,-1 0 0,0 0 0,0 0 0,0 0 0,0 0 0,0 0 0,0 0 0,0 0 0,0 0 0,0 0 0,0 0 0,0 0 0,0 0 0,0 0 0,0 0 0,0 0 0,1 0 0,-8 6 0,-9 4 0,-20 5 0,-1-1 0,0-3 0,-50 10 0,-21 6 0,38-6 0,-7 1 0,-97 42 0,143-54 31,25-8-230,1-1-1,-1 1 1,0 1-1,0-1 1,1 1-1,-8 5 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2:58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 24575,'3'-5'0,"1"0"0,0 0 0,0 1 0,0-1 0,0 1 0,1 0 0,0 0 0,7-4 0,11-10 0,-19 15 0,-1 0 0,1 1 0,-1-1 0,1 1 0,0 0 0,0 0 0,0 0 0,0 1 0,0-1 0,7-1 0,-3 2 0,0 0 0,0 1 0,0 0 0,0 0 0,8 1 0,-13 0 0,-1-1 0,1 0 0,-1 1 0,0 0 0,1 0 0,-1 0 0,1 0 0,-1 0 0,0 0 0,0 0 0,0 1 0,0-1 0,0 1 0,3 2 0,-2 0 0,0-1 0,-1 1 0,0-1 0,1 1 0,-1 0 0,0 0 0,2 8 0,0 3 0,-1 0 0,0 1 0,1 26 0,-4-40 0,0 8 0,1-1 0,-2 1 0,1 0 0,-2-1 0,1 1 0,-1-1 0,0 1 0,-1-1 0,0 0 0,-1 0 0,0 0 0,0-1 0,-1 1 0,-11 14 0,13-19 0,1-1 0,0 1 0,0-1 0,0 1 0,-2 7 0,4-10 0,-1-1 0,1 0 0,0 1 0,0-1 0,0 1 0,0-1 0,0 1 0,0-1 0,0 1 0,0-1 0,0 1 0,0-1 0,0 1 0,1-1 0,-1 1 0,0-1 0,0 0 0,0 1 0,1-1 0,-1 1 0,0-1 0,0 0 0,1 1 0,0 0 0,0-1 0,0 1 0,-1-1 0,1 0 0,0 1 0,0-1 0,0 0 0,0 0 0,0 0 0,0 0 0,0 0 0,0 0 0,0 0 0,0 0 0,0 0 0,1-1 0,16-2 0,26-10 0,-28 8 0,1 0 0,19-2 0,14 3-68,75 3 0,-74 2-1161,-35-1-5597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0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19 24575,'-4'-5'0,"4"4"0,-1 0 0,1 0 0,-1 1 0,1-1 0,-1 0 0,1 0 0,-1 1 0,0-1 0,1 0 0,-1 0 0,0 1 0,1-1 0,-1 1 0,0-1 0,0 1 0,0-1 0,0 1 0,0 0 0,1-1 0,-2 1 0,2 1 0,0 1 0,1 0 0,-1-1 0,1 1 0,-1 0 0,1-1 0,0 1 0,-1-1 0,2 2 0,-1-2 0,170 332 0,-156-306 0,2-1 0,0-1 0,2 0 0,0-1 0,25 22 0,-38-40 0,0-1 0,0 0 0,1-1 0,13 8 0,-17-11 0,0 1 0,0-1 0,0 0 0,0 0 0,0 0 0,0 0 0,0 0 0,0-1 0,0 1 0,1-1 0,-1 0 0,0 0 0,0 0 0,6-2 0,-7 2 0,0-1 0,0 0 0,0 0 0,-1-1 0,1 1 0,-1 0 0,1-1 0,-1 1 0,1 0 0,-1-1 0,0 0 0,1 1 0,-1-1 0,0 0 0,0 0 0,0 1 0,-1-1 0,1 0 0,0 0 0,-1 0 0,1 0 0,-1-2 0,2-6 0,0-1 0,-1-20 0,-1 28 0,-1-43 0,-11-72 0,12 105 0,0 13 0,1 0 0,-1-1 0,0 1 0,0 0 0,0 0 0,0 0 0,0 0 0,1 0 0,-1 0 0,0 0 0,0 0 0,0 0 0,0 0 0,0 0 0,1 0 0,-1 0 0,0 0 0,0 0 0,0 0 0,0 0 0,1 0 0,-1 0 0,0 0 0,0 0 0,0 0 0,0 0 0,0 0 0,1 1 0,-1-1 0,0 0 0,0 0 0,0 0 0,0 0 0,0 0 0,0 0 0,1 0 0,-1 1 0,0-1 0,0 0 0,16 21 0,-13-17 0,10 15 0,1-2 0,1 0 0,0 0 0,28 22 0,-33-31 0,0 0 0,1-1 0,0-1 0,0 1 0,0-2 0,1 1 0,0-2 0,0 0 0,20 5 0,-27-8 0,-1-1 0,1 1 0,-1-1 0,1 0 0,-1 0 0,1-1 0,7-1 0,-11 2 0,1-1 0,-1 1 0,1-1 0,-1 1 0,1-1 0,-1 0 0,0 0 0,1 0 0,-1 0 0,0 0 0,0 0 0,0 0 0,1 0 0,-1 0 0,0-1 0,0 1 0,-1 0 0,1-1 0,0 1 0,0 0 0,-1-1 0,1 1 0,-1-1 0,1-2 0,1-10 0,0 0 0,-2 0 0,1 0 0,-2 0 0,0 0 0,-1 0 0,0 1 0,-1-1 0,0 0 0,-9-20 0,0 6 0,0 0 0,-2 1 0,-31-45 0,30 51 0,-21-23 0,30 38 0,-1-1 0,1 1 0,-1 0 0,-1 1 0,1-1 0,-17-7 0,23 12-124,-1 0 0,0 0 0,0 1 0,0-1 0,0 1 0,-1-1-1,1 1 1,0 0 0,0 0 0,-4 0 0,-3 2-6702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1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24575,'10'55'0,"2"-1"0,2-1 0,3 0 0,1-1 0,4-1 0,1-1 0,47 74 0,-65-116 0,1 0 0,-1 0 0,1-1 0,0 0 0,1 0 0,9 7 0,-15-13 0,-1-1 0,1 0 0,0 1 0,-1-1 0,1 1 0,0-1 0,-1 0 0,1 0 0,0 0 0,-1 1 0,1-1 0,0 0 0,-1 0 0,1 0 0,0 0 0,0 0 0,-1 0 0,1 0 0,0 0 0,-1 0 0,1-1 0,0 1 0,-1 0 0,2-1 0,0 0 0,-1 0 0,0 1 0,0-1 0,0-1 0,0 1 0,0 0 0,0 0 0,0 0 0,-1 0 0,1-1 0,1-1 0,1-5 0,-1-1 0,1 1 0,1-12 0,-3 14 0,2-14 0,1-34 0,-2 17 0,-2 36 0,0 0 0,0 0 0,0 0 0,0 0 0,0 0 0,0 0 0,1 0 0,-1 0 0,0 0 0,1 0 0,-1 0 0,0 0 0,1 0 0,0 0 0,-1 1 0,1-1 0,-1 0 0,2-1 0,-1 2 0,-1 0 0,1-1 0,0 1 0,-1 0 0,1 0 0,0 0 0,-1 0 0,1 0 0,0 0 0,-1 0 0,1 0 0,-1 0 0,1 0 0,0 0 0,-1 0 0,1 0 0,0 1 0,-1-1 0,1 0 0,-1 0 0,2 1 0,4 3 0,-1 0 0,0 0 0,0 1 0,7 7 0,-6-6 0,18 16 0,0-1 0,2-2 0,1 0 0,0-1 0,56 25 0,-80-41 14,1 0-1,-1-1 0,1 1 0,0-1 1,-1 0-1,1-1 0,0 1 1,4 0-1,-7-1-57,0 0 1,0 0-1,0-1 0,0 1 1,0 0-1,0 0 0,0-1 1,0 1-1,0-1 0,0 1 1,-1-1-1,1 1 0,0-1 1,0 1-1,0-1 0,0 0 0,-1 1 1,1-1-1,0 0 0,-1 0 1,1 0-1,0 0 0,-1 1 1,1-1-1,-1 0 0,0 0 1,1 0-1,-1 0 0,0 0 1,1 0-1,-1 0 0,0 0 1,0-2-1,2-8-6782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2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24575,'31'38'0,"-4"-4"0,-6-13 0,0 0 0,1-2 0,45 32 0,-63-49 0,0 0 0,1 0 0,-1 0 0,0 0 0,1-1 0,-1 1 0,1-1 0,-1 0 0,5 0 0,-7-1 0,-1 0 0,1 0 0,-1 0 0,1 0 0,-1 0 0,0 0 0,1 0 0,-1-1 0,1 1 0,-1-1 0,0 1 0,1-1 0,-1 1 0,0-1 0,0 0 0,1 0 0,-1 0 0,0 1 0,0-1 0,0 0 0,0 0 0,0-1 0,0 1 0,0 0 0,-1 0 0,1 0 0,0 0 0,-1-1 0,1 1 0,-1 0 0,1-1 0,0-2 0,0-5 0,0 0 0,0 0 0,-1 0 0,0 0 0,-2-13 0,1 12 0,1 0 0,-1 0 0,3-17 0,-2 27 0,0 0 0,0-1 0,0 1 0,0 0 0,0 0 0,0 0 0,0 0 0,0 0 0,0 0 0,0 0 0,0 0 0,0 0 0,0 0 0,0 0 0,0 0 0,0-1 0,0 1 0,0 0 0,0 0 0,0 0 0,0 0 0,0 0 0,1 0 0,-1 0 0,0 0 0,0 0 0,0 0 0,0 0 0,0 0 0,0 0 0,0 0 0,0 0 0,0 0 0,0 0 0,0 0 0,0 0 0,0 0 0,0-1 0,1 1 0,-1 0 0,0 0 0,0 0 0,0 0 0,0 0 0,0 0 0,0 1 0,0-1 0,0 0 0,0 0 0,0 0 0,0 0 0,0 0 0,1 0 0,-1 0 0,0 0 0,4 5 0,4 8 0,41 90 0,-5 3 0,45 156 0,-86-250 0,3 9 0,3 25 0,-8-41 0,0 1 0,-1 0 0,0-1 0,0 1 0,0-1 0,-1 1 0,0 0 0,0-1 0,-3 10 0,3-13 0,0 0 0,0 0 0,0-1 0,0 1 0,0 0 0,0 0 0,0-1 0,-1 1 0,1-1 0,-1 1 0,1-1 0,-1 0 0,1 1 0,-1-1 0,0 0 0,0 0 0,0 0 0,0 0 0,-1 0 0,-1 0 0,0 0 0,1-1 0,-1 1 0,1-1 0,-1 0 0,0 0 0,1-1 0,-1 1 0,0-1 0,-3 0 0,-4-3 0,0 1 0,1-1 0,0-1 0,0 0 0,0-1 0,-9-6 0,8 3 11,0 0 0,1-1 0,0 0 0,0 0 0,2-1 0,-1-1-1,1 0 1,1 0 0,0 0 0,-8-20 0,8 13-223,0-1 0,1 1 0,1-2-1,0 1 1,2-1 0,-1-30 0,3 37-6614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2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304 413 24575,'-18'3'0,"-103"21"0,95-17 0,0 1 0,-37 16 0,59-22 0,-1 0 0,1 1 0,-1-1 0,1 1 0,0 0 0,0 0 0,0 1 0,-5 5 0,9-8 0,-1 0 0,0 0 0,0 0 0,1 1 0,-1-1 0,1 0 0,-1 0 0,1 1 0,0-1 0,-1 0 0,1 0 0,0 1 0,0-1 0,0 0 0,0 1 0,0-1 0,0 0 0,0 1 0,0-1 0,1 0 0,-1 1 0,0-1 0,1 0 0,-1 0 0,1 1 0,-1-1 0,1 0 0,0 0 0,0 0 0,-1 0 0,1 0 0,0 0 0,0 0 0,0 0 0,0 0 0,2 1 0,3 3 0,0-1 0,1 1 0,-1-1 0,1-1 0,0 1 0,0-1 0,1 0 0,10 2 0,-6-2 0,0 0 0,-1-1 0,1-1 0,23 0 0,-27-1 0,0-1 0,1 0 0,-1-1 0,-1 0 0,1 0 0,0-1 0,0 0 0,-1 0 0,0-1 0,1 0 0,-1 0 0,-1-1 0,1 0 0,-1 0 0,0 0 0,0-1 0,0 0 0,5-7 0,-6 6 0,1-1 0,-2 0 0,1 0 0,-1 0 0,0 0 0,-1-1 0,0 0 0,0 1 0,-1-1 0,0 0 0,-1 0 0,0-1 0,0 1 0,-1 0 0,-1-17 0,-3 7 0,0 0 0,-1 1 0,-1-1 0,0 1 0,-2 0 0,0 1 0,-21-33 0,-5 1 0,-49-55 0,74 93 0,7 8 0,1 0 0,-1 1 0,0-1 0,-1 1 0,1-1 0,0 1 0,-1 0 0,1 0 0,-1 0 0,0 0 0,-4-2 0,6 4 0,1 0 0,0 0 0,-1 0 0,1 0 0,-1 0 0,1 1 0,-1-1 0,1 0 0,-1 0 0,1 1 0,-1-1 0,1 0 0,0 0 0,-1 1 0,1-1 0,0 1 0,-1-1 0,1 0 0,0 1 0,-1-1 0,1 1 0,0-1 0,0 0 0,-1 1 0,1-1 0,0 1 0,0-1 0,0 1 0,0-1 0,0 1 0,0-1 0,0 1 0,0-1 0,0 1 0,0 0 0,-1 21 0,1-22 0,1 31 0,2-1 0,1 1 0,11 36 0,-1-15 0,22 50 0,-22-69 0,2 0 0,1-1 0,39 55 0,-52-81-170,1 0-1,0-1 0,0 0 1,1 0-1,0 0 0,-1 0 1,11 5-1,-7-6-6655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3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61 24575,'2'0'0,"10"1"0,0 1 0,18 5 0,-28-6 0,0-1 0,1 1 0,-1 0 0,0 0 0,0 0 0,0 0 0,0 0 0,0 0 0,0 0 0,0 1 0,-1-1 0,1 1 0,0 0 0,-1-1 0,1 1 0,-1 0 0,1 0 0,-1 0 0,0 0 0,1 3 0,-1-4 0,-1 1 0,0 0 0,0 0 0,0 0 0,0 0 0,0 0 0,-1 0 0,1 0 0,0 0 0,-1 0 0,1-1 0,-1 1 0,0 0 0,0 0 0,0-1 0,0 1 0,0 0 0,-2 2 0,-3 4 0,-1-1 0,-10 9 0,12-10 0,-51 42 0,50-43 0,-1-1 0,1 0 0,-1 0 0,1-1 0,-1 1 0,0-2 0,-13 5 0,18-7 0,-1 0 0,1 0 0,-1 0 0,1 0 0,-1 0 0,1 0 0,0-1 0,-1 1 0,1-1 0,-1 0 0,1 0 0,0 1 0,0-1 0,-1-1 0,1 1 0,0 0 0,0-1 0,0 1 0,0-1 0,0 1 0,1-1 0,-1 0 0,0 0 0,1 0 0,0 0 0,-1 0 0,1 0 0,-2-3 0,-1-4 0,0-1 0,0 1 0,1-1 0,0 1 0,-3-17 0,4 17 0,0-1 0,0-1 0,1 0 0,0 1 0,0-1 0,2-15 0,0 23 0,-1 1 0,1-1 0,0 0 0,0 0 0,0 1 0,0-1 0,0 0 0,0 1 0,1-1 0,-1 1 0,1 0 0,0-1 0,0 1 0,0 0 0,0 0 0,0 0 0,0 0 0,0 1 0,1-1 0,-1 0 0,1 1 0,-1 0 0,1-1 0,-1 1 0,5-1 0,0 0-114,0 1 1,0 0-1,0 0 0,0 0 0,0 1 1,0 0-1,0 0 0,0 0 0,0 1 1,0 0-1,10 4 0,-6-2-6712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4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24575,'0'16'0,"1"0"0,0 0 0,1-1 0,1 1 0,0 0 0,11 28 0,-10-36 0,0 1 0,0-1 0,1 0 0,0 0 0,0-1 0,1 1 0,0-1 0,0-1 0,1 1 0,0-1 0,0 0 0,1 0 0,8 4 0,-9-6 0,0 0 0,0 0 0,0-1 0,1 0 0,0 0 0,-1-1 0,1 0 0,0 0 0,10 1 0,-15-3 0,1 0 0,-1-1 0,1 1 0,-1 0 0,0-1 0,1 0 0,-1 0 0,0 0 0,1 0 0,-1-1 0,0 1 0,0-1 0,0 1 0,0-1 0,0 0 0,-1-1 0,1 1 0,-1 0 0,1-1 0,-1 1 0,0-1 0,0 0 0,4-5 0,-4 2 0,1 1 0,-1-1 0,0 0 0,0 0 0,0 0 0,-1 0 0,1-8 0,3-14 0,-5 28 0,0-1 0,0 1 0,1 0 0,-1-1 0,0 1 0,0 0 0,0-1 0,0 1 0,0-1 0,0 1 0,1 0 0,-1-1 0,0 1 0,0 0 0,0 0 0,1-1 0,-1 1 0,0 0 0,0-1 0,1 1 0,-1 0 0,0 0 0,1-1 0,-1 1 0,0 0 0,1 0 0,-1 0 0,0 0 0,1 0 0,-1-1 0,0 1 0,1 0 0,-1 0 0,1 0 0,-1 0 0,0 0 0,1 0 0,-1 0 0,0 0 0,1 0 0,-1 0 0,1 1 0,-1-1 0,0 0 0,1 0 0,-1 0 0,0 0 0,1 0 0,0 1 0,17 15 0,-11-9 0,-1-3 0,-1 0 0,1 0 0,0-1 0,0 0 0,0 0 0,0 0 0,0-1 0,1 0 0,-1 0 0,1-1 0,-1 0 0,1 0 0,9 0 0,-12-1 0,0 0 0,0 0 0,0-1 0,0 0 0,-1 0 0,1 0 0,0 0 0,0 0 0,-1-1 0,1 0 0,-1 1 0,1-1 0,-1-1 0,0 1 0,0 0 0,0-1 0,0 0 0,0 1 0,-1-1 0,1 0 0,-1-1 0,0 1 0,0 0 0,2-5 0,-2 5 6,-1 0-1,1-1 1,-1 1-1,0-1 0,0 1 1,0-1-1,0 1 1,-1-1-1,0 0 1,0 1-1,0-1 1,0 0-1,0 1 0,-1-1 1,1 0-1,-1 1 1,0-1-1,0 1 1,0-1-1,-1 1 1,-1-4-1,-1 0-154,-1 1 1,1 0-1,-1 0 1,0 1-1,-1-1 1,1 1-1,-1 0 1,0 0-1,-7-3 1,-1-2-6678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4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90 259 24575,'14'-31'0,"10"-34"0,-20 53 0,-1 0 0,-1 0 0,0-1 0,0 1 0,-1 0 0,-1-16 0,0 25 0,-1 0 0,1 0 0,-1 1 0,1-1 0,-1 0 0,0 1 0,0-1 0,0 0 0,0 1 0,-1-1 0,1 1 0,-1 0 0,0 0 0,1-1 0,-1 1 0,0 0 0,0 0 0,0 0 0,-1 1 0,1-1 0,0 0 0,-1 1 0,1 0 0,-1-1 0,1 1 0,-1 0 0,1 0 0,-1 1 0,0-1 0,0 1 0,1-1 0,-1 1 0,0 0 0,0 0 0,0 0 0,1 0 0,-1 0 0,0 1 0,0-1 0,0 1 0,1 0 0,-1 0 0,0 0 0,1 0 0,-1 0 0,1 0 0,0 1 0,-1 0 0,1-1 0,0 1 0,-2 2 0,0-1 0,1 1 0,1-1 0,-1 1 0,0-1 0,1 1 0,0 0 0,0 0 0,0 0 0,0 0 0,1 1 0,-1-1 0,1 0 0,0 1 0,0-1 0,1 1 0,-1-1 0,1 1 0,0-1 0,1 1 0,-1-1 0,1 1 0,-1-1 0,4 8 0,-2-5 0,1 1 0,0-1 0,1 0 0,0 0 0,0 0 0,0 0 0,1 0 0,0-1 0,0 0 0,0 0 0,1-1 0,9 8 0,-2-4 0,-1-1 0,1 0 0,0-1 0,1 0 0,0-1 0,0-1 0,0 0 0,1-1 0,-1 0 0,1-1 0,0-1 0,0 0 0,0-1 0,30-3 0,-41 2-65,-1 0 0,1-1 0,0 0 0,0 0 0,-1 0 0,1 0 0,-1 0 0,1-1 0,-1 0 0,0 1 0,0-1 0,1 0 0,-1-1 0,-1 1 0,1-1 0,0 1 0,-1-1 0,1 0 0,-1 0 0,4-6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24575,'14'28'0,"2"0"0,33 43 0,-37-56 0,0-1 0,1 0 0,1-1 0,1-1 0,28 20 0,-37-28 0,1 0 0,0-1 0,-1 0 0,1 0 0,0 0 0,10 1 0,-15-3 0,-1-1 0,1 1 0,0-1 0,0 0 0,0 0 0,0 0 0,-1 0 0,1 0 0,0 0 0,0-1 0,0 1 0,-1 0 0,1-1 0,0 0 0,-1 1 0,1-1 0,0 0 0,-1 0 0,1 0 0,-1 0 0,1 0 0,-1 0 0,1 0 0,-1-1 0,0 1 0,0 0 0,0-1 0,1 1 0,-1-1 0,1-2 0,0-1 0,0 0 0,0-1 0,-1 1 0,0 0 0,0-1 0,0 1 0,0-1 0,-1 0 0,0 1 0,0-1 0,-1 1 0,0-1 0,1 1 0,-2-1 0,-2-8 0,-3-5 0,-1 0 0,-20-33 0,20 37 0,7 15 0,1-1 0,-1 0 0,1 0 0,-1 0 0,1 0 0,-1 0 0,1 0 0,0 0 0,-1 0 0,1 0 0,0 0 0,0 0 0,0-1 0,0 2 0,0 0 0,0 0 0,1 0 0,-1 0 0,0 0 0,0 0 0,0 0 0,1-1 0,-1 1 0,0 0 0,0 0 0,0 0 0,1 0 0,-1 0 0,0 0 0,0 0 0,1 0 0,-1 0 0,0 0 0,0 0 0,0 0 0,1 1 0,-1-1 0,0 0 0,0 0 0,1 0 0,-1 0 0,0 0 0,0 0 0,0 0 0,0 1 0,1-1 0,22 17 0,-22-17 0,52 43 0,2-3 0,2-3 0,72 36 0,-122-69 9,0-1 1,0 0-1,1-1 0,-1 0 0,1 0 1,-1 0-1,1-1 0,-1 0 0,1-1 0,0 0 1,0 0-1,8-1 0,-10-1-102,0 1 0,0-1 1,0 0-1,0 0 0,-1-1 0,1 1 0,-1-1 0,1-1 1,-1 1-1,0-1 0,0 0 0,0 0 0,-1 0 1,0-1-1,5-5 0,0-2-6733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5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46 24575,'-5'-3'0,"-34"-18"0,36 19 0,0 1 0,1 0 0,-1 0 0,0 1 0,0-1 0,0 0 0,0 1 0,0 0 0,0 0 0,0 0 0,0 0 0,-3 0 0,5 1 0,0-1 0,0 0 0,0 1 0,0-1 0,0 0 0,0 1 0,0-1 0,0 1 0,0 0 0,1-1 0,-1 1 0,0 0 0,0-1 0,0 1 0,1 0 0,-1 0 0,0 0 0,1 0 0,-1-1 0,0 3 0,0-1 0,1 0 0,-1 0 0,1 0 0,0 0 0,0 0 0,-1 1 0,1-1 0,0 0 0,1 0 0,-1 2 0,1 2 0,1-1 0,-1 0 0,1 0 0,0 0 0,0 0 0,1 0 0,3 6 0,2-2 0,0 0 0,0-1 0,1 0 0,0 0 0,0-1 0,1 0 0,0-1 0,0 0 0,0-1 0,1 0 0,0 0 0,0-1 0,0 0 0,0-1 0,14 1 0,-23-3 0,1-1 0,-1 0 0,1 0 0,-1 0 0,1 0 0,-1 0 0,1 0 0,-1-1 0,0 1 0,1-1 0,-1 1 0,0-1 0,1 0 0,-1 0 0,0 0 0,0-1 0,0 1 0,0 0 0,0-1 0,2-1 0,-2 1 0,-1 0 0,0 0 0,0 0 0,1 0 0,-1 0 0,0 0 0,-1-1 0,1 1 0,0 0 0,-1 0 0,1-1 0,-1 1 0,0 0 0,0-1 0,0 1 0,0 0 0,0 0 0,0-1 0,0 1 0,-1 0 0,-1-4 0,0-1 7,0 0 0,-1 1 0,0 0 0,0-1 0,0 1 1,-1 0-1,0 1 0,0-1 0,-1 1 0,1-1 0,-1 1 0,0 1 0,-1-1 0,1 1 0,-1 0 0,-7-4 0,2 2-172,0 1 0,0 0 0,-1 1 0,1 0 0,-1 0 0,0 2 0,0-1 0,-17 0 0,7 2-6661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6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24575,'7'30'0,"5"16"0,3 9 0,2 1 0,2 0 0,1-4 0,1-2 0,0-3 0,2-1 0,-1-5 0,0-1 0,0-5 0,-3-4 0,-1-4 0,-1-5 0,-4-4 0,-4-4-8191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6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348 104 24575,'-27'-17'0,"-11"-6"0,-5 1 0,4 4 0,2 6 0,3 4 0,6 4 0,1 5 0,4 2 0,3 3 0,2 1 0,5-1-8191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6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24575,'23'26'0,"39"35"0,-49-51 0,0 0 0,0 0 0,1-1 0,1-1 0,19 9 0,-29-15 0,0 0 0,0-1 0,1 1 0,-1-1 0,0 0 0,1 0 0,-1-1 0,1 1 0,-1-1 0,1-1 0,-1 1 0,0-1 0,1 0 0,9-3 0,-12 3 0,1-1 0,-1 1 0,0-1 0,0 0 0,1 0 0,-1 0 0,-1-1 0,1 1 0,0-1 0,-1 0 0,1 1 0,-1-1 0,0 0 0,0 0 0,0-1 0,0 1 0,0 0 0,-1-1 0,0 1 0,1-1 0,-1 1 0,0-6 0,0 4 0,-1 1 0,1-1 0,-1 1 0,0-1 0,-1-6 0,0 9 0,1 0 0,0 1 0,0-1 0,-1 0 0,1 1 0,-1-1 0,0 1 0,1-1 0,-1 1 0,0-1 0,0 1 0,0-1 0,0 1 0,0 0 0,0-1 0,0 1 0,-2-2 0,2 3 0,1 0 0,0 0 0,0 0 0,0 0 0,0 0 0,-1-1 0,1 1 0,0 0 0,0 0 0,0 0 0,-1 0 0,1 0 0,0 0 0,0 0 0,0 0 0,-1 0 0,1 0 0,0 0 0,0 0 0,-1 0 0,1 0 0,0 0 0,0 0 0,0 0 0,-1 0 0,1 1 0,0-1 0,0 0 0,0 0 0,0 0 0,-1 0 0,1 0 0,0 0 0,0 1 0,-3 7 0,5 11 0,0-12 10,1 0 0,0-1 0,0 1 0,0-1 0,1 1 0,0-1 0,0 0 0,0-1 0,1 1 0,0-1 0,9 8 0,-6-6-196,0-1 1,1 1-1,-1-2 0,1 1 1,1-1-1,-1-1 1,15 5-1,-12-5-6640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7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9 24575,'-2'-1'0,"0"0"0,0 0 0,0 0 0,0 0 0,-1 0 0,1 1 0,0-1 0,0 1 0,-1-1 0,1 1 0,-1 0 0,1 0 0,0 0 0,-1 0 0,1 1 0,0-1 0,-1 0 0,1 1 0,0 0 0,-3 1 0,3-1 0,1 0 0,-1 1 0,0-1 0,0 1 0,1-1 0,-1 1 0,1 0 0,0 0 0,-1-1 0,1 1 0,0 0 0,0 0 0,0 0 0,0 1 0,1-1 0,-1 0 0,0 0 0,1 0 0,0 0 0,-1 1 0,1 1 0,0 3 0,0-1 0,0 1 0,0-1 0,1 0 0,0 1 0,0-1 0,0 0 0,1 1 0,0-1 0,5 10 0,2 0 0,0-1 0,18 21 0,-5-6 0,-19-26 0,-1 0 0,0 0 0,1 0 0,-1 1 0,-1-1 0,1 0 0,-1 1 0,0-1 0,1 6 0,-1-8 0,-1-1 0,0 1 0,0-1 0,0 0 0,0 1 0,0-1 0,-1 0 0,1 1 0,0-1 0,-1 0 0,1 1 0,-1-1 0,1 0 0,-1 1 0,1-1 0,-1 0 0,0 0 0,0 0 0,0 0 0,0 0 0,0 0 0,0 0 0,0 0 0,0 0 0,0 0 0,0 0 0,0-1 0,0 1 0,-1 0 0,1-1 0,0 1 0,0-1 0,-1 0 0,1 1 0,-2-1 0,-5 2 0,0-1 0,0-1 0,0 1 0,0-1 0,0 0 0,0-1 0,0 0 0,0-1 0,0 1 0,0-1 0,0-1 0,-8-3 0,15 6 0,1-1 0,-1 1 0,1 0 0,0 0 0,-1 0 0,1 0 0,-1-1 0,1 1 0,0 0 0,-1 0 0,1-1 0,0 1 0,0 0 0,-1 0 0,1-1 0,0 1 0,0 0 0,-1-1 0,1 1 0,0-1 0,0 1 0,0 0 0,0-1 0,-1 1 0,1-1 0,8-4 0,16 2 0,2 3 0,1 2 0,0 0 0,26 7 0,37 4 0,-89-13 0,39 4 0,0-3 0,78-5 0,-111 2 0,0 1 0,0-1 0,0 0 0,0 0 0,0-1 0,-1 0 0,1 0 0,-1-1 0,0 1 0,0-1 0,0-1 0,-1 1 0,10-10 0,-12 10 0,-1 1 0,1-1 0,0 0 0,-1 1 0,0-1 0,0 0 0,0 0 0,-1-1 0,1 1 0,-1 0 0,0 0 0,0-1 0,0 1 0,-1-1 0,0 1 0,0-1 0,0 1 0,0 0 0,-1-1 0,1 1 0,-1-1 0,0 1 0,-2-5 0,-1-1 0,0 1 0,-1 0 0,0 0 0,-1 0 0,0 0 0,0 1 0,-1 0 0,0 0 0,0 1 0,-1 0 0,1 0 0,-2 1 0,-16-11 0,23 16 0,0 0 0,1 1 0,-1-1 0,0 0 0,0 1 0,0-1 0,1 1 0,-1 0 0,0-1 0,0 1 0,0 0 0,0 0 0,0 0 0,0 0 0,1 1 0,-1-1 0,0 0 0,0 1 0,0-1 0,1 1 0,-4 1 0,3 0 0,0-1 0,0 1 0,0 0 0,0 0 0,1 0 0,-1 0 0,1 0 0,-1 0 0,1 0 0,0 1 0,0-1 0,0 0 0,-2 6 0,1 0 0,0 1 0,0 0 0,1 0 0,1 0 0,-1 1 0,1-1 0,3 18 0,0-16 0,0 0 0,0 0 0,2 0 0,-1-1 0,1 1 0,1-1 0,0 0 0,0-1 0,1 1 0,0-1 0,1-1 0,-1 1 0,2-1 0,-1-1 0,20 14 0,-15-12 0,1-1 0,1 0 0,-1-1 0,1 0 0,1-1 0,-1-1 0,1 0 0,0-1 0,0-1 0,27 2 0,21-5-1365,-49-1-5461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8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68 24575,'-31'-13'0,"-58"-22"0,75 30 0,-1 1 0,0 0 0,-1 1 0,-15-1 0,24 4 0,1 0 0,0 1 0,-1-1 0,1 1 0,0 1 0,-1-1 0,1 1 0,0 0 0,0 1 0,-11 5 0,15-7 0,1 0 0,-1 0 0,0 0 0,1 0 0,-1 0 0,1 1 0,-1-1 0,1 0 0,0 1 0,0-1 0,-1 1 0,1 0 0,0-1 0,0 1 0,0 0 0,1 0 0,-1-1 0,0 1 0,1 0 0,-1 0 0,1 0 0,0 0 0,-1 0 0,1 0 0,0 0 0,0 0 0,0 0 0,1 0 0,-1 0 0,0 0 0,1-1 0,-1 1 0,1 0 0,0 0 0,0 0 0,-1 0 0,1-1 0,2 4 0,2 1 0,0 0 0,0 0 0,0 0 0,0 0 0,1-1 0,0 0 0,0 0 0,8 4 0,59 30 0,-54-30 0,5 4 0,0 1 0,-1 1 0,39 32 0,-60-45 0,-1 0 0,1-1 0,0 1 0,0 0 0,-1 0 0,1 0 0,-1 0 0,1 0 0,-1 0 0,0 0 0,0 0 0,0 1 0,0-1 0,0 0 0,-1 1 0,1-1 0,-1 0 0,1 1 0,-1-1 0,0 5 0,-1-5 0,1 0 0,-1 0 0,0 0 0,1 0 0,-1 0 0,0 0 0,0 0 0,0 0 0,-1-1 0,1 1 0,0 0 0,-1-1 0,1 1 0,-1-1 0,0 1 0,1-1 0,-1 0 0,0 0 0,0 1 0,0-1 0,0-1 0,0 1 0,-4 1 0,-7 3 0,-1-2 0,0 0 0,0 0 0,0-1 0,0-1 0,0 0 0,-21-2 0,3-2 0,1-2 0,-38-11 0,65 15-170,1 0-1,-1 0 0,1 0 1,0 0-1,-1-1 0,1 0 1,-5-3-1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9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24575,'-3'12'0,"0"7"0,3 3 0,0-1 0,4-1 0,1-1 0,2-4 0,2-3 0,2-2 0,-1-4-8191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9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24575,'0'5'0,"0"4"0,0 6 0,0 2 0,0 3 0,0 1 0,0 0 0,0-5-8191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49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24575,'1'3'0,"-1"1"0,1-1 0,0 1 0,0-1 0,0 1 0,0-1 0,0 0 0,1 1 0,0-1 0,0 0 0,0 0 0,0 0 0,4 4 0,4 4 0,21 18 0,-27-25 0,-1-2 0,-1 0 0,1 0 0,0 0 0,-1 0 0,1 0 0,0-1 0,0 0 0,0 1 0,0-1 0,0 0 0,0 0 0,0-1 0,0 1 0,1-1 0,4 1 0,-5-2 0,-1 1 0,0 0 0,0-1 0,0 1 0,1-1 0,-1 0 0,0 0 0,0 0 0,0 0 0,0 0 0,0 0 0,-1-1 0,1 1 0,0-1 0,0 1 0,-1-1 0,1 1 0,-1-1 0,0 0 0,1 0 0,-1 0 0,0 0 0,1-2 0,3-8 0,0 0 0,3-16 0,-5 18 0,0-1 0,0 1 0,10-17 0,-13 26 0,1 0 0,-1 0 0,1 0 0,0 0 0,-1 0 0,1 0 0,0 0 0,0 0 0,0 0 0,0 1 0,0-1 0,0 0 0,0 1 0,0-1 0,0 1 0,0-1 0,0 1 0,0-1 0,1 1 0,-1 0 0,0-1 0,0 1 0,0 0 0,0 0 0,1 0 0,-1 0 0,0 0 0,0 0 0,0 0 0,1 1 0,-1-1 0,0 0 0,0 1 0,0-1 0,0 1 0,2 0 0,4 3 0,-1 0 0,0 0 0,0 1 0,10 8 0,-11-8 0,37 29 0,-25-22 0,20 19 0,-13-9-1365,-14-13-5461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0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42 24575,'-22'-8'0,"-73"-20"0,87 26 0,-1 1 0,0 0 0,0 0 0,0 0 0,0 1 0,-1 1 0,1 0 0,-13 2 0,19-2 0,1 0 0,-1-1 0,0 1 0,1 1 0,-1-1 0,1 0 0,-1 0 0,1 1 0,-1 0 0,1-1 0,0 1 0,0 0 0,0 0 0,0 0 0,0 0 0,1 1 0,-1-1 0,0 0 0,1 1 0,0-1 0,0 1 0,0 0 0,0-1 0,0 1 0,0 0 0,0-1 0,1 1 0,0 0 0,-1 0 0,1 5 0,1-1 0,-1-1 0,1 0 0,1 0 0,-1 0 0,1 0 0,0 0 0,0 0 0,1 0 0,-1 0 0,1-1 0,1 1 0,6 8 0,1-3 0,-1 0 0,2-1 0,-1 0 0,1-1 0,1-1 0,0 0 0,0 0 0,0-2 0,1 1 0,0-2 0,0 0 0,22 5 0,1-2 0,1-2 0,0-2 0,66 0 0,-92-4-341,-1-1 0,1 0-1,13-4 1,-11 2-6485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1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20 24575,'-15'-20'0,"14"28"0,3 5 0,66 222 0,-58-198 0,-1 1 0,5 56 0,-14-91 0,1-1 0,-1 0 0,1 0 0,-1 0 0,1 0 0,-1 0 0,1 0 0,0 0 0,0 0 0,0 0 0,0-1 0,1 1 0,-1 0 0,0-1 0,1 1 0,-1 0 0,1-1 0,-1 0 0,1 1 0,0-1 0,0 0 0,2 1 0,3 1 0,0-1 0,0 0 0,0 0 0,0-1 0,9 1 0,1 0-170,-1-1-1,0-1 0,0-1 1,1-1-1,-1 0 0,0-1 1,25-8-1,-28 7-6655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1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0 24575,'-27'0'0,"-12"3"0,-1 0 0,4 0 0,5 2 0,6 0 0,6-1-8191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1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 16 24575,'-29'0'0,"-15"-3"0,-7 0 0,0 0 0,3 0 0,6 1 0,5 1 0,4 1 0,2 0 0,2 0 0,0 0 0,1 0 0,3 0 0,5 0-8191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2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24575,'0'35'0,"2"0"0,6 36 0,-3-50 0,0 1 0,1-1 0,1 0 0,14 28 0,12 26-1365,-28-65-5461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2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88 24575,'-30'-10'0,"-12"-6"0,-3 0 0,3 3 0,3 4 0,7 2 0,4 4 0,1 1 0,3 0 0,0-1 0,1 0 0,-2 2 0,1-1 0,2 2 0,3-1 0,4 1-8191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2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 24575,'-9'11'0,"0"1"0,1 0 0,0 0 0,1 1 0,0 0 0,1 1 0,1-1 0,0 1 0,1 0 0,1 0 0,0 1 0,-2 24 0,4-19 0,1 0 0,1-1 0,1 1 0,1 0 0,0-1 0,1 1 0,2-1 0,13 34 0,-7-27-136,0 0-1,2 0 1,1-1-1,1-1 1,1-1-1,1-1 1,1 0-1,1-1 0,35 28 1,-39-37-6690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24575,'57'54'-336,"88"107"1,-114-121 167,-2 2 0,-1 2 0,37 81 0,-50-91 278,-1 0 0,-2 1 0,-2 0 0,-1 0 0,6 49 0,-14-76-162,-1 0-1,0 0 1,0 0-1,-1 0 1,0 0-1,-1 0 1,0 0-1,0 0 1,0 0-1,-1-1 1,0 1-1,-8 12 1,-3 1-6774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4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24575,'-2'8'0,"-2"6"0,4 5 0,1 0 0,2 0 0,2 0 0,2-2 0,2-1 0,2-1 0,-1 0 0,1-3 0,-2-1 0,0-3 0,-2 1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4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24575,'0'3'0,"0"3"0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5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24575,'-2'1'0,"-1"-1"0,1 1 0,0 0 0,0 0 0,0 0 0,1 0 0,-1 0 0,0 1 0,0-1 0,1 0 0,-1 1 0,1 0 0,-1-1 0,1 1 0,-1 0 0,1-1 0,0 1 0,0 0 0,0 0 0,0 0 0,0 0 0,1 0 0,-1 0 0,0 1 0,1-1 0,0 0 0,-1 0 0,1 0 0,0 1 0,0-1 0,0 0 0,1 0 0,-1 0 0,0 0 0,1 1 0,1 2 0,0 1 0,0 0 0,0 0 0,1-1 0,0 1 0,0-1 0,0 1 0,1-1 0,-1 0 0,1-1 0,0 1 0,1 0 0,4 3 0,-2-3 0,0-1 0,0 1 0,0-2 0,0 1 0,1-1 0,0 0 0,-1 0 0,11 1 0,-15-3 0,-1 0 0,1-1 0,0 0 0,-1 1 0,1-1 0,0 0 0,-1 0 0,1-1 0,0 1 0,-1-1 0,1 1 0,0-1 0,-1 0 0,1 0 0,-1 0 0,1 0 0,-1 0 0,0-1 0,1 1 0,-1-1 0,0 1 0,0-1 0,0 0 0,0 0 0,0 0 0,-1 0 0,1 0 0,1-3 0,-1 0 0,1 0 0,-2-1 0,1 1 0,0-1 0,-1 0 0,0 1 0,0-1 0,-1 0 0,0 0 0,0-6 0,0 4 0,0 0 0,1 0 0,2-14 0,-3 22 0,0 0 0,1-1 0,-1 1 0,0 0 0,0-1 0,0 1 0,0 0 0,0-1 0,0 1 0,1 0 0,-1-1 0,0 1 0,0 0 0,1-1 0,-1 1 0,0 0 0,0 0 0,1-1 0,-1 1 0,0 0 0,1 0 0,-1 0 0,0-1 0,1 1 0,-1 0 0,0 0 0,1 0 0,-1 0 0,0 0 0,1 0 0,-1 0 0,1 0 0,-1 0 0,0 0 0,1 0 0,1 0 0,-1 1 0,1-1 0,-1 1 0,1-1 0,-1 1 0,1 0 0,-1 0 0,0 0 0,2 1 0,23 24 0,18 30-1365,-36-43-5461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5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177 420 24575,'-2'12'0,"1"0"0,0 1 0,1-1 0,1 0 0,0 0 0,0 1 0,5 17 0,1-2 0,2-2 0,13 32 0,-12-42 0,-10-16 0,0 0 0,0 0 0,0 0 0,0 0 0,0 0 0,0 0 0,0 0 0,0 0 0,0 0 0,0 0 0,0 0 0,0-1 0,0 1 0,0 0 0,0 0 0,0 0 0,0 0 0,0 0 0,0 0 0,0 0 0,1 0 0,-1 0 0,0 0 0,0 0 0,0 0 0,0 0 0,0 0 0,0 0 0,0 0 0,0 0 0,0 0 0,0 0 0,0 0 0,0 0 0,0 0 0,0 0 0,0 0 0,0 0 0,0 0 0,0 0 0,0 0 0,0 0 0,1 0 0,-1 0 0,0 0 0,0 0 0,0 0 0,0 0 0,0 0 0,0 0 0,0 0 0,0 0 0,0 0 0,0 0 0,0 0 0,0 0 0,0 0 0,0 0 0,0 0 0,0 0 0,0 1 0,0-1 0,0 0 0,0 0 0,0 0 0,0 0 0,0 0 0,0 0 0,-2-11 0,-11-17 0,0 0 0,-2 0 0,-1 1 0,-24-31 0,-19-33 0,46 68 0,1-1 0,1 0 0,-12-39 0,19 49 0,0 0 0,2-1 0,0 1 0,0-1 0,1 1 0,1-1 0,0 1 0,3-16 0,-2 24 0,1 0 0,0 1 0,0-1 0,0 0 0,0 1 0,1-1 0,0 1 0,0 0 0,0 0 0,1 0 0,0 1 0,0-1 0,0 1 0,0 0 0,1 0 0,0 0 0,0 0 0,0 1 0,0 0 0,0 0 0,0 0 0,1 1 0,0 0 0,-1 0 0,1 0 0,0 1 0,0 0 0,0 0 0,0 0 0,0 1 0,0 0 0,0 0 0,0 0 0,0 1 0,0 0 0,7 2 0,0 1 0,-1 0 0,0 0 0,0 1 0,-1 1 0,0 0 0,0 0 0,0 1 0,0 1 0,-1-1 0,-1 2 0,1-1 0,10 14 0,-17-18 0,-1-1 0,0 1 0,1 0 0,-2-1 0,1 1 0,0 0 0,-1 0 0,1 0 0,-1 0 0,0 0 0,-1 1 0,1-1 0,-1 0 0,0 0 0,0 1 0,0-1 0,0 0 0,-2 7 0,0-6 0,1 0 0,-1 0 0,0 0 0,-1-1 0,1 1 0,-1-1 0,0 1 0,0-1 0,0 0 0,-1 0 0,1-1 0,-1 1 0,0-1 0,-8 6 0,-4 1 24,0-1 0,0-1 0,0 0 0,-34 10 0,19-10-767,-61 9 1,78-15-6084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6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114 248 24575,'0'1'0,"0"1"0,-1-1 0,1 1 0,0-1 0,-1 1 0,1-1 0,-1 0 0,1 1 0,-1-1 0,0 0 0,0 1 0,0-1 0,1 0 0,-1 0 0,0 1 0,0-1 0,-1 0 0,1 0 0,0 0 0,0-1 0,0 1 0,-3 1 0,3-1 0,0 0 0,0-1 0,-1 0 0,1 1 0,0-1 0,0 0 0,0 1 0,0-1 0,-1 0 0,1 0 0,0 0 0,0 0 0,0 0 0,-1 0 0,1 0 0,0-1 0,0 1 0,0 0 0,0-1 0,0 1 0,-1-1 0,1 1 0,0-1 0,0 1 0,0-1 0,0 0 0,0 1 0,0-1 0,0-1 0,-4-4 0,0-1 0,1 0 0,-1 0 0,2-1 0,-1 1 0,1-1 0,0 1 0,-2-9 0,-12-68 0,14 65 0,2 13 0,0 0 0,1 0 0,-1 0 0,1 0 0,0 0 0,1 0 0,1-8 0,-2 12 0,1 0 0,0 0 0,-1 0 0,1 0 0,0 0 0,0 0 0,0 1 0,1-1 0,-1 0 0,0 0 0,1 1 0,-1-1 0,1 1 0,-1-1 0,1 1 0,0 0 0,0 0 0,-1 0 0,1 0 0,0 0 0,0 0 0,0 0 0,3 0 0,-1 0-57,0 0 0,0 0 1,1 1-1,-1-1 0,0 1 0,0 0 0,0 1 0,0-1 0,0 1 0,0-1 0,0 1 1,0 0-1,0 1 0,0-1 0,-1 1 0,1 0 0,0 0 0,-1 0 0,1 0 1,-1 0-1,0 1 0,0 0 0,4 4 0,3 3-6769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6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13 24575,'-9'-1'0,"-63"-10"0,64 10 0,0 1 0,-1 0 0,1 1 0,0-1 0,0 1 0,-14 4 0,20-4 0,0-1 0,0 1 0,0 0 0,0-1 0,0 1 0,1 0 0,-1 0 0,0 0 0,0 1 0,1-1 0,-1 0 0,0 1 0,1-1 0,0 1 0,-1-1 0,1 1 0,0-1 0,0 1 0,0 0 0,0 0 0,0 0 0,0 0 0,0 0 0,0 0 0,1 0 0,-1 0 0,1 0 0,0 0 0,0 0 0,0 0 0,0 0 0,0 0 0,0 0 0,0 0 0,0 0 0,2 3 0,0 2 0,0 0 0,1 0 0,0-1 0,0 1 0,1-1 0,0 0 0,0 0 0,0 0 0,7 6 0,-6-7 0,1 0 0,-1 0 0,1-1 0,-1 0 0,1 0 0,1 0 0,-1-1 0,0 0 0,1 0 0,0-1 0,-1 1 0,1-1 0,8 0 0,-11-1 0,-1-1 0,1 1 0,0-1 0,0 0 0,0-1 0,-1 1 0,1-1 0,0 1 0,0-1 0,-1 0 0,1-1 0,-1 1 0,1 0 0,-1-1 0,1 0 0,-1 0 0,0 0 0,0 0 0,0-1 0,0 1 0,0-1 0,-1 0 0,1 1 0,-1-1 0,4-7 0,-2 2 0,0 1 0,-1-1 0,0-1 0,0 1 0,-1 0 0,0-1 0,-1 1 0,1-12 0,-2 17 0,0 2 0,0 1 0,0 0 0,0-1 0,0 1 0,0-1 0,0 1 0,0-1 0,1 1 0,-1-1 0,0 1 0,0-1 0,0 1 0,0-1 0,1 1 0,-1 0 0,0-1 0,1 1 0,-1 0 0,0-1 0,0 1 0,1 0 0,-1-1 0,1 1 0,0-1 0,-1 1 0,1 0 0,-1 0 0,1 0 0,-1 0 0,1 1 0,-1-1 0,1 0 0,-1 0 0,1 0 0,-1 0 0,1 1 0,-1-1 0,1 0 0,-1 0 0,0 1 0,1-1 0,-1 0 0,1 1 0,19 24 0,-16-20 0,11 15-682,24 22-1,-30-34-6143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6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 24575,'-13'16'0,"1"2"0,0-1 0,1 2 0,1-1 0,-10 26 0,20-41 0,-1-1 0,0 1 0,1 0 0,-1 0 0,1 0 0,0 0 0,0-1 0,0 1 0,0 0 0,1 0 0,-1 0 0,1 0 0,-1 0 0,1-1 0,0 1 0,0 0 0,0-1 0,1 1 0,-1-1 0,1 1 0,-1-1 0,1 1 0,0-1 0,0 0 0,0 0 0,0 0 0,0 0 0,0 0 0,1-1 0,3 3 0,2 1 0,1 0 0,0-1 0,0 0 0,0-1 0,0 0 0,1-1 0,17 3 0,-20-4 10,0-1 0,0 0 0,-1 0 0,1-1 0,0 0 0,0 0 0,0 0 0,-1-1 0,1 0 0,0-1 0,7-3 0,-10 4-84,0 0-1,0 0 1,-1-1 0,1 1 0,-1 0-1,0-1 1,0 0 0,0 0 0,0 0-1,0 0 1,-1-1 0,1 1 0,-1-1-1,0 1 1,0-1 0,0 0 0,0 0-1,-1 0 1,2-5 0,-2-4-6752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7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 24575,'-11'20'0,"1"1"0,1 0 0,0 0 0,2 1 0,0 1 0,-3 24 0,8-33 0,1 0 0,0 0 0,1 0 0,0 0 0,1 0 0,1-1 0,0 1 0,1 0 0,0-1 0,1 1 0,8 17 0,4 2 0,0 0 0,3-2 0,23 33 0,-41-63 9,0 0-1,0 0 1,0 1-1,0-1 1,-1 0 0,1 0-1,0 1 1,-1-1-1,1 0 1,-1 1-1,1-1 1,-1 0-1,0 3 1,0-3-57,0-1 0,0 1 0,-1-1 0,1 1 0,0 0 1,-1-1-1,1 1 0,0-1 0,-1 1 0,1-1 0,-1 1 0,1-1 0,-1 1 0,1-1 0,-1 0 1,1 1-1,-1-1 0,1 0 0,-1 1 0,0-1 0,1 0 0,-1 0 0,0 0 0,1 1 0,-1-1 0,1 0 1,-1 0-1,0 0 0,1 0 0,-2 0 0,-9 1-6778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7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24575,'0'50'0,"2"-1"0,15 83 0,1-51-76,-7-39-246,-2 0-1,-2 1 1,2 69 0,-9-99-6504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8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24575,'328'0'0,"-319"0"0,1-1 0,-1 0 0,0 0 0,0-1 0,10-4 0,-16 5 0,1 0 0,-1 0 0,-1-1 0,1 1 0,0-1 0,0 0 0,0 0 0,2-2 0,-4 3 0,0 0 0,0-1 0,-1 1 0,1 0 0,0 0 0,0 0 0,-1 0 0,1-1 0,-1 1 0,1 0 0,-1-1 0,1 1 0,-1 0 0,0-1 0,0 1 0,1-1 0,-1 1 0,0 0 0,-1-2 0,1 2 0,1 1 0,-1 0 0,0 0 0,0 0 0,0-1 0,0 1 0,0 0 0,0 0 0,0-1 0,0 1 0,0 0 0,-1 0 0,1 0 0,0-1 0,0 1 0,0 0 0,0 0 0,0 0 0,0 0 0,0-1 0,0 1 0,0 0 0,-1 0 0,1 0 0,0 0 0,0-1 0,0 1 0,0 0 0,-1 0 0,1 0 0,0 0 0,0 0 0,0 0 0,0 0 0,-1-1 0,1 1 0,0 0 0,0 0 0,-1 0 0,1 0 0,0 0 0,0 0 0,0 0 0,-1 0 0,1 0 0,0 0 0,0 0 0,0 0 0,-1 0 0,1 1 0,0-1 0,0 0 0,0 0 0,-1 0 0,1 0 0,0 0 0,0 0 0,0 0 0,0 0 0,-1 1 0,1-1 0,0 0 0,0 0 0,0 0 0,0 0 0,0 1 0,-1-1 0,-8 13 0,7-8 0,1-1 0,-1 1 0,1 0 0,0 0 0,0 0 0,1 0 0,0 0 0,0 0 0,0 0 0,0 0 0,1 0 0,0 0 0,0 0 0,0-1 0,1 1 0,3 9 0,3 3 0,2 0 0,22 32 0,-23-35 0,-7-12-115,-2-1 26,1 0-1,-1 0 1,1 0 0,0 0 0,-1-1-1,1 1 1,0 0 0,-1 0-1,1-1 1,0 1 0,0-1 0,0 1-1,0 0 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24575,'-2'0'0,"-1"3"0,0 2 0,0 4 0,-1 3 0,-1 1 0,2-1-8191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9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11 24575,'-14'-4'0,"-1"1"0,-17 0 0,25 2 0,1 1 0,-1 0 0,1 1 0,-1-1 0,1 1 0,-1 1 0,-7 2 0,12-3 0,0 0 0,0 0 0,0 0 0,0 0 0,1 1 0,-1-1 0,0 1 0,1 0 0,-1-1 0,1 1 0,-1 0 0,1 0 0,0 0 0,0 0 0,0 0 0,0 0 0,0 0 0,0 0 0,1 0 0,-1 0 0,1 1 0,-1-1 0,1 0 0,0 0 0,0 1 0,0 2 0,0 8 0,1-1 0,1 1 0,3 16 0,-5-27 0,3 10 0,0-1 0,0 0 0,1 1 0,1-2 0,-1 1 0,2 0 0,0-1 0,0 0 0,1 0 0,0-1 0,12 13 0,-12-15 0,0-1 0,0-1 0,0 1 0,1-1 0,0 0 0,0-1 0,0 0 0,0 0 0,1-1 0,-1 0 0,1-1 0,0 1 0,0-2 0,0 1 0,13-1 0,-3 0 0,1-1 0,0-1 0,0-1 0,31-7 0,-39 5 0,-1 1 0,0-1 0,0-1 0,0 0 0,-1-1 0,0 0 0,0 0 0,0-1 0,9-8 0,-12 8 0,3-1 0,-1 0 0,-1-1 0,0 0 0,8-10 0,-14 15 0,0 1 0,0 0 0,0-1 0,-1 1 0,1-1 0,-1 0 0,0 0 0,0 1 0,0-1 0,-1 0 0,0 0 0,1 0 0,-1 0 0,0 0 0,-1 0 0,-1-7 0,1 5 0,-1 0 0,0 1 0,-1-1 0,1 1 0,-1-1 0,0 1 0,0 0 0,-1 0 0,-6-7 0,4 5 0,0 1 0,-1 0 0,0 1 0,0-1 0,0 1 0,-9-4 0,15 8 0,0 1 0,0-1 0,0 0 0,0 1 0,-1-1 0,1 1 0,0-1 0,-1 1 0,1-1 0,0 1 0,-1 0 0,1 0 0,0 0 0,-1 0 0,1 0 0,0 0 0,-1 0 0,1 0 0,-1 0 0,1 1 0,0-1 0,0 1 0,-1-1 0,1 1 0,0-1 0,0 1 0,-1 0 0,1-1 0,0 1 0,0 0 0,0 0 0,0 0 0,0 0 0,0 0 0,0 0 0,1 0 0,-1 0 0,0 0 0,0 1 0,1-1 0,-1 0 0,1 0 0,-1 1 0,1-1 0,0 0 0,-1 2 0,0 3 0,0-1 0,0 1 0,0 0 0,1-1 0,0 1 0,0 0 0,0-1 0,1 1 0,-1 0 0,3 6 0,0-4 0,0-1 0,0 0 0,1 0 0,-1 0 0,2 0 0,-1-1 0,1 0 0,0 1 0,0-2 0,1 1 0,-1-1 0,1 1 0,9 4 0,-4-3 0,0 0 0,1-1 0,0 0 0,1-1 0,-1-1 0,1 0 0,14 3 0,-14-5-151,0 0-1,-1-1 0,1 0 0,0-1 1,0-1-1,0 0 0,-1 0 1,17-5-1,-17 3-6674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3:59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24575,'0'-5'0,"0"1"0,3 6 0,0 5 0,2 4 0,4 5 0,-1-1-8191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4:00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24575,'34'-23'0,"67"-33"0,-87 50 0,0 1 0,0 0 0,0 0 0,0 2 0,1 0 0,0 0 0,-1 1 0,23 1 0,-30 1 0,0 1 0,0 0 0,0 0 0,0 1 0,-1 0 0,1 0 0,0 1 0,-1 0 0,0 0 0,1 0 0,6 6 0,-10-7 0,-1 0 0,0-1 0,0 1 0,0 0 0,0 0 0,0 0 0,0 1 0,-1-1 0,1 0 0,-1 1 0,1-1 0,-1 1 0,0-1 0,0 1 0,0-1 0,0 1 0,-1 0 0,1 0 0,-1-1 0,1 1 0,-1 0 0,0 0 0,0 0 0,0-1 0,-1 1 0,1 0 0,-1 0 0,1-1 0,-1 1 0,-2 5 0,-1 0 0,-1 1 0,1-1 0,-2 0 0,1 0 0,-1-1 0,-8 9 0,-44 36 0,41-39 0,2 0 0,-1 2 0,-13 17 0,28-31 0,-1 1 0,1-1 0,0 1 0,0 0 0,0-1 0,0 1 0,1 0 0,-1 0 0,0 0 0,1 0 0,-1-1 0,1 1 0,0 0 0,0 0 0,0 0 0,0 0 0,0 0 0,0 0 0,1 3 0,0-2 0,0 0 0,0 0 0,0 0 0,1-1 0,-1 1 0,1 0 0,0-1 0,0 1 0,0-1 0,0 1 0,3 1 0,7 5 0,0 0 0,0-1 0,0 0 0,16 6 0,-23-12 0,42 19-1365,-37-16-5461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4:00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24575,'5'9'0,"2"4"-8191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08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5234 13 24575,'133'0'0,"-228"-1"0,-121 2 0,90 13 0,34-7 0,-16 1 0,-38-1 0,-14 1 0,-378-9 0,391-6 0,11-1 0,-626 8 0,368 1 0,271-9 0,9 1 0,-374 6 0,232 2 0,229 1 0,-29 4 0,-26 1 0,-203-16 0,114-8 0,94 13 0,50 4 0,0-1 0,-30-6 0,38 5 0,1 1 0,-1 1 0,0 0 0,0 2 0,0 0 0,-24 6 0,8-2 0,-32 5 0,4 0 0,-120 5 0,144-17-682,-58-8-1,80 7-6143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1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54 24575,'-1'-6'0,"-1"0"0,0 0 0,0 0 0,-6-10 0,7 15 0,1 0 0,-1 0 0,1 0 0,-1 0 0,0 0 0,1 0 0,-1 0 0,0 1 0,0-1 0,0 0 0,0 1 0,0-1 0,1 1 0,-1-1 0,-2 0 0,2 1 0,1 0 0,-1 0 0,0 0 0,0 0 0,1 0 0,-1 0 0,0 1 0,1-1 0,-1 0 0,0 0 0,1 1 0,-1-1 0,0 0 0,1 1 0,-1-1 0,0 1 0,1-1 0,-1 1 0,1-1 0,-1 1 0,1-1 0,-1 1 0,1-1 0,0 1 0,-1 0 0,0 0 0,-1 5 0,-1-1 0,1 1 0,0 0 0,0 0 0,0 0 0,1 0 0,0 0 0,0 8 0,-2 5 0,-22 110 0,-6 41 0,18-57 0,2 124 0,21 13 0,-9-232 0,18 312 0,-21-284 0,-3 0 0,-10 47 0,6-48 0,3 0 0,-1 54 0,7-90 0,-1 45 0,3 1 0,13 80 0,-8-103 0,0 1 0,-1 1 0,3 62 0,-11 4 0,3 107 0,21-68 0,-16-106 0,4 1-1365,-7-24-5461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24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24575,'0'-2'0,"0"1"0,1-1 0,-1 1 0,0-1 0,0 0 0,1 1 0,-1-1 0,1 1 0,-1-1 0,1 1 0,0-1 0,0 1 0,-1-1 0,1 1 0,0 0 0,0 0 0,0-1 0,3-1 0,-2 1 0,0 1 0,1-1 0,0 1 0,-1-1 0,1 1 0,0 0 0,0 0 0,-1 0 0,6 0 0,3-1 0,0 1 0,0 1 0,0 0 0,16 2 0,-16 0 0,0 0 0,0 1 0,0 1 0,0-1 0,0 2 0,-1 0 0,15 8 0,-5 0 0,-1 0 0,29 27 0,9 21 0,-4-5 0,66 69 0,-104-108 0,9 11 0,28 45 0,-3-3 0,-39-56 0,0 2 0,-2-1 0,12 29 0,-1-1 0,4 2 0,57 126 0,-21-15 0,-37-95 0,6 16 0,42 104 0,-45-114 0,7 13 0,-17-47 0,10 40 0,-22-65 0,3 7 0,0-1 0,1 0 0,0 0 0,1-1 0,18 22 0,-1-7 0,32 30 0,-18-21 0,-31-31 0,0 0 0,0 0 0,1 0 0,0-1 0,17 7 0,9 5 0,-26-12 0,0 0 0,0-1 0,1 0 0,-1-1 0,1 0 0,0 0 0,0-1 0,0-1 0,0 1 0,18-1 0,-3 0 0,31 5 0,-31-3 0,29 1 0,-40-4 0,0-1 0,0 0 0,16-3 0,-25 3 0,0-1 0,0 1 0,0-1 0,0 0 0,0-1 0,0 1 0,-1-1 0,1 0 0,-1 0 0,0-1 0,6-4 0,-2-2 0,1 0 0,-1-1 0,-1 1 0,0-1 0,0-1 0,6-15 0,-5 11 0,1 1 0,13-16 0,-11 16 0,15-29 0,-23 39 0,1-1 0,0 1 0,0 0 0,0 0 0,1 1 0,0-1 0,0 1 0,0 0 0,0 0 0,7-3 0,21-18 0,-32 24-54,0 0-1,1 0 0,-1 0 1,0-1-1,0 1 1,0 0-1,0-1 0,-1 1 1,1-1-1,0 1 1,-1-1-1,1 1 0,-1-1 1,1 1-1,-1-1 0,0 0 1,1 1-1,-1-1 1,0 0-1,0 1 0,0-1 1,-1 0-1,1 1 1,-1-3-1,-1-5-6771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0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 24575,'114'13'0,"78"0"0,145 5 0,-331-18 0,16-1 0,-22 1 0,1 0 0,0 0 0,0 0 0,0 0 0,0 0 0,0 0 0,0-1 0,0 1 0,0 0 0,-1-1 0,1 1 0,0 0 0,0-1 0,0 1 0,-1-1 0,2 0 0,-2 0 0,-1 0 0,1 1 0,0-1 0,-1 1 0,1 0 0,0-1 0,-1 1 0,1-1 0,-1 1 0,1-1 0,-1 1 0,1 0 0,-1-1 0,1 1 0,-1 0 0,1 0 0,-1-1 0,1 1 0,-1 0 0,-1 0 0,-13-6 0,-15-1 0,-1 1 0,-60-4 0,-64 8 0,129 2 0,1 2 0,-1 1 0,1 1 0,0 1 0,-29 11 0,28-8 0,-1-2 0,0 0 0,-38 3 0,-48-10 0,102-1 0,21-1 0,20-3 0,155 1 0,-42 4 0,-130 0-65,269-10-1235,-259 11-5526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4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4 24575,'-1'0'0,"0"-1"0,0 1 0,0-1 0,0 1 0,0 0 0,0-1 0,0 1 0,0 0 0,0 0 0,0-1 0,0 1 0,0 0 0,0 0 0,0 0 0,0 1 0,0-1 0,0 0 0,0 0 0,0 0 0,0 1 0,0-1 0,0 0 0,0 1 0,-1 0 0,1 0 0,-1 1 0,1-1 0,0 0 0,0 1 0,0-1 0,0 1 0,0 0 0,0-1 0,0 1 0,0 0 0,1-1 0,-2 4 0,1 3 0,-1 0 0,1-1 0,0 1 0,1 0 0,0 10 0,1-4 0,2 0 0,-1 0 0,2 0 0,-1 0 0,2 0 0,10 21 0,-11-26 0,1 0 0,0 0 0,1 0 0,0-1 0,0 0 0,1 0 0,0-1 0,0 0 0,0 0 0,11 7 0,-16-12 0,1-1 0,0 1 0,-1-1 0,1 0 0,0 0 0,0 0 0,0 0 0,0 0 0,0-1 0,-1 1 0,1-1 0,0 0 0,0 0 0,0 0 0,0 0 0,0 0 0,0-1 0,0 1 0,0-1 0,0 0 0,0 0 0,0 0 0,0 0 0,-1 0 0,1-1 0,0 1 0,-1-1 0,0 0 0,1 0 0,-1 0 0,0 0 0,0 0 0,0 0 0,0 0 0,0-1 0,0 1 0,-1-1 0,1 0 0,-1 1 0,0-1 0,0 0 0,0 0 0,0 0 0,1-4 0,-2-21 0,-1 24 0,1 0 0,0 0 0,0 1 0,0-1 0,0 0 0,1 0 0,-1 0 0,3-6 0,-3 10 0,1-1 0,-1 1 0,0 0 0,1-1 0,-1 1 0,1 0 0,-1 0 0,0-1 0,1 1 0,-1 0 0,0 0 0,1 0 0,-1 0 0,1-1 0,-1 1 0,1 0 0,-1 0 0,1 0 0,-1 0 0,0 0 0,1 0 0,-1 0 0,1 0 0,-1 0 0,1 1 0,-1-1 0,0 0 0,1 0 0,0 0 0,14 7 0,-13-6 0,3 1 0,18 10 0,2-2 0,-1 0 0,37 8 0,-43-14 0,1-1 0,0-1 0,0 0 0,19-2 0,-31 0 0,0-1 0,1 0 0,-1 0 0,-1 0 0,1-1 0,0 0 0,0 0 0,0-1 0,-1 0 0,0 0 0,1 0 0,-1-1 0,10-8 0,-15 11 0,1 0 0,-1 0 0,0-1 0,0 1 0,0 0 0,0 0 0,0-1 0,0 1 0,0 0 0,0-1 0,-1 1 0,1-1 0,-1 1 0,1-1 0,-1 0 0,1 1 0,-1-1 0,0 1 0,0-1 0,0 0 0,0 1 0,0-1 0,0 0 0,0 1 0,0-1 0,-1 1 0,1-1 0,0 1 0,-1-1 0,0 0 0,1 1 0,-1 0 0,0-1 0,0 1 0,0-1 0,0 1 0,0 0 0,0 0 0,0 0 0,0-1 0,-2 0 0,-4-4 0,0 0 0,-1 1 0,0 0 0,1 0 0,-18-6 0,-2 0-682,-28-8-1,34 14-6143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5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24575,'141'368'0,"-99"-268"0,-41-99 0,-1-1 0,0 1 0,0 0 0,1 0 0,-1-1 0,0 1 0,1 0 0,-1 0 0,1-1 0,-1 1 0,1 0 0,-1-1 0,1 1 0,-1-1 0,1 1 0,0 0 0,-1-1 0,2 1 0,-1-1 0,-1 0 0,0 0 0,1-1 0,-1 1 0,0 0 0,1 0 0,-1-1 0,0 1 0,1 0 0,-1-1 0,0 1 0,0 0 0,1-1 0,-1 1 0,0 0 0,0-1 0,0 1 0,0-1 0,1 1 0,-1 0 0,0-1 0,0 1 0,0-1 0,0 0 0,4-33 0,-5 12 0,-1 0 0,-1 0 0,-6-24 0,0-6 0,8 51 0,1 1 0,0-1 0,0 1 0,0-1 0,0 1 0,0-1 0,0 0 0,-1 1 0,1-1 0,1 1 0,-1-1 0,0 0 0,0 1 0,0-1 0,0 1 0,0-1 0,0 0 0,1 1 0,-1-1 0,0 1 0,0-1 0,1 1 0,-1-1 0,1 1 0,-1-1 0,0 1 0,2-1 0,-2 1 0,1 0 0,0-1 0,0 1 0,0 0 0,0 1 0,-1-1 0,1 0 0,0 0 0,0 0 0,0 0 0,0 1 0,-1-1 0,1 0 0,0 1 0,0-1 0,1 1 0,4 4 0,1-1 0,10 11 0,12 11 0,33 24 0,-49-41 0,1 0 0,0-1 0,1-1 0,-1 0 0,21 6 0,-27-10 0,2 0 0,0 0 0,-1 0 0,1-1 0,0-1 0,15 2 0,-23-3 0,0-1 0,0 1 0,1 0 0,-1 0 0,0-1 0,0 0 0,1 1 0,-1-1 0,0 0 0,0 0 0,0 0 0,0 0 0,0 0 0,0-1 0,0 1 0,-1 0 0,1-1 0,0 0 0,-1 1 0,1-1 0,-1 0 0,1 0 0,-1 0 0,0 0 0,0 0 0,0 0 0,0 0 0,0 0 0,0-4 0,0 2 0,0 0 0,-1-1 0,0 1 0,0-1 0,0 1 0,0 0 0,-1-1 0,0 1 0,1 0 0,-2 0 0,1-1 0,0 1 0,-4-6 0,-4-17 0,9 27 0,0 0 0,0 0 0,-1 0 0,1 0 0,0 0 0,0-1 0,0 1 0,0 0 0,0 0 0,0 0 0,0 0 0,0-1 0,0 1 0,0 0 0,0 0 0,0 0 0,0 0 0,0-1 0,0 1 0,0 0 0,0 0 0,0 0 0,0 0 0,0-1 0,0 1 0,0 0 0,0 0 0,0 0 0,0 0 0,0-1 0,0 1 0,0 0 0,0 0 0,0 0 0,1 0 0,-1 0 0,0-1 0,0 1 0,0 0 0,0 0 0,0 0 0,1 0 0,-1 0 0,0 0 0,8 5 0,8 13 0,11 21 0,-13-18 0,28 33 0,-38-49 0,1-1 0,-1 1 0,1-1 0,0 0 0,1 0 0,-1-1 0,1 1 0,0-1 0,0-1 0,0 1 0,9 2 0,-13-4 0,0-1 0,0 1 0,0-1 0,0 0 0,0 0 0,0 0 0,0 0 0,0 0 0,0 0 0,0-1 0,-1 1 0,1-1 0,0 1 0,0-1 0,0 0 0,-1 0 0,1 1 0,0-1 0,2-2 0,-2 1 0,1-1 0,-1 1 0,0-1 0,0 1 0,0-1 0,0 0 0,-1 0 0,1 0 0,-1 0 0,3-5 0,-2-1 0,1 0 0,-1 0 0,0-1 0,-1 1 0,0-1 0,-1 0 0,-1-10 0,1 12 0,-2 0 0,1 1 0,-1-1 0,-4-13 0,4 41 0,13 40 0,22 70 0,-12-55 0,-19-65 0,40 175 0,-41-181 0,0 0 0,-1 0 0,0 0 0,0-1 0,0 1 0,0 0 0,-1 0 0,1 0 0,-3 5 0,3-8 0,0-1 0,0 1 0,-1 0 0,1-1 0,-1 1 0,1 0 0,0-1 0,-1 1 0,1-1 0,-1 1 0,1-1 0,-1 1 0,0-1 0,1 1 0,-1-1 0,1 0 0,-1 1 0,0-1 0,1 0 0,-2 1 0,0-1 0,1 0 0,-1 0 0,1 0 0,0 0 0,-1 0 0,1 0 0,-1-1 0,1 1 0,0-1 0,-1 1 0,1-1 0,0 1 0,0-1 0,-1 0 0,0 0 0,-6-5-151,1 0-1,1 0 0,-1-1 0,1 0 1,0 0-1,0 0 0,1-1 1,-5-8-1,2 2-6674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6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24575,'-3'7'0,"0"0"0,1-1 0,0 1 0,0 0 0,0 1 0,1-1 0,0 0 0,0 0 0,1 0 0,0 1 0,0-1 0,1 8 0,0-10 0,0-1 0,0 1 0,1-1 0,-1 1 0,1-1 0,0 0 0,0 0 0,0 0 0,0 0 0,1 0 0,0 0 0,0-1 0,0 1 0,0-1 0,0 0 0,1 0 0,-1 0 0,1 0 0,0-1 0,5 4 0,-7-5 0,1 0 0,-1 0 0,0 0 0,0 0 0,0-1 0,1 1 0,-1-1 0,0 1 0,1-1 0,-1 0 0,0 0 0,1 0 0,-1 0 0,1 0 0,-1 0 0,0-1 0,1 1 0,-1-1 0,3-1 0,-3 1 0,1-1 0,0 0 0,-1 0 0,0 0 0,1 0 0,-1 0 0,0 0 0,0-1 0,0 1 0,0-1 0,0 0 0,-1 1 0,3-7 0,0-1 0,0 0 0,-1 0 0,-1 0 0,1-1 0,0-13 0,4-16 0,-7 39 0,0 1 0,0-1 0,0 0 0,0 0 0,0 0 0,0 1 0,1-1 0,-1 0 0,0 0 0,0 1 0,1-1 0,-1 0 0,1 1 0,-1-1 0,1 0 0,-1 1 0,1-1 0,-1 1 0,1-1 0,0 1 0,-1-1 0,1 1 0,0-1 0,-1 1 0,1-1 0,0 1 0,1-1 0,-1 2 0,0-1 0,0 0 0,0 0 0,1 1 0,-1-1 0,0 1 0,0-1 0,0 1 0,0-1 0,0 1 0,0 0 0,0 0 0,0-1 0,0 1 0,0 0 0,0 0 0,1 2 0,14 15 0,1-1 0,1 0 0,0-2 0,26 17 0,-29-23 0,0 0 0,0-1 0,1-1 0,1 0 0,-1-1 0,28 6 0,-40-11-76,-1-1 1,0 1-1,0-1 0,0 0 0,0 0 0,1 0 0,-1-1 0,0 1 1,0-1-1,0 0 0,0 1 0,0-1 0,0-1 0,0 1 1,0 0-1,0-1 0,3-2 0,6-5-6750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6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47 24575,'-6'0'0,"1"0"0,0 1 0,0 0 0,0 0 0,0 0 0,0 0 0,0 1 0,0 0 0,1 0 0,-8 4 0,11-5 0,-1 0 0,1 0 0,0 0 0,0 0 0,0 0 0,0 0 0,0 0 0,0 0 0,0 1 0,0-1 0,0 0 0,1 1 0,-1-1 0,0 0 0,1 1 0,-1 1 0,1-1 0,0-1 0,0 1 0,0 0 0,0 0 0,0-1 0,1 1 0,-1 0 0,0 0 0,1-1 0,0 1 0,-1 0 0,1-1 0,0 1 0,0-1 0,0 1 0,0-1 0,1 2 0,5 5 0,0-1 0,0 0 0,0 0 0,1 0 0,0-1 0,1-1 0,14 8 0,-8-5 0,1-1 0,1 0 0,26 6 0,-29-9 0,-1-1 0,1-1 0,0 0 0,0-1 0,0-1 0,0 0 0,0-1 0,21-3 0,-32 3 0,1 0 0,-1-1 0,0 1 0,0-1 0,0 1 0,0-1 0,0 0 0,0 0 0,-1 0 0,1-1 0,-1 1 0,1-1 0,-1 1 0,0-1 0,0 0 0,3-5 0,-4 5 0,0 1 0,0-1 0,0 0 0,0 1 0,0-1 0,-1 0 0,1 0 0,-1 1 0,1-1 0,-1 0 0,0 0 0,0 0 0,-1 0 0,1 1 0,-1-1 0,1 0 0,-1 0 0,0 1 0,0-1 0,-2-4 0,-2-1 0,-1 0 0,1 1 0,-1-1 0,0 1 0,-1 1 0,0-1 0,0 1 0,0 1 0,-1-1 0,0 1 0,0 0 0,-10-3 0,5 2 0,0 1 0,0 0 0,0 1 0,-1 1 0,0 0 0,1 1 0,-21 0 0,22 2-341,0 0 0,-1 1-1,-17 4 1,14-1-6485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7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97 24575,'-4'-11'0,"-9"-31"0,13 39 0,-1 0 0,1-1 0,-1 1 0,1 0 0,0-1 0,0 1 0,0 0 0,1-1 0,0-5 0,-1 9 0,0-1 0,0 1 0,1 0 0,-1 0 0,0-1 0,0 1 0,0 0 0,0 0 0,0 0 0,0-1 0,0 1 0,0 0 0,1 0 0,-1 0 0,0 0 0,0-1 0,0 1 0,0 0 0,0 0 0,1 0 0,-1 0 0,0 0 0,0 0 0,0-1 0,1 1 0,-1 0 0,0 0 0,0 0 0,0 0 0,1 0 0,-1 0 0,0 0 0,0 0 0,1 0 0,-1 0 0,0 0 0,1 0 0,7 7 0,5 11 0,18 44 0,-3 0 0,25 80 0,-40-104 0,6 18 0,12 61 0,-27-102-1365,0-2-5461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7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1 24575,'-30'0'0,"-14"0"0,-4 0 0,0 0 0,4 0 0,4 2 0,5 1 0,2 3 0,5 0 0,5 1 0,6 0-8191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8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24575,'-1'0'0,"1"0"0,0 0 0,0 0 0,0-1 0,0 1 0,0 0 0,0 0 0,0 0 0,0 0 0,0 0 0,-1-1 0,1 1 0,0 0 0,0 0 0,0 0 0,0 0 0,0 0 0,-1 0 0,1 0 0,0 0 0,0 0 0,0-1 0,0 1 0,-1 0 0,1 0 0,0 0 0,0 0 0,0 0 0,0 0 0,-1 0 0,1 0 0,0 0 0,0 0 0,0 0 0,-1 0 0,1 1 0,0-1 0,0 0 0,0 0 0,0 0 0,0 0 0,-1 0 0,1 0 0,-1 10 0,6 13 0,90 190 0,-48-117 0,-38-76 0,-5-13 0,0-1 0,-1 1 0,0 0 0,0 1 0,-1-1 0,0 0 0,2 14 0,-5-16-1365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8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7 24575,'-29'-3'0,"-16"0"0,-1 2 0,2 2 0,5 0 0,8 1 0,3-1 0,5 2 0,4 1 0,2 0 0,4 1 0,2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9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96 171 24575,'4'11'0,"-1"1"0,0-1 0,0 0 0,-1 1 0,0-1 0,-1 19 0,0-29 0,-1-1 0,0 1 0,0 0 0,0-1 0,0 1 0,0-1 0,0 1 0,-1-1 0,1 1 0,0-1 0,0 1 0,0-1 0,0 1 0,-1-1 0,1 1 0,0-1 0,0 1 0,-1-1 0,1 0 0,0 1 0,-1-1 0,0 1 0,1-1 0,0 0 0,-1 0 0,1 0 0,-1 0 0,1 0 0,0 0 0,-1-1 0,1 1 0,0 0 0,-1 0 0,1 0 0,-1 0 0,1-1 0,0 1 0,0 0 0,-1 0 0,1-1 0,0 1 0,-1 0 0,1-1 0,0 0 0,-16-22 0,15 21 0,-21-41 0,2-1 0,-19-59 0,38 100 0,0-1 0,0 1 0,0 0 0,1-1 0,0 1 0,-1 0 0,1-1 0,0 1 0,1-1 0,0-4 0,-1 7 0,0 0 0,1 0 0,-1 0 0,1 0 0,-1 0 0,1 0 0,-1 0 0,1 0 0,0 0 0,-1 1 0,1-1 0,0 0 0,-1 0 0,1 1 0,0-1 0,0 0 0,0 1 0,0-1 0,0 1 0,0-1 0,0 1 0,0 0 0,0-1 0,0 1 0,0 0 0,0 0 0,0 0 0,0-1 0,0 1 0,0 0 0,0 0 0,0 1 0,0-1 0,0 0 0,0 0 0,0 0 0,1 1 0,1 0-124,1 0 0,-1 0 0,-1 0 0,1 0 0,0 1 0,0-1-1,0 1 1,-1 0 0,1 0 0,2 2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39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84 24575,'-2'1'0,"0"0"0,0-1 0,0 1 0,0 0 0,0 0 0,1 1 0,-1-1 0,0 0 0,0 0 0,1 1 0,-1-1 0,1 1 0,-1 0 0,1-1 0,0 1 0,0 0 0,0 0 0,0 0 0,0 0 0,0 0 0,0 0 0,0 2 0,0-2 0,1 0 0,0 0 0,0 0 0,0 0 0,0 0 0,0 0 0,1 0 0,-1 0 0,1 0 0,-1-1 0,1 1 0,-1 0 0,1 0 0,0 0 0,0-1 0,0 1 0,0 0 0,0-1 0,0 1 0,1-1 0,-1 0 0,1 1 0,-1-1 0,0 0 0,3 2 0,4 2 0,1 0 0,-1-1 0,1 0 0,0-1 0,0 1 0,0-2 0,0 1 0,1-1 0,-1-1 0,1 1 0,-1-2 0,17 0 0,-20 0 0,0-1 0,0 0 0,0 0 0,0 0 0,0-1 0,0 0 0,0 0 0,-1-1 0,7-3 0,-8 4 0,-1-1 0,1 1 0,-1-1 0,0 0 0,0 0 0,0 0 0,0 0 0,-1-1 0,1 1 0,-1-1 0,0 0 0,0 1 0,0-1 0,1-5 0,-2 5 0,0 0 0,0 1 0,-1-1 0,0 0 0,0 0 0,0 0 0,0 0 0,0 1 0,-1-1 0,0 0 0,0 0 0,0 1 0,0-1 0,0 0 0,-1 1 0,0-1 0,-3-4 0,1 1 0,0 1 0,-1 0 0,1 0 0,-1 1 0,-1 0 0,1-1 0,-1 2 0,-6-5 0,12 8 0,0 1 0,0 0 0,0 0 0,0 0 0,-1 0 0,1 0 0,0-1 0,0 1 0,0 0 0,0 0 0,0 0 0,0 0 0,-1 0 0,1 0 0,0 0 0,0 0 0,0 0 0,0-1 0,-1 1 0,1 0 0,0 0 0,0 0 0,0 0 0,-1 0 0,1 0 0,0 0 0,0 0 0,0 0 0,0 0 0,-1 0 0,1 0 0,0 1 0,0-1 0,0 0 0,0 0 0,-1 0 0,1 0 0,0 0 0,0 0 0,2 8 0,9 11 0,-4-10 0,0-1 0,1 1 0,0-2 0,0 1 0,15 9 0,50 29 0,-73-46 0,11 6 0,0 0 0,0-1 0,1 0 0,16 5 0,-26-10 0,1 1 0,-1 0 0,0-1 0,0 0 0,1 1 0,-1-1 0,0 0 0,1 0 0,-1 0 0,0-1 0,1 1 0,-1-1 0,0 1 0,0-1 0,1 0 0,-1 1 0,0-1 0,0 0 0,0 0 0,0-1 0,0 1 0,0 0 0,0-1 0,-1 1 0,1-1 0,0 0 0,-1 1 0,1-1 0,-1 0 0,0 0 0,2-2 0,1-5 0,-1-1 0,0 1 0,0 0 0,-1-1 0,2-10 0,-4 20 0,0-1 0,0 0 0,0 0 0,0 0 0,0 1 0,0-1 0,1 0 0,-1 0 0,0 0 0,1 1 0,-1-1 0,0 0 0,1 0 0,-1 1 0,1-1 0,-1 0 0,1 1 0,0-1 0,-1 0 0,1 1 0,0-1 0,-1 1 0,1-1 0,1 0 0,-1 1 0,0 0 0,0 0 0,1 0 0,-1 0 0,0 0 0,0 0 0,0 0 0,0 0 0,0 1 0,0-1 0,1 0 0,-1 1 0,0-1 0,0 0 0,1 2 0,5 2 0,-1 0 0,1 1 0,10 10 0,-17-15 0,11 10 30,0-1 0,1 0 0,23 13 0,-28-18-195,0-1 0,1 0 0,0 0 0,-1-1 0,1 1 0,0-2 0,0 1 0,11 0 0,-7-2-6661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40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24575,'9'2'0,"0"-1"0,0 1 0,1 1 0,-2-1 0,1 2 0,0-1 0,-1 1 0,1 1 0,-1-1 0,-1 1 0,1 1 0,-1-1 0,1 1 0,-2 1 0,1-1 0,-1 1 0,0 0 0,8 12 0,-8-9 0,-4-6 0,1 0 0,-1 0 0,1 0 0,0-1 0,0 1 0,0-1 0,0 0 0,1 0 0,4 3 0,-8-6 0,0 0 0,0 0 0,1 0 0,-1 0 0,0 0 0,0 0 0,0 0 0,1 0 0,-1 0 0,0 0 0,0 0 0,0 0 0,1 0 0,-1 0 0,0 0 0,0-1 0,0 1 0,1 0 0,-1 0 0,0 0 0,0 0 0,0 0 0,0-1 0,0 1 0,1 0 0,-1 0 0,0 0 0,0-1 0,0 1 0,0 0 0,0 0 0,0 0 0,0-1 0,0 1 0,0 0 0,0 0 0,0 0 0,0-1 0,0 1 0,0 0 0,0 0 0,0 0 0,0-1 0,0 1 0,0 0 0,0 0 0,0 0 0,0-1 0,0 1 0,0 0 0,-1 0 0,1 0 0,0-1 0,-3-13 0,3 14 0,-6-18 0,1 5 0,1 0 0,1 1 0,0-2 0,1 1 0,-1-14 0,3 23 0,0-3 0,0-1 0,0 1 0,0 0 0,1 0 0,2-10 0,-2 15 0,0 1 0,-1-1 0,1 0 0,0 1 0,-1-1 0,1 1 0,0-1 0,0 1 0,0 0 0,1-1 0,-1 1 0,0 0 0,0 0 0,1 0 0,-1 0 0,1 0 0,-1 0 0,1 0 0,-1 0 0,1 0 0,-1 1 0,1-1 0,0 1 0,-1-1 0,1 1 0,0 0 0,0 0 0,1-1 0,7 1 0,-1 1 0,1 0 0,-1 0 0,0 1 0,1 0 0,16 6 0,-11-3 0,-1 1 0,-1 1 0,22 13 0,-30-16-151,1 0-1,-1 0 0,0 1 0,0-1 1,-1 1-1,0 0 0,1 0 1,5 11-1,-5-6-6674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41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71 24575,'-22'-12'0,"-50"-25"0,63 33 0,0 0 0,0 1 0,-1 0 0,1 1 0,-1 0 0,-9 0 0,17 1 0,0 1 0,0 0 0,1 0 0,-1 0 0,0 0 0,0 0 0,0 0 0,1 0 0,-1 1 0,0-1 0,0 1 0,1-1 0,-1 1 0,0 0 0,1 0 0,-1-1 0,1 1 0,-1 0 0,1 1 0,-1-1 0,1 0 0,0 0 0,-1 0 0,1 1 0,0-1 0,0 1 0,0-1 0,0 1 0,0-1 0,0 1 0,1 0 0,-1-1 0,1 1 0,-1 0 0,1 0 0,-1-1 0,1 1 0,0 2 0,0 1 0,0-1 0,0 1 0,1 0 0,-1-1 0,1 1 0,0-1 0,1 1 0,-1-1 0,1 1 0,0-1 0,0 0 0,0 0 0,6 7 0,1 1 0,2-1 0,-1-1 0,1 1 0,1-2 0,0 0 0,19 12 0,-6-8 0,0 0 0,41 14 0,-64-26-52,0 0-1,1 0 1,-1 0-1,0-1 1,1 1-1,-1-1 1,0 0-1,1 1 1,-1-1-1,0 0 1,1 0-1,-1-1 1,0 1-1,1 0 1,-1-1-1,0 1 1,1-1-1,-1 0 1,0 0-1,0 0 0,0 0 1,0 0-1,1 0 1,-2-1-1,5-2 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41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131 435 24575,'-6'0'0,"-9"0"0,0 1 0,-20 2 0,32-2 0,-1 0 0,1-1 0,0 1 0,-1 0 0,1 0 0,0 1 0,0-1 0,0 1 0,0 0 0,0-1 0,1 1 0,-1 0 0,0 1 0,1-1 0,0 0 0,-4 5 0,5-6 0,0 0 0,1 1 0,-1-1 0,0 1 0,1 0 0,-1-1 0,1 1 0,0-1 0,-1 1 0,1 0 0,0-1 0,0 1 0,0-1 0,0 1 0,0 0 0,0-1 0,1 3 0,0 0 0,1-1 0,-1 1 0,1-1 0,-1 0 0,1 0 0,0 1 0,4 3 0,2 2 0,0 0 0,0-1 0,19 13 0,-16-13 0,1 0 0,21 11 0,-31-18 0,1 0 0,-1 1 0,1-1 0,0 0 0,-1 0 0,1-1 0,0 1 0,-1-1 0,1 1 0,0-1 0,0 0 0,-1 0 0,1 0 0,0 0 0,0-1 0,-1 1 0,1-1 0,0 1 0,0-1 0,4-2 0,-5 1 0,0 0 0,0 0 0,0 0 0,-1-1 0,1 1 0,-1 0 0,1-1 0,-1 1 0,0-1 0,0 1 0,0-1 0,0 1 0,0-1 0,-1 0 0,1 0 0,-1 1 0,0-1 0,0 0 0,0 0 0,0-3 0,-1-2 0,1-1 0,-2 0 0,1 1 0,-1 0 0,-4-11 0,4 13 0,0 0 0,-1 0 0,0 1 0,0 0 0,0-1 0,-1 1 0,1 0 0,-1 1 0,0-1 0,-7-5 0,11 10 0,0 0 0,0 0 0,-1 0 0,1 0 0,0 0 0,0 0 0,-1 0 0,1 0 0,0 0 0,0 0 0,-1-1 0,1 1 0,0 0 0,-1 1 0,1-1 0,0 0 0,0 0 0,-1 0 0,1 0 0,0 0 0,0 0 0,-1 0 0,1 0 0,0 0 0,0 0 0,-1 1 0,1-1 0,0 0 0,0 0 0,0 0 0,-1 0 0,1 1 0,0-1 0,0 0 0,0 0 0,0 1 0,-1-1 0,1 0 0,0 0 0,0 1 0,0-1 0,0 0 0,0 0 0,0 1 0,0-1 0,0 0 0,0 0 0,0 1 0,0-1 0,0 0 0,0 1 0,0-1 0,0 0 0,-1 17 0,2-10 0,0-1 0,1 0 0,-1 0 0,1 0 0,1 0 0,-1 0 0,1 0 0,0-1 0,0 1 0,0-1 0,1 0 0,0 0 0,5 5 0,1 0 0,0 0 0,1-1 0,0 0 0,23 13 0,-30-20 0,0 0 0,0 0 0,0 0 0,0 0 0,0-1 0,1 1 0,-1-1 0,0-1 0,7 2 0,-10-2 0,1 0 0,0 0 0,0-1 0,0 1 0,-1 0 0,1-1 0,0 1 0,0-1 0,-1 0 0,1 1 0,0-1 0,-1 0 0,1 0 0,-1 0 0,1 0 0,-1-1 0,1 1 0,-1 0 0,0 0 0,0-1 0,0 1 0,0-1 0,0 1 0,0-1 0,1-2 0,1-1 0,-1 0 0,0-1 0,-1 1 0,1-1 0,-1 1 0,0-1 0,0 0 0,0-10 0,-2-4 0,-4-24 0,1 6 0,-43-357 0,46 388 0,-2-10 0,3 16 0,0 0 0,0 1 0,0-1 0,0 0 0,0 1 0,0-1 0,-1 0 0,1 1 0,0-1 0,0 1 0,-1-1 0,1 0 0,0 1 0,-1-1 0,1 1 0,-1-1 0,1 1 0,0-1 0,-1 1 0,0-1 0,0 1 0,1 1 0,0-1 0,-1 1 0,1-1 0,0 1 0,0-1 0,-1 1 0,1 0 0,0-1 0,0 1 0,0-1 0,0 1 0,0 0 0,0-1 0,0 1 0,0-1 0,0 1 0,0 0 0,0-1 0,1 2 0,1 16 0,-1-15 0,7 36 0,26 74 0,25 36 0,-42-107 0,12 26 0,68 112 0,-89-168-1365,-1-3-5461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42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1 248 24575,'39'3'0,"188"8"0,-214-12 0,1-1 0,-1 0 0,0 0 0,0-2 0,0 1 0,-1-2 0,1 0 0,-1 0 0,0-1 0,-1-1 0,1 0 0,-1 0 0,0-1 0,-1 0 0,0-1 0,0-1 0,-1 1 0,-1-1 0,1-1 0,-1 0 0,-1 0 0,0 0 0,-1-1 0,0 0 0,-1 0 0,5-14 0,-10 24 0,1 0 0,-1 0 0,0 1 0,1-1 0,-1 0 0,0 0 0,0 0 0,0 0 0,0 1 0,0-1 0,-1 0 0,1 0 0,0 0 0,-1 1 0,1-1 0,-1 0 0,-1-2 0,1 3 0,0 0 0,0 0 0,0 0 0,0 0 0,0 0 0,0 1 0,0-1 0,0 0 0,0 1 0,0-1 0,0 1 0,-1 0 0,1-1 0,0 1 0,0 0 0,0-1 0,-1 1 0,1 0 0,0 0 0,0 0 0,-1 0 0,1 0 0,0 0 0,0 1 0,-1-1 0,1 0 0,-1 1 0,-4 1 0,1 0 0,0 0 0,0 0 0,0 1 0,1 0 0,-1 0 0,1 0 0,-1 1 0,1-1 0,0 1 0,0 0 0,1 0 0,-1 0 0,1 1 0,0-1 0,0 1 0,0 0 0,1-1 0,0 2 0,0-1 0,0 0 0,0 0 0,0 7 0,0-6 0,1 1 0,0-1 0,0 1 0,1-1 0,0 0 0,0 1 0,0-1 0,1 1 0,0-1 0,0 1 0,1-1 0,0 0 0,0 0 0,0 0 0,1 0 0,-1 0 0,2 0 0,-1-1 0,6 8 0,1-3 0,0-1 0,0 0 0,1-1 0,0 0 0,1-1 0,-1 0 0,2 0 0,24 8 0,-12-6 0,1-2 0,0-1 0,43 5 0,-46-8-273,0-1 0,0-1 0,0-2 0,42-5 0,-48 2-6553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27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2005 104 24575,'-14'-24'0,"9"14"0,0 0 0,-1 0 0,-12-13 0,16 20 0,0 1 0,0 0 0,-1 0 0,0-1 0,1 2 0,-1-1 0,0 0 0,0 0 0,0 1 0,0 0 0,0-1 0,0 1 0,0 0 0,0 1 0,-1-1 0,-5 0 0,-3 2 0,0 0 0,0 0 0,0 2 0,0-1 0,0 2 0,0-1 0,-17 10 0,-19 4 0,39-14 0,1 0 0,-1 1 0,0 1 0,1-1 0,0 1 0,0 0 0,-9 9 0,-47 50 0,30-28 0,-7 9 0,-39 54 0,71-86 0,-6 6 0,2 1 0,0 1 0,1 1 0,-12 30 0,-34 85 0,43-104 0,1 1 0,2 1 0,-10 44 0,16-52 0,3-17 0,1 0 0,-1 16 0,1-9 0,-5 22 0,1-9 0,-9 31 0,2-6 0,-2 17 0,-24 72 0,34-128 0,1-1 0,0-1 0,-2 0 0,1 0 0,-2 0 0,0-1 0,-13 20 0,12-22 0,1 0 0,0 1 0,1 0 0,-7 16 0,-12 23 0,7-23 0,12-19 0,0 0 0,0 1 0,1-1 0,-6 17 0,6-10 0,-1 1 0,-1-1 0,-1 0 0,-10 16 0,14-25 0,-1 0 0,0-1 0,0 0 0,-1 0 0,0 0 0,0-1 0,-1 0 0,1 0 0,-1 0 0,-14 6 0,12-7 0,-65 27 0,22-12 0,23-9 0,-1 0 0,-46 8 0,44-12 0,20-3 0,0-1 0,-18 1 0,18-2 0,-24 5 0,26-4 0,0 0 0,-1-1 0,-12 0 0,16-2 0,-1 0 0,0 0 0,1-1 0,-1 0 0,-12-5 0,-36-19 0,40 18 0,4 2 0,0-1 0,0 0 0,1-1 0,-1 0 0,2 0 0,-11-11 0,11 9 0,-23-16 0,25 21 0,0-1 0,0 0 0,1 0 0,0 0 0,1-1 0,-11-13 0,12 11-273,-1 1 0,-1-1 0,1 2 0,-9-8 0,6 6-6553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28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655 58 24575,'44'5'0,"109"4"0,-150-9 0,0 0 0,0-1 0,0 1 0,0-1 0,0 0 0,5-2 0,-8 3 0,0 0 0,1 0 0,-1 0 0,0 0 0,0 0 0,1 0 0,-1-1 0,0 1 0,0 0 0,1 0 0,-1 0 0,0-1 0,0 1 0,0 0 0,1 0 0,-1-1 0,0 1 0,0 0 0,0 0 0,0-1 0,0 1 0,1 0 0,-1-1 0,0 1 0,0 0 0,0 0 0,0-1 0,-1 0 0,1 1 0,0-1 0,-1 1 0,1-1 0,-1 0 0,1 1 0,0-1 0,-1 1 0,0 0 0,1-1 0,-1 1 0,1-1 0,-1 1 0,1 0 0,-1-1 0,0 1 0,-1 0 0,-10-5 0,0 0 0,0 2 0,0-1 0,-1 2 0,0 0 0,-13-1 0,-81 3 0,48 2 0,24-2 0,-216 8 0,148-4 0,20-1 0,43 4 0,35-6 0,-1 1 0,0-1 0,1 0 0,-1 0 0,0 0 0,1-1 0,-1 0 0,0 0 0,1-1 0,-1 1 0,0-1 0,-9-3 0,15 4 0,-1 0 0,0-1 0,1 1 0,-1 0 0,0-1 0,1 1 0,-1 0 0,1-1 0,-1 1 0,1-1 0,-1 1 0,1-1 0,-1 1 0,1-1 0,-1 1 0,1-1 0,-1 1 0,1-1 0,0 0 0,-1 0 0,1 0 0,0 1 0,0-1 0,0 1 0,0-1 0,0 1 0,1-1 0,-1 1 0,0-1 0,0 1 0,0-1 0,1 1 0,-1-1 0,0 1 0,1 0 0,-1-1 0,0 1 0,1 0 0,-1-1 0,0 1 0,1 0 0,0-1 0,2-1 0,0 0 0,0 0 0,0 1 0,0 0 0,1-1 0,5 0 0,16-2 0,1 1 0,0 1 0,47 3 0,-25 0 0,314 9 0,-158-4 0,-237-15 0,-87-4 0,-230 6 0,271 14 0,-13 0 0,73-5 0,-24 4 0,-8 1 0,62-7 0,0 1 0,15 4 0,24 2 0,145 6 0,146 5 0,-117-19 0,-368-12 0,55 3 0,-214 4-207,225 6-951,62 0-5668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46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66 24575,'146'-34'0,"-42"11"0,-97 21 0,19-4 0,-25 6 0,-1-1 0,0 1 0,1 0 0,-1 0 0,1 0 0,-1 0 0,1 0 0,-1 0 0,1 0 0,-1 0 0,1 1 0,-1-1 0,0 0 0,1 0 0,-1 0 0,1 0 0,-1 1 0,0-1 0,1 0 0,-1 0 0,1 1 0,-1-1 0,0 0 0,1 1 0,-1-1 0,0 0 0,0 1 0,1-1 0,-1 0 0,0 1 0,0-1 0,1 1 0,-1-1 0,0 0 0,0 1 0,0-1 0,0 1 0,0-1 0,0 1 0,0-1 0,0 1 0,0-1 0,0 1 0,0 0 0,0 0 0,-1 0 0,1 1 0,-1-1 0,1 0 0,-1 1 0,0-1 0,1 0 0,-1 0 0,0 0 0,0 0 0,0 0 0,0 0 0,0 0 0,0 0 0,0 0 0,0 0 0,-1-1 0,1 1 0,-2 1 0,-26 9 0,-4-4 0,-66 7 0,53-9 0,-151 2 0,78-5 0,48 5 0,-19 0 0,87-7 0,1 0 0,0 0 0,1 0 0,-1 0 0,0 0 0,1 0 0,-1 0 0,0 0 0,0 1 0,1-1 0,-1 1 0,1-1 0,-1 1 0,0 0 0,-1 1 0,3-2 0,0 0 0,0 0 0,0 0 0,0 1 0,0-1 0,0 0 0,0 0 0,0 0 0,0 1 0,0-1 0,0 0 0,0 0 0,0 0 0,0 0 0,0 1 0,0-1 0,1 0 0,-1 0 0,0 0 0,0 0 0,0 0 0,0 1 0,0-1 0,0 0 0,1 0 0,-1 0 0,0 0 0,0 0 0,0 0 0,0 0 0,1 1 0,-1-1 0,0 0 0,0 0 0,0 0 0,0 0 0,1 0 0,-1 0 0,0 0 0,0 0 0,0 0 0,1 0 0,-1 0 0,0 0 0,11 2 0,31 4 0,-17-2 0,29 2 0,387-5 0,-221-2 0,-204 0 0,0 2 0,0 0 0,0 1 0,16 3 0,-32-5 0,0 0 0,0 0 0,0 1 0,0-1 0,0 0 0,0 0 0,0 0 0,0 0 0,0 0 0,0 0 0,0 0 0,0 0 0,0 0 0,0 0 0,0 0 0,0 0 0,0 0 0,0 0 0,0 1 0,0-1 0,0 0 0,0 0 0,0 0 0,0 0 0,0 0 0,0 0 0,0 0 0,0 0 0,0 0 0,0 0 0,0 0 0,0 0 0,0 0 0,0 0 0,0 0 0,0 0 0,0 1 0,0-1 0,0 0 0,1 0 0,-1 0 0,0 0 0,0 0 0,0 0 0,0 0 0,0 0 0,0 0 0,0 0 0,0 0 0,0 0 0,0 0 0,0 0 0,0 0 0,0 0 0,0 0 0,1 0 0,-1 0 0,0 0 0,0 0 0,0 0 0,0 0 0,-9 2 0,-13-1 0,-72-8 0,-51-1 0,-162 33 0,197-12 0,-91 8 0,170-16 0,-9 2 0,37-7 0,1 0 0,-1 0 0,0 0 0,1 0 0,-1-1 0,1 1 0,-1-1 0,1 1 0,-1-1 0,1 0 0,-4-2 0,5 3 0,1 0 0,0 0 0,-1 0 0,1 0 0,0 0 0,0 0 0,-1-1 0,1 1 0,0 0 0,0 0 0,-1 0 0,1-1 0,0 1 0,0 0 0,0 0 0,-1-1 0,1 1 0,0 0 0,0 0 0,0-1 0,0 1 0,0 0 0,0-1 0,-1 1 0,1 0 0,0-1 0,0 1 0,0 0 0,0 0 0,0-1 0,0 1 0,0 0 0,0-1 0,0 1 0,1-1 0,9-6 0,21-3 0,-28 9 0,16-2 0,0 0 0,36-1 0,7 0 0,195-23 0,-176 18 0,121-20 0,-256 30 0,-50 14-682,-176 48-1,248-54-6143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5:47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45 24575,'-5'-2'0,"-16"-6"0,20 7 0,0 1 0,1 0 0,-1-1 0,0 1 0,0-1 0,0 1 0,1-1 0,-1 1 0,0-1 0,1 0 0,-1 1 0,0-1 0,1 0 0,-1 0 0,1 0 0,-1 1 0,0-2 0,2 2 0,-1-1 0,0 1 0,0-1 0,0 1 0,1 0 0,-1 0 0,0-1 0,0 1 0,1 0 0,-1-1 0,0 1 0,0 0 0,1 0 0,-1 0 0,0-1 0,1 1 0,-1 0 0,1 0 0,-1 0 0,0 0 0,1-1 0,-1 1 0,0 0 0,1 0 0,-1 0 0,1 0 0,-1 0 0,1 0 0,15-1 0,-12 0 0,268-13 0,0 14 0,-135 1 0,-706-1 0,611 9 0,274-3 0,-159-14 97,25 1-1559,-153 6-5364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0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 24575,'0'-1'0,"0"1"0,0 0 0,0-1 0,0 1 0,0 0 0,0-1 0,-1 1 0,1 0 0,0-1 0,0 1 0,0 0 0,0 0 0,0-1 0,-1 1 0,1 0 0,0 0 0,0-1 0,0 1 0,-1 0 0,1 0 0,0 0 0,0-1 0,-1 1 0,1 0 0,0 0 0,0 0 0,-1 0 0,1 0 0,0-1 0,-1 1 0,1 0 0,0 0 0,0 0 0,-1 0 0,1 0 0,0 0 0,-1 0 0,1 0 0,-1 0 0,-3 13 0,2 22 0,2-35 0,0 14 0,2 0 0,3 20 0,-2-18 0,2 25 0,-5 16 0,0-29 0,1 1 0,6 45 0,-4-57 0,-1 1 0,-1-1 0,0 1 0,-1 0 0,-1 0 0,-1-1 0,-4 18 0,-9 81 0,10-81 0,3-1 0,2 65 0,1-36 0,-1 269 0,0-318 0,-2 0 0,-3 18 0,2-17 0,-1 25 0,3-22 0,1 0 0,1 0 0,1-1 0,1 1 0,0-1 0,8 22 0,1-1 0,-2 2 0,7 55 0,-11-56 0,-2-19 0,1 36 0,-4-30 0,5 26 0,-3-27 0,1 31 0,-3-45 0,0 0 0,4 19 0,-2-18 0,1 25 0,-3-25 0,-2 105 0,-6-78 0,4-28 0,1 0 0,-1 15 0,3-19-89,0 16-336,-2 0-1,-4 25 1,3-36-6401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0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6089 117 24575,'17'-4'0,"-14"3"0,-11 3 0,-17 4 0,0-1 0,0-2 0,-1 0 0,-41-2 0,-629-2 0,576-7 0,60 2 0,0 0 0,-76-3 0,-402 10 0,437-9 0,9 1 0,-30 0 0,-21-1 0,-1 17 0,63-2 0,-102-7 0,83-1 0,35 2 0,-71-2 0,75-6 0,-21-1 0,-12 1 0,-8 0 0,-312 7 0,329-7 0,5-1 0,5 2 0,5-1 0,-23-1 0,-23 0 0,84 8 0,-22 0 0,-66-8 0,56 3 0,-107 3 0,83 4 0,16-3 0,-79 2 0,89 6 0,-24 1 0,66-7 0,-27 5 0,27-3 0,-28 1 0,-20-5 0,-51 2 0,37 13 0,61-9 0,-1-1 0,-41 2 0,45-5 0,-29 5 0,29-3 0,-29 1 0,30-4 0,1 1 0,-1 0 0,-25 5 0,19-2 0,-1-1 0,1-1 0,-1-2 0,-25-2 0,-4 1 0,10 1-1365,30 0-5461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09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1615 76 24575,'3'-2'0,"0"-1"0,0 1 0,1 0 0,-1 0 0,0 0 0,1 1 0,4-2 0,-5 2 0,0 0 0,0-1 0,0 1 0,-1 0 0,1-1 0,0 0 0,-1 0 0,1 0 0,3-3 0,-6 5 0,0-1 0,1 1 0,-1 0 0,0-1 0,1 1 0,-1-1 0,0 1 0,0 0 0,0-1 0,0 1 0,1-1 0,-1 1 0,0 0 0,0-1 0,0 1 0,0-1 0,0 1 0,0-1 0,0 1 0,0-1 0,0 1 0,0 0 0,0-1 0,0 1 0,0-1 0,-1 1 0,1-1 0,0 1 0,0-1 0,-1 0 0,0 0 0,0 0 0,0 0 0,0 0 0,0 1 0,0-1 0,0 0 0,0 0 0,0 1 0,-2-1 0,-29-9 0,32 10 0,-21-3 0,1 1 0,0 0 0,-1 2 0,-32 3 0,15 4 0,28-4 0,-1-1 0,-16 1 0,-23-3 0,23 0 0,-1 1 0,-41 6 0,3 1 0,2-1 0,28-3 0,0-1 0,-69-3 0,37-2 0,-278 2 0,331-1 0,1 0 0,-17-4 0,15 2 0,-24-2 0,-216 5 83,123 1-1531,121-1-5378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14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1 278 24575,'1'0'0,"1"0"0,-1 0 0,0-1 0,0 1 0,1-1 0,-1 1 0,0-1 0,0 1 0,0-1 0,1 0 0,-1 0 0,0 1 0,0-1 0,0 0 0,0 0 0,0 0 0,-1 0 0,1 0 0,0 0 0,0 0 0,-1-1 0,1 1 0,0 0 0,-1 0 0,0 0 0,1-1 0,-1 1 0,1 0 0,-1-1 0,0-2 0,2-5 0,-1-1 0,-1 0 0,0-10 0,0 14 0,1-6 0,0 0 0,4-18 0,-3 17 0,3-23 0,-5 31 0,0-1 0,0 1 0,1-1 0,0 1 0,0 0 0,3-9 0,-3 13 0,0-1 0,0 0 0,0 1 0,0-1 0,0 0 0,0 1 0,1-1 0,-1 1 0,0 0 0,1-1 0,-1 1 0,1 0 0,-1 0 0,1 0 0,0 0 0,-1 0 0,1 0 0,0 1 0,0-1 0,-1 1 0,1-1 0,2 0 0,2 0 0,-1 0 0,1 0 0,-1-1 0,0 0 0,1 0 0,4-3 0,-10 4 0,1 1 0,-1 0 0,0 0 0,1 0 0,-1-1 0,1 1 0,-1 0 0,1 0 0,-1 0 0,0 0 0,1 0 0,-1 0 0,1 0 0,-1 0 0,1 0 0,-1 0 0,1 0 0,-1 0 0,0 0 0,1 0 0,-1 0 0,1 1 0,-1-1 0,0 0 0,1 0 0,-1 0 0,1 1 0,-1-1 0,0 0 0,1 1 0,-1-1 0,0 0 0,1 1 0,-1-1 0,0 0 0,0 1 0,0-1 0,1 0 0,-1 1 0,0-1 0,0 1 0,0-1 0,0 0 0,1 1 0,-1-1 0,0 1 0,0-1 0,0 1 0,0-1 0,0 1 0,1 27 0,-1-24 0,0 5 0,0-1 0,1 0 0,-1 0 0,2 0 0,-1 1 0,1-1 0,1-1 0,-1 1 0,1 0 0,1 0 0,5 9 0,-2-6 0,-1 1 0,0 0 0,0 0 0,-1 0 0,-1 1 0,0 0 0,2 16 0,8 43 0,0-16 0,-10-42 0,-1 0 0,0 1 0,2 17 0,9 54 0,0 15 0,-12-86 0,5 23 0,-1-4 0,0-1 0,-3-15 0,3 32 0,-5-38 0,0 1 0,4 12 0,-2-12 0,1 25 0,-2-18 0,3 22 0,-1-23 0,0 29 0,-3-34 0,0-1 0,4 15 0,1 19 0,-4-31 0,5 23 0,-1-8 0,-1-11 0,1 0 0,0 0 0,1-1 0,12 22 0,5 13 0,23 104 0,-44-147 0,20 70 0,-22-79 0,0 0 0,1 0 0,-1-1 0,0 1 0,1 0 0,-1-1 0,1 1 0,0-1 0,0 1 0,0-1 0,-1 0 0,1 1 0,0-1 0,0 0 0,1 0 0,-1-1 0,0 1 0,0 0 0,0-1 0,0 1 0,1-1 0,-1 0 0,0 0 0,1 0 0,-1 0 0,4 0 0,-1-1 0,0 1 0,0-1 0,-1 1 0,1-2 0,0 1 0,0 0 0,-1-1 0,1 0 0,-1 0 0,1 0 0,6-5 0,-6 2 0,0 1 0,0-2 0,0 1 0,0 0 0,-1-1 0,0 0 0,0 0 0,0 0 0,-1-1 0,0 1 0,0-1 0,-1 0 0,1 1 0,-1-1 0,-1 0 0,0-1 0,0 1 0,0 0 0,-1 0 0,0-10 0,-1-5 0,0 8 0,1 0 0,2-19 0,-2 30 0,1 0 0,0-1 0,-1 1 0,1-1 0,0 1 0,1 0 0,-1 0 0,1 0 0,-1 0 0,1 0 0,0 0 0,0 0 0,0 0 0,5-4 0,-6 7 0,0-1 0,0 0 0,0 1 0,0-1 0,0 1 0,0-1 0,1 1 0,-1 0 0,0-1 0,0 1 0,1 0 0,-1 0 0,0 0 0,1 0 0,-1 0 0,0 0 0,0 0 0,1 0 0,-1 0 0,0 1 0,0-1 0,1 1 0,-1-1 0,0 1 0,0-1 0,0 1 0,0 0 0,0-1 0,0 1 0,0 0 0,0 0 0,2 1 0,3 5 0,1-1 0,-1 1 0,7 10 0,-10-13 0,7 9 0,0-1 0,1 0 0,0-1 0,0 0 0,2 0 0,16 10 0,-28-20 0,0 0 0,0-1 0,0 1 0,0 0 0,1 0 0,-1-1 0,0 1 0,1-1 0,-1 1 0,0-1 0,1 0 0,-1 0 0,0 1 0,1-1 0,-1 0 0,1 0 0,-1 0 0,0-1 0,1 1 0,-1 0 0,1 0 0,-1-1 0,0 1 0,1-1 0,1 0 0,0-2 0,0 1 0,0-1 0,0 0 0,-1 0 0,1 0 0,-1 0 0,3-5 0,-3 5 0,-1 0 0,1 0 0,0 1 0,0-1 0,0 1 0,0-1 0,1 1 0,-1 0 0,0 0 0,1 0 0,0 0 0,-1 0 0,5-1 0,1 1 0,0 0 0,0 1 0,-1 0 0,1 0 0,0 1 0,9 1 0,47 8 0,-43-5 0,30 1 0,-15-4 0,-18-2 0,0 2 0,-1 0 0,30 6 0,-30-4 0,0-1 0,27 1 0,12 0 0,-4 6-682,79 22-1,-112-25-6143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18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2174 328 24575,'-3'-1'0,"0"-1"0,0 1 0,1 0 0,-1-1 0,0 0 0,0 1 0,1-1 0,-1 0 0,1 0 0,0-1 0,0 1 0,-3-3 0,1 1 0,-95-107 0,48 52 0,39 44 0,1-1 0,0 0 0,2-1 0,-13-27 0,22 43 0,0 0 0,0 0 0,-1 0 0,1 0 0,-1 0 0,1 0 0,0 0 0,-1 0 0,1 1 0,-1-1 0,0 0 0,1 0 0,-1 0 0,0 1 0,0-1 0,1 0 0,-1 1 0,0-1 0,0 1 0,0-1 0,0 1 0,1-1 0,-1 1 0,0 0 0,0-1 0,0 1 0,0 0 0,0 0 0,0 0 0,0 0 0,0 0 0,0 0 0,0 0 0,0 0 0,0 0 0,0 0 0,0 0 0,0 1 0,0-1 0,0 0 0,0 1 0,0-1 0,0 1 0,0-1 0,1 1 0,-1-1 0,0 1 0,0-1 0,0 1 0,0 1 0,-3 2 0,0 0 0,0 0 0,1 0 0,0 1 0,-1-1 0,2 1 0,-5 9 0,4-9 0,1 0 0,0 0 0,0 1 0,1-1 0,0 0 0,0 1 0,0 0 0,0-1 0,1 1 0,0-1 0,0 1 0,1 0 0,-1-1 0,1 1 0,0-1 0,1 1 0,-1-1 0,5 8 0,-4-8 0,0 0 0,-1 1 0,1-1 0,-1 1 0,0-1 0,-1 1 0,1-1 0,-1 1 0,0-1 0,-1 7 0,-1-2 0,0 1 0,0 0 0,-2-1 0,-4 12 0,-1 3 0,1 1 0,2 0 0,0 0 0,-2 35 0,6-18 0,2-27 0,-1 1 0,-6 28 0,-11 58 0,7-38 0,-28 94 0,21-96 0,-8 27 0,11-37 0,12-38 0,0-2 0,2 1 0,-1-1 0,2 19 0,0-18 0,0 0 0,-5 25 0,-15 80 0,18-105 0,1 25 0,1-28 0,0 0 0,-1 0 0,0 0 0,-3 13 0,1-13 0,-17 53 0,17-56 0,0-1 0,0 0 0,-1 1 0,0-2 0,-1 1 0,-5 7 0,7-12 0,0 1 0,0-1 0,0 0 0,0 0 0,-1-1 0,1 1 0,0-1 0,-1 1 0,1-1 0,-1 0 0,0-1 0,1 1 0,-1 0 0,0-1 0,-6 0 0,1 0 0,1 0 0,-1-1 0,1 0 0,-1-1 0,-14-3 0,18 3 0,1 0 0,-1 0 0,1-1 0,-1 1 0,1-1 0,0 0 0,0 0 0,0 0 0,0-1 0,0 1 0,1-1 0,-1 0 0,1 0 0,0 0 0,1 0 0,-1-1 0,1 1 0,-1-1 0,1 0 0,-2-8 0,0-3 0,1 0 0,1-1 0,1 1 0,0-1 0,1-17 0,0 29 0,-1 0 0,1 0 0,-1 0 0,0-1 0,-1 1 0,1 0 0,-1 0 0,0 0 0,0 1 0,-1-1 0,0 0 0,-5-7 0,-4-3 0,-1 0 0,-16-14 0,19 19 0,9 9 0,0 0 0,1 1 0,-1-1 0,0 0 0,1 1 0,-1-1 0,0 1 0,0-1 0,0 1 0,1-1 0,-1 1 0,0 0 0,0-1 0,0 1 0,0 0 0,0 0 0,0-1 0,0 1 0,0 0 0,1 0 0,-1 0 0,0 0 0,0 0 0,-2 1 0,2 0 0,-1-1 0,1 1 0,0 0 0,0 0 0,-1 0 0,1 0 0,0 0 0,0 0 0,0 0 0,0 0 0,0 1 0,1-1 0,-3 3 0,-1 5 0,0 1 0,1 0 0,-5 16 0,7-20 0,-4 12 0,3-5 0,-2-1 0,1 0 0,-10 20 0,11-29 0,1-1 0,-1 1 0,0 0 0,0 0 0,0-1 0,0 1 0,0-1 0,0 0 0,-1 1 0,1-1 0,-1 0 0,0-1 0,0 1 0,0 0 0,1-1 0,-1 1 0,-1-1 0,1 0 0,-4 1 0,2-1 0,0-1 0,0 1 0,0-1 0,0 0 0,0 0 0,0 0 0,0-1 0,-8-2 0,1 0 0,1-1 0,-13-6 0,-8-4 0,12 8 0,0 1 0,-40-5 0,57 9 0,-1 1 0,1 0 0,-1 0 0,1 0 0,-1 1 0,1-1 0,-1 1 0,1 0 0,-1 0 0,-3 2 0,-2 1 0,0 1 0,-10 6 0,13-7 0,1 0 0,0-1 0,-1 0 0,0 0 0,0 0 0,0-1 0,0 0 0,0 0 0,-8 1 0,-149-1 0,81-4 0,-221 2 0,286 1 0,-33 6 0,5 0 0,-21 2-1365,49-7-5461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19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27 131 24575,'-2'0'0,"0"0"0,1 0 0,-1 0 0,0 0 0,0 0 0,1-1 0,-1 1 0,0 0 0,0-1 0,1 0 0,-1 1 0,-1-2 0,3 2 0,-1 0 0,1 0 0,0-1 0,0 1 0,0 0 0,-1 0 0,1-1 0,0 1 0,0 0 0,0-1 0,0 1 0,0 0 0,0 0 0,0-1 0,0 1 0,0 0 0,0-1 0,0 1 0,0 0 0,0 0 0,0-1 0,0 1 0,0 0 0,0-1 0,0 1 0,8-13 0,-2 8 0,-1 0 0,0 1 0,1 0 0,0 0 0,0 0 0,11-5 0,43-14 0,-47 19 0,21-8-455,1 1 0,51-8 0,-72 18-6371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0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5 24575,'20'-2'0,"-1"0"0,1 1 0,-1 1 0,1 1 0,0 1 0,26 5 0,-43-5 0,0-1 0,0 0 0,0 1 0,1-1 0,-2 1 0,1 0 0,0 0 0,0 1 0,-1-1 0,1 0 0,-1 1 0,1-1 0,-1 1 0,0 0 0,0 0 0,0 0 0,-1 0 0,1 0 0,-1 0 0,0 0 0,0 1 0,0-1 0,0 0 0,0 4 0,0-3 0,0-1 0,-1 0 0,0 1 0,0-1 0,0 0 0,0 1 0,-1-1 0,1 0 0,-1 0 0,0 1 0,0-1 0,0 0 0,0 0 0,0 0 0,-1 0 0,1 0 0,-1 0 0,0-1 0,0 1 0,0 0 0,0-1 0,-1 1 0,1-1 0,-1 0 0,-2 2 0,-2 0 0,1-1 0,-1 0 0,0 0 0,0 0 0,0-1 0,-1 0 0,1-1 0,0 1 0,-1-1 0,1-1 0,-1 1 0,-10-2 0,12 0 0,0 1 0,0-1 0,0-1 0,0 1 0,1-1 0,-1 0 0,0 0 0,1-1 0,-1 0 0,1 0 0,0 0 0,0 0 0,0-1 0,0 0 0,-7-8 0,10 11-33,1-2 0,-1 1-1,1 0 1,-1 0 0,1 0-1,0-1 1,-1 1 0,1 0 0,1-1-1,-1 1 1,0-1 0,1 1-1,-1-1 1,1 0 0,0 1-1,-1-1 1,1 1 0,1-1 0,-1 0-1,0 1 1,1-1 0,-1 1-1,1-1 1,0 1 0,0-1-1,0 1 1,0-1 0,0 1 0,0 0-1,1 0 1,-1-1 0,1 1-1,-1 0 1,1 0 0,0 1-1,0-1 1,0 0 0,0 0 0,0 1-1,3-2 1,5-1-6793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24575,'23'21'0,"-15"-15"0,0 2 0,-1-1 0,8 10 0,-2-1 0,0-2 0,1 0 0,21 17 0,-9-9 0,-24-20 0,1 1 0,0-1 0,0 0 0,0 0 0,0 0 0,0 0 0,0-1 0,0 1 0,4 0 0,-6-2 0,-1 0 0,0 0 0,1 0 0,-1 0 0,1 0 0,-1-1 0,0 1 0,1 0 0,-1 0 0,0 0 0,1-1 0,-1 1 0,0 0 0,0-1 0,1 1 0,-1 0 0,0-1 0,0 1 0,1 0 0,-1-1 0,0 1 0,0 0 0,0-1 0,1 1 0,-1 0 0,0-1 0,0 1 0,0-1 0,0 1 0,0-1 0,0 1 0,0-1 0,1-16 0,-1 15 0,-2-160 0,2 162 5,0-1-1,-1 1 0,1-1 0,0 1 1,0-1-1,0 1 0,0-1 0,0 1 1,0-1-1,0 0 0,0 1 0,1-1 1,-1 1-1,0-1 0,0 1 0,0 0 1,0-1-1,1 1 0,-1-1 0,0 1 1,1-1-1,-1 1 0,0-1 0,1 1 1,-1 0-1,0-1 0,1 1 0,0 0-71,-1 0-1,1 1 1,-1-1-1,1 1 1,-1-1 0,1 1-1,-1-1 1,0 1-1,1-1 1,-1 1-1,0-1 1,1 1-1,-1-1 1,0 1-1,0-1 1,1 1-1,-1 0 1,0-1-1,0 1 1,0 0-1,0 0 1,2 9-6759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12 232 24575,'8'-9'0,"0"0"0,-1-1 0,-1-1 0,7-12 0,-12 20 0,1 1 0,-1-1 0,0 1 0,0-1 0,-1 0 0,1 1 0,0-1 0,-1 0 0,0 0 0,1 1 0,-1-1 0,0 0 0,-1 0 0,1 0 0,0 1 0,-1-1 0,1 0 0,-1 1 0,0-1 0,0 0 0,0 1 0,-1-1 0,1 1 0,-3-4 0,4 5 0,-1 0 0,1 1 0,-1-1 0,1 0 0,-1 1 0,0-1 0,1 0 0,-1 1 0,0-1 0,1 1 0,-1-1 0,0 1 0,0-1 0,1 1 0,-1 0 0,0-1 0,0 1 0,0 0 0,0 0 0,0-1 0,1 1 0,-1 0 0,0 0 0,0 0 0,0 0 0,0 0 0,0 1 0,0-1 0,0 0 0,1 0 0,-1 0 0,0 1 0,0-1 0,0 0 0,1 1 0,-1-1 0,0 1 0,0-1 0,1 1 0,-1-1 0,0 1 0,1 0 0,-1-1 0,0 1 0,1 0 0,-2 1 0,1 0 0,-1 1 0,0 0 0,1-1 0,0 1 0,-1 0 0,1 0 0,0 0 0,0 0 0,1 0 0,-1 0 0,1 0 0,-1 5 0,2-5 0,-1 1 0,1-1 0,0 0 0,0 0 0,0 0 0,0 0 0,1 0 0,-1 0 0,1 0 0,0 0 0,0 0 0,0-1 0,0 1 0,0-1 0,0 0 0,1 1 0,-1-1 0,1 0 0,0 0 0,-1-1 0,1 1 0,5 2 0,7 2 0,0 0 0,0-1 0,22 5 0,-27-8 0,34 8 0,1-2 0,70 3 0,-112-11 0,-1 0 0,1 0 0,-1 0 0,0 0 0,1-1 0,-1 1 0,0 0 0,1-1 0,-1 0 0,0 0 0,1 1 0,-1-1 0,3-3 0,-4 4 0,0-1 0,-1 0 0,1 0 0,0 0 0,-1 0 0,1 0 0,0 0 0,-1 0 0,0 0 0,1 0 0,-1 0 0,0-1 0,1 1 0,-1 0 0,0 0 0,0 0 0,0 0 0,0 0 0,0-1 0,0 1 0,0 0 0,0 0 0,-1 0 0,1 0 0,0 0 0,-1-1 0,1 1 0,-1 0 0,0-1 0,-5-11 0,-1 1 0,0 0 0,-1 0 0,-12-14 0,-6-9 0,24 32 0,-1-1 0,1 0 0,0 0 0,0 0 0,0-1 0,1 1 0,0 0 0,-1-1 0,1 1 0,1-1 0,-1 1 0,1-6 0,0 8 0,0 0 0,0 0 0,1-1 0,-1 1 0,1 0 0,-1 0 0,1 0 0,0 0 0,0 0 0,0 1 0,0-1 0,0 0 0,0 0 0,0 1 0,1-1 0,-1 0 0,1 1 0,-1 0 0,1-1 0,0 1 0,-1 0 0,1 0 0,0 0 0,0 0 0,0 0 0,0 0 0,0 0 0,2 0 0,-1 0 9,0 0-1,0 1 1,0-1-1,0 1 1,0 0 0,0 0-1,0 0 1,0 0-1,0 0 1,0 1-1,0 0 1,0-1-1,3 2 1,0 1-257,-1-1 1,1 1-1,-1 0 1,0 0-1,7 6 1,-2-2-6579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5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29 24575,'-13'-5'0,"-1"-1"0,0 2 0,0 0 0,-1 1 0,1 0 0,-1 1 0,-15 0 0,27 2 0,0 0 0,1 1 0,-1-1 0,0 1 0,1 0 0,-1-1 0,0 1 0,1 0 0,-1 0 0,1 1 0,0-1 0,-1 0 0,1 1 0,0 0 0,0-1 0,0 1 0,-3 4 0,4-5 0,0 0 0,0 0 0,0 1 0,1-1 0,-1 0 0,1 0 0,-1 1 0,1-1 0,0 1 0,-1-1 0,1 0 0,0 1 0,0-1 0,0 1 0,0-1 0,0 1 0,0-1 0,0 0 0,1 1 0,-1-1 0,0 1 0,1-1 0,-1 0 0,1 1 0,-1-1 0,1 0 0,0 0 0,0 1 0,0-1 0,-1 0 0,1 0 0,0 0 0,0 0 0,2 1 0,11 10 0,0-1 0,1-1 0,0 0 0,1-1 0,17 7 0,31 18 0,-62-33 0,-1 0 0,0-1 0,0 1 0,0 0 0,0 0 0,0 0 0,0 0 0,0 0 0,0 0 0,-1 0 0,1 0 0,0 0 0,0 0 0,-1 0 0,1 0 0,-1 1 0,1-1 0,-1 0 0,1 2 0,-1-2 0,0 0 0,-1 0 0,1 0 0,0 0 0,-1 0 0,1 0 0,0-1 0,-1 1 0,1 0 0,-1 0 0,1 0 0,-1-1 0,1 1 0,-1 0 0,0-1 0,1 1 0,-1 0 0,0-1 0,0 1 0,1-1 0,-1 1 0,0-1 0,0 1 0,0-1 0,0 0 0,0 1 0,1-1 0,-3 0 0,-25 8-23,0-2 0,-45 5 0,29-5-1273,32-4-5530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6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24575,'46'97'0,"49"89"0,-81-162 0,1-2 0,1 0 0,1 0 0,1-2 0,33 30 0,-49-49 0,0 1 0,-1-1 0,1 0 0,0 1 0,0-1 0,0 0 0,0 0 0,0 0 0,0-1 0,0 1 0,0 0 0,4 0 0,-5-1 0,-1 0 0,1-1 0,0 1 0,0 0 0,0 0 0,0-1 0,-1 1 0,1-1 0,0 1 0,0 0 0,-1-1 0,1 1 0,0-1 0,-1 0 0,1 1 0,-1-1 0,1 0 0,0 1 0,-1-1 0,1 0 0,-1 1 0,0-1 0,1 0 0,-1 0 0,0 0 0,1 1 0,-1-1 0,0 0 0,0 0 0,0 0 0,0 0 0,0 1 0,0-3 0,1-6 0,-1 0 0,-1-16 0,0 19 0,1-1 0,-1 1 0,1 0 0,1-1 0,-1 1 0,1 0 0,2-8 0,-3 13 0,0 1 0,0-1 0,1 1 0,-1-1 0,0 0 0,1 1 0,-1-1 0,0 1 0,1-1 0,-1 0 0,1 1 0,-1-1 0,1 1 0,-1 0 0,1-1 0,-1 1 0,1-1 0,-1 1 0,1 0 0,0-1 0,-1 1 0,1 0 0,-1 0 0,1-1 0,1 1 0,-1 0 0,1 0 0,-1 0 0,1 1 0,-1-1 0,0 0 0,1 0 0,-1 1 0,0-1 0,1 1 0,-1 0 0,2 0 0,4 4 0,0 0 0,-1 0 0,8 8 0,-12-12 0,22 23-119,40 35 370,-54-51-551,1 0 1,0-1 0,0 0-1,19 8 1,-17-10-6527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6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60 24575,'-2'2'0,"-2"1"0,1 1 0,0-1 0,0 1 0,-4 5 0,6-7 0,0 0 0,1-1 0,-1 1 0,0 0 0,1 0 0,-1 0 0,1-1 0,0 1 0,0 0 0,0 0 0,0 0 0,0 0 0,0 0 0,1 3 0,0-2 0,0 1 0,0-1 0,1 0 0,-1 0 0,1 0 0,0 0 0,0 0 0,0 0 0,0 0 0,1-1 0,-1 1 0,1-1 0,-1 0 0,1 1 0,0-1 0,0 0 0,0-1 0,0 1 0,0-1 0,0 1 0,1-1 0,-1 0 0,0 0 0,6 1 0,-6-2 0,-1 1 0,1-1 0,-1 1 0,1-1 0,0 0 0,-1 0 0,1 0 0,-1 0 0,1-1 0,0 1 0,-1-1 0,1 0 0,-1 1 0,1-1 0,-1 0 0,0-1 0,1 1 0,-1 0 0,0-1 0,0 1 0,0-1 0,0 1 0,0-1 0,0 0 0,0 0 0,-1 0 0,1 0 0,-1 0 0,1-1 0,-1 1 0,0 0 0,0-1 0,1-2 0,-1 1 7,0-1 0,0 0-1,0 0 1,-1 0 0,0 0-1,0 0 1,0 0-1,0 0 1,-1 0 0,0 0-1,0 0 1,0 1 0,-1-1-1,0 0 1,1 1 0,-2-1-1,-4-7 1,5 9-64,0 0 0,0 0 0,0 1 0,0-1-1,-1 1 1,1-1 0,-1 1 0,0 0 0,0 0 0,0 0 0,0 0 0,0 0-1,0 1 1,0 0 0,0-1 0,-1 1 0,1 0 0,0 1 0,-1-1 0,1 0 0,-1 1-1,1 0 1,-1 0 0,1 0 0,-7 1 0,-3 2-6769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6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75 24575,'-4'-3'0,"-1"0"0,1 1 0,0-1 0,0 1 0,-6-2 0,9 4 0,1 0 0,-1 0 0,1-1 0,-1 1 0,1 0 0,-1 0 0,1 0 0,-1-1 0,0 1 0,1 0 0,-1 0 0,1 0 0,-1 0 0,1 0 0,-1 0 0,0 0 0,1 1 0,-1-1 0,1 0 0,-1 0 0,1 0 0,-1 0 0,1 1 0,-1-1 0,1 0 0,-1 1 0,1-1 0,-1 0 0,1 1 0,-1-1 0,1 0 0,-1 1 0,1-1 0,0 1 0,-1-1 0,1 1 0,0-1 0,0 1 0,-1-1 0,1 1 0,0-1 0,0 1 0,0-1 0,0 1 0,-1 0 0,1-1 0,0 1 0,0-1 0,0 1 0,0 0 0,0-1 0,0 1 0,1-1 0,-1 1 0,0 0 0,1 3 0,0-1 0,0 1 0,0-1 0,0 1 0,1-1 0,-1 0 0,1 0 0,0 1 0,0-1 0,0 0 0,5 4 0,30 29 0,-35-34 0,3 2 0,-1-1 0,1 0 0,0 0 0,0 0 0,1 0 0,-1-1 0,0 0 0,1 0 0,11 2 0,-16-3 0,0-1 0,1 0 0,-1 0 0,1 1 0,-1-1 0,1 0 0,-1 0 0,0-1 0,1 1 0,-1 0 0,1 0 0,-1-1 0,1 1 0,-1-1 0,0 1 0,1-1 0,-1 1 0,0-1 0,0 0 0,1 0 0,-1 0 0,0 0 0,0 0 0,0 0 0,0 0 0,0 0 0,0 0 0,0 0 0,-1 0 0,1-1 0,0 1 0,-1 0 0,1-1 0,-1 1 0,1 0 0,-1-1 0,1 1 0,-1-1 0,0 1 0,0 0 0,0-1 0,0 1 0,0-4 0,0-1 7,-1-1 0,1 0 0,-1 1 0,-1-1 0,1 1 1,-1-1-1,0 1 0,0 0 0,-1 0 0,0 0 0,0 0 0,-1 0 0,1 1 0,-1-1 0,0 1 0,-8-7 0,8 8-78,0 1 1,0-1-1,0 1 0,-1 0 0,1 0 1,-1 0-1,0 1 0,0 0 1,0 0-1,0 0 0,0 0 0,0 1 1,-1 0-1,1 0 0,-1 0 1,1 1-1,0 0 0,-1 0 0,1 0 1,-9 2-1,1 1-6755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7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24575,'1'-11'0,"5"-26"0,-6 34 0,1 0 0,0 0 0,0 0 0,0 0 0,0 1 0,1-1 0,-1 0 0,4-5 0,-5 8 0,1 0 0,-1 0 0,0-1 0,0 1 0,1 0 0,-1 0 0,0 0 0,0 0 0,1-1 0,-1 1 0,0 0 0,1 0 0,-1 0 0,0 0 0,0 0 0,1 0 0,-1 0 0,0 0 0,1 0 0,-1 0 0,0 0 0,1 0 0,-1 0 0,0 0 0,1 0 0,-1 0 0,0 0 0,0 0 0,1 0 0,-1 1 0,0-1 0,1 0 0,-1 0 0,0 0 0,0 0 0,1 1 0,-1-1 0,0 0 0,0 0 0,0 1 0,1-1 0,-1 0 0,0 0 0,0 1 0,0-1 0,8 15 0,27 81 0,8 19 0,-25-77 0,1-1 0,2-2 0,28 39 0,-40-64-1365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27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 24575,'-19'0'0,"-10"0"0,-4 2 0,-2 1 0,1 1 0,1 1 0,0 2 0,3 1 0,0 0 0,3 0 0,6-2-8191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5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24575,'0'7'0,"1"1"0,-1-1 0,2 0 0,-1 0 0,1 0 0,0 0 0,1 0 0,0-1 0,6 12 0,4 3 0,24 30 0,-22-31 0,16 25 0,-27-38-124,0 0 0,-1 1 0,0 0 0,0 0 0,-1 0 0,0 0-1,0 0 1,0 1 0,-1-1 0,-1 13 0,0-8-6702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0 24575,'13'0'0,"0"1"0,0 0 0,-1 1 0,1 0 0,23 7 0,-30-7 0,0 1 0,-1-1 0,0 1 0,1 0 0,-1 0 0,0 1 0,-1-1 0,1 1 0,0 0 0,-1 0 0,0 1 0,0-1 0,0 1 0,4 9 0,-3-6 0,-1 1 0,0-1 0,0 1 0,-1 0 0,3 14 0,-5-20 0,0 0 0,-1 0 0,0 0 0,1 0 0,-1 0 0,0 0 0,-1 0 0,1 0 0,-1 0 0,1 0 0,-1 0 0,0 0 0,0 0 0,0 0 0,0 0 0,-1-1 0,1 1 0,-1 0 0,1-1 0,-1 0 0,-3 4 0,0-2 0,-1 0 0,1 0 0,-1 0 0,-1 0 0,1-1 0,0 0 0,-1 0 0,1-1 0,-1 0 0,0 0 0,0-1 0,0 1 0,0-1 0,-8-1 0,8 1 0,-1-1 0,1 0 0,-1-1 0,1 0 0,-1 0 0,1 0 0,0-1 0,-1 0 0,1-1 0,0 0 0,0 0 0,0 0 0,-7-6 0,12 8 0,0-1 0,0 1 0,0-1 0,1 0 0,-1 1 0,0-1 0,1 0 0,-1 0 0,1 0 0,0 0 0,0-1 0,0 1 0,0 0 0,0 0 0,0-1 0,0 1 0,1-1 0,-1 1 0,1 0 0,0-1 0,0 1 0,0-1 0,0 1 0,0-4 0,1 3 0,0 0 0,0 0 0,0 0 0,0 0 0,0 0 0,1 1 0,0-1 0,-1 0 0,1 1 0,0-1 0,0 1 0,0 0 0,0 0 0,1 0 0,-1 0 0,0 0 0,1 0 0,0 0 0,2-1 0,6-2-151,0 0-1,0 1 0,0 1 0,1-1 1,-1 2-1,1-1 0,-1 2 1,15-1-1,-13 2-6674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6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24575,'6'11'0,"1"-1"0,-1 1 0,2-1 0,-1-1 0,1 1 0,1-1 0,0-1 0,0 0 0,1 0 0,0-1 0,20 12 0,-26-17 0,1 0 0,-1-1 0,0 1 0,1-1 0,-1 0 0,1 0 0,-1 0 0,1-1 0,5 0 0,-9 0 0,1 0 0,-1 0 0,1 0 0,-1 0 0,1-1 0,-1 1 0,0-1 0,1 1 0,-1-1 0,1 1 0,-1-1 0,0 0 0,0 1 0,1-1 0,-1 0 0,0 0 0,0 0 0,0 0 0,0 0 0,0 0 0,0-1 0,0 1 0,0 0 0,-1 0 0,1-1 0,0 1 0,-1 0 0,1-1 0,-1 1 0,1-1 0,-1-1 0,1-5 0,0 0 0,-1 0 0,0-1 0,0 1 0,-1 0 0,0 0 0,0 0 0,-1 0 0,-2-9 0,-6-8 0,-16-35 0,19 46 0,-3-1 0,10 15 0,0 0 0,0 0 0,0-1 0,0 1 0,0 0 0,0 0 0,0 0 0,-1-1 0,1 1 0,0 0 0,0 0 0,0 0 0,0 0 0,-1-1 0,1 1 0,0 0 0,0 0 0,0 0 0,-1 0 0,1 0 0,0 0 0,0 0 0,-1 0 0,1-1 0,0 1 0,0 0 0,-1 0 0,1 0 0,0 0 0,0 0 0,0 0 0,-1 1 0,1-1 0,0 0 0,0 0 0,-1 0 0,1 0 0,0 0 0,0 0 0,0 0 0,-1 0 0,1 0 0,0 1 0,0-1 0,0 0 0,-1 0 0,1 0 0,0 0 0,0 1 0,0-1 0,0 0 0,0 0 0,-1 0 0,1 1 0,0-1 0,0 0 0,0 0 0,0 0 0,0 1 0,0-1 0,0 0 0,0 0 0,0 1 0,0-1 0,0 1 0,0 6-1365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7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76 162 24575,'-6'-14'0,"3"5"0,0 0 0,-1 1 0,0-1 0,-1 1 0,1 0 0,-2 0 0,-10-13 0,16 20 0,-1 1 0,1-1 0,0 1 0,-1 0 0,1-1 0,0 1 0,-1 0 0,1-1 0,0 1 0,-1 0 0,1-1 0,-1 1 0,1 0 0,-1 0 0,1-1 0,-1 1 0,1 0 0,-1 0 0,1 0 0,-1 0 0,1 0 0,-1 0 0,1 0 0,-1 0 0,1 0 0,-1 0 0,1 0 0,-1 0 0,1 0 0,-1 0 0,1 0 0,-1 1 0,1-1 0,-1 0 0,0 1 0,0 0 0,1 0 0,-1 0 0,0 1 0,1-1 0,-1 0 0,1 0 0,-1 0 0,1 1 0,0-1 0,-1 0 0,1 3 0,-1 5 0,0 0 0,2 17 0,0-19 0,0 0 0,1 0 0,0 0 0,0 0 0,0-1 0,1 1 0,0-1 0,0 1 0,0-1 0,1 0 0,0 0 0,1-1 0,-1 1 0,1-1 0,0 0 0,0 0 0,1 0 0,-1-1 0,11 6 0,-10-6 0,1 0 0,0-1 0,0 0 0,0 0 0,1-1 0,-1 0 0,1 0 0,-1 0 0,1-1 0,0-1 0,-1 1 0,1-1 0,0 0 0,-1-1 0,1 0 0,0 0 0,13-4 0,-4-1 0,-1-1 0,0 0 0,17-11 0,-25 13 0,0 0 0,0-1 0,-1 0 0,1-1 0,-2 0 0,1 0 0,7-10 0,-13 15 3,1-1-1,-1 1 0,1-1 1,-1 1-1,0-1 1,0 1-1,0-1 0,-1 0 1,1 1-1,0-1 1,-1 0-1,0 0 0,0 0 1,0 1-1,0-1 0,0 0 1,0 0-1,-1 1 1,0-1-1,1 0 0,-1 0 1,0 1-1,0-1 1,0 1-1,-1-1 0,1 1 1,-1 0-1,1-1 1,-3-2-1,-6-6-104,0 0 1,-1 1-1,0 0 0,-17-11 1,6 4-828,12 8-5897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7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27 24575,'-2'-4'0,"-1"0"0,0 1 0,-1-1 0,-6-5 0,9 9 0,1-1 0,-1 1 0,1 0 0,-1 0 0,1-1 0,-1 1 0,1 0 0,-1 0 0,1 0 0,-1-1 0,1 1 0,-1 0 0,1 0 0,-1 0 0,0 0 0,1 0 0,-1 0 0,1 0 0,-1 0 0,0 0 0,0 1 0,1-1 0,-1 1 0,0-1 0,1 1 0,-1-1 0,1 1 0,-1 0 0,1-1 0,0 1 0,-1-1 0,1 1 0,0 0 0,-1-1 0,1 1 0,0 0 0,-1 0 0,1-1 0,0 1 0,0 0 0,0 1 0,-2 9 0,1 0 0,0 0 0,0 1 0,2-1 0,-1 0 0,1 1 0,1-1 0,3 13 0,-3-15 0,1-1 0,0 1 0,0-1 0,1 0 0,0 0 0,1 0 0,0-1 0,0 1 0,0-1 0,12 11 0,-14-15 0,9 10 0,-11-12 0,-1-1 0,0 0 0,0 1 0,0-1 0,0 0 0,0 1 0,0-1 0,0 0 0,1 1 0,-1-1 0,0 0 0,0 1 0,0-1 0,0 1 0,-1-1 0,1 0 0,0 1 0,0-1 0,0 0 0,0 1 0,0-1 0,0 0 0,0 1 0,-1-1 0,1 0 0,0 0 0,0 1 0,0-1 0,-1 0 0,1 0 0,0 1 0,0-1 0,-1 0 0,1 0 0,0 1 0,-1-1 0,1 0 0,0 0 0,-1 0 0,1 0 0,0 0 0,-1 0 0,1 1 0,0-1 0,-1 0 0,1 0 0,0 0 0,-1 0 0,-12 2 0,0 0 0,0-1 0,0-1 0,-26-1 0,6-1 0,19 2-455,1-1 0,-18-4 0,16 2-6371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7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24575,'25'66'0,"28"127"0,-4-14 0,-47-172 0,13 31 0,-15-36 0,1-1 0,0 0 0,-1 1 0,1-1 0,0 0 0,0 0 0,0 0 0,0 0 0,0 1 0,0-1 0,0 0 0,0-1 0,0 1 0,0 0 0,0 0 0,1 0 0,-1-1 0,0 1 0,1-1 0,-1 1 0,0-1 0,1 1 0,1-1 0,-2 0 0,0 0 0,0-1 0,0 1 0,0-1 0,-1 1 0,1-1 0,0 1 0,0-1 0,0 0 0,-1 1 0,1-1 0,0 0 0,0 1 0,-1-1 0,1 0 0,-1 0 0,1 0 0,-1 0 0,1 1 0,-1-1 0,0 0 0,1 0 0,-1 0 0,0 0 0,0 0 0,1 0 0,-1 0 0,0-2 0,1-30 0,-7-1 0,5 28 0,-1 0 0,1 0 0,0 0 0,1 0 0,-1 0 0,2-7 0,-1 13 0,0 0 0,0 0 0,0 0 0,0 0 0,0 0 0,0 0 0,0 0 0,0 0 0,0-1 0,0 1 0,0 0 0,0 0 0,0 0 0,0 0 0,0 0 0,0 0 0,0 0 0,0 0 0,0 0 0,0-1 0,0 1 0,1 0 0,-1 0 0,0 0 0,0 0 0,0 0 0,0 0 0,0 0 0,0 0 0,0 0 0,0 0 0,0 0 0,1 0 0,-1 0 0,0 0 0,0 0 0,0 0 0,0 0 0,0 0 0,0 0 0,0 0 0,0 0 0,1 0 0,-1 0 0,0 0 0,0 0 0,0 0 0,7 5 0,7 9 0,-13-12 0,15 16 0,0-2 0,1 1 0,1-2 0,1 0 0,23 14 0,-5-8-1365,-28-18-5461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8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26 24575,'-2'1'0,"0"0"0,0 1 0,0-1 0,0 0 0,1 1 0,-1-1 0,0 1 0,1 0 0,0-1 0,-1 1 0,1 0 0,0 0 0,0 0 0,0 0 0,0 0 0,0 0 0,0 0 0,0 0 0,1 1 0,-1-1 0,1 0 0,0 0 0,0 0 0,0 1 0,0-1 0,0 0 0,0 0 0,1 3 0,0 1 0,0 0 0,1 0 0,-1 0 0,1-1 0,1 1 0,-1 0 0,1-1 0,0 0 0,4 6 0,1 0 0,0-1 0,1 0 0,0-1 0,19 15 0,-25-22 0,0 1 0,0-1 0,0 0 0,0 0 0,1 0 0,-1-1 0,1 1 0,-1-1 0,1 0 0,0 0 0,-1 0 0,1 0 0,0-1 0,0 1 0,0-1 0,0 0 0,-1 0 0,1-1 0,0 1 0,7-3 0,-9 2 0,1 0 0,-1 0 0,0-1 0,0 1 0,0-1 0,0 0 0,0 0 0,0 0 0,-1 0 0,1 0 0,-1 0 0,1 0 0,-1 0 0,0-1 0,0 1 0,0 0 0,0-1 0,0 1 0,0-1 0,-1 1 0,1-1 0,-1 1 0,0-1 0,1-3 0,-1-3 0,0 0 0,0 0 0,-1 0 0,0 0 0,-5-17 0,3 18 0,0 0 0,0-1 0,-1 1 0,-1 0 0,1 1 0,-8-11 0,10 16 0,0-1 0,0 1 0,0-1 0,0 1 0,-1 0 0,1-1 0,-1 1 0,1 0 0,-1 1 0,0-1 0,1 0 0,-1 1 0,0 0 0,0-1 0,0 1 0,-1 1 0,1-1 0,0 0 0,0 1 0,-5-1 0,-4 4-1365,2 3-5461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8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86 24575,'-3'-3'0,"-21"-24"0,23 26 0,-1 0 0,1-1 0,0 1 0,0 0 0,-1 1 0,1-1 0,-1 0 0,1 0 0,-1 1 0,1-1 0,-1 1 0,1-1 0,-1 1 0,0-1 0,1 1 0,-1 0 0,0 0 0,-2 0 0,3 0 0,1 0 0,-1 0 0,1 1 0,-1-1 0,0 0 0,1 0 0,-1 1 0,1-1 0,-1 0 0,0 1 0,1-1 0,-1 0 0,1 1 0,-1-1 0,1 1 0,0-1 0,-1 1 0,1-1 0,-1 1 0,1 0 0,0-1 0,-1 1 0,1-1 0,0 1 0,-1 1 0,1 0 0,0-1 0,0 1 0,0 0 0,0 0 0,0 0 0,0 0 0,0 0 0,1 0 0,0 2 0,1 3 0,1 0 0,0 0 0,5 10 0,-5-13 0,-1 0 0,1 0 0,0-1 0,0 1 0,0-1 0,0 0 0,0 0 0,1 0 0,0 0 0,4 2 0,-6-3 0,1-1 0,-1 0 0,0 0 0,1 0 0,-1-1 0,1 1 0,-1 0 0,1-1 0,0 0 0,-1 0 0,1 1 0,-1-1 0,1-1 0,0 1 0,-1 0 0,1-1 0,-1 1 0,1-1 0,3-1 0,-4 0 0,1 1 0,-1-1 0,0 0 0,0 1 0,0-1 0,0 0 0,0 0 0,0-1 0,-1 1 0,1 0 0,-1 0 0,1-1 0,-1 1 0,0-1 0,0 0 0,0 1 0,0-1 0,-1 0 0,1 1 0,0-5 0,0-3 0,0 0 0,0-1 0,-1 1 0,-2-13 0,2 21-32,-1 0-1,1 0 1,-1 0-1,0 0 1,1 0-1,-1 0 1,0 0-1,0 0 1,0 0-1,-1 0 1,1 0-1,0 1 1,-1-1-1,1 1 1,-1-1-1,1 1 1,-1-1-1,0 1 1,0 0-1,1 0 1,-1 0-1,0 0 1,0 0-1,0 0 1,0 1-1,0-1 1,-1 0-1,1 1 1,0 0-1,0-1 1,0 1-1,0 0 1,0 0-1,-1 1 1,1-1-1,0 0 0,0 1 1,0-1-1,0 1 1,0-1-1,-3 3 1,-8 3-6794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9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24575,'10'7'0,"-2"1"0,1 0 0,-1 1 0,0 0 0,10 17 0,28 53 0,-32-52 0,116 248 0,-130-273 0,4 6-120,1 2-191,-1-1 0,-1 1-1,3 10 1,-4-8-6515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6:39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 24575,'-29'5'0,"-15"4"0,-8 0 0,1 2 0,7-2 0,10-2-8191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2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981 16 24575,'0'-1'0,"0"0"0,-1 1 0,1-1 0,0 0 0,-1 1 0,1-1 0,0 1 0,-1-1 0,1 1 0,-1-1 0,1 1 0,-1-1 0,1 1 0,-1-1 0,1 1 0,-1 0 0,1-1 0,-1 1 0,0 0 0,1-1 0,-1 1 0,0 0 0,1 0 0,-1 0 0,0-1 0,1 1 0,-2 0 0,-22-2 0,22 1 0,-63 1 0,1 2 0,-71 11 0,30-1 0,6-3 0,-181 42 0,267-47 0,-1 0 0,1 2 0,0-1 0,-18 12 0,-43 36 0,51-37-1365,12-11-5461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3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259 123 24575,'1'-2'0,"0"-1"0,0 1 0,-1 0 0,1 0 0,-1 0 0,0-1 0,1 1 0,-1 0 0,0 0 0,0-1 0,-1 1 0,1 0 0,0 0 0,-1 0 0,1-1 0,-1 1 0,0 0 0,-1-3 0,0 3 0,1 0 0,-1 0 0,0 0 0,0 0 0,0 0 0,0 1 0,-1-1 0,1 1 0,0 0 0,0-1 0,-1 1 0,1 0 0,-1 0 0,1 1 0,-5-2 0,-45-10 0,-95-28 0,147 40 0,0 0 0,0 0 0,0 0 0,0 0 0,0 0 0,0-1 0,0 1 0,-1 0 0,1 0 0,0 0 0,0 0 0,0 0 0,0 0 0,-1 0 0,1 0 0,0 0 0,0 0 0,0 0 0,0 0 0,-1 0 0,1 0 0,0 0 0,0 0 0,0 0 0,0 0 0,-1 0 0,1 0 0,0 0 0,0 0 0,0 0 0,0 0 0,-1 0 0,1 0 0,0 0 0,0 0 0,0 0 0,0 1 0,0-1 0,-1 0 0,1 0 0,0 0 0,0 0 0,0 0 0,0 0 0,0 1 0,5 7 0,15 8 0,-3-7 0,1 0 0,-1-2 0,28 9 0,-28-11 0,0 0 0,0 2 0,-1 0 0,22 13 0,-37-19 0,0-1 0,0 1 0,0 0 0,0-1 0,0 1 0,0 0 0,0 0 0,-1 0 0,1 0 0,0 0 0,0 0 0,-1 0 0,1 0 0,0 0 0,-1 0 0,1 0 0,-1 0 0,0 0 0,1 0 0,-1 2 0,0-2 0,0 0 0,0 0 0,0 0 0,-1 0 0,1 0 0,0-1 0,-1 1 0,1 0 0,-1 0 0,1 0 0,-1 0 0,0-1 0,1 1 0,-1 0 0,0-1 0,1 1 0,-1 0 0,0-1 0,-1 2 0,-6 2 0,0 0 0,0-1 0,0 0 0,-12 3 0,14-4 0,1 0 0,-18 4 0,1 1 0,0 1 0,0 2 0,1 0 0,-24 16 0,30-17-1365,3-1-5461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5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27 24575,'-5'-17'0,"3"8"0,8 23 0,119 270 0,-57-136 0,-61-139 0,-7-9 0,0 0 0,0 0 0,0 0 0,0 0 0,0 0 0,0 1 0,1-2 0,-1 1 0,0 0 0,0 0 0,0 0 0,0 0 0,0 0 0,0 0 0,0 0 0,1 0 0,-1 0 0,0 0 0,0 0 0,0 0 0,0 0 0,0 0 0,0 0 0,0 0 0,0 0 0,1-1 0,-1 1 0,0 0 0,0 0 0,0 0 0,0 0 0,0 0 0,0 0 0,0 0 0,0 0 0,0-1 0,0 1 0,0 0 0,0 0 0,0 0 0,0 0 0,3-22 0,-2 11 0,6-51 0,-6 43 0,1 0 0,8-31 0,-10 48 0,1 1 0,-1 0 0,0 0 0,1 0 0,-1-1 0,1 1 0,-1 0 0,1 0 0,0 0 0,-1 0 0,1 0 0,0 0 0,0 0 0,0 0 0,0 0 0,0 1 0,0-1 0,0 0 0,0 0 0,0 1 0,0-1 0,0 1 0,3-2 0,-2 2 0,0 0 0,0 0 0,0 0 0,0 0 0,0 0 0,0 1 0,0-1 0,0 1 0,0-1 0,-1 1 0,1 0 0,0 0 0,3 1 0,2 3 0,0-1 0,0 1 0,0 1 0,-1 0 0,12 12 0,-4 0 0,-7-8 0,0-2 0,0 1 0,1-1 0,0 0 0,11 8 0,-17-14 0,1-1 0,0 1 0,-1-1 0,1 0 0,0 0 0,-1 0 0,1 0 0,0 0 0,0 0 0,0-1 0,0 0 0,0 1 0,0-1 0,0 0 0,0 0 0,0-1 0,-1 1 0,1-1 0,0 1 0,0-1 0,0 0 0,0 0 0,-1 0 0,6-3 0,-1-1 0,1 0 0,-1 0 0,0-1 0,-1 0 0,0 0 0,0 0 0,10-14 0,-6 6 0,-1-1 0,0 0 0,7-17 0,-14 27 0,0 0 0,-1 0 0,1 0 0,-1 0 0,0-1 0,0 1 0,0 0 0,-1-1 0,0 1 0,-1-6 0,1 9 0,0 0 0,-1 0 0,1 0 0,-1 0 0,1 1 0,-1-1 0,0 0 0,0 0 0,0 1 0,0-1 0,0 1 0,0-1 0,0 1 0,0-1 0,-1 1 0,1 0 0,0-1 0,-1 1 0,1 0 0,-1 0 0,0 0 0,1 0 0,-1 0 0,0 1 0,0-1 0,1 1 0,-1-1 0,0 1 0,0-1 0,0 1 0,-2 0 0,0-1 0,0 1 0,0 0 0,0 0 0,0 0 0,0 0 0,0 1 0,-1 0 0,1-1 0,1 2 0,-5 0 0,6-1 0,0 0 0,0 0 0,1 0 0,-1 0 0,1 1 0,-1-1 0,1 0 0,0 1 0,-1-1 0,1 1 0,0-1 0,0 1 0,0 0 0,0-1 0,0 1 0,0 0 0,0 0 0,1-1 0,-1 1 0,1 0 0,-1 0 0,1 4 0,-1-1 0,1 1 0,0-1 0,0 0 0,0 1 0,0-1 0,1 1 0,0-1 0,0 0 0,1 1 0,-1-1 0,6 10 0,-5-12 0,-1 0 0,2 0 0,-1 0 0,0-1 0,1 1 0,-1 0 0,1-1 0,0 0 0,0 0 0,0 1 0,0-2 0,0 1 0,0 0 0,1-1 0,-1 1 0,0-1 0,1 0 0,6 1 0,1 0 0,0-1 0,1 0 0,-1-1 0,0 0 0,1-1 0,16-3 0,-8-1 0,-1 0 0,35-14 0,-52 18 0,1 0 0,0 0 0,-1-1 0,1 0 0,-1 1 0,1-1 0,-1 0 0,0 0 0,0 0 0,0 0 0,0 0 0,0-1 0,0 1 0,-1 0 0,1-1 0,-1 0 0,1 1 0,-1-1 0,0 0 0,0 0 0,-1 1 0,2-5 0,-2 3 0,1-1 0,-1 1 0,-1-1 0,1 1 0,0-1 0,-1 1 0,0 0 0,0-1 0,0 1 0,-1 0 0,1 0 0,-1 0 0,0 0 0,-3-4 0,1 0 0,5 7 0,10 11 0,-2-1 0,2 1 0,38 26 0,-44-33 0,0 0 0,0 0 0,0-1 0,1 1 0,-1-1 0,1 0 0,-1-1 0,8 2 0,-13-3-4,1 0-1,0 0 1,0 0 0,0 0-1,-1 0 1,1 0-1,0 0 1,0 0-1,-1 0 1,1 0 0,0-1-1,0 1 1,0 0-1,-1 0 1,1-1-1,0 1 1,1-1 0,-2 0 13,0 1 0,0 0 0,1-1 0,-1 1 0,0-1 0,0 1 0,0 0 0,1-1 0,-1 1 0,0-1 0,0 1 0,0-1 0,0 1 0,0-1 0,0 1 0,0-1 0,0 1 0,0 0 0,0-1 0,0 1 0,-1-2 0,0-1-221,0 0 0,0 0 0,0 1 0,-1-1 0,0 0 0,-3-4 0,-6-6-6614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5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24575,'7'8'0,"6"4"0,2 3 0,-1-1-8191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6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14 24575,'-16'-1'0,"-198"-12"0,209 14 0,0-1 0,-1 1 0,1-1 0,0 1 0,-1 1 0,1-1 0,-7 4 0,11-5 0,0 1 0,0-1 0,0 1 0,0-1 0,0 1 0,0 0 0,0-1 0,1 1 0,-1 0 0,0 0 0,0 0 0,1 0 0,-1-1 0,1 1 0,-1 0 0,1 0 0,-1 2 0,1-2 0,-1 0 0,1 1 0,0-1 0,1 0 0,-1 0 0,0 1 0,0-1 0,1 0 0,-1 0 0,0 0 0,1 0 0,-1 1 0,1-1 0,-1 0 0,1 0 0,0 0 0,0 0 0,-1 0 0,2 1 0,4 4 0,0-1 0,0 1 0,0-1 0,1-1 0,0 1 0,0-1 0,12 6 0,54 18 0,-68-26 0,139 35 0,-99-27 0,-44-10 0,1 1 0,0-1 0,-1 1 0,1 0 0,-1 0 0,1 0 0,-1 0 0,1 0 0,-1 0 0,1 0 0,-1 0 0,0 1 0,0-1 0,1 0 0,-1 1 0,0-1 0,0 1 0,-1-1 0,1 1 0,0 0 0,0-1 0,-1 1 0,1 0 0,-1 0 0,0-1 0,1 1 0,-1 2 0,1 7 0,-1 0 0,0 0 0,-2 17 0,0-5 0,2-13 0,-1 0 0,0 0 0,0 0 0,-1 0 0,-1 0 0,0 0 0,-7 17 0,9-24 0,-1-1 0,1 1 0,-1 0 0,0-1 0,1 1 0,-1-1 0,0 0 0,-1 1 0,1-1 0,0 0 0,-1 0 0,1 0 0,-1-1 0,1 1 0,-1-1 0,0 1 0,0-1 0,0 0 0,1 0 0,-1 0 0,0-1 0,0 1 0,0-1 0,-1 1 0,1-1 0,0 0 0,0 0 0,0 0 0,-5-2 0,-4 0-15,1-2 1,0 0-1,-16-7 0,6 2-1291,6 3-5520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24575,'21'19'0,"0"1"0,31 39 0,28 52 0,-1-2 0,-60-86 0,0-1 0,36 31 0,-54-52 0,1 0 0,0 1 0,-1-1 0,1 0 0,0 0 0,-1 0 0,1 0 0,0-1 0,0 1 0,0 0 0,0-1 0,0 1 0,3-1 0,-4 0 0,0 0 0,-1 0 0,1 0 0,0-1 0,0 1 0,0 0 0,-1-1 0,1 1 0,0 0 0,-1-1 0,1 1 0,0-1 0,-1 1 0,1-1 0,-1 0 0,1 1 0,-1-1 0,1 1 0,-1-1 0,1 0 0,-1 1 0,0-1 0,1 0 0,-1 0 0,0 1 0,1-1 0,-1 0 0,0 0 0,0 0 0,0 1 0,0-1 0,0 0 0,0 0 0,0 0 0,0-1 0,-1-4 0,1 0 0,-1 0 0,0 0 0,0 1 0,-1-1 0,0 0 0,0 1 0,-6-11 0,5 10 0,1 0 0,-1-1 0,1 1 0,0 0 0,-2-12 0,4 17 0,0 1 0,0 0 0,0-1 0,0 1 0,0 0 0,0-1 0,0 1 0,0 0 0,0 0 0,0-1 0,1 1 0,-1 0 0,0-1 0,0 1 0,0 0 0,0 0 0,0-1 0,1 1 0,-1 0 0,0 0 0,0-1 0,0 1 0,1 0 0,-1 0 0,0-1 0,0 1 0,1 0 0,-1 0 0,0 0 0,1 0 0,-1 0 0,0-1 0,0 1 0,1 0 0,-1 0 0,0 0 0,1 0 0,-1 0 0,0 0 0,1 0 0,-1 0 0,0 0 0,1 0 0,-1 0 0,0 0 0,1 1 0,-1-1 0,1 0 0,18 6 0,-16-4 0,14 5 0,82 28 0,-88-32 0,1-1 0,1 0 0,-1 0 0,0-1 0,0 0 0,18-2 0,-28 1-49,0 0 1,0-1-1,0 1 0,0 0 0,-1-1 1,1 1-1,0-1 0,0 1 0,-1-1 1,1 0-1,0 0 0,-1 0 0,1 0 1,-1 0-1,1 0 0,-1 0 0,0 0 1,1-1-1,-1 1 0,0 0 0,0-1 1,0 1-1,0-1 0,0 1 0,0-1 0,0 0 1,1-3-1,0-5-6777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6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1 24575,'12'6'0,"0"1"0,-1 1 0,0 0 0,-1 0 0,19 19 0,40 57 0,-29-33 0,-2-5 0,-8-7 0,2-2 0,49 44 0,-80-80 0,5 3 0,-1 1 0,1-1 0,7 3 0,-12-6 0,0 0 0,0-1 0,1 1 0,-1-1 0,0 1 0,0-1 0,1 0 0,-1 0 0,0 1 0,3-1 0,-4 0 0,1-1 0,-1 1 0,1 0 0,-1 0 0,1 0 0,-1 0 0,1-1 0,-1 1 0,1 0 0,-1 0 0,0-1 0,1 1 0,-1 0 0,1-1 0,-1 1 0,0 0 0,1-1 0,-1 1 0,0-1 0,1 1 0,-1-1 0,0 1 0,0-1 0,0 1 0,1 0 0,-1-1 0,0 0 0,0-1 0,0 0 0,1 0 0,-1-1 0,0 1 0,-1 0 0,1 0 0,0 0 0,-1 0 0,1 0 0,-1 0 0,0 0 0,1 0 0,-2-2 0,-15-25 0,10 18 0,-1 1 0,-1 0 0,0 1 0,0 0 0,-1 0 0,0 1 0,-1 0 0,1 1 0,-1 0 0,-1 1 0,1 0 0,-1 1 0,0 0 0,-1 1 0,1 0 0,-1 1 0,0 0 0,0 1 0,1 1 0,-1 0 0,-19 1 0,22 1 11,1 0 0,0 0 0,1 1 0,-1 1 0,0-1 0,1 1-1,-1 1 1,1 0 0,0 0 0,-10 7 0,1 1-382,1 0-1,1 1 1,-21 23 0,21-20-6455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7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9 24575,'0'0'0,"0"0"0,0-1 0,1 1 0,-1-1 0,0 1 0,0-1 0,0 1 0,1 0 0,-1-1 0,0 1 0,0-1 0,1 1 0,-1 0 0,0-1 0,1 1 0,-1 0 0,0 0 0,1-1 0,-1 1 0,1 0 0,-1 0 0,0-1 0,1 1 0,0 0 0,-1 0 0,1 1 0,-1-1 0,0 0 0,0 1 0,1-1 0,-1 0 0,0 1 0,1-1 0,-1 0 0,0 1 0,0-1 0,0 1 0,0-1 0,0 1 0,1-1 0,-1 0 0,0 1 0,0-1 0,0 1 0,0 26 0,-4 3 0,-7 27 0,11-55 0,-1-1 0,1 1 0,-1 0 0,0-1 0,0 1 0,0-1 0,0 1 0,0-1 0,0 1 0,0-1 0,-1 1 0,1-1 0,0 0 0,-1 0 0,1 0 0,-2 1 0,-1 0 0,1-1 0,0 1 0,0-1 0,-1 0 0,1 0 0,0 0 0,-8 0 0,0-1 0,-1 0 0,1-1 0,-1 0 0,-13-3 0,16 2 0,-1-1 0,0 0 0,1 0 0,-1-1 0,-11-7 0,17 9 0,1 1 0,0-1 0,0 0 0,1 0 0,-1-1 0,0 1 0,1 0 0,-1-1 0,1 0 0,0 1 0,0-1 0,0 0 0,0 0 0,0 0 0,1 0 0,-1-1 0,1 1 0,-2-6 0,3 7 0,0 1 0,0-1 0,0 1 0,0 0 0,0-1 0,0 1 0,1 0 0,-1-1 0,0 1 0,1 0 0,-1-1 0,1 1 0,0 0 0,-1 0 0,1 0 0,0-1 0,1-1 0,0 1 0,0 0 0,1 0 0,-1 1 0,0-1 0,1 0 0,-1 1 0,6-3 0,2 0 0,1 1 0,0 0 0,14-2 0,-24 5 0,20-3-455,0 1 0,32 2 0,-41 0-6371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7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2 24575,'-9'-1'0,"-1"1"0,0 0 0,0 0 0,0 1 0,1 0 0,-1 0 0,0 1 0,-16 6 0,23-7 0,-1 1 0,0 0 0,0 0 0,1 0 0,-1 1 0,1-1 0,0 1 0,-1 0 0,1 0 0,0 0 0,1 0 0,-1 0 0,1 1 0,-1-1 0,1 1 0,0 0 0,0 0 0,1 0 0,-1 0 0,1 0 0,0 0 0,-1 6 0,1 2 0,0-1 0,1 1 0,0 0 0,1-1 0,0 1 0,1-1 0,0 0 0,1 1 0,5 10 0,5 14 0,25 46 0,-6-26 0,2-1 0,2-1 0,3-2 0,89 92 0,-116-133-1365,-3-2-5461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47 24575,'-27'-10'0,"-12"-3"0,-3 1 0,2 4 0,6 4 0,4 5 0,4 8 0,2 4 0,5 2 0,3 2 0,5-3-8191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29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24575,'15'4'0,"0"-1"0,29 3 0,-28-5 0,-1 1 0,27 7 0,-38-7 0,1 0 0,0 0 0,-1 0 0,1 0 0,-1 1 0,0-1 0,1 1 0,-1 0 0,-1 0 0,1 1 0,0-1 0,4 7 0,-6-7 0,0 0 0,-1-1 0,1 1 0,-1 0 0,0 0 0,0 0 0,0 0 0,0 0 0,0 0 0,-1 0 0,1 1 0,-1-1 0,0 0 0,0 0 0,0 0 0,0 0 0,-1 1 0,1-1 0,-1 0 0,0 0 0,-1 4 0,0-3 0,0 0 0,1 0 0,-2 0 0,1 0 0,0-1 0,-1 1 0,0 0 0,0-1 0,0 0 0,0 0 0,-1 0 0,1 0 0,-1 0 0,-4 2 0,-8 2 0,0 0 0,-1-1 0,1-1 0,-1 0 0,0-2 0,0 0 0,-1-1 0,-18 0 0,33-1 0,-1-2 0,1 1 0,0 0 0,0-1 0,0 1 0,0-1 0,0 0 0,0 0 0,0 0 0,0 0 0,0-1 0,-5-3 0,7 5 0,0-1 0,0 0 0,0 0 0,0 0 0,1 0 0,-1 0 0,0 0 0,0 0 0,1 0 0,-1 0 0,1 0 0,-1 0 0,1 0 0,-1-1 0,1 1 0,0 0 0,0 0 0,-1-1 0,1 1 0,0 0 0,0 0 0,0-1 0,1 1 0,-1 0 0,0 0 0,0-1 0,1 1 0,-1 0 0,0 0 0,1 0 0,-1 0 0,1 0 0,0-1 0,-1 1 0,2-1 0,2-3 7,-1 0-1,1 1 0,0-1 0,0 1 1,1 0-1,-1 1 0,1-1 0,0 1 1,5-4-1,9-3-210,23-8 1,-18 8-818,-15 5-5805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0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1 258 24575,'10'13'0,"1"0"0,0-1 0,0 0 0,2-1 0,-1-1 0,27 18 0,-30-23 0,-1-1 0,1 1 0,0-2 0,0 1 0,0-1 0,0-1 0,1 1 0,-1-2 0,1 1 0,-1-1 0,1-1 0,-1 1 0,11-3 0,-18 2 0,1 0 0,-1-1 0,0 1 0,0-1 0,-1 1 0,1-1 0,0 0 0,0 0 0,0 0 0,0 0 0,-1 0 0,1 0 0,0-1 0,-1 1 0,1 0 0,-1-1 0,1 0 0,-1 1 0,0-1 0,0 0 0,0 1 0,0-1 0,0 0 0,0 0 0,0 0 0,-1 0 0,1 0 0,-1 0 0,1 0 0,-1 0 0,0 0 0,0 0 0,0-3 0,0-2 0,0 0 0,-1 1 0,0-1 0,0 1 0,0-1 0,-1 1 0,0-1 0,0 1 0,-4-7 0,-2-2 0,0 1 0,-2-1 0,-10-13 0,16 24 0,0-1 0,-1 1 0,1-1 0,-1 1 0,0 1 0,0-1 0,0 0 0,0 1 0,0 0 0,-1 1 0,-9-4 0,14 5 0,0 1 0,0 0 0,0-1 0,0 1 0,0 0 0,0 0 0,0 0 0,0 0 0,0 0 0,0 0 0,0 0 0,0 0 0,0 1 0,0-1 0,0 0 0,0 0 0,-2 2 0,3-2 0,-1 1 0,1-1 0,-1 1 0,1-1 0,-1 1 0,1-1 0,0 1 0,-1 0 0,1-1 0,0 1 0,-1 0 0,1-1 0,0 1 0,0 0 0,-1-1 0,1 1 0,0 0 0,0 1 0,0 1 0,0 0 0,1 0 0,-1 1 0,1-1 0,-1 0 0,1 0 0,0 0 0,0 0 0,3 4 0,-1-1 0,1-1 0,0 1 0,1-1 0,-1 0 0,1 0 0,0 0 0,0-1 0,1 0 0,-1 0 0,1 0 0,0-1 0,0 1 0,0-1 0,0-1 0,9 3 0,3 1 0,1-2 0,-1 0 0,1-1 0,24 1 0,-34-4 0,1 0 0,-1 0 0,0-1 0,1-1 0,-1 1 0,0-1 0,0-1 0,0 1 0,8-5 0,-14 6 0,0-1 0,-1 1 0,1-1 0,-1 1 0,1-1 0,-1 0 0,0 1 0,0-1 0,0 0 0,0-1 0,0 1 0,0 0 0,0-1 0,-1 1 0,1 0 0,-1-1 0,0 0 0,0 1 0,0-1 0,0 0 0,0 0 0,-1 0 0,1 1 0,-1-1 0,1 0 0,-1 0 0,0 0 0,0 0 0,-1 0 0,1 0 0,-1 0 0,-1-4 0,1 3 0,0 1 0,-1-1 0,1 1 0,-1 0 0,0-1 0,0 1 0,0 0 0,-1 0 0,1 0 0,-1 0 0,0 1 0,0-1 0,0 1 0,0 0 0,0-1 0,-4-1 0,4 2 0,0 1 0,-1-1 0,1 1 0,0 0 0,0 0 0,-1 0 0,1 0 0,0 1 0,-1-1 0,1 1 0,-1 0 0,1 0 0,0 0 0,-1 1 0,1-1 0,-1 1 0,1 0 0,-5 1 0,6-1 0,0 0 0,0 0 0,0 0 0,0 1 0,0-1 0,0 1 0,0-1 0,1 1 0,-1 0 0,0-1 0,1 1 0,0 0 0,-1 0 0,1 0 0,0 0 0,0 0 0,0 0 0,0 1 0,0-1 0,1 0 0,-1 0 0,1 1 0,-1-1 0,1 0 0,0 1 0,0-1 0,0 0 0,0 1 0,1-1 0,-1 1 0,1 1 0,0 0 0,0-1 0,0 1 0,0-1 0,0 1 0,1-1 0,-1 0 0,1 0 0,0 0 0,0 0 0,0 0 0,0 0 0,1 0 0,-1-1 0,1 1 0,0-1 0,-1 0 0,1 1 0,0-1 0,6 3 0,5-1 0,0 0 0,0 0 0,1-1 0,-1-1 0,0 0 0,1-1 0,0-1 0,-1 0 0,21-4 0,-8 0 0,0-1 0,0-2 0,-1-1 0,28-12 0,-46 17 0,0-1 0,0 0 0,-1 0 0,0-1 0,1 0 0,11-12 0,-17 15 0,0 1 0,-1-1 0,1 0 0,0 0 0,-1 0 0,1 0 0,-1 0 0,0 0 0,0-1 0,0 1 0,0 0 0,0-1 0,0 1 0,-1-1 0,1 1 0,-1 0 0,1-1 0,-1 1 0,0-1 0,0 1 0,0-1 0,0 0 0,-1 1 0,1 0 0,-1-1 0,0 1 0,-1-5 0,-3-2-85,0 0 0,0 1-1,-1-1 1,0 1 0,-1 0-1,0 1 1,0 0 0,-1 0-1,1 0 1,-2 1 0,1 0-1,-1 1 1,1 0 0,-1 0-1,-15-5 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0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28 24575,'-3'-2'0,"-22"-17"0,23 18 0,1 0 0,-1 1 0,0-1 0,0 0 0,1 0 0,-1 1 0,0-1 0,0 1 0,0 0 0,0-1 0,0 1 0,1 0 0,-4 0 0,5 0 0,0 0 0,-1 0 0,1 0 0,0 1 0,-1-1 0,1 0 0,0 0 0,0 0 0,-1 0 0,1 0 0,0 0 0,-1 1 0,1-1 0,0 0 0,0 0 0,-1 0 0,1 1 0,0-1 0,0 0 0,0 0 0,-1 1 0,1-1 0,0 0 0,0 0 0,0 1 0,0-1 0,-1 0 0,1 1 0,0-1 0,0 1 0,3 10 0,11 9 0,4 0 0,2 0 0,0-2 0,35 24 0,-50-38 0,9 5 0,15 13 0,-27-20 0,0-1 0,0 1 0,0 0 0,-1 0 0,1 0 0,-1 0 0,1 0 0,-1 1 0,0-1 0,2 5 0,-3-6 0,0 0 0,1 0 0,-1 1 0,0-1 0,-1 0 0,1 1 0,0-1 0,0 0 0,0 0 0,-1 1 0,1-1 0,-1 0 0,1 0 0,-1 0 0,1 0 0,-1 0 0,0 1 0,1-1 0,-1 0 0,0 0 0,0-1 0,0 1 0,0 0 0,0 0 0,0 0 0,0 0 0,0-1 0,0 1 0,-1 0 0,-6 3 0,1-1 0,0 1 0,-12 2 0,13-4 0,-43 14-682,-87 17-1,122-31-6143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1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24575,'8'22'0,"1"0"0,2-1 0,0 0 0,1 0 0,1-1 0,26 30 0,-10-18 0,2-1 0,59 47 0,-82-72 0,35 26 0,-38-30 0,-1 1 0,1 0 0,-1-1 0,1 0 0,0 0 0,0-1 0,9 3 0,-13-4 0,0 0 0,-1 0 0,1 0 0,0 0 0,0 0 0,0 0 0,0 0 0,-1 0 0,1 0 0,0-1 0,0 1 0,0 0 0,0 0 0,-1-1 0,1 1 0,0-1 0,-1 1 0,1-1 0,0 1 0,0-1 0,-1 1 0,1-1 0,0 0 0,0-1 0,0 1 0,0-1 0,-1 0 0,1 1 0,0-1 0,-1 0 0,1 1 0,-1-1 0,0 0 0,1-3 0,-1-2 0,-1 0 0,1 0 0,-1 0 0,-3-12 0,0 9 0,0 0 0,0 0 0,-1 0 0,0 1 0,-1 0 0,-8-10 0,-12-22 0,36 44 0,5 6 0,11 10 0,0-2 0,38 18 0,-53-30 0,0 0 0,0-1 0,0-1 0,0 1 0,18 1 0,-26-5 0,0 1 0,0-1 0,0 0 0,0-1 0,0 1 0,0 0 0,-1-1 0,1 0 0,0 0 0,0 0 0,5-2 0,-7 2 0,1-1 0,0 1 0,0 0 0,-1-1 0,1 0 0,-1 1 0,1-1 0,-1 0 0,0 0 0,0 0 0,0 1 0,0-1 0,0-1 0,0 1 0,0 0 0,-1 0 0,2-4 0,10-79 0,-12 81 0,1-8 0,-1-1 0,-1 1 0,0-1 0,-6-20 0,5 18 0,2 14 0,0 0 0,-1 0 0,1 0 0,0 0 0,0 0 0,-1-1 0,1 1 0,0 0 0,-1 0 0,1 0 0,-1 0 0,0 0 0,1 0 0,-1 0 0,0 0 0,1 1 0,-1-1 0,0 0 0,0 0 0,0 0 0,0 1 0,0-1 0,0 0 0,0 1 0,0-1 0,0 1 0,0 0 0,0-1 0,0 1 0,0 0 0,0-1 0,-1 1 0,-1 0 0,1 0 0,0 1 0,0-1 0,0 1 0,1-1 0,-1 1 0,0 0 0,0 0 0,0 0 0,0 0 0,1 0 0,-1 0 0,1 0 0,-1 1 0,1-1 0,-1 0 0,1 1 0,0-1 0,-3 4 0,2-2 0,1 0 0,-1 0 0,1-1 0,0 1 0,-1 0 0,1 0 0,1 0 0,-1 0 0,0 0 0,1 0 0,-1 0 0,1 1 0,0-1 0,0 0 0,0 0 0,1 0 0,-1 0 0,1 0 0,-1 0 0,1 0 0,0 0 0,0 0 0,1 0 0,-1 0 0,4 4 0,-2-2 0,0-1 0,0 0 0,1 0 0,0-1 0,0 1 0,0-1 0,0 1 0,1-1 0,-1-1 0,1 1 0,-1-1 0,1 1 0,0-2 0,8 4 0,-4-3 0,-1 0 0,1 0 0,0-1 0,0 0 0,13 0 0,-20-1 0,0 0 0,1-1 0,-1 1 0,0-1 0,0 1 0,1-1 0,-1 0 0,0 0 0,0 0 0,0 0 0,0 0 0,0 0 0,0-1 0,0 1 0,-1-1 0,1 1 0,0-1 0,-1 0 0,1 1 0,-1-1 0,1 0 0,-1 0 0,0 0 0,0 0 0,0 0 0,1-3 0,-1 1 0,0 0 0,0-1 0,0 1 0,0 0 0,-1 0 0,1-1 0,-1 1 0,0 0 0,-1-1 0,1 1 0,-1 0 0,0-1 0,0 1 0,0 0 0,0 0 0,-1 0 0,0 0 0,0 0 0,0 0 0,0 1 0,0-1 0,-1 0 0,0 1 0,0 0 0,0 0 0,-4-4 0,-2-1 0,0 1 0,0 1 0,-1-1 0,1 2 0,-1-1 0,-1 1 0,1 1 0,-22-7 0,30 10 0,0 1 0,0-1 0,1 1 0,-1 0 0,0-1 0,0 1 0,0 0 0,0 0 0,1 0 0,-1 1 0,0-1 0,0 0 0,0 1 0,1-1 0,-1 1 0,0-1 0,1 1 0,-1 0 0,0 0 0,1 0 0,-1 0 0,1 0 0,-2 1 0,1 0 0,0 1 0,1-1 0,-1 1 0,1-1 0,-1 1 0,1-1 0,0 1 0,0 0 0,0 0 0,0 0 0,1-1 0,-1 1 0,1 6 0,-1-3-124,1 0 0,0 0 0,1 0 0,-1 0 0,1 0 0,0-1-1,1 1 1,0 0 0,0 0 0,5 10 0,-1-4-6702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1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81 102 24575,'-2'-1'0,"-2"-3"0,-1-1 0,0 1 0,0 1 0,0-1 0,-1 1 0,1 0 0,-1 0 0,0 0 0,0 1 0,-6-2 0,11 4 0,1 0 0,-1 0 0,1-1 0,0 1 0,-1 0 0,1 0 0,-1 0 0,1 0 0,0 0 0,-1 0 0,1 0 0,-1 0 0,1 1 0,-1-1 0,1 0 0,0 0 0,-1 0 0,1 0 0,0 0 0,-1 1 0,1-1 0,0 0 0,-1 0 0,1 1 0,0-1 0,-1 0 0,1 0 0,0 1 0,-1-1 0,1 0 0,0 1 0,-1 0 0,1 0 0,0 0 0,0 0 0,0 1 0,0-1 0,0 0 0,0 0 0,0 0 0,0 0 0,1 0 0,-1 0 0,1 1 0,12 27 0,-12-28 0,4 8 0,1 0 0,0 0 0,0-1 0,1 0 0,11 12 0,-16-19 0,-1 0 0,1 1 0,0-1 0,0 0 0,0 0 0,0 0 0,0 0 0,0 0 0,0 0 0,0-1 0,0 1 0,0-1 0,0 1 0,1-1 0,-1 0 0,0 0 0,0 0 0,0 0 0,0 0 0,1-1 0,-1 1 0,0-1 0,0 1 0,0-1 0,0 0 0,0 1 0,0-1 0,0 0 0,0-1 0,0 1 0,0 0 0,-1 0 0,3-3 0,0 1 0,-1-1 0,0 1 0,0-1 0,-1 0 0,1 0 0,-1 0 0,0 0 0,0 0 0,0 0 0,0 0 0,-1-1 0,0 1 0,1-1 0,-1-6 0,0 3 0,0 1 0,-1 0 0,0 0 0,0-1 0,-1 1 0,0 0 0,0 0 0,-4-11 0,4 16-38,0 0 0,0 0 0,1 1 1,-1-1-1,-1 0 0,1 1 0,0-1 0,0 1 0,0-1 0,-1 1 0,1 0 0,-1 0 0,1-1 0,-1 1 0,0 0 0,1 0 1,-1 0-1,0 1 0,0-1 0,1 0 0,-1 1 0,0-1 0,0 1 0,0 0 0,0-1 0,0 1 0,0 0 0,0 0 0,0 0 1,1 1-1,-1-1 0,0 0 0,0 1 0,0-1 0,-3 2 0,-4 1-6788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2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34 24575,'-2'-10'0,"1"8"0,0 0 0,1 0 0,-1 0 0,1 0 0,0 0 0,-1 1 0,1-1 0,0 0 0,1-4 0,-1 6 0,0 0 0,0 0 0,0 0 0,0 0 0,0 0 0,1 0 0,-1 0 0,0 0 0,0 0 0,0 0 0,1 0 0,-1 0 0,0 0 0,0 0 0,0 0 0,0 0 0,1 0 0,-1 0 0,0 0 0,0 0 0,0 0 0,1 0 0,-1 0 0,0 0 0,0 0 0,0 0 0,0 0 0,0 0 0,1 1 0,-1-1 0,0 0 0,0 0 0,0 0 0,0 0 0,0 0 0,0 1 0,7 5 0,68 83 0,-15-15 0,-39-51 0,22 26 0,2-3 0,54 45 0,-94-87-227,0 0-1,1-1 1,-1 1-1,1-1 1,9 4-1,-3-4-6598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2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10 24575,'-29'-3'0,"-13"0"0,-4 0 0,4 3 0,6 1 0,7 4 0,6 0 0,2 2 0,2 2 0,2 3 0,1 1 0,4-2-8191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3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1 155 24575,'0'4'0,"0"1"0,1 0 0,0-1 0,0 1 0,1-1 0,-1 1 0,1-1 0,0 1 0,0-1 0,0 0 0,1 0 0,-1 0 0,1 0 0,4 4 0,6 5 0,0 0 0,20 14 0,-23-19 0,-3-2 0,0-1 0,1-1 0,-1 1 0,1-1 0,0 0 0,0-1 0,0 0 0,10 2 0,-16-4 0,0 0 0,0-1 0,1 0 0,-1 1 0,0-1 0,0 0 0,1 0 0,-1 0 0,0 0 0,0-1 0,0 1 0,1-1 0,-1 1 0,0-1 0,0 0 0,0 0 0,0 0 0,0 0 0,0 0 0,0 0 0,0 0 0,-1-1 0,1 1 0,0-1 0,-1 1 0,1-1 0,-1 0 0,1 1 0,-1-1 0,0 0 0,0 0 0,0 0 0,0 0 0,0 0 0,0 0 0,0-3 0,0 2 0,-1 0 0,1 0 0,0 0 0,-1 0 0,0-1 0,0 1 0,0 0 0,0 0 0,-1 0 0,1-1 0,-1 1 0,0 0 0,1 0 0,-2 0 0,1 0 0,-2-4 0,-3-2 0,0 0 0,0 0 0,-12-12 0,-3-4 0,21 25 0,0 0 0,0 0 0,0 0 0,-1 0 0,1 0 0,0-1 0,0 1 0,0 0 0,0 0 0,0 0 0,-1 0 0,1-1 0,0 1 0,0 0 0,0 0 0,0 0 0,0 0 0,0-1 0,0 1 0,0 0 0,0 0 0,0 0 0,0-1 0,0 1 0,0 0 0,0 0 0,0 0 0,0-1 0,0 1 0,0 0 0,0 0 0,0 0 0,0-1 0,0 1 0,0 0 0,0 0 0,0 0 0,0 0 0,0-1 0,1 1 0,8 1 0,14 10 0,-22-11 0,26 13 0,0-1 0,1-2 0,35 9 0,-46-15 0,-1 0 0,1-2 0,0 0 0,1-1 0,-1-1 0,0 0 0,18-4 0,-30 4 0,-1-1 0,1 0 0,-1-1 0,1 1 0,-1-1 0,0 0 0,1 0 0,-1 0 0,0 0 0,0-1 0,0 0 0,3-3 0,-5 4 0,0 0 0,-1 0 0,1 0 0,-1 0 0,1-1 0,-1 1 0,0-1 0,0 1 0,0-1 0,0 1 0,0-1 0,0 0 0,-1 1 0,1-1 0,-1 0 0,0 1 0,0-1 0,0 0 0,0 0 0,0 1 0,-2-5 0,1 0 0,-1 1 0,0 0 0,0 0 0,-1 0 0,0 0 0,0 0 0,0 1 0,-1 0 0,0-1 0,0 1 0,0 0 0,-1 1 0,-7-7 0,2 3 0,0 0 0,-1 1 0,0 1 0,-1-1 0,-21-7 0,30 13 0,0 0 0,0 0 0,0 1 0,0-1 0,0 1 0,0-1 0,0 1 0,0 0 0,-5 1 0,7-1 0,0 0 0,0 0 0,0 0 0,0 1 0,0-1 0,0 0 0,1 1 0,-1-1 0,0 1 0,0-1 0,0 1 0,0-1 0,1 1 0,-1 0 0,0-1 0,1 1 0,-1 0 0,0 0 0,1-1 0,-1 1 0,1 0 0,-1 0 0,1 0 0,0 0 0,-1 0 0,1 0 0,0 0 0,0-1 0,-1 1 0,1 0 0,0 0 0,0 0 0,0 2 0,1 3 0,-1-1 0,1 1 0,0-1 0,0 1 0,1-1 0,-1 0 0,1 1 0,0-1 0,1 0 0,-1 0 0,1-1 0,0 1 0,0 0 0,1-1 0,0 0 0,-1 0 0,1 0 0,0 0 0,1 0 0,-1-1 0,1 0 0,8 5 0,-2-2 0,0-1 0,1 0 0,0-1 0,-1 0 0,1-1 0,0-1 0,1 1 0,-1-2 0,16 1 0,-17-2 20,-1 0 0,0-1 0,1 0 0,-1-1 0,17-4 0,-21 4-144,-1 0 0,1-1 1,-1 0-1,0 1 0,0-2 0,0 1 1,0 0-1,-1-1 0,0 0 0,1 0 1,4-7-1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4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1 170 24575,'67'36'0,"41"19"0,-103-53 0,-1 0 0,1-1 0,0 1 0,0-1 0,-1 0 0,1-1 0,0 1 0,0-1 0,0 0 0,0 0 0,5-1 0,-8 1 0,0-1 0,-1 1 0,1-1 0,0 0 0,0 1 0,0-1 0,-1 0 0,1 0 0,0-1 0,-1 1 0,1 0 0,-1 0 0,1-1 0,-1 1 0,0-1 0,1 1 0,-1-1 0,0 1 0,0-1 0,0 0 0,0 0 0,0 0 0,-1 1 0,1-1 0,-1 0 0,1 0 0,-1 0 0,1 0 0,-1-2 0,0-4 0,0 0 0,0 0 0,0 0 0,-1 0 0,0 0 0,-1 1 0,0-1 0,0 0 0,-1 1 0,0-1 0,0 1 0,0 0 0,-8-11 0,1 3 0,-1 0 0,0 1 0,-1 1 0,-27-24 0,37 35 12,-1 1 0,1-1 0,0 0 0,-1 1 0,0 0 0,1 0 0,-1 0 0,0 0 0,-3-1 0,6 2-22,-1 0 0,0 0 0,1 0 0,-1 0 0,1 0 0,-1 0 0,0 0 0,1 0 0,-1 0-1,1 0 1,-1 0 0,0 0 0,1 1 0,-1-1 0,1 0 0,-1 0 0,1 1 0,-1-1 0,0 1 0,1-1-58,-1 1 1,1 0-1,-1 0 1,1-1-1,0 1 0,-1 0 1,1 0-1,0-1 1,0 1-1,0 0 1,-1 0-1,1 0 0,0-1 1,0 1-1,0 0 1,0 0-1,0 0 1,1 1-1,1 6-6758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4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88 313 24575,'5'-25'0,"1"-29"0,-6 47 0,0 1 0,0-1 0,0 1 0,-1-1 0,0 0 0,0 1 0,-1 0 0,0-1 0,-4-9 0,5 14 0,0 0 0,1 1 0,-1 0 0,0-1 0,0 1 0,0-1 0,0 1 0,0 0 0,0 0 0,-1 0 0,1 0 0,0 0 0,-1 0 0,1 0 0,0 0 0,-1 0 0,1 0 0,-4 0 0,4 1 0,0 0 0,-1 0 0,1 0 0,-1 0 0,1 0 0,0 0 0,-1 0 0,1 1 0,-1-1 0,1 0 0,0 1 0,-1-1 0,1 1 0,0 0 0,0-1 0,-1 1 0,0 1 0,-2 1 0,1 0 0,0 0 0,1 0 0,-1 0 0,0 1 0,1-1 0,0 1 0,0-1 0,0 1 0,0 0 0,1 0 0,-1 0 0,-1 6 0,3-5 0,-1-1 0,1 1 0,0 0 0,0-1 0,0 1 0,0-1 0,1 1 0,0 0 0,0-1 0,0 1 0,1-1 0,-1 0 0,1 1 0,0-1 0,0 0 0,1 0 0,-1 0 0,1 0 0,4 4 0,-3-4 0,0 0 0,0-1 0,0 0 0,1 1 0,-1-1 0,1-1 0,0 1 0,0-1 0,0 0 0,0 0 0,0 0 0,1-1 0,-1 0 0,1 0 0,-1 0 0,6 0 0,13-1 0,0-1 0,0-2 0,-1 0 0,1-1 0,36-12 0,-4-3 0,57-29 0,-111 47 0,-1 1 0,0-1 0,1 0 0,-1 1 0,0-1 0,1 0 0,-1 0 0,0 1 0,0-1 0,0 0 0,1 0 0,-1 0 0,0-1 0,0 1 0,-1 0 0,1 0 0,0-1 0,0 1 0,-1 0 0,1-1 0,0 1 0,-1 0 0,1-1 0,-1 1 0,0-1 0,0 1 0,1-1 0,-1 1 0,0-1 0,0 1 0,0-1 0,-1 1 0,1-1 0,0 1 0,0-1 0,-1 1 0,1-1 0,-1 1 0,0 0 0,1-1 0,-1 1 0,-1-2 0,-2-3 0,0 0 0,-1 0 0,0 0 0,0 0 0,0 1 0,-13-10 0,-9-5 0,14 11 0,0-1 0,0 0 0,-20-22 0,30 28 20,1 1 0,0-1 0,0 1 0,0-1 0,-2-4 0,4 7-57,0 1 0,-1-1 0,1 1-1,0-1 1,-1 0 0,1 1 0,0-1 0,0 0 0,0 1 0,0-1 0,0 0-1,0 1 1,0-1 0,0 0 0,0 1 0,0-1 0,0 0 0,0 1 0,0-1-1,0 0 1,0 1 0,1-1 0,-1 1 0,0-1 0,1 0 0,-1 1 0,0-1-1,1 1 1,-1-1 0,1 1 0,-1-1 0,1 1 0,-1-1 0,1 1 0,-1 0-1,1-1 1,-1 1 0,1 0 0,1-1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5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283 303 24575,'-45'-8'0,"15"2"0,-1 1 0,1 1 0,-43 1 0,71 3 0,0 1 0,-1-1 0,1 0 0,0 1 0,-1-1 0,1 1 0,0 0 0,-1 0 0,1 0 0,0 0 0,0 0 0,0 0 0,0 0 0,0 1 0,0-1 0,0 1 0,1 0 0,-3 2 0,3-2 0,0 0 0,0-1 0,0 1 0,0 0 0,0 0 0,1 0 0,-1-1 0,1 1 0,0 0 0,-1 0 0,1 0 0,0 0 0,0 0 0,0 0 0,0 0 0,1 0 0,-1 0 0,0 0 0,1 0 0,0-1 0,-1 1 0,1 0 0,1 2 0,1 2 0,1 0 0,1 1 0,-1-1 0,1-1 0,0 1 0,0-1 0,0 0 0,1 0 0,0 0 0,9 4 0,-1 0 0,1 0 0,1-2 0,22 9 0,-26-13 0,0 1 0,0-2 0,13 2 0,-18-3 0,-1 0 0,1-1 0,-1 0 0,1-1 0,0 1 0,-1-1 0,10-3 0,-14 3 0,1 1 0,-1-1 0,0 0 0,0 0 0,0 0 0,-1 0 0,1 0 0,0-1 0,0 1 0,-1 0 0,1-1 0,0 1 0,-1-1 0,1 0 0,-1 0 0,0 1 0,0-1 0,0 0 0,0 0 0,0 0 0,0 0 0,0 0 0,-1-1 0,1 1 0,-1 0 0,1 0 0,-1 0 0,0 0 0,0-1 0,0 1 0,0 0 0,-1-3 0,0-3 0,-1 1 0,0-1 0,0 1 0,-1 0 0,0 0 0,0 0 0,-1 0 0,-4-6 0,-14-21 0,-52-56 0,-36-23 0,50 53 0,53 53 0,5 4 0,0 0 0,0 1 0,0 0 0,0-1 0,-1 1 0,1 0 0,-1 0 0,1 0 0,-1 1 0,0-1 0,-3-1 0,6 3 0,0 0 0,0 0 0,0 0 0,-1 0 0,1 0 0,0 0 0,0 0 0,0 0 0,0 0 0,0 0 0,0 0 0,0 0 0,0 0 0,0 0 0,0 0 0,0 1 0,-1-1 0,1 0 0,0 0 0,0 0 0,0 0 0,0 0 0,0 0 0,0 0 0,0 0 0,0 0 0,0 0 0,0 0 0,0 0 0,0 0 0,0 1 0,0-1 0,0 0 0,0 0 0,0 0 0,0 0 0,0 0 0,0 0 0,0 0 0,0 0 0,0 0 0,0 0 0,0 1 0,0-1 0,0 0 0,0 0 0,0 0 0,3 7 0,4 7 0,13 15 0,2-1 0,0-1 0,33 29 0,-39-42 0,0-1 0,0-1 0,1 0 0,0-1 0,1-1 0,1-1 0,0 0 0,0-1 0,0-2 0,1 0 0,0-1 0,0 0 0,0-2 0,1 0 0,-1-2 0,1 0 0,26-3 0,-41 2 0,-1-1 0,1 0 0,-1 0 0,1 0 0,-1 0 0,0-1 0,0 0 0,0 0 0,9-6 0,-12 7 0,1-1 0,-1 0 0,1 0 0,-1 0 0,0-1 0,0 1 0,0 0 0,0-1 0,0 0 0,-1 1 0,1-1 0,-1 0 0,0 0 0,0 0 0,0 1 0,0-1 0,0 0 0,0-6 0,0 3 0,-1 0 0,0 0 0,0 0 0,-1 0 0,0 0 0,0 1 0,0-1 0,-1 0 0,1 1 0,-1-1 0,-1 1 0,1-1 0,-6-8 0,-2 1 0,0 0 0,-1 0 0,-20-18 0,28 28 0,-1-1 0,0 1 0,1 1 0,-1-1 0,0 1 0,-1-1 0,1 1 0,0 0 0,-9-2 0,12 4 0,-1-1 0,1 1 0,-1 0 0,1 0 0,-1 0 0,1 0 0,-1 0 0,1 0 0,-1 0 0,1 0 0,0 1 0,-1-1 0,1 0 0,-1 1 0,1-1 0,0 1 0,-1 0 0,1-1 0,0 1 0,0 0 0,0 0 0,-1 0 0,1 0 0,0 0 0,0 0 0,0 0 0,0 0 0,1 0 0,-1 1 0,0-1 0,0 0 0,1 1 0,-1-1 0,1 0 0,-1 3 0,-1 0 0,1 0 0,0 0 0,0 1 0,0-1 0,1 1 0,0-1 0,0 1 0,0-1 0,0 0 0,0 1 0,1-1 0,0 1 0,2 4 0,-1-3 0,0 0 0,1 0 0,0 0 0,1-1 0,-1 1 0,1-1 0,0 0 0,7 7 0,-2-3 0,1-1 0,0 0 0,1 0 0,0-1 0,0-1 0,1 0 0,0 0 0,19 6 0,-14-8 0,-1 0 0,1-1 0,0-1 0,0-1 0,0 0 0,0-1 0,0-1 0,20-3 0,-31 3-114,0-1 1,0 1-1,0-1 0,0 0 0,0 0 1,-1 0-1,1-1 0,-1 0 0,0 0 1,1 0-1,5-6 0,-2 0-6712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6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4 24575,'-8'-2'0,"0"1"0,-1 1 0,1-1 0,0 1 0,0 0 0,-1 1 0,1 0 0,-9 2 0,14-2 0,0 0 0,0 1 0,-1-1 0,1 1 0,0-1 0,0 1 0,0 0 0,0 0 0,1 0 0,-1 1 0,0-1 0,1 0 0,0 1 0,0 0 0,-1 0 0,2 0 0,-1-1 0,0 2 0,0-1 0,1 0 0,-2 5 0,2-4 0,0 0 0,0 0 0,0 0 0,0 0 0,1 0 0,-1 0 0,1 0 0,0 0 0,0 1 0,1-1 0,-1 0 0,1 0 0,0 0 0,2 7 0,-1-8 0,0 0 0,0 0 0,0 1 0,0-1 0,0-1 0,1 1 0,-1 0 0,1 0 0,0-1 0,-1 0 0,1 1 0,1-1 0,-1 0 0,0 0 0,0-1 0,7 3 0,2 0 0,0 0 0,1-1 0,0 0 0,24 1 0,53-3 0,-63-1 0,-24 0-124,0 0 0,0 0 0,0 0 0,1-1 0,-1 1 0,0-1-1,0 0 1,0 0 0,0 0 0,5-3 0,1-2-6702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7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71 232 24575,'33'31'0,"-25"-22"0,0-1 0,1 1 0,0-2 0,0 1 0,1-1 0,14 7 0,-24-14 0,1 0 0,-1 1 0,0-1 0,0 0 0,1 0 0,-1 0 0,0 0 0,0 1 0,1-1 0,-1 0 0,0 0 0,1 0 0,-1 0 0,0 0 0,0 0 0,1 0 0,-1 0 0,0 0 0,1 0 0,-1 0 0,0 0 0,0 0 0,1 0 0,-1 0 0,0 0 0,1-1 0,-1 1 0,0 0 0,0 0 0,1 0 0,-3-9 0,-10-9 0,-15-7 0,-45-33 0,-5-4 0,78 62 0,-1 0 0,0 0 0,0 0 0,0 0 0,0 0 0,0 0 0,0 0 0,0 0 0,0 0 0,0 0 0,0 0 0,0 0 0,0 0 0,0 0 0,0 0 0,0 0 0,0 0 0,0 0 0,0 0 0,0 0 0,1 0 0,-1 0 0,0 0 0,0 0 0,0 0 0,0 0 0,0 0 0,0 0 0,0 0 0,0 0 0,0 0 0,0 0 0,0 0 0,0 0 0,0 0 0,0-1 0,0 1 0,0 0 0,0 0 0,0 0 0,0 0 0,0 0 0,0 0 0,0 0 0,0 0 0,0 0 0,0 0 0,0 0 0,0 0 0,0 0 0,0 0 0,0 0 0,0 0 0,0 0 0,10 2 0,18 6 0,-20-5 0,24 7 0,2-1 0,0-2 0,52 5 0,-73-11 0,0-1 0,0 0 0,0-1 0,0 0 0,0-1 0,0 0 0,0-2 0,0 1 0,-1-1 0,0-1 0,0 0 0,17-11 0,-25 14 0,-1 0 0,0-1 0,0 1 0,0-1 0,0 0 0,0 0 0,0 0 0,-1-1 0,0 1 0,1-1 0,-1 1 0,1-5 0,-2 6 0,0 0 0,-1 0 0,1 0 0,0 0 0,-1 0 0,0 0 0,0 0 0,0-1 0,0 1 0,0 0 0,0 0 0,0 0 0,-1 0 0,1 0 0,-1 0 0,1-1 0,-1 1 0,0 0 0,0 1 0,0-1 0,0 0 0,0 0 0,-3-3 0,-2-2 0,0 1 0,-1 0 0,1 1 0,-1 0 0,0 0 0,-1 0 0,1 1 0,-1 0 0,0 0 0,0 1 0,-1 0 0,1 0 0,0 1 0,-1 0 0,-8-1 0,15 3 0,0 0 0,1 0 0,-1 0 0,1 0 0,-1 0 0,1 0 0,-1 1 0,1-1 0,-1 0 0,1 1 0,-1-1 0,1 1 0,-1 0 0,1-1 0,0 1 0,-1 0 0,1 0 0,0 0 0,0 0 0,0 0 0,0 0 0,-1 0 0,1 0 0,1 0 0,-1 1 0,0-1 0,0 0 0,0 1 0,1-1 0,-1 0 0,1 1 0,-1-1 0,1 1 0,-1-1 0,1 1 0,0-1 0,0 1 0,0-1 0,0 1 0,0-1 0,0 1 0,0 0 0,1 1 0,0 3 0,0 0 0,0-1 0,1 0 0,0 1 0,0-1 0,0 0 0,1 0 0,0 0 0,0 0 0,0 0 0,4 4 0,2 0 0,0-1 0,1 0 0,0 0 0,0-1 0,1 0 0,0 0 0,0-1 0,1-1 0,0 0 0,0-1 0,0 0 0,0-1 0,0 0 0,1-1 0,-1 0 0,18 0 0,-23-2-170,0-1-1,-1 0 0,1 0 1,0 0-1,-1-1 0,1 0 1,10-4-1,-5 0-6655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8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0 24575,'-3'1'0,"1"0"0,-1-1 0,1 1 0,-1 0 0,1 0 0,-1 0 0,1 1 0,0-1 0,-1 0 0,1 1 0,0 0 0,0-1 0,0 1 0,0 0 0,0 0 0,1 0 0,-4 5 0,4-5 0,1 0 0,-1 0 0,1 0 0,-1 1 0,1-1 0,-1 0 0,1 0 0,0 1 0,0-1 0,0 0 0,1 1 0,-1-1 0,0 0 0,1 0 0,0 1 0,-1-1 0,1 0 0,0 0 0,0 0 0,0 0 0,2 2 0,4 6 0,1 0 0,0 0 0,1-1 0,0 0 0,0-1 0,1 0 0,0-1 0,0 1 0,1-2 0,18 9 0,-28-14 0,0-1 0,0 1 0,0-1 0,0 1 0,0-1 0,0 0 0,0 0 0,0 1 0,0-1 0,0 0 0,1 0 0,-1 0 0,0 0 0,0 0 0,0-1 0,1 1 0,-1 0 0,0-1 0,-1 1 0,1 0 0,-1-1 0,1 1 0,-1-1 0,1 1 0,-1-1 0,1 1 0,-1-1 0,1 1 0,-1-1 0,0 1 0,1-1 0,-1 0 0,0 1 0,1-1 0,-1 0 0,0 0 0,1-1 0,-1-1 0,0 1 0,0 0 0,0 0 0,0-1 0,0 1 0,0 0 0,0 0 0,-1 0 0,1-1 0,-1 1 0,0 0 0,0 0 0,-1-3 0,-10-13 0,0 1 0,-1 0 0,0 1 0,-19-17 0,212 178 0,-141-124-720,-35-19 75,8 4-6181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8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0 24575,'-8'1'0,"0"1"0,0 0 0,0 0 0,-13 5 0,19-6 0,0 0 0,1-1 0,-1 1 0,1 0 0,-1 0 0,1 0 0,0 0 0,-1 0 0,1 0 0,0 1 0,0-1 0,0 0 0,0 1 0,0-1 0,0 0 0,0 1 0,0-1 0,0 1 0,1 0 0,-1-1 0,1 1 0,-1-1 0,1 1 0,-1 0 0,1 0 0,0-1 0,0 1 0,0 0 0,0 2 0,2 2 0,-1 1 0,1 0 0,0-1 0,1 1 0,-1-1 0,1 0 0,1 0 0,-1 0 0,1 0 0,0 0 0,5 5 0,7 5 0,34 30 0,-49-45 0,3 2 0,32 29 0,-33-29 0,-1 0 0,1 0 0,-1 0 0,0 0 0,0 0 0,0 0 0,0 1 0,0-1 0,2 8 0,-4-10 0,0 0 0,0 0 0,0 1 0,0-1 0,0 0 0,0 0 0,0 0 0,-1 0 0,1 0 0,0 0 0,-1 0 0,1 0 0,0 0 0,-1 0 0,1 0 0,-1 0 0,0 0 0,1 0 0,-1 0 0,0 0 0,0 0 0,1 0 0,-1-1 0,0 1 0,0 0 0,0-1 0,0 1 0,0-1 0,0 1 0,0-1 0,0 1 0,0-1 0,0 0 0,0 1 0,0-1 0,0 0 0,-2 0 0,-1 1 0,0 0 0,-1-1 0,1 0 0,0 0 0,0 0 0,0 0 0,-1 0 0,-6-3 0,11 3 0,-1 0 0,1 0 0,-1 0 0,1 0 0,0 0 0,-1 0 0,1 0 0,0 0 0,-1-1 0,1 1 0,0 0 0,-1 0 0,1 0 0,0-1 0,-1 1 0,1 0 0,0-1 0,0 1 0,-1 0 0,1 0 0,0-1 0,-1 0 0,7-3 0,20-3 0,-20 6 0,15-5 0,-4 2 0,-1 0 0,0-2 0,20-9 0,-31 12 0,0 0 0,0 0 0,0-1 0,0 0 0,-1 1 0,1-2 0,-1 1 0,0 0 0,-1-1 0,1 0 0,-1 0 0,0 0 0,4-7 0,-5 6 0,1 0 0,-1 0 0,0 0 0,-1-1 0,0 1 0,0 0 0,0-1 0,-1 1 0,1-1 0,-1 1 0,-1 0 0,0-1 0,0 1 0,-1-7 0,0 8 0,0 0 0,1 0 0,-2 0 0,1 1 0,-1-1 0,1 0 0,-1 1 0,0 0 0,-1-1 0,1 1 0,-1 1 0,0-1 0,0 0 0,0 1 0,0 0 0,-1 0 0,-5-3 0,9 5 0,0 1 0,0-1 0,1 1 0,-1 0 0,0-1 0,0 1 0,0 0 0,0-1 0,0 1 0,0 0 0,0 0 0,0 0 0,0 0 0,1 0 0,-1 0 0,0 0 0,0 0 0,0 0 0,0 0 0,0 1 0,0-1 0,0 0 0,0 1 0,0-1 0,-1 1 0,1 0 0,0 0 0,0 1 0,0-1 0,0 0 0,1 0 0,-1 1 0,0-1 0,0 0 0,1 1 0,-1-1 0,1 1 0,0-1 0,-1 1 0,1 1 0,-1 5 0,1-1 0,-1 1 0,2-1 0,-1 0 0,3 13 0,-2-17 0,-1 1 0,1-1 0,1 1 0,-1-1 0,0 0 0,1 0 0,0 1 0,-1-1 0,1 0 0,0 0 0,1 0 0,-1-1 0,1 1 0,3 3 0,-1-3 0,0 0 0,0 0 0,1 0 0,-1-1 0,0 0 0,1 0 0,0 0 0,7 1 0,6 1-111,19 5-307,0-2 0,56 3 0,-81-10-6408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39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19 24575,'-15'-13'0,"15"13"0,0-1 0,-1 1 0,1-1 0,0 1 0,-1 0 0,1-1 0,-1 1 0,1 0 0,0 0 0,-1-1 0,1 1 0,-1 0 0,1 0 0,-1-1 0,1 1 0,-1 0 0,1 0 0,-1 0 0,1 0 0,-1 0 0,1 0 0,-1 0 0,1 0 0,-1 0 0,0 0 0,1 0 0,-1 0 0,1 1 0,-1-1 0,1 0 0,-1 1 0,1-1 0,0 1 0,-1-1 0,1 1 0,0-1 0,0 1 0,0 0 0,0-1 0,0 1 0,1-1 0,-1 1 0,0-1 0,0 1 0,0 0 0,0-1 0,1 1 0,-1-1 0,0 1 0,0-1 0,1 1 0,-1-1 0,1 1 0,9 12 0,-8-11 0,12 15 0,2-1 0,0-1 0,26 20 0,59 32 0,-98-65 0,1 1 0,0-1 0,-1 1 0,0 0 0,0 0 0,0 0 0,0 0 0,3 5 0,-5-7 0,-1 0 0,1 0 0,-1 0 0,1 0 0,-1 0 0,1 0 0,-1 0 0,0 0 0,1 0 0,-1 0 0,0 1 0,0-1 0,0 0 0,0 0 0,0 0 0,0 0 0,0 0 0,-1 0 0,1 0 0,0 1 0,0-1 0,-1 0 0,1 0 0,-1 0 0,1 0 0,-1 0 0,1 0 0,-1 0 0,0-1 0,0 1 0,1 0 0,-1 0 0,0 0 0,0-1 0,-1 2 0,-11 7 0,-1-1 0,1-1 0,-23 9 0,-8 5 0,-26 18-1365,52-29-5461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0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24575,'-4'2'0,"-4"3"0,0 0 0,0 1 0,1 0 0,-1 1 0,-9 11 0,15-16 0,1 0 0,0-1 0,0 1 0,0 0 0,0 0 0,0 0 0,0 0 0,1 0 0,-1 0 0,1 0 0,-1 0 0,1 1 0,0-1 0,0 0 0,-1 0 0,2 0 0,-1 0 0,0 1 0,0-1 0,1 0 0,-1 0 0,1 0 0,0 0 0,-1 0 0,1 0 0,0 0 0,0 0 0,1 0 0,-1 0 0,0-1 0,2 3 0,3 3 0,1 0 0,0 0 0,0 0 0,0-1 0,1 0 0,0-1 0,0 1 0,1-2 0,16 8 0,-23-11 0,-1-1 0,1 1 0,-1-1 0,0 0 0,1 0 0,-1 1 0,1-1 0,-1 0 0,1 0 0,-1-1 0,0 1 0,1 0 0,-1 0 0,3-2 0,-3 2 0,-1 0 0,0 0 0,0 0 0,0 0 0,1 0 0,-1-1 0,0 1 0,0 0 0,1 0 0,-1 0 0,0-1 0,0 1 0,0 0 0,0 0 0,0-1 0,1 1 0,-1 0 0,0 0 0,0-1 0,0 1 0,0 0 0,0 0 0,0-1 0,0 1 0,0 0 0,0-1 0,0 1 0,0 0 0,0-1 0,-1 0 0,1 0 0,0 0 0,-1 0 0,1 0 0,-1 1 0,1-1 0,-1 0 0,0 0 0,1 1 0,-1-1 0,0 0 0,0 0 0,-9-6 0,0 0 0,0 0 0,-21-9 0,30 15 0,1 1 0,-1 0 0,1-1 0,-1 1 0,1 0 0,-1 0 0,1 0 0,-1 0 0,1-1 0,-1 1 0,0 0 0,1 0 0,-1 0 0,1 0 0,-1 0 0,0 0 0,1 0 0,-1 1 0,0-1 0,1 0 0,-1 0 0,1 1 0,0-1 0,0 0 0,0 0 0,-1 1 0,1-1 0,0 0 0,0 1 0,0-1 0,0 0 0,0 1 0,0-1 0,0 0 0,0 1 0,0-1 0,-1 0 0,2 1 0,-1-1 0,0 0 0,0 1 0,0-1 0,0 1 0,1 2 0,0 0 0,-1 0 0,2-1 0,-1 1 0,0 0 0,2 2 0,7 9-1365,1-1-5461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0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1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2 24575,'-4'0'0,"1"-1"0,-1 1 0,0-1 0,0 1 0,0 0 0,1 1 0,-1-1 0,0 0 0,0 1 0,1 0 0,-1 0 0,-6 3 0,8-3 0,1 0 0,-1 0 0,1 0 0,-1 1 0,1-1 0,-1 1 0,1-1 0,0 1 0,0-1 0,0 1 0,0 0 0,0 0 0,0-1 0,0 1 0,0 0 0,1 0 0,-1 0 0,1 0 0,0 0 0,-1 0 0,1 0 0,0 0 0,0 0 0,0 0 0,0 0 0,1 2 0,1 11 0,0 0 0,2 0 0,0-1 0,0 1 0,12 24 0,0-6 0,27 39 0,-12-27 0,2-2 0,41 43 0,83 70 0,-104-106 0,-48-45-119,15 16 372,-19-20-325,0 0 1,0 0 0,-1 0-1,1-1 1,-1 1 0,1 0-1,0 1 1,-1-1-1,0 0 1,1 0 0,-1 0-1,0 0 1,1 0 0,-1 0-1,0 0 1,0 0-1,0 1 1,0-1 0,0 0-1,0 1 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1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 24575,'-29'0'0,"-13"0"0,-3 0 0,3 0 0,6 2 0,4 2 0,6 1 0,4 3 0,4 1 0,2 0 0,4 1 0,4 0-8191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4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0 24575,'-20'6'0,"1"0"0,0 1 0,0 1 0,1 1 0,0 1 0,-19 12 0,35-20 0,0-1 0,0 1 0,1-1 0,-1 1 0,0 0 0,1 0 0,-1-1 0,1 1 0,0 0 0,0 0 0,-1 0 0,1 1 0,0-1 0,1 0 0,-1 0 0,0 0 0,1 1 0,-1-1 0,1 0 0,0 1 0,0-1 0,0 4 0,0-3 0,1 0 0,0-1 0,-1 1 0,1 0 0,1-1 0,-1 1 0,0 0 0,0-1 0,1 0 0,0 1 0,-1-1 0,1 0 0,0 0 0,0 0 0,0 0 0,0 0 0,1 0 0,1 1 0,16 8 0,0 0 0,1-2 0,0 0 0,0-2 0,23 6 0,-15-5 0,-1 1 0,29 14 0,-56-23 0,0 1 0,0-1 0,0 1 0,0 0 0,0-1 0,0 1 0,0 0 0,0 0 0,0-1 0,0 1 0,0 0 0,0 0 0,0 0 0,-1 0 0,1 0 0,1 2 0,-3-2 0,1 0 0,0-1 0,0 1 0,0 0 0,0-1 0,-1 1 0,1 0 0,0-1 0,0 1 0,-1 0 0,1-1 0,-1 1 0,1-1 0,0 1 0,-1-1 0,1 1 0,-1-1 0,1 1 0,-1-1 0,0 1 0,1-1 0,-1 0 0,1 1 0,-1-1 0,0 0 0,1 1 0,-1-1 0,0 0 0,1 0 0,-2 0 0,-10 4 0,1-1 0,-1 0 0,-24 1 0,2 1 0,20-3-1365,1 0-5461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4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24575,'0'15'0,"0"7"0,2 2 0,4-2 0,3-6 0,0-5-8191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4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24575,'7'15'0,"5"4"0,1 0-8191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5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24575,'4'13'0,"1"0"0,1 0 0,0 0 0,0-1 0,11 16 0,-14-25 0,-1 0 0,1 1 0,-1-1 0,1-1 0,0 1 0,0 0 0,0-1 0,1 1 0,-1-1 0,1 0 0,-1 0 0,1 0 0,-1-1 0,1 1 0,0-1 0,0 0 0,0 0 0,0 0 0,0 0 0,0-1 0,0 0 0,7 0 0,-9 0 0,0-1 0,0 1 0,0-1 0,0 1 0,-1-1 0,1 0 0,0 0 0,0 0 0,-1 0 0,1 0 0,0 0 0,-1 0 0,1-1 0,-1 1 0,1-1 0,-1 1 0,0-1 0,0 1 0,0-1 0,0 0 0,0 1 0,0-1 0,0 0 0,0 0 0,-1 0 0,1 0 0,-1 1 0,1-1 0,-1-3 0,1-1 0,0 1 0,-1-1 0,0 1 0,0-1 0,-1 1 0,1-1 0,-1 1 0,-1 0 0,-2-9 0,2 9 0,-7-19 0,9 23 0,0 1 0,-1-1 0,1 0 0,0 1 0,0-1 0,0 0 0,-1 1 0,1-1 0,0 0 0,0 1 0,0-1 0,0 0 0,0 0 0,1 1 0,-1-1 0,0 0 0,0 1 0,0-1 0,1 0 0,-1 1 0,0-1 0,0 0 0,1 1 0,-1-1 0,1 0 0,1 1 0,0 0 0,0-1 0,-1 2 0,1-1 0,0 0 0,0 0 0,0 1 0,-1-1 0,1 0 0,0 1 0,-1 0 0,1-1 0,0 1 0,-1 0 0,3 2 0,-1-2 0,63 35 60,28 13-1485,-81-43-5401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5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24575,'-78'54'0,"67"-46"0,1 1 0,0 0 0,0 1 0,-14 19 0,23-27 0,0-1 0,0 1 0,0-1 0,0 1 0,0-1 0,0 1 0,1-1 0,-1 1 0,0 0 0,1 0 0,0-1 0,-1 1 0,1 0 0,0 0 0,0-1 0,0 1 0,0 0 0,0 0 0,0-1 0,0 1 0,1 0 0,-1 0 0,1-1 0,-1 1 0,1 0 0,0-1 0,-1 1 0,1 0 0,0-1 0,0 1 0,0-1 0,0 0 0,1 1 0,-1-1 0,0 0 0,0 0 0,1 1 0,-1-1 0,1 0 0,2 1 0,6 3 0,0 1 0,1-1 0,0-1 0,21 6 0,-28-9 0,17 4 0,-1 0 0,1-1 0,0-2 0,37 1 0,-44-3 0,0-1 0,0 0 0,-1-1 0,1-1 0,-1 0 0,1-1 0,-1-1 0,16-7 0,-24 10-273,0-1 0,0 0 0,-1-1 0,5-3 0,1-3-6553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6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24575,'2'7'0,"1"6"0,3 2 0,2-1 0,3-1 0,1-2 0,2-1 0,0-2 0,1 1 0,0-3 0,-2 2 0,-2-2 0,1-1 0,-2-4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6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24575,'3'2'0,"2"4"0,4 3 0,3 2 0,-2 0-8191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6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1 24575,'-1'0'0,"-19"0"0,-28 3 0,43-2 0,0 0 0,0 0 0,0 0 0,0 1 0,1-1 0,-1 1 0,1 0 0,-1 0 0,1 1 0,0-1 0,-6 6 0,9-8 0,0 1 0,0 0 0,0 1 0,0-1 0,0 0 0,0 0 0,0 0 0,0 0 0,1 1 0,-1-1 0,1 0 0,-1 1 0,1-1 0,-1 1 0,1-1 0,0 0 0,-1 1 0,1-1 0,0 1 0,0 1 0,1-1 0,-1 1 0,1-1 0,0 0 0,-1 0 0,1 0 0,0 1 0,0-1 0,1 0 0,-1 0 0,0 0 0,3 2 0,4 4 0,0 0 0,0-1 0,1 0 0,11 6 0,-18-11 0,23 13 0,1-1 0,37 14 0,26 14 0,-88-41 0,1-1 0,-1 1 0,1 0 0,-1 0 0,0 0 0,0 0 0,1 0 0,-1 0 0,0 0 0,0 0 0,0 0 0,0 0 0,0 1 0,0-1 0,0 2 0,-1-2 0,0 0 0,0 0 0,0 0 0,-1 0 0,1-1 0,0 1 0,0 0 0,-1 0 0,1 0 0,-1-1 0,1 1 0,-1 0 0,1 0 0,-1-1 0,0 1 0,1 0 0,-1-1 0,0 1 0,1-1 0,-1 1 0,0-1 0,0 1 0,1-1 0,-1 0 0,0 1 0,0-1 0,-1 1 0,-113 47-1365,100-41-5461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7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24575,'66'71'0,"14"15"0,147 116 0,-167-151-1365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7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1 24575,'-30'0'0,"-11"0"0,-2 2 0,4 1 0,3 3 0,7 0 0,7 1 0,5 0 0,3 1 0,2 1 0,2 3 0,1-2 0,2 0 0,2 1 0,2-1-8191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8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220 231 24575,'-4'3'0,"0"0"0,-1-1 0,1 0 0,-1 0 0,1 0 0,-1 0 0,0-1 0,1 1 0,-1-1 0,0-1 0,0 1 0,0-1 0,0 1 0,0-1 0,0-1 0,-8-1 0,7 1 0,0-1 0,1 0 0,-1 0 0,1-1 0,-1 0 0,1 0 0,0 0 0,0 0 0,0-1 0,1 0 0,-1 0 0,1 0 0,-6-8 0,3 3 0,0-1 0,1 1 0,0-2 0,0 1 0,-7-21 0,11 25 0,0 0 0,0 0 0,1 0 0,0 0 0,0-1 0,0 1 0,1 0 0,0 0 0,0-1 0,1 1 0,0 0 0,2-11 0,-2 15 5,0 0 1,-1 1-1,1-1 0,0 1 0,0-1 0,0 1 1,0-1-1,0 1 0,0 0 0,1-1 1,-1 1-1,0 0 0,1 0 0,-1 0 0,1 0 1,-1 0-1,1 0 0,-1 1 0,1-1 0,0 0 1,-1 1-1,4-1 0,-1 0-170,0 1 0,0-1 0,0 1 0,0 0 0,0 0 0,0 1 0,0-1 0,6 2 0,2 2-6661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8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6 131 24575,'-1'2'0,"1"0"0,-1 0 0,0 0 0,0 0 0,1 0 0,0 1 0,-1-1 0,1 0 0,0 0 0,0 1 0,0-1 0,0 0 0,0 1 0,1-1 0,-1 0 0,1 0 0,0 0 0,-1 1 0,1-1 0,0 0 0,0 0 0,0 0 0,0 0 0,1 0 0,-1-1 0,1 1 0,-1 0 0,1 0 0,-1-1 0,1 1 0,2 1 0,2 1 0,1 1 0,-1-1 0,1-1 0,-1 1 0,1-1 0,0 0 0,0-1 0,11 3 0,-2-1 0,0-1 0,0-1 0,0 0 0,32-1 0,-44-2 0,0 1 0,0-1 0,0 0 0,0 0 0,0 0 0,0 0 0,0-1 0,0 0 0,-1 0 0,8-4 0,-9 4 0,0 0 0,0-1 0,1 1 0,-1-1 0,-1 1 0,1-1 0,0 0 0,-1 1 0,1-1 0,-1 0 0,0 0 0,0 0 0,0 0 0,0 0 0,0 0 0,-1-4 0,1 3 0,-1-1 0,0 1 0,0 0 0,-1-1 0,1 1 0,-1-1 0,0 1 0,0 0 0,-3-7 0,0 1 0,-1-1 0,-8-12 0,21 31 0,2 1 0,-1-2 0,1 0 0,1 0 0,-1 0 0,16 6 0,-12-7 0,0 0 0,0 0 0,29 8 0,-39-13 0,-1 0 0,1-1 0,-1 1 0,1-1 0,0 0 0,-1 0 0,1 0 0,0-1 0,-1 1 0,1-1 0,-1 0 0,1 0 0,-1 0 0,1 0 0,-1 0 0,1-1 0,4-3 0,-6 3 0,0 1 0,0-1 0,0 0 0,-1 1 0,1-1 0,-1 0 0,1 0 0,-1 0 0,0 0 0,0 0 0,0-1 0,0 1 0,0 0 0,0 0 0,-1-1 0,1-3 0,0-3 0,-1 1 0,0-1 0,-1-12 0,0 15 0,0 0 0,1 0 0,0 0 0,0 0 0,0 0 0,1 1 0,2-12 0,-3 16 0,1 0 0,-1 0 0,1 0 0,-1 0 0,1 0 0,0 0 0,-1 1 0,1-1 0,0 0 0,0 0 0,0 0 0,0 1 0,0-1 0,0 0 0,0 1 0,0-1 0,0 1 0,0-1 0,0 1 0,0 0 0,0-1 0,0 1 0,0 0 0,0 0 0,0 0 0,1-1 0,-1 1 0,0 1 0,0-1 0,0 0 0,0 0 0,0 0 0,1 0 0,-1 1 0,0-1 0,2 2 0,4 0 0,1 2 0,-1-1 0,13 9 0,-17-10 0,11 7 0,1-1 0,-1 0 0,1-1 0,1-1 0,-1 0 0,28 5 0,-42-10 0,0-1 0,0 0 0,0 0 0,1 0 0,-1 0 0,0 0 0,0 0 0,1 0 0,-1 0 0,0 0 0,0 0 0,1-1 0,-1 1 0,0 0 0,0-1 0,0 1 0,0-1 0,0 0 0,1 1 0,-1-1 0,0 0 0,0 0 0,-1 1 0,3-3 0,-2 0 0,1 0 0,-1 0 0,1 0 0,-1 0 0,0 0 0,-1 0 0,2-5 0,-2 5 0,1 1 0,-1-1 0,1 0 0,0 1 0,0-1 0,0 1 0,0-1 0,0 1 0,0-1 0,1 1 0,1-3 0,-2 5-52,0-1-1,0 0 1,0 1-1,0-1 1,0 1-1,0 0 1,0-1-1,0 1 1,0 0-1,0-1 1,1 1-1,-1 0 1,0 0-1,0 0 1,0 0-1,0 0 1,0 0-1,0 1 1,0-1-1,0 0 0,1 0 1,-1 1-1,0-1 1,0 1-1,1 0 1,6 4-6774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49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26 24575,'0'-1'0,"-14"-21"0,14 22 0,0 0 0,0-1 0,-1 1 0,1 0 0,0 0 0,0-1 0,-1 1 0,1 0 0,0 0 0,-1 0 0,1 0 0,0 0 0,0-1 0,-1 1 0,1 0 0,0 0 0,-1 0 0,1 0 0,0 0 0,-1 0 0,1 0 0,0 0 0,-1 0 0,1 0 0,-1 1 0,0-1 0,1 0 0,-1 1 0,1-1 0,-1 1 0,1-1 0,0 1 0,-1-1 0,1 1 0,-1 0 0,1-1 0,0 1 0,0-1 0,-1 1 0,1 0 0,0-1 0,0 2 0,-10 22 0,7-17 0,1-1 0,-1 1 0,1 0 0,0 0 0,-1 11 0,3-16 0,0 0 0,0 0 0,0 1 0,1-1 0,-1 0 0,1 0 0,-1 0 0,1 0 0,-1 0 0,1 0 0,0-1 0,0 1 0,0 0 0,0 0 0,1-1 0,-1 1 0,0 0 0,1-1 0,-1 1 0,1-1 0,-1 0 0,1 1 0,3 1 0,8 4 0,0 0 0,1-1 0,0 0 0,22 6 0,61 9 0,-81-17 0,-12-4-227,0 1-1,0-1 1,0 1-1,-1-1 1,7-1-1,2-1-6598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50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 24575,'-19'6'0,"-26"13"0,39-16 0,1 0 0,-1 1 0,1-1 0,0 1 0,0 0 0,1 0 0,-1 0 0,-6 9 0,10-11 0,0-1 0,0 1 0,0-1 0,0 1 0,0-1 0,1 1 0,-1-1 0,0 1 0,1 0 0,0-1 0,-1 1 0,1 0 0,0-1 0,0 1 0,0 0 0,0 0 0,0-1 0,0 1 0,1 0 0,0 2 0,0-1 0,0-1 0,1 1 0,-1 0 0,1 0 0,0-1 0,-1 1 0,1-1 0,1 0 0,-1 0 0,4 4 0,4 1 0,0-1 0,0 1 0,0-2 0,20 9 0,-24-12 0,0 0 0,0 0 0,0 0 0,0-1 0,0 0 0,9 1 0,-14-2 0,1 0 0,-1 0 0,1 0 0,-1 0 0,1-1 0,-1 1 0,1 0 0,-1-1 0,1 1 0,-1-1 0,0 1 0,1-1 0,-1 0 0,0 0 0,0 1 0,1-1 0,-1 0 0,0 0 0,0 0 0,0 0 0,0 0 0,0-1 0,0 1 0,0 0 0,-1 0 0,1-1 0,0 1 0,-1 0 0,1-1 0,-1 1 0,1-3 0,1-3 0,-1-1 0,0 1 0,-1 0 0,0-1 0,-1-10 0,1 14 0,0 1 0,-1-1 0,0 0 0,1 1 0,-2-1 0,1 1 0,0-1 0,-1 1 0,1-1 0,-1 1 0,0 0 0,-3-4 0,7 17 0,7 9 0,-4-10 12,1-1 0,0 0 1,1 0-1,0-1 0,9 8 0,41 30-533,-37-30-396,-9-7-5909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50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24575,'118'204'0,"-96"-168"0,1-1 0,2 0 0,54 57 0,-77-88 0,-5-3 0,-14-9 0,-26-16 0,42 23 0,-6-3 0,4 2 0,-1 0 0,1 0 0,0 0 0,-1 0 0,-4-5 0,9 5 0,6 2 0,10 2 0,-14-1 0,18 3 0,1-2 0,0 0 0,26-2 0,-38 0 0,-1-1 0,1 0 0,0-1 0,-1-1 0,1 1 0,-1-1 0,0-1 0,0 1 0,13-9 0,-11 5 0,-2 0 0,1-1 0,-1 0 0,0 0 0,-1-1 0,14-18 0,-18 21 0,0 0 0,0-1 0,0 0 0,-1 0 0,1 0 0,-2 0 0,1 0 0,-1-1 0,0 1 0,-1-1 0,2-14 0,-3 21 0,0-1 0,0 1 0,0-1 0,0 1 0,0-1 0,-1 1 0,1-1 0,0 1 0,-1-1 0,1 1 0,-1 0 0,1-1 0,-1 1 0,0 0 0,1-1 0,-1 1 0,0 0 0,0 0 0,0-1 0,0 1 0,0 0 0,0 0 0,0 0 0,-1 0 0,1 1 0,0-1 0,-2-1 0,1 2 0,0 0 0,1-1 0,-1 1 0,0 0 0,0 0 0,0 0 0,1 0 0,-1 0 0,0 1 0,0-1 0,0 1 0,1-1 0,-1 1 0,0-1 0,1 1 0,-1 0 0,0 0 0,1 0 0,-1 0 0,1 0 0,-3 3 0,1-2 0,1 0 0,0 0 0,-1 1 0,1-1 0,0 1 0,0-1 0,1 1 0,-1 0 0,0 0 0,1 0 0,0 0 0,0 0 0,0 0 0,0 0 0,-1 7 0,2-6 0,0 1 0,0 0 0,0-1 0,1 1 0,0 0 0,0-1 0,0 1 0,0-1 0,1 1 0,2 4 0,1 1 0,1 0 0,0-1 0,0 0 0,1 0 0,0 0 0,1-1 0,0 0 0,14 11 0,-12-11 0,0-1 0,1-1 0,-1 0 0,1 0 0,1-1 0,-1-1 0,1 0 0,-1 0 0,1-1 0,0-1 0,0 0 0,15 1 0,-13-5-1365,-2-1-5461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7:51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131 349 24575,'-10'3'0,"-1"1"0,1 0 0,-15 7 0,23-10 0,0 0 0,0 0 0,1 0 0,-1 1 0,0-1 0,0 0 0,0 1 0,1-1 0,-1 1 0,1 0 0,-1-1 0,1 1 0,0 0 0,0 0 0,0 0 0,0 0 0,0 0 0,0 0 0,0 0 0,1 0 0,-1 1 0,1-1 0,-1 0 0,1 3 0,0-3 0,1 0 0,-1 0 0,1 0 0,0 0 0,0 0 0,0 0 0,0 0 0,0 0 0,0 0 0,1-1 0,-1 1 0,0 0 0,1-1 0,-1 1 0,1-1 0,0 1 0,0-1 0,-1 0 0,1 0 0,0 0 0,0 0 0,4 1 0,-2 1 0,1-2 0,1 1 0,-1-1 0,0 1 0,0-1 0,0-1 0,1 1 0,6-1 0,-10 0 0,0 0 0,0 0 0,0-1 0,0 1 0,0-1 0,0 0 0,0 1 0,0-1 0,0 0 0,0 0 0,-1 0 0,1 0 0,0 0 0,-1-1 0,1 1 0,2-3 0,-2 2 0,0-1 0,0 0 0,0 0 0,-1 0 0,1 0 0,-1 0 0,0-1 0,0 1 0,1-4 0,0-4 0,-1 1 0,0-1 0,0 1 0,-1-1 0,-3-17 0,0 7 0,-1 0 0,-2 1 0,0-1 0,-1 1 0,-1 0 0,-19-34 0,8 21 0,-2 2 0,-49-57 0,70 88 0,-1-1 0,1 1 0,0 0 0,0-1 0,-1 1 0,1 0 0,0-1 0,0 1 0,-1 0 0,1-1 0,-1 1 0,1 0 0,0 0 0,-1-1 0,1 1 0,0 0 0,-1 0 0,1 0 0,-1-1 0,1 1 0,-1 0 0,1 0 0,0 0 0,-1 0 0,0 0 0,0 10 0,7 16 0,1-7 0,1 1 0,1-2 0,13 22 0,38 50 0,-54-82 0,23 29 0,1-2 0,2-1 0,65 53 0,-83-75-1365,-2-4-5461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1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60 24575,'-5'-6'0,"-2"0"0,1 1 0,-1 0 0,1 1 0,-1 0 0,0 0 0,-1 0 0,1 1 0,-1 0 0,-11-3 0,3 2 0,1 2 0,-1 0 0,1 1 0,-24 1 0,18 2 0,1 1 0,0 0 0,0 2 0,1 0 0,-1 1 0,1 1 0,1 1 0,-1 1 0,-30 20 0,43-25 0,0 1 0,0 0 0,1 0 0,-1 0 0,1 1 0,0 0 0,1 0 0,0 0 0,-6 10 0,3-1 0,1-1 0,0 1 0,-5 23 0,9-29 0,1-1 0,0 0 0,1 0 0,-1 1 0,2-1 0,-1 0 0,1 1 0,0-1 0,1 0 0,0 0 0,0 0 0,1 0 0,0 0 0,5 8 0,0-1 0,1 1 0,1-1 0,0-1 0,1 0 0,20 21 0,-21-26 0,1-1 0,-1 1 0,2-2 0,-1 0 0,1 0 0,15 7 0,79 23 0,-85-31 0,0-1 0,1-2 0,39 3 0,66-9 0,-119 3 0,1-1 0,-1 0 0,1-1 0,-1 0 0,1 0 0,12-6 0,-18 7 0,-1 0 0,1-1 0,-1 1 0,1-1 0,-1 0 0,0 0 0,0 0 0,0 0 0,0 0 0,0 0 0,0 0 0,0-1 0,-1 1 0,1 0 0,-1-1 0,0 0 0,0 1 0,0-1 0,0 0 0,0 0 0,0 1 0,-1-1 0,1-4 0,0 2 0,-1-1 0,1 0 0,-1 1 0,0-1 0,-1 0 0,1 1 0,-1-1 0,-1 0 0,-2-8 0,4 14 0,0-1 0,0 1 0,0 0 0,0 0 0,0 0 0,0 0 0,0 0 0,0 0 0,0-1 0,0 1 0,0 0 0,0 0 0,0 0 0,0 0 0,-1 0 0,1 0 0,0 0 0,0-1 0,0 1 0,0 0 0,0 0 0,0 0 0,0 0 0,0 0 0,-1 0 0,1 0 0,0 0 0,0 0 0,0 0 0,0 0 0,0 0 0,0 0 0,-1 0 0,1 0 0,0 0 0,0 0 0,0 0 0,0 0 0,0 0 0,0 0 0,-1 0 0,-1 6 0,2 9 0,1-5 0,2-1 0,-1 0 0,1-1 0,1 1 0,0 0 0,0-1 0,8 12 0,-8-14 0,0 0 0,0-1 0,0 0 0,1 0 0,0 0 0,0 0 0,1-1 0,-1 1 0,1-1 0,10 5 0,-15-9 0,-1 1 0,1-1 0,0 1 0,0-1 0,0 0 0,0 1 0,0-1 0,0 0 0,0 0 0,0 0 0,0 0 0,0 0 0,0 0 0,0 0 0,0 0 0,0 0 0,0 0 0,0 0 0,1-1 0,-2 1 0,1-1 0,-1 1 0,1-1 0,-1 1 0,1-1 0,-1 1 0,0-1 0,1 1 0,-1-1 0,0 0 0,1 1 0,-1-1 0,0 1 0,0-1 0,0 0 0,1 1 0,-1-1 0,0 0 0,0 1 0,0-2 0,0-3 0,-1 1 0,0-1 0,1 1 0,-1-1 0,-1 1 0,-1-7 0,-2 0 0,-1 1 0,0-1 0,0 1 0,-1 0 0,0 0 0,-12-11 0,-55-49 0,67 65 0,4 2 0,0 1 0,0 0 0,-1 0 0,1 1 0,-1-1 0,1 1 0,-1-1 0,0 1 0,1 0 0,-1 0 0,0 1 0,-5-1 0,-7 0 0,-27 3 0,12 0 0,23-1 15,0-1-1,1 2 1,-11 2-1,-1 0-1437,8-2-5403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1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24575,'0'10'0,"2"3"0,1 2 0,1 0 0,1 1 0,0 0 0,1-3 0,1-1 0,0-3 0,0 0 0,1-2 0,1-2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1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24575,'-3'2'0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2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24575,'12'49'0,"34"138"0,-33-145 0,2-1 0,27 55 0,-38-88 0,3 7 0,1-1 0,0-1 0,17 23 0,-24-36 0,0-4 0,-3-9 0,1 8 0,0 0 0,1 0 0,0 0 0,0-6 0,1 9 0,-1 1 0,1-1 0,0 1 0,0 0 0,-1 0 0,1-1 0,0 1 0,1 0 0,-1 0 0,0 0 0,0 0 0,0 0 0,1 0 0,-1 0 0,0 0 0,1 0 0,-1 1 0,1-1 0,-1 1 0,0-1 0,1 1 0,0-1 0,-1 1 0,1 0 0,-1 0 0,1 0 0,1 0 0,5 0 0,0 0 0,0 0 0,0 1 0,7 1 0,-3 1 0,0-1 0,0 2 0,13 5 0,-22-8 0,1 1 0,-1 0 0,1 0 0,-1 0 0,0 0 0,0 0 0,0 0 0,0 1 0,0 0 0,-1-1 0,1 1 0,-1 0 0,1 0 0,1 5 0,-3-7 0,-1 0 0,1 1 0,-1-1 0,1 0 0,-1 1 0,0-1 0,0 1 0,1-1 0,-1 0 0,0 1 0,0-1 0,0 1 0,-1-1 0,1 1 0,0-1 0,-1 1 0,1-1 0,-1 3 0,-1-2 0,1 0 0,0 0 0,-1 0 0,1 0 0,-1 0 0,0 0 0,0 0 0,0-1 0,-4 4 0,-1-1 0,-1 1 0,0-1 0,-1-1 0,-16 6 0,6-3 0,-1 0 0,0-2 0,0 0 0,-1-2 0,-40 1 0,58-3-80,1 0 0,-1-1-1,1 1 1,-1-1 0,0 0-1,1 0 1,0 1 0,-1-2-1,1 1 1,-1 0 0,1 0 0,0-1-1,0 1 1,0-1 0,0 0-1,-2-2 1,-3-4-6746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2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24575,'57'120'0,"32"62"0,-47-118 0,-9-15 0,-28-35 0,-6-10 0,-5-8 0,3 1 0,0 0 0,1 0 0,0 0 0,0-1 0,0 1 0,0 0 0,0-1 0,0 0 0,1 1 0,0-1 0,0 0 0,0 0 0,-1-7 0,2 9 0,0 1 0,0-1 0,0 0 0,1 1 0,-1-1 0,0 1 0,1-1 0,-1 0 0,1 1 0,-1-1 0,1 1 0,0 0 0,-1-1 0,1 1 0,0-1 0,0 1 0,0 0 0,0 0 0,0-1 0,0 1 0,1 0 0,-1 0 0,0 0 0,1 0 0,-1 1 0,0-1 0,1 0 0,-1 1 0,1-1 0,-1 0 0,1 1 0,0 0 0,-1-1 0,1 1 0,-1 0 0,3 0 0,4-1 0,1 1 0,0 1 0,-1-1 0,1 1 0,-1 1 0,0 0 0,16 5 0,-6-1 0,-1 2 0,25 13 0,-37-18 0,0 0 0,-1 0 0,1 0 0,-1 1 0,1 0 0,-1 0 0,0 0 0,5 7 0,-8-9 0,0-1 0,0 1 0,0 0 0,0 0 0,-1-1 0,1 1 0,-1 0 0,1 0 0,-1 0 0,1 0 0,-1 0 0,0 0 0,0 0 0,0 0 0,0 0 0,-1 0 0,1-1 0,0 1 0,-1 0 0,1 0 0,-1 0 0,0 0 0,0 0 0,0-1 0,0 1 0,0 0 0,0-1 0,-1 2 0,-3 3 0,0-1 0,0 0 0,0 0 0,-1-1 0,1 1 0,-1-1 0,0-1 0,-1 1 0,1-1 0,0 0 0,-10 3 0,-11 2 0,-42 8 0,46-11 0,-31 5-1365,37-6-5461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3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4 0,2 5 0,3 0 0,-1 3 0,0-1 0,-1-3-8191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3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24575,'-9'6'0,"0"0"0,0 1 0,0 1 0,1-1 0,-12 16 0,18-20 0,-1 0 0,1 0 0,0 0 0,0 1 0,1-1 0,-1 1 0,1-1 0,0 1 0,-1 0 0,2-1 0,-1 1 0,0 0 0,1 0 0,0 0 0,-1-1 0,2 1 0,-1 0 0,0 0 0,2 7 0,1-4 0,0 1 0,1-1 0,0 0 0,0 0 0,0 0 0,1 0 0,0-1 0,0 0 0,1 0 0,0 0 0,9 7 0,7 4 0,48 27 0,-65-40 0,3 0 0,0 1 0,0 0 0,0 0 0,-1 1 0,7 7 0,-13-12 0,0 0 0,0 0 0,0 0 0,0 0 0,0 1 0,0-1 0,0 0 0,-1 0 0,1 1 0,0-1 0,-1 1 0,1-1 0,-1 0 0,0 1 0,1-1 0,-1 1 0,0-1 0,0 1 0,0-1 0,0 1 0,0-1 0,0 1 0,-1-1 0,1 0 0,0 1 0,-1-1 0,1 1 0,-1-1 0,1 0 0,-1 1 0,0-1 0,0 0 0,0 0 0,1 1 0,-1-1 0,0 0 0,0 0 0,0 0 0,-1 0 0,0 1 0,-4 3 7,-1-1 0,1 1 0,-1-1 0,0-1 0,0 1 0,0-1 1,-11 3-1,-57 12-349,43-12-738,14-2-5746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4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104 204 24575,'12'43'0,"2"-1"0,24 51 0,-30-79 0,1 0 0,1 0 0,17 19 0,31 27 0,-49-51 0,-24-23 0,-2 0 0,-22-14 0,19 15 0,-28-26 0,28 20 0,0-2 0,2 0 0,-22-31 0,33 41 0,1 0 0,0-1 0,0 1 0,1-1 0,0 0 0,1-1 0,1 1 0,0-1 0,-2-19 0,4 21 0,0 0 0,1 0 0,0 0 0,1-1 0,1 1 0,3-18 0,-3 25 0,-1 0 0,1 1 0,-1-1 0,1 0 0,0 1 0,0-1 0,1 1 0,-1 0 0,1-1 0,0 1 0,-1 1 0,1-1 0,1 0 0,-1 1 0,0-1 0,1 1 0,-1 0 0,1 0 0,-1 0 0,1 1 0,6-2 0,-5 1 0,0 1 0,0 0 0,0 0 0,0 1 0,0 0 0,1 0 0,-1 0 0,0 0 0,0 1 0,0 0 0,0 0 0,0 0 0,0 1 0,0 0 0,6 2 0,-9-2 0,0-1 0,1 0 0,-1 1 0,0-1 0,0 1 0,0 0 0,-1 0 0,1-1 0,0 1 0,-1 0 0,1 1 0,-1-1 0,1 0 0,-1 0 0,0 1 0,0-1 0,0 0 0,0 1 0,-1-1 0,1 1 0,-1-1 0,1 1 0,-1 0 0,0-1 0,0 1 0,0-1 0,0 1 0,-1 0 0,1-1 0,-1 1 0,-1 4 0,0-3 0,1 1 0,-2-1 0,1 0 0,0 0 0,-1 0 0,0 0 0,0 0 0,0-1 0,0 1 0,-5 3 0,-8 6 0,-18 12 0,17-13 0,-12 8-1365,16-13-5461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5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24575,'6'1'0,"1"1"0,-1 0 0,1 1 0,-1 0 0,0 0 0,0 0 0,-1 1 0,1 0 0,-1 0 0,1 0 0,-1 1 0,0-1 0,4 7 0,7 9 0,-2 0 0,16 28 0,-12-18 0,71 113 0,-46-72 0,-43-71 0,0 1 0,0-1 0,0 0 0,0 1 0,1-1 0,-1 0 0,0 1 0,0-1 0,0 0 0,0 0 0,1 1 0,-1-1 0,0 0 0,0 0 0,1 1 0,-1-1 0,0 0 0,1 0 0,-1 0 0,0 1 0,0-1 0,1 0 0,-1 0 0,1 0 0,0-7 0,-4-15 0,3 22 0,-4-19 0,1 1 0,1-1 0,0 0 0,2-24 0,0 42 0,0-1 0,0 1 0,1 0 0,-1 0 0,0-1 0,1 1 0,-1 0 0,0 0 0,1 0 0,-1-1 0,1 1 0,0 0 0,-1 0 0,1 0 0,0 0 0,0 0 0,0 0 0,0 0 0,0 0 0,0 1 0,0-1 0,0 0 0,0 0 0,0 1 0,0-1 0,0 1 0,0-1 0,1 1 0,-1 0 0,0-1 0,0 1 0,1 0 0,-1 0 0,0 0 0,0-1 0,1 1 0,-1 1 0,3-1 0,4 1 0,0 1 0,0 0 0,-1 0 0,15 6 0,-20-7 0,231 89 0,-207-82 120,-26-8-131,1 0 1,-1 0-1,1 0 1,-1 0-1,1 1 1,-1-1-1,1-1 0,-1 1 1,1 0-1,-1 0 1,1 0-1,-1 0 0,1 0 1,-1 0-1,0 0 1,1-1-1,-1 1 1,1-1-1,0 1-38,-1 0-1,0-1 1,0 1-1,0-1 1,0 1 0,0-1-1,0 1 1,0-1 0,0 1-1,0 0 1,0-1-1,0 1 1,0-1 0,0 1-1,0-1 1,0 1-1,0-1 1,-1 1 0,1 0-1,0-1 1,0 1-1,0 0 1,-1-1 0,1 1-1,-1-1 1,-5-8-6777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5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17 349 24575,'27'-11'0,"-1"-1"0,0-1 0,0-1 0,39-30 0,-60 40 0,-1 0 0,0 0 0,0 0 0,0-1 0,-1 0 0,1 0 0,-1 0 0,-1 0 0,1 0 0,-1-1 0,1 1 0,-1-1 0,-1 0 0,1 1 0,-1-1 0,0 0 0,-1 0 0,1 0 0,-1 0 0,0 0 0,-1 0 0,1 1 0,-4-13 0,3 12 0,-1 0 0,0-1 0,-1 1 0,1 0 0,-1 0 0,-1 0 0,1 1 0,-1-1 0,0 1 0,0 0 0,0 0 0,-1 0 0,0 1 0,0-1 0,0 1 0,0 0 0,-1 1 0,0-1 0,1 1 0,-1 0 0,-9-2 0,11 3 0,-1 1 0,0 0 0,1 0 0,-1 0 0,0 1 0,0-1 0,0 1 0,0 0 0,1 1 0,-1-1 0,0 1 0,0 0 0,0 0 0,1 0 0,-7 4 0,7-4 0,1 1 0,0 0 0,0 0 0,0 1 0,0-1 0,0 0 0,1 1 0,-1 0 0,1 0 0,0 0 0,0 0 0,0 0 0,0 0 0,0 0 0,1 1 0,-1-1 0,1 1 0,0-1 0,0 1 0,-1 6 0,1-1 0,0 1 0,0-1 0,1 1 0,1 0 0,-1-1 0,2 1 0,-1-1 0,1 1 0,1-1 0,0 0 0,0 0 0,1 0 0,0 0 0,0-1 0,1 1 0,0-1 0,0 0 0,1-1 0,0 1 0,1-1 0,0 0 0,0-1 0,12 9 0,-11-9 0,0 0 0,1-1 0,-1 0 0,1-1 0,0 0 0,1-1 0,-1 1 0,1-2 0,-1 1 0,1-2 0,17 2 0,-23-2-56,9-1 117,0 0 0,24-3 0,-34 3-149,1-1 1,-1 0-1,0 0 0,0 0 0,0 0 1,1 0-1,-1-1 0,0 0 0,-1 1 0,1-1 1,0 0-1,0 0 0,-1 0 0,1-1 1,-1 1-1,3-4 0,1-4-6738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6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24575,'12'11'0,"1"-1"0,1 0 0,28 15 0,-23-14 0,-18-11 0,11 7 0,1 0 0,24 10 0,-34-16 0,0 0 0,0 0 0,0 0 0,0-1 0,0 1 0,0-1 0,0 1 0,0-1 0,0 0 0,0 0 0,0-1 0,0 1 0,1-1 0,-1 1 0,0-1 0,0 0 0,-1 0 0,1 0 0,5-3 0,-6 3 0,-1-1 0,1 1 0,-1 0 0,0-1 0,0 1 0,0 0 0,1-1 0,-1 0 0,-1 1 0,1-1 0,0 0 0,0 1 0,-1-1 0,1 0 0,0-2 0,-1 0 0,1 0 0,-1-1 0,0 1 0,0 0 0,0 0 0,-2-7 0,-1-1 0,-1-1 0,0 0 0,-8-15 0,10 22 0,1 4 0,0 0 0,0 0 0,0 0 0,0 0 0,0 0 0,1 0 0,-1 0 0,1-3 0,0 4 0,0 1 0,0-1 0,0 0 0,1 1 0,-1-1 0,0 1 0,1-1 0,-1 1 0,0-1 0,1 1 0,-1-1 0,0 1 0,1-1 0,-1 1 0,1 0 0,-1-1 0,1 1 0,-1 0 0,1-1 0,-1 1 0,1 0 0,0 0 0,-1-1 0,1 1 0,-1 0 0,1 0 0,0 0 0,-1 0 0,1 0 0,-1 0 0,1 0 0,0 0 0,-1 0 0,1 0 0,-1 0 0,2 0 0,4 1 0,0-1 0,0 1 0,1 0 0,-1 0 0,0 1 0,8 3 0,36 18 0,-26-11 0,2-1 0,-11-5 0,-2 0 0,1 1 0,23 16 0,-37-23-49,0 0 1,1 1-1,-1-1 0,1 0 0,-1 1 1,0-1-1,1 0 0,-1 0 0,0 1 1,1-1-1,-1 1 0,0-1 0,0 0 1,1 1-1,-1-1 0,0 1 0,0-1 1,0 1-1,1-1 0,-1 0 0,0 1 1,0-1-1,0 1 0,0-1 0,0 1 0,0-1 1,0 2-1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6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75 24575,'-4'-2'0,"0"0"0,0 0 0,0 0 0,0 0 0,-1 1 0,1 0 0,0 0 0,-1 0 0,1 0 0,-1 1 0,-6-1 0,10 1 0,-1 1 0,1-1 0,-1 0 0,1 0 0,-1 1 0,1-1 0,-1 1 0,1 0 0,0-1 0,-1 1 0,1 0 0,0 0 0,0 0 0,-1 0 0,1 0 0,0 0 0,0 0 0,0 0 0,0 0 0,0 0 0,1 1 0,-1-1 0,0 0 0,1 1 0,-1-1 0,0 0 0,1 1 0,0-1 0,-1 1 0,1-1 0,0 1 0,0-1 0,0 1 0,0-1 0,0 1 0,0 2 0,0 0 0,1-1 0,0 1 0,-1-1 0,1 1 0,0-1 0,1 1 0,-1-1 0,0 0 0,1 0 0,0 0 0,0 1 0,0-2 0,0 1 0,0 0 0,1 0 0,-1-1 0,1 1 0,0-1 0,0 0 0,-1 0 0,2 0 0,-1 0 0,0 0 0,5 1 0,2 1 0,-1 0 0,1-1 0,-1-1 0,1 1 0,0-2 0,0 1 0,16-1 0,-18-1 0,-1 0 0,1-1 0,0 0 0,-1 0 0,1-1 0,-1 0 0,0 0 0,0-1 0,0 0 0,0 0 0,10-7 0,-15 9 0,1-1 0,-1 0 0,1-1 0,-1 1 0,0 0 0,0-1 0,0 1 0,0-1 0,0 1 0,0-1 0,-1 0 0,0 0 0,1 0 0,-1 0 0,0 0 0,0 0 0,-1 0 0,1 0 0,0 0 0,-1-1 0,0 1 0,0 0 0,0 0 0,0 0 0,-1-1 0,1 1 0,-1 0 0,0 0 0,-1-5 0,0 4 0,1 0 0,-1 0 0,0-1 0,0 1 0,0 1 0,-1-1 0,0 0 0,1 1 0,-1-1 0,0 1 0,-1 0 0,1 0 0,0 0 0,-1 0 0,0 0 0,0 1 0,0 0 0,0 0 0,-7-3 0,5 3 0,0 1 0,0 0 0,0 0 0,0 0 0,0 0 0,0 1 0,0 0 0,-1 1 0,1-1 0,0 1 0,0 0 0,0 0 0,-11 5 0,0 1-1365,2-1-5461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7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24575,'13'11'0,"-1"0"0,1-1 0,1 0 0,0-2 0,16 9 0,77 29 0,-106-46 0,12 5 0,1 0 0,14 2 0,-25-6 0,0-1 0,0 1 0,0-1 0,0 0 0,0 1 0,0-1 0,0-1 0,0 1 0,0 0 0,0-1 0,0 0 0,0 1 0,0-1 0,0 0 0,0-1 0,4-1 0,-6 1 0,1 1 0,-1-1 0,0 0 0,0 0 0,1 1 0,-1-1 0,0 0 0,-1 0 0,1 0 0,0 0 0,-1 0 0,1 0 0,-1 0 0,1-1 0,-1 1 0,0 0 0,0 0 0,0 0 0,0 0 0,0 0 0,-1-1 0,1 1 0,0 0 0,-2-4 0,-1-1 0,1-1 0,-1 1 0,0-1 0,-1 1 0,-6-10 0,-54-65 0,98 102 0,-1 3 0,-12-8 0,28 16 0,-43-28 0,0 0 0,0 0 0,1 0 0,-1-1 0,1 0 0,0 0 0,0-1 0,0 0 0,9 0 0,-15 0 0,0-1 0,0 0 0,0 0 0,0 0 0,0 0 0,0 0 0,0 0 0,0-1 0,0 1 0,0 0 0,0 0 0,0-1 0,0 1 0,0-1 0,-1 1 0,1-1 0,0 1 0,0-1 0,0 1 0,-1-1 0,1 0 0,0 1 0,-1-1 0,1 0 0,0 1 0,-1-1 0,1 0 0,0-1 0,-1-1 0,1 0 0,-1 0 0,0 0 0,0 0 0,0 0 0,0 1 0,0-1 0,-1-3 0,0 3 0,1-1 0,-1 1 0,1-1 0,0 0 0,1-6 0,-1 9 0,1 0 0,-1 0 0,0 0 0,1 0 0,-1 0 0,1 1 0,-1-1 0,1 0 0,-1 0 0,1 0 0,0 1 0,-1-1 0,1 0 0,0 0 0,-1 1 0,1-1 0,0 1 0,0-1 0,0 1 0,0-1 0,0 1 0,0 0 0,-1-1 0,1 1 0,2-1 0,7 0-31,0 0 0,0 0 0,0 1 0,14 1 0,-6 0-1179,-3 0-5616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8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148 317 24575,'5'-28'0,"25"-105"0,-30 128 0,1 1 0,-1 0 0,0-1 0,1 1 0,-2-1 0,1 1 0,-1 0 0,1-1 0,-1 1 0,-1 0 0,1-1 0,0 1 0,-1 0 0,0 0 0,0 0 0,0 0 0,-1 1 0,1-1 0,-1 1 0,0-1 0,-5-4 0,1 1 0,1 1 0,-2 0 0,1 0 0,-1 1 0,0-1 0,0 2 0,0-1 0,-1 1 0,-12-4 0,20 8 0,-1-1 0,0 0 0,0 1 0,0 0 0,0-1 0,1 1 0,-1 0 0,0 0 0,0 0 0,0 0 0,0 0 0,0 0 0,0 1 0,0-1 0,1 0 0,-1 1 0,0 0 0,0-1 0,1 1 0,-1 0 0,0 0 0,1 0 0,-3 2 0,2-1 0,1 0 0,-1 0 0,1 1 0,-1-1 0,1 0 0,0 1 0,0-1 0,0 1 0,0 0 0,1-1 0,-1 1 0,1 0 0,-1-1 0,1 1 0,0 4 0,0 3 0,0-1 0,0 1 0,1-1 0,4 18 0,-4-24 0,-1 0 0,2 0 0,-1 0 0,0 0 0,1 0 0,-1-1 0,1 1 0,0 0 0,0-1 0,0 1 0,0-1 0,0 0 0,1 0 0,-1 0 0,0 0 0,1 0 0,0 0 0,3 1 0,9 3 0,0 0 0,0-1 0,1-1 0,-1 0 0,1-1 0,18 1 0,98-2 0,-87-3 0,-42 1-105,1 1 0,-1-2 0,1 1 0,-1 0 0,1-1 0,-1 1 0,1-1 0,-1 0 0,1-1 0,-1 1 0,0 0 0,4-3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24575,'199'78'0,"-198"-78"0,0 1 0,0-1 0,0 1 0,0-1 0,1 0 0,-1 1 0,0-1 0,0 0 0,1 0 0,-1 0 0,0 0 0,0 0 0,1 0 0,-1 0 0,0-1 0,0 1 0,1 0 0,-1-1 0,0 1 0,0-1 0,2 0 0,-1 0 0,-1-1 0,0 1 0,1 0 0,-1-1 0,0 1 0,0-1 0,0 0 0,0 1 0,0-1 0,-1 0 0,1 1 0,0-1 0,0-2 0,1-6 0,-1-1 0,1 1 0,-2-1 0,0-11 0,0 19 0,0-7 0,-1 4 0,1 1 0,0 0 0,0-1 0,1 1 0,-1 0 0,3-9 0,-2 13 0,-1 0 0,1 0 0,-1 0 0,1 0 0,-1 1 0,1-1 0,-1 0 0,1 0 0,0 0 0,-1 1 0,1-1 0,0 0 0,0 1 0,0-1 0,-1 1 0,3-2 0,-2 2 0,1 0 0,-1-1 0,1 1 0,0 0 0,-1-1 0,1 1 0,-1 0 0,1 0 0,0 1 0,-1-1 0,1 0 0,0 0 0,1 1 0,11 4-124,0 0 0,-1 1 0,0 0 0,0 1 0,0 0 0,-1 1-1,0 0 1,-1 1 0,0 1 0,14 14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9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62 24575,'-6'-4'0,"0"0"0,0-1 0,-1 1 0,0 0 0,0 1 0,0 0 0,-1 0 0,1 1 0,0-1 0,-15-1 0,21 4 0,0 0 0,0 0 0,0 0 0,0 0 0,0 0 0,-1 0 0,1 1 0,0-1 0,0 0 0,0 1 0,0-1 0,0 1 0,0-1 0,0 1 0,0-1 0,0 1 0,0 0 0,0-1 0,0 1 0,1 0 0,-2 1 0,1 0 0,0 0 0,0 0 0,0-1 0,0 1 0,1 0 0,-1 0 0,0 0 0,1 0 0,0 0 0,-1 0 0,1 3 0,0 3 0,1-1 0,0 1 0,0-1 0,0 1 0,4 9 0,-2-7 0,0-1 0,1 0 0,1-1 0,0 1 0,0-1 0,0 0 0,1 0 0,0 0 0,1-1 0,-1 0 0,1 0 0,9 6 0,-13-12 0,0 1 0,0 0 0,0-1 0,1 1 0,-1-1 0,1 0 0,-1 0 0,1 0 0,-1 0 0,1-1 0,0 0 0,-1 0 0,1 0 0,0 0 0,-1 0 0,1-1 0,0 1 0,-1-1 0,6-2 0,-7 2 0,1 0 0,0 0 0,-1 0 0,1-1 0,-1 1 0,0-1 0,1 1 0,-1-1 0,0 0 0,0 0 0,0 0 0,0 0 0,0-1 0,-1 1 0,1 0 0,-1-1 0,1 1 0,-1-1 0,0 0 0,0 1 0,0-1 0,-1 0 0,1 0 0,0-5 0,-1 1 0,0 1 0,-1-1 0,1 1 0,-1-1 0,-1 1 0,0 0 0,0-1 0,0 1 0,0 0 0,-1 0 0,0 1 0,-7-12 0,5 10 0,-1-1 0,0 1 0,0 0 0,-1 1 0,0-1 0,0 1 0,0 1 0,-13-9 0,13 11-85,1 1 0,-1-1-1,0 1 1,0 0 0,0 1-1,0 0 1,0 0 0,-1 0-1,1 1 1,0 0 0,0 0-1,0 1 1,-1 0 0,1 1-1,-7 1 1,2 1-6741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18:09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24575,'11'16'0,"0"0"0,1-1 0,1-1 0,1 0 0,-1-1 0,2 0 0,0-1 0,26 16 0,-40-28 0,0 1 0,0-1 0,-1 1 0,1-1 0,0 1 0,0-1 0,0 0 0,0 1 0,0-1 0,0 0 0,0 0 0,0 0 0,0 0 0,0 0 0,0 0 0,0 0 0,0 0 0,0 0 0,2-1 0,-3 1 0,1-1 0,0 1 0,0-1 0,-1 1 0,1-1 0,-1 0 0,1 1 0,0-1 0,-1 0 0,0 0 0,1 1 0,-1-1 0,1 0 0,-1 0 0,0 0 0,1 1 0,-1-1 0,0-1 0,1-5 0,0-1 0,-1 1 0,0 0 0,-1-11 0,0 7 0,0-17 0,0 0 0,2-32 0,-1 59 0,0-1 0,0 1 0,0 0 0,1 0 0,-1-1 0,0 1 0,1 0 0,-1 0 0,1 0 0,-1 0 0,1 0 0,-1-1 0,1 1 0,0 0 0,0 0 0,-1 1 0,1-1 0,0 0 0,0 0 0,0 0 0,0 0 0,1 0 0,0 0 0,1 1 0,-1-1 0,0 0 0,0 1 0,0-1 0,0 1 0,1 0 0,-1 0 0,0 0 0,0 0 0,4 0 0,4 2 0,0 1 0,0-1 0,-1 2 0,13 4 0,-4 1-195,0 0 0,0 1 0,-1 1 0,0 0 0,-1 2 0,17 15 0,-17-12-6631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4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24575,'5'-1'0,"-1"-1"0,1 1 0,-1-1 0,1 1 0,-1-1 0,0-1 0,0 1 0,7-6 0,0 2 0,0 0 0,0 0 0,1 1 0,0 0 0,0 1 0,15-2 0,63-8 0,-43 8 0,-31 3 0,1 1 0,-1 0 0,0 2 0,1 0 0,22 2 0,-28 0 0,0 0 0,-1 0 0,1 1 0,-1 0 0,1 1 0,-1 0 0,0 1 0,0 0 0,-1 1 0,0 0 0,0 0 0,14 13 0,-10-5 0,-1 0 0,0 0 0,-2 1 0,1 1 0,-2 0 0,0 0 0,10 27 0,-15-31 0,-1 0 0,0-1 0,-1 1 0,1 18 0,2 9 0,-4-34 0,-1 0 0,1 1 0,-1-1 0,0 0 0,0 1 0,-1-1 0,1 0 0,-1 1 0,-1-1 0,1 0 0,-1 0 0,0 0 0,0 0 0,0 0 0,0-1 0,-1 1 0,0-1 0,0 1 0,0-1 0,-1 0 0,1 0 0,-1 0 0,0-1 0,0 1 0,-1-1 0,1 0 0,0 0 0,-1-1 0,0 1 0,0-1 0,0 0 0,0 0 0,0-1 0,-6 2 0,-17 3 0,1-2 0,-1-1 0,0-1 0,0-1 0,0-1 0,0-2 0,0-1 0,1-1 0,-1-1 0,1-2 0,0 0 0,1-2 0,-1-1 0,-34-19 0,55 26-71,-7-3 121,1-1 0,1 0 0,-20-15 0,29 20-115,-1 0 0,1 0 0,0-1 0,0 1 0,0 0 0,0-1 0,1 1 0,-1-1 0,1 1 0,-1-1 1,1 0-1,0 0 0,0 0 0,0 0 0,0 0 0,1 0 0,-1 0 0,1 0 0,0 0 0,0 0 0,0 0 0,0-5 0,3-4-6761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5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24575,'3'0'0,"0"1"0,0-1 0,0 1 0,1 0 0,-1 0 0,0 0 0,0 0 0,0 1 0,-1-1 0,1 1 0,5 4 0,28 25 0,-28-23 0,0-1 0,52 50 0,89 66 0,-125-105-1365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6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6 24575,'-1'-1'0,"0"0"0,-1 1 0,1-1 0,-1 1 0,1-1 0,-1 1 0,1 0 0,-1-1 0,1 1 0,-1 0 0,1 0 0,-1 0 0,0 0 0,1 0 0,-1 0 0,1 1 0,-1-1 0,1 1 0,-1-1 0,1 1 0,-1-1 0,1 1 0,0 0 0,-1-1 0,1 1 0,0 0 0,0 0 0,-1 0 0,1 0 0,0 0 0,0 1 0,0-1 0,-1 1 0,-3 6 0,0 0 0,1 0 0,0 0 0,-5 15 0,1-3 0,-4 9-83,8-16 181,-12 22 1,14-32-213,0 0 0,0 0 0,0 0 1,0 0-1,0-1 0,-1 1 0,1-1 1,-1 1-1,1-1 0,-1 0 0,0 0 1,-4 2-1,-1-1-6712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7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42 24575,'-11'-7'0,"-2"1"0,1 0 0,-1 0 0,1 2 0,-23-6 0,31 9 0,0 0 0,0 1 0,0-1 0,-1 1 0,1 0 0,0 1 0,0-1 0,0 1 0,0-1 0,-5 3 0,7-3 0,0 2 0,-1-1 0,1 0 0,0 0 0,0 1 0,0-1 0,0 1 0,0-1 0,0 1 0,0 0 0,1 0 0,-1 0 0,1 0 0,-1 0 0,1 0 0,0 0 0,0 1 0,-1 1 0,1-1 0,0 0 0,1 0 0,-1 0 0,1-1 0,0 1 0,0 0 0,0 0 0,0 0 0,1 0 0,-1 0 0,1-1 0,-1 1 0,1 0 0,2 4 0,2 6 0,13 21 0,-9-17 0,1 0 0,-2 1 0,0 0 0,-1 1 0,0 0 0,-2 0 0,0 0 0,-1 1 0,-1 0 0,0 22 0,-3-33 0,1-1 0,0 1 0,0 0 0,1-1 0,0 1 0,0-1 0,1 0 0,7 16 0,-8-21 0,0 0 0,-1 0 0,2 0 0,-1 0 0,0-1 0,1 1 0,-1-1 0,1 1 0,-1-1 0,7 4 0,-7-5 0,0 0 0,1 0 0,-1 0 0,0-1 0,1 1 0,-1-1 0,1 1 0,-1-1 0,1 0 0,-1 0 0,1 0 0,-1 0 0,1 0 0,-1 0 0,1-1 0,4-1 0,-5 2-114,-1-1 1,1 0-1,0 0 0,-1 0 0,1 0 1,0 0-1,-1 0 0,1 0 0,-1 0 1,0 0-1,3-4 0,2-4-6712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7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10 24575,'4'-2'0,"0"1"0,0-1 0,1 1 0,-1 0 0,1 0 0,-1 1 0,0-1 0,1 1 0,-1 0 0,1 0 0,-1 0 0,1 1 0,-1-1 0,8 3 0,-8-1 0,0 0 0,-1 0 0,1 0 0,-1 0 0,1 0 0,-1 1 0,0 0 0,0-1 0,0 1 0,0 0 0,-1 0 0,1 1 0,-1-1 0,0 1 0,0-1 0,3 6 0,-3-4 0,1 1 0,-1-1 0,0 1 0,-1-1 0,1 1 0,-1-1 0,1 12 0,-2-15 0,0-1 0,0 0 0,0 0 0,-1 1 0,1-1 0,0 0 0,0 0 0,-1 1 0,1-1 0,-1 0 0,0 0 0,1 0 0,-1 0 0,0 0 0,1 0 0,-3 2 0,2-2 0,-1 0 0,1 0 0,-1 0 0,1 0 0,-1-1 0,1 1 0,-1-1 0,0 1 0,1-1 0,-1 1 0,0-1 0,0 0 0,1 0 0,-1 0 0,-3 0 0,-5-1 0,-1 0 0,1-1 0,0 0 0,0-1 0,0 0 0,0-1 0,0 0 0,1 0 0,0-1 0,0 0 0,0-1 0,-16-13 0,24 18 6,0 0-1,-1 0 1,1 0-1,0 0 0,0-1 1,0 1-1,0 0 1,0-1-1,1 1 1,-1-1-1,0 1 1,1-1-1,-1 1 0,1-1 1,-1 1-1,1-1 1,0 1-1,-1-1 1,1 0-1,0 1 1,0-4-1,1 3-83,0 0 0,-1 1 0,1-1-1,0 0 1,0 1 0,0-1 0,0 0 0,0 1 0,0-1-1,0 1 1,1-1 0,-1 1 0,0 0 0,1 0 0,-1-1-1,1 1 1,0 0 0,1 0 0,8-5-6748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8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24575,'5'-2'0,"0"0"0,0 0 0,0 0 0,1 1 0,-1-1 0,0 1 0,1 1 0,-1-1 0,1 1 0,-1 0 0,0 0 0,1 1 0,-1-1 0,1 1 0,-1 1 0,0-1 0,0 1 0,1-1 0,-1 1 0,-1 1 0,1-1 0,0 1 0,0 0 0,-1 0 0,0 0 0,1 1 0,3 4 0,8 8 0,-1 1 0,-1 0 0,0 2 0,-1-1 0,-1 2 0,-1 0 0,12 30 0,-19-39 0,-1 1 0,-1-1 0,0 1 0,-1 0 0,0 0 0,0 0 0,-2 0 0,-1 13 0,1-4 0,2 26 0,-1-45 0,0-1 0,1 1 0,-1-1 0,0 1 0,1-1 0,0 1 0,-1-1 0,1 1 0,0-1 0,0 0 0,0 0 0,0 1 0,0-1 0,0 0 0,0 0 0,0 0 0,0 0 0,0 0 0,1 0 0,-1 0 0,0-1 0,1 1 0,-1 0 0,0-1 0,1 1 0,-1-1 0,1 1 0,2-1 0,-3 1 0,1-1 0,0 1 0,0-1 0,-1 1 0,1 0 0,0 0 0,-1-1 0,1 1 0,-1 0 0,1 1 0,-1-1 0,0 0 0,1 0 0,-1 1 0,0-1 0,0 0 0,1 2 0,-1 5-1365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49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744 1169 24575,'-64'-91'0,"-98"-187"0,123 200-60,-125-229-907,117 230 600,-103-132 0,66 114-705,51 61-4286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0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24575,'0'-1'0,"0"1"0,1 0 0,-1-1 0,0 1 0,0 0 0,0-1 0,0 1 0,1 0 0,-1 0 0,0-1 0,0 1 0,1 0 0,-1 0 0,0-1 0,0 1 0,1 0 0,-1 0 0,0 0 0,1-1 0,-1 1 0,0 0 0,1 0 0,-1 0 0,0 0 0,1 0 0,-1 0 0,0 0 0,1 0 0,-1 0 0,0 0 0,1 0 0,0 0 0,0 0 0,0 1 0,0-1 0,-1 1 0,1-1 0,0 1 0,0 0 0,0-1 0,0 1 0,-1 0 0,1 0 0,1 1 0,17 30 0,-16-26 0,6 8 0,0-1 0,1 1 0,0-1 0,15 13 0,52 45 0,-51-49 0,4 3 0,-18-17 0,-1 1 0,-1 0 0,11 13 0,-17-15-1365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1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 24575,'-12'19'0,"-4"10"0,-2-1 0,2-3 0,4-2 0,1-6 0,3-3 0,0-2 0,2 0 0,-1-2 0,1 0 0,-1-3 0,0 1 0,0-1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1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23 24575,'-41'-7'0,"16"1"0,0 2 0,0 1 0,0 1 0,-45 2 0,68 0 0,-1 0 0,1 1 0,-1-1 0,1 0 0,0 1 0,-1 0 0,1 0 0,0 0 0,-1 0 0,1 0 0,0 0 0,0 0 0,0 1 0,0-1 0,0 1 0,0-1 0,1 1 0,-1 0 0,0 0 0,-1 3 0,2-3 0,0 1 0,0 0 0,0 0 0,0-1 0,1 1 0,0 0 0,-1 0 0,1 0 0,0 0 0,1-1 0,-1 1 0,0 0 0,1 0 0,-1 0 0,1 0 0,0-1 0,1 4 0,3 4 0,0-1 0,0 0 0,0 0 0,1 0 0,8 8 0,9 14 0,-15-18 0,0 0 0,0 1 0,-1 0 0,-1 0 0,0 0 0,-1 1 0,0 0 0,-2 0 0,1 0 0,-2 1 0,0-1 0,-1 23 0,-1-34 0,0 4 0,0 0 0,0 0 0,1 0 0,3 15 0,-3-20 0,0 0 0,0 0 0,0-1 0,1 1 0,-1-1 0,1 1 0,-1-1 0,1 0 0,0 1 0,0-1 0,0 0 0,1 0 0,-1 0 0,0-1 0,1 1 0,-1-1 0,4 2 0,1 1 0,1-1 0,0-1 0,0 1 0,0-1 0,0-1 0,0 0 0,16 1 0,1-2 0,32-4 0,-45 2-1365,-3-1-5461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2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24575,'3'1'0,"-1"0"0,0 0 0,0 1 0,1-1 0,-1 1 0,0 0 0,0 0 0,-1 0 0,1 0 0,0 0 0,2 4 0,-1-2 0,51 68 0,4 5 0,-51-67 120,-5-4-321,-5-4-1083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2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24575,'4'-2'0,"26"-12"0,0 2 0,49-13 0,-71 23 0,0 0 0,0 1 0,1-1 0,-1 2 0,0-1 0,0 1 0,1 1 0,-1 0 0,0 0 0,0 0 0,0 1 0,0 0 0,0 0 0,0 1 0,12 7 0,-19-10 0,0 1 0,0 0 0,0-1 0,0 1 0,0 0 0,0 0 0,0 0 0,-1 0 0,1 0 0,0 0 0,-1 0 0,1 0 0,-1 0 0,1 0 0,-1 1 0,1-1 0,-1 0 0,0 0 0,1 0 0,-1 1 0,0-1 0,0 0 0,0 0 0,0 1 0,0-1 0,0 0 0,0 0 0,-1 2 0,-1 4 0,0 0 0,-1 0 0,0 0 0,-4 6 0,-4 12 0,9-18 0,0 1 0,0 1 0,1-1 0,0 0 0,1 0 0,-1 0 0,2 0 0,-1 1 0,1-1 0,0 0 0,1 0 0,0 0 0,4 12 0,-1-8 0,1-1 0,0 1 0,0-1 0,1 0 0,1-1 0,0 0 0,17 18 0,-22-25 0,21 19 0,26 36 0,-49-57 0,0 0 0,0 0 0,0 1 0,0-1 0,0 0 0,-1 0 0,1 1 0,0-1 0,-1 0 0,1 1 0,-1-1 0,1 1 0,-1-1 0,0 0 0,0 1 0,0-1 0,1 1 0,-1-1 0,-1 1 0,1-1 0,0 1 0,0-1 0,0 1 0,-1-1 0,1 0 0,-1 1 0,1-1 0,-1 0 0,0 1 0,1-1 0,-1 0 0,0 0 0,0 1 0,0-1 0,0 0 0,0 0 0,0 0 0,0 0 0,0 0 0,-1 0 0,1-1 0,-1 2 0,-6 2 0,1-1 0,-1 1 0,0-1 0,1-1 0,-18 4 0,-15 2-1365,23-6-5461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4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24575,'12'-7'0,"10"-6"0,2-2 0,3 2 0,4-1 0,2 1 0,-1-1 0,1 3 0,-2 0 0,-1 0 0,0 2 0,-3 0 0,-1 1 0,-3 0 0,-3-2 0,-1 2 0,-6 1-8191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5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24575,'22'14'0,"-1"1"0,-1 1 0,32 33 0,-8-5 0,54 42 0,-53-49 0,-28-22-87,-5-4-339,0-1 0,22 14 0,-22-17-6400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5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24575,'-7'27'0,"-3"11"0,-2 2 0,1-4 0,3-5 0,0-5 0,1-6 0,-1-2 0,2-3 0,-1-4 0,-2-1 0,-2-2 0,1-3-8191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6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10 24575,'-22'-3'0,"-62"-4"0,74 7 0,-1 1 0,1 0 0,0 0 0,0 0 0,0 2 0,-11 3 0,19-6 0,0 1 0,1-1 0,-1 1 0,0 0 0,0 0 0,1 0 0,-1 0 0,0 0 0,1 0 0,-1 1 0,1-1 0,0 0 0,-1 1 0,1-1 0,0 1 0,0-1 0,0 1 0,0 0 0,0-1 0,0 1 0,0 0 0,1 0 0,-1 0 0,1-1 0,-1 1 0,1 0 0,0 0 0,0 0 0,0 0 0,0 0 0,0 0 0,0 0 0,0 0 0,0 0 0,1 0 0,-1-1 0,2 4 0,1 4 0,1 0 0,0-1 0,0 1 0,1-1 0,0 0 0,7 8 0,-2-3 0,2 2 0,-1 0 0,-1 0 0,0 1 0,-1 1 0,0 0 0,7 20 0,-3 11 0,13 33 0,-25-78 0,1-1 0,0 1 0,-1 0 0,1-1 0,1 0 0,-1 1 0,0-1 0,1 0 0,-1 0 0,1 0 0,-1 0 0,1-1 0,0 1 0,0-1 0,0 1 0,0-1 0,0 0 0,0 0 0,0-1 0,5 2 0,9 0 0,-1 0 0,29-1 0,-37-1 0,22 1 0,55-3 0,-84 2-33,-1 0 0,1 0-1,-1 0 1,1 0 0,0 0-1,-1 0 1,1 0 0,-1 0 0,1 0-1,-1 0 1,1-1 0,-1 1-1,1 0 1,-1 0 0,1-1-1,-1 1 1,1 0 0,-1-1 0,1 1-1,-1 0 1,1-1 0,-1 1-1,0-1 1,1 1 0,-1 0-1,0-1 1,1 1 0,-1-1 0,0 1-1,0-1 1,0 1 0,1-1-1,-1 0 1,0 1 0,0-1-1,0 1 1,0-1 0,0 1 0,0-1-1,0 0 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6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 24575,'1'-4'0,"0"-1"0,0 1 0,1 0 0,-1 0 0,1 1 0,0-1 0,0 0 0,1 1 0,-1-1 0,1 1 0,0 0 0,0 0 0,0 0 0,0 0 0,0 0 0,1 1 0,6-5 0,-7 6 0,1-1 0,-1 1 0,1 0 0,0 0 0,-1 0 0,1 1 0,0-1 0,0 1 0,0 0 0,0 0 0,-1 0 0,1 0 0,0 1 0,0 0 0,-1-1 0,1 1 0,0 1 0,-1-1 0,1 1 0,3 1 0,0 1 0,-1 0 0,1 0 0,-1 1 0,0-1 0,0 1 0,-1 1 0,0-1 0,0 1 0,0 0 0,0 0 0,4 8 0,-7-10 0,0 0 0,0 0 0,-1 0 0,1 0 0,-1 0 0,0 0 0,0 0 0,0 1 0,0-1 0,-1 0 0,0 1 0,0-1 0,0 0 0,0 1 0,-1-1 0,0 0 0,1 1 0,-2-1 0,1 0 0,-4 8 0,-29 39 0,34-50 0,-1-1 0,1 0 0,0 1 0,-1-1 0,1 1 0,0-1 0,0 0 0,-1 1 0,1-1 0,0 1 0,0-1 0,0 1 0,0-1 0,0 1 0,0-1 0,-1 1 0,1-1 0,0 1 0,0-1 0,1 1 0,-1-1 0,0 1 0,0-1 0,0 1 0,0-1 0,0 1 0,1 0 0,-1-1 0,1 1 0,-1-1 0,1 0 0,0 0 0,-1 1 0,1-1 0,-1 0 0,1 0 0,0 0 0,-1 0 0,1 1 0,0-1 0,-1 0 0,1 0 0,0 0 0,-1-1 0,2 1 0,29-8 0,6-4-66,-20 7-259,0-1 1,-1 0-1,30-17 0,-32 15-6501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2:5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24575,'12'-9'0,"1"1"0,1 0 0,0 1 0,18-7 0,-27 12 0,-1 1 0,0 0 0,0 0 0,1 0 0,-1 1 0,0-1 0,1 1 0,-1 0 0,0 1 0,1-1 0,-1 1 0,0-1 0,1 1 0,-1 1 0,0-1 0,0 1 0,0-1 0,0 1 0,7 5 0,-7-5 0,6 5 0,-1 0 0,13 11 0,-19-15 0,-1 0 0,1 0 0,-1 0 0,0 0 0,0 0 0,0 1 0,0-1 0,-1 1 0,1-1 0,-1 1 0,2 5 0,10 92 0,-11-89 0,0 0 0,1 0 0,0 0 0,1 0 0,0 0 0,10 19 0,44 60 0,-7-10 0,-49-79 0,-1 1 0,1 0 0,-1 0 0,0 0 0,0 0 0,0 0 0,0 0 0,0 0 0,0 5 0,-1-7 0,0 1 0,-1-1 0,1 0 0,0 0 0,-1 0 0,1 1 0,-1-1 0,1 0 0,-1 0 0,1 0 0,-1 0 0,0 0 0,0 0 0,1 0 0,-1 0 0,0 0 0,0 0 0,0-1 0,0 1 0,0 0 0,0-1 0,0 1 0,0 0 0,0-1 0,-1 1 0,-1 0 0,-7 2-195,1-1 0,-1 0 0,-1 0 0,1-1 0,0 0 0,-18-1 0,15 0-6631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3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1656 166 24575,'-24'1'0,"-37"7"0,25-3 0,0-3 0,-64-2 0,40-1 0,-493 1 0,450 7 0,2 1 0,-283-9 0,375 1 0,0-1 0,0-1 0,-11-2 0,-20-3 0,23 5 0,-20-5 0,5 1 0,31 6 0,0 0 0,0 0 0,0 0 0,0 0 0,0-1 0,0 1 0,-1 0 0,1-1 0,0 1 0,0-1 0,1 1 0,-1-1 0,0 1 0,0-1 0,0 0 0,0 0 0,0 1 0,1-1 0,-1 0 0,0 0 0,1 0 0,-1 0 0,0 1 0,1-1 0,-1 0 0,1 0 0,-1-2 0,1 1 0,0 1 0,0-1 0,0 1 0,0-1 0,1 1 0,-1-1 0,0 1 0,1 0 0,-1-1 0,1 1 0,-1 0 0,1-1 0,0 1 0,0 0 0,0 0 0,-1 0 0,1 0 0,0-1 0,0 1 0,2-1 0,15-12 0,1 1 0,0 1 0,0 1 0,1 0 0,41-15 0,-8 4 0,-40 15 0,-12 5 0,-8 3 0,-6 3 0,0 1 0,0 0 0,0 1 0,0 1 0,1 0 0,-21 15 0,7 0 0,-40 40 0,65-61 0,0 0 0,0 0 0,0 0 0,0 0 0,0 0 0,0 0 0,1 0 0,-1 1 0,0-1 0,1 0 0,-1 0 0,1 1 0,-1-1 0,1 0 0,0 1 0,-1-1 0,1 0 0,0 1 0,0-1 0,0 0 0,0 1 0,1 1 0,-1-1 0,1-1 0,0 1 0,0 0 0,0-1 0,0 1 0,0-1 0,0 1 0,0-1 0,0 1 0,1-1 0,-1 0 0,0 0 0,1 1 0,2 0 0,4 3 0,0-1 0,1 0 0,0 0 0,0-1 0,11 2 0,20 6 0,0 1 0,40 18 0,-58-18-1365,-14-7-5461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4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520 147 24575,'-81'-13'0,"-97"-29"0,12-14 0,122 39 0,33 12 0,0 0 0,-16-4 0,27 9 0,0 0 0,0 0 0,0 0 0,0 1 0,0-1 0,0 0 0,0 0 0,0 0 0,0 0 0,0 0 0,0 0 0,0 0 0,0 0 0,0 0 0,0 0 0,0 0 0,0 0 0,0 0 0,0 0 0,0 1 0,0-1 0,0 0 0,0 0 0,0 0 0,0 0 0,0 0 0,0 0 0,0 0 0,0 0 0,0 0 0,0 0 0,0 0 0,0 0 0,0 0 0,0 0 0,0 0 0,0 0 0,-1 0 0,1 0 0,0 0 0,0 0 0,0 0 0,0 0 0,0 0 0,0 0 0,0 0 0,0 0 0,0 0 0,0 0 0,0 0 0,0 0 0,0 0 0,0 0 0,-1 0 0,1 0 0,8 8 0,12 7 0,138 62 0,-24-13 0,-133-63 0,1-1 0,-1 1 0,0 0 0,0 0 0,0-1 0,0 1 0,0 0 0,0 0 0,0 0 0,0 0 0,0 0 0,0 1 0,-1-1 0,2 1 0,-2-1 0,0 0 0,0-1 0,0 1 0,1 0 0,-1 0 0,0-1 0,0 1 0,0 0 0,0 0 0,0-1 0,-1 1 0,1 0 0,0 0 0,0-1 0,0 1 0,-1 0 0,1 0 0,-1 1 0,-1 0 0,1 0 0,-1 0 0,0 0 0,0 0 0,0 0 0,0-1 0,-1 1 0,1-1 0,0 1 0,-1-1 0,1 0 0,-5 2 0,-25 7 18,-63 12-1,38-11-1417,36-6-5426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24575,'1'11'0,"1"0"0,0-1 0,0 1 0,1 0 0,6 13 0,1 5 0,7 25 0,29 60 0,-37-98 0,3 9 0,-12-25 0,0 0 0,0 0 0,0 0 0,0 0 0,0 0 0,0 0 0,0 1 0,0-1 0,0 0 0,0 0 0,0 0 0,0 0 0,0 0 0,0 0 0,0 0 0,0 0 0,0 0 0,0 0 0,0 0 0,0 0 0,0 0 0,0 0 0,0 0 0,0 1 0,0-1 0,0 0 0,0 0 0,0 0 0,0 0 0,0 0 0,0 0 0,0 0 0,0 0 0,0 0 0,0 0 0,0 0 0,0 0 0,0 0 0,0 0 0,0 0 0,0 1 0,0-1 0,0 0 0,-1 0 0,1 0 0,0 0 0,0 0 0,0 0 0,0 0 0,0 0 0,0 0 0,0 0 0,0 0 0,0 0 0,0 0 0,0 0 0,0 0 0,0 0 0,0 0 0,-1 0 0,1 0 0,0 0 0,0 0 0,0 0 0,0 0 0,-6-4 0,-5-7 0,-11-12-1365,11 13-5461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562 16 24575,'-97'-10'0,"-1"4"0,-99 8 0,126 5 95,-13 0-1555,69-7-5366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7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1482 15 24575,'0'0'0,"1"0"0,-1 0 0,0 0 0,1 0 0,-1 0 0,0 0 0,0 0 0,1 0 0,-1 0 0,0-1 0,1 1 0,-1 0 0,0 0 0,0 0 0,1 0 0,-1-1 0,0 1 0,0 0 0,0 0 0,1 0 0,-1-1 0,0 1 0,0 0 0,0 0 0,1-1 0,-1 1 0,0 0 0,0-1 0,0 1 0,0 0 0,0 0 0,0-1 0,0 1 0,0 0 0,0-1 0,0 1 0,0 0 0,0-1 0,0 1 0,-13-5 0,-21 4 0,-14 8 0,31-4 0,-26 1 0,-57 4 0,-16-1 0,-20 0 0,-2 1 0,-596-9 0,726 2 0,1 0 0,-1 0 0,-9 3 0,13-3 0,-1 0 0,0 1 0,0-1 0,0-1 0,0 1 0,0-1 0,0 0 0,0 0 0,-9-2 0,13 2-62,1 0 0,-1 0 0,0-1 0,1 1 0,-1 0 0,1-1 0,-1 1 0,0 0 0,1-1 0,-1 1 0,1-1 0,-1 1-1,1-1 1,-1 1 0,1-1 0,-1 1 0,1-1 0,0 0 0,-1 1 0,1-1 0,-1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7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443 125 24575,'-263'-76'0,"213"64"0,24 7 0,1-1 0,0-1 0,-28-12 0,117 49 0,-8-6 0,-1 3 0,71 47 0,-124-73 0,-1 0 0,1 0 0,0 1 0,-1-1 0,1 1 0,-1-1 0,1 1 0,-1 0 0,0 0 0,1-1 0,-1 1 0,0 0 0,0 0 0,-1 0 0,1 0 0,0 0 0,-1 0 0,2 4 0,-3-4 0,1 0 0,0-1 0,0 1 0,-1 0 0,1-1 0,-1 1 0,1-1 0,-1 1 0,0-1 0,0 1 0,1-1 0,-1 1 0,0-1 0,0 1 0,-1-1 0,1 0 0,0 0 0,0 0 0,-1 0 0,1 0 0,0 0 0,-1 0 0,-2 2 0,-11 3 0,1-1 0,-1 0 0,0-1 0,0 0 0,0-1 0,-18 1 0,8-1 0,-29 4-1365,32-5-5461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8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9 24575,'-4'-1'0,"1"-1"0,-1 1 0,1 0 0,-1 0 0,0 0 0,1 1 0,-1-1 0,0 1 0,0 0 0,1 0 0,-1 0 0,0 1 0,1-1 0,-1 1 0,-6 2 0,-4 2 0,1 0 0,-23 14 0,5-3 0,-12 2 0,25-12 0,-24 14 0,41-20 0,-1 1 0,0 0 0,1 0 0,-1 0 0,1 0 0,0 1 0,-1-1 0,1 0 0,0 1 0,0-1 0,-1 0 0,1 1 0,0 0 0,1-1 0,-1 1 0,0 0 0,0-1 0,1 1 0,-1 0 0,1 0 0,-1-1 0,1 1 0,0 3 0,0-3 0,0 0 0,1 0 0,-1 1 0,1-1 0,-1 0 0,1 0 0,0 0 0,0 0 0,0 0 0,0 0 0,1 0 0,-1-1 0,0 1 0,1 0 0,-1-1 0,1 1 0,-1-1 0,1 1 0,2 1 0,7 3-3,0 1 0,0-1-1,0-1 1,0 0 0,15 4-1,62 13 118,6 2-1573,-80-19-5367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9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24575,'1'9'0,"0"-1"0,0 1 0,1-1 0,0 0 0,1 0 0,0 1 0,5 9 0,36 64 0,-22-43 0,-12-21 0,-6-12 0,0-1 0,-1 1 0,0 0 0,0 1 0,0-1 0,-1 0 0,0 1 0,0-1 0,1 10 0,-3-16 0,0 0 0,0 1 0,0-1 0,0 0 0,0 1 0,0-1 0,0 0 0,0 1 0,0-1 0,0 0 0,0 1 0,-1-1 0,1 0 0,0 0 0,0 1 0,0-1 0,0 0 0,0 0 0,-1 1 0,1-1 0,0 0 0,0 0 0,0 1 0,-1-1 0,1 0 0,0 0 0,0 1 0,-1-1 0,1 0 0,0 0 0,0 0 0,-1 0 0,-9-3 0,-7-14 0,-31-39-1365,39 42-5461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09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31 24575,'-29'-5'0,"-15"-2"0,-5 1 0,1 1 0,4 1 0,5 2 0,3 1 0,4 1 0,4 0 0,2 0 0,1 2 0,2 2 0,0 2 0,2 0 0,1-1 0,5-2-8191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2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24575,'1'19'0,"0"1"0,2-1 0,8 34 0,23 55 0,-12-40 0,-8-31 0,-9-28 0,-2 1 0,1-1 0,-1 1 0,-1 0 0,0 0 0,1 10 0,-3-14-1365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2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592 16 24575,'-2'-2'0,"0"1"0,0-1 0,0 1 0,-1-1 0,1 1 0,-1 0 0,1 0 0,-1 0 0,1 1 0,-1-1 0,0 0 0,-4 1 0,-37-1 0,30 1 0,-84 7 0,15 0 0,-122-6 60,107-1-1485,85 0-5401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3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35 24575,'-22'-5'0,"-12"-1"0,-3-1 0,2 2 0,5 2 0,3 1 0,3 1 0,1 0 0,2 1 0,2 0 0,-16-2 0,-1-1-8191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31 24575,'-29'-5'0,"-15"-1"0,-5-1 0,4 2 0,4 2 0,4 1 0,4 0 0,5 2 0,5 0 0,6 0-8191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4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24575,'1'4'0,"0"1"0,0 0 0,0 0 0,1-1 0,-1 1 0,4 4 0,1 7 0,7 18 0,27 48 0,-16-33 0,-15-31-455,-2 0 0,8 32 0,-12-37-6371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4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544 1 24575,'-30'0'0,"-14"0"0,-5 0 0,2 0 0,3 0 0,2 0 0,3 0 0,3 0 0,3 0 0,0 0 0,1 0 0,-2 0 0,2 0 0,5 0 0,6 0-8191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5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17 24575,'-8'-3'0,"0"0"0,0 0 0,-1 1 0,1 0 0,0 0 0,-1 1 0,0 1 0,-14-1 0,19 1 0,1 1 0,-1-1 0,0 1 0,0 0 0,1 0 0,-1 0 0,0 0 0,1 1 0,-1-1 0,1 1 0,0 0 0,0 0 0,-1 0 0,1 1 0,0-1 0,1 1 0,-1 0 0,0-1 0,1 1 0,0 0 0,-4 7 0,1 1 0,0 0 0,1 0 0,1 1 0,0-1 0,0 1 0,1 0 0,1 0 0,0 0 0,1 0 0,0 0 0,2 18 0,4 8 0,1 0 0,15 46 0,-16-62 0,15 47 0,18 114 0,-38-177 0,1 18 0,-2-23 0,0 0 0,0 0 0,0 0 0,0 0 0,0 0 0,-1 0 0,1 0 0,0 0 0,-1 0 0,1 1 0,0-1 0,-1 0 0,1-1 0,-1 1 0,0 0 0,-1 2 0,2-3 0,0 0 0,-1 1 0,1-1 0,-1 0 0,1 0 0,-1 0 0,1 0 0,0 0 0,-1 0 0,1 1 0,-1-1 0,1 0 0,-1 0 0,1-1 0,-1 1 0,1 0 0,-1 0 0,1 0 0,0 0 0,-1 0 0,1 0 0,-1 0 0,1-1 0,-1 1 0,1 0 0,0 0 0,-1-1 0,1 1 0,0 0 0,-1-1 0,1 1 0,0 0 0,-1-1 0,1 1 0,-11-15 0,10 14 0,-14-26-1365,10 14-5461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5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16 24575,'-27'0'0,"-13"0"0,-6 0 0,3 0 0,4 0 0,6-3 0,4 0 0,4 0 0,2 0 0,2 1 0,2 1 0,2 1 0,1-1 0,4 1-8191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15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1 24575,'-14'6'0,"0"-1"0,1 1 0,0 0 0,1 1 0,-19 13 0,28-17 0,0-1 0,0 1 0,0 0 0,0 0 0,1 1 0,-1-1 0,1 1 0,0-1 0,0 1 0,0 0 0,0-1 0,1 1 0,-1 0 0,1 0 0,0 0 0,0 0 0,1 1 0,-1-1 0,1 0 0,0 5 0,1-1 0,0 0 0,0 0 0,0 0 0,1 0 0,0-1 0,5 11 0,22 40 0,-9-21 0,-19-36 0,0 1 0,0-1 0,-1 1 0,1-1 0,0 1 0,-1 0 0,0-1 0,1 1 0,-1 0 0,0 0 0,0-1 0,0 1 0,0 0 0,0 2 0,-1-3 0,1 0 0,-1 0 0,1 0 0,-1 0 0,1 0 0,-1 0 0,0-1 0,1 1 0,-1 0 0,0-1 0,0 1 0,0 0 0,1-1 0,-1 1 0,0-1 0,0 1 0,0-1 0,0 1 0,0-1 0,0 0 0,0 1 0,0-1 0,0 0 0,0 0 0,-2 0 0,-5 1-273,0-1 0,0 1 0,0-2 0,-17-1 0,7-2-6553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0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5425 45 24575,'-373'0'0,"281"-7"0,7-1 0,-1 1 0,-3 0 0,-530 6 0,300 2 0,174-8 0,3-1 0,-1796 8 0,904 1 0,1007 0 0,-28 5 0,-21 2 0,64-8 0,-29 1 0,-46 6 0,61-4 0,-42-1 0,-2-1 0,42 4-1365,16-1-5461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1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359 1 24575,'-45'-1'0,"-81"3"0,104 0 0,0 0 0,0 2 0,-34 10 0,52-13 0,0 1 0,0 0 0,0 0 0,1 0 0,-1 0 0,1 1 0,-1-1 0,1 1 0,0 0 0,0 0 0,0 0 0,0 0 0,1 1 0,-1-1 0,1 1 0,0 0 0,0-1 0,0 1 0,-1 4 0,2-5 0,0 0 0,0 0 0,1-1 0,-1 1 0,1 0 0,0 0 0,0 0 0,0 0 0,0 0 0,0 0 0,1 0 0,-1-1 0,1 1 0,0 0 0,0 0 0,0-1 0,0 1 0,0 0 0,0-1 0,1 1 0,-1-1 0,1 1 0,0-1 0,0 0 0,0 0 0,0 0 0,0 0 0,3 2 0,6 3 0,-1-1 0,1 0 0,0-1 0,16 6 0,49 12 0,-45-15-455,1-2 0,62 5 0,-81-10-6371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1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43 24575,'-7'-1'0,"0"-1"0,0 2 0,0-1 0,0 1 0,-1 0 0,-8 1 0,15-1 0,0 0 0,-1 1 0,1-1 0,-1 0 0,1 1 0,0-1 0,0 1 0,-1-1 0,1 1 0,0 0 0,0-1 0,-1 1 0,1 0 0,0 0 0,0 0 0,0 0 0,0 0 0,0 0 0,1 0 0,-1 0 0,0 1 0,0-1 0,1 0 0,-1 0 0,1 1 0,-1-1 0,1 0 0,-1 1 0,1-1 0,0 0 0,0 1 0,0-1 0,-1 1 0,1-1 0,1 0 0,-1 1 0,0-1 0,1 3 0,0 1 0,0-1 0,1 1 0,0-1 0,0 0 0,0 0 0,0 0 0,1 0 0,-1 0 0,1 0 0,0-1 0,0 1 0,1-1 0,-1 0 0,1 0 0,-1 0 0,7 3 0,-5-2 0,0-1 0,0 0 0,1 0 0,0-1 0,-1 0 0,1 0 0,0 0 0,0-1 0,0 1 0,0-2 0,0 1 0,7 0 0,11-5 0,0 0 0,0-2 0,43-16 0,-67 22 0,2 0 0,-1-1 0,1 1 0,0-1 0,-1 0 0,1 0 0,-1 0 0,1 0 0,-1 0 0,1 0 0,-1 0 0,1 0 0,-1 0 0,0-1 0,0 1 0,0 0 0,0-1 0,2-2 0,-3 3 0,0-1 0,1 1 0,-1 0 0,0-1 0,0 1 0,0 0 0,0-1 0,-1 1 0,1 0 0,0-1 0,0 1 0,-1 0 0,1-1 0,-1 1 0,1 0 0,-1 0 0,0 0 0,1-1 0,-1 1 0,0 0 0,0 0 0,0 0 0,0 0 0,-2-1 0,-4-5 0,-1 0 0,0 1 0,0 0 0,-1 0 0,-10-4 0,-49-20 0,63 28-124,0 0 0,0 0 0,0 0 0,-1 1 0,1 0 0,-1 0-1,1 0 1,-1 1 0,1 0 0,-11 0 0,7 3-6702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2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24575,'0'6'0,"0"-1"0,1 1 0,-1 0 0,1-1 0,0 1 0,0-1 0,1 1 0,0-1 0,4 10 0,-5-13 0,1-1 0,-1 1 0,0 0 0,1-1 0,-1 1 0,1 0 0,-1-1 0,1 0 0,0 1 0,0-1 0,0 0 0,-1 0 0,1 0 0,0 0 0,0-1 0,0 1 0,1 0 0,-1-1 0,0 1 0,0-1 0,0 0 0,0 0 0,0 0 0,1 0 0,-1 0 0,0 0 0,0-1 0,3 0 0,-1 0 0,-1 1 0,1-2 0,0 1 0,-1 0 0,0-1 0,1 1 0,-1-1 0,0 0 0,0 0 0,0 0 0,4-4 0,0-1 0,-1-1 0,11-14 0,-11 14 0,0 0 0,0 0 0,8-7 0,-12 14 0,-1-1 0,1 1 0,0 0 0,0 0 0,0 0 0,-1 0 0,1 0 0,0 0 0,0 1 0,0-1 0,0 0 0,0 1 0,1 0 0,-1 0 0,0-1 0,0 1 0,0 0 0,0 1 0,0-1 0,0 0 0,0 0 0,0 1 0,0 0 0,0-1 0,0 1 0,0 0 0,0 0 0,0 0 0,0 0 0,-1 0 0,3 2 0,6 4 0,-1 1 0,1 1 0,-2 0 0,10 11 0,-6-6 0,10 7-1365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24575,'1'2'0,"0"0"0,0 1 0,0-1 0,0 0 0,0 0 0,1 0 0,-1 0 0,0 0 0,1 0 0,0 0 0,-1 0 0,5 2 0,1 4 0,5 4 0,1-1 0,0-1 0,0 0 0,1 0 0,0-2 0,1 1 0,24 9 0,-34-16 0,-2-1 0,1 1 0,0-1 0,-1 0 0,1 1 0,0-2 0,5 2 0,-8-2 0,0 0 0,0 0 0,-1 0 0,1 0 0,0-1 0,0 1 0,0 0 0,0 0 0,-1-1 0,1 1 0,0-1 0,0 1 0,0 0 0,-1-1 0,1 1 0,0-1 0,-1 0 0,1 1 0,0-1 0,-1 1 0,1-1 0,-1 0 0,1 0 0,-1 1 0,0-1 0,1 0 0,-1 0 0,0 0 0,1 1 0,-1-1 0,0 0 0,0 0 0,0 0 0,1-1 0,0-13 0,1 0 0,-2 0 0,-2-29 0,0 1 0,2 15-1365,0 16-5461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3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2 0,0 2 0,0 2 0,3-3 0,0 0 0,0 0 0,2 0 0,3 1 0,-1-4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4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24575,'-3'0'0,"-2"3"0,-2 2 0,-1 4 0,1 3 0,1 1 0,1-1-8191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49 24575,'0'0'0,"0"0"0,-1 0 0,1 0 0,0 0 0,0 0 0,0 0 0,0 0 0,0-1 0,0 1 0,-1 0 0,1 0 0,0 0 0,0 0 0,0 0 0,0 0 0,0 0 0,0 0 0,0-1 0,0 1 0,-1 0 0,1 0 0,0 0 0,0 0 0,0 0 0,0-1 0,0 1 0,0 0 0,0 0 0,0 0 0,0 0 0,0 0 0,0-1 0,0 1 0,0 0 0,0 0 0,0 0 0,0 0 0,0 0 0,0-1 0,0 1 0,1 0 0,6 1 0,10 6 0,-12-5 0,10 5 0,0 0 0,0-1 0,28 7 0,-42-13 0,0 0 0,0 1 0,0-1 0,0 0 0,-1 0 0,1 0 0,0 0 0,0 0 0,0 0 0,0 0 0,0 0 0,0 0 0,0 0 0,0-1 0,0 1 0,0 0 0,0-1 0,-1 1 0,1-1 0,0 1 0,0-1 0,0 1 0,-1-1 0,1 1 0,0-1 0,0 0 0,-1 1 0,1-1 0,-1 0 0,1 0 0,-1 1 0,2-3 0,-1-1 0,0 0 0,-1 0 0,1 0 0,-1 0 0,1 0 0,-2-7 0,1 8 0,0 0 0,-1 1 0,2-1 0,-1 0 0,0 0 0,0 0 0,1 0 0,0 1 0,-1-1 0,1 0 0,2-3 0,-3 6 0,1-1 0,-1 1 0,1 0 0,-1 0 0,1-1 0,-1 1 0,1 0 0,-1 0 0,1 0 0,0-1 0,-1 1 0,1 0 0,-1 0 0,1 0 0,0 0 0,-1 0 0,1 0 0,0 0 0,-1 0 0,1 1 0,-1-1 0,1 0 0,-1 0 0,1 0 0,0 1 0,-1-1 0,1 1 0,17 8 0,-17-8 0,51 33 0,41 26 0,-69-44-1365,-15-10-5461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5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12 24575,'-3'-11'0,"4"11"0,-1-1 0,0 1 0,0 0 0,0 0 0,0 0 0,0 0 0,0 0 0,0 0 0,0 0 0,1 0 0,-1 0 0,0 0 0,0 0 0,0 0 0,0 0 0,0 0 0,0 0 0,1 0 0,-1 0 0,0 0 0,0 0 0,0 0 0,0 0 0,0 0 0,0 0 0,0 0 0,0 1 0,1-1 0,-1 0 0,0 0 0,0 0 0,0 0 0,0 0 0,0 0 0,0 0 0,0 0 0,0 0 0,0 0 0,0 1 0,0-1 0,1 0 0,-1 0 0,0 0 0,14 20 0,103 195 0,-6-12 0,-55-107-1365,-48-84-5461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5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0 24575,'-32'0'0,"-13"0"0,-1 3 0,2 0 0,6 0 0,7 0 0,7-2 0,4 3 0,4 0 0,2-1 0,0 0 0,4-2-8191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5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24575,'5'12'0,"1"7"0,1 2 0,0-2 0,0-2 0,-2-4-8191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6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24575,'2'2'0,"2"4"0,1 3 0,1 2 0,1 2 0,0-1-8191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6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24575,'4'9'0,"1"0"0,0 0 0,1-1 0,0 0 0,0 0 0,1 0 0,0-1 0,0 0 0,1 0 0,0-1 0,0 0 0,15 8 0,-17-10 0,1-1 0,0 1 0,1-1 0,-1-1 0,0 0 0,1 0 0,0 0 0,12 1 0,-18-3 0,1 0 0,0 0 0,-1 0 0,1-1 0,-1 1 0,1-1 0,0 1 0,-1-1 0,1 0 0,-1 0 0,0 0 0,1 0 0,-1 0 0,0-1 0,0 1 0,0-1 0,1 1 0,-2-1 0,1 0 0,0 0 0,0 0 0,-1 0 0,1 0 0,-1 0 0,1 0 0,-1-1 0,0 1 0,0 0 0,1-3 0,-1 2 0,0 0 0,0 0 0,-1 0 0,1 0 0,-1 0 0,0 0 0,0 0 0,0 0 0,0 0 0,0 0 0,-2-3 0,-10-31 0,2 11 0,10 26 0,0 0 0,0 0 0,0 0 0,0 0 0,0 0 0,0 0 0,0 0 0,0 0 0,0 0 0,0 0 0,0 0 0,0 0 0,0 0 0,0 0 0,1 0 0,-1 0 0,0 0 0,0 0 0,0 0 0,0 0 0,0 0 0,0 0 0,0 0 0,0 0 0,0 0 0,0 0 0,0 0 0,0 0 0,0 0 0,0 0 0,0 0 0,0 0 0,0 0 0,0 0 0,0 0 0,0 0 0,0 0 0,0 0 0,1 0 0,-1 0 0,0 0 0,0 0 0,0 0 0,0 0 0,0 0 0,0 0 0,0-1 0,0 1 0,0 0 0,0 0 0,0 0 0,0 0 0,0 0 0,0 0 0,0 0 0,0 0 0,0 0 0,0 0 0,0 0 0,0 0 0,0 0 0,0 0 0,0 0 0,0 0 0,-1 0 0,1 0 0,6 4 0,6 6 0,-8-5 0,1-1 0,-1-1 0,1 1 0,0 0 0,0-1 0,0 0 0,0 0 0,0-1 0,1 0 0,-1 0 0,1 0 0,-1 0 0,1-1 0,0 0 0,0 0 0,0 0 0,0-1 0,-1 0 0,1 0 0,0-1 0,0 1 0,0-1 0,0-1 0,-1 1 0,1-1 0,0 0 0,-1 0 0,6-3 0,-8 3 0,0 0 0,1 1 0,0 0 0,-1-1 0,1 1 0,0 1 0,-1-1 0,1 0 0,0 1 0,0 0 0,-1 0 0,1 0 0,0 0 0,0 1 0,7 1 0,4 2 0,-1 1 0,25 12 0,-25-10 0,28 8 0,-20-8-91,-15-5-51,0 0 1,-1 0-1,1 0 1,0-1-1,0 0 1,0 0-1,0-1 1,14-1-1,-12-1-6684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37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0 305 24575,'12'-5'0,"15"-7"0,33-20 0,-53 28 0,-1 0 0,1-1 0,-1 0 0,0 0 0,0-1 0,0 1 0,-1-1 0,0-1 0,8-12 0,-10 13 0,-1 0 0,0 0 0,0 0 0,-1 0 0,0-1 0,0 1 0,0 0 0,0-1 0,-1 1 0,-1 0 0,1-1 0,-1 1 0,0 0 0,-2-10 0,1 11 0,1 0 0,-1 0 0,0 0 0,0 0 0,0 1 0,0-1 0,-1 1 0,0-1 0,0 1 0,0 0 0,-1 0 0,1 0 0,-1 1 0,0-1 0,0 1 0,0 0 0,0 0 0,-6-3 0,8 5 0,0 0 0,0 1 0,0-1 0,0 0 0,0 1 0,-1-1 0,1 1 0,0 0 0,0 0 0,0 0 0,0 0 0,0 0 0,-1 0 0,1 0 0,0 1 0,0-1 0,0 1 0,0 0 0,0-1 0,0 1 0,0 0 0,0 0 0,0 0 0,1 1 0,-1-1 0,0 0 0,1 1 0,-1-1 0,1 1 0,-1-1 0,1 1 0,0 0 0,-1-1 0,0 4 0,-1 0 0,1-1 0,0 1 0,0 0 0,0 0 0,1 0 0,0 0 0,0 1 0,0-1 0,0 0 0,1 0 0,0 0 0,0 1 0,1 5 0,1-3 0,0 0 0,0-1 0,0 1 0,1 0 0,1-1 0,-1 0 0,1 0 0,0 0 0,10 12 0,-6-10 0,0 0 0,0-1 0,1-1 0,0 1 0,1-1 0,13 7 0,-7-5 0,1-1 0,0-1 0,0 0 0,0-2 0,1 0 0,0-1 0,0 0 0,30 1 0,21-5-1365,-52-1-5461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4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24575,'0'-72'0,"2"111"0,2-1 0,16 74 0,-4-48 0,12 59 0,-26-102 0,-1 0 0,-2 25 0,1 25 0,7-32 0,-4-29 0,-1 1 0,1 15 0,4 41 0,-5-53 0,0 0 0,0 0 0,-2 0 0,0 1 0,0-1 0,-4 22 0,-2-3 0,2 1 0,2-1 0,3 61 0,0-28 0,0-39 0,-1 5 0,-1 0 0,-7 50 0,0-39 0,2 0 0,-1 73 0,7-108 0,0 16 0,1-1 0,0-1 0,2 1 0,8 36 0,2-18 0,-4-13 0,-1-1 0,5 36 0,-7-28 0,-3-13 0,2 36 0,-4-40 0,6 29 0,-4-29 0,1 29 0,-3-29 0,5 29 0,-3-29 0,1 29 0,-3 7 0,-3 94 0,-5-100 0,4-30 0,-1 31 0,4 211 0,-1-245 0,0-1 0,-4 17 0,2-15 0,-2 24 0,5-25 0,1 114 0,6-98 25,-6-27-164,1 1 0,-1-1 0,0 0 0,-1 1 0,1-1 0,-1 1 0,0-1 0,0 1 0,-1 7 0,-2-3-6687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47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5875 88 24575,'16'-2'0,"-9"1"0,0 0 0,0 0 0,0 0 0,10-4 0,-23 7 0,-1 0 0,0 0 0,0-1 0,-1 0 0,-7 1 0,-44-1 0,45-1 0,-15-1 0,-34-5 0,-18-2 0,-29 1 0,-17-1 0,98 8 0,-51-8 0,-71-7 0,61 9 0,-7-2 0,47 3 0,1 2 0,-55 4 0,28 1 0,42-3 0,1 1 0,0 0 0,-55 9 0,-22 6 0,88-13 0,0-1 0,0 0 0,-1-2 0,-24-5 0,-34 0 0,-25-1 0,-13-1 0,-42 1 0,-8 0 0,71 14 0,7 1 0,51-7 0,-43 7 0,31-3 0,-1-2 0,-54-5 0,26 1 0,30 1 0,-64-9 0,61 4 0,-90 4 0,78 2 0,38 0 0,-38 7 0,30-3 0,16-1 0,1 0 0,-28 10 0,26-6 0,-32 5 0,32-9 0,-2 0 0,-1 0 0,-27 0 0,-782-5 0,812 2 0,-32 5 0,31-2 0,-29 0 0,-33 3 0,-5 0 0,-156-7 0,237-1 0,0 0 0,0 0 0,-11-3 0,13 2 0,0 1 0,0 0 0,0 0 0,0 0 0,0 1 0,0 0 0,-9 1 0,-22 4 0,0-1 0,-48-1 0,71-2 0,0 0 0,-19 4 0,18-2 0,-25 1 0,2-4 0,0-2 0,-44-7 0,50 6 0,-63 2 0,48 2 0,43-1-136,-1 0-1,1 0 1,0 1-1,-1 0 1,1 0-1,-1 0 1,1 0-1,0 1 0,-5 2 1,-1 2-6690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55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1388 14 24575,'57'-1'0,"69"-11"0,-156 12 0,11-1 0,-33 3 0,-160 18 0,154-16 0,17-1 0,-216 11 0,187-13 0,-140 7 0,-188-1 0,248-9 0,144 3 0,1 0 0,-1-1 0,-9 4 0,12-3 0,-1 0 0,0 0 0,0 0 0,0 0 0,0-1 0,0 0 0,-7 0 0,11 0 0,0 0 0,0 0 0,0 0 0,0 0 0,0 0 0,0 0 0,-1 0 0,1 0 0,0 0 0,0 0 0,0 0 0,0 0 0,0 0 0,0 0 0,0 0 0,0 0 0,-1 0 0,1 0 0,0 0 0,0 0 0,0 0 0,0 0 0,0 0 0,0 0 0,0 0 0,0 0 0,-1 0 0,1 0 0,0 0 0,0 0 0,0 0 0,0 0 0,0 0 0,0-1 0,0 1 0,0 0 0,0 0 0,0 0 0,0 0 0,0 0 0,0 0 0,0 0 0,0 0 0,-1 0 0,1-1 0,0 1 0,0 0 0,0 0 0,0 0 0,0 0 0,0 0 0,0 0 0,0 0 0,0-1 0,1 1 0,6-3 0,13 0 0,9 7-1365,-15-1-5461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56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30 24575,'1'-2'0,"-1"1"0,1 0 0,-1 0 0,0-1 0,1 1 0,-1 0 0,0-1 0,0 1 0,0 0 0,0-1 0,0 1 0,0 0 0,0-1 0,-1 1 0,1 0 0,-1-3 0,0 4 0,1-1 0,-1 1 0,1-1 0,-1 1 0,0-1 0,1 1 0,-1 0 0,0-1 0,1 1 0,-1 0 0,0 0 0,1 0 0,-1-1 0,0 1 0,1 0 0,-1 0 0,0 0 0,0 0 0,1 0 0,-1 0 0,0 0 0,1 1 0,-1-1 0,0 0 0,0 0 0,1 0 0,-1 1 0,1-1 0,-1 0 0,0 1 0,1-1 0,-2 1 0,-1 1 0,0-1 0,0 1 0,0 0 0,0 0 0,1 0 0,-1 0 0,0 1 0,1-1 0,0 1 0,-1-1 0,1 1 0,0 0 0,1 0 0,-1 0 0,0 0 0,-2 6 0,2 0 0,0 1 0,0-1 0,1 1 0,0 15 0,0-8 0,-5 41 0,-1 14 0,7-54 0,-1 5 0,1 0 0,2 0 0,7 40 0,-6-45 0,-1-1 0,1 23 0,-2-19 0,4 22 0,5 9 0,15 98 0,-18-114 0,-5-24 0,1-1 0,-1 16 0,-1-10 0,-3 111 0,-4-80 0,3-30 0,-2 31 0,5-33 0,0-1 0,1 1 0,1-1 0,4 16 0,9 40 0,-12-55 0,-1 0 0,0 1 0,-2 21 0,0-22 0,0 0 0,1 0 0,5 23 0,-4-28-455,0 0 0,0 18 0,-2-17-6371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58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 0 0,0 0 0,0-1 0,-1 1 0,1 0 0,0 0 0,0 0 0,0 0 0,0-1 0,0 1 0,0 0 0,0 0 0,0 0 0,0-1 0,0 1 0,0 0 0,0 0 0,0 0 0,0 0 0,0-1 0,0 1 0,1 0 0,-1 0 0,0 0 0,0-1 0,0 1 0,0 0 0,0 0 0,0 0 0,0 0 0,0 0 0,1-1 0,-1 1 0,0 0 0,0 0 0,0 0 0,0 0 0,1 0 0,-1 0 0,4 8 0,3 18 0,-5-2 0,-3 28 0,2 18 0,6-31 0,-5-28 0,0-1 0,1 17 0,7 65 0,-9-83 0,2 26 0,-2 65 0,-2-47 0,1-41 0,-2 0 0,-3 18 0,-2 17 0,0 9 0,4-44 0,1 0 0,1 1 0,0-1 0,0 0 0,2 1 0,0 12 0,27 137 0,-22-130 0,-3-20 0,-1 0 0,1 18 0,-4 45 0,2 38 0,6-74 0,-4-29 0,-1 1 0,1 16 0,-3 133 0,-1-75 0,2-75 34,0-1-1,0 0 0,3 11 0,3 19-1531,-6-28-5328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3:59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75 24575,'-3'1'0,"0"1"0,0-1 0,1 1 0,-1 0 0,1 0 0,-1 0 0,-3 5 0,6-6 0,0-1 0,-1 0 0,1 0 0,0 0 0,0 0 0,0 0 0,0 1 0,0-1 0,0 0 0,0 0 0,0 0 0,0 0 0,0 0 0,0 1 0,0-1 0,0 0 0,0 0 0,0 0 0,0 0 0,0 0 0,0 1 0,0-1 0,1 0 0,-1 0 0,0 0 0,0 0 0,0 0 0,0 0 0,0 1 0,0-1 0,0 0 0,0 0 0,0 0 0,1 0 0,-1 0 0,0 0 0,0 0 0,0 0 0,0 0 0,0 0 0,1 0 0,-1 0 0,0 1 0,0-1 0,0 0 0,0 0 0,0 0 0,1 0 0,-1 0 0,0 0 0,0 0 0,0 0 0,0 0 0,0-1 0,1 1 0,-1 0 0,0 0 0,0 0 0,0 0 0,0 0 0,0 0 0,0 0 0,1 0 0,-1 0 0,14-3 0,-11 3 0,283-46 0,55 12 0,-265 29 0,106-4 0,205 33 0,-346-20 0,19 1 0,82 19 0,-180-14 0,-14-5 0,-102-3 0,81-3 0,-351-15 0,-30-27 0,390 36-78,-34-2 267,88 9-373,-1 0-1,1 1 1,0 1-1,0-1 1,-1 1-1,1 1 1,-11 4-1,10-2-6641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00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1251 44 24575,'153'-38'0,"-142"37"0,-10 1 0,-1 0 0,0 0 0,0 0 0,0 0 0,0 0 0,0 0 0,0 0 0,0 0 0,0 0 0,0 0 0,0 0 0,0 0 0,0 0 0,0 0 0,0 0 0,0 0 0,0 0 0,0 0 0,0 1 0,1-1 0,-1 0 0,0 0 0,0 0 0,0 0 0,0 0 0,0 0 0,0 0 0,0 0 0,0 0 0,0 0 0,0 0 0,0 0 0,0 0 0,0 0 0,0 0 0,0 1 0,0-1 0,0 0 0,0 0 0,0 0 0,0 0 0,0 0 0,0 0 0,0 0 0,0 0 0,-1 0 0,1 0 0,0 0 0,0 0 0,0 0 0,0 0 0,0 0 0,0 0 0,0 0 0,0 0 0,0 0 0,0 1 0,0-1 0,0 0 0,0 0 0,0 0 0,0 0 0,0 0 0,0 0 0,-1 0 0,-17 8 0,-11 0 0,0-1 0,-1-1 0,-52 2 0,-94-7 0,101-2 0,-199-9 0,229 8 0,-204-10 0,152 7 0,-52-4 0,103 5 0,-59 2 0,94 2 0,329 21 0,-167-7 0,365-4 0,-351-12 0,-160 2 0,1 1 0,1-2 0,-1 1 0,10-2 0,-11-1 0,-9 0 0,-11 0 0,-82-1-468,81 4-429,-10 0-5929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02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433 222 24575,'-5'-1'0,"1"-1"0,-1 1 0,0-1 0,1 0 0,0 0 0,-1 0 0,1 0 0,0-1 0,-5-4 0,-7-3 0,-127-71 0,34 30 126,6 3-1617,90 41-5335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03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75 24575,'-7'-14'0,"4"11"0,3 10 0,16 85 0,8 52 0,-17-105 0,-5-31 0,0 0 0,-1 1 0,0-1 0,0 1 0,-1 14 0,0-25 0,0-1 0,-1 1 0,1-1 0,-1 0 0,1 1 0,-3-5 0,-1-8 0,-16-149 0,14 127 0,3 15 0,-1-1 0,0 1 0,-2 0 0,-1 0 0,-12-28 0,19 50 0,0 0 0,0-1 0,0 1 0,0 0 0,0 0 0,-1-1 0,1 1 0,0 0 0,0-1 0,0 1 0,0 0 0,-1 0 0,1-1 0,0 1 0,0 0 0,0 0 0,-1 0 0,1-1 0,0 1 0,-1 0 0,1 0 0,0 0 0,0 0 0,-1 0 0,1-1 0,0 1 0,-1 0 0,1 0 0,-3 8 0,2 14 0,5 8 0,1 0 0,1 0 0,11 29 0,4 16 0,23 95-1365,-41-158-5461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06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1 24575,'18'3'0,"-1"0"0,1 1 0,0 0 0,30 14 0,-34-12 0,0 2 0,-1 0 0,0 0 0,18 17 0,-27-22 0,0 1 0,-1 0 0,1 0 0,-1 0 0,0 0 0,0 0 0,0 1 0,-1-1 0,1 1 0,-1 0 0,0 0 0,-1 0 0,1 0 0,-1 0 0,0 0 0,0 0 0,0 6 0,-1-9 0,0 1 0,0-1 0,-1 1 0,1-1 0,-1 1 0,1-1 0,-1 0 0,0 1 0,0-1 0,0 0 0,0 0 0,0 1 0,0-1 0,-1 0 0,1 0 0,-3 2 0,1-1 0,0-1 0,0 1 0,-1-1 0,1 0 0,0 0 0,-1 0 0,0 0 0,1-1 0,-6 2 0,-5 1 0,0-2 0,-1 0 0,1 0 0,-21-1 0,9-1 0,1-1 0,0-2 0,-38-8 0,46 7 0,1-1 0,-1 0 0,1-1 0,1-1 0,-1-1 0,-15-10 0,27 16 0,1-1 0,-1 0 0,1 1 0,0-1 0,0 0 0,0-1 0,0 1 0,0 0 0,1-1 0,0 0 0,0 1 0,0-1 0,0 0 0,-3-8 0,5 9 0,-1 0 0,1 1 0,0-1 0,0 0 0,0 0 0,0 0 0,0 0 0,1 0 0,-1 0 0,1 1 0,-1-1 0,1 0 0,0 0 0,1 1 0,-1-1 0,0 1 0,1-1 0,-1 1 0,1-1 0,0 1 0,-1 0 0,5-4 0,1 0 12,0 1 0,0 0 0,1 0 0,-1 1 0,1 0 0,0 0 0,0 1 0,0 0 0,14-3 0,-3 1-383,1 2-1,0 0 1,22 0 0,-29 3-6455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07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24575,'0'0'0,"-1"-1"0,1 1 0,-1-1 0,1 1 0,-1-1 0,1 1 0,-1-1 0,1 1 0,-1-1 0,1 1 0,-1-1 0,0 1 0,1 0 0,-1 0 0,1-1 0,-1 1 0,0 0 0,0 0 0,1 0 0,-1-1 0,0 1 0,1 0 0,-1 0 0,0 0 0,1 0 0,-1 1 0,0-1 0,-1 0 0,2 1 0,-1 0 0,0-1 0,0 1 0,1 0 0,-1 0 0,0 0 0,1 0 0,-1 0 0,1 0 0,-1 0 0,1 0 0,-1 0 0,1 0 0,0 0 0,-1 2 0,0 6 0,0 0 0,1 0 0,0 12 0,3-1 0,1 0 0,0-1 0,8 22 0,-7-28 0,-1 1 0,0 1 0,-1-1 0,0 1 0,-1-1 0,-1 1 0,-1 17 0,0-31 4,0 0-1,0 0 1,0 0-1,0 0 1,0-1-1,0 1 1,-1 0-1,1 0 1,0 0-1,0 0 1,-1 0 0,1 0-1,-1-1 1,1 1-1,-1 0 1,1 0-1,-1-1 1,1 1-1,-1 0 1,0-1-1,1 1 1,-1-1-1,0 1 1,0-1-1,1 1 1,-1-1-1,0 1 1,0-1-1,0 0 1,0 1-1,0-1 1,1 0-1,-3 1 1,1-2-139,-1 1 0,0 0 0,1 0 0,-1-1 0,0 0 0,1 1 0,-1-1 0,1 0 0,-1 0 0,-2-2 0,-5-3-6691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07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717 30 24575,'-12'-5'0,"-1"0"0,1 0 0,-1 2 0,0-1 0,0 2 0,-23-3 0,-82 4 0,71 2 0,-4 2 0,-83 15 0,-14 2 0,62-17-1365,65-2-5461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4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382 167 24575,'16'1'0,"-12"-1"0,0 0 0,0 1 0,0-1 0,0-1 0,-1 1 0,1-1 0,0 1 0,5-3 0,-9 3 0,1 0 0,-1 0 0,0 0 0,0 0 0,0 0 0,0 0 0,0 0 0,0 0 0,1 0 0,-1 0 0,0 0 0,0 0 0,0-1 0,0 1 0,0 0 0,0 0 0,0 0 0,0 0 0,0 0 0,0 0 0,0 0 0,0-1 0,0 1 0,1 0 0,-1 0 0,0 0 0,0 0 0,0 0 0,0 0 0,0-1 0,0 1 0,0 0 0,0 0 0,0 0 0,0 0 0,-1 0 0,1 0 0,0-1 0,0 1 0,0 0 0,-5-6 0,-11-4 0,13 8 0,-28-14 0,-1 0 0,0 3 0,-65-19 0,20 7 0,-56-12 0,130 36 0,3 1 0,0 0 0,-1-1 0,1 1 0,-1 0 0,1 0 0,0 0 0,-1 0 0,1 0 0,0 0 0,-1-1 0,1 1 0,-1 0 0,1 0 0,0 0 0,-1 0 0,1 0 0,-1 0 0,1 1 0,0-1 0,-1 0 0,1 0 0,-1 0 0,1 0 0,0 0 0,-1 0 0,1 1 0,7 6 0,17 8 0,123 52 0,-74-36 0,-59-25 0,14 5 0,-1 2 0,0 1 0,0 1 0,26 20 0,-51-33 0,0 0 0,0 0 0,0 0 0,0 0 0,0 0 0,-1 0 0,1 0 0,-1 1 0,1-1 0,-1 0 0,0 1 0,0-1 0,0 1 0,1 5 0,-2-7 0,0 0 0,0 1 0,0-1 0,0 1 0,0-1 0,-1 1 0,1-1 0,0 0 0,-1 1 0,1-1 0,-1 0 0,0 0 0,1 1 0,-1-1 0,0 0 0,0 0 0,1 0 0,-1 0 0,0 0 0,0 0 0,-1 0 0,1 0 0,0 0 0,0 0 0,0 0 0,0-1 0,-1 1 0,1-1 0,-3 2 0,-24 8 0,-1-2 0,-1 0 0,1-2 0,-39 2 0,24-2 0,-64 11-1365,96-15-5461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24575,'1'-1'0,"0"1"0,0-1 0,0 0 0,0 1 0,0-1 0,0 1 0,0-1 0,0 1 0,0-1 0,0 1 0,0 0 0,0-1 0,0 1 0,0 0 0,0 0 0,0 0 0,0 0 0,0 0 0,1 0 0,-1 0 0,0 0 0,0 0 0,0 1 0,0-1 0,0 0 0,0 1 0,0-1 0,0 1 0,0-1 0,0 1 0,0-1 0,0 1 0,0 0 0,-1-1 0,1 1 0,0 0 0,0 0 0,0 1 0,3 2 0,-1 0 0,0 0 0,0 0 0,0 1 0,0-1 0,3 10 0,-1 0 0,0 0 0,-1 1 0,-1-1 0,0 1 0,-1 0 0,0 15 0,-1-13 0,5 26 0,-4-31 0,0 0 0,-1 0 0,0-1 0,-1 1 0,-2 19 0,-4 23 0,0 103 0,6-152 0,0 1 0,0 0 0,1 0 0,0 0 0,0 0 0,3 8 0,-3-12 0,0 0 0,0 0 0,0 0 0,0 0 0,1 0 0,-1 0 0,1 0 0,-1-1 0,1 1 0,-1 0 0,1-1 0,0 1 0,0-1 0,0 0 0,0 0 0,0 0 0,0 0 0,0 0 0,4 1 0,8 1 0,0-1 0,1 0 0,-1-1 0,0-1 0,1 0 0,-1-1 0,24-4 0,-27 4 24,-1-1 0,0-1 0,0 1 0,16-8 0,-24 9-98,1-1-1,0 1 1,0-1 0,-1 0 0,0 0-1,1 0 1,-1 0 0,0 0 0,0 0-1,0-1 1,0 1 0,0-1 0,0 1-1,-1-1 1,1 0 0,-1 0 0,0 1-1,0-1 1,1-6 0,0-3-6752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5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60 24575,'-27'-10'0,"-13"-3"0,-4 1 0,5 2 0,3 3 0,3 2 0,2 3 0,2 3 0,1 3 0,2-1 0,4 3 0,5-1-8191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8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 24575,'-1'-2'0,"-1"0"0,1 0 0,-1 0 0,1 1 0,-1-1 0,-3-2 0,5 4 0,-1-1 0,1 1 0,0 0 0,0 0 0,0 0 0,-1 0 0,1 0 0,0 0 0,0 0 0,-1 0 0,1 0 0,0-1 0,0 1 0,-1 0 0,1 0 0,0 0 0,0 0 0,-1 0 0,1 1 0,0-1 0,0 0 0,0 0 0,-1 0 0,1 0 0,0 0 0,0 0 0,-1 0 0,1 1 0,0-1 0,-1 1 0,1-1 0,0 1 0,-1-1 0,1 1 0,0 0 0,0-1 0,0 1 0,0-1 0,-1 1 0,1 0 0,0-1 0,0 1 0,0-1 0,0 2 0,2 11 0,0 1 0,0-1 0,1 1 0,1-1 0,9 21 0,-5-11 0,64 194 0,-63-187 0,-2 1 0,0-1 0,-2 1 0,-2 1 0,0 50 0,-2-91 0,-1-17 0,2-1 0,8-40 0,-8 60 0,-1-1 0,1 1 0,1 0 0,-1-1 0,7-11 0,-8 17 0,1 0 0,-1 0 0,1 0 0,-1 1 0,1-1 0,0 0 0,0 0 0,-1 1 0,1 0 0,0-1 0,1 1 0,-1 0 0,0 0 0,0 0 0,0 0 0,1 0 0,-1 0 0,1 1 0,1-1 0,5 0 0,-1 0 0,1 1 0,-1 0 0,1 0 0,-1 1 0,0 0 0,1 0 0,-1 1 0,0 0 0,0 1 0,0 0 0,0 0 0,0 0 0,12 9 0,-9-4 0,0 0 0,0 1 0,-1 0 0,0 1 0,0 0 0,-1 0 0,-1 1 0,10 15 0,-10-14-1365,-1-2-5461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24575,'31'-6'0,"48"-3"0,-67 8 0,0 1 0,1 1 0,-1 0 0,0 1 0,0 0 0,23 7 0,-27-6 0,1 0 0,-1 0 0,0 0 0,0 1 0,10 6 0,-16-8 0,0-1 0,0 1 0,0 0 0,0 0 0,0 0 0,0 1 0,-1-1 0,1 0 0,0 1 0,-1-1 0,0 0 0,0 1 0,0 0 0,0-1 0,0 1 0,0 0 0,0 4 0,-1 3 0,1 1 0,-2-1 0,0 0 0,0 0 0,0 0 0,-2-1 0,1 1 0,-1 0 0,-8 18 0,-5 15 0,14-37 0,1 1 0,-1 0 0,1 0 0,0 0 0,1 0 0,-1 0 0,2-1 0,-1 1 0,1 0 0,0 0 0,2 10 0,-2-14 0,0 0 0,1 0 0,-1 0 0,0 0 0,1 0 0,0-1 0,0 1 0,-1-1 0,1 1 0,1-1 0,-1 0 0,0 0 0,1 0 0,-1 0 0,1 0 0,-1 0 0,1-1 0,0 1 0,0-1 0,0 0 0,0 0 0,0 0 0,0 0 0,0 0 0,0-1 0,0 1 0,4-1 0,-1 1 14,0-1-1,0 0 0,0-1 0,0 1 1,0-1-1,0 0 0,0-1 1,11-3-1,-15 4-75,0 0 0,1-1 0,-1 1 0,0 0 1,0-1-1,0 1 0,0-1 0,0 0 0,0 0 0,-1 0 0,1 1 0,0-2 1,-1 1-1,0 0 0,1 0 0,-1 0 0,0-1 0,0 1 0,0-1 0,0 1 1,-1-1-1,1 1 0,0-3 0,-1-7-6764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30 24575,'-27'-5'0,"-13"-1"0,-4-1 0,5 2 0,5 2 0,7 1 0,5 0 0,5 2 0,1 2 0,2 2 0,1 2 0,0 0 0,2-1-8191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1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9 24575,'13'-3'0,"0"1"0,1 0 0,-1 1 0,0 0 0,0 1 0,15 2 0,-22-1 0,-1 0 0,1 0 0,-1 0 0,1 1 0,-1 0 0,1 0 0,-1 1 0,0-1 0,0 1 0,0 0 0,-1 0 0,1 1 0,-1-1 0,1 1 0,-1 0 0,5 7 0,-1 0 0,-1 0 0,0 1 0,0-1 0,5 18 0,-10-25 0,0 0 0,-1 0 0,1 1 0,-1-1 0,-1 1 0,1-1 0,0 1 0,-1-1 0,0 1 0,0-1 0,0 1 0,-1-1 0,0 1 0,0-1 0,0 1 0,-2 5 0,2-8 0,-1 0 0,0 0 0,1 0 0,-1 0 0,0 0 0,0 0 0,0-1 0,0 1 0,-1-1 0,1 1 0,0-1 0,-1 0 0,1 0 0,-1 0 0,1 0 0,-1 0 0,-3 0 0,-3 1 0,0 0 0,-1-1 0,-15 0 0,10-2 0,0 0 0,1-1 0,-1-1 0,1 0 0,0-1 0,0 0 0,0-1 0,0-1 0,1 0 0,0-1 0,-17-12 0,28 17 0,0 0 0,0 0 0,0 0 0,0 0 0,1 0 0,-1-1 0,1 1 0,0 0 0,0-1 0,0 1 0,0-1 0,0 1 0,0-1 0,1 0 0,-1 1 0,1-1 0,-1 0 0,1 1 0,0-1 0,0 0 0,1 1 0,-1-1 0,1-4 0,0 3 0,0 0 0,0 0 0,1 0 0,-1 0 0,1 0 0,-1 0 0,1 1 0,1-1 0,-1 1 0,0-1 0,1 1 0,0 0 0,-1 0 0,7-5 0,0 2-1365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24575,'-2'4'0,"-1"-1"0,1 1 0,0 0 0,0 0 0,1 1 0,-1-1 0,1 0 0,0 1 0,0-1 0,0 0 0,1 1 0,0-1 0,0 1 0,0-1 0,0 1 0,0-1 0,2 6 0,1-1 0,0 1 0,1-1 0,-1-1 0,2 1 0,-1-1 0,1 1 0,7 7 0,19 32 69,-18-26-786,17 20 0,-22-33-6109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0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1 207 24575,'38'6'0,"12"3"0,73 4 0,-117-13 0,-1 0 0,1-1 0,-1 1 0,1-1 0,-1 0 0,1 0 0,-1-1 0,0 1 0,0-1 0,7-3 0,-10 4 0,0-1 0,-1 1 0,1 0 0,0-1 0,0 1 0,-1-1 0,1 0 0,-1 0 0,0 1 0,1-1 0,-1 0 0,0 0 0,0 0 0,0 0 0,0 0 0,0-1 0,-1 1 0,1 0 0,-1 0 0,1 0 0,-1-1 0,0 1 0,0 0 0,0 0 0,0-1 0,-1-3 0,0-1 0,-1 0 0,0 0 0,0 0 0,0 0 0,-1 1 0,-4-8 0,-26-38 0,5 8 0,18 31 0,8 13 0,5 9 0,65 115 0,-16-32 0,-48-84-195,1 1 0,-1 1 0,0-1 0,-1 0 0,0 1 0,2 17 0,-4-14-6631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 24575,'0'0'0,"0"-1"0,1 1 0,-1 0 0,0 0 0,1-1 0,-1 1 0,0 0 0,1 0 0,-1 0 0,0 0 0,1-1 0,-1 1 0,0 0 0,1 0 0,-1 0 0,0 0 0,1 0 0,-1 0 0,1 0 0,-1 0 0,0 0 0,1 0 0,-1 0 0,1 0 0,-1 0 0,0 0 0,1 1 0,-1-1 0,-2 11 0,0-6 0,-7 21 0,2 0 0,-8 46 0,14-61 0,0 1 0,1-1 0,0 0 0,1 1 0,0-1 0,1 0 0,0 0 0,1 0 0,5 14 0,0-5 0,0 0 0,2-1 0,0 0 0,1-1 0,1 0 0,1-1 0,1 0 0,0-1 0,23 20 0,-21-22 0,-5-3 0,1 0 0,0-1 0,1-1 0,0 0 0,15 7 0,-17-10-1365,-2 0-5461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24575,'0'-1'0,"0"1"0,0 0 0,0 0 0,0 0 0,0 0 0,0-1 0,0 1 0,0 0 0,0 0 0,-1 0 0,1 0 0,0 0 0,0-1 0,0 1 0,0 0 0,-1 0 0,1 0 0,0 0 0,0 0 0,0 0 0,0 0 0,-1 0 0,1 0 0,0 0 0,0 0 0,0 0 0,-1 0 0,1 0 0,0 0 0,0 0 0,0 0 0,0 0 0,-1 0 0,1 0 0,0 0 0,0 0 0,0 0 0,-1 0 0,1 0 0,0 0 0,-1 9 0,6 12 0,37 68 0,20 53 0,-46-92 0,-10-28 0,1-1 0,13 27 0,-19-45 5,1 0 0,0 0 0,0-1 0,0 1 0,1-1 0,-1 0 0,1 0 0,-1 0 0,1 0 0,0 0 0,-1 0 0,1-1 0,0 1 0,0-1 0,0 0 0,0 0 0,1 0 0,-1 0 0,0 0 0,0-1 0,1 0 0,-1 1 0,5-2 0,1 1-191,-1 0 1,1-1-1,-1-1 0,1 1 1,-1-1-1,1-1 1,14-6-1,-11 3-6640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9 24575,'-27'-2'0,"-11"-2"0,-2 1 0,4 3 0,5 2 0,5 2 0,6 4 0,2 0 0,6 1 0,1 2 0,1-2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24575,'21'6'0,"0"0"0,-1 1 0,1 2 0,-1 0 0,-1 0 0,0 2 0,-1 1 0,23 17 0,-29-19 0,-1 1 0,1 1 0,-2 0 0,0 0 0,0 1 0,-1 0 0,-1 0 0,0 1 0,-1 1 0,0-1 0,-1 1 0,4 15 0,-4-7 0,-1-1 0,-1 0 0,-1 1 0,-1 0 0,-1 39 0,-2-48 0,-1-1 0,0 1 0,0-1 0,-2 0 0,0 1 0,0-2 0,-1 1 0,-1 0 0,0-1 0,-14 21 0,-15 10-1365,20-28-5461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2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 24575,'0'0'0,"0"0"0,0-1 0,0 1 0,1 0 0,-1 0 0,0 0 0,0 0 0,0 0 0,0-1 0,0 1 0,0 0 0,0 0 0,1 0 0,-1 0 0,0 0 0,0 0 0,0 0 0,0-1 0,1 1 0,-1 0 0,0 0 0,0 0 0,0 0 0,0 0 0,1 0 0,-1 0 0,0 0 0,0 0 0,0 0 0,0 0 0,1 0 0,-1 0 0,0 0 0,0 0 0,0 0 0,1 0 0,-1 0 0,0 1 0,0-1 0,0 0 0,0 0 0,0 0 0,1 0 0,-1 0 0,0 0 0,0 0 0,0 0 0,0 1 0,0-1 0,0 0 0,1 0 0,9 7 0,8 10 0,0 0 0,27 33 0,18 20 0,7-6 0,-88-81 0,-12-9 0,-39-45 0,-1-3 0,50 55 0,19 19 0,1-1 0,-1 0 0,1 1 0,-1-1 0,0 1 0,1-1 0,-1 1 0,0-1 0,1 1 0,-1-1 0,0 1 0,0 0 0,1-1 0,-1 1 0,0 0 0,0 0 0,0 0 0,0 0 0,1-1 0,-1 1 0,0 0 0,0 0 0,0 1 0,0-1 0,1 0 0,-1 0 0,0 0 0,0 0 0,0 1 0,0-1 0,1 0 0,-1 1 0,0-1 0,1 1 0,-1-1 0,0 1 0,0-1 0,1 1 0,-1-1 0,1 1 0,-1 0 0,0 1 0,-3 3 0,0 1 0,1 0 0,0 0 0,-4 10 0,2-5 0,-10 19-682,-27 39-1,37-60-6143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83 24575,'-14'-18'0,"1"0"0,-15-28 0,28 46 0,0 0 0,0 0 0,0 0 0,0 0 0,0 0 0,0 0 0,0 0 0,1 0 0,-1 0 0,0 0 0,0 0 0,0 0 0,0 0 0,0 0 0,0 0 0,0 0 0,0 0 0,0 0 0,0 0 0,0 0 0,0 0 0,0 0 0,0 0 0,0 0 0,0 0 0,0 0 0,0 0 0,0 0 0,0 0 0,0 0 0,0 0 0,0 0 0,0 0 0,0 0 0,0 0 0,0 0 0,0 0 0,0 0 0,0-1 0,0 1 0,0 0 0,6 5 0,7 10 0,331 425 0,-269-345 0,8 8 0,-82-102 0,-1 0 0,1 0 0,0-1 0,0 1 0,0 0 0,0 0 0,0-1 0,-1 1 0,1 0 0,0-1 0,0 1 0,2 0 0,-3-1 0,0 0 0,0 0 0,1 0 0,-1 0 0,0 0 0,0 0 0,0 0 0,1-1 0,-1 1 0,0 0 0,0 0 0,0 0 0,1 0 0,-1 0 0,0 0 0,0 0 0,0 0 0,1-1 0,-1 1 0,0 0 0,0 0 0,0 0 0,0 0 0,0-1 0,0 1 0,1 0 0,-1 0 0,0 0 0,0 0 0,0-1 0,0 1 0,0 0 0,0 0 0,0-1 0,0 1 0,0 0 0,0-2 0,1 0 0,-1-1 0,-1 1 0,1 0 0,0 0 0,0 0 0,-1 0 0,1 0 0,-1 0 0,0 0 0,-1-2 0,-4-8-227,-1 1-1,0 1 1,-1 0-1,-1 0 1,-13-13-1,9 10-6598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56 24575,'7'-5'0,"0"-2"0,11-12 0,6-6 0,-31 39 0,-6 9 0,-13 15 0,2 2 0,-35 78 0,-16 95 0,61-167 0,-2 0 0,-2-2 0,-2 0 0,-35 57 0,48-89-1365,2-2-5461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24575,'21'-18'0,"32"-21"0,-46 35 0,0 0 0,0 0 0,1 0 0,0 1 0,-1 0 0,1 0 0,1 1 0,15-2 0,-22 4 0,1-1 0,0 2 0,-1-1 0,1 0 0,-1 0 0,1 1 0,-1 0 0,1-1 0,-1 1 0,1 0 0,-1 0 0,0 0 0,1 1 0,-1-1 0,4 3 0,-3-1 0,0 1 0,0-1 0,0 0 0,0 1 0,0 0 0,-1-1 0,1 1 0,2 7 0,-2-4 0,-1 0 0,1 1 0,-1-1 0,0 0 0,-1 1 0,0 0 0,0-1 0,-1 1 0,0 0 0,-1 11 0,-5 5 0,-1 0 0,0-1 0,-2 0 0,-16 29 0,5-8 0,15-35 0,1 1 0,1 0 0,-1-1 0,2 1 0,-1 0 0,1 1 0,-1 19 0,3-29 0,0 0 0,0 0 0,0 1 0,1-1 0,-1 0 0,0 0 0,0 0 0,1 0 0,-1 0 0,1 0 0,-1 1 0,1-1 0,-1 0 0,1 0 0,0 0 0,-1-1 0,1 1 0,0 0 0,0 0 0,0 0 0,0 0 0,1 1 0,0-2 0,0 1 0,0-1 0,0 1 0,0-1 0,-1 1 0,1-1 0,0 0 0,0 0 0,0 0 0,0 0 0,0 0 0,3-1 0,5-2 0,0 0 0,0-1 0,0 1 0,9-7 0,-17 9 0,23-13-1365,-15 7-5461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16 24575,'-29'-3'0,"-15"0"0,-2 0 0,4 1 0,6 0 0,8 1 0,6 0 0,3 1 0,4 2 0,1 2 0,1-1 0,2 0-8191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24575,'6'3'0,"0"0"0,-1 0 0,1 0 0,-1 0 0,0 1 0,0 0 0,0 0 0,0 0 0,-1 1 0,1-1 0,-1 1 0,0 0 0,3 7 0,1 0 0,-2 1 0,1 0 0,-2 0 0,9 25 0,-14-36 0,1 0 0,-1-1 0,1 1 0,-1 0 0,0 0 0,0-1 0,0 1 0,0 0 0,0 0 0,0 0 0,0-1 0,-1 1 0,1 0 0,0 0 0,-1-1 0,0 1 0,-1 2 0,1-2 0,0-1 0,0 0 0,0 0 0,0 0 0,0 0 0,-1 0 0,1 0 0,0 0 0,-1 0 0,1 0 0,-1-1 0,1 1 0,-1 0 0,1-1 0,-4 1 0,-3 0 0,0 0 0,0-1 0,0 0 0,0 0 0,0-1 0,-10-2 0,-60-13 0,70 14 0,0-1 0,0 0 0,0 0 0,0-1 0,1 0 0,0 0 0,-9-7 0,15 10 0,0 0 0,0 1 0,0-1 0,0 0 0,0 0 0,0 0 0,0 0 0,0 0 0,0-1 0,1 1 0,-1 0 0,0 0 0,1 0 0,-1-1 0,1 1 0,-1 0 0,1-1 0,0 1 0,0 0 0,-1-1 0,1 1 0,0-2 0,1 2 0,-1-1 0,1 1 0,-1-1 0,1 1 0,0-1 0,0 1 0,0 0 0,-1-1 0,1 1 0,0 0 0,1 0 0,-1-1 0,0 1 0,0 0 0,3-1 0,3-3 0,1 1 0,0 0 0,-1 0 0,2 1 0,11-4 0,-3 3-455,0 1 0,28-3 0,-29 5-6371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24575,'-3'27'0,"0"11"0,0 2 0,3-4 0,4-5 0,3-5 0,2-6 0,0-5 0,0-3 0,-2-6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24575,'20'4'0,"8"3"0,3-1 0,-2-1 0,-1-1 0,-3-2 0,-3-1 0,-2 0 0,-1-1 0,-1-1 0,0 1 0,-2 0 0,0-3 0,-1 0 0,-3-3 0,-3-2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24575,'8'15'0,"4"7"0,0 2 0,1 0 0,-1-2 0,-2 0 0,-1-1 0,0-1 0,-2-3 0,0 0 0,0-2 0,0-1 0,0 1 0,-2-1 0,-2-3-8191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16 24575,'-2'-15'0,"-1"22"0,-4 24 0,0 20 0,2 1 0,3 0 0,1 1 0,3-1 0,3 0 0,1-1 0,18 69 0,-19-98 0,0-1 0,2 0 0,0-1 0,12 23 0,-16-38 0,0 0 0,0 0 0,0 0 0,1 0 0,0-1 0,0 0 0,0 1 0,0-1 0,1-1 0,0 1 0,-1-1 0,1 1 0,1-1 0,-1-1 0,0 1 0,1-1 0,-1 0 0,1 0 0,0-1 0,6 2 0,20-1-1365,-19-2-5461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24575,'4'76'-8030,"9"-2"5777,13 12 4695,-12-51 1479,29 54-1,-9-34-3920,-16-25 0,23 48 0,-41-77 0,1 0 0,-1 0 0,1 0 0,-1 0 0,1 1 0,-1-1 0,0 0 0,1 1 0,-1-1 0,0 0 0,0 1 0,0-1 0,0 0 0,0 1 0,0-1 0,0 0 0,-1 0 0,1 1 0,0-1 0,-1 0 0,1 1 0,-1-1 0,0 1 0,-1 0 0,1-1 0,0 0 0,-1 0 0,1 0 0,-1 0 0,1-1 0,-1 1 0,0 0 0,1-1 0,-1 1 0,0-1 0,0 1 0,1-1 0,-1 0 0,0 0 0,-3 0 0,-4 0 0,1 0 0,0-1 0,0-1 0,-1 1 0,1-1 0,0-1 0,0 1 0,1-1 0,-12-6 0,5 1 0,1 0 0,1 0 0,-1-1 0,-14-14 0,23 20-52,1-1-1,0 0 1,0 1-1,0-1 1,0 0-1,1 0 1,-1 0-1,1-1 1,0 1-1,0 0 1,1-1-1,-1 0 1,1 1-1,0-1 1,0 0-1,1 0 1,-1 1-1,1-1 1,0 0-1,1 0 0,-1 0 1,1 1-1,0-1 1,0 0-1,2-5 1,0 1-6774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24575,'0'-2'0,"0"3"0,0 5 0,0 4 0,2 2 0,2-1-8191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30 585 24575,'46'1'0,"53"-2"0,-96 1 0,0-1 0,0 1 0,0-1 0,0 0 0,0 0 0,0 0 0,5-3 0,-8 4 0,1-1 0,-1 1 0,1 0 0,-1-1 0,0 1 0,1 0 0,-1-1 0,1 1 0,-1-1 0,0 1 0,1-1 0,-1 1 0,0 0 0,0-1 0,1 1 0,-1-1 0,0 1 0,0-1 0,0-1 0,0 2 0,0-1 0,0 0 0,0 1 0,0-1 0,-1 0 0,1 1 0,0-1 0,-1 1 0,1-1 0,0 0 0,-1 1 0,1-1 0,-1 1 0,1-1 0,-1 1 0,1-1 0,-1 1 0,1 0 0,-1-1 0,0 0 0,-13-6 0,1-1 0,-1 2 0,-17-7 0,-12-5 0,33 14 0,1-1 0,0 0 0,0-1 0,1 0 0,-9-8 0,15 12 0,0 0 0,-1 0 0,1 0 0,1-1 0,-1 1 0,0-1 0,1 1 0,-1-1 0,1 0 0,-1 0 0,1 1 0,0-1 0,1 0 0,-1 0 0,0 0 0,1 0 0,0 0 0,-1 0 0,1 0 0,0 0 0,1-6 0,2-1 0,0-1 0,0 0 0,1 1 0,0 0 0,1 0 0,12-18 0,45-55 0,-19 28 0,-12 10 0,45-58 0,-74 102 0,-1-1 0,1 0 0,0 0 0,-1 1 0,1-1 0,0 1 0,0 0 0,0-1 0,0 1 0,0 0 0,0 0 0,0 0 0,0 0 0,1 1 0,2-1 0,-4 1 0,1 0 0,0 0 0,-1 0 0,1 0 0,-1 1 0,1-1 0,0 1 0,-1-1 0,1 1 0,-1-1 0,0 1 0,1 0 0,-1 0 0,1 0 0,-1 0 0,0 0 0,0 0 0,0 0 0,0 0 0,0 1 0,0-1 0,2 3 0,7 11 0,-1 1 0,-1 0 0,0 0 0,-1 1 0,6 21 0,-4-3 0,9 58 0,-16-64 0,-1 47 0,0 10 0,-1-84 0,0-1 0,0 0 0,1 0 0,-1 0 0,0 0 0,0 0 0,1 0 0,-1 0 0,0 0 0,1 0 0,-1 0 0,1 0 0,0 0 0,-1 0 0,1 0 0,0 0 0,-1-1 0,1 1 0,0 0 0,0 0 0,0-1 0,0 1 0,-1 0 0,1-1 0,0 1 0,0-1 0,0 1 0,0-1 0,0 0 0,1 1 0,-1-1 0,0 0 0,0 0 0,0 0 0,0 0 0,0 0 0,2 0 0,4-1 0,0 0 0,0 0 0,0-1 0,13-4 0,-5 1 0,14-2-273,1 0 0,0 2 0,0 1 0,49 0 0,-66 4-6553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24575,'24'6'0,"-1"2"0,0 1 0,-1 0 0,0 2 0,0 0 0,-1 1 0,-1 2 0,31 25 0,-28-18 0,0 1 0,-2 1 0,0 1 0,-2 1 0,-1 1 0,18 33 0,77 154 0,-84-152 0,32 100 0,-59-154 0,0 0 0,0 1 0,-1-1 0,0 1 0,0-1 0,-1 1 0,0 0 0,-2 14 0,1-16 0,0-1 0,-1 0 0,0 0 0,0 0 0,0 0 0,0 0 0,-1 0 0,0-1 0,0 1 0,0-1 0,-1 1 0,1-1 0,-6 4 0,-8 6-227,0-1-1,-1-1 1,0 0-1,-1-1 1,-27 11-1,23-12-6598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4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24575,'-5'0'0,"-4"0"0,-3 0 0,-2 0 0,0 0 0,-2 0 0,1 0 0,0 0 0,-1 0 0,2 0 0,-1 0 0,0 0 0,1 2 0,0 1 0,-1 0 0,1 2 0,-1 0 0,3 0-8191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27 24575,'-22'-5'0,"-10"-1"0,-2 0 0,3 1 0,3 1 0,5 4 0,3 2 0,6 1-8191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24575,'-6'-8'0,"3"11"0,3-1 0,0 0 0,0 0 0,0-1 0,0 1 0,0 0 0,0 0 0,0-1 0,1 4 0,20 53 0,2 0 0,3-1 0,2-2 0,38 56 0,141 163 0,-179-241 0,38 46 0,-87-102-1365,14 14-5461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57 24575,'1'-14'0,"1"1"0,3-16 0,-41 153 0,17-62 0,-12 69 0,21-66 0,3 0 0,0 68 0,8-113 0,-2 1 0,-6 37 0,2-30-1365,4-16-5461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3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43 24575,'-7'-5'0,"0"-1"0,0 1 0,-1 1 0,0-1 0,1 1 0,-1 1 0,-14-5 0,20 7 0,0 0 0,-1 1 0,1 0 0,0 0 0,0-1 0,0 1 0,-1 1 0,1-1 0,0 0 0,0 0 0,0 1 0,-1-1 0,1 1 0,0 0 0,0 0 0,0-1 0,0 1 0,0 1 0,0-1 0,0 0 0,1 0 0,-1 1 0,0-1 0,1 1 0,-1-1 0,1 1 0,-1 0 0,1 0 0,0 0 0,0-1 0,0 1 0,0 0 0,0 0 0,0 1 0,0 1 0,-1 2 0,0-1 0,0 1 0,1 0 0,0 0 0,0 0 0,0 1 0,1-1 0,0 0 0,0 0 0,1 0 0,-1 0 0,1 0 0,1 0 0,-1 0 0,4 10 0,-1-8 0,0 0 0,1 0 0,0 0 0,0 0 0,0-1 0,1 0 0,0 0 0,1 0 0,12 9 0,-4-4 0,0 0 0,19 17 0,-31-26 0,0 0 0,-1 0 0,1 0 0,0 1 0,-1-1 0,0 1 0,0-1 0,0 1 0,0 0 0,-1 0 0,0-1 0,2 6 0,-3-7 0,0 0 0,0 1 0,0-1 0,0 0 0,0 0 0,0 1 0,-1-1 0,1 0 0,-1 0 0,0 1 0,0-1 0,1 0 0,-1 0 0,0 0 0,-1 0 0,1 0 0,0 0 0,-1-1 0,1 1 0,-1 0 0,1-1 0,-1 1 0,0-1 0,0 1 0,1-1 0,-1 0 0,0 0 0,0 0 0,-5 2 0,-3 1 0,0-1 0,0 0 0,0-1 0,0 0 0,-11 1 0,8-1-1365,4 1-5461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16 24575,'1'0'0,"-1"-1"0,0 1 0,1-1 0,-1 1 0,0-1 0,0 1 0,1-1 0,-1 1 0,0-1 0,0 0 0,0 1 0,0-1 0,0 1 0,0-1 0,0 1 0,1-1 0,-2 0 0,1 1 0,0-1 0,0 1 0,0-1 0,0 0 0,0 0 0,-1 1 0,1 0 0,-1 0 0,1-1 0,-1 1 0,1 0 0,-1 0 0,1 0 0,-1 0 0,1 0 0,-1 0 0,1 0 0,-1 0 0,1 0 0,-1 0 0,1 0 0,-1 0 0,1 1 0,-1-1 0,1 0 0,-1 1 0,-26 14 0,19-9 0,1 1 0,0 0 0,1 0 0,-1 1 0,1 0 0,1 0 0,0 0 0,0 1 0,0 0 0,1 0 0,1 0 0,-1 0 0,-1 11 0,-1 6 0,1-1 0,2 1 0,-2 45 0,5-14 0,9 85 0,-5-118 0,0-1 0,1 0 0,2 0 0,0 0 0,1-1 0,16 30 0,-19-43-124,1-1 0,-1 1 0,2-1 0,-1 0 0,1-1 0,0 0-1,1 0 1,0 0 0,0-1 0,17 10 0,-13-10-6702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24575,'-4'9'0,"0"0"0,0 1 0,1-1 0,0 1 0,1 0 0,0-1 0,0 1 0,1 0 0,1 0 0,0 20 0,2-15 0,1 0 0,0-1 0,1 1 0,1-1 0,0 0 0,12 22 0,1 0 0,2 0 0,2-1 0,1-1 0,33 37 0,-48-63 0,-1 0 0,0 1 0,0 0 0,6 13 0,-13-22 0,1 1 0,-1-1 0,0 0 0,0 1 0,0-1 0,1 0 0,-1 1 0,0-1 0,0 0 0,0 1 0,0-1 0,0 1 0,0-1 0,0 0 0,0 1 0,0-1 0,0 0 0,0 1 0,0-1 0,0 1 0,0-1 0,0 0 0,0 1 0,0-1 0,-1 0 0,1 1 0,0-1 0,0 0 0,0 1 0,0-1 0,-1 0 0,1 1 0,0-1 0,-1 1 0,0-1 0,0 0 0,0 1 0,0-1 0,0 0 0,-1 0 0,1 1 0,0-1 0,0 0 0,0 0 0,0 0 0,-2-1 0,-31-8 0,8-1 0,-32-17 0,46 20 0,1 1 0,0-2 0,1 1 0,-1-1 0,-9-11 0,17 16-97,0-1-1,0 0 1,0 0-1,0 0 1,1 0-1,0-1 1,0 1-1,0 0 1,0-1-1,1 0 1,-1 1-1,1-1 0,-1-9 1,1 2-6729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29 24575,'-3'-10'0,"0"0"0,0 3 0,0 6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1 495 24575,'77'-47'0,"-66"42"0,1 0 0,-1 0 0,1 1 0,1 0 0,12-1 0,12-3 0,-44 5 0,-1 1 0,1-1 0,-1-1 0,-10-6 0,13 6 0,-1 0 0,1-1 0,1 0 0,-1 0 0,1-1 0,0 1 0,0-1 0,0 0 0,1 0 0,0 0 0,0 0 0,0 0 0,1-1 0,0 1 0,0-1 0,-1-11 0,1-5 0,0-1 0,2 1 0,3-36 0,-2 51 0,0 0 0,1-1 0,-1 1 0,2 0 0,-1 0 0,1 0 0,1 1 0,-1-1 0,1 1 0,1 0 0,4-8 0,-5 11 0,-1 0 0,1 0 0,0 0 0,-1 0 0,2 1 0,-1 0 0,0 0 0,1 0 0,-1 0 0,1 0 0,0 1 0,0 0 0,0 0 0,0 0 0,0 1 0,0 0 0,1 0 0,5-1 0,-7 2 0,1 0 0,-1 0 0,1 0 0,-1 1 0,1-1 0,-1 1 0,1 0 0,-1 1 0,1-1 0,7 4 0,-10-3 0,0-1 0,0 1 0,1-1 0,-1 1 0,-1 0 0,1 0 0,0 0 0,0 0 0,-1 0 0,1 1 0,-1-1 0,1 0 0,-1 1 0,0-1 0,0 1 0,0-1 0,-1 1 0,1 0 0,0 4 0,1 18 0,-1 1 0,-1 0 0,-4 26 0,-1-24 0,3-21 0,1-1 0,0 1 0,0 0 0,1 12 0,0-17 0,0 0 0,1 0 0,-1 0 0,1-1 0,-1 1 0,1 0 0,0 0 0,0 0 0,-1-1 0,1 1 0,0 0 0,1-1 0,-1 1 0,0-1 0,0 1 0,1-1 0,-1 1 0,1-1 0,-1 0 0,1 0 0,2 1 0,3 2 0,0 0 1,1-1-1,0 0 0,0-1 0,0 1 1,0-2-1,0 1 0,0-1 0,15 0 0,4-2 15,45-6-1,12-2-1410,-71 9-5430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6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24575,'21'13'0,"-1"0"0,-1 1 0,0 2 0,-1 0 0,-1 0 0,20 26 0,-8-6 0,-2 2 0,29 53 0,-37-57 0,-3 0 0,-1 1 0,-1 0 0,-2 1 0,-2 0 0,-1 1 0,-2 1 0,-1-1 0,-2 1 0,-2 0 0,-2 40 0,-1-71-97,0 0-1,0 0 1,-1 0-1,0 0 1,0-1-1,0 1 1,-1-1-1,0 0 1,0 0-1,-1 0 1,0 0-1,0 0 0,-7 7 1,-1 0-6729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24575,'-7'0'0,"-3"2"0,1 4 0,1 3 0,3 2 0,1 0-8191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24575,'5'-5'0,"1"-4"0,0-2 0,-1 2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24575,'0'-3'0,"0"0"0,0-1 0,1 1 0,0 0 0,1-5 0,-2 7 0,0 1 0,0 0 0,0-1 0,1 1 0,-1 0 0,0 0 0,0-1 0,0 1 0,1 0 0,-1-1 0,0 1 0,0 0 0,0 0 0,1 0 0,-1-1 0,0 1 0,1 0 0,-1 0 0,0 0 0,0-1 0,1 1 0,-1 0 0,1 0 0,0 0 0,-1 0 0,1 1 0,-1-1 0,1 0 0,-1 0 0,1 1 0,-1-1 0,1 0 0,-1 1 0,0-1 0,1 1 0,-1-1 0,1 0 0,-1 1 0,0-1 0,1 1 0,-1-1 0,0 1 0,1 0 0,6 14 0,0 0 0,-1 1 0,9 30 0,5 53 0,-11-47 0,4 10 0,21 134 0,-30-156-682,18 73-1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4:5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24575,'3'-2'0,"2"-2"0,4-1 0,2-1 0,3 1 0,2 1 0,2 2 0,1 1 0,-2 0 0,0-2 0,-1 0 0,-1 0 0,0-1 0,-1-4 0,1-1 0,-1-6 0,-2-1 0,-4 1-8191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0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26 24575,'0'-1'0,"-6"-19"0,2 15 0,1 14 0,0 28 0,3 65 0,2-43 0,-1 7 0,4-1 0,2 0 0,26 102 0,-28-146-273,0 0 0,2 0 0,0 0 0,14 25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24575,'36'-16'0,"-22"9"0,27-8 0,-35 13 0,0 1 0,0-1 0,0 2 0,0-1 0,1 1 0,-1 0 0,12 1 0,-1 1 0,0 2 0,0-1 0,0 2 0,-1 0 0,0 1 0,28 15 0,-40-19 0,1 1 0,-1 0 0,0 0 0,1 0 0,-1 1 0,-1-1 0,1 1 0,-1 0 0,1 0 0,-1 0 0,0 1 0,0-1 0,-1 1 0,0 0 0,1-1 0,-1 1 0,-1 0 0,1 0 0,-1 1 0,0-1 0,0 0 0,-1 0 0,1 0 0,-1 1 0,0-1 0,-1 7 0,-1-5 0,1-1 0,-1 1 0,0 0 0,0 0 0,-1-1 0,-6 12 0,-27 36 0,17-27 0,-13 15 0,-4 5 0,32-42 0,1 0 0,0 1 0,0 0 0,0 0 0,1 0 0,-3 10 0,4-14 0,1 1 0,0-1 0,0 1 0,-1-1 0,2 1 0,-1-1 0,0 0 0,0 1 0,1-1 0,-1 1 0,1-1 0,0 0 0,0 0 0,0 1 0,0-1 0,1 2 0,0 0 0,1-1 0,0 0 0,0 0 0,-1 0 0,2 0 0,-1 0 0,0-1 0,7 5 0,-2-3 0,1 0 0,-1 0 0,1-1 0,0 0 0,0 0 0,0-1 0,18 2 0,-16-3-109,45 1 352,-52-2-380,0-1 1,0 1 0,0-1 0,0 1-1,0-1 1,0-1 0,0 1 0,0 0-1,0-1 1,6-3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24575,'29'0'0,"15"0"0,3 0 0,-3 0 0,-6 2 0,-4 1 0,-5 1 0,-6-2 0,-4 0 0,-3-1 0,-2 0 0,-3-1-8191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 24575,'7'0'0,"99"-7"0,-94 7 0,0 1 0,-1 0 0,1 1 0,-1 0 0,1 1 0,-1 0 0,11 5 0,-18-6 0,0 1 0,0-1 0,0 1 0,-1 0 0,1 0 0,-1 0 0,0 0 0,0 0 0,0 1 0,0-1 0,-1 1 0,1 0 0,-1 0 0,0 0 0,0 0 0,0 0 0,-1 0 0,2 6 0,-2-7 0,0 0 0,-1 0 0,1 0 0,-1 0 0,0 0 0,1 0 0,-2 0 0,1 1 0,0-1 0,-1 0 0,1 0 0,-1 0 0,0 0 0,0 0 0,0 0 0,0 0 0,0-1 0,-1 1 0,0 0 0,1-1 0,-1 1 0,0-1 0,0 1 0,0-1 0,0 0 0,-6 4 0,1-2 0,-1 0 0,0 0 0,0-1 0,0 0 0,-1 0 0,1-1 0,-1 0 0,1-1 0,-1 1 0,0-2 0,-13 0 0,11 0 0,0-1 0,1 0 0,-1 0 0,0-2 0,1 1 0,0-1 0,0-1 0,0 0 0,-11-6 0,19 10 0,0-1 0,0 0 0,1 0 0,-1 0 0,0-1 0,1 1 0,-1 0 0,1 0 0,-1-1 0,1 1 0,0-1 0,0 0 0,0 1 0,0-1 0,0 0 0,0 1 0,0-1 0,0 0 0,1 0 0,-1 0 0,0 0 0,1 0 0,0 0 0,0 0 0,-1 0 0,1 0 0,0 0 0,1 0 0,-1 0 0,0 0 0,0 0 0,1 0 0,0 1 0,-1-1 0,1 0 0,0 0 0,0 0 0,0 0 0,0 1 0,0-1 0,0 1 0,0-1 0,2-1 0,3-4 4,0 1 0,1 0-1,0 0 1,13-9 0,1 0-1388,-11 7-5442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24575,'8'25'0,"4"10"0,3 4 0,1-2 0,-2-2 0,0-5 0,-1-2 0,0-4 0,0-4 0,1-2 0,-1-2 0,-1-1 0,-6-4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24575,'134'43'0,"-112"-38"0,0-1 0,1-1 0,-1 0 0,29-2 0,-23 0 0,-19-1 0,0 1 0,0-1 0,0-1 0,0 0 0,0 0 0,-1-1 0,13-3 0,-20 4 7,0 1-1,1-1 0,-1 0 0,0 1 1,0-1-1,0 0 0,0 0 1,0 0-1,0 0 0,0 0 1,0 0-1,0-1 0,-1 1 0,1 0 1,0 0-1,-1-1 0,1 1 1,0-2-1,0-2-303,0 1 0,-1-1 0,1 1 0,-1-7 0,0-1-6529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24575,'0'24'0,"2"12"0,1 0 0,3-2 0,2-5 0,0-2 0,2-3 0,0-4 0,2-3 0,-1-1 0,-1-1 0,2-1 0,0 0 0,-2 0 0,-2-3-8191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51 24575,'0'-3'0,"1"0"0,-1-1 0,0 1 0,0-1 0,-1 1 0,1-1 0,-1 1 0,1-1 0,-1 1 0,0 0 0,0-1 0,-4-5 0,4 11 0,1 1 0,-1-1 0,0 1 0,0-1 0,1 1 0,-1-1 0,1 1 0,0 3 0,0 250 0,2-237 0,1 1 0,1-1 0,1 0 0,0 0 0,2 0 0,0-1 0,1 0 0,16 27 0,-14-31 0,-1-1 0,2-1 0,-1 1 0,2-2 0,19 17 0,-21-21-273,-1-1 0,1 0 0,0 0 0,14 5 0,-15-7-6553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24575,'0'53'0,"3"0"0,20 101 0,-13-113 0,1-1 0,2 0 0,2-1 0,24 46 0,10 0 0,-49-85 0,0 0 0,1 0 0,-1 0 0,0 1 0,0-1 0,0 0 0,0 0 0,1 1 0,-1-1 0,0 0 0,0 0 0,0 1 0,0-1 0,0 0 0,0 1 0,0-1 0,0 0 0,1 0 0,-1 1 0,0-1 0,0 0 0,-1 1 0,1-1 0,0 0 0,0 1 0,0-1 0,0 0 0,0 0 0,0 1 0,0-1 0,0 0 0,0 1 0,-1-1 0,1 0 0,0 0 0,0 1 0,-12-4 0,-13-11 0,15 7 0,-41-33 0,45 35 0,0-1 0,0 0 0,1 0 0,0-1 0,-8-12 0,12 17-57,0 1 0,0-1 1,0 0-1,1 0 0,-1 0 0,1 0 0,-1 0 0,1 0 0,0 0 0,0 0 0,0 0 1,0 0-1,0 0 0,0 0 0,1 0 0,-1 0 0,1 0 0,-1 0 0,1 0 0,0 0 1,-1 0-1,1 1 0,2-3 0,2-6-6769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24575,'9'-3'0,"4"2"0,0 4 0,-3 1-8191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1 401 24575,'43'13'0,"50"13"0,-80-24 0,0 0 0,0 0 0,0-2 0,0 1 0,18-3 0,-29 2 0,-1 0 0,0 0 0,0-1 0,1 1 0,-1 0 0,0-1 0,0 1 0,1-1 0,-1 1 0,0-1 0,0 1 0,0-1 0,0 0 0,0 0 0,0 1 0,2-3 0,-3 2 0,1 0 0,-1 0 0,1 1 0,-1-1 0,0 0 0,0 0 0,1 0 0,-1 0 0,0 0 0,0 0 0,0 1 0,0-1 0,0 0 0,0 0 0,0 0 0,0 0 0,0 0 0,-1-1 0,0-1 0,0 0 0,-1 0 0,1 0 0,-1 0 0,0 0 0,1 0 0,-2 1 0,1-1 0,0 1 0,0-1 0,-4-2 0,-71-46 0,59 40 0,0-1 0,0 0 0,1-1 0,0-1 0,-15-17 0,28 27 0,1 0 0,0 0 0,1 0 0,-1 0 0,1 0 0,0 0 0,0-1 0,0 1 0,0-1 0,1 0 0,-2-8 0,3 10 0,0 0 0,0 0 0,0 0 0,0 0 0,1 0 0,0 0 0,-1 0 0,1 0 0,0 0 0,0 0 0,0 0 0,1 1 0,-1-1 0,1 0 0,-1 1 0,1-1 0,0 1 0,0 0 0,4-4 0,7-6 0,1 1 0,0 0 0,1 2 0,0-1 0,0 2 0,1 0 0,0 0 0,1 2 0,0 0 0,0 1 0,0 1 0,24-4 0,55-3 0,-81 11 0,1 0 0,-1 0 0,1 2 0,16 3 0,-31-5 0,0 0 0,0 0 0,0 0 0,0 1 0,0-1 0,0 0 0,0 1 0,0-1 0,0 1 0,0-1 0,0 1 0,0-1 0,0 1 0,0 0 0,-1-1 0,1 1 0,0 0 0,-1 0 0,1 0 0,1 1 0,-2-1 0,0 0 0,0 0 0,0 0 0,0 0 0,0 0 0,0 0 0,0 0 0,0 0 0,0 0 0,0 0 0,0 0 0,-1 0 0,1 0 0,0 0 0,-1 0 0,1-1 0,-2 3 0,-2 4 0,-1-1 0,0 0 0,-1 0 0,-8 7 0,9-8 0,-34 30 0,19-17 0,-22 24 0,40-39 0,-1 0 0,1 0 0,0 1 0,0-1 0,0 1 0,0-1 0,1 1 0,-1 0 0,1 0 0,0-1 0,0 1 0,0 0 0,1 0 0,-1 0 0,1 0 0,0 0 0,0 0 0,1 0 0,-1 0 0,1 0 0,0 0 0,0 0 0,0 0 0,0 0 0,1-1 0,0 1 0,-1-1 0,1 1 0,0-1 0,1 1 0,-1-1 0,1 0 0,-1 0 0,1 0 0,0-1 0,0 1 0,0-1 0,1 1 0,4 2 0,7 1-105,0 1 0,0-2 0,0 0 0,1-1 0,0-1 0,0 0 0,0-1 0,0-1 0,0 0 0,1-1 0,-1-1 0,21-4 0,-21 2-6721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05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24575,'16'-3'0,"1"1"0,0 1 0,0 0 0,-1 2 0,1-1 0,0 2 0,0 0 0,-1 1 0,0 1 0,1 1 0,-1 0 0,-1 1 0,1 0 0,-1 1 0,0 1 0,-1 1 0,25 18 0,-11-2 0,-1 1 0,-2 1 0,0 2 0,20 31 0,72 133 0,-99-159 0,-1 0 0,-3 1 0,21 71 0,-30-88 0,-2 1 0,0-1 0,-1 1 0,-1 0 0,0 0 0,-2 0 0,0-1 0,-1 1 0,-9 36 0,2-25-1365,0-5-5461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3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11034 89 24575,'0'-2'0,"-1"1"0,1 0 0,-1-1 0,1 1 0,-1 0 0,1-1 0,-1 1 0,0 0 0,1 0 0,-1-1 0,0 1 0,0 0 0,0 0 0,0 0 0,0 0 0,0 0 0,0 0 0,-1 1 0,1-1 0,0 0 0,0 0 0,-1 1 0,1-1 0,-3 0 0,-5-2 0,0 0 0,-14-2 0,18 4 0,-84-13 0,9 6 0,7 2 0,40 2 0,0 1 0,0 2 0,-47 4 0,33 4 0,29-4 0,-32 2 0,49-5 0,-33 0 0,0-1 0,-56-8 0,58 2 0,13 3 0,-1 0 0,1 1 0,-20 0 0,-2 3 0,-63 2 0,85 0 0,-34 10 0,37-8 0,0 0 0,-1-1 0,-21 1 0,13-4 0,0 1 0,-26 6 0,40-6 0,-1 0 0,1-1 0,0 0 0,-1-1 0,-19-4 0,-25 0 0,-175 5 0,210 1 0,-29 5 0,-12 1 0,-158-7 0,85-14 0,55 7 0,-16-1 0,-1195 9 0,1194 6 0,8 0 0,-79 4 0,41-8 0,17-2 0,53 6 0,-15 0 0,-63 2 0,53-3 0,16-1 0,25-1 0,0-2 0,-66-4 0,-278-9 0,254 12 0,26 7 0,8-1 0,88-7 0,-148 9 0,-3 5 0,60-6 0,12-1 0,-2-1 0,-98-6 0,81-1 0,-615 1 0,583 7 0,2 1 0,-36-1 0,-7 0 0,-345-7 0,405-8 0,10 1 0,52 7 0,-63 9 0,-41-2 0,106-7 0,-61 8 0,-47 6 0,70-8 0,-3 0 0,-41 4 0,25-3 0,-111-1 0,155-6 0,-29-8 0,7 1 0,-269 7 0,345 1 0,1 0 0,-17 5 0,15-3 0,-24 1 0,-206-3 0,117-2 0,103 3-1365,17 1-5461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1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31 143 24575,'-4'-11'0,"2"-1"0,0 0 0,-1-18 0,3 20 0,-1 1 0,0-1 0,-1 1 0,0 0 0,0 0 0,-5-12 0,3 44 0,4 16 0,1 71 0,6-62 0,-4-30 0,2 32 0,-5-27 0,1 0 0,6 32 0,-3-22 0,-1 1 0,-3 67 0,-1-38 0,1 297 0,1-338 0,2 0 0,0 0 0,13 42 0,-1-6 0,-7-27 0,-5-19 0,0 0 0,-1 0 0,2 22 0,-4 4 0,0-11 0,1-1 0,6 42 0,-4-49 0,0 25 0,-2-26 0,1 0 0,4 18 0,-3-12 0,0 0 0,-1 0 0,-4 47 0,1-17 0,1 465 0,-1-505 0,0 1 0,-4 16 0,2-16 0,-2 26 0,5-26 0,1 143 0,13-76 0,-9-61 0,-1 0 0,2 42 0,-6-46 0,1-1 0,0 1 0,5 26 0,9 52 0,-1-32 0,-13-54-1365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1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24575,'2'0'0,"-1"0"0,0 0 0,0 1 0,0-1 0,0 0 0,0 1 0,0-1 0,0 1 0,1 0 0,-2-1 0,1 1 0,0 0 0,0 0 0,0-1 0,0 1 0,0 0 0,0 1 0,14 20 0,-10-14 0,145 228 0,-129-205 0,3 0 0,37 38 0,-60-69 0,-1 1 0,1 0 0,0-1 0,-1 1 0,1-1 0,0 1 0,-1 0 0,1-1 0,0 0 0,0 1 0,0-1 0,-1 1 0,1-1 0,0 0 0,0 0 0,0 1 0,1-1 0,0-4 0,-6-6 0,-83-134 0,33 64 0,46 67 0,-2 0 0,1-1 0,0 0 0,2 0 0,-1-1 0,-6-22 0,14 37 0,0-1 0,-1 1 0,1-1 0,0 0 0,0 1 0,0-1 0,0 1 0,-1-1 0,1 1 0,0-1 0,0 1 0,-1-1 0,1 1 0,-1-1 0,1 1 0,0-1 0,-1 1 0,1 0 0,-1-1 0,1 1 0,-1 0 0,1-1 0,-1 1 0,1 0 0,-2-1 0,2 1 0,-1 0 0,0 0 0,1 1 0,-1-1 0,0 0 0,1 0 0,-1 1 0,0-1 0,1 0 0,-1 1 0,0-1 0,1 1 0,-1-1 0,1 0 0,-1 1 0,1-1 0,-1 2 0,-3 3 0,0 0 0,0 1 0,-3 6 0,7-12 0,-9 22 0,0 0 0,1 0 0,-8 40 0,9-33 0,-15 42 0,17-62-1365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19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82 24575,'-10'-11'0,"-4"-7"0,13 17 0,1 0 0,-1 0 0,1 0 0,-1 1 0,1-1 0,0 0 0,-1 0 0,1 0 0,0 0 0,0 0 0,-1 0 0,1 0 0,0 0 0,0 0 0,0 0 0,0 0 0,1-1 0,-1 1 0,1 0 0,-1 0 0,1 0 0,-1 1 0,1-1 0,0 0 0,0 1 0,-1-1 0,1 0 0,0 1 0,0-1 0,0 1 0,-1-1 0,1 1 0,0 0 0,0-1 0,0 1 0,0 0 0,0-1 0,0 1 0,0 0 0,0 0 0,1 0 0,26-1 0,-22 2 0,15 0 0,1 2 0,39 10 0,-8-2 0,-23-6 0,49 11 0,-70-14 0,-1 1 0,1 0 0,-1 0 0,1 1 0,-1 0 0,11 8 0,-16-9 0,0-1 0,-1 1 0,1 0 0,-1 0 0,1 1 0,-1-1 0,0 0 0,0 1 0,0 0 0,-1-1 0,0 1 0,1 0 0,-1 0 0,0-1 0,-1 1 0,1 5 0,0-1 0,0 1 0,-1-1 0,0 0 0,-1 1 0,0-1 0,-4 15 0,4-19 0,-1-1 0,0 0 0,1 0 0,-1 0 0,0 0 0,0-1 0,-1 1 0,1 0 0,-1-1 0,1 1 0,-1-1 0,0 0 0,0 0 0,0 0 0,0 0 0,0-1 0,0 1 0,0-1 0,-1 0 0,1 0 0,-4 1 0,-6 1 0,-1 0 0,1-1 0,0-1 0,-17 1 0,7-4 0,1 0 0,-1-1 0,0-2 0,1 0 0,-25-10 0,36 11 0,0 0 0,1-1 0,-1-1 0,-14-10 0,-37-32 0,50 38 0,7 6 0,1 0 0,0 0 0,0 0 0,1 0 0,-1 0 0,1-1 0,0 0 0,0 0 0,1 0 0,-1 0 0,-1-6 0,3 8 0,0 1 0,1-1 0,-1 0 0,1 0 0,-1 0 0,1 0 0,0 0 0,0 0 0,1 0 0,-1 0 0,1 0 0,-1 0 0,1 0 0,0 1 0,0-1 0,0 0 0,0 0 0,0 1 0,1-1 0,0 1 0,-1-1 0,4-3 0,3-2-341,1 0 0,0 1-1,14-10 1,-13 11-6485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2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373 183 24575,'12'0'0,"-6"0"0,0 0 0,1 0 0,-1 0 0,0-1 0,0 0 0,11-3 0,-16 4 0,-1 0 0,0 0 0,0 0 0,0 0 0,1 0 0,-1 0 0,0-1 0,0 1 0,1 0 0,-1 0 0,0 0 0,0 0 0,0 0 0,0 0 0,1-1 0,-1 1 0,0 0 0,0 0 0,0 0 0,0-1 0,0 1 0,1 0 0,-1 0 0,0 0 0,0-1 0,0 1 0,0 0 0,0 0 0,0-1 0,0 1 0,0 0 0,0 0 0,0-1 0,0 1 0,0 0 0,0-1 0,-7-7 0,-12-3 0,-135-59 0,121 54 0,-95-45 0,127 60 0,0 1 0,0-1 0,0 1 0,0 0 0,0-1 0,0 1 0,-1 0 0,1 0 0,0 0 0,0 0 0,0 0 0,0 0 0,0 0 0,0 0 0,-1 0 0,-1 1 0,3-1 0,0 1 0,0-1 0,-1 0 0,1 0 0,0 0 0,0 0 0,0 1 0,0-1 0,-1 0 0,1 0 0,0 0 0,0 1 0,0-1 0,0 0 0,0 0 0,0 1 0,-1-1 0,1 0 0,0 0 0,0 1 0,0-1 0,0 0 0,0 0 0,0 1 0,0-1 0,0 0 0,0 1 0,7 10 0,3-1 0,0 0 0,1-1 0,23 15 0,40 20 0,-33-21 0,58 28 0,5 5 0,-97-52 0,-1 0 0,0 0 0,0 1 0,-1-1 0,1 1 0,8 12 0,-13-16 0,0 0 0,0 0 0,0 0 0,-1 1 0,1-1 0,-1 0 0,1 1 0,-1-1 0,1 1 0,-1-1 0,0 0 0,1 1 0,-1-1 0,0 1 0,0-1 0,-1 4 0,1-4 0,-1 1 0,0-1 0,1 1 0,-1-1 0,0 0 0,0 1 0,0-1 0,0 0 0,0 1 0,0-1 0,-1 0 0,1 0 0,0 0 0,0 0 0,-1 0 0,1-1 0,-1 1 0,-2 1 0,-9 3 0,0-1 0,0-1 0,-1 0 0,1-1 0,-1 0 0,-18 0 0,-8 1 0,-22 3 0,-35 5 0,81-8 0,1 0 0,0 1 0,0 1 0,-19 10 0,-49 21-1365,69-31-5461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22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24575,'0'0'0,"-1"0"0,0 0 0,1 1 0,-1-1 0,0 1 0,1-1 0,-1 1 0,1-1 0,-1 1 0,0-1 0,1 1 0,-1-1 0,1 1 0,-1 0 0,1-1 0,0 1 0,-1 0 0,1-1 0,0 1 0,-1 0 0,1-1 0,0 1 0,0 0 0,0 0 0,0 0 0,0-1 0,0 2 0,-2 22 0,3-12 0,0 0 0,1 0 0,1 0 0,0 0 0,5 13 0,27 56 0,-31-72 0,18 37 0,-2 1 0,-3 0 0,21 86 0,-37-129 0,-1-1 0,1 0 0,-1 1 0,0-1 0,0 1 0,0-1 0,0 1 0,-1-1 0,0 0 0,1 1 0,-1-1 0,0 0 0,0 1 0,-1-1 0,1 0 0,-1 0 0,0 0 0,-4 5 0,4-6 0,0 0 0,0 0 0,0-1 0,0 1 0,0-1 0,-1 1 0,1-1 0,-1 0 0,1 0 0,-1 0 0,1 0 0,-1 0 0,0-1 0,1 1 0,-1-1 0,0 0 0,1 0 0,-1 0 0,0 0 0,0 0 0,1 0 0,-1-1 0,0 1 0,-3-2 0,-1-1 0,0 0 0,0 0 0,1 0 0,-1-1 0,1 0 0,-1-1 0,1 1 0,1-1 0,-7-6 0,4 3 0,0-1 0,1 0 0,0 0 0,0-1 0,-6-12 0,12 20 4,0 0-1,0 0 1,0 0-1,1 0 0,-1 0 1,0 0-1,1 0 1,0 0-1,-1 0 0,1-1 1,0 1-1,0 0 1,0 0-1,1 0 1,-1-1-1,0 1 0,1 0 1,-1 0-1,1 0 1,0 0-1,0 0 1,0 0-1,0 0 0,0 0 1,0 0-1,1 0 1,-1 1-1,0-1 0,1 0 1,-1 1-1,1-1 1,0 1-1,0 0 1,2-2-1,7-3-251,-1 0 1,0 1-1,1 0 1,0 1-1,12-3 1,-7 2-6579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2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24575,'5'-5'0,"1"1"0,1 3 0,0 5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2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61 407 24575,'1'-1'0,"0"0"0,0 1 0,0-1 0,0 0 0,0 1 0,0-1 0,1 0 0,-1 1 0,0 0 0,1-1 0,-1 1 0,0 0 0,1-1 0,-1 1 0,0 0 0,1 0 0,-1 0 0,0 0 0,1 1 0,-1-1 0,0 0 0,3 1 0,-3 0 0,1-1 0,-1 0 0,1 0 0,-1 1 0,1-1 0,-1 0 0,1 0 0,-1 0 0,1-1 0,-1 1 0,0 0 0,1 0 0,1-1 0,-3 0 0,0 1 0,0 0 0,1 0 0,-1 0 0,0-1 0,0 1 0,0 0 0,0 0 0,0-1 0,1 1 0,-1 0 0,0 0 0,0-1 0,0 1 0,0 0 0,0 0 0,0-1 0,0 1 0,0 0 0,0-1 0,0 1 0,0 0 0,0 0 0,0-1 0,0 1 0,0 0 0,0 0 0,-1-1 0,1 1 0,0 0 0,0 0 0,0-1 0,0 1 0,0 0 0,-1 0 0,1-1 0,0 1 0,0 0 0,0 0 0,-1-1 0,-8-8 0,-27-13 0,28 19 0,1-1 0,0-1 0,0 1 0,1-1 0,-11-10 0,15 13 0,0 0 0,1 0 0,-1 0 0,1 0 0,0 0 0,0-1 0,0 1 0,0 0 0,0-1 0,0 1 0,1-1 0,-1 1 0,1-1 0,0 1 0,0-1 0,0 0 0,0 1 0,0-1 0,0 1 0,1-1 0,-1 1 0,2-5 0,1-2 0,0 2 0,0-1 0,1 0 0,0 1 0,1-1 0,9-11 0,38-38 0,-17 20 0,-18 19 0,0 1 0,1 1 0,35-24 0,-51 38 0,0 1 0,0 0 0,1-1 0,-1 1 0,1 0 0,-1 0 0,1 0 0,-1 0 0,1 1 0,0-1 0,-1 1 0,1 0 0,0-1 0,-1 1 0,1 0 0,0 0 0,-1 1 0,4 0 0,-3 0 0,0 0 0,1 1 0,-1-1 0,-1 1 0,1-1 0,0 1 0,0 0 0,-1 1 0,1-1 0,-1 0 0,1 1 0,2 4 0,1 1 0,-1 1 0,0-1 0,0 1 0,-1 0 0,-1 1 0,0-1 0,0 1 0,3 17 0,-3-6 0,-2 0 0,0 0 0,-1 0 0,-1 0 0,-7 37 0,1-40 0,6-15 0,0-1 0,0 1 0,0 0 0,0 0 0,0 0 0,1 0 0,-1 5 0,1-8 0,0 1 0,0 0 0,1-1 0,-1 1 0,0 0 0,1-1 0,-1 1 0,1 0 0,-1-1 0,1 1 0,-1-1 0,1 1 0,-1-1 0,1 1 0,-1-1 0,1 1 0,0-1 0,-1 0 0,1 1 0,0-1 0,-1 0 0,1 0 0,0 1 0,-1-1 0,1 0 0,0 0 0,0 0 0,-1 0 0,2 0 0,27 1 0,-24-1 0,23-2 59,30-5 1,-31 3-802,32-1 0,-47 5-6084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51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24575,'0'-2'0,"1"1"0,-1 0 0,0-1 0,1 1 0,-1 0 0,1 0 0,-1-1 0,1 1 0,0 0 0,-1 0 0,1 0 0,0 0 0,0 0 0,0 0 0,0 0 0,0 0 0,0 0 0,0 0 0,0 0 0,0 1 0,0-1 0,0 0 0,0 1 0,1-1 0,-1 1 0,0 0 0,0-1 0,1 1 0,-1 0 0,3-1 0,6 0 0,-1 0 0,1 0 0,11 1 0,-15 0 0,8 1 0,0 1 0,18 3 0,-17-2 0,27 2 0,-22-3 0,0 1 0,-1 1 0,37 11 0,103 31 0,-117-34 0,-1 2 0,49 24 0,88 36 0,-97-42 0,-45-18 0,0 0 0,67 36 0,-84-40 0,21 9 0,-22-12 0,28 18 0,-10-2 0,47 41 0,-55-42 0,40 24 0,-43-30 0,0 1 0,38 34 0,-2 3 0,7 7 0,16 11 0,-62-55 0,0 1 0,-1 2 0,24 27 0,-10-6 0,3-2 0,49 39 0,-14-12 0,-60-52 0,17 21 0,-19-21 0,25 24 0,47 27 0,-5-5 0,0 11-1365,-69-63-5461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53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24575,'19'13'0,"-2"1"0,1 0 0,-2 1 0,28 33 0,-8-9 0,2-2 0,68 52 0,-59-51 0,-35-29 0,9 9 0,38 24 0,66 35 0,-40-31 0,95 35 0,-144-70 0,-27-9 0,0 0 0,15 7 0,-10-3 0,27 7 0,10 4 0,45 16 0,-82-29 0,16 5 0,0-1 0,36 4 0,-52-10 0,6-1 0,23 6 0,-19-3 0,1-1 0,-1-2 0,46-2 0,-17 0 0,-24-1 0,0-2 0,0 0 0,43-13 0,-72 17 0,21-6 0,31-5 0,-25 6 0,0-2 0,-1 0 0,0-1 0,0-2 0,0-1 0,46-27 0,96-55 0,-109 59 0,-27 16 0,0-2 0,54-43 0,-40 25 0,25-25 0,-47 34 120,-23 27-234,1 0 0,-1-1-1,0 1 1,0 0 0,0-1 0,0 1-1,0-1 1,-1 1 0,1-1 0,-1 1-1,1-1 1,-1-2 0,-1-6-6712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33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87 117 24575,'-4'-6'0,"0"1"0,1-1 0,-1 0 0,-3-9 0,6 12 0,0 0 0,0 0 0,0 0 0,1-1 0,-1 1 0,1 0 0,0 0 0,0 0 0,0 0 0,0 0 0,2-7 0,-2 10 0,1-2 0,-1 0 0,1-1 0,-1 1 0,1-1 0,-1 1 0,0-1 0,0 1 0,0 0 0,0-1 0,0 1 0,-1-1 0,0-3 0,-3 21 0,-3 37 0,4-32 0,-2 21 0,5 136 0,2-167 0,1-13 0,3-15 0,-4 3 0,0-1 0,-2 1 0,0 0 0,-3-27 0,-17-59 0,20 98 0,-2-10 0,2 10 0,-1 1 0,1-1 0,0 1 0,-1-1 0,1 1 0,-1-1 0,0 1 0,0 0 0,0-1 0,0 1 0,0 0 0,-2-3 0,3 5 0,0 0 0,-1 0 0,1 0 0,0 0 0,0 0 0,0 0 0,-1 0 0,1 0 0,0 0 0,0 0 0,0 0 0,0 0 0,-1 0 0,1 0 0,0 0 0,0 0 0,0 0 0,-1 1 0,1-1 0,0 0 0,0 0 0,0 0 0,0 0 0,0 0 0,0 1 0,-1-1 0,1 0 0,0 0 0,0 0 0,0 0 0,0 1 0,0-1 0,0 0 0,0 0 0,0 0 0,0 1 0,0-1 0,0 0 0,0 0 0,0 0 0,0 1 0,0-1 0,0 0 0,0 0 0,-2 11 0,-5 36 0,4-26 0,0 0 0,1 38 0,9-21 35,-5-33-163,-1-1 1,0 1 0,0 0 0,0 0-1,0 0 1,-1 0 0,0 0 0,0 0-1,0 0 1,-2 6 0,-1-2-6699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35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0 319 24575,'10'6'0,"0"0"0,0-1 0,1-1 0,0 1 0,-1-2 0,2 1 0,-1-2 0,18 3 0,8-2 0,48-2 0,-52-1 0,-33 0 0,0 0 0,0 0 0,0 0 0,0 0 0,0 0 0,0 0 0,0 0 0,0 0 0,0 0 0,0 0 0,0 0 0,0 0 0,0 0 0,0 0 0,0 0 0,0 0 0,0 0 0,0 0 0,0 0 0,0 0 0,0 0 0,0 0 0,0 0 0,0 1 0,0-1 0,0 0 0,0 0 0,0 0 0,0 0 0,0 0 0,0 0 0,0 0 0,0 0 0,0 0 0,0 0 0,0 0 0,0 0 0,0 0 0,0 0 0,0 0 0,0 0 0,0 0 0,1 0 0,-1 0 0,0 0 0,0 0 0,0 0 0,0 0 0,0 0 0,0 0 0,0 0 0,0 0 0,0 0 0,-7 4 0,-9 2 0,10-5 0,0-1 0,1 0 0,-1 0 0,0 0 0,0 0 0,0-1 0,1 0 0,-1 0 0,0-1 0,1 0 0,-1 1 0,1-2 0,0 1 0,0-1 0,-1 0 0,-7-6 0,6 4 0,0-2 0,0 1 0,1-1 0,-1 0 0,1 0 0,1-1 0,0 1 0,0-1 0,-7-14 0,8 13 0,1 0 0,0 0 0,0 0 0,1 0 0,0 0 0,0 0 0,1-1 0,1-17 0,0 22 0,0 0 0,1 0 0,0 0 0,0-1 0,1 1 0,0 1 0,-1-1 0,2 0 0,-1 0 0,0 1 0,1-1 0,0 1 0,0 0 0,0 0 0,1 0 0,-1 0 0,7-5 0,0 2 0,0-1 0,0 1 0,1 0 0,0 1 0,0 1 0,1 0 0,0 0 0,-1 1 0,21-4 0,-13 4 0,-1 1 0,1 0 0,-1 2 0,1 0 0,36 3 0,-48-1 0,0 1 0,0-1 0,-1 1 0,1 0 0,-1 1 0,1 0 0,-1 0 0,9 5 0,-11-5 0,-1 0 0,1 0 0,-1 0 0,0 0 0,0 1 0,0-1 0,0 1 0,-1 0 0,1 0 0,-1 0 0,0 0 0,0 0 0,-1 0 0,2 6 0,-1-3 0,0 1 0,-1-1 0,-1 1 0,1 0 0,-1 0 0,0-1 0,-1 1 0,0 0 0,0-1 0,-1 1 0,0-1 0,0 1 0,0-1 0,-7 13 0,-17 38 0,23-50 0,0-1 0,1 1 0,0 0 0,1 0 0,-2 14 0,3-20 0,0 0 0,0 0 0,1 0 0,-1 0 0,0-1 0,1 1 0,0 0 0,-1 0 0,1-1 0,0 1 0,0 0 0,0-1 0,0 1 0,0-1 0,0 1 0,0-1 0,1 0 0,-1 1 0,0-1 0,1 0 0,-1 0 0,1 0 0,-1 0 0,4 2 0,3 0 0,1 0 0,-1 0 0,19 4 0,-9-3 0,25 6 0,50 5 0,-92-15-76,1 1 1,0-1-1,0 0 0,0 0 0,0 0 0,0 0 0,-1 0 0,1 0 1,0 0-1,0-1 0,0 1 0,0-1 0,-1 1 0,1-1 1,0 0-1,-1 1 0,3-2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35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43 24575,'0'-3'0,"0"0"0,0 0 0,-1 0 0,1 0 0,-1 1 0,0-1 0,1 0 0,-1 0 0,-1 1 0,1-1 0,-2-2 0,3 4 0,-1 1 0,1-1 0,0 1 0,-1-1 0,1 1 0,-1 0 0,1-1 0,-1 1 0,1 0 0,-1-1 0,1 1 0,-1 0 0,1-1 0,-1 1 0,1 0 0,-1 0 0,0 0 0,1 0 0,-1-1 0,1 1 0,-2 0 0,1 1 0,0-1 0,0 0 0,0 1 0,0-1 0,0 1 0,0-1 0,0 1 0,0-1 0,0 1 0,0 0 0,0-1 0,1 1 0,-1 0 0,0 0 0,1 0 0,-2 1 0,-1 3 0,0 1 0,0-1 0,0 1 0,1 0 0,0 0 0,0 0 0,1 0 0,-1 0 0,1 0 0,1 0 0,-1 0 0,1 9 0,0-4 0,1 1 0,0 0 0,1 0 0,0 0 0,7 17 0,-7-23 0,1 0 0,0-1 0,0 1 0,0-1 0,1 1 0,-1-1 0,9 8 0,3 1 0,18 14 0,2 0 0,-34-27 0,0-1 0,-1 1 0,1 0 0,0-1 0,-1 1 0,1 0 0,-1-1 0,1 1 0,0 0 0,-1 0 0,0 0 0,1-1 0,-1 1 0,1 0 0,-1 0 0,0 0 0,0 0 0,0 0 0,1 0 0,-1 0 0,0 0 0,0 0 0,0 0 0,-1 1 0,1-1 0,-1 1 0,0-1 0,1 0 0,-1 0 0,0 1 0,0-1 0,0 0 0,0 0 0,0 0 0,0 0 0,0 0 0,0 0 0,-1 0 0,0 0 0,-6 3 0,1 0 0,-1-1 0,0 0 0,-11 3 0,-15 1-455,0 0 0,-48 1 0,64-7-6371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37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1 112 24575,'6'-10'0,"0"0"0,0 0 0,-1 0 0,0-1 0,-1 1 0,0-1 0,3-15 0,-7 25 0,0 0 0,0 0 0,0 0 0,1 0 0,-1 0 0,0 1 0,1-1 0,-1 0 0,0 0 0,1 0 0,-1 0 0,1 1 0,0-1 0,0-1 0,-1 2 0,1 0 0,-1 0 0,0 1 0,0-1 0,1 0 0,-1 0 0,0 0 0,0 0 0,1 0 0,-1 1 0,0-1 0,0 0 0,0 0 0,1 0 0,-1 1 0,0-1 0,0 0 0,0 0 0,0 1 0,0-1 0,0 0 0,1 0 0,-1 1 0,0-1 0,0 0 0,0 1 0,0-1 0,0 0 0,0 1 0,4 29 0,-4 176 0,1-230 0,6-32 0,-2 19 0,-2 26 0,1 15 0,2 19 0,-4 10-181,-1 41-1,-1-53-820,0-7-5824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0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91 24575,'-1'-3'0,"-1"0"0,1 0 0,0 0 0,0-1 0,0 1 0,0 0 0,0-1 0,1 1 0,0-1 0,0 1 0,0-1 0,0 1 0,1-5 0,-1 6 0,1 0 0,-1 1 0,1-1 0,0 0 0,0 0 0,-1 1 0,1-1 0,1 0 0,-1 1 0,0-1 0,0 1 0,0-1 0,1 1 0,-1 0 0,1 0 0,-1 0 0,1-1 0,0 1 0,-1 1 0,1-1 0,0 0 0,0 0 0,-1 1 0,5-2 0,10 0 0,-1 0 0,1 1 0,0 1 0,0 0 0,19 3 0,-29-2 0,4-1 0,0 2 0,1-1 0,-1 2 0,0-1 0,0 1 0,13 6 0,-20-8 0,0 1 0,0-1 0,0 1 0,0 0 0,-1 0 0,1 0 0,-1 0 0,1 0 0,-1 1 0,0-1 0,0 1 0,0-1 0,0 1 0,0 0 0,-1 0 0,1 0 0,-1 0 0,0 0 0,0 0 0,0 0 0,0 0 0,-1 1 0,1 5 0,-1-4 0,0-1 0,-1 1 0,1-1 0,-1 1 0,0-1 0,-1 0 0,1 1 0,-1-1 0,1 0 0,-1 0 0,-1 0 0,-3 5 0,-5 6 0,-23 25 0,8-11 0,10-10 0,-13 17 0,29-36 0,-1 1 0,1-1 0,0 0 0,0 1 0,0-1 0,-1 0 0,1 1 0,0-1 0,0 1 0,0-1 0,0 0 0,0 1 0,0-1 0,0 1 0,0-1 0,0 0 0,0 1 0,0-1 0,0 1 0,0-1 0,0 0 0,0 1 0,0-1 0,0 1 0,0-1 0,0 0 0,1 1 0,0 0 0,-1 0 0,1-1 0,0 1 0,-1-1 0,1 0 0,0 1 0,-1-1 0,1 1 0,0-1 0,0 0 0,-1 0 0,1 1 0,1-1 0,28 2 0,-26-2 0,101-2-1365,-93 2-5461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0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1 348 24575,'37'-10'0,"-21"5"0,1 1 0,0 0 0,0 1 0,18-1 0,66 5 0,-101-1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 0 0,0 0 0,0 0 0,0 0 0,1 0 0,-1 0 0,0 0 0,0 0 0,-7-5 0,-9-2 0,7 3 0,1 0 0,-1 0 0,1 0 0,0-1 0,1-1 0,-14-11 0,17 14 0,1-1 0,0 1 0,0-1 0,0 0 0,1 0 0,-1 0 0,1 0 0,0 0 0,0 0 0,0-1 0,1 1 0,0-1 0,0 1 0,0-1 0,-1-6 0,2 3 0,1 0 0,-1 0 0,2 0 0,-1 0 0,1 0 0,0 0 0,0 0 0,1 1 0,0-1 0,0 1 0,1 0 0,0 0 0,0 0 0,1 0 0,0 1 0,0-1 0,0 2 0,1-1 0,0 0 0,0 1 0,1 0 0,-1 1 0,1-1 0,0 1 0,0 0 0,1 1 0,-1 0 0,1 0 0,-1 1 0,1-1 0,0 2 0,0-1 0,11 0 0,-9 2 0,1 0 0,-1 1 0,1 0 0,-1 1 0,0 0 0,18 6 0,-22-5 0,0-1 0,0 1 0,-1 0 0,1 0 0,-1 1 0,1 0 0,-1 0 0,0 0 0,-1 0 0,1 1 0,-1 0 0,5 6 0,-7-8 0,0 1 0,0-1 0,-1 1 0,1 0 0,-1-1 0,0 1 0,0 0 0,0 0 0,-1 0 0,1 0 0,-1 0 0,0 0 0,0 0 0,0 0 0,-1 0 0,1-1 0,-2 6 0,-2 5 0,-1 0 0,0 0 0,-9 16 0,10-22 0,3-5 0,-1-1 0,1 1 0,0 0 0,1-1 0,-1 1 0,0 0 0,1-1 0,-1 1 0,1 0 0,0 4 0,0-6 0,1 0 0,-1 0 0,0 0 0,1 0 0,-1 0 0,0 0 0,1 0 0,0 0 0,-1 0 0,1 0 0,-1 0 0,1-1 0,0 1 0,0 0 0,-1 0 0,1-1 0,0 1 0,0 0 0,0-1 0,0 1 0,0-1 0,0 1 0,0-1 0,0 0 0,0 1 0,0-1 0,0 0 0,0 0 0,2 1 0,14 1 0,1-1 0,0-1 0,27-2 0,3 0 0,-22-1-1365,-17 0-5461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1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29 24575,'-6'-4'0,"1"0"0,-1 0 0,0 1 0,0 0 0,0 0 0,-8-2 0,12 4 0,1 1 0,0 0 0,0-1 0,0 1 0,0 0 0,0 0 0,-1 0 0,1 0 0,0 0 0,0 0 0,0 0 0,-1 0 0,1 0 0,0 0 0,0 1 0,0-1 0,0 0 0,-1 1 0,1-1 0,0 1 0,0 0 0,0-1 0,0 1 0,0 0 0,0-1 0,1 1 0,-1 0 0,0 0 0,0 0 0,0 0 0,1 0 0,-1 0 0,0 0 0,1 0 0,-1 0 0,1 0 0,0 0 0,-1 0 0,1 0 0,0 1 0,-1-1 0,1 2 0,0 1 0,-1 0 0,1 1 0,1-1 0,-1 0 0,1 1 0,-1-1 0,1 0 0,0 0 0,1 0 0,-1 0 0,1 0 0,0 0 0,0 0 0,0 0 0,2 3 0,8 9 0,-1-1 0,16 15 0,-14-15 0,-5-7 0,-6-6 0,1 1 0,0 0 0,-1 0 0,0 0 0,0 0 0,2 4 0,-3-6 0,-1-1 0,0 1 0,1 0 0,-1 0 0,0 0 0,0-1 0,0 1 0,0 0 0,0 0 0,0 0 0,0 0 0,0-1 0,0 1 0,0 0 0,-1 0 0,1 0 0,0-1 0,0 1 0,-1 0 0,1 0 0,-1-1 0,1 1 0,-1 0 0,1-1 0,-1 1 0,1 0 0,-1-1 0,1 1 0,-1-1 0,0 1 0,1-1 0,-1 1 0,-1 0 0,-9 5-7,-1 0 0,1-1 0,-1 0 0,0-1 0,-16 3-1,-4 2-1314,11-2-5504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56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2872 89 24575,'7'-2'0,"3"-1"0,0-1 0,11-6 0,-19 9 0,0 0 0,0 0 0,0 0 0,0 0 0,0-1 0,-1 1 0,1-1 0,-1 1 0,1-1 0,-1 1 0,0-1 0,1 0 0,-1 0 0,0 0 0,0 1 0,0-1 0,1-3 0,-2 4 0,0 1 0,0 0 0,0-1 0,0 1 0,0 0 0,0-1 0,-1 1 0,1 0 0,0-1 0,0 1 0,0 0 0,0-1 0,0 1 0,-1 0 0,1 0 0,0-1 0,0 1 0,0 0 0,-1-1 0,1 1 0,0 0 0,0 0 0,-1 0 0,1-1 0,0 1 0,-1 0 0,1 0 0,0 0 0,-1 0 0,1 0 0,0-1 0,-1 1 0,1 0 0,0 0 0,-1 0 0,-16-2 0,13 2 0,-32-5 0,5 1 0,-36 0 0,62 4 0,-12 1 0,-1-2 0,0 0 0,-31-6 0,30 4 0,0 0 0,0 2 0,-1 0 0,-20 2 0,4 0 0,23 0 0,0 1 0,0 0 0,0 0 0,-15 6 0,15-4 0,-1-1 0,1 0 0,-25 2 0,21-5 0,1 1 0,-1 0 0,1 2 0,0-1 0,-27 10 0,10-3 0,0 0 0,-60 5 0,74-11 0,-95 16 0,96-15 0,0 1 0,0 1 0,1 1 0,-20 10 0,-148 72 0,128-65 0,32-14 0,-1 1 0,1 1 0,1 2 0,0 0 0,-24 19 0,-46 56 0,4-3 0,9-26 0,54-42 0,2 1 0,-30 29 0,37-33 0,0 0 0,-24 15 0,-14 12 0,-101 92 0,141-120 0,0 1 0,1 1 0,-13 18 0,-24 26 0,19-28 0,-57 58 0,76-77 0,-25 20 0,-9 8 0,-91 91 0,115-107 0,1 1 0,1 1 0,2 0 0,1 2 0,-21 40 0,5-8-682,-45 59-1,68-104-6143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58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2031 27 24575,'6'-27'0,"-18"34"0,-37 29 0,-40 24 0,64-47 0,-31 11 0,33-15 0,1 1 0,-23 13 0,-23 21 0,41-27 0,-33 15 0,30-17 0,12-6 0,-1-2 0,-1-1 0,-29 7 0,-96 13 0,44-9 0,-58 4 0,87-8 0,4-4 0,35-3 0,17-3 0,-1 1 0,-22 9 0,24-7 0,-1-1 0,-25 5 0,3-3 0,24-4 0,1 0 0,-23 1 0,11-3 0,-94-3 0,105 0 0,0-1 0,0 0 0,-15-5 0,20 4 0,0-1 0,0 0 0,0 0 0,0-1 0,-8-8 0,-24-14 0,-23-6-455,0 2 0,-75-24 0,123 50-6371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59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360 218 24575,'-29'-15'0,"-13"-4"0,-1-3 0,4 2 0,7 3 0,5 2 0,6 1 0,3 4 0,3 0 0,1 2 0,3 0 0,2-1 0,-2 1 0,3-1 0,-1 2 0,-1-1 0,-1-2 0,1 2-8191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5:59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85 24575,'-10'-12'0,"-5"-7"0,-4 0 0,1 3 0,-1 5 0,4 4-8191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3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89 24575,'-50'-77'0,"49"76"0,1 0 0,-1 0 0,1 1 0,-1-1 0,0 0 0,1 1 0,-1-1 0,0 0 0,1 1 0,-1-1 0,0 1 0,0-1 0,1 1 0,-1-1 0,0 1 0,0 0 0,0-1 0,0 1 0,0 0 0,1 0 0,-1-1 0,-2 1 0,3 1 0,-1-1 0,0 0 0,0 1 0,1-1 0,-1 1 0,0-1 0,1 1 0,-1-1 0,1 1 0,-1-1 0,0 1 0,1 0 0,-1-1 0,1 1 0,0 0 0,-1-1 0,1 1 0,0 0 0,-1 1 0,-1 4 0,0-1 0,1 1 0,0 0 0,0 0 0,0 8 0,2 142 0,-1-119 0,-1-56 0,-1-1 0,-1 1 0,-1 0 0,-10-30 0,0 0 0,9 11 0,6 89 0,-1-38 0,0 1 0,1 0 0,0-1 0,1 1 0,1-1 0,6 23 0,32 44 0,-28-59 0,-2 0 0,-1 1 0,8 23 0,-15-31-1365,0-2-5461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4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6 24575,'-9'0'0,"-22"0"0,1 1 0,-45 7 0,58-6-170,0-1-1,0 0 0,-1-1 1,1-1-1,0-1 0,0 0 1,-23-7-1,22 5-6655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5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1 305 24575,'44'-6'0,"-4"1"0,47-12 0,-91 17 0,0 0 0,0 0 0,0 0 0,0 0 0,0 0 0,0-1 0,-1 0 0,1 0 0,0 0 0,-6-3 0,2 1 0,0 0 0,0-1 0,1 0 0,-14-10 0,16 10 0,0-1 0,0 1 0,0-1 0,1 0 0,-1-1 0,1 1 0,0-1 0,1 0 0,0 0 0,-6-12 0,8 14 0,0 1 0,0-1 0,1 0 0,-1 0 0,1 0 0,0 0 0,0 0 0,0 1 0,0-1 0,0 0 0,1 0 0,0 0 0,0 0 0,0 1 0,0-1 0,1 0 0,-1 1 0,1-1 0,0 1 0,4-6 0,1 1 0,0 1 0,0 0 0,1 0 0,-1 0 0,2 1 0,-1 0 0,1 1 0,-1 0 0,2 0 0,-1 1 0,0 0 0,1 1 0,0 0 0,0 0 0,0 1 0,0 0 0,0 1 0,0 0 0,0 1 0,0 0 0,18 2 0,-23-1 0,-1 0 0,0 1 0,1 0 0,-1 0 0,0 0 0,0 0 0,0 0 0,0 1 0,-1 0 0,1-1 0,-1 1 0,0 1 0,1-1 0,-1 0 0,-1 1 0,1 0 0,0 0 0,-1-1 0,0 1 0,0 1 0,0-1 0,0 0 0,-1 0 0,0 1 0,0-1 0,0 1 0,0-1 0,-1 1 0,1-1 0,-1 1 0,-1 6 0,-2 0 0,0 0 0,-1-1 0,0 0 0,-1 0 0,0 0 0,0 0 0,-10 11 0,4-3 0,10-17 0,0 1 0,0-1 0,0 1 0,0-1 0,1 1 0,-1 0 0,0-1 0,1 1 0,-1 0 0,1-1 0,0 1 0,0 0 0,-1 0 0,1 0 0,0-1 0,1 1 0,-1 0 0,0 0 0,0-1 0,1 1 0,-1 0 0,2 2 0,-1-1 0,1-1 0,0 1 0,0-1 0,0 0 0,0 0 0,0 0 0,0 0 0,1 0 0,-1 0 0,1 0 0,-1-1 0,6 3 0,7 3 0,1-1 0,0-1 0,0 0 0,0-1 0,1-1 0,21 2 0,-35-5 14,0 0-1,0 0 0,0 0 0,0 0 1,0 0-1,0-1 0,0 1 1,5-3-1,-6 2-96,-1 0 1,1 1-1,-1-1 1,1 0-1,-1 0 1,1 0-1,-1-1 1,0 1-1,0 0 1,0 0-1,0-1 1,0 1-1,0 0 1,0-1-1,0 1 1,0-1-1,0-1 1,3-8-6744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5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352 112 24575,'-4'-6'0,"-7"-10"0,0 1 0,-1 0 0,0 0 0,-25-21 0,36 35 0,0 0 0,0 0 0,0 0 0,0 1 0,0-1 0,0 1 0,0-1 0,0 0 0,0 1 0,0 0 0,0-1 0,0 1 0,0 0 0,0-1 0,0 1 0,0 0 0,-1 0 0,-1 0 0,2 0 0,1 1 0,-1-1 0,1 1 0,-1-1 0,0 0 0,1 1 0,-1-1 0,1 1 0,-1-1 0,1 1 0,-1 0 0,1-1 0,0 1 0,-1-1 0,1 1 0,0 0 0,-1-1 0,1 1 0,0 0 0,0-1 0,-1 2 0,0 6 0,0-1 0,1 1 0,0 0 0,1 10 0,-1-9 0,2 6 0,0 1 0,0 0 0,2 0 0,0-1 0,0 0 0,2 0 0,0 0 0,0 0 0,2-1 0,0 0 0,0-1 0,18 21 0,-25-33 0,0 1 0,0-1 0,0 0 0,-1 0 0,1 1 0,0-1 0,0 0 0,-1 1 0,1-1 0,-1 1 0,1-1 0,-1 3 0,0-3 0,0 0 0,0-1 0,-1 1 0,1-1 0,0 1 0,0-1 0,-1 1 0,1 0 0,0-1 0,-1 1 0,1-1 0,-1 0 0,1 1 0,-1-1 0,1 1 0,-1-1 0,1 0 0,-1 1 0,1-1 0,-1 0 0,0 1 0,1-1 0,-1 0 0,1 0 0,-1 0 0,0 0 0,1 1 0,-1-1 0,0 0 0,1 0 0,-1 0 0,-1-1 0,-30 3 0,-51-3 0,24-1 0,-55 2-1365,92 0-5461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6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50 24575,'-4'-8'0,"3"4"0,-1 1 0,1-1 0,-1 1 0,1 0 0,-1 0 0,0 0 0,-1 0 0,1 0 0,0 0 0,-1 1 0,0-1 0,-2-2 0,4 5 0,1 0 0,0 0 0,-1 0 0,1 0 0,0 0 0,-1 0 0,1 0 0,0 0 0,-1 0 0,1 0 0,0 1 0,0-1 0,-1 0 0,1 0 0,0 0 0,-1 0 0,1 0 0,0 0 0,0 1 0,-1-1 0,1 0 0,0 0 0,0 0 0,0 1 0,-1-1 0,1 0 0,0 0 0,0 1 0,0-1 0,-1 0 0,1 1 0,0-1 0,0 0 0,0 0 0,0 1 0,0-1 0,0 1 0,-4 15 0,3-11 0,-5 18 0,-2 24 0,2-8 0,2-17-341,-1-1 0,0 0-1,-15 33 1,15-43-6485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15 24575,'-14'0'0,"-11"-2"0,-5-2 0,-3 1 0,-2 1 0,-2 0 0,2 1 0,2 0 0,1 1 0,1 0 0,4 0 0,4 0 0,0 3 0,3 0 0,1 3 0,2 0 0,4 1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8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1 120 24575,'1'-8'0,"0"-1"0,1 1 0,0 0 0,1 0 0,0 0 0,0 0 0,0 0 0,7-9 0,-8 14 0,0 0 0,0 1 0,1-1 0,-1 0 0,1 1 0,0-1 0,0 1 0,0 0 0,0 0 0,0 0 0,0 0 0,0 1 0,1-1 0,-1 1 0,1 0 0,-1 0 0,1 0 0,-1 0 0,1 1 0,0-1 0,4 1 0,1 1 0,0 0 0,0 0 0,0 1 0,0 0 0,0 0 0,-1 1 0,1 0 0,-1 1 0,0 0 0,0 0 0,0 1 0,-1 0 0,1 0 0,-1 1 0,0 0 0,10 12 0,-16-16 0,0 0 0,1 1 0,-1-1 0,0 1 0,0-1 0,0 1 0,-1-1 0,1 1 0,-1-1 0,1 1 0,-1 0 0,0-1 0,0 1 0,0 0 0,0-1 0,-1 1 0,1 0 0,-1-1 0,1 1 0,-1 0 0,0-1 0,-2 5 0,-3 5 0,-1-1 0,0 1 0,-12 14 0,11-15 0,-19 25 0,11-17 0,-21 36 0,36-53 0,1-1 0,-1 0 0,0 0 0,1 1 0,-1-1 0,0 0 0,1 1 0,0-1 0,-1 0 0,1 1 0,0-1 0,0 1 0,-1-1 0,1 1 0,0-1 0,1 1 0,-1-1 0,0 1 0,0-1 0,1 0 0,-1 1 0,0-1 0,1 0 0,0 1 0,-1-1 0,1 0 0,0 1 0,-1-1 0,1 0 0,0 0 0,0 0 0,0 0 0,0 0 0,0 0 0,0 0 0,1 0 0,-1 0 0,0 0 0,0-1 0,3 2 0,1 0 0,1 0 0,0 0 0,-1 0 0,1 0 0,0-1 0,0 0 0,0-1 0,9 1 0,31-2 0,80-14 0,-88 5-1365,-28 8-5461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9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0 259 24575,'116'8'0,"10"-1"0,-161-21 0,22 9 0,1 0 0,-1-1 0,1 0 0,1-1 0,-1 0 0,1-1 0,-11-10 0,17 13 0,0 0 0,1 1 0,0-1 0,0-1 0,0 1 0,1-1 0,-5-8 0,7 10 0,-1 1 0,1-1 0,0 0 0,0 0 0,1 0 0,-1 0 0,1 0 0,0 0 0,0 0 0,0 0 0,0 0 0,2-8 0,-1 8 0,1-1 0,-1 1 0,1 0 0,0 1 0,0-1 0,0 0 0,1 0 0,-1 1 0,1-1 0,0 1 0,0 0 0,0 0 0,0 0 0,1 0 0,-1 1 0,1-1 0,0 1 0,-1 0 0,1 0 0,0 0 0,0 1 0,5-2 0,8-2 0,1 1 0,0 1 0,34-2 0,-37 4 0,-1 1 0,1 1 0,0 0 0,-1 1 0,1 1 0,-1 0 0,0 1 0,24 10 0,-36-14 0,0 1 0,-1 0 0,1 0 0,-1 0 0,1 0 0,0 0 0,-1 0 0,0 0 0,1 1 0,-1-1 0,0 0 0,1 1 0,-1-1 0,0 1 0,0-1 0,0 1 0,-1 0 0,1-1 0,0 1 0,0 0 0,-1 0 0,1 0 0,-1-1 0,1 4 0,-2-2 0,1 1 0,0-1 0,-1 0 0,1 0 0,-1 0 0,0 0 0,0 1 0,0-1 0,-1 0 0,1-1 0,-1 1 0,1 0 0,-4 4 0,-21 24 0,-7 10 0,30-37 0,0 1 0,1-1 0,-1 1 0,1 0 0,0-1 0,1 1 0,-3 10 0,4-12 0,0-1 0,0 1 0,0 0 0,0-1 0,1 1 0,-1-1 0,1 1 0,0-1 0,0 1 0,0-1 0,0 1 0,0-1 0,0 0 0,0 0 0,1 1 0,-1-1 0,1 0 0,0 0 0,0 0 0,0-1 0,0 1 0,0 0 0,0-1 0,4 3 0,6 3 0,0 0 0,0-1 0,18 6 0,-28-12 0,14 6-170,1-1-1,0-1 0,0 0 1,0-1-1,1-1 0,-1-1 1,21 0-1,-26-1-6655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6:49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28 24575,'-7'-4'0,"-27"-14"0,31 17 0,1 0 0,0 0 0,-1 1 0,1-1 0,-1 0 0,1 1 0,-1 0 0,1-1 0,-1 1 0,1 0 0,-1 0 0,-2 1 0,5-1 0,-1 0 0,1 0 0,0 0 0,-1 0 0,1 1 0,0-1 0,-1 0 0,1 0 0,-1 0 0,1 1 0,0-1 0,0 0 0,-1 0 0,1 1 0,0-1 0,-1 0 0,1 1 0,0-1 0,0 0 0,0 1 0,-1-1 0,1 0 0,0 1 0,0-1 0,0 0 0,0 1 0,0-1 0,-1 1 0,1 0 0,4 13 0,12 12 0,2-6 0,36 34 0,-37-39 0,-1 1 0,0 0 0,18 27 0,-33-42 0,-1-1 0,1 1 0,-1 0 0,1-1 0,-1 1 0,1 0 0,-1 0 0,0-1 0,0 1 0,1 0 0,-1 0 0,0 0 0,0-1 0,0 1 0,0 0 0,0 0 0,0 0 0,0-1 0,0 1 0,0 0 0,0 0 0,-1 0 0,1 0 0,-1 0 0,0 0 0,1 0 0,-1 0 0,0 0 0,0 0 0,0 0 0,0 0 0,0-1 0,0 1 0,0 0 0,0-1 0,0 1 0,-2 0 0,-5 2 0,1-1 0,-1 0 0,-14 1 0,19-3 0,-170 14-601,151-12-163,-5 0-6062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0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298 114 24575,'89'22'0,"-202"-64"0,52 17 0,-133-39-1365,175 60-5461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0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16 24575,'-1'-1'0,"0"0"0,0-1 0,0 1 0,0 0 0,0 0 0,0-1 0,0 1 0,-1 0 0,1 0 0,0 0 0,-1 0 0,-1 0 0,3 1 0,0 0 0,0 0 0,-1 0 0,1 0 0,0 0 0,-1 0 0,1 0 0,0 0 0,0 0 0,-1 0 0,1 0 0,0 0 0,-1 0 0,1 0 0,0 0 0,0 0 0,-1 0 0,1 0 0,0 1 0,0-1 0,-1 0 0,1 0 0,0 0 0,0 0 0,-1 1 0,-3 12 0,2-3 0,2 1 0,-1 0 0,2 0 0,-1 0 0,1-1 0,3 13 0,21 64 0,-2-9 0,3 33 0,-26-111-64,2 13 256,-3-13-213,1 0 0,0-1-1,0 1 1,0 0 0,0 0-1,0 0 1,0 0 0,0 0-1,0-1 1,0 1 0,0 0-1,0 0 1,0 0 0,-1 0-1,1 0 1,0 0 0,0 0-1,0 0 1,0 0 0,0-1-1,0 1 1,0 0 0,-1 0-1,1 0 1,0 0 0,0 0-1,0 0 1,0 0 0,0 0-1,-1 0 1,1 0 0,0 0-1,0 0 1,0 0 0,0 0-1,0 0 1,-1 0 0,1 0-1,0 0 1,0 0 0,0 0-1,0 0 1,0 1 0,-1-1-1,1 0 1,0 0 0,0 0-1,0 0 1,0 0 0,0 0-1,0 0 1,0 0 0,0 1-1,-1-1 1,1 0 0,0 0-1,0 0 1,0 0 0,0 0-1,0 0 1,0 1 0,0-1-1,0 0 1,0 0 0,0 0-1,0 0 1,0 0 0,0 1-1,0-1 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629 31 24575,'0'0'0,"1"0"0,-1 0 0,0 0 0,0 0 0,0 0 0,0 0 0,0-1 0,1 1 0,-1 0 0,0 0 0,0 0 0,0-1 0,0 1 0,0 0 0,0 0 0,0 0 0,0-1 0,1 1 0,-1 0 0,0 0 0,0 0 0,0-1 0,0 1 0,0 0 0,0 0 0,0-1 0,0 1 0,0 0 0,-1 0 0,1 0 0,0-1 0,0 1 0,0 0 0,0 0 0,0-1 0,-8-3 0,-13 1 0,21 3 0,-169 0 0,4 0 0,104-7 0,-17-1 0,59 8-118,-2-1-298,0 1 1,-31 4-1,36-1-6410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43 142 24575,'-19'-57'0,"12"39"0,1 0 0,-3-19 0,8 26 0,6 18 0,5 19 0,17 59 0,26 145 0,-47-196 0,-2-14 0,2 24 0,-6-42-114,1-1 1,-1 0-1,0 1 0,-1-1 0,1 0 1,0 0-1,0 1 0,0-1 0,-1 0 1,1 0-1,-1 3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24575,'29'3'0,"13"0"0,1 0 0,-4 0 0,-6-2 0,-7-2 0,-7-4 0,-5-1 0,-4-2 0,-5-2 0,-2 0-8191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24575,'24'63'0,"-5"-18"0,21 85 0,4 29-181,-32-116-1003,-9-33-5642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6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24575,'13'-6'0,"0"1"0,0 0 0,1 0 0,0 1 0,0 1 0,0 0 0,15 0 0,-22 2 0,0 1 0,0 0 0,0 0 0,-1 1 0,1 0 0,0 0 0,0 1 0,-1-1 0,1 2 0,-1-1 0,1 1 0,-1 0 0,0 0 0,0 0 0,0 1 0,9 8 0,-13-11 0,-1 1 0,1 0 0,0 0 0,-1 0 0,0 0 0,1 0 0,-1 0 0,0 0 0,0 0 0,0 1 0,-1-1 0,1 0 0,0 1 0,-1-1 0,1 4 0,-1-2 0,0 1 0,0-1 0,-1 0 0,0 0 0,1 0 0,-1 0 0,-1 1 0,-1 3 0,-3 5 0,0-1 0,-1 0 0,0-1 0,-13 15 0,15-19 0,0 0 0,1 0 0,-1 0 0,2 0 0,-1 1 0,-3 9 0,6-13 0,0-1 0,0 1 0,0 0 0,1 0 0,-1 0 0,1 0 0,0 0 0,0 0 0,1 0 0,-1-1 0,1 1 0,0 0 0,0 0 0,0 0 0,2 4 0,-2-6 0,1 0 0,-1 0 0,1-1 0,-1 1 0,1 0 0,0-1 0,0 0 0,-1 1 0,1-1 0,0 0 0,0 0 0,0 0 0,0 0 0,1 0 0,-1-1 0,0 1 0,0 0 0,0-1 0,1 0 0,1 1 0,1-1 0,0 1 0,-1-1 0,1 0 0,-1-1 0,1 1 0,0-1 0,-1 0 0,1 0 0,4-1 0,-8 1-91,0 1 0,0-1 0,0 0 0,0 1 0,0-1 0,0 0 0,0 0 0,0 0 0,0 0 0,0 0 0,0 0 0,0 0 0,-1 0 0,2-2 0,2-6-6735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24575,'17'-7'0,"11"-3"0,3 1 0,-2 1 0,-2 3 0,-5 1 0,-2 3 0,-3 0 0,-2 1 0,-1-2 0,0-1 0,0 0 0,-3-1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7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18 24575,'1'-1'0,"-1"0"0,0 0 0,0 0 0,1 0 0,-1 0 0,1 1 0,-1-1 0,1 0 0,-1 0 0,1 0 0,-1 1 0,1-1 0,0 0 0,-1 0 0,1 1 0,0-1 0,0 1 0,0-1 0,-1 1 0,1-1 0,0 1 0,0-1 0,0 1 0,1-1 0,0 1 0,-1 0 0,1 0 0,-1 0 0,1 1 0,-1-1 0,0 0 0,1 1 0,-1-1 0,1 1 0,-1-1 0,0 1 0,1 0 0,-1-1 0,2 2 0,3 3 0,0 0 0,-1 0 0,0 0 0,1 1 0,4 7 0,-4-5 0,0 1 0,0 1 0,0-1 0,-1 1 0,-1 0 0,0 0 0,0 0 0,3 17 0,-7-25 0,0-1 0,1 1 0,-1 0 0,0 0 0,0 0 0,0 0 0,-1-1 0,1 1 0,0 0 0,-1 0 0,1 0 0,-1-1 0,0 1 0,1 0 0,-1-1 0,0 1 0,0 0 0,0-1 0,-2 3 0,1-2 0,-1 0 0,1 0 0,0-1 0,-1 1 0,1-1 0,-1 1 0,0-1 0,1 0 0,-1 0 0,0 0 0,-4 0 0,-1 1 0,-1-1 0,1-1 0,-1 1 0,1-1 0,-1-1 0,1 0 0,-15-3 0,5 0 0,1-1 0,-1-1 0,1 0 0,0-2 0,0 0 0,-18-12 0,33 19 0,0 0 0,0-1 0,0 1 0,1-1 0,-1 0 0,0 0 0,1 1 0,-1-1 0,1 0 0,-1 0 0,1 0 0,0 0 0,0-1 0,0 1 0,0 0 0,0 0 0,1-1 0,-1 1 0,1 0 0,-1-1 0,1 1 0,0-1 0,0 1 0,0 0 0,0-1 0,1-3 0,0 3 0,1 0 0,-1 0 0,0 0 0,1 0 0,-1 1 0,1-1 0,0 0 0,0 1 0,0 0 0,0-1 0,0 1 0,1 0 0,-1 0 0,1 0 0,-1 1 0,1-1 0,0 1 0,0-1 0,-1 1 0,5-1 0,0 0-227,1 0-1,-1 0 1,1 1-1,0 1 1,14-1-1,-9 2-6598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7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24575,'0'-1'0,"-1"1"0,1 0 0,0-1 0,0 1 0,0 0 0,0-1 0,0 1 0,0 0 0,0-1 0,0 1 0,-1 0 0,1 0 0,0-1 0,0 1 0,0 0 0,-1-1 0,1 1 0,0 0 0,-1 0 0,1 0 0,0-1 0,0 1 0,-1 0 0,1 0 0,0 0 0,-1 0 0,1-1 0,0 1 0,-1 0 0,1 0 0,0 0 0,-1 0 0,1 0 0,-1 0 0,-3 12 0,2 19 0,4-15 0,0 0 0,1 0 0,1-1 0,1 1 0,0-1 0,1 1 0,0-2 0,1 1 0,11 15 0,-17-29-92,4 9 316,-5-10-266,0 0 1,0 1-1,0-1 1,0 0-1,1 0 0,-1 1 1,0-1-1,0 0 1,0 0-1,0 1 0,0-1 1,0 0-1,0 0 1,0 1-1,0-1 1,0 0-1,0 0 0,0 1 1,0-1-1,0 0 1,0 1-1,-1-1 1,1 0-1,0 0 0,0 0 1,0 1-1,0-1 1,0 0-1,0 0 0,-1 1 1,1-1-1,0 0 1,0 0-1,0 0 1,-1 1-1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24575,'24'-2'0,"11"-1"0,2 0 0,-3 0 0,-5 1 0,-4-1 0,-5-1 0,-3 0 0,-2 0 0,-3-4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24575,'2'8'0,"1"7"0,1 3 0,-2 1 0,0 1 0,1-2 0,1-1 0,0 1 0,1 1 0,0-1 0,1-1 0,0-1 0,-1-1 0,1 0 0,0-1 0,1 1 0,-1-1 0,-1-2-8191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 24575,'1'-16'0,"-1"7"0,-1 19 0,-4 13 0,0 0 0,-2 0 0,0-1 0,-20 41 0,14-34 0,-18 58 0,29-79 0,0 0 0,1 0 0,0 0 0,0 0 0,1 0 0,0 0 0,2 12 0,-1-15 0,0 0 0,0 0 0,1 0 0,0 1 0,0-1 0,1-1 0,-1 1 0,1 0 0,0-1 0,0 1 0,7 6 0,13 11 0,1-2 0,45 30 0,-46-34 0,8 3-1365,-18-13-5461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24575,'19'50'0,"20"45"0,6 12 0,37 65 0,-78-165 0,-1 0 0,-1 0 0,1 0 0,2 15 0,-5-21 0,0 1 0,0-1 0,1 0 0,-1 0 0,0 0 0,0 0 0,0 0 0,0 0 0,-1 0 0,1 1 0,0-1 0,0 0 0,-1 0 0,1 0 0,0 0 0,-1 0 0,1 0 0,-1 0 0,0 0 0,1 0 0,-1 0 0,0 0 0,1-1 0,-1 1 0,0 0 0,0 0 0,0-1 0,0 1 0,0 0 0,0-1 0,0 1 0,0-1 0,0 1 0,0-1 0,0 0 0,0 1 0,0-1 0,0 0 0,0 0 0,0 0 0,0 0 0,-2 0 0,-1 0 0,0 0 0,0-1 0,0 1 0,0-1 0,0 0 0,1 0 0,-1-1 0,-5-2 0,-31-18 0,22 11 0,9 6 14,1-1-1,-1 0 0,1 0 0,0 0 1,1-1-1,0 0 0,0-1 1,-10-13-1,14 16-100,0 0-1,0 0 1,0-1 0,1 1-1,0 0 1,0-1 0,0 1-1,1-1 1,0 0-1,0 1 1,0-1 0,1 0-1,0 0 1,0 0 0,0 1-1,2-11 1,1 4-6739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19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24575,'-2'-2'0,"-1"1"0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2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0 422 24575,'20'0'0,"11"-1"0,0 2 0,47 8 0,-61-7 0,32 2 0,-80-18 0,21 9 0,-1 0 0,1 0 0,1-1 0,-1 0 0,1-1 0,0 0 0,-13-14 0,16 15 0,2 0 0,-1 0 0,1-1 0,-1 0 0,2 0 0,-1 0 0,1 0 0,0 0 0,1-1 0,0 1 0,0-1 0,-1-7 0,2 8 0,1 0 0,0 0 0,0 0 0,0 0 0,1 0 0,0 1 0,1-1 0,3-13 0,3 2 0,16-31 0,-5 11 0,-17 33 0,0 0 0,1 0 0,0 0 0,0 0 0,0 1 0,1-1 0,-1 1 0,1 0 0,0 0 0,1 0 0,-1 0 0,0 1 0,1-1 0,0 1 0,0 0 0,0 1 0,0-1 0,0 1 0,1 0 0,-1 1 0,1-1 0,-1 1 0,1 0 0,-1 0 0,1 1 0,9 0 0,-5 0 0,-1 1 0,0 0 0,0 1 0,0 0 0,0 0 0,0 1 0,0 0 0,0 1 0,-1-1 0,0 2 0,1-1 0,-2 1 0,11 8 0,-14-10 0,0 1 0,-1-1 0,0 1 0,1-1 0,-1 1 0,0 0 0,-1 0 0,1 0 0,-1 1 0,0-1 0,0 1 0,0-1 0,-1 1 0,1 0 0,-1-1 0,0 1 0,0 0 0,-1 0 0,0 0 0,0 0 0,0 0 0,0-1 0,-1 1 0,1 0 0,-1 0 0,-1 0 0,-1 4 0,1-3 0,-1-1 0,0 0 0,0 0 0,0 0 0,-1-1 0,1 1 0,-1-1 0,0 0 0,-9 7 0,6-5 0,0 1 0,-8 10 0,14-16 0,0 0 0,0 0 0,0 0 0,1 0 0,-1 0 0,0 0 0,1 0 0,-1 1 0,1-1 0,0 0 0,-1 0 0,1 1 0,0-1 0,0 0 0,-1 0 0,1 1 0,0-1 0,0 0 0,0 0 0,1 1 0,-1-1 0,0 0 0,1 3 0,0-2 0,0-1 0,1 1 0,-1 0 0,0-1 0,1 1 0,-1-1 0,1 1 0,-1-1 0,1 0 0,0 0 0,0 0 0,-1 0 0,4 1 0,5 3 0,1-2 0,-1 1 0,1-2 0,15 3 0,110 9 0,-107-11-1365,-16-2-5461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7:2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24575,'19'6'0,"0"0"0,-1 1 0,0 1 0,0 0 0,0 2 0,18 13 0,-24-14 0,1 1 0,-2 0 0,0 1 0,0 1 0,-1-1 0,0 2 0,-1-1 0,10 19 0,-5-3 0,-1 0 0,-1 0 0,-2 1 0,10 44 0,-15-49 0,-1 1 0,-1 0 0,-1 0 0,-1 0 0,-5 48 0,2-61-85,-1-1 0,0 1-1,0-1 1,-1 0 0,0-1-1,-1 1 1,-1-1 0,0 0-1,0 0 1,-1 0 0,0-1-1,0 0 1,-1 0 0,0-1-1,-11 8 1,-1 0-6741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36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24575,'1'-12'0,"-1"13"0,1 22 0,0-10 0,2 58 0,-3-27 0,3-1 0,15 79 0,-16-137 0,-1-11 0,-4-16 0,-1-1 0,-16-63 0,19 104 0,1-1 0,-1 0 0,0 0 0,0 0 0,0 0 0,0 0 0,0 0 0,0 0 0,-3-3 0,4 6 0,0 0 0,0 0 0,-1 0 0,1 0 0,0 0 0,0 0 0,0 0 0,0 0 0,0 0 0,-1 0 0,1 0 0,0 0 0,0 0 0,0 0 0,0 0 0,0 0 0,0 0 0,-1 0 0,1 0 0,0 0 0,0 0 0,0 0 0,0 0 0,0 0 0,0 0 0,-1 0 0,1 1 0,0-1 0,0 0 0,0 0 0,0 0 0,0 0 0,0 0 0,0 0 0,0 1 0,0-1 0,0 0 0,0 0 0,0 0 0,0 0 0,0 0 0,0 0 0,0 1 0,0-1 0,0 0 0,0 0 0,0 0 0,0 0 0,0 0 0,0 1 0,0-1 0,0 0 0,0 0 0,-1 10 0,1 2 0,0 0 0,2 1 0,3 17 0,2 20 0,-6 38-1365,-1-75-5461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37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24575,'7'81'0,"-1"-18"0,10 132 0,-1-6 0,-9-101 0,3 61 0,-1-34-1365,-5-94-5461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37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24575,'-3'15'0,"-20"110"0,22-112 0,1 0 0,-1 0 0,2 0 0,0 0 0,1 0 0,0 0 0,6 20 0,1-8 0,-4-11 0,7 24 0,-13-35 34,-1-5-1433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0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1 276 24575,'55'1'0,"63"-2"0,-117 1 0,0 0 0,0 0 0,0 0 0,-1 0 0,1-1 0,0 1 0,0 0 0,0 0 0,-1 0 0,1-1 0,0 1 0,0 0 0,-1-1 0,1 1 0,0-1 0,-1 1 0,1-1 0,0 1 0,-1-1 0,2 0 0,-2 0 0,0 1 0,0-1 0,0 1 0,0-1 0,0 1 0,0-1 0,0 0 0,0 1 0,0-1 0,0 1 0,0-1 0,-1 1 0,1-1 0,0 1 0,0-1 0,0 1 0,-1-1 0,1 1 0,0-1 0,-1 1 0,1-1 0,-1 0 0,-4-4 0,0 0 0,0 0 0,-10-6 0,10 7 0,2 2 0,0-1 0,0 1 0,0-1 0,0 1 0,1-1 0,0 0 0,-1 0 0,1 0 0,0 0 0,0 0 0,0-1 0,1 1 0,-1-1 0,1 1 0,0-1 0,0 1 0,0-1 0,0 0 0,1 1 0,0-1 0,-1 0 0,2-6 0,-1 4 0,1 1 0,-1-1 0,1 0 0,1 1 0,-1-1 0,1 1 0,0-1 0,0 1 0,1 0 0,0 0 0,0 0 0,0 0 0,0 0 0,1 1 0,-1-1 0,1 1 0,0 0 0,1 0 0,-1 0 0,1 1 0,0 0 0,0 0 0,6-3 0,-1 1 0,0 0 0,1 1 0,-1 0 0,1 1 0,0 0 0,0 1 0,1 0 0,-1 0 0,0 2 0,0-1 0,13 2 0,-21-1 0,-1 0 0,1 1 0,-1-1 0,0 1 0,1-1 0,-1 1 0,0 0 0,0-1 0,1 1 0,-1 1 0,0-1 0,0 0 0,0 0 0,0 1 0,0-1 0,0 1 0,-1 0 0,1-1 0,0 1 0,-1 0 0,0 0 0,1 0 0,-1 0 0,0 0 0,0 0 0,0 0 0,0 1 0,0-1 0,-1 0 0,1 1 0,-1-1 0,1 0 0,-1 1 0,0-1 0,0 1 0,0-1 0,0 0 0,0 1 0,-1-1 0,1 0 0,-1 1 0,1-1 0,-3 4 0,-31 75 0,31-71 0,1-5 0,1-1 0,0 1 0,-1 0 0,2-1 0,-2 6 0,2-7 0,0-1 0,1 0 0,-1 0 0,0 0 0,1 0 0,-1 0 0,1-1 0,0 1 0,0 0 0,0 0 0,0 0 0,0 0 0,0-1 0,0 1 0,3 2 0,1 2 11,0-1 0,1 0 0,0 0 0,0 0 0,1-1 0,-1 0-1,1 0 1,0-1 0,0 0 0,8 3 0,-12-5-62,-1 0 0,1 0-1,0 0 1,0-1 0,0 1 0,0-1 0,-1 0-1,1 0 1,0 0 0,0 0 0,0 0 0,0-1-1,0 1 1,0-1 0,-1 0 0,1 0-1,0 0 1,0 0 0,-1 0 0,1-1 0,-1 1-1,1-1 1,-1 1 0,0-1 0,1 0 0,-1 0-1,0 0 1,3-5 0,2-4-6775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0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34 24575,'-3'-4'0,"0"0"0,-1 0 0,0 0 0,0 0 0,-7-5 0,10 9 0,1-1 0,-1 1 0,1 0 0,-1-1 0,0 1 0,1-1 0,-1 1 0,0 0 0,1 0 0,-1-1 0,0 1 0,1 0 0,-1 0 0,0 0 0,1 0 0,-1 0 0,0 0 0,0 0 0,1 0 0,-1 0 0,0 0 0,1 0 0,-1 0 0,0 1 0,1-1 0,-1 0 0,0 0 0,1 1 0,-1-1 0,0 0 0,1 1 0,-1-1 0,1 1 0,-1-1 0,1 1 0,-1-1 0,1 1 0,-1-1 0,1 1 0,-1-1 0,1 1 0,0 0 0,-1-1 0,1 1 0,0 0 0,0-1 0,0 1 0,-1 0 0,1-1 0,0 1 0,0 0 0,0 1 0,-2 8 0,1 0 0,0 0 0,1 0 0,0 0 0,0 0 0,1 0 0,4 17 0,-1-8 0,2-1 0,0 0 0,10 21 0,-11-29 0,-3-7 0,0 0 0,-1 1 0,1-1 0,-1 1 0,0-1 0,2 7 0,-3-10 0,0 1 0,0 0 0,0-1 0,0 1 0,0-1 0,0 1 0,0-1 0,-1 1 0,1 0 0,0-1 0,0 1 0,0-1 0,-1 1 0,1-1 0,0 1 0,0-1 0,-1 1 0,1-1 0,-1 1 0,0 0 0,0 0 0,0-1 0,0 1 0,0-1 0,0 1 0,0-1 0,0 0 0,0 1 0,-1-1 0,1 0 0,0 0 0,0 0 0,-2 0 0,-9 0-91,0-1 0,0-1 0,-23-6 0,22 4-910,-6 0-5825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0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388 10 24575,'-27'-3'0,"-12"0"0,-1 0 0,2 3 0,3 1 0,7 1 0,5 2 0,1 1 0,3 0 0,1-2 0,2-1 0,-2-1 0,0 0 0,1-1 0,1 0 0,2 0-8191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1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24575,'18'0'0,"0"1"0,0 0 0,-1 1 0,1 1 0,17 6 0,-30-8 0,1 1 0,-1 1 0,0-1 0,0 1 0,0 0 0,0 0 0,0 0 0,6 7 0,-9-8 0,1 1 0,-1 0 0,1 0 0,-1 1 0,0-1 0,0 0 0,-1 1 0,1-1 0,-1 1 0,1-1 0,-1 1 0,0 0 0,-1-1 0,1 5 0,0-5 0,-1 0 0,0 0 0,0 0 0,-1-1 0,1 1 0,-1 0 0,1 0 0,-1-1 0,0 1 0,0-1 0,0 1 0,0 0 0,-3 3 0,-1 1 0,0 0 0,-12 12 0,-5 6 0,21-24 0,1-1 0,0 0 0,0 0 0,0 1 0,-1-1 0,1 0 0,0 0 0,0 1 0,0-1 0,0 0 0,0 1 0,0-1 0,0 0 0,0 1 0,0-1 0,0 0 0,0 1 0,0-1 0,0 0 0,0 1 0,0-1 0,0 0 0,0 1 0,0-1 0,0 0 0,0 1 0,0-1 0,1 0 0,-1 1 0,11 6 0,19-1 0,-25-5 0,149 30-1365,-138-28-5461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7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7 148 24575,'0'0'0,"0"0"0,0 0 0,-1 0 0,1 0 0,0 0 0,0 0 0,0 0 0,-1 0 0,1 0 0,0 0 0,0 0 0,0 0 0,-1 0 0,1 0 0,0 0 0,0 0 0,0 0 0,-1 0 0,1 0 0,0 0 0,0 0 0,0-1 0,0 1 0,-1 0 0,1 0 0,0 0 0,0 0 0,0-1 0,0 1 0,0 0 0,0 0 0,-1 0 0,1 0 0,0-1 0,0 1 0,0 0 0,0 0 0,0 0 0,0-1 0,0 1 0,0 0 0,5-11 0,11-6 0,-8 10-8,1 1 1,0 0-1,0 1 0,0 0 0,1 0 0,15-4 1,64-15 195,-69 20-488,1-1 0,0-1 0,-1 0 1,29-15-1,-38 14-6526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8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 24575,'-22'0'0,"-10"0"0,-1 0 0,1 0 0,5 0 0,4 0 0,3 0 0,3 0 0,2 0 0,1 0 0,0 0 0,1 0 0,-1 0 0,0 0 0,2 0-8191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8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24575,'13'-10'0,"1"1"0,0 1 0,0 0 0,1 1 0,0 0 0,17-4 0,-27 9 0,0 1 0,0 0 0,1 0 0,-1 0 0,1 1 0,-1 0 0,0 0 0,1 0 0,-1 1 0,0-1 0,1 1 0,-1 1 0,0-1 0,0 1 0,0 0 0,0 0 0,0 0 0,0 1 0,0-1 0,-1 1 0,1 1 0,4 3 0,-8-5 0,1-1 0,-1 0 0,1 1 0,-1-1 0,0 1 0,1-1 0,-1 1 0,0 0 0,0-1 0,0 1 0,-1 0 0,1 0 0,0 0 0,-1-1 0,1 1 0,-1 0 0,1 0 0,-1 0 0,0 0 0,0 0 0,0 0 0,0 0 0,0 0 0,0 0 0,-1 0 0,0 3 0,-1-1 0,0-1 0,0 1 0,0-1 0,0 0 0,0 0 0,-1 0 0,1 0 0,-1 0 0,0 0 0,0-1 0,0 1 0,-5 2 0,-10 6 0,12-8 0,-1 0 0,1 1 0,1 0 0,-1 0 0,0 1 0,-5 5 0,10-8 0,1-1 0,-1 0 0,0 0 0,0 1 0,1-1 0,-1 0 0,0 1 0,1-1 0,0 1 0,-1-1 0,1 0 0,0 1 0,0-1 0,-1 1 0,1-1 0,1 1 0,-1-1 0,0 1 0,0-1 0,0 1 0,1-1 0,-1 1 0,1-1 0,-1 0 0,1 1 0,-1-1 0,1 0 0,0 1 0,0-1 0,0 0 0,0 0 0,0 0 0,0 0 0,0 0 0,1 1 0,8 8 0,0-2 0,1 0 0,0 0 0,1-1 0,-1 0 0,17 7 0,-15-9 0,-1 2 0,1-1 0,-2 2 0,1-1 0,-1 2 0,10 9 0,-17-14 0,-1-1 0,1 1 0,-1 0 0,-1 0 0,1 1 0,0-1 0,2 7 0,-4-9 0,-1-1 0,0 1 0,1-1 0,-1 1 0,0-1 0,0 1 0,0 0 0,0-1 0,0 1 0,0-1 0,0 1 0,0-1 0,-1 1 0,1-1 0,-1 1 0,1-1 0,-1 1 0,1-1 0,-1 0 0,0 1 0,0-1 0,0 0 0,0 1 0,0-1 0,0 0 0,0 0 0,0 0 0,-2 1 0,-5 4 0,0 0 0,0-1 0,-1 0 0,1-1 0,-1 0 0,-12 4 0,-57 13 0,54-17-1365,12-3-5461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9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24575,'-5'3'0,"-1"3"0,-3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49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97 24575,'-10'-10'0,"-47"-42"0,52 47 0,-1 1 0,0 0 0,0 1 0,0-1 0,0 1 0,0 0 0,-1 1 0,-11-4 0,17 6 0,-1 0 0,0-1 0,0 1 0,1 0 0,-1 0 0,0 0 0,0 0 0,0 1 0,1-1 0,-1 0 0,0 1 0,1-1 0,-1 1 0,0-1 0,1 1 0,-1 0 0,1 0 0,-1 0 0,1 0 0,-3 1 0,2 0 0,0 1 0,1-1 0,-1 0 0,0 1 0,1-1 0,-1 1 0,1-1 0,0 1 0,0 0 0,0 0 0,-1 4 0,1 1 0,0 1 0,0-1 0,1 1 0,0 0 0,0 0 0,1-1 0,2 13 0,-2-15 0,1 0 0,0 0 0,0 0 0,0 0 0,0 0 0,1-1 0,0 0 0,0 1 0,1-1 0,0 0 0,0 0 0,0-1 0,0 1 0,0-1 0,1 0 0,0 0 0,0-1 0,0 1 0,1-1 0,-1 0 0,1 0 0,-1-1 0,1 0 0,0 0 0,0 0 0,0-1 0,0 0 0,0 0 0,0 0 0,9-1 0,-12 0 0,0 0 0,-1-1 0,1 0 0,-1 1 0,1-1 0,-1 0 0,1 0 0,-1-1 0,0 1 0,1 0 0,-1-1 0,0 1 0,0-1 0,0 0 0,0 0 0,0 0 0,-1 0 0,1 0 0,0 0 0,-1 0 0,0 0 0,1-1 0,-1 1 0,0-1 0,0 1 0,0-1 0,-1 1 0,1-4 0,1-3 0,0 0 0,-1 0 0,0 0 0,0 0 0,-1-1 0,-2-15 0,-3 10 0,1 13 0,1 9 0,1 6 0,0 0 0,2 0 0,-1 0 0,2 0 0,-1 0 0,2 0 0,5 24 0,32 89 0,-32-109 0,2 4 0,7 20 0,-16-39 0,1 0 0,0 1 0,-1-1 0,0 0 0,1 0 0,-1 0 0,0 0 0,0 1 0,-1-1 0,1 0 0,0 0 0,-1 0 0,1 0 0,-1 0 0,-1 3 0,1-3 0,0-1 0,0 1 0,0-1 0,0 0 0,-1 0 0,1 1 0,-1-1 0,1 0 0,-1 0 0,1-1 0,-1 1 0,0 0 0,1 0 0,-1-1 0,0 1 0,0-1 0,1 1 0,-1-1 0,-2 0 0,-6 1 0,0-1 0,-13 0 0,11-1 0,-97-1-1365,91 1-5461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50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139 353 24575,'-5'0'0,"-57"-5"0,56 5 0,1 0 0,-1 1 0,1-1 0,-1 1 0,1 0 0,-1 1 0,1-1 0,-10 5 0,15-6 0,-1 1 0,0-1 0,1 0 0,-1 0 0,0 1 0,1-1 0,-1 0 0,0 1 0,1-1 0,-1 1 0,1-1 0,-1 1 0,1-1 0,-1 1 0,1-1 0,0 1 0,-1-1 0,1 1 0,-1-1 0,1 1 0,0 0 0,0-1 0,-1 1 0,1 0 0,0-1 0,0 1 0,0 0 0,0-1 0,0 1 0,0 0 0,0 0 0,0-1 0,0 1 0,0 0 0,0-1 0,0 1 0,0 0 0,1-1 0,-1 1 0,0 0 0,0-1 0,1 1 0,-1 0 0,0-1 0,1 1 0,-1-1 0,1 1 0,-1-1 0,1 1 0,-1-1 0,1 1 0,-1-1 0,1 1 0,0-1 0,3 3 0,-1-1 0,1 1 0,0-1 0,0 0 0,0 0 0,0-1 0,6 3 0,-6-4 0,-1 1 0,1-1 0,0 0 0,0 0 0,-1 0 0,1 0 0,0 0 0,0-1 0,-1 0 0,1 0 0,-1 0 0,1 0 0,0 0 0,-1-1 0,0 0 0,1 1 0,-1-1 0,0-1 0,0 1 0,0 0 0,0-1 0,-1 1 0,1-1 0,2-4 0,0 2 0,-1-1 0,0 0 0,-1 0 0,0-1 0,0 1 0,0-1 0,0 0 0,-1 1 0,0-1 0,-1 0 0,2-14 0,-3 4 0,0 0 0,-1 1 0,-1-1 0,0 0 0,-2 1 0,0 0 0,0 0 0,-2 0 0,0 0 0,0 1 0,-2 0 0,0 1 0,-1-1 0,-18-23 0,24 35 0,1 1 0,-1-1 0,0 0 0,0 1 0,0 0 0,-6-4 0,9 6 0,-1 0 0,1 0 0,0 0 0,-1-1 0,1 1 0,-1 0 0,1 0 0,0 0 0,-1 0 0,1 0 0,-1 0 0,1 0 0,-1 0 0,1 0 0,0 0 0,-1 0 0,1 0 0,-1 0 0,1 0 0,-1 0 0,1 0 0,0 1 0,-1-1 0,1 0 0,-1 0 0,1 1 0,-1 0 0,1 0 0,-1 0 0,1-1 0,0 1 0,-1 0 0,1 0 0,0 0 0,0 0 0,0 0 0,0 0 0,0-1 0,0 1 0,0 0 0,0 0 0,0 0 0,0 0 0,1 1 0,4 24 0,1 0 0,2 0 0,15 34 0,-5-12 0,-6-16 0,2 0 0,1-1 0,35 53 0,-48-82-98,11 16 329,-13-18-300,0 1 1,1-1 0,-1 1 0,1 0 0,-1-1 0,1 1 0,-1-1 0,1 1 0,-1-1 0,1 1 0,0-1 0,-1 0 0,1 1 0,0-1-1,-1 0 1,1 1 0,0-1 0,-1 0 0,1 0 0,0 0 0,1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8:51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145 249 24575,'-5'13'0,"0"1"0,0 0 0,1 0 0,1 1 0,0-1 0,1 1 0,0 15 0,2-29 0,0 0 0,0 0 0,0 0 0,0 0 0,0 0 0,1 0 0,-1 0 0,0 0 0,0 0 0,1 0 0,-1 0 0,1 0 0,-1 0 0,0 0 0,1-1 0,1 3 0,2-5 0,-1-10 0,-2 5 0,-1 0 0,0-1 0,-1 1 0,1 0 0,-1 0 0,-1-1 0,-4-12 0,-21-50 0,23 60 0,-30-54 0,25 49 0,0 0 0,2 0 0,0 0 0,1-1 0,-8-30 0,13 45 0,1-1 0,-1 1 0,1-1 0,0 1 0,0-1 0,0 0 0,0 1 0,0-1 0,0 1 0,1-1 0,-1 0 0,0 1 0,1-1 0,-1 1 0,1-1 0,0 1 0,-1 0 0,1-1 0,0 1 0,1-2 0,0 2 0,-1-1 0,1 1 0,0 0 0,-1 0 0,1 0 0,0 0 0,0 1 0,0-1 0,0 0 0,0 1 0,0 0 0,0-1 0,0 1 0,0 0 0,3 0 0,8 0 0,-1 0 0,1 1 0,-1 1 0,1 0 0,-1 1 0,12 4 0,-5 0 0,0 0 0,0 2 0,17 10 0,-33-17 0,0 0 0,0 0 0,0 0 0,0 1 0,0-1 0,0 1 0,3 4 0,-6-6 0,1-1 0,-1 1 0,0-1 0,1 1 0,-1 0 0,0-1 0,0 1 0,1-1 0,-1 1 0,0 0 0,0-1 0,0 1 0,0 0 0,0-1 0,0 1 0,0 0 0,0-1 0,0 1 0,-1 1 0,1-1 0,-1-1 0,1 1 0,-1 0 0,1 0 0,-1 0 0,0 0 0,0-1 0,1 1 0,-1 0 0,0-1 0,0 1 0,0 0 0,0-1 0,0 1 0,0-1 0,-1 1 0,-20 6 0,17-5 0,-1 0 0,1-1 0,0 2 0,0-1 0,-5 3 0,8-4 0,1 0 0,0 0 0,0 0 0,0 0 0,0 0 0,0 0 0,0 0 0,0 1 0,0-1 0,1 0 0,-1 0 0,0 1 0,1-1 0,-1 0 0,1 1 0,-1-1 0,1 1 0,0-1 0,-1 0 0,1 1 0,0-1 0,0 1 0,0-1 0,1 3 0,0 1 0,0 1 0,1 0 0,-1 0 0,2-1 0,-1 1 0,0-1 0,1 1 0,0-1 0,1 0 0,-1 0 0,1-1 0,5 6 0,7 8 0,32 23 0,-42-36 0,23 18 0,-15-13 0,-1 1 0,0 0 0,-1 1 0,13 15 0,-24-26 0,0 1 0,0-1 0,0 0 0,0 1 0,0-1 0,0 1 0,-1-1 0,1 1 0,0-1 0,-1 1 0,0 0 0,1-1 0,-1 1 0,0 0 0,0-1 0,0 1 0,0 0 0,0 0 0,0-1 0,0 1 0,0 0 0,-1-1 0,1 1 0,-1 1 0,-1-1 0,1 0 0,0 0 0,-1 0 0,1-1 0,-1 1 0,0-1 0,1 1 0,-1-1 0,0 1 0,0-1 0,0 0 0,0 0 0,0 0 0,0 0 0,0 0 0,0-1 0,-4 2 0,-16 2 0,-1-2 0,1 0 0,-1-1 0,-32-3 0,4 0 0,6 1-1365,28 1-5461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05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2410 259 24575,'-160'-16'0,"106"12"0,-346-16-46,181 11-830,-581-15 876,140-13-225,630 35 393,17 2 20,0-1 0,0-1 0,0 0 0,-22-6 0,36 8-187,-1 0-1,0 0 1,0 0 0,0 0-1,0 0 1,0 0-1,0 0 1,0 0 0,0 0-1,0 0 1,0 0 0,0 0-1,0 0 1,0 0 0,0 0-1,0 0 1,0 0 0,0 0-1,0 0 1,0 0 0,0 0-1,0 0 1,0 0 0,1 0-1,-1 0 1,0 0-1,0 0 1,0 0 0,0-1-1,0 1 1,0 0 0,0 0-1,0 0 1,0 0 0,0 0-1,0 0 1,0 0 0,0 0-1,0 0 1,0 0 0,0 0-1,0 0 1,0 0-1,0 0 1,0 0 0,0 0-1,0 0 1,0 0 0,0 0-1,0 0 1,-1-1 0,1 1-1,0 0 1,0 0 0,0 0-1,0 0 1,9-1 5,12-2-10,272-10 4,434-6-2480,-133 0 554,-108 4 1658,-250 9 549,-205 2 1215,-32 4-1475,1 0-1,0 0 0,0 0 0,0 0 0,0 0 0,0 0 1,0 0-1,0 0 0,0 0 0,0 0 0,0 0 0,0-1 1,0 1-1,0 0 0,0 0 0,0 0 0,0 0 1,-1 0-1,1 0 0,0 0 0,0 0 0,0 0 0,0 0 1,0 0-1,0 0 0,0 0 0,0-1 0,0 1 0,0 0 1,0 0-1,0 0 0,0 0 0,0 0 0,0 0 0,0 0 1,0 0-1,0 0 0,1 0 0,-1 0 0,0 0 0,0-1 1,0 1-1,0 0 0,0 0 0,0 0 0,0 0 0,0 0 1,0 0-1,0 0 0,0 0 0,0 0 0,0 0 0,0 0 1,0 0-1,0 0 0,0 0 0,1 0 0,-1 0 0,0 0 1,0 0-1,0 0 0,0 0 0,0 0 0,0 0 0,0 0 1,0 0-1,0 0 0,-16-4 633,-254-24-780,0 11 0,-323 22-1,-35 45-167,343-10-861,254-37-4330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07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5278 118 24575,'304'-28'0,"-263"26"0,-529 4 26,256-3-663,120 1 652,-921-16-1571,-893-26-213,259 42 5690,1641-1-3921,-30-6 0,31 4 0,-32-1 0,126-7 0,152 6 0,2 15 0,-154-6 0,755 60-725,-83-4 108,-89-53 617,0-45 0,602-10 0,-381 87-378,-683-33 2098,-206-7-1720,-29-5 0,-12-1 0,21 6-455,0 1 0,-37 5 0,49-2-6371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26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362 413 24575,'-19'-5'0,"-1"0"0,-27-2 0,3 0 0,26 4 0,1 1 0,-1 0 0,0 2 0,0 0 0,1 0 0,-22 5 0,35-4 0,-1 0 0,0 1 0,1-1 0,0 1 0,-1 0 0,1 1 0,0-1 0,0 1 0,0 0 0,0 0 0,1 0 0,-1 0 0,1 1 0,0-1 0,0 1 0,0 0 0,0 0 0,1 0 0,0 0 0,-1 0 0,2 1 0,-1-1 0,0 1 0,0 5 0,1-6 0,0 1 0,0-1 0,1 0 0,-1 0 0,1 1 0,0-1 0,1 1 0,-1-1 0,1 0 0,0 0 0,0 1 0,0-1 0,0 0 0,1 0 0,0 0 0,0 0 0,0 0 0,0-1 0,1 1 0,-1-1 0,1 1 0,0-1 0,0 0 0,0 0 0,0 0 0,7 4 0,-4-3 0,1-1 0,-1 0 0,1 0 0,0 0 0,0-1 0,0 0 0,0-1 0,0 1 0,0-2 0,0 1 0,1-1 0,-1 0 0,0 0 0,10-2 0,-12 2 0,0-1 0,0-1 0,0 1 0,0-1 0,0 1 0,-1-1 0,1-1 0,0 1 0,-1-1 0,0 1 0,1-1 0,-1-1 0,0 1 0,-1 0 0,1-1 0,-1 0 0,1 0 0,-1 0 0,0 0 0,3-8 0,-1 2 0,-1 0 0,-1 0 0,0-1 0,0 1 0,-1-1 0,0 0 0,-1 1 0,0-18 0,-2 12 0,-1 0 0,0 1 0,-1-1 0,-1 1 0,-6-19 0,-5-3 0,-2 1 0,-1 1 0,-42-61 0,42 69 0,10 13 0,0 1 0,-2 0 0,0 0 0,-18-18 0,28 31 0,0 0 0,0 1 0,0-1 0,0 0 0,0 0 0,0 0 0,0 1 0,0-1 0,0 0 0,0 0 0,0 1 0,0-1 0,0 0 0,0 0 0,0 0 0,0 1 0,0-1 0,0 0 0,0 0 0,0 0 0,0 1 0,0-1 0,0 0 0,0 0 0,-1 0 0,1 1 0,0-1 0,0 0 0,0 0 0,0 0 0,0 0 0,-1 0 0,1 1 0,0-1 0,0 0 0,0 0 0,-1 0 0,1 0 0,0 0 0,0 0 0,0 0 0,-1 0 0,1 0 0,0 0 0,0 0 0,0 0 0,-1 0 0,1 0 0,0 0 0,0 0 0,0 0 0,-1 0 0,1 0 0,0 0 0,0 0 0,-1 0 0,1 0 0,0 0 0,0 0 0,0 0 0,0-1 0,-1 1 0,1 0 0,0 0 0,0 0 0,0 0 0,0 0 0,-1-1 0,1 1 0,3 18 0,4 6 0,1 1 0,1-1 0,16 30 0,45 65 0,-46-82 0,52 59 0,-63-82 0,0-1 0,0 0 0,1-2 0,1 1 0,0-2 0,0 0 0,18 9 0,-25-16 0,-1-1 0,0 0 0,1 0 0,0 0 0,-1-1 0,1 0 0,7 0 0,56-4 0,-65 2 0,4 0 0,1-1 0,-1 0 0,0 0 0,-1-1 0,1-1 0,0 1 0,16-10 0,-20 9 0,1 0 0,-1 0 0,0-1 0,0 0 0,-1 0 0,1 0 0,-1-1 0,0 1 0,0-1 0,-1-1 0,5-7 0,-7 10 0,-1 1 0,0-1 0,0 1 0,0-1 0,0 0 0,-1 1 0,1-1 0,-1 0 0,0 0 0,0 1 0,0-1 0,-1 0 0,1 1 0,-1-1 0,0 0 0,0 1 0,0-1 0,-1 1 0,1-1 0,-1 1 0,0 0 0,0-1 0,0 1 0,0 0 0,0 0 0,-1 1 0,-3-5 0,3 4 0,0 0 0,-1 0 0,0 0 0,1 1 0,-1-1 0,0 1 0,0 0 0,0 0 0,0 0 0,-1 1 0,1-1 0,0 1 0,-1 0 0,1 0 0,-1 1 0,1-1 0,-1 1 0,1 0 0,-1 0 0,1 1 0,-1-1 0,-6 3 0,9-3 0,-1 1 0,1 0 0,-1 0 0,1 0 0,-1 1 0,1-1 0,0 1 0,-1-1 0,1 1 0,0 0 0,0 0 0,0 0 0,0 0 0,1 0 0,-1 0 0,1 0 0,-2 3 0,1-2 0,1 1 0,0-1 0,0 1 0,0-1 0,0 1 0,1 0 0,0-1 0,-1 1 0,1-1 0,0 1 0,1 6 0,1-4 0,-1 1 0,1 0 0,0 0 0,0-1 0,1 1 0,0-1 0,0 0 0,1 0 0,-1 0 0,1 0 0,0-1 0,10 11 0,1-4 0,0 0 0,1-1 0,0-1 0,0 0 0,1-2 0,23 10 0,-26-13 0,0-1 0,0 0 0,0-1 0,0 0 0,0-1 0,1-1 0,-1 0 0,28-2 0,-39 1 14,-1-1-1,1 1 0,0-1 0,-1 0 1,1 0-1,-1 0 0,1 0 1,3-2-1,-5 2-78,-1 1 1,1-1-1,0 0 1,0 1-1,0-1 1,-1 0-1,1 0 0,0 0 1,-1 0-1,1 1 1,0-1-1,-1 0 1,0 0-1,1 0 0,-1 0 1,1-1-1,-1 1 1,0 0-1,0 0 1,0 0-1,0 0 1,0-2-1,-1-7-6761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26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349 679 24575,'0'-31'0,"-1"1"0,-2 0 0,-1 0 0,-1 0 0,-1 0 0,-2 1 0,-1 0 0,-26-54 0,6 26 0,-50-70 0,57 97 0,-1 0 0,-1 2 0,-47-43 0,70 70 0,-1 0 0,0-1 0,0 0 0,0 1 0,0-1 0,0 1 0,0 0 0,-3-2 0,5 3 0,0 0 0,-1 0 0,1 0 0,0 0 0,0 0 0,-1 0 0,1 0 0,0 0 0,0 0 0,-1 0 0,1 0 0,0 0 0,0 0 0,-1 1 0,1-1 0,0 0 0,0 0 0,-1 0 0,1 0 0,0 0 0,0 0 0,-1 1 0,1-1 0,0 0 0,0 0 0,0 0 0,-1 1 0,-2 12 0,3 5 0,1 0 0,1 1 0,0-1 0,2 0 0,0-1 0,1 1 0,12 30 0,2-5 0,45 73 0,-51-96 0,1-1 0,1 0 0,0-1 0,30 26 0,-16-20 0,0-1 0,41 23 0,-59-39 0,1-1 0,-1 0 0,1-1 0,1 0 0,-1-1 0,1 0 0,-1-1 0,1-1 0,0 0 0,0-1 0,22 0 0,-3-2-1365,-18 1-5461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27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0 24575,'-14'3'0,"0"1"0,0 0 0,1 0 0,-1 2 0,-20 11 0,30-15 0,1 0 0,0 1 0,0-1 0,0 1 0,0 0 0,0 0 0,0 0 0,1 0 0,0 0 0,-4 7 0,5-7 0,0 0 0,0 0 0,0 0 0,0 0 0,1 0 0,-1 0 0,1 0 0,0 0 0,0 0 0,0 0 0,0 0 0,1 0 0,-1 0 0,1 0 0,0-1 0,1 5 0,1 0 0,1 1 0,-1-1 0,1 0 0,1 0 0,0 0 0,0 0 0,0-1 0,0 0 0,1 0 0,0 0 0,1-1 0,8 6 0,-6-5 0,-1-1 0,1 0 0,1 0 0,-1-1 0,1 0 0,-1-1 0,1 0 0,0-1 0,16 3 0,-23-5 0,0 0 0,0 0 0,1 0 0,-1 0 0,0-1 0,1 1 0,-1-1 0,0 0 0,0 1 0,0-2 0,0 1 0,0 0 0,0-1 0,0 1 0,0-1 0,0 0 0,0 0 0,-1 0 0,1 0 0,-1 0 0,0-1 0,0 1 0,0-1 0,0 0 0,0 1 0,0-1 0,-1 0 0,1 0 0,-1 0 0,0 0 0,0 0 0,0 0 0,0-1 0,0 1 0,-1 0 0,1 0 0,-1-1 0,0 1 0,0 0 0,-1-1 0,1 1 0,0 0 0,-1 0 0,-2-7 0,0 3 0,0-1 0,-1 1 0,0 0 0,-1 0 0,1 1 0,-1-1 0,-1 1 0,1 0 0,-1 0 0,-12-9 0,18 15 0,0 0 0,-1-1 0,1 1 0,-1 0 0,1-1 0,-1 1 0,1 0 0,0 0 0,-1 0 0,1-1 0,-1 1 0,1 0 0,-1 0 0,1 0 0,-1 0 0,1 0 0,-1 0 0,1 0 0,-1 0 0,1 0 0,-1 0 0,1 0 0,-1 0 0,0 1 0,1-1 0,-1 1 0,1-1 0,0 1 0,-1-1 0,1 0 0,0 1 0,0-1 0,0 1 0,-1-1 0,1 1 0,0-1 0,0 1 0,0-1 0,0 1 0,0-1 0,0 1 0,0-1 0,0 2 0,0 1 0,1 1 0,-1-1 0,1 1 0,0-1 0,2 6 0,2-1 0,0 1 0,1-1 0,-1 0 0,1 0 0,1-1 0,0 1 0,0-2 0,0 1 0,1-1 0,15 10 0,-14-10 0,2-1 0,-1 1 0,1-2 0,-1 1 0,1-1 0,0-1 0,1 0 0,21 2 0,-30-4 0,0-1 0,0 0 0,0 0 0,0 0 0,0-1 0,-1 1 0,1-1 0,0 0 0,0 0 0,0 0 0,0 0 0,-1 0 0,1 0 0,-1-1 0,1 1 0,3-4 0,-3 2 0,0 0 0,0 0 0,-1 0 0,1-1 0,-1 1 0,1-1 0,-1 0 0,0 0 0,-1 0 0,3-4 0,-1-5 0,0 0 0,0-1 0,-2 1 0,1 0 0,-2-1 0,0-14 0,1 40 0,0-1 0,1 1 0,0-1 0,1 0 0,4 11 0,-6-17 0,1 0 0,0-1 0,0 1 0,1-1 0,-1 1 0,1-1 0,0 0 0,0 0 0,1 0 0,-1-1 0,1 1 0,0-1 0,0 0 0,0 0 0,6 4 0,-9-7 0,0 1 0,0-1 0,0 1 0,0-1 0,0 0 0,0 1 0,0-1 0,0 0 0,0 0 0,0 0 0,0 0 0,1 0 0,-1 0 0,0 0 0,0 0 0,0 0 0,0-1 0,0 1 0,0 0 0,0-1 0,2 0 0,-2 0 0,1-1 0,-1 1 0,1 0 0,-1-1 0,0 1 0,1-1 0,-1 1 0,0-1 0,0 0 0,0 1 0,1-3 0,1-5 0,0 0 0,0-1 0,2-17 0,-4 25 0,0-10 0,0 0 0,-1-15 0,0 15 0,2-23 0,0 33 0,0 7 0,2 6 0,11 60 0,30 82 0,36 64 0,-54-147 0,-21-56 0,8 25 0,-13-36 0,0 0 0,0 0 0,-1 0 0,1 1 0,-1-1 0,0 0 0,0 0 0,0 1 0,-1 4 0,1-7 0,-1 0 0,1 0 0,-1 0 0,1 0 0,-1-1 0,1 1 0,-1 0 0,1 0 0,-1 0 0,0-1 0,1 1 0,-1 0 0,0-1 0,1 1 0,-1-1 0,0 1 0,0-1 0,0 1 0,0-1 0,0 1 0,0-1 0,1 0 0,-1 0 0,0 1 0,0-1 0,0 0 0,0 0 0,0 0 0,-2 0 0,-3 0 0,0-1 0,0 0 0,-10-2 0,9 2 0,-21-7 0,0-1 0,1 0 0,0-3 0,0 0 0,-27-18 0,50 28 0,-1-1 0,1 0 0,0 0 0,0-1 0,1 1 0,-1-1 0,1 0 0,-1 0 0,-4-8 0,7 11 0,0-1 0,0 0 0,1 1 0,-1-1 0,0 0 0,1 0 0,-1 0 0,1 0 0,0 1 0,-1-1 0,1 0 0,0 0 0,0 0 0,0 0 0,1 0 0,-1 0 0,0 0 0,1 0 0,-1 1 0,1-1 0,-1 0 0,1 0 0,0 1 0,0-1 0,0 0 0,0 1 0,0-1 0,0 1 0,2-3 0,4-2 12,1-1-1,-1 2 0,1-1 0,0 1 1,1 0-1,-1 0 0,18-6 0,67-16-781,-74 22 85,3 0-6141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28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24575,'3'46'0,"1"-1"0,15 61 0,-11-66 0,2 1 0,2-2 0,2 1 0,18 36 0,-32-75 0,0 0 0,1 0 0,-1 0 0,1 0 0,-1 0 0,1 0 0,-1-1 0,1 1 0,0 0 0,-1 0 0,1-1 0,0 1 0,-1 0 0,1-1 0,0 1 0,0 0 0,0-1 0,0 1 0,1-1 0,-1 0 0,-1 0 0,1 0 0,0-1 0,0 1 0,0 0 0,-1-1 0,1 1 0,0-1 0,0 1 0,-1-1 0,1 1 0,0-1 0,-1 1 0,1-1 0,0 0 0,-1 1 0,1-1 0,-1 0 0,0 0 0,1 1 0,-1-1 0,1-1 0,5-7 0,7-15 0,2 1 0,0 0 0,27-28 0,-37 46 0,0-1 0,1 1 0,-1 1 0,1-1 0,0 1 0,0 0 0,0 1 0,1-1 0,0 1 0,-1 0 0,1 1 0,0 0 0,0 0 0,0 0 0,0 1 0,1 0 0,-1 0 0,8 1 0,-10 0 0,0 1 0,-1 0 0,1 0 0,-1 0 0,1 0 0,-1 1 0,0 0 0,1-1 0,-1 2 0,0-1 0,0 0 0,0 1 0,-1 0 0,1 0 0,-1 0 0,1 0 0,-1 0 0,0 1 0,0 0 0,0-1 0,2 6 0,-3-5 0,-1-1 0,1 1 0,-1-1 0,1 1 0,-1 0 0,0 0 0,-1 0 0,1-1 0,-1 1 0,1 0 0,-1 0 0,0 0 0,-1 0 0,1 0 0,-1 0 0,1 0 0,-1 0 0,-1-1 0,1 1 0,0 0 0,-1-1 0,0 1 0,0-1 0,0 1 0,-3 4 0,-3 0 0,0 0 0,0 0 0,0 0 0,-1-1 0,-1 0 0,1-1 0,-1 0 0,0-1 0,0 0 0,0 0 0,-1-1 0,-14 4 0,5-3 0,0-1 0,0 0 0,0-2 0,-1 0 0,-39-3 0,52 1 0,1-1 0,0 0 0,0 0 0,0-1 0,0 0 0,-10-4 0,15 5 0,0 0 0,0 0 0,-1 0 0,2-1 0,-1 1 0,0 0 0,0-1 0,0 0 0,1 1 0,-1-1 0,1 0 0,-1 0 0,1 0 0,0 0 0,0 0 0,0 0 0,0 0 0,0 0 0,0-1 0,1 1 0,-1 0 0,1 0 0,-1-4 0,0-7-1365,1 1-5461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29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14 24575,'-2'0'0,"1"0"0,-1 0 0,0 0 0,1 0 0,-1 1 0,0-1 0,1 1 0,-1-1 0,1 1 0,-1 0 0,1-1 0,-1 1 0,1 0 0,-1 0 0,1 0 0,0 0 0,0 0 0,-1 1 0,0 0 0,1-1 0,1 0 0,-1 0 0,1 0 0,-1 0 0,1 0 0,0 0 0,0 0 0,-1 0 0,1 0 0,0 0 0,0 0 0,0 0 0,0 0 0,0 0 0,0 0 0,0 0 0,0 0 0,0 0 0,1 0 0,-1 0 0,0 0 0,1 0 0,-1 0 0,1 0 0,-1 0 0,1 0 0,-1 0 0,1 0 0,0-1 0,-1 1 0,1 0 0,1 0 0,7 7 0,1-1 0,0 0 0,0 0 0,1-1 0,0-1 0,0 0 0,0 0 0,14 3 0,-14-5 0,0 0 0,0 0 0,0-1 0,0 0 0,0-1 0,1-1 0,-1 0 0,0 0 0,0-1 0,14-3 0,-22 4 0,-1-1 0,0 0 0,1 0 0,-1-1 0,0 1 0,0 0 0,0-1 0,0 1 0,0-1 0,0 0 0,0 0 0,-1 0 0,1 0 0,-1 0 0,1 0 0,-1 0 0,0 0 0,1 0 0,-1-1 0,-1 1 0,1 0 0,0-1 0,0 1 0,-1-1 0,0 1 0,1-1 0,-1 1 0,0-1 0,0 1 0,0-1 0,-1-4 0,0 4 0,1 0 0,-1 0 0,1 0 0,-1 1 0,0-1 0,0 0 0,0 1 0,-1-1 0,1 0 0,-1 1 0,1-1 0,-1 1 0,0 0 0,0 0 0,0 0 0,0 0 0,0 0 0,0 0 0,-1 0 0,1 0 0,-1 1 0,1 0 0,-1-1 0,1 1 0,-1 0 0,0 0 0,-4-1 0,5 2 0,1 0 0,-1 0 0,1 0 0,-1 0 0,1 0 0,-1 1 0,1-1 0,-1 0 0,1 1 0,0-1 0,-1 1 0,1-1 0,0 1 0,-1 0 0,1 0 0,0-1 0,0 1 0,-1 0 0,1 0 0,0 0 0,0 0 0,0 0 0,0 1 0,0-1 0,1 0 0,-1 0 0,0 1 0,0-1 0,1 0 0,-1 1 0,1-1 0,-1 3 0,-1 5 0,0-1 0,0 1 0,1 0 0,0 10 0,1-18 0,-1 20 0,2 1 0,1-1 0,1 0 0,0 0 0,1 0 0,2-1 0,0 1 0,14 29 0,10 14 0,47 72 0,-42-78 0,-23-39 0,-8-14 0,-1 0 0,1 0 0,-1 1 0,0 0 0,-1-1 0,1 1 0,-1 0 0,2 9 0,-4-14 0,0-1 0,0 0 0,0 1 0,0-1 0,0 0 0,0 1 0,0-1 0,0 1 0,0-1 0,0 0 0,0 1 0,0-1 0,0 0 0,0 1 0,0-1 0,-1 1 0,1-1 0,0 0 0,0 1 0,0-1 0,-1 0 0,1 0 0,0 1 0,0-1 0,-1 0 0,1 0 0,0 1 0,-1-1 0,1 0 0,0 0 0,-1 1 0,1-1 0,0 0 0,-1 0 0,1 0 0,0 0 0,-1 0 0,1 0 0,0 0 0,-1 0 0,1 0 0,-1 0 0,1 0 0,0 0 0,-1 0 0,1 0 0,-1 0 0,1 0 0,0 0 0,-1 0 0,1 0 0,0 0 0,-1-1 0,1 1 0,0 0 0,-1 0 0,1-1 0,-22-12 0,21 12 0,-21-15 0,0 0 0,1-2 0,-33-38 0,48 49 0,0 0 0,0 0 0,1-1 0,0 0 0,1 0 0,-1-1 0,2 1 0,-1-1 0,1 0 0,1 0 0,-1 0 0,1 0 0,1 0 0,-1-19 0,2 26-80,0-1 0,1 1-1,-1-1 1,1 1 0,-1 0-1,1-1 1,0 1 0,0 0-1,0 0 1,0-1 0,0 1 0,0 0-1,1 0 1,-1 0 0,1 1-1,2-4 1,5-2-6746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30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24575,'0'21'0,"2"-1"0,0 1 0,2-1 0,0 1 0,1-1 0,1-1 0,0 1 0,2-1 0,0 0 0,2-1 0,0 1 0,16 21 0,46 68-1365,-67-99-5461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3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622 39 24575,'-17'-6'0,"0"0"0,0 2 0,-1 0 0,0 1 0,0 1 0,1 0 0,-1 1 0,0 2 0,-23 2 0,9 1 0,0-2 0,-34 0 0,-65-10 0,113 6 0,-27 0-3,25 2-451,0-1 0,-26-5 0,33 3-6372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31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17 24575,'1'-8'0,"-1"0"0,-1 13 0,-4 26 0,-2-1 0,-1 0 0,-1 0 0,-1-1 0,-2 0 0,-1-1 0,-24 39 0,15-32 0,-2 0 0,-45 51 0,49-66 0,1 1 0,2 1 0,0 0 0,1 1 0,-14 28 0,21-23-1365,6-15-5461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31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24575,'4'-5'0,"0"0"0,0 0 0,1 1 0,0 0 0,0 0 0,0 0 0,0 0 0,1 1 0,0 0 0,-1 0 0,1 0 0,0 1 0,0 0 0,13-3 0,-4 3 0,1 0 0,-1 1 0,1 0 0,-1 2 0,19 2 0,-27-3 0,-1 1 0,1 1 0,-1-1 0,1 1 0,-1 0 0,0 1 0,0-1 0,0 1 0,0 0 0,8 6 0,-12-7 0,0 0 0,0-1 0,0 1 0,0 0 0,0 1 0,-1-1 0,1 0 0,-1 0 0,1 1 0,-1-1 0,0 1 0,0-1 0,0 1 0,0 0 0,0-1 0,0 1 0,-1 0 0,0 0 0,1-1 0,-1 1 0,0 0 0,0 0 0,-1 0 0,1-1 0,0 1 0,-1 0 0,-1 3 0,-3 7 0,-1 1 0,-1-1 0,0 0 0,0 0 0,-17 19 0,-2 7 0,19-30 0,4-5 0,0 0 0,1 0 0,0 0 0,-1 1 0,1-1 0,-1 5 0,3-8 0,-1 0 0,1-1 0,0 1 0,0 0 0,0 0 0,0-1 0,0 1 0,0 0 0,0-1 0,0 1 0,1 0 0,-1-1 0,0 1 0,0 0 0,0-1 0,1 1 0,-1 0 0,1 0 0,0 0 0,0 0 0,0 0 0,0 0 0,0-1 0,0 1 0,0 0 0,0-1 0,0 1 0,0-1 0,0 0 0,1 1 0,-1-1 0,0 0 0,2 1 0,6-1 0,-1 1 0,1-2 0,-1 1 0,0-1 0,15-3 0,8-2 0,126-7 0,-92 8-1365,-50 4-5461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45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521 87 24575,'-29'-18'0,"-1"2"0,0 1 0,-1 1 0,-33-9 0,111 27 0,590 47-1220,-103-57 806,1-20 322,-412 19 91,-68 4 241,-966 33-303,277-4-977,175-23 785,293-4 2925,152 1-2635,0 0 0,1-1 0,-1-1 0,-26-6 0,38 6-35,6-1 0,7-1 0,6 0 0,0 2 0,0 0 0,23 0 0,54 6 0,-60-2 0,790 9-1326,-555-12-130,335 1 213,-593 0 1616,17-1-53,-27 1-197,1 0 0,-1 0 0,1 1 0,-1-1 1,1 0-1,-1 0 0,1 1 0,-1-1 0,0 1 0,1 0 1,-1-1-1,0 1 0,2 1 0,-4-2-35,0 1 1,0-1-1,0 1 0,0 0 0,0-1 1,0 0-1,0 1 0,0-1 0,0 0 0,0 1 1,0-1-1,0 0 0,0 0 0,-1 0 1,-195 12 186,116-9-266,-45 4-371,-1112 59-47,1026-49 501,109-3 587,141-15-679,63 5 0,-71-1 0,500 2-919,-1-35-1376,-325 17 2386,71-6 8,404-18-1021,-654 37 1777,-24 0-176,-4 0 45,-42 1 771,-368 16-1958,295-10 345,-159 10 116,-469 15-8,542-25 588,8 0-370,144-7-208,1-1 0,-86 11 0,114-8 0,-9 2 0,32-4 1,0 0 0,0 0 0,0 0-1,0 0 1,1 0 0,-1 0 0,0 0 0,0 0-1,0 0 1,0 0 0,0 0 0,0 0-1,0 0 1,1 0 0,-1 0 0,0 0 0,0 0-1,0 1 1,0-1 0,0 0 0,0 0 0,0 0-1,0 0 1,0 0 0,0 0 0,0 0 0,0 0-1,1 0 1,-1 1 0,0-1 0,0 0-1,0 0 1,0 0 0,0 0 0,0 0 0,0 0-1,0 0 1,0 0 0,0 1 0,0-1 0,0 0-1,0 0 1,0 0 0,0 0 0,0 0-1,0 0 1,0 0 0,-1 1 0,1-1 0,0 0-1,0 0 1,0 0 0,0 0 0,0 0 0,0 0-1,0 0 1,0 0 0,0 0 0,0 0-1,0 1 1,0-1 0,-1 0 0,1 0 0,0 0-1,0 0 1,0 0 0,8 3-1419,2 0-5408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50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149 172 24575,'1'3'0,"0"-1"0,0 1 0,0-1 0,0 0 0,0 0 0,1 0 0,-1 0 0,1 0 0,-1 0 0,3 3 0,0-1 0,49 55 0,99 84 0,-73-72 0,-9-9 0,-35-32 0,-1 0 0,-2 2 0,38 50 0,-67-79 0,-1 1 0,0 0 0,0 0 0,-1 0 0,3 8 0,-4-12 0,1 0 0,-1 1 0,0-1 0,0 1 0,0-1 0,0 1 0,1-1 0,-1 1 0,0 0 0,0-1 0,0 1 0,0-1 0,0 1 0,0-1 0,0 1 0,0-1 0,-1 1 0,1-1 0,0 1 0,0-1 0,0 1 0,-1-1 0,1 1 0,0-1 0,0 1 0,-1-1 0,1 0 0,0 1 0,-1-1 0,1 1 0,0-1 0,-1 0 0,1 1 0,-1-1 0,1 0 0,-1 0 0,1 1 0,-1-1 0,1 0 0,-1 0 0,1 0 0,-1 1 0,1-1 0,-1 0 0,1 0 0,-1 0 0,1 0 0,-1 0 0,1 0 0,-1 0 0,1 0 0,-1 0 0,1 0 0,-1-1 0,1 1 0,-1 0 0,1 0 0,-2-1 0,-2-1 0,0 0 0,0 0 0,0-1 0,1 1 0,-1-1 0,1 0 0,-1 0 0,1 0 0,0-1 0,-4-5 0,-6-5 0,-112-130 0,37 40 0,-169-204 0,196 244 0,42 45 0,-30-37 0,43 45 0,6 10 0,1 1 0,-1 0 0,0 0 0,0 0 0,0 0 0,0 0 0,0-1 0,0 1 0,0 0 0,0 0 0,0 0 0,0 0 0,1 0 0,-1 0 0,0 0 0,0 0 0,0-1 0,0 1 0,0 0 0,0 0 0,1 0 0,-1 0 0,0 0 0,0 0 0,0 0 0,0 0 0,0 0 0,1 0 0,-1 0 0,0 0 0,0 0 0,0 0 0,0 0 0,1 0 0,-1 0 0,0 0 0,0 0 0,0 0 0,22 9 0,-18-7 0,29 12 0,29 14 0,1-3 0,83 22 0,-134-44 0,-24-7 0,-5-1 0,-39-15 0,-2 2 0,0 4 0,-64-9 0,119 22 0,0 1 0,0 0 0,-1 0 0,1 0 0,0 0 0,-1 1 0,1-1 0,0 1 0,0 0 0,-5 2 0,7-3 0,0 1 0,0-1 0,0 1 0,1 0 0,-1-1 0,0 1 0,0 0 0,0 0 0,1 0 0,-1 0 0,0 0 0,1 0 0,-1 0 0,1 0 0,-1 0 0,1 0 0,0 0 0,-1 0 0,1 0 0,0 0 0,0 0 0,0 0 0,-1 0 0,1 0 0,0 0 0,1 1 0,-1-1 0,0 0 0,0 0 0,0 0 0,1 0 0,-1 0 0,0 0 0,1 1 0,3 6 15,-1 0-1,1-1 0,0 0 1,1 1-1,0-2 1,0 1-1,7 7 0,-6-8-199,-1 0 0,1 0 0,-2 1 0,1 0 0,-1 0 0,0 0 0,5 15 0,-5-10-6641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51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304 551 24575,'-41'-7'0,"-1"2"0,0 2 0,-80 4 0,119-1 0,1 1 0,-1-1 0,1 1 0,-1-1 0,0 1 0,1 0 0,-1 0 0,1 0 0,0 1 0,-1-1 0,1 1 0,0-1 0,0 1 0,0 0 0,0-1 0,0 1 0,0 0 0,1 0 0,-1 1 0,0-1 0,1 0 0,0 0 0,0 1 0,-1-1 0,1 1 0,1-1 0,-1 1 0,0-1 0,1 1 0,-1 0 0,1-1 0,0 1 0,0 4 0,0-2 0,0 1 0,0-1 0,1 0 0,0 0 0,0 0 0,0 0 0,0 0 0,1 0 0,0 0 0,0-1 0,0 1 0,1 0 0,-1-1 0,1 0 0,0 1 0,7 6 0,-4-6 0,1 0 0,0 0 0,0 0 0,0-1 0,0 0 0,1 0 0,12 4 0,-18-7 0,0-1 0,0 1 0,1 0 0,-1-1 0,0 0 0,0 1 0,1-1 0,-1 0 0,0 0 0,0 0 0,1-1 0,-1 1 0,0 0 0,0-1 0,0 0 0,1 1 0,-1-1 0,0 0 0,0 0 0,0 0 0,0 0 0,-1-1 0,1 1 0,0 0 0,0-1 0,-1 1 0,1-1 0,-1 0 0,1 0 0,-1 1 0,0-1 0,2-3 0,0 0 0,-1 0 0,0 0 0,0 0 0,0 0 0,-1-1 0,0 1 0,0 0 0,0-1 0,0 1 0,-1 0 0,0-1 0,0 1 0,-1-1 0,1 1 0,-1 0 0,0-1 0,-1 1 0,1 0 0,-1 0 0,0 0 0,-3-5 0,0 3 0,5 10 0,4 12 0,5 4 0,0 0 0,2 0 0,0-1 0,14 19 0,-21-32 0,1-1 0,-1 1 0,1-1 0,0 0 0,0 0 0,0 0 0,0-1 0,7 4 0,-8-6 0,-1 1 0,1-1 0,0 0 0,0 0 0,-1-1 0,1 1 0,0-1 0,0 1 0,0-1 0,-1-1 0,1 1 0,0 0 0,0-1 0,6-2 0,-5 1 0,-1 0 0,1 0 0,-1-1 0,0 1 0,0-1 0,0-1 0,0 1 0,-1 0 0,1-1 0,-1 0 0,0 0 0,0 0 0,0 0 0,0 0 0,2-6 0,2-4 0,-1 0 0,0 0 0,6-27 0,-8 18 0,0 0 0,-2 0 0,0-1 0,-2 0 0,-1 1 0,-4-26 0,2 26 0,-2 1 0,-1 0 0,0 0 0,-2 0 0,0 1 0,-2 0 0,0 1 0,-1 0 0,-17-22 0,10 18 0,-1 1 0,-1 1 0,-1 1 0,-1 0 0,0 2 0,-40-27 0,60 45 0,0 0 0,-1-1 0,1 1 0,0 0 0,0 0 0,0 0 0,-1 1 0,1-1 0,-4 0 0,6 1 0,0 0 0,-1 0 0,1 0 0,-1 0 0,1 0 0,0 0 0,-1 0 0,1 0 0,0 0 0,-1 0 0,1 1 0,0-1 0,-1 0 0,1 0 0,0 0 0,-1 1 0,1-1 0,0 0 0,0 0 0,-1 1 0,1-1 0,0 0 0,0 1 0,-1-1 0,1 1 0,-1 1 0,1-1 0,0 0 0,0 0 0,-1 0 0,1 0 0,0 0 0,0 1 0,0-1 0,0 0 0,1 0 0,-1 2 0,3 9 0,0 1 0,1-1 0,1 0 0,0 0 0,12 21 0,41 53 0,-16-33-273,2-1 0,2-3 0,3-2 0,57 44 0,-87-76-6553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53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411 282 24575,'3'-3'0,"0"0"0,0 0 0,0 0 0,0-1 0,-1 1 0,3-5 0,-4 6 0,-1 1 0,0 0 0,1-1 0,-1 1 0,0-1 0,1 1 0,-1-1 0,0 1 0,0-1 0,0 0 0,-1 1 0,1-1 0,0 1 0,0-1 0,-1 1 0,1 0 0,-1-1 0,1 1 0,-1-1 0,0 1 0,-1-2 0,-4-5 0,-1 0 0,0 1 0,0 0 0,0 1 0,-1-1 0,0 1 0,-15-8 0,13 8 0,-78-48 0,-47-31 0,133 83 0,1 1 0,-1 0 0,1 0 0,-1 0 0,0 0 0,0 0 0,1 0 0,-1 0 0,0 0 0,0 1 0,0-1 0,0 1 0,0 0 0,0-1 0,0 1 0,-3 0 0,2 1 0,1 0 0,-1 0 0,1 0 0,0 0 0,-1 0 0,1 0 0,0 1 0,0-1 0,0 1 0,0-1 0,0 1 0,-2 3 0,-4 2 0,2 1 0,-1 0 0,1 0 0,0 1 0,-8 17 0,6-16 0,5-9 0,6-6 0,1 1 0,-1 0 0,1 0 0,0 0 0,0 0 0,1 0 0,-1 1 0,1 0 0,0 0 0,0 0 0,6-2 0,-2 2 0,0 0 0,0 0 0,0 1 0,0 0 0,15 0 0,-4 1 0,1 1 0,-1 2 0,0 0 0,0 1 0,20 6 0,-24-5 0,0 2 0,-1 0 0,0 1 0,0 0 0,-1 1 0,0 1 0,0 0 0,-1 1 0,0 1 0,13 14 0,-20-19 0,0 1 0,-1 0 0,1 0 0,-2 1 0,1-1 0,-1 1 0,0 0 0,-1 0 0,6 18 0,-6-10 0,0 0 0,-1 0 0,-1 0 0,-1 26 0,0-34 0,-1 10 0,1 0 0,0 1 0,1-1 0,6 27 0,-4-34-1365,-1 0-5461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58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0 349 24575,'303'0'0,"-300"0"0,0 0 0,0 0 0,0 0 0,-1-1 0,1 1 0,0-1 0,0 0 0,3-1 0,-6 2 0,0 0 0,0 0 0,0-1 0,1 1 0,-1 0 0,0 0 0,0 0 0,0 0 0,0 0 0,1 0 0,-1-1 0,0 1 0,0 0 0,0 0 0,0 0 0,0-1 0,0 1 0,1 0 0,-1 0 0,0 0 0,0-1 0,0 1 0,0 0 0,0 0 0,0 0 0,0-1 0,0 1 0,0 0 0,0 0 0,0-1 0,0 1 0,0 0 0,0 0 0,0 0 0,0-1 0,-1 1 0,1-1 0,-1 0 0,0 0 0,0 0 0,0 0 0,0 0 0,0 1 0,0-1 0,0 0 0,0 1 0,0-1 0,-2 0 0,-34-14 0,28 12 0,0 0 0,0 0 0,1-1 0,-1 0 0,1-1 0,0 0 0,0 0 0,-9-10 0,13 11 0,1-1 0,0 0 0,0 0 0,0-1 0,1 1 0,0 0 0,0-1 0,0 1 0,1-1 0,0 0 0,0 0 0,0-8 0,0 4 0,1 0 0,0 0 0,1 0 0,0 0 0,0 0 0,5-14 0,-4 18 0,0 1 0,1 0 0,-1 0 0,1 0 0,0 0 0,0 0 0,1 0 0,-1 1 0,1-1 0,0 1 0,0 0 0,1 0 0,-1 1 0,1-1 0,0 1 0,0 0 0,0 1 0,0-1 0,0 1 0,7-2 0,3-1 0,0 2 0,1 0 0,0 0 0,-1 2 0,1 0 0,17 1 0,-22 0 0,-1 0 0,0 1 0,0 1 0,0 0 0,-1 0 0,1 1 0,16 6 0,-22-7 0,0 0 0,0 1 0,0-1 0,-1 1 0,1-1 0,-1 1 0,0 1 0,1-1 0,-2 0 0,1 1 0,0-1 0,-1 1 0,1 0 0,-1 0 0,0 0 0,0 0 0,-1 0 0,1 0 0,1 8 0,-2-4 0,0 1 0,0-1 0,-1 1 0,0-1 0,-1 1 0,1-1 0,-2 0 0,1 1 0,-1-1 0,-4 10 0,-4 9 0,-22 41 0,30-66 0,1 0 0,0 0 0,0 0 0,0 0 0,1 1 0,-1-1 0,0 0 0,1 0 0,-1 0 0,1 1 0,0-1 0,0 0 0,0 0 0,0 1 0,0 3 0,1-5 0,0 0 0,-1 1 0,1-1 0,0 0 0,-1 0 0,1 0 0,0 0 0,0 0 0,0 0 0,0 0 0,0 0 0,0 0 0,0 0 0,0-1 0,0 1 0,1 0 0,-1-1 0,0 1 0,0-1 0,1 1 0,-1-1 0,0 1 0,1-1 0,-1 0 0,3 0 0,22 2 0,1-1 0,50-5 0,-15-7-1365,-50 9-5461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59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24575,'-2'0'0,"-4"0"0,-3 0 0,-2 0 0,-2 0 0,-1 0 0,-1 0 0,0 0 0,0 0 0,0 0 0,0 0 0,0 0 0,1 0 0,-1 0 0,1 0 0,2 0-8191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29:5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31 24575,'-27'-5'0,"-13"-1"0,-4-1 0,2 2 0,3 2 0,3 1 0,5 0 0,4 2 0,0 2 0,3 2 0,6-1-8191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0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32 363 24575,'217'0'0,"-235"0"0,0-1 0,0-1 0,0 0 0,0-1 0,1-1 0,-1-1 0,1-1 0,-31-14 0,44 18 0,0-1 0,0 0 0,1 1 0,-1-1 0,1-1 0,0 1 0,-1 0 0,2-1 0,-1 1 0,0-1 0,1 0 0,-1 0 0,1 0 0,0 0 0,1-1 0,-1 1 0,-1-7 0,1 1 0,0-1 0,1 0 0,0-1 0,0 1 0,2 0 0,0-12 0,1 16 0,-1 0 0,0 1 0,1 0 0,1-1 0,-1 1 0,1 0 0,0 0 0,0 0 0,0 1 0,1-1 0,0 1 0,0 0 0,1 0 0,7-7 0,-4 5 0,1 0 0,-1 1 0,1 0 0,1 0 0,-1 1 0,1 1 0,-1-1 0,15-3 0,-10 4 0,0 2 0,0-1 0,0 2 0,0 0 0,1 0 0,-1 2 0,0 0 0,0 0 0,0 1 0,0 1 0,0 0 0,0 1 0,-1 1 0,20 9 0,-30-13 0,0 1 0,0-1 0,0 1 0,0 0 0,-1 0 0,1 0 0,-1 0 0,0 1 0,0-1 0,0 1 0,0-1 0,0 1 0,0 0 0,0 0 0,-1 0 0,2 3 0,-2-2 0,0 0 0,0 0 0,-1 0 0,1 0 0,-1 0 0,0 1 0,0-1 0,-1 0 0,1 0 0,-1 0 0,-1 5 0,-2 2 0,1-1 0,-2-1 0,1 1 0,-1-1 0,-1 1 0,0-2 0,0 1 0,-14 15 0,15-20 0,1 1 0,0-1 0,0 1 0,1 0 0,-1 1 0,-3 7 0,6-12 0,1 0 0,-1 0 0,1 1 0,0-1 0,-1 0 0,1 0 0,0 0 0,0 1 0,0-1 0,0 0 0,0 0 0,0 1 0,0-1 0,0 0 0,1 0 0,-1 0 0,0 1 0,1-1 0,-1 0 0,1 0 0,-1 0 0,1 0 0,0 0 0,-1 0 0,1 0 0,0 0 0,0 0 0,0 0 0,0 0 0,0-1 0,0 1 0,0 0 0,0 0 0,0-1 0,0 1 0,0-1 0,0 1 0,2 0 0,10 4 0,0-1 0,0 0 0,0-1 0,0 0 0,27 2 0,72-5 0,-64-1 0,23 0-1365,-58 1-5461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00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61 24575,'-13'-10'0,"-3"-1"0,-18-12 0,30 21 0,0-1 0,0 1 0,0 0 0,-1 1 0,1-1 0,-1 1 0,1 0 0,-1 0 0,0 0 0,-4 0 0,8 1 0,0 0 0,0 0 0,0 0 0,0 0 0,-1 0 0,1 1 0,0-1 0,0 0 0,0 0 0,0 1 0,0-1 0,0 1 0,0-1 0,1 1 0,-1-1 0,0 1 0,0-1 0,0 1 0,0 0 0,1 0 0,-1-1 0,0 1 0,0 1 0,0 0 0,0-1 0,1 1 0,0-1 0,-1 1 0,1 0 0,0-1 0,0 1 0,0-1 0,0 1 0,0 0 0,0-1 0,0 1 0,1 2 0,1 3 0,0-1 0,0 0 0,1 1 0,0-1 0,0-1 0,6 9 0,0-3 0,0 0 0,0-1 0,1 0 0,16 11 0,48 29 0,-56-38 0,-13-9 0,-1 1 0,1-1 0,-1 0 0,0 1 0,0 0 0,3 5 0,-6-8 0,-1-1 0,1 1 0,0 0 0,-1-1 0,0 1 0,1 0 0,-1 0 0,1 0 0,-1-1 0,0 1 0,0 0 0,0 0 0,1 0 0,-1 0 0,0 0 0,0-1 0,0 1 0,0 0 0,0 0 0,0 0 0,-1 0 0,1 0 0,0-1 0,0 1 0,-1 0 0,1 0 0,0 0 0,-1-1 0,1 1 0,-1 0 0,1 0 0,-1-1 0,1 1 0,-1 0 0,1-1 0,-1 1 0,0-1 0,1 1 0,-1-1 0,0 1 0,0-1 0,1 1 0,-1-1 0,0 0 0,0 1 0,0-1 0,-1 0 0,-11 5 0,0-1 0,0-1 0,-1-1 0,0 0 0,1 0 0,-21-2 0,-11 3 0,6 0-42,-51 6-1281,66-4-5503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01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764 0 24575,'-32'0'0,"-18"0"0,-8 0 0,-3 0 0,0 0 0,2 0 0,3 0 0,4 0 0,3 0 0,2 0 0,6 0 0,3 0 0,4 0 0,3 3 0,1 0 0,4 0 0,4 0 0,5-2-8191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0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24575,'147'4'0,"-118"-2"0,0 2 0,0 1 0,28 8 0,-54-12 0,0 0 0,0 0 0,0 1 0,0-1 0,0 1 0,-1-1 0,1 1 0,0 0 0,-1 0 0,4 3 0,-6-4 0,1 0 0,0-1 0,-1 1 0,1 0 0,-1 0 0,1 1 0,-1-1 0,1 0 0,-1 0 0,0 0 0,1 0 0,-1 0 0,0 0 0,0 0 0,0 1 0,0-1 0,0 0 0,0 0 0,0 0 0,-1 0 0,1 0 0,0 0 0,-1 1 0,1-1 0,0 0 0,-1 0 0,1 0 0,-1 0 0,0 0 0,1 0 0,-1 0 0,-1 0 0,-2 5 0,-1-1 0,1-1 0,-1 1 0,-1 0 0,1-1 0,-7 4 0,-39 20 0,35-20 0,-2 2 0,8-5 0,-1 0 0,1 0 0,0 2 0,1-1 0,0 1 0,-13 12 0,22-19 0,-1 1 0,0-1 0,1 1 0,-1-1 0,1 1 0,-1 0 0,1-1 0,-1 1 0,1 0 0,-1 0 0,1-1 0,0 1 0,-1 0 0,1 0 0,0 0 0,0-1 0,-1 1 0,1 0 0,0 0 0,0 0 0,0 0 0,0-1 0,0 1 0,0 0 0,0 0 0,1 0 0,-1 0 0,0-1 0,0 1 0,1 0 0,-1 0 0,0 0 0,1-1 0,-1 1 0,1 0 0,-1-1 0,1 1 0,-1 0 0,1-1 0,0 1 0,-1 0 0,1-1 0,0 1 0,-1-1 0,1 0 0,0 1 0,-1-1 0,2 1 0,5 2 0,-1-1 0,1 0 0,-1 0 0,13 1 0,-15-2 0,40 4-33,1-1-1,69-5 1,-49 0-1232,-47 1-5561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05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 24575,'0'0'0,"1"0"0,-1 0 0,1 0 0,-1 0 0,1 1 0,-1-1 0,1 0 0,-1 0 0,1 1 0,-1-1 0,0 0 0,1 1 0,-1-1 0,0 0 0,1 1 0,-1-1 0,0 0 0,1 1 0,-1-1 0,0 1 0,0-1 0,1 1 0,-1-1 0,0 1 0,0-1 0,0 1 0,0-1 0,0 1 0,0 0 0,0-1 0,-1 1 0,1 0 0,-1-1 0,1 1 0,-1-1 0,1 1 0,-1-1 0,1 1 0,-1-1 0,1 1 0,-1-1 0,1 0 0,-1 1 0,0-1 0,-1 1 0,-3 1 0,0 0 0,0-1 0,0 0 0,-6 1 0,-27 1 0,-44-4 0,30 0 0,27-1-1365,15-1-5461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06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16 24575,'-27'-3'0,"-14"0"0,-2 0 0,1 0 0,3 1 0,5 1 0,7 1 0,2 0 0,3 0 0,4 0 0,1 0 0,2 0 0,3 0-8191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11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36 24575,'-8'-35'0,"14"51"0,17 32 0,-9-20 0,-7-17-455,-1 0 0,15 18 0,-14-20-6371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11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24575,'-3'3'0,"-2"3"0,-2 2 0,2 4 0,0 1 0,2 1 0,2 1 0,2 0 0,2 0 0,3 0 0,0 0 0,2-3 0,-1-1 0,1-2 0,2 0 0,1-2 0,2 0 0,-2 0-8191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11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681 104 24575,'-30'-12'0,"-16"-7"0,-6 0 0,-1 4 0,3 1 0,3 3 0,4 4 0,3 3 0,3 2 0,2 1 0,1 1 0,0 1 0,2 2 0,-1 1 0,-1 2 0,4 0 0,2 2 0,6-1-8191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12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706 30 24575,'-362'-26'0,"109"22"-151,181 5-1063,54-1-5612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12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24575,'0'8'0,"3"88"0,-2-81 0,1 0 0,1-1 0,1 1 0,7 19 0,35 73-1365,-40-95-5461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13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523 45 24575,'-30'-7'0,"-14"-3"0,-5 1 0,2 1 0,3 3 0,4 2 0,4 1 0,4 1 0,2 1 0,1 0 0,1 3 0,-3 1 0,0 2 0,2 0 0,6-1-8191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21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1268 60 24575,'77'-7'0,"118"-24"0,-193 30 0,1 1 0,-1-1 0,0 0 0,1 0 0,-1 0 0,0 0 0,0 0 0,3-3 0,-4 4 0,-1 0 0,0 0 0,0 0 0,0 0 0,0 0 0,0 0 0,0 0 0,0-1 0,0 1 0,0 0 0,1 0 0,-1 0 0,0 0 0,0 0 0,0 0 0,0-1 0,0 1 0,0 0 0,0 0 0,0 0 0,0 0 0,0 0 0,0-1 0,0 1 0,0 0 0,0 0 0,0 0 0,0 0 0,0 0 0,0 0 0,0-1 0,0 1 0,0 0 0,0 0 0,-1 0 0,1 0 0,0 0 0,0 0 0,0-1 0,0 1 0,0 0 0,0 0 0,0 0 0,-1 0 0,-13-4 0,-149 2 0,87 4 0,-248 7 0,-224 34 0,543-42 0,-37 3 0,-74-3 0,99-4 0,11-1 0,6 4 0,0-1 0,1 1 0,-1 0 0,0 0 0,0-1 0,0 1 0,0 0 0,0 0 0,1-1 0,-1 1 0,0 0 0,0 0 0,0 0 0,1-1 0,-1 1 0,0 0 0,0 0 0,1 0 0,-1 0 0,0 0 0,1 0 0,-1-1 0,0 1 0,0 0 0,1 0 0,-1 0 0,14-4 0,-1 0 0,1 1 0,-1 1 0,20-1 0,59 1 0,-54 2 0,922 1-563,-1123-8 895,34 1-101,-76-1-231,-301 3 0,373 12 0,-80 5 0,128-9 0,102-6 0,22-3 0,20-2 0,191-6 0,-241 12 0,125-1 0,-114 5 120,-19-3-198,0 0 0,0 1 0,0-1-1,0 0 1,0 1 0,0-1 0,-1 1 0,1-1 0,0 1-1,0-1 1,-1 1 0,1-1 0,0 1 0,-1 0 0,1 0-1,-1-1 1,1 1 0,0 1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4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885 1 24575,'-8'1'0,"1"0"0,-1 0 0,0 1 0,1 1 0,-1-1 0,1 1 0,-10 5 0,-4 2 0,-251 82 0,66-26 0,151-43-2,-99 57-1,74-35-1357,54-32-5466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5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88 24575,'12'-5'0,"137"-56"0,-132 56 0,-1 0 0,1 1 0,0 1 0,0 1 0,1 0 0,-1 2 0,21 0 0,-31 1 0,0 0 0,0 0 0,-1 1 0,1 0 0,-1 0 0,1 0 0,-1 1 0,0 0 0,0 0 0,0 0 0,0 1 0,0 0 0,-1 0 0,0 0 0,0 1 0,0 0 0,0 0 0,-1 0 0,0 1 0,0-1 0,0 1 0,-1 0 0,0 0 0,0 0 0,0 1 0,-1-1 0,0 1 0,0-1 0,-1 1 0,0 0 0,0-1 0,0 1 0,-1 8 0,-1-3 0,0 1 0,0-1 0,-1 1 0,-1-1 0,0 0 0,0 0 0,-2 0 0,1 0 0,-2-1 0,1 0 0,-1 0 0,-1 0 0,0-1 0,-1 0 0,0 0 0,0-1 0,-1 0 0,0 0 0,-12 8 0,11-9 0,-2 0 0,1-1 0,-1 0 0,0-1 0,0 0 0,-1-1 0,1 0 0,-1-1 0,-1 0 0,1-1 0,0-1 0,-1 0 0,1-1 0,-1 0 0,1-1 0,-1-1 0,-19-3 0,21 2 0,1-1 0,-1 0 0,1-1 0,0-1 0,0 1 0,1-2 0,-20-12 0,23 13 0,1 0 0,-1-1 0,1 0 0,1 0 0,-1 0 0,1-1 0,0 0 0,1 0 0,0 0 0,0-1 0,0 1 0,-2-9 0,0-2 0,1 1 0,1 0 0,0-1 0,2 0 0,-2-31 0,4 40 0,1 1 0,-1-1 0,1 0 0,1 0 0,0 0 0,0 1 0,1-1 0,0 1 0,0 0 0,1-1 0,0 1 0,0 1 0,8-12 0,-10 17-170,0 0-1,0 0 0,0 0 1,1 0-1,-1 0 0,0 0 1,5-2-1,3 0-6655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6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24575,'3'3'0,"-1"0"0,0 0 0,-1 0 0,1 0 0,-1 0 0,1 0 0,0 4 0,5 10 0,18 29 0,1-1 0,3 0 0,1-3 0,3 0 0,53 54 0,-50-62 0,49 49 0,-80-75 116,-5-8-157,0 0 0,0 1 0,0-1-1,0 0 1,0 0 0,0 0 0,0 1 0,0-1 0,0 0 0,-1 0-1,1 1 1,0-1 0,0 0 0,0 0 0,0 0 0,0 1 0,0-1-1,0 0 1,-1 0 0,1 0 0,0 0 0,0 1 0,0-1 0,-1 0-1,1 0 1,0 0 0,0 0 0,0 0 0,-1 0 0,1 0 0,0 0 0,0 0-1,0 1 1,-1-1 0,1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7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8 24575,'5'-1'0,"76"-6"0,-68 7 0,-1 0 0,1 1 0,-1 0 0,17 4 0,-28-4 0,0-1 0,0 0 0,0 0 0,-1 0 0,1 1 0,0-1 0,0 0 0,0 1 0,0-1 0,-1 1 0,1-1 0,0 1 0,1 0 0,-2-1 0,-1 1 0,1-1 0,0 0 0,0 0 0,0 0 0,0 1 0,0-1 0,0 0 0,0 0 0,-1 0 0,1 1 0,0-1 0,0 0 0,0 0 0,0 0 0,-1 0 0,1 0 0,0 1 0,0-1 0,0 0 0,-1 0 0,1 0 0,0 0 0,0 0 0,0 0 0,-1 0 0,1 0 0,0 0 0,0 0 0,-1 0 0,-26 3 0,-11-8 0,16 1 0,1 2 0,0 1 0,-24 1 0,43 0 0,1 0 0,-1 0 0,0 0 0,0 0 0,1 1 0,-1-1 0,1 1 0,-1-1 0,0 1 0,1-1 0,-1 1 0,1 0 0,-1 0 0,1 0 0,0 0 0,-1 0 0,1 0 0,0 0 0,0 0 0,-1 1 0,1-1 0,0 0 0,0 1 0,1-1 0,-1 1 0,-1 2 0,1-2 0,1 1 0,0 0 0,0-1 0,0 1 0,0 0 0,0 0 0,0-1 0,0 1 0,1 0 0,0-1 0,-1 1 0,1-1 0,0 1 0,0-1 0,0 1 0,2 2 0,15 21 61,-14-21-346,0 1 0,0-1-1,0 1 1,3 9 0,-4-6-6541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8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0 290 24575,'45'11'0,"207"46"0,-250-57 0,8 2 0,0 0 0,-1-1 0,1 0 0,0-1 0,15-1 0,-25 1 0,0 0 0,0 0 0,0 0 0,1 0 0,-1 0 0,0 0 0,0 0 0,0 0 0,0 0 0,1 0 0,-1 0 0,0 0 0,0-1 0,0 1 0,0 0 0,0 0 0,1 0 0,-1 0 0,0 0 0,0 0 0,0 0 0,0 0 0,0 0 0,0-1 0,0 1 0,1 0 0,-1 0 0,0 0 0,0 0 0,0 0 0,0-1 0,0 1 0,0 0 0,0 0 0,0 0 0,0 0 0,0 0 0,0-1 0,0 1 0,0 0 0,0 0 0,0 0 0,0 0 0,0-1 0,0 1 0,0 0 0,0 0 0,-8-8 0,-11-4 0,-24-10 0,19 10 0,0-1 0,-33-24 0,53 35 0,1-1 0,0 0 0,0 0 0,0 0 0,0 0 0,1 0 0,-1-1 0,1 1 0,0-1 0,0 1 0,0-1 0,0 0 0,1 0 0,-1 0 0,1 0 0,0 0 0,1 0 0,-1 0 0,1 0 0,-1-1 0,1 1 0,0 0 0,1 0 0,-1 0 0,1-1 0,0 1 0,0 0 0,0 0 0,0 0 0,1 0 0,0 1 0,0-1 0,0 0 0,0 1 0,0-1 0,1 1 0,5-6 0,4-3 0,2 1 0,-1 1 0,1 0 0,0 1 0,1 1 0,0 0 0,1 1 0,-1 1 0,1 0 0,0 1 0,1 0 0,-1 2 0,1 0 0,0 1 0,0 0 0,0 2 0,0 0 0,0 1 0,0 0 0,-1 1 0,1 1 0,18 6 0,-29-7 0,-1 0 0,0 0 0,0 1 0,0-1 0,0 1 0,-1 0 0,1 0 0,-1 1 0,0-1 0,0 1 0,7 8 0,-9-10 0,-1 1 0,1-1 0,-1 1 0,1-1 0,-1 1 0,0-1 0,0 1 0,0 0 0,0 0 0,-1 0 0,1 0 0,-1-1 0,0 1 0,0 0 0,0 0 0,0 0 0,0 0 0,0 0 0,-1 0 0,0 0 0,1-1 0,-1 1 0,-3 5 0,0 1 0,-2 0 0,1 0 0,-1-1 0,-9 9 0,7-8 0,-13 21 0,20-29 0,0 1 0,0 0 0,0-1 0,0 1 0,0 0 0,1 0 0,-1 0 0,1-1 0,-1 1 0,1 0 0,0 0 0,-1 0 0,1 0 0,0 0 0,0 0 0,0 0 0,1 0 0,-1 0 0,0 0 0,1-1 0,0 1 0,-1 0 0,2 3 0,0-2 0,1 0 0,-1 0 0,1-1 0,-1 1 0,1 0 0,0-1 0,0 0 0,0 0 0,0 0 0,0 0 0,5 2 0,6 3 0,1-1 0,0-1 0,0 0 0,20 4 0,-26-7 0,1-1 0,0 0 0,0 0 0,0-1 0,0 0 0,0-1 0,19-4 0,-25 4-80,-1 0 0,1 0-1,0-1 1,-1 1 0,1-1-1,-1 0 1,0 0 0,0 0-1,0-1 1,0 1 0,0-1 0,0 1-1,0-1 1,-1 0 0,1 0-1,3-6 1,-1-2-6746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8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1 24575,'-5'4'0,"1"0"0,-1-1 0,-9 6 0,11-8 0,0 1 0,0 0 0,0 0 0,0 0 0,1 0 0,-1 0 0,0 1 0,1-1 0,0 1 0,0 0 0,-1-1 0,2 1 0,-4 6 0,3-4 0,1-1 0,0 1 0,0 0 0,0 0 0,1 1 0,-1-1 0,1 0 0,0 0 0,1 0 0,-1 0 0,1 0 0,0 0 0,1 0 0,-1 0 0,1 0 0,0-1 0,0 1 0,5 8 0,0-1 0,2 1 0,-1-1 0,1-1 0,1 0 0,14 13 0,-6-9 0,-12-10 0,-1-1 0,1 1 0,8 10 0,-14-15 0,0 1 0,0-1 0,1 0 0,-1 1 0,0-1 0,0 0 0,0 1 0,1-1 0,-1 0 0,0 1 0,0-1 0,0 1 0,0-1 0,0 0 0,0 1 0,0-1 0,0 0 0,0 1 0,0-1 0,0 1 0,0-1 0,0 0 0,0 1 0,-1-1 0,1 0 0,0 1 0,0-1 0,0 0 0,0 1 0,-1-1 0,1 0 0,0 1 0,0-1 0,-1 0 0,1 0 0,0 1 0,0-1 0,-1 0 0,1 0 0,0 1 0,-1-1 0,1 0 0,0 0 0,-1 0 0,1 0 0,-1 0 0,1 1 0,0-1 0,-1 0 0,1 0 0,0 0 0,-1 0 0,1 0 0,-1 0 0,-24 2 0,22-2 0,-61-1-2,43 0-339,0 1 0,-1 0 1,-35 7-1,43-4-6485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49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1 24575,'-1'18'0,"-1"0"0,-1-1 0,0 1 0,-1 0 0,-1-1 0,-1 0 0,-10 23 0,-69 118 0,50-97 0,-18 26 0,29-50 0,1 0 0,-16 42 0,24-45-1365,12-25-5461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0:5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24575,'7'-10'0,"0"1"0,1 0 0,0 1 0,11-10 0,-16 16 0,-1 0 0,1 0 0,-1 1 0,1-1 0,0 1 0,0-1 0,0 1 0,0 0 0,0 0 0,0 0 0,0 1 0,0-1 0,1 1 0,-1-1 0,0 1 0,0 0 0,0 1 0,0-1 0,1 0 0,3 2 0,3 1 0,0 0 0,0 1 0,-1 1 0,1-1 0,-1 1 0,0 1 0,-1 0 0,1 0 0,8 9 0,-14-12 0,0-1 0,-1 1 0,0 0 0,1 0 0,-1 0 0,0 0 0,0 0 0,-1 0 0,1 0 0,-1 1 0,0-1 0,1 1 0,-1-1 0,-1 1 0,1-1 0,0 1 0,-1 0 0,0-1 0,0 1 0,0 0 0,0-1 0,-1 1 0,0-1 0,1 1 0,-1 0 0,0-1 0,-1 0 0,1 1 0,-3 3 0,-47 75 0,29-44 0,-14 28 0,35-65 0,0 1 0,1-1 0,-1 1 0,1-1 0,-1 1 0,1-1 0,-1 1 0,1-1 0,0 1 0,0 0 0,0-1 0,0 1 0,0-1 0,0 1 0,1 0 0,-1-1 0,0 1 0,1-1 0,-1 1 0,1-1 0,-1 1 0,1-1 0,0 0 0,0 1 0,1 1 0,0-2 0,-1 1 0,1-1 0,-1 0 0,1 0 0,0 0 0,0 0 0,-1 0 0,1 0 0,0 0 0,0-1 0,0 1 0,0-1 0,0 0 0,0 1 0,0-1 0,0 0 0,0 0 0,0 0 0,0 0 0,2-1 0,29-4 0,-3 1 0,41-1 0,-58 4-455,-1 0 0,15-3 0,-12 1-6371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17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1338 133 24575,'-123'-20'0,"-154"-3"0,137 16 0,-129-2 0,198 10-638,-122-3-6703,111-5 8536,62 5 641,-31-5 3505,47 6-5406,0 0-1,0 0 1,0-1-1,0 1 1,-6-4-1,10 4 66,-1 1 0,1 0 0,-1 0 0,1-1 0,-1 1 0,1 0 0,-1 0 0,1-1 0,-1 1 0,1 0 0,-1-1 0,1 1 0,-1-1 0,1 1 0,0-1 0,-1 1 0,1-1 0,0 1 0,0-1 0,-1 1 0,1-1 0,0 1 0,0-1 0,0 1 0,0-1 0,-1 0 0,1 1 0,0-1 0,0 1 0,0-1 0,0 1 0,0-1 0,1 0 0,-1 1 0,0-1 0,0 1 0,0-1 0,0 1 0,1-1 0,-1 1 0,0-1 0,0 0 0,1 1 0,-1 0 0,0-1 0,1 1 0,-1-1 0,1 1 0,-1-1 0,1 0 0,2 0 0,-1-1 0,1 0 0,0 1 0,0-1 0,0 1 0,-1 0 0,1 0 0,4-1 0,18-2 0,0 2 0,1 0 0,-1 2 0,1 1 0,26 4 0,4 0 0,536 15-640,-506-20 640,-27-1 0,111 12 0,-167-11 0,-1 1 0,0-1 0,0 1 0,0-1 0,0 1 0,0 0 0,0 0 0,0 0 0,-1 0 0,5 2 0,-6-3 0,0 1 0,0-1 0,0 0 0,0 0 0,1 0 0,-1 1 0,0-1 0,0 0 0,0 0 0,0 0 0,0 1 0,0-1 0,0 0 0,1 0 0,-1 1 0,0-1 0,0 0 0,0 0 0,0 1 0,0-1 0,0 0 0,0 0 0,0 1 0,0-1 0,0 0 0,-1 0 0,1 1 0,0-1 0,0 0 0,0 0 0,0 1 0,-1 0 0,0-1 0,1 1 0,-1 0 0,0-1 0,0 1 0,0-1 0,0 1 0,0-1 0,0 1 0,0-1 0,0 1 0,-1-1 0,-14 4 104,1-1 1,-1-1-1,1-1 0,-19 0 1,-3 1 13,-369 8-404,-1-21-1,325 8-348,-131 11 0,191-5-5713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19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3225 61 24575,'300'-30'0,"-283"29"0,-1-1 0,27-6 0,-41 6 0,-6-1 0,-5-1 0,-14 0 0,1 1 0,-1 0 0,0 2 0,-34 2 0,14 0 0,-1-1 0,-782 21 0,607-6 0,-495 31 0,-98-26 0,773-20 0,-364 9 0,137-4 0,261-4-105,-1-1 0,1-1 0,-1 1 0,1-1 0,-1 0 0,1 0 0,0-1 0,0 1 0,-1-1 0,1 0 0,0-1 0,-7-4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0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1 104 24575,'26'-16'0,"0"1"0,2 1 0,-1 1 0,2 2 0,30-8 0,-43 15 0,1 0 0,0 1 0,0 1 0,0 0 0,1 2 0,-1 0 0,0 1 0,0 0 0,0 1 0,23 7 0,-33-7 0,-1 0 0,1 0 0,-1 1 0,0 0 0,0 0 0,0 0 0,0 1 0,-1 0 0,1 0 0,-1 0 0,0 1 0,-1 0 0,1 0 0,-1 0 0,0 0 0,0 1 0,0 0 0,-1-1 0,0 1 0,0 1 0,0-1 0,-1 0 0,0 1 0,0-1 0,-1 1 0,0 0 0,0-1 0,0 1 0,-1 0 0,0 0 0,0-1 0,-1 1 0,-1 8 0,-5 8 0,0-1 0,-1 1 0,-1-2 0,-13 25 0,9-20 0,-12 18 0,18-35 0,2 1 0,-1-1 0,1 1 0,0 0 0,-6 22 0,11-30 0,-1 0 0,1 0 0,0 0 0,0 0 0,0 0 0,0 1 0,0-1 0,0 0 0,0 0 0,1 0 0,-1 0 0,1 0 0,-1 1 0,1-1 0,0 0 0,0 0 0,0-1 0,0 1 0,0 0 0,0 0 0,1 0 0,-1-1 0,1 1 0,-1-1 0,1 1 0,0-1 0,-1 0 0,1 1 0,0-1 0,0 0 0,0 0 0,2 1 0,7 2 0,-1-1 0,1 0 0,0 0 0,22 2 0,-23-4 0,4 1-114,-1 0 1,1-2-1,0 1 0,-1-2 0,1 0 1,-1 0-1,1-1 0,-1-1 0,1 0 1,-1-1-1,21-9 0,-24 7-6712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0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 24575,'-30'2'0,"-14"1"0,-2 0 0,4 0 0,6-1 0,8-1 0,6-1 0,4 1 0,2-1 0,2 0 0,1-1 0,0 1 0,0 0 0,2 0-8191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0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15 24575,'0'18'0,"-1"0"0,-1 0 0,-7 33 0,7-44 0,0 0 0,0-1 0,-1 1 0,1-1 0,-1 1 0,-1-1 0,1 0 0,-1 0 0,0 0 0,-1-1 0,0 1 0,-9 8 0,11-12 0,-1 0 0,0 0 0,1-1 0,-1 1 0,0-1 0,0 0 0,0 0 0,0 0 0,0 0 0,0-1 0,0 0 0,0 1 0,0-2 0,0 1 0,-6-1 0,0 0 0,0-1 0,1-1 0,-1 1 0,1-1 0,-11-6 0,13 5 0,0 0 0,0 0 0,1-1 0,0 0 0,0 0 0,0-1 0,0 0 0,1 0 0,0 0 0,-7-12 0,9 13 0,1 1 0,0-1 0,0 1 0,0-1 0,1 0 0,-1 1 0,1-1 0,-1-6 0,2 8 0,0 0 0,0 0 0,0-1 0,1 1 0,-1 0 0,1 0 0,-1 0 0,1 0 0,0 0 0,0 1 0,1-1 0,-1 0 0,0 0 0,3-2 0,-1 2 7,-1 0-1,1-1 0,1 2 0,-1-1 1,0 0-1,1 1 0,-1 0 1,1-1-1,0 1 0,-1 1 1,1-1-1,0 1 0,0-1 0,0 1 1,0 0-1,1 0 0,-1 1 1,5-1-1,5 1-303,0 0 0,0 0 0,0 2 0,16 2 0,-15-1-6529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1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24575,'0'14'0,"1"0"0,0 0 0,1 0 0,1 0 0,0 0 0,6 14 0,-1-8 0,1-1 0,0 0 0,17 23 0,45 65 0,-65-99 0,15 22 0,-20-27 0,1-1 0,-1 1 0,0 0 0,0-1 0,0 1 0,0 0 0,0 0 0,0 0 0,-1 3 0,-1 3-1365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1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98 24575,'27'-2'0,"12"-2"0,1-1 0,-4-1 0,-5-1 0,-6-3 0,-6-1 0,-5-2 0,-5 0 0,-3-2 0,-3 3-8191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1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24575,'5'22'0,"4"12"0,3 6 0,4 0 0,2-1 0,1-3 0,-1-5 0,-1-2 0,-1-2 0,-1-3 0,0 0 0,0-3 0,-1-1 0,-2-2 0,-1-2 0,-2-1 0,-3-3-8191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2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1630 59 24575,'0'0'0,"1"0"0,-1-1 0,0 1 0,0 0 0,0 0 0,0 0 0,0 0 0,1 0 0,-1-1 0,0 1 0,0 0 0,0 0 0,0 0 0,0-1 0,0 1 0,0 0 0,0 0 0,0 0 0,1-1 0,-1 1 0,0 0 0,0 0 0,0-1 0,0 1 0,0 0 0,0 0 0,0 0 0,-1-1 0,1 1 0,0 0 0,0 0 0,0 0 0,0-1 0,0 1 0,0 0 0,-8-4 0,-13 1 0,21 3 0,-71-2 0,-84 10 0,12 0 0,-466-7 0,312-2 0,225-2 0,-1-2 0,-71-16 0,143 21 0,-22-5 0,23 5 0,-1 0 0,0 0 0,0 0 0,1 0 0,-1 0 0,0-1 0,1 1 0,-1 0 0,0-1 0,1 1 0,-1 0 0,0-1 0,1 1 0,-1-1 0,1 1 0,-1-1 0,1 1 0,-1-1 0,1 1 0,-1-1 0,1 1 0,-1-1 0,1-1 0,0 2 0,0-1 0,1 0 0,-1 1 0,1-1 0,-1 0 0,1 1 0,-1-1 0,1 1 0,-1-1 0,1 1 0,0-1 0,-1 1 0,1-1 0,0 1 0,-1 0 0,1-1 0,0 1 0,0 0 0,-1-1 0,1 1 0,0 0 0,0 0 0,0 0 0,0 0 0,25-3 0,-22 3 0,61-2 0,79 10 0,-75-4 0,607 47-848,-364-19 830,-151-15 3,-106-10 7,29 3 9,-82-10 9,-1 0 0,0 0 0,0 0 0,0 0 0,1 0 0,-1 0 0,0 0 0,0 0-1,1 0 1,-1-1 0,0 1 0,0 0 0,1-1 0,-2 0 0,0 1 0,0 0 0,0-1-1,0 1 1,0 0 0,0 0 0,0-1 0,0 1 0,0 0-1,0-1 1,0 1 0,0 0 0,-1 0 0,1-1 0,0 1 0,0 0-1,0 0 1,0-1 0,-1 1 0,1 0 0,0 0 0,0 0-1,-1 0 1,1-1 0,0 1 0,0 0 0,-1 0 0,1 0 0,0 0-1,-1 0 1,-31-14 434,-8 4-444,1 2 0,-2 2 0,-42-1 0,-123 5 0,-19 0 0,-394-11 0,457 14 0,143-1-273,1-1 0,0 0 0,0-2 0,-35-8 0,41 7-6553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1:56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886 87 24575,'322'-58'0,"1"31"0,-313 27 0,2-1 0,0 1 0,16 1 0,-27-1 0,-1 0 0,0 0 0,1 0 0,-1 0 0,0 0 0,1 0 0,-1 0 0,0 0 0,0 0 0,1 0 0,-1 0 0,0 0 0,1 0 0,-1 0 0,0 0 0,0 0 0,1 1 0,-1-1 0,0 0 0,0 0 0,1 0 0,-1 0 0,0 1 0,0-1 0,1 0 0,-1 0 0,0 1 0,0-1 0,0 0 0,-7 5 0,-18 3 0,24-8 0,-52 13 0,-1-3 0,-55 3 0,-113-3 0,116-7 0,-504-7 0,274-1 0,267 5 0,94-9 0,78-3 0,132 1 0,-93 7 0,815 10-1066,-943-5 1066,-4-1 0,-1 0 0,0 1 0,1 1 0,-1 0 0,10 3 0,-20-5 8,1 0 0,0 0 0,0 0 0,0 0 1,-1 0-1,1 0 0,0 0 0,0 0 0,0 0 1,0 0-1,-1 0 0,1 1 0,0-1 0,0 0 1,0 0-1,0 0 0,0 0 0,0 0 0,-1 1 1,1-1-1,0 0 0,0 0 0,0 0 0,0 0 1,0 1-1,0-1 0,0 0 0,0 0 0,0 0 1,0 1-1,0-1 0,0 0 0,0 0 0,0 0 1,0 1-1,0-1 0,0 0 0,0 0 0,0 0 1,0 0-1,0 1 0,0-1 0,0 0 1,1 0-1,-1 0 0,0 0 0,0 1 0,0-1 1,0 0-1,0 0 0,0 0 0,1 0 0,-1 0 1,0 0-1,0 1 0,0-1 0,0 0 0,1 0 1,-1 0-1,0 0 0,0 0 0,0 0 0,0 0 1,1 0-1,-17 5 525,-52 5-533,-77 0 0,-71-9 0,131-1 0,-681-1 0,655 9 0,15-1 0,90-7-273,0 0 0,0 1 0,0 0 0,-9 3 0,6-1-6553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24575,'1'-6'0,"0"0"0,1 0 0,0 0 0,0 0 0,0 0 0,6-9 0,-7 14 0,-1 0 0,1 0 0,-1 0 0,1 0 0,0 1 0,-1-1 0,1 0 0,0 0 0,0 0 0,-1 0 0,1 1 0,0-1 0,0 1 0,0-1 0,0 0 0,0 1 0,0-1 0,0 1 0,0 0 0,1-1 0,-1 1 0,0 0 0,0 0 0,0 0 0,0 0 0,0 0 0,0 0 0,1 0 0,-1 0 0,0 0 0,0 0 0,0 1 0,0-1 0,0 0 0,0 1 0,0-1 0,0 1 0,0-1 0,0 1 0,0-1 0,0 1 0,0 0 0,1 1 0,4 4 0,0 1 0,-1 0 0,0 0 0,0 1 0,-1-1 0,0 1 0,0 0 0,3 10 0,3 5 0,156 271 0,-117-215 0,213 313 0,-212-324 0,76 81 0,-126-148 0,1-1 0,-1 1 0,0-1 0,1 1 0,-1-1 0,0 0 0,1 1 0,-1-1 0,1 1 0,-1-1 0,1 0 0,-1 0 0,1 1 0,-1-1 0,1 0 0,-1 0 0,1 0 0,-1 1 0,1-1 0,-1 0 0,1 0 0,-1 0 0,1 0 0,-1 0 0,1 0 0,-1 0 0,1 0 0,-1 0 0,1 0 0,0-1 0,-1 1 0,1 0 0,-1 0 0,1 0 0,-1-1 0,0 1 0,1 0 0,-1 0 0,1-1 0,-1 1 0,1-1 0,-1 1 0,0 0 0,1-1 0,2-3 0,-1 0 0,1-1 0,-1 1 0,2-8 0,7-11 0,5 7 0,-16 16 0,0 0 0,0 0 0,0-1 0,1 1 0,-1 0 0,0 0 0,0 0 0,1 0 0,-1 0 0,0 0 0,1-1 0,-1 1 0,0 0 0,1 0 0,-1 0 0,0 0 0,0 0 0,1 0 0,-1 0 0,0 0 0,1 0 0,-1 0 0,0 0 0,1 1 0,-1-1 0,0 0 0,1 1 0,-1-1 0,0 1 0,1-1 0,-1 1 0,0-1 0,0 1 0,0-1 0,1 1 0,-1-1 0,0 1 0,0-1 0,0 1 0,0 0 0,0-1 0,0 1 0,0-1 0,0 1 0,-1 9 0,2 0 0,-1 0 0,1 0 0,1 0 0,0 0 0,0 0 0,1-1 0,0 1 0,1-1 0,5 10 0,-5-12 0,-2-3 0,0 0 0,0 0 0,0 0 0,2 8 0,-4-11 0,0-1 0,0 1 0,1 0 0,-1-1 0,0 1 0,0 0 0,0-1 0,0 1 0,0 0 0,-1-1 0,1 1 0,0 0 0,0-1 0,0 1 0,-1-1 0,1 1 0,0 0 0,0-1 0,-1 1 0,1-1 0,-1 1 0,1-1 0,0 1 0,-1-1 0,1 1 0,-1-1 0,1 1 0,-1-1 0,0 1 0,1-1 0,-1 0 0,1 0 0,-1 1 0,0-1 0,1 0 0,-1 0 0,1 1 0,-2-1 0,-3 1 0,0-1 0,1 1 0,-1-1 0,0 0 0,0-1 0,1 1 0,-1-1 0,-5-1 0,-40-13 0,30 8 0,-184-58 0,181 58-1365,5 0-5461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4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2 24575,'-100'-1'0,"-104"2"0,202-1 0,0 1 0,0-1 0,-1 0 0,1 0 0,0 1 0,0-1 0,0 1 0,0 0 0,1-1 0,-1 1 0,0 0 0,0 0 0,0 0 0,1 0 0,-1 1 0,0-1 0,1 0 0,-1 1 0,1-1 0,-1 1 0,-1 3 0,2-3 0,0 0 0,1 0 0,-1 0 0,1 0 0,-1 0 0,1 1 0,0-1 0,0 0 0,0 0 0,0 0 0,0 0 0,0 1 0,1-1 0,-1 0 0,1 0 0,-1 0 0,1 0 0,0 0 0,0 0 0,2 4 0,2 2 0,1 0 0,0 0 0,1 0 0,0-1 0,0 0 0,0 0 0,1 0 0,0-1 0,0-1 0,15 8 0,-2-1 0,1-2 0,1-1 0,28 8 0,-41-14 0,1 0 0,-1-1 0,1 0 0,0-1 0,-1 0 0,16-1 0,-24 0 0,1 0 0,0 0 0,-1-1 0,1 1 0,-1-1 0,1 0 0,-1 0 0,1 0 0,-1 0 0,1 0 0,-1-1 0,0 1 0,0-1 0,0 1 0,0-1 0,0 0 0,0 0 0,0 0 0,0 0 0,-1 0 0,1 0 0,-1 0 0,0 0 0,1-1 0,-1 1 0,0-1 0,0 1 0,-1-1 0,1 1 0,0-6 0,0 4 0,-1-1 0,0 1 0,0-1 0,0 1 0,0-1 0,-1 1 0,0 0 0,-2-8 0,-15-33 0,10 28 0,15 25 0,0 1 0,11 9 0,6 7 0,1 4-1365,-15-19-5461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5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101 728 24575,'16'-6'0,"8"-2"0,39-20 0,-57 25 0,0-1 0,0 1 0,-1-1 0,1 0 0,-1 0 0,0-1 0,-1 0 0,1 0 0,-1 0 0,0 0 0,6-10 0,-8 10 0,0 0 0,-1 0 0,0 0 0,1 0 0,-2-1 0,1 1 0,-1 0 0,0 0 0,0-1 0,0 1 0,-1 0 0,1 0 0,-1 0 0,-1-1 0,-2-8 0,-4-7 0,-1 1 0,-16-27 0,22 42 0,-151-254 0,145 245 0,-40-60 0,48 74 0,1 0 0,0-1 0,0 1 0,0 0 0,0-1 0,-1 1 0,1 0 0,0-1 0,0 1 0,0 0 0,-1 0 0,1-1 0,0 1 0,-1 0 0,1 0 0,0 0 0,-1 0 0,1-1 0,0 1 0,0 0 0,-1 0 0,1 0 0,-1 0 0,1 0 0,0 0 0,-1 0 0,1 0 0,0 0 0,-1 0 0,0 0 0,-2 10 0,3 16 0,5 4 0,1 0 0,1-1 0,19 50 0,-18-61 0,0-2 0,1 1 0,0-1 0,1 0 0,1-1 0,1-1 0,18 19 0,-15-18 0,1 0 0,0-2 0,1 1 0,1-2 0,0-1 0,1 0 0,0-1 0,0-1 0,1-1 0,0 0 0,1-2 0,28 6 0,-44-11 0,0-1 0,0 1 0,0-1 0,0 0 0,0 0 0,0-1 0,-1 1 0,1-1 0,0 0 0,0-1 0,-1 1 0,1-1 0,0 0 0,-1 0 0,7-4 0,-8 3 0,1 1 0,-1-1 0,0 0 0,0-1 0,0 1 0,0 0 0,0-1 0,-1 0 0,0 1 0,0-1 0,0 0 0,0 0 0,0-1 0,-1 1 0,0 0 0,0 0 0,1-7 0,-1-3 0,0 1 0,-1-1 0,-1 0 0,0 1 0,-1-1 0,0 1 0,-8-24 0,-39-90 0,28 79 0,7 15 0,-1 0 0,-2 1 0,-24-36 0,39 66 0,1 0 0,0 1 0,-1-1 0,0 0 0,1 0 0,-1 1 0,0-1 0,0 1 0,-2-2 0,4 3 0,-1 0 0,1 0 0,0 0 0,0 0 0,-1 0 0,1-1 0,0 1 0,-1 0 0,1 0 0,0 0 0,-1 0 0,1 0 0,0 0 0,-1 0 0,1 0 0,0 1 0,0-1 0,-1 0 0,1 0 0,0 0 0,-1 0 0,1 0 0,0 0 0,0 1 0,-1-1 0,1 0 0,0 0 0,-1 1 0,0 0 0,1 0 0,-1 0 0,1 0 0,0 0 0,-1 0 0,1 0 0,0 0 0,-1 0 0,1 0 0,0 0 0,0 2 0,-1 14 0,1 0 0,1 0 0,0 0 0,1-1 0,1 1 0,8 27 0,1-8 0,31 65 0,-35-85 0,1-1 0,1 1 0,0-2 0,1 0 0,0 0 0,1 0 0,1-2 0,0 0 0,0 0 0,2-1 0,-1-1 0,1 0 0,1-1 0,-1-1 0,2 0 0,-1-1 0,1-1 0,0 0 0,0-2 0,19 4 0,-34-8 0,25 5 0,0-2 0,0 0 0,35-3 0,-55 0 0,1-1 0,-1 0 0,1 0 0,-1-1 0,0 0 0,0 0 0,1-1 0,-2 0 0,1 0 0,0 0 0,-1-1 0,1 0 0,-1-1 0,0 1 0,0-1 0,9-10 0,-13 12 0,0 0 0,0 0 0,0 0 0,0 0 0,-1 0 0,0-1 0,1 1 0,-1 0 0,0-1 0,-1 1 0,1-1 0,0 1 0,-1-1 0,0 1 0,0-1 0,0 1 0,0-1 0,-1 1 0,1-1 0,-1 1 0,0-1 0,0 1 0,0 0 0,-1-1 0,1 1 0,-1 0 0,1 0 0,-1 0 0,-3-3 0,3 3 0,0 0 0,-1 0 0,1 0 0,-1 0 0,0 0 0,0 1 0,0 0 0,0-1 0,0 1 0,-1 0 0,1 1 0,-1-1 0,1 0 0,-1 1 0,1 0 0,-1 0 0,0 0 0,0 0 0,0 1 0,1-1 0,-1 1 0,0 0 0,0 0 0,0 1 0,0-1 0,-6 2 0,8-1 0,-1 0 0,0 0 0,1 1 0,-1-1 0,1 1 0,-1-1 0,1 1 0,0 0 0,0 0 0,0 0 0,0 0 0,0 0 0,0 0 0,0 1 0,1-1 0,-1 0 0,1 1 0,-1-1 0,1 1 0,0 0 0,0 0 0,0-1 0,1 1 0,-1 0 0,1 0 0,0 0 0,-1 0 0,1-1 0,0 1 0,1 3 0,-1 1 0,1 0 0,0-1 0,1 1 0,-1 0 0,1-1 0,0 1 0,1-1 0,-1 0 0,1 0 0,1 0 0,6 10 0,-1-7 0,-1 0 0,1-1 0,0 0 0,1 0 0,0-1 0,0 0 0,0-1 0,1 0 0,0-1 0,0 0 0,15 4 0,-11-4 0,-1-2 0,1 0 0,0-1 0,0 0 0,1-1 0,-1-1 0,0 0 0,26-4 0,-32 1-73,-1 1 0,1-1 0,0 0 0,-1-1 0,0 0 0,0-1 0,0 1 0,0-1 0,-1-1 0,8-6 0,-8 6-489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6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1 229 24575,'26'15'0,"48"35"0,-20-11 0,-49-36 0,-1 0 0,1-1 0,-1 1 0,1-1 0,0 0 0,0 0 0,0-1 0,7 2 0,-10-3 0,0 0 0,-1 0 0,1 0 0,0 0 0,-1 0 0,1 0 0,0 0 0,0-1 0,-1 1 0,1-1 0,-1 1 0,1-1 0,0 0 0,-1 0 0,1 0 0,-1 0 0,0 0 0,1 0 0,-1 0 0,0 0 0,1 0 0,-1 0 0,0-1 0,0 1 0,0-1 0,0 1 0,0-1 0,0-2 0,2-2 0,0-1 0,-1 0 0,0 0 0,-1 0 0,0 0 0,0 0 0,0 0 0,-1-1 0,0 1 0,0 0 0,-2-10 0,-3-10 0,-12-42 0,15 63 0,-39-101 0,41 105 0,-1 1 5,1 0-1,-1-1 1,1 1 0,-1 0-1,0 0 1,0-1-1,1 1 1,-1 0 0,0 0-1,0 0 1,0 0 0,0 0-1,0 0 1,-1 0-1,1 0 1,0 0 0,0 1-1,-1-1 1,1 0-1,0 1 1,-1-1 0,1 1-1,0-1 1,-1 1-1,-1 0 1,2 0-64,-1 0-1,1 0 1,-1 1-1,1-1 1,0 1 0,-1-1-1,1 1 1,0-1-1,-1 1 1,1 0 0,0 0-1,0 0 1,0 0-1,0 0 1,0 0 0,0 0-1,0 0 1,0 0-1,0 0 1,0 0 0,0 1-1,1-1 1,-1 0-1,0 3 1,-4 7-6767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24575,'9'10'0,"4"6"0,2 2 0,1 1 0,0-1 0,-3 0 0,0-2 0,-1-2 0,0-3 0,-2 1 0,0-3 0,1-2 0,-2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6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24575,'7'0'0,"3"2"0,2 4 0,-2 5 0,1 4 0,-2 1 0,1 1 0,-3-3-8191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6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40 24575,'-3'-1'0,"-20"-10"0,-29-8 0,46 17 0,0 0 0,0 1 0,0 0 0,0 0 0,0 0 0,0 1 0,0 0 0,-1 0 0,1 1 0,-9 1 0,14-2 0,0 0 0,0 1 0,0-1 0,-1 1 0,1-1 0,0 1 0,0-1 0,0 1 0,0 0 0,0 0 0,1-1 0,-1 1 0,0 0 0,0 0 0,0 0 0,1 0 0,-1 0 0,0 0 0,1 0 0,-1 0 0,1 0 0,-1 0 0,1 0 0,0 0 0,-1 0 0,1 1 0,0-1 0,0 0 0,0 0 0,0 0 0,0 0 0,0 1 0,0-1 0,0 0 0,0 0 0,1 0 0,-1 0 0,0 1 0,1-1 0,0 1 0,1 4 0,1 0 0,0 0 0,0 0 0,0 0 0,7 9 0,-2-6 0,-1 0 0,1 0 0,1-1 0,-1 0 0,1 0 0,20 12 0,-26-18 0,0-1 0,0 1 0,0 0 0,1-1 0,-1 0 0,0 0 0,1 0 0,-1 0 0,0 0 0,1-1 0,-1 0 0,1 0 0,-1 1 0,1-2 0,-1 1 0,1 0 0,-1-1 0,0 0 0,1 0 0,-1 0 0,0 0 0,1 0 0,-1 0 0,0-1 0,0 0 0,0 0 0,5-4 0,-7 5 0,1-1 0,0 0 0,-1 0 0,1 0 0,-1 0 0,0-1 0,1 1 0,-1 0 0,0 0 0,-1-1 0,1 1 0,0-1 0,-1 1 0,1-4 0,0-4 0,0 1 0,-2-13 0,24 69 0,-20-43-94,-1 2-64,2 0-1,-1-1 0,0 1 0,1-1 0,0 0 0,0 0 0,7 6 0,-1-4-6667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7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24575,'22'29'0,"10"20"0,4 9 0,1 2 0,-3 0 0,-3-2 0,-1-2 0,-4-2 0,-4-6 0,0-4 0,-2-4 0,-4-7 0,-2-3 0,-2-6 0,-2-3 0,-1-6 0,-1-2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7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0 169 24575,'49'31'0,"1"-2"0,62 27 0,-102-53 0,0 1 0,0-1 0,1-1 0,-1 0 0,1-1 0,-1 0 0,1 0 0,0-1 0,-1 0 0,1-1 0,-1-1 0,18-3 0,-21 3 0,0-1 0,1 1 0,-1-1 0,0-1 0,0 1 0,0-1 0,-1 0 0,1-1 0,-1 1 0,0-1 0,0-1 0,-1 1 0,0-1 0,0 0 0,0 0 0,0 0 0,5-12 0,-6 11 0,-1-1 0,0 1 0,-1 0 0,0-1 0,0 0 0,0 1 0,-1-1 0,0 0 0,-1 0 0,0 0 0,-1-9 0,1 12 0,-1-1 0,-1 1 0,1 0 0,-1 0 0,1 0 0,-2 0 0,1 0 0,0 0 0,-1 1 0,0-1 0,0 1 0,0-1 0,-1 1 0,0 0 0,1 1 0,-1-1 0,-6-4 0,8 7 0,0-1 0,-1 1 0,1-1 0,0 1 0,-1 0 0,1 0 0,-1 0 0,1 0 0,-1 1 0,0-1 0,1 1 0,-1-1 0,0 1 0,1 0 0,-1 0 0,-5 0 0,6 1 0,0 0 0,0-1 0,0 1 0,1 0 0,-1 0 0,0 0 0,0 0 0,0 0 0,1 1 0,-1-1 0,1 0 0,-1 1 0,1-1 0,0 1 0,-1 0 0,1-1 0,0 1 0,0 0 0,0 0 0,0 0 0,0-1 0,0 5 0,-2 4 0,1 0 0,0-1 0,1 1 0,0 1 0,0-1 0,2 16 0,1-7 0,0 0 0,9 30 0,-8-38 0,1 0 0,1-1 0,0 1 0,1-1 0,0 0 0,0 0 0,1 0 0,0-1 0,0 0 0,1-1 0,10 8 0,-12-11 0,0 0 0,0-1 0,0 0 0,1 0 0,-1-1 0,1 1 0,14 3 0,-16-6 0,0 1 0,0-2 0,0 1 0,0-1 0,0 0 0,1 0 0,-1 0 0,0 0 0,0-1 0,0 0 0,-1 0 0,10-3 0,-3-2-1365,-1-1-5461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7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46 393 24575,'0'21'0,"1"-1"0,1 1 0,1-1 0,1 0 0,1 0 0,0 0 0,2 0 0,0-1 0,1 0 0,16 27 0,-21-42 0,0 1 0,0-1 0,1 0 0,0 0 0,0 0 0,0-1 0,0 1 0,5 2 0,-8-5 0,0 0 0,0-1 0,0 1 0,0-1 0,1 1 0,-1-1 0,0 1 0,0-1 0,0 0 0,1 1 0,-1-1 0,0 0 0,0 0 0,0 0 0,1 0 0,-1 0 0,0-1 0,0 1 0,1 0 0,-1 0 0,0-1 0,0 1 0,0-1 0,0 1 0,0-1 0,0 1 0,0-1 0,0 0 0,0 1 0,0-1 0,0 0 0,0 0 0,0 0 0,0 0 0,-1 0 0,1 0 0,0 0 0,-1 0 0,1 0 0,0-2 0,2-3 0,-1 1 0,0-1 0,0-1 0,0 1 0,-1 0 0,0 0 0,0-1 0,-1 1 0,1-8 0,-2-10 0,-5-25 0,6 43 0,-5-22 0,-1-1 0,-14-39 0,-27-55 0,29 80 0,-84-178 0,100 218 0,2 4 0,4 11 0,9 18 0,185 300 0,-74-155-1365,-117-165-5461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8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24575,'0'12'0,"2"7"0,1 2 0,3 0 0,0 0 0,1-3 0,2 0 0,3-2 0,0-4 0,0-1 0,-1-2 0,-2-5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8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24575,'12'9'0,"7"7"0,2 2 0,0 1 0,-3-1 0,-3 0 0,-3-1 0,-2-2 0,-2 0 0,0-2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9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0 24575,'-9'4'0,"-1"0"0,0 1 0,1-1 0,0 2 0,0-1 0,1 2 0,-14 11 0,17-13 0,0 0 0,0 1 0,1-1 0,0 1 0,0 0 0,0 0 0,1 1 0,0-1 0,0 1 0,1-1 0,0 1 0,-2 10 0,2-1-29,1 0 1,0 1-1,1-1 0,1 0 0,1 1 0,0-1 1,1 0-1,9 29 0,7 9-130,30 60 1,-37-88 148,14 31 10,44 91 0,-52-116 0,0 0 0,35 42 0,-51-71 28,20 20 605,-22-22-693,1 0 0,0 0 0,0-1 0,0 1 0,0 0 0,-1-1 0,1 1 0,0-1 0,0 1 0,0-1 0,0 1 0,1-1 0,-1 0 0,0 1 0,0-1 0,0 0 0,0 0 0,0 0 0,0 0 0,0 0 0,0 0 0,1 0 0,0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2:5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4 24575,'-7'-3'0,"-5"2"0,-6 1 0,-2 1 0,1 2 0,-3 1 0,1 0 0,-1 1 0,3 0-8191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1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 24575,'-9'0'0,"-24"0"0,0 0 0,0 2 0,0 2 0,-34 8 0,63-11 0,0 0 0,0 0 0,-1 1 0,2 0 0,-1 0 0,0 0 0,0 0 0,1 1 0,-1-1 0,1 1 0,0 0 0,0 0 0,0 0 0,0 1 0,-3 4 0,4-6 0,1 1 0,0 0 0,0-1 0,0 1 0,0 0 0,0 0 0,1 0 0,-1 0 0,1 0 0,0 0 0,-1 0 0,1 0 0,1 0 0,-1 0 0,0-1 0,1 1 0,0 0 0,-1 0 0,1 0 0,0 0 0,1 0 0,2 4 0,-1-1 0,2 1 0,-1-1 0,1 0 0,0-1 0,0 1 0,1-1 0,-1 0 0,12 7 0,5 2 0,29 13 0,-17-9 0,23 11 0,21 11 0,-77-39 0,1 0 0,-1 0 0,1 0 0,-1 0 0,0 0 0,0 0 0,0 0 0,0 0 0,0 0 0,0 1 0,0-1 0,0 0 0,0 1 0,0-1 0,-1 1 0,1 1 0,0-3 0,-1 1 0,0 0 0,-1 0 0,1 0 0,0 0 0,0-1 0,0 1 0,0 0 0,-1 0 0,1 0 0,0-1 0,-1 1 0,1 0 0,0 0 0,-1-1 0,1 1 0,-1 0 0,1-1 0,-1 1 0,0 0 0,1-1 0,-1 1 0,0-1 0,1 1 0,-1-1 0,0 0 0,0 1 0,1-1 0,-1 0 0,0 1 0,0-1 0,-1 0 0,-10 5 0,-1-1 0,0-1 0,-1 0 0,1-1 0,-16 0 0,-71-2 0,53-1 0,43 1-108,-21-2 350,24 2-284,1 0 0,-1 0 1,0-1-1,1 1 0,-1 0 1,1 0-1,-1 0 1,1-1-1,-1 1 0,1 0 1,-1 0-1,1-1 0,-1 1 1,1-1-1,-1 1 1,1 0-1,-1-1 0,1 1 1,0-1-1,-1 1 0,1-1 1,0 1-1,0-1 1,-1 1-1,1-1 0,0 1 1,0-1-1,0 0 0,-1 1 1,1-1-1,0 1 0,0-1 1,0 1-1,0-1 1,0-1-1,3-6-6784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2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79 24575,'-21'-2'0,"8"0"0,0 0 0,0 1 0,0 1 0,0 1 0,-21 2 0,32-3 0,1 1 0,-1-1 0,1 0 0,0 1 0,-1-1 0,1 1 0,0-1 0,0 1 0,-1-1 0,1 1 0,0 0 0,0 0 0,0 0 0,0 0 0,0 0 0,0 0 0,0 0 0,0 0 0,0 0 0,0 0 0,0 0 0,1 0 0,-1 1 0,0 1 0,1-1 0,0 0 0,0-1 0,0 1 0,0 0 0,0-1 0,0 1 0,1 0 0,-1-1 0,1 1 0,-1-1 0,1 1 0,-1-1 0,1 1 0,0-1 0,0 1 0,0-1 0,0 0 0,0 1 0,0-1 0,2 2 0,8 7 0,0-1 0,1 0 0,0 0 0,0-1 0,1-1 0,0 0 0,0-1 0,1 0 0,0-1 0,0 0 0,0-1 0,0-1 0,1 0 0,-1-1 0,1-1 0,0 0 0,-1-1 0,26-3 0,-39 3 0,0 0 0,0 0 0,0 0 0,0-1 0,1 1 0,-1 0 0,0 0 0,0-1 0,0 1 0,0-1 0,0 1 0,0-1 0,0 1 0,0-1 0,0 0 0,0 1 0,0-1 0,0 0 0,-1 0 0,1 1 0,0-1 0,-1 0 0,2-1 0,-2 0 0,1 1 0,-1-1 0,0 1 0,0-1 0,0 1 0,0 0 0,0-1 0,0 1 0,0-1 0,0 1 0,-1-1 0,1 1 0,-1 0 0,1-1 0,-2-1 0,-2-5 0,0 1 0,-1 0 0,1 0 0,-13-13 0,0 1 0,10 10 0,-1 0 0,0 0 0,-1 1 0,-14-11 0,21 19 0,6 5 0,6 7 0,2-1 0,1 1 0,0-2 0,1 1 0,0-2 0,1 0 0,0-1 0,0 0 0,1-1 0,0-1 0,0-1 0,1 0 0,-1-1 0,1 0 0,0-2 0,26 2 0,-37-4 0,0 0 0,0 0 0,0-1 0,0 1 0,0-1 0,-1 0 0,10-3 0,-13 3 0,0-1 0,0 1 0,0 0 0,0 0 0,0-1 0,0 1 0,0-1 0,0 0 0,-1 0 0,1 1 0,-1-1 0,1 0 0,-1 0 0,0-1 0,1 1 0,-1 0 0,0 0 0,-1 0 0,1-1 0,1-4 0,-1 1 0,0 0 0,-1 1 0,1-1 0,-1 0 0,0 0 0,-1 0 0,-1-10 0,-14-39 0,13 47 0,3 7 0,0 1 0,0 0 0,0 0 0,0 0 0,0 0 0,-1 0 0,1 0 0,0 0 0,0 0 0,0 0 0,0 0 0,0-1 0,0 1 0,0 0 0,0 0 0,0 0 0,0 0 0,0 0 0,0 0 0,0 0 0,0 0 0,0 0 0,0-1 0,0 1 0,0 0 0,0 0 0,0 0 0,0 0 0,0 0 0,1 0 0,-1 0 0,0 0 0,0 0 0,0 0 0,0-1 0,0 1 0,0 0 0,0 0 0,0 0 0,0 0 0,0 0 0,0 0 0,0 0 0,1 0 0,-1 0 0,0 0 0,0 0 0,0 0 0,0 0 0,0 0 0,0 0 0,0 0 0,0 0 0,1 0 0,7 3 0,12 10 0,-16-11 0,-4-2 0,17 12 0,0-2 0,30 13 0,-42-21 0,-1 0 0,1 0 0,0-1 0,-1 0 0,1 0 0,0 0 0,0 0 0,0-1 0,-1 0 0,1 0 0,0 0 0,0-1 0,0 1 0,0-1 0,-1 0 0,10-4 0,-13 4 0,1 0 0,0 0 0,0 0 0,-1 0 0,1 0 0,-1-1 0,1 1 0,-1-1 0,0 1 0,1-1 0,-1 0 0,0 1 0,0-1 0,1-2 0,7-28 0,-3 9 0,-6 23 0,1-1 0,-1 0 0,0 1 0,1-1 0,-1 1 0,0-1 0,1 1 0,-1-1 0,1 1 0,-1-1 0,1 1 0,-1-1 0,1 1 0,-1 0 0,1-1 0,-1 1 0,1 0 0,0 0 0,-1-1 0,1 1 0,-1 0 0,1 0 0,0 0 0,-1 0 0,1 0 0,0-1 0,-1 1 0,1 0 0,0 1 0,-1-1 0,1 0 0,0 0 0,24 8 0,-15-4 0,9 0 0,0-1 0,1-1 0,-1-1 0,0 0 0,21-3 0,0 1 0,-15-2-1365,-15 0-5461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2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48 220 24575,'56'129'0,"-35"-75"0,33 57 0,-45-94 0,22 33 0,-26-45 0,-5-12 0,-7-13 0,-15-25 0,-45-68 0,3 7 0,52 85 0,2-1 0,1 0 0,-8-26 0,12 29 0,-4-29 0,8 40 0,1 0 0,-1 0 0,2 0 0,-1-1 0,1 1 0,2-11 0,-2 17 0,-1 0 0,1 0 0,0 0 0,0 0 0,0 0 0,0 0 0,0 1 0,1-1 0,-1 0 0,1 0 0,-1 1 0,1-1 0,-1 1 0,1-1 0,2 0 0,0-1 0,0 1 0,0 0 0,0 1 0,1-1 0,-1 1 0,0 0 0,6-1 0,1 0 0,1 1 0,0 1 0,0 0 0,22 3 0,-13 0 0,0 2 0,28 9 0,-38-10 0,0 0 0,-1 1 0,0 0 0,1 1 0,-2 0 0,11 8 0,-19-13 0,1 0 0,-1 0 0,0 0 0,1 0 0,-1 0 0,0 1 0,0-1 0,0 1 0,0-1 0,0 1 0,0-1 0,-1 1 0,1-1 0,0 1 0,-1 0 0,1-1 0,-1 1 0,0 0 0,1 0 0,-1 2 0,0-1 0,-1-1 0,1 0 0,-1 0 0,0 0 0,0 0 0,0-1 0,0 1 0,0 0 0,0 0 0,0 0 0,0-1 0,-1 1 0,1-1 0,-3 3 0,-4 2 0,1-1 0,-1 0 0,0 0 0,0-1 0,0 0 0,-15 5 0,-40 9-1365,34-10-5461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3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119 671 24575,'26'-191'0,"-23"151"0,-2 0 0,-7-72 0,0 79 0,-1 1 0,-2 0 0,-1 0 0,-2 1 0,-21-41 0,29 63 0,-10-18 0,13 25 0,0 0 0,0 1 0,0-1 0,0 1 0,-1-1 0,1 1 0,0 0 0,-1 0 0,1-1 0,-1 1 0,1 0 0,-3-1 0,3 2 0,1 0 0,-1 0 0,1 0 0,-1 0 0,0 0 0,1 0 0,-1 0 0,1 0 0,-1 0 0,0 0 0,1 0 0,-1 0 0,1 1 0,-1-1 0,0 0 0,1 0 0,-1 1 0,1-1 0,-1 0 0,1 1 0,-1-1 0,1 0 0,-1 1 0,1-1 0,0 1 0,-1-1 0,1 1 0,0-1 0,-1 1 0,1-1 0,0 1 0,-1 0 0,1-1 0,0 1 0,0-1 0,0 1 0,-7 24 0,5-3 0,0-1 0,1 1 0,1-1 0,1 1 0,1 0 0,1-1 0,1 0 0,1 0 0,1 0 0,0 0 0,2-1 0,0 0 0,2-1 0,0 1 0,21 28 0,-16-27 0,1-1 0,1 0 0,19 17 0,-25-28 0,-1 0 0,1-1 0,0 0 0,0-1 0,1 0 0,0-1 0,20 7 0,-26-11 0,-1-1 0,1 0 0,-1 0 0,1 0 0,0-1 0,0 1 0,-1-2 0,1 1 0,0 0 0,-1-1 0,1 0 0,0-1 0,-1 1 0,11-5 0,-12 4 0,-1 0 0,1 0 0,-1 0 0,1-1 0,-1 1 0,0-1 0,0 0 0,0 1 0,0-1 0,-1-1 0,1 1 0,-1 0 0,0-1 0,1 1 0,-2-1 0,1 0 0,0 1 0,-1-1 0,0 0 0,0 0 0,1-7 0,-1 3 0,1-7 0,1 14 0,2 9 0,7 14 60,15 22 0,-22-37-272,1 0 0,-1 1 0,2-2-1,-1 1 1,1-1 0,9 7 0,-5-6-6614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3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24575,'7'22'0,"5"10"0,1-1-8191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4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24575,'14'13'0,"24"17"0,-8-8 0,-29-21 0,29 20 0,-29-19 0,1-1 0,0 0 0,0 0 0,0 0 0,0 0 0,-1-1 0,1 1 0,0 0 0,0-1 0,1 0 0,-1 1 0,0-1 0,0 0 0,3 0 0,-4 0 0,0-1 0,0 0 0,0 1 0,0-1 0,0 0 0,-1 1 0,1-1 0,0 0 0,0 0 0,-1 0 0,1 1 0,0-1 0,-1 0 0,1 0 0,-1 0 0,1 0 0,-1 0 0,1 0 0,-1-1 0,0 1 0,0 0 0,1 0 0,-1 0 0,0-2 0,1-32 0,-2 28 0,1 4 0,0 1 0,0-1 0,0 0 0,1 0 0,-1 0 0,1 1 0,1-6 0,-2 7 0,0 1 0,1-1 0,-1 1 0,1-1 0,-1 1 0,0-1 0,1 1 0,-1-1 0,1 1 0,-1 0 0,1-1 0,0 1 0,-1 0 0,1-1 0,-1 1 0,1 0 0,0 0 0,-1-1 0,1 1 0,0 0 0,-1 0 0,1 0 0,0 0 0,-1 0 0,1 0 0,-1 0 0,1 0 0,0 0 0,-1 0 0,1 1 0,0-1 0,-1 0 0,1 0 0,0 0 0,-1 1 0,1-1 0,-1 0 0,2 1 0,5 3 0,0 1 0,0-1 0,-1 1 0,0 0 0,0 1 0,8 8 0,-6-6 0,1 0 0,11 9 0,6-1-1365,-14-11-5461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4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24575,'0'-1'0,"0"1"0,1-1 0,-1 0 0,0 0 0,0 0 0,1 0 0,-1 1 0,1-1 0,-1 0 0,0 0 0,1 1 0,-1-1 0,1 0 0,0 1 0,-1-1 0,1 1 0,-1-1 0,1 0 0,0 1 0,0 0 0,0-1 0,0 1 0,0 0 0,-1 1 0,1-1 0,0 0 0,-1 1 0,1-1 0,0 1 0,-1-1 0,1 1 0,0-1 0,-1 1 0,1 0 0,-1-1 0,1 1 0,-1-1 0,0 1 0,1 0 0,-1 0 0,0-1 0,1 1 0,-1 0 0,0 0 0,1 1 0,11 31 0,-1-4 0,1 0 0,25 42 0,-35-67 0,0-1 0,1 1 0,0-1 0,-1 0 0,1 1 0,6 3 0,-9-6 0,1-1 0,-1 0 0,1 0 0,-1 1 0,1-1 0,-1 0 0,1 0 0,-1 1 0,1-1 0,-1 0 0,1 0 0,-1 0 0,1 0 0,-1 0 0,1 0 0,0 0 0,-1 0 0,1 0 0,-1 0 0,1 0 0,-1 0 0,1 0 0,0-1 0,0 0 0,0 1 0,-1-1 0,1 0 0,0 0 0,0 0 0,-1 0 0,1 1 0,-1-1 0,1 0 0,-1 0 0,1 0 0,-1-1 0,1 1 0,-1 0 0,0 0 0,1-2 0,0-5 0,0-1 0,0 0 0,-1 0 0,-2-15 0,2 15 0,-1 0 0,1 0 0,2-15 0,3 30 0,1 7 0,13 51 0,28 82 0,0-24 0,13 38 0,-45-114 0,13 72 0,-27-116 0,-1 1 0,1-1 0,-1 0 0,0 0 0,0 0 0,0 1 0,0-1 0,0 0 0,-1 0 0,1 0 0,-1 0 0,1 0 0,-1 1 0,0-1 0,0 0 0,0 0 0,0-1 0,0 1 0,-2 2 0,2-3 0,-1 1 0,1-1 0,-1 0 0,0 0 0,1 0 0,-1 0 0,0 0 0,0 0 0,0-1 0,0 1 0,1-1 0,-1 1 0,0-1 0,0 0 0,0 1 0,0-1 0,0 0 0,0 0 0,0-1 0,0 1 0,-3-1 0,-5-1 0,-1-1 0,1 0 0,0-1 0,0 0 0,0-1 0,1 0 0,-18-12 0,14 7 0,0 0 0,0-1 0,1-1 0,-15-18 0,24 27 0,0-1 0,0 0 0,1 0 0,-1 0 0,1-1 0,0 1 0,0-1 0,1 1 0,-1-1 0,1 1 0,0-1 0,-1-9 0,2 10 0,0 0 0,1 0 0,-1 0 0,1 0 0,0 0 0,0 1 0,0-1 0,1 0 0,-1 0 0,1 1 0,0-1 0,0 1 0,0 0 0,1-1 0,-1 1 0,4-3 0,1 0-124,-1 0 0,1 0 0,0 1 0,0 0 0,1 1 0,0 0-1,0 0 1,0 0 0,0 1 0,11-2 0,-3 0-6702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5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60 184 24575,'18'33'0,"29"54"0,-92-156 0,29 39 0,-24-51 0,35 69 0,1 0 0,0 0 0,1 0 0,-4-25 0,7 35 0,-1 0 0,1 0 0,0 1 0,0-1 0,0 0 0,0 1 0,1-1 0,-1 0 0,0 1 0,1-1 0,-1 0 0,1 1 0,-1-1 0,1 1 0,0-1 0,0 1 0,0-1 0,1-2 0,0 4 0,-1-1 0,0 0 0,0 1 0,0-1 0,0 1 0,1-1 0,-1 1 0,0 0 0,1 0 0,-1-1 0,0 1 0,0 0 0,1 0 0,-1 0 0,0 0 0,1 0 0,-1 1 0,0-1 0,0 0 0,1 1 0,-1-1 0,0 1 0,0-1 0,0 1 0,2 0 0,11 7 18,0 0 0,22 18 0,-8-5-1437,-16-13-5407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5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0 24575,'-8'0'0,"-17"0"0,-28 4 0,47-3 0,0 0 0,-1 0 0,1 0 0,0 1 0,0 0 0,0 1 0,0-1 0,1 1 0,-11 6 0,14-7 0,1-1 0,-1 0 0,0 1 0,1 0 0,-1-1 0,1 1 0,0 0 0,-1 0 0,1-1 0,0 1 0,0 0 0,0 0 0,0 0 0,1 0 0,-1 1 0,0-1 0,0 4 0,1-3 0,0 0 0,1 0 0,-1 0 0,1 0 0,-1 0 0,1 0 0,0 0 0,0-1 0,0 1 0,0 0 0,3 4 0,3 2 0,0 1 0,0-2 0,1 1 0,0-1 0,15 12 0,-4-4 0,26 16 0,-38-28 0,-1 0 0,1-1 0,0 0 0,0 0 0,0 0 0,1-1 0,-1 0 0,11 2 0,-15-4 0,0 0 0,0 0 0,-1 0 0,1-1 0,0 1 0,-1-1 0,1 1 0,0-1 0,-1 0 0,1 0 0,-1 0 0,1 0 0,-1 0 0,1-1 0,-1 1 0,0-1 0,0 0 0,0 1 0,0-1 0,0 0 0,0 0 0,0 0 0,0-1 0,-1 1 0,1 0 0,-1-1 0,0 1 0,0-1 0,0 1 0,2-6 0,-2 1 0,1 0 0,-1 0 0,0 0 0,0 0 0,0 0 0,-1 0 0,-1 0 0,1 0 0,-1 0 0,0-1 0,-2-5 0,-9-17 0,11 28 0,0 0 0,0 1 0,0-1 0,0 0 0,0 1 0,0-1 0,0 1 0,0-1 0,-1 1 0,1 0 0,-1-1 0,1 1 0,-3-2 0,3 3 0,1 0 0,-1 0 0,1 0 0,0 0 0,-1 0 0,1 1 0,0-1 0,-1 0 0,1 0 0,0 0 0,-1 0 0,1 0 0,0 1 0,-1-1 0,1 0 0,0 0 0,0 0 0,-1 1 0,1-1 0,0 0 0,0 0 0,-1 1 0,1-1 0,0 0 0,0 1 0,0-1 0,-1 0 0,1 1 0,0-1 0,0 0 0,0 1 0,0-1 0,0 0 0,0 1 0,0-1 0,0 0 0,0 1 0,0-1 0,0 1 0,0-1 0,0 0 0,0 1 0,0-1 0,0 0 0,1 1 0,1 18 0,0-14-91,0 0 0,-1-1 0,2 1 0,-1 0 0,0-1 0,1 0 0,0 1 0,0-1 0,0 0 0,1 0 0,-1-1 0,1 1 0,0-1 0,8 5 0,0-1-6735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6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24575,'90'134'-634,"124"249"-1,-171-280 1471,-43-102-817,1 0 1,-1 1-1,0-1 1,1 0-1,-1 0 0,0 0 1,1 0-1,-1 0 1,0 1-1,0-1 0,0 0 1,0 0-1,0 0 0,-1 2 1,1-3-16,0 0-1,-1 1 1,1-1 0,0 0 0,0 0-1,-1 0 1,1 0 0,0 0 0,-1 1 0,1-1-1,0 0 1,0 0 0,-1 0 0,1 0-1,0 0 1,-1 0 0,1 0 0,0 0 0,-1 0-1,1 0 1,0 0 0,-1 0 0,1-1-1,0 1 1,0 0 0,-1 0 0,1 0-1,0 0 1,0 0 0,-1-1 0,1 1 0,-1 0-1,-5-5 3,0 1-1,-11-11 0,14 12-3,-41-30-2,35 27 0,0 0 0,0-1 0,0 0 0,1 0 0,-12-14 0,20 20 0,-1 1 0,1 0 0,0-1 0,-1 1 0,1 0 0,0-1 0,0 1 0,-1-1 0,1 1 0,0-1 0,0 1 0,-1 0 0,1-1 0,0 1 0,0-1 0,0 1 0,0-1 0,0 1 0,0-1 0,0 1 0,0-1 0,0 1 0,0-1 0,0 1 0,0-1 0,0 1 0,0-1 0,0 1 0,1-2 0,0 2 0,-1-1 0,1 1 0,0 0 0,0-1 0,-1 1 0,1 0 0,0-1 0,0 1 0,0 0 0,0 0 0,-1 0 0,1 0 0,0-1 0,0 1 0,1 1 0,34 4 0,-35-5 0,32 7 0,0 1 0,1-1 0,0-2 0,36 0 0,-60-4 0,0-2 0,-1 1 0,1-1 0,0-1 0,0 0 0,-1 0 0,0-1 0,1 0 0,-1-1 0,0 0 0,0 0 0,-1-1 0,1 0 0,-1 0 0,11-10 0,-16 11 0,0 1 0,0-1 0,0 0 0,-1 0 0,1 0 0,-1 0 0,0 0 0,0 0 0,0-1 0,-1 1 0,1-1 0,-1 1 0,0-1 0,-1 0 0,1 1 0,-1-1 0,0 0 0,0 1 0,0-1 0,-1 0 0,0-4 0,-1 1 0,1 1 0,-1 0 0,-1 0 0,1 0 0,-1 0 0,0 1 0,-1-1 0,1 1 0,-1-1 0,-1 1 0,1 0 0,-10-9 0,12 13 0,-1 0 0,1 0 0,-1 0 0,0 1 0,1-1 0,-1 1 0,0-1 0,0 1 0,0 0 0,0 0 0,0 0 0,0 1 0,-1-1 0,1 1 0,0-1 0,0 1 0,0 0 0,-1 1 0,-2-1 0,3 1 0,1 0 0,-1-1 0,1 1 0,0 0 0,-1 0 0,1 0 0,0 1 0,0-1 0,0 0 0,0 1 0,0 0 0,0-1 0,0 1 0,1 0 0,-1 0 0,1 0 0,-1 0 0,1 0 0,0 0 0,-1 0 0,1 1 0,0-1 0,1 0 0,-2 5 0,0 0 0,1 0 0,0 0 0,0 1 0,1-1 0,0 0 0,0 1 0,1-1 0,0 0 0,0 0 0,1 0 0,0 0 0,0 0 0,0 0 0,1 0 0,0 0 0,1-1 0,-1 0 0,1 1 0,0-1 0,10 10 0,-4-5 0,1-1 0,0 0 0,0-1 0,1 0 0,0-1 0,1 0 0,-1-1 0,1-1 0,23 9 0,-27-13-76,-1 1 1,1-1-1,0 0 0,0-1 0,0 0 0,0 0 0,0-1 0,0 0 1,0-1-1,0 0 0,0 0 0,0-1 0,0 0 0,-1 0 1,1-1-1,-1-1 0,14-6 0,-12 3-6750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7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24575,'0'7'0,"0"5"0,0 3 0,2 2 0,4-3 0,0-1 0,2-3 0,2 0 0,2 0 0,1-1 0,-1-5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7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24575,'0'2'0,"2"4"0,1 3 0,3 2 0,0 2 0,1 4 0,0 1 0,1 0 0,-1-3-8191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7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0 24575,'-1'1'0,"-18"7"0,1 1 0,-19 12 0,33-18 0,0 0 0,0-1 0,1 1 0,-1 1 0,0-1 0,1 1 0,0-1 0,0 1 0,0 0 0,0 0 0,1 0 0,0 0 0,-1 1 0,-1 7 0,3-9 0,1 1 0,0-1 0,0 0 0,0 1 0,0-1 0,0 0 0,1 1 0,-1-1 0,1 0 0,0 0 0,0 0 0,1 0 0,-1 0 0,0 0 0,1 0 0,0 0 0,0 0 0,0 0 0,0-1 0,0 1 0,0-1 0,4 3 0,7 6 0,0 0 0,1-1 0,17 9 0,-17-10 0,10 5 0,2-1 0,38 14 0,-54-23 0,-9-4 0,1 1 0,-1-1 0,0 1 0,0-1 0,1 1 0,-1 0 0,0-1 0,0 1 0,0 0 0,0 0 0,0 0 0,0 0 0,0 0 0,0 0 0,0 1 0,0-2 0,-1 1 0,0-1 0,0 0 0,0 1 0,0-1 0,0 0 0,0 0 0,0 1 0,0-1 0,0 0 0,0 1 0,0-1 0,-1 0 0,1 0 0,0 1 0,0-1 0,0 0 0,0 1 0,0-1 0,0 0 0,-1 0 0,1 0 0,0 1 0,0-1 0,-1 0 0,-11 7 0,-33 6-632,-73 12 1,116-25 529,-16 3-6724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24575,'0'3'0,"0"2"0,0 4 0,2 2 0,4 3 0,0 0 0,2-2 0,2 0 0,2-3 0,-1 1 0,-1-3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8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24575,'0'4'0,"0"5"0,0 3 0,0 2 0,2 1 0,1 0 0,0-2-8191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09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24575,'7'16'0,"12"21"0,-17-33 0,1 1 0,0-1 0,0 0 0,0 0 0,0 0 0,1 0 0,0-1 0,-1 0 0,7 5 0,-9-8 0,0 1 0,0 0 0,0-1 0,0 1 0,0-1 0,1 1 0,-1-1 0,0 0 0,0 1 0,0-1 0,1 0 0,-1 0 0,0 0 0,0 0 0,0 0 0,1 0 0,-1 0 0,0 0 0,0-1 0,1 1 0,-1 0 0,0-1 0,0 1 0,0-1 0,0 1 0,0-1 0,0 0 0,0 1 0,2-2 0,0-2 0,1-1 0,-1 1 0,1 0 0,-1-1 0,4-8 0,10-15 0,-16 27 0,0 0 0,0 0 0,0-1 0,0 1 0,0 0 0,0 0 0,0 0 0,1 0 0,-1 1 0,0-1 0,1 0 0,-1 0 0,1 1 0,2-2 0,1 2 0,1 0 0,-1 0 0,0 0 0,0 1 0,0 0 0,0 0 0,0 0 0,0 1 0,8 2 0,-1 1 0,0 1 0,18 11 0,5 10-1365,-25-19-5461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0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110 218 24575,'-11'4'0,"-1"1"0,1 0 0,-13 7 0,19-9 0,1 0 0,0 0 0,-1 0 0,1 1 0,0 0 0,1-1 0,-1 1 0,1 1 0,-6 7 0,8-10 0,0-1 0,1 1 0,-1 0 0,0 0 0,1-1 0,-1 1 0,1 0 0,-1 0 0,1 0 0,0-1 0,0 1 0,0 0 0,0 0 0,0 0 0,0 0 0,1 0 0,0 2 0,0-1 0,0-1 0,1 1 0,-1 0 0,1-1 0,-1 1 0,1-1 0,0 0 0,0 1 0,0-1 0,2 2 0,3 1 0,0 0 0,0 0 0,0-1 0,0 0 0,1 0 0,15 4 0,-9-3 0,0-2 0,0 1 0,1-2 0,-1 0 0,1-1 0,28-1 0,-32-1 0,0-1 0,0 0 0,0 0 0,0-1 0,0-1 0,-1 0 0,0 0 0,1-1 0,14-10 0,-18 10 0,0 0 0,0 0 0,0-1 0,-1 1 0,0-2 0,0 1 0,10-14 0,-14 16 0,0 0 0,0 0 0,0 0 0,-1 0 0,1 0 0,-1 0 0,0 0 0,0 0 0,-1-1 0,1 1 0,-1 0 0,0-1 0,0 1 0,0 0 0,-1-1 0,1 1 0,-3-8 0,-11-25 0,17 42 0,0 0 0,0-1 0,1 1 0,0-1 0,0 1 0,0-1 0,1 0 0,6 4 0,4 2 0,23 10 0,8 5 0,-42-22 0,-1 0 0,1 0 0,-1 1 0,0-1 0,-1 1 0,1 0 0,0-1 0,-1 1 0,0 0 0,3 9 0,4 4 0,-12-20 0,1-1 0,-1 1 0,1 0 0,-1 1 0,0-1 0,0 0 0,-6-3 0,-29-18 0,20 14 0,-1 0 0,13 7 0,1 0 0,-1 0 0,1-1 0,0 0 0,-8-6 0,12 8 0,0 1 0,1-1 0,-1 0 0,1 0 0,-1 0 0,1 0 0,-1 0 0,1 0 0,0 0 0,0 0 0,0 1 0,0-1 0,0 0 0,0 0 0,1 0 0,0-3 0,1-17 0,-16-58 0,17 81 0,0 0 0,0 0 0,0 1 0,0 0 0,0-1 0,0 1 0,2 2 0,1 1 0,5 1 0,0 0 0,1 0 0,0-1 0,0-1 0,1 0 0,-1 0 0,1-1 0,0-1 0,0 0 0,0-1 0,0 0 0,0-1 0,0-1 0,0 0 0,0 0 0,-1-2 0,1 1 0,0-2 0,-1 1 0,1-2 0,-1 0 0,-1 0 0,23-14 0,-30 16 0,0 0 0,0-1 0,-1 1 0,1-1 0,-1 0 0,0 0 0,0 0 0,0 0 0,0-1 0,1-4 0,-2 6 0,-1 0 0,0 0 0,0 0 0,0 0 0,0-1 0,-1 1 0,1 0 0,-1 0 0,0 0 0,0-1 0,0 1 0,0 0 0,-1 0 0,1 0 0,-1-1 0,0 1 0,-1-3 0,2 5 0,-1 0 0,1 0 0,-1 0 0,1 0 0,-1 0 0,0 0 0,1 0 0,-1 0 0,0 0 0,0 0 0,1 0 0,-1 1 0,0-1 0,0 0 0,0 1 0,0-1 0,0 1 0,0-1 0,0 1 0,0-1 0,0 1 0,0 0 0,-1-1 0,1 1 0,0 0 0,0 0 0,0 0 0,0 0 0,0 0 0,0 0 0,-1 0 0,0 1 0,0-1 0,1 1 0,0-1 0,-1 1 0,1-1 0,-1 1 0,1 0 0,0 0 0,-1 0 0,1 0 0,0 0 0,0 0 0,0 0 0,0 0 0,0 0 0,0 1 0,0-1 0,0 0 0,1 1 0,-1-1 0,0 0 0,1 1 0,-1-1 0,0 2 0,0 2 0,1-1 0,-1 0 0,0 1 0,1-1 0,0 1 0,0-1 0,1 0 0,-1 1 0,1-1 0,0 1 0,0-1 0,0 0 0,1 0 0,2 6 0,-1-4 0,2 0 0,-1 1 0,0-2 0,1 1 0,0-1 0,1 1 0,10 7 0,0-1 0,1 1 0,0-2 0,21 10 0,-30-17 0,0 0 0,1-1 0,-1 0 0,1 0 0,0-1 0,0-1 0,-1 1 0,1-1 0,16-1 0,-20 0-73,-1-1 1,1 0-1,-1-1 0,0 1 0,1-1 1,-1 0-1,6-3 0,-5 2-710,6-2-6043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1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0 24575,'-4'1'0,"0"0"0,1 0 0,-1 0 0,0 1 0,0-1 0,1 1 0,-1 0 0,1 0 0,-1 1 0,1-1 0,0 0 0,0 1 0,0 0 0,0 0 0,0 0 0,1 0 0,-1 0 0,-2 7 0,3-6 0,0 0 0,0 0 0,1 1 0,-1-1 0,1 1 0,1-1 0,-1 1 0,1 0 0,-1-1 0,1 1 0,0-1 0,1 1 0,-1 0 0,1-1 0,0 1 0,2 6 0,0-5 0,0 1 0,0-1 0,0 0 0,0 1 0,1-1 0,0-1 0,6 7 0,-8-10 0,-1 0 0,1-1 0,0 1 0,0-1 0,-1 0 0,1 1 0,0-1 0,0 0 0,0 0 0,0 0 0,4 1 0,-4-2 0,-1 0 0,0 0 0,1 0 0,-1 0 0,1 0 0,-1 0 0,0 0 0,1-1 0,-1 1 0,0 0 0,1-1 0,-1 1 0,0-1 0,0 1 0,1-1 0,-1 0 0,0 0 0,0 1 0,0-1 0,0 0 0,1-1 0,0 0 0,-1 0 0,1 0 0,-1 0 0,0 0 0,0 0 0,1 0 0,-1 0 0,-1 0 0,1 0 0,0-1 0,0 1 0,-1 0 0,0-1 0,1-2 0,-2-38 0,0 6 0,1 37 0,0 0 0,0 0 0,1-1 0,-1 1 0,0 0 0,0 0 0,0 0 0,0 0 0,0 0 0,0 0 0,0 0 0,0 0 0,1 0 0,-1 0 0,0 0 0,0-1 0,0 1 0,0 0 0,0 0 0,0 0 0,1 0 0,-1 0 0,0 0 0,0 0 0,0 0 0,0 0 0,0 0 0,1 0 0,-1 0 0,0 0 0,0 0 0,0 1 0,0-1 0,0 0 0,0 0 0,1 0 0,-1 0 0,0 0 0,0 0 0,0 0 0,0 0 0,0 0 0,0 0 0,0 0 0,0 1 0,1-1 0,-1 0 0,0 0 0,0 0 0,0 0 0,0 0 0,0 0 0,0 1 0,0-1 0,0 0 0,0 0 0,0 0 0,10 11 0,-7-7 0,-3-3-3,17 17-269,0 1-1,2-2 1,0 0-1,37 24 1,-45-35-6554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1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39 24575,'-3'-5'0,"-10"-16"0,12 20 0,0 0 0,1 0 0,-1 0 0,0 0 0,0 0 0,0 0 0,0 1 0,0-1 0,0 0 0,0 1 0,0-1 0,0 0 0,0 1 0,-3-1 0,4 1 0,0 0 0,-1 0 0,1 1 0,0-1 0,0 0 0,-1 0 0,1 1 0,0-1 0,0 0 0,0 1 0,0-1 0,0 0 0,0 1 0,-1-1 0,1 0 0,0 1 0,0-1 0,0 0 0,0 1 0,0-1 0,0 0 0,0 1 0,0-1 0,0 0 0,1 1 0,-1-1 0,0 0 0,0 1 0,0-1 0,0 0 0,0 1 0,0-1 0,1 1 0,4 14 0,-5-15 0,8 21 0,1-1 0,1 0 0,13 19 0,41 53 0,-46-67 0,-13-20 0,0 1 0,0-1 0,10 9 0,-9-10 0,-1 0 0,-1 1 0,1-1 0,7 11 0,-11-14 0,0 1 0,-1-1 0,1 1 0,0 0 0,-1-1 0,1 1 0,-1-1 0,0 1 0,1 0 0,-1-1 0,0 1 0,0 0 0,0-1 0,0 1 0,0 0 0,0-1 0,-1 1 0,1 0 0,-1-1 0,1 1 0,-1-1 0,1 1 0,-1-1 0,0 1 0,0-1 0,0 1 0,0-1 0,0 0 0,0 1 0,0-1 0,0 0 0,0 0 0,-1 0 0,-1 2 0,-6 3 0,0 0 0,0 0 0,-1 0 0,-11 4 0,14-7 0,-22 9-1365,16-8-5461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1 228 24575,'1'-4'0,"2"1"0,-1-1 0,0 1 0,1 0 0,-1 0 0,1 0 0,0 0 0,0 0 0,5-3 0,33-16 0,-3 2 0,-36 19 0,0-1 0,-1 1 0,1 0 0,-1-1 0,1 1 0,-1-1 0,0 1 0,1-1 0,-1 0 0,0 0 0,0 0 0,0 1 0,0-1 0,0 0 0,-1 0 0,1 0 0,0-4 0,-1 3 0,1-1 0,-1 0 0,0 0 0,-1 1 0,1-1 0,-1 0 0,1 1 0,-1-1 0,-2-5 0,0 3 0,0 0 0,0 0 0,0 0 0,0 0 0,-1 0 0,0 1 0,-1 0 0,1 0 0,-1 0 0,-9-8 0,13 12 0,0 1 0,0-1 0,0 1 0,0-1 0,0 1 0,0-1 0,0 1 0,0-1 0,0 1 0,0 0 0,0 0 0,0-1 0,0 1 0,0 0 0,0 0 0,0 0 0,0 0 0,0 0 0,0 1 0,-1-1 0,1 0 0,0 0 0,-1 1 0,1 0 0,-1 0 0,0 0 0,1 0 0,-1 1 0,1-1 0,0 0 0,-1 1 0,1-1 0,0 1 0,0-1 0,0 1 0,-1 2 0,-1 2 0,1 0 0,-1 0 0,1 1 0,1-1 0,-1 1 0,0 11 0,1-8 0,2-1 0,-1 0 0,1 1 0,1-1 0,0 0 0,0 1 0,1-1 0,0 0 0,0-1 0,1 1 0,0 0 0,6 8 0,-2-6 0,0 0 0,0-1 0,1 0 0,0 0 0,1-1 0,0 0 0,0 0 0,12 6 0,-18-12 0,1 0 0,-1-1 0,1 1 0,-1-1 0,1-1 0,0 1 0,0 0 0,0-1 0,0 0 0,0 0 0,5 0 0,-6-2 0,-1 1 0,0 0 0,1-1 0,-1 1 0,0-1 0,0 0 0,0 0 0,1-1 0,-1 1 0,0-1 0,-1 1 0,1-1 0,0 0 0,0 0 0,-1 0 0,1 0 0,2-4 0,4-3-1365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46 374 24575,'-6'7'0,"1"0"0,0 1 0,0 0 0,1-1 0,0 1 0,0 1 0,1-1 0,-4 14 0,6-17 0,0 0 0,1 0 0,-1 0 0,1 0 0,0 0 0,1 0 0,-1 0 0,1 0 0,0 0 0,0 0 0,1 0 0,-1 0 0,1 0 0,0-1 0,0 1 0,5 6 0,-1-2 0,0 0 0,0-1 0,1 0 0,14 13 0,-19-19 0,0-1 0,0 1 0,0 0 0,1-1 0,-1 1 0,0-1 0,1 1 0,0-1 0,-1 0 0,1 0 0,0 0 0,-1-1 0,1 1 0,0-1 0,0 1 0,-1-1 0,1 0 0,0 0 0,0 0 0,0 0 0,-1-1 0,6-1 0,-5 1 0,-1 0 0,1-1 0,-1 0 0,0 1 0,0-1 0,0 0 0,0 0 0,0 0 0,0 0 0,0 0 0,-1-1 0,1 1 0,-1-1 0,0 1 0,0-1 0,0 1 0,2-6 0,0-2 0,0-1 0,-1 1 0,1-14 0,-2 5 0,-1 0 0,-1 0 0,-1 0 0,0 1 0,-8-29 0,-32-90 0,8 52 0,18 48 0,2 0 0,-11-48 0,30 112 0,2 7 0,13 42 0,-1-28 40,2-1 0,51 84 0,73 74-1525,-131-187-5341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3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24575,'2'-13'0,"-2"13"0,1 0 0,-1 0 0,0 0 0,0 0 0,0-1 0,0 1 0,0 0 0,0 0 0,1 0 0,-1 0 0,0 0 0,0 0 0,0 0 0,0 0 0,0 0 0,0 0 0,1 0 0,-1 0 0,0 0 0,0 0 0,0 0 0,0 0 0,0 0 0,1 0 0,-1 0 0,0 1 0,0-1 0,0 0 0,0 0 0,0 0 0,0 0 0,0 0 0,1 0 0,-1 0 0,0 0 0,0 0 0,0 1 0,0-1 0,0 0 0,0 0 0,0 0 0,0 0 0,13 23 0,68 167 0,-28-63 0,-55-131 0,-15-45 0,16 45 0,0-1 0,0 1 0,0-1 0,0 1 0,1-1 0,0 1 0,0-1 0,0 0 0,1 1 0,0-7 0,0 10 0,0-1 0,0 1 0,0 0 0,0-1 0,0 1 0,0 0 0,0 0 0,0 0 0,0 0 0,0 0 0,1 0 0,-1 0 0,0 0 0,1 0 0,-1 1 0,0-1 0,1 1 0,-1-1 0,1 1 0,0-1 0,-1 1 0,1 0 0,-1-1 0,1 1 0,-1 0 0,1 0 0,0 1 0,1-1 0,5 1 0,0-1 0,0 2 0,-1-1 0,10 4 0,5 2 0,-1 1 0,0 1 0,-1 1 0,0 1 0,0 0 0,33 28 0,-49-36 0,-1 0 0,1 1 0,-1-1 0,0 1 0,0 0 0,-1-1 0,1 2 0,-1-1 0,0 0 0,0 0 0,0 1 0,0-1 0,0 6 0,-1-8 0,-1 1 0,0-1 0,0 1 0,0-1 0,0 1 0,0-1 0,-1 1 0,1-1 0,-1 1 0,0-1 0,1 0 0,-1 1 0,0-1 0,0 0 0,-1 0 0,1 1 0,0-1 0,-1 0 0,1 0 0,-1 0 0,0-1 0,0 1 0,1 0 0,-1-1 0,0 1 0,-3 1 0,-1 0 0,-1 1 0,1-1 0,-1 0 0,0 0 0,0-1 0,0 0 0,0 0 0,0-1 0,-8 1 0,-11 0 0,-32-3 0,32 0 0,16 2 0,1-2 0,-1 0 0,0 0 0,1-1 0,-14-3 0,23 5 0,0 0 0,0 0 0,0 0 0,0 0 0,0 0 0,0 0 0,-1 0 0,1 0 0,0 0 0,0 0 0,0 0 0,0-1 0,0 1 0,0 0 0,0 0 0,-1 0 0,1 0 0,0 0 0,0 0 0,0 0 0,0 0 0,0 0 0,0 0 0,0 0 0,0-1 0,0 1 0,0 0 0,0 0 0,0 0 0,-1 0 0,1 0 0,0 0 0,0 0 0,0 0 0,0-1 0,0 1 0,0 0 0,0 0 0,0 0 0,0 0 0,0 0 0,0 0 0,0-1 0,0 1 0,0 0 0,0 0 0,1 0 0,-1 0 0,0 0 0,0 0 0,0-1 0,8-3 0,11-2 0,157-13 0,-29 5 0,-119 10 0,-1-2 0,1 0 0,32-14 0,-55 19 0,0-1 0,0-1 0,-1 1 0,1-1 0,0 0 0,-1 0 0,0 0 0,1 0 0,4-7 0,-6 7 0,-1 0 0,0 0 0,0-1 0,0 1 0,-1-1 0,1 1 0,-1-1 0,0 0 0,0 0 0,0 0 0,-1 1 0,1-1 0,-1-6 0,0 2 0,0 0 0,-1 0 0,0 0 0,0 0 0,-1 0 0,0 0 0,0 1 0,-1-1 0,-7-13 0,7 16 0,0-1 0,-1 1 0,1 0 0,-1 0 0,-1 0 0,1 0 0,0 0 0,-1 1 0,0 0 0,0 0 0,0 1 0,-11-6 0,15 8 0,0 1 0,0-1 0,0 1 0,-1-1 0,1 1 0,0 0 0,0 0 0,0 0 0,-1-1 0,1 1 0,0 0 0,0 1 0,-1-1 0,1 0 0,0 0 0,0 0 0,0 1 0,-1-1 0,1 1 0,-2 0 0,2 0 0,-1 0 0,0 1 0,1-1 0,-1 1 0,1-1 0,-1 1 0,1-1 0,0 1 0,-1 0 0,1 0 0,-1 2 0,-1 2 0,1 1 0,-1-1 0,2 1 0,-1 0 0,0-1 0,0 11 0,2-10 0,0 1 0,1-1 0,-1 0 0,1 0 0,1 0 0,0 0 0,-1 0 0,2 0 0,-1 0 0,1-1 0,0 1 0,1-1 0,0 0 0,0 0 0,0 0 0,0 0 0,1-1 0,7 7 0,-5-6 0,0 0 0,0 0 0,1-1 0,-1 0 0,2 0 0,-1-1 0,0 0 0,1 0 0,0-1 0,-1 0 0,1-1 0,1 0 0,16 2 0,-13-3-136,0-1-1,0 0 1,0-1-1,0-1 1,0 0-1,0-1 1,-1 0-1,1-1 0,19-8 1,-20 5-6690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4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 24575,'-14'-1'0,"-1"0"0,1 1 0,0 0 0,0 1 0,-21 4 0,31-3 0,-1-1 0,0 1 0,1-1 0,-1 1 0,1 1 0,-1-1 0,1 1 0,0-1 0,0 1 0,0 0 0,0 1 0,1-1 0,-1 1 0,1 0 0,0-1 0,0 1 0,0 1 0,1-1 0,-3 5 0,1 1 0,1 0 0,-1 0 0,2 0 0,0 1 0,0-1 0,1 0 0,0 1 0,0 0 0,2-1 0,1 17 0,2 0 0,1-1 0,17 52 0,-4-30 0,1 0 0,31 53 0,-31-68 0,2-1 0,1-1 0,43 48 0,-56-70 40,0-1 0,11 9 0,-18-15-139,1 0 0,-1 0 0,1-1 0,-1 1 0,1-1 0,0 0 0,0 0 0,0 0 0,0 0 0,0 0 0,0 0 0,0-1 0,0 0 0,4 1 0,3-3-6727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4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38 24575,'-20'-8'0,"-8"-2"0,-3 1 0,2 1 0,4 6 0,3 2 0,3 3 0,2 2 0,4 3 0,5 1 0,5 1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5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140 363 24575,'-13'-10'0,"-25"-15"0,34 22 0,0 1 0,-1-1 0,1 1 0,-1 1 0,0-1 0,1 1 0,-1 0 0,0 0 0,0 0 0,-7 0 0,11 1 0,0 0 0,-1 0 0,1 0 0,0 0 0,-1 1 0,1-1 0,0 0 0,0 1 0,0-1 0,-1 1 0,1-1 0,0 1 0,0 0 0,0-1 0,0 1 0,0 0 0,0 0 0,0 0 0,0 0 0,0 0 0,0 1 0,0-1 0,0 1 0,0 0 0,1 0 0,-1-1 0,1 1 0,-1 0 0,1 0 0,0 0 0,0 0 0,0 0 0,0-1 0,0 5 0,1-2 0,-1 0 0,1 0 0,0 0 0,0 0 0,1 0 0,-1 0 0,1 0 0,0-1 0,0 1 0,0-1 0,1 1 0,3 3 0,-2-3 0,0-1 0,0 0 0,1 0 0,0 0 0,-1 0 0,1-1 0,0 0 0,0 0 0,1 0 0,-1-1 0,0 1 0,6-1 0,-9 0 0,0-1 0,-1 0 0,1 0 0,0 0 0,0 0 0,0 0 0,-1 0 0,1-1 0,0 1 0,0-1 0,-1 1 0,1-1 0,0 1 0,-1-1 0,1 0 0,-1 0 0,1 0 0,-1 0 0,1 0 0,-1 0 0,0 0 0,1-1 0,-1 1 0,0 0 0,0-1 0,0 1 0,0-1 0,0 1 0,0-1 0,0 0 0,-1 1 0,1-1 0,-1 0 0,1 1 0,-1-1 0,1 0 0,-1 0 0,0-3 0,-1-35 0,0 33 0,1 0 0,-1 0 0,1 0 0,1 1 0,-1-1 0,4-12 0,-4 17 0,1 1 0,0-1 0,0 0 0,0 1 0,0-1 0,0 0 0,0 1 0,0 0 0,0-1 0,1 1 0,-1-1 0,0 1 0,1 0 0,-1 0 0,1 0 0,2-1 0,0 0 0,0 0 0,0 1 0,0 0 0,0 0 0,0 0 0,0 1 0,6-1 0,1 1 0,1 0 0,-1 1 0,1 1 0,18 4 0,6 5 0,-1 1 0,36 18 0,-79-34 0,1-1 0,0 0 0,0 0 0,1-1 0,0 0 0,0-1 0,0 1 0,1-1 0,0 0 0,-7-11 0,5 5 0,-1-1 0,2 1 0,0-1 0,0-1 0,-5-23 0,10 31 0,0 1 0,0-1 0,1 1 0,-1-1 0,1 0 0,1 1 0,0-1 0,0 1 0,0-1 0,4-11 0,-4 14 0,1 1 0,-1 0 0,1 0 0,0 0 0,0 0 0,0 1 0,0-1 0,0 0 0,1 1 0,-1-1 0,1 1 0,-1 0 0,1 0 0,0 0 0,0 0 0,0 1 0,0-1 0,0 1 0,1-1 0,-1 1 0,0 0 0,5 0 0,-4 0-105,0 0 0,0 1 0,0 0 0,0-1 0,0 2 0,0-1 0,0 0 0,0 1 0,0 0 0,0 0 0,0 0 0,7 3 0,2 3-6721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6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125 130 24575,'-4'-15'0,"1"0"0,0 0 0,1-1 0,1 1 0,1-23 0,0 37 0,0 0 0,0 0 0,0 0 0,1 0 0,-1 0 0,-1 0 0,1 1 0,0-1 0,0 0 0,0 0 0,0 0 0,-1 0 0,0-1 0,1 2 0,0-1 0,0 1 0,0 0 0,-1 0 0,1 0 0,0 0 0,0 0 0,0 0 0,-1 0 0,1 0 0,0-1 0,0 1 0,-1 0 0,1 0 0,0 0 0,0 0 0,-1 0 0,1 0 0,0 0 0,0 0 0,0 1 0,-1-1 0,1 0 0,0 0 0,0 0 0,-1 0 0,1 0 0,0 0 0,0 0 0,0 0 0,-1 1 0,1-1 0,-19 19 0,15-15 0,-22 22 0,20-21 0,0 1 0,0 0 0,0 0 0,0 1 0,1 0 0,0 0 0,-7 14 0,12-19 0,-1-1 0,1 0 0,0 1 0,-1-1 0,1 0 0,0 1 0,0-1 0,0 1 0,0-1 0,1 0 0,-1 1 0,0-1 0,1 1 0,-1-1 0,0 0 0,1 1 0,0-1 0,-1 0 0,1 0 0,0 1 0,0-1 0,-1 0 0,1 0 0,0 0 0,0 0 0,0 0 0,0 0 0,1 0 0,-1-1 0,0 1 0,0 0 0,2 0 0,5 4 0,1-1 0,-1-1 0,17 5 0,-19-6 0,40 12 0,1-2 0,0-2 0,0-3 0,1-1 0,51-1 0,-93-5 30,1 0 0,-1-1 0,10-1 0,-15 2-75,0-1 0,0 1 0,0 0 0,0 0 0,-1 0 0,1-1 0,0 1 0,0 0 0,0-1 0,0 1 0,0-1 0,-1 1 0,1-1 0,0 0 0,0 1 0,-1-1 0,1 0 0,0 1 0,-1-1 0,1 0 0,-1 0 0,1 0 0,-1 1 0,1-1 0,-1 0 0,0 0 0,1 0 0,-1 0 0,0 0 0,0 0 0,0 0 0,1-1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7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75 130 24575,'7'27'0,"29"103"0,-29-110 0,1 0 0,1 0 0,1 0 0,14 21 0,-15-29 0,-2 0 0,1-1 0,0 0 0,1 0 0,18 16 0,-26-26 0,-1-1 0,0 0 0,0 1 0,0-1 0,1 0 0,-1 0 0,0 1 0,0-1 0,1 0 0,-1 0 0,0 0 0,0 0 0,1 1 0,-1-1 0,0 0 0,1 0 0,-1 0 0,0 0 0,1 0 0,-1 0 0,0 0 0,1 0 0,-1 0 0,0 0 0,1 0 0,-1 0 0,0 0 0,1 0 0,-1 0 0,1 0 0,-2-10 0,-11-19 0,11 27 0,-23-42 0,-51-70 0,11 19 0,44 63 0,-15-24 0,31 49 0,1 0 0,0 0 0,0-1 0,1 1 0,0-1 0,-2-8 0,4 14 0,0 0 0,0 0 0,-1-1 0,2 1 0,-1 0 0,0 0 0,0-1 0,1 1 0,-1 0 0,1 0 0,-1 0 0,1 0 0,0-1 0,0 1 0,0 0 0,2-3 0,-2 4 0,1 0 0,-1-1 0,1 1 0,-1 0 0,0 0 0,1 0 0,0 0 0,-1 0 0,1 1 0,0-1 0,-1 0 0,1 1 0,0-1 0,0 1 0,-1 0 0,1 0 0,0-1 0,0 1 0,0 0 0,-1 0 0,3 1 0,12 1 0,-1 1 0,-1 0 0,1 1 0,0 1 0,16 8 0,69 38 0,-96-48 0,35 18 0,-1 3 0,46 35 0,-73-49 0,0-1 0,0 1 0,-1 1 0,0 0 0,-1 1 0,-1 0 0,1 0 0,-2 0 0,0 1 0,11 27 0,-17-36 0,0 0 0,0 0 0,0 0 0,0 1 0,-1-1 0,0 0 0,0 1 0,0-1 0,0 0 0,-1 0 0,0 1 0,1-1 0,-1 0 0,-1 0 0,1 0 0,-1 0 0,-3 6 0,2-4 0,-1-1 0,0 0 0,0-1 0,0 1 0,-1-1 0,1 1 0,-1-2 0,0 1 0,-1 0 0,1-1 0,-9 4 0,2-1 15,0-2 0,-1 1 1,1-2-1,-1 0 0,0 0 0,-16 1 0,-79-3-1091,96-1 681,-3-1-6431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8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70 24575,'2'-19'0,"-2"13"0,1-1 0,-1 1 0,1 0 0,1 0 0,-1 0 0,3-7 0,2 26 0,0 32 0,-1 2 0,-3 80 0,-2-81 0,-3 51 0,-23 149 0,19-217-1365,4-17-5461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8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88 24575,'14'207'0,"1"5"0,-16-203 0,-1-8 0,-3-13 0,1 3 0,-17-40 0,-26-101 0,45 142 0,-5-20 0,1-1 0,2 0 0,1 0 0,1 0 0,3-57 0,0 82 0,-1 0 0,1-1 0,0 1 0,0 0 0,0-1 0,1 1 0,2-7 0,-3 10 0,0 0 0,0-1 0,-1 1 0,1 0 0,0 0 0,0 0 0,0 0 0,0 0 0,0 0 0,0 1 0,1-1 0,-1 0 0,0 0 0,0 1 0,1-1 0,-1 1 0,0-1 0,1 1 0,-1 0 0,0-1 0,1 1 0,-1 0 0,0 0 0,1 0 0,-1 0 0,1 0 0,-1 0 0,2 1 0,3 0 0,-1 1 0,1-1 0,0 1 0,-1 1 0,1-1 0,-1 1 0,0 0 0,9 7 0,3 3 0,17 18 0,-21-18 0,92 91 0,4 4 0,-78-79 0,55 37 0,-95-70 0,0 0 0,0 0 0,0 0 0,-1 1 0,1 1 0,-15-3 0,-71-8 0,82 11 0,-12 1 0,1 1-1,0 1 0,0 1 1,-36 8-1,-1 0-1361,43-8-5464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9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0 24575,'-21'7'0,"-52"19"0,64-22 0,1 0 0,0 0 0,0 1 0,0 0 0,1 1 0,-8 6 0,12-10 0,1 0 0,0 1 0,0-1 0,1 1 0,-1-1 0,0 1 0,1-1 0,-1 1 0,1 0 0,0 0 0,0 0 0,0 0 0,1-1 0,-1 1 0,0 5 0,1-3 0,0 0 0,1-1 0,-1 1 0,1-1 0,0 1 0,0-1 0,1 0 0,-1 1 0,4 5 0,2 2 0,0 0 0,1-1 0,1 0 0,0 0 0,18 17 0,-17-19-136,0-1-1,1 0 1,0 0-1,0-1 1,1 0-1,0-1 1,0-1-1,0 0 0,16 4 1,-14-5-6690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19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 24575,'-6'18'0,"1"1"0,1-1 0,1 1 0,-2 30 0,5-43 0,0-1 0,0 0 0,0 0 0,1 0 0,0 0 0,0 0 0,0 1 0,1-2 0,0 1 0,0 0 0,0 0 0,0 0 0,1-1 0,-1 0 0,1 1 0,0-1 0,1 0 0,-1 0 0,1-1 0,0 1 0,7 5 0,-1-4 0,-1 0 0,1-1 0,0 0 0,1 0 0,-1-1 0,1-1 0,-1 0 0,1 0 0,0-1 0,0 0 0,-1-1 0,1 0 0,12-2 0,-21 2 0,0-1 0,0 1 0,0 0 0,0-1 0,0 0 0,0 1 0,0-1 0,0 0 0,0 0 0,0 0 0,-1 0 0,1 0 0,0-1 0,0 1 0,-1 0 0,1-1 0,1-2 0,-1 1 0,-1 1 0,1-1 0,-1 0 0,0 1 0,0-1 0,0 0 0,0 0 0,0 0 0,-1 0 0,1 0 0,-1-3 0,0-1 0,0 0 0,0 0 0,-1 0 0,0 0 0,-1 0 0,1 0 0,-1 1 0,-1-1 0,-5-12 0,2 10 9,1 1 1,-1 0-1,-1 0 0,0 0 0,0 0 1,0 1-1,-1 1 0,0-1 0,0 1 0,-1 1 1,0-1-1,-10-4 0,13 8-74,1-1 1,0 1-1,-1 0 1,1 1-1,-1 0 1,0-1-1,0 2 0,1-1 1,-1 1-1,0 0 1,0 0-1,0 0 1,1 1-1,-1 0 0,0 0 1,0 1-1,1-1 1,-1 1-1,1 0 1,0 1-1,0-1 1,-9 7-1,5-2-6761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0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24575,'9'10'0,"1"-1"0,0 0 0,0-1 0,1 0 0,0 0 0,0-1 0,1-1 0,0 0 0,15 5 0,-26-10 0,1 0 0,0-1 0,-1 1 0,1-1 0,0 0 0,0 0 0,0 0 0,-1 0 0,1 0 0,0 0 0,0 0 0,0 0 0,-1-1 0,1 1 0,0-1 0,0 1 0,-1-1 0,1 1 0,0-1 0,-1 0 0,1 0 0,-1 0 0,1 0 0,-1 0 0,0-1 0,1 1 0,-1 0 0,0 0 0,0-1 0,0 1 0,0-1 0,2-2 0,-1-2 0,1-1 0,-1 1 0,0-1 0,0 1 0,-1-1 0,0 0 0,1-7 0,-2 12 0,0 1 0,0 0 0,0 0 0,0-1 0,1 1 0,-1 0 0,0 0 0,1-1 0,-1 1 0,1 0 0,-1 0 0,1 0 0,0 0 0,-1 0 0,1 0 0,1-1 0,-1 1 0,-1 1 0,1 0 0,0-1 0,-1 1 0,1 0 0,0-1 0,-1 1 0,1 0 0,0 0 0,-1 0 0,1 0 0,0 0 0,0 0 0,-1 0 0,1 0 0,0 0 0,-1 0 0,1 0 0,0 0 0,1 1 0,3 1 0,0 1 0,0 0 0,0 0 0,0 0 0,7 7 0,-3-3 0,23 15-64,-6-3-587,29 25 1,-46-34-6176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0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1 129 24575,'9'0'0,"0"0"0,1 1 0,-1 1 0,0-1 0,0 1 0,0 1 0,0 0 0,0 0 0,-1 1 0,1 0 0,-1 0 0,0 1 0,10 7 0,21 18 0,38 38 0,-76-68 0,-1 1 0,1 0 0,-1-1 0,1 1 0,-1-1 0,1 1 0,0-1 0,-1 1 0,1-1 0,-1 0 0,1 1 0,0-1 0,-1 0 0,1 1 0,0-1 0,-1 0 0,1 0 0,0 0 0,0 0 0,-1 0 0,1 0 0,0 0 0,0 0 0,-1 0 0,1 0 0,1 0 0,-2-1 0,1 1 0,-1-1 0,1 0 0,0 1 0,-1-1 0,1 0 0,-1 1 0,0-1 0,1 0 0,-1 0 0,1 0 0,-1 0 0,0 1 0,0-1 0,0 0 0,1 0 0,-1-2 0,0-4 0,0 0 0,0 0 0,0 0 0,-2-9 0,-3-8 0,-1 1 0,-1 1 0,0-1 0,-2 1 0,0 0 0,-22-34 0,29 53-195,0 1 0,0-1 0,0 1 0,0-1 0,0 1 0,-4-3 0,-3-1-6631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1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60 278 24575,'0'-51'0,"1"9"0,-5-46 0,4 85 0,-1-1 0,0 1 0,1 0 0,-1 0 0,-2-5 0,3 8 0,0 0 0,0-1 0,-1 1 0,1 0 0,0-1 0,0 1 0,0 0 0,-1 0 0,1-1 0,0 1 0,0 0 0,-1 0 0,1-1 0,0 1 0,-1 0 0,1 0 0,0 0 0,0-1 0,-1 1 0,1 0 0,-1 0 0,1 0 0,0 0 0,-1 0 0,1 0 0,0 0 0,-1 0 0,1 0 0,0 0 0,-1 0 0,1 0 0,0 0 0,-1 0 0,1 0 0,0 0 0,-1 0 0,1 0 0,0 1 0,-1-1 0,1 0 0,0 0 0,-1 0 0,1 1 0,0-1 0,-1 0 0,1 0 0,0 0 0,0 1 0,-1-1 0,1 0 0,0 1 0,0-1 0,0 0 0,0 1 0,-1-1 0,1 1 0,-3 4 0,-1 0 0,1 1 0,0-1 0,0 1 0,1 0 0,-1 0 0,-1 11 0,1-4 0,0 1 0,0 21 0,3-34 0,-1 7 0,1-1 0,0 1 0,1-1 0,-1 0 0,4 12 0,-4-17 0,1-1 0,-1 1 0,1 0 0,0-1 0,0 1 0,0 0 0,0-1 0,0 1 0,0-1 0,1 0 0,-1 1 0,0-1 0,1 0 0,-1 0 0,1 0 0,-1 0 0,1 0 0,-1 0 0,1 0 0,0 0 0,-1-1 0,1 1 0,0-1 0,0 1 0,0-1 0,-1 0 0,4 1 0,16-1 0,1 0 0,0-1 0,39-8 0,-15 3 0,57-9 0,-102 15 0,0-1 0,0 1 0,0 0 0,-1 0 0,1 0 0,0 0 0,0-1 0,0 1 0,-1 0 0,1-1 0,0 1 0,0 0 0,-1-1 0,1 1 0,0-1 0,-1 0 0,1 1 0,0-1 0,-1 1 0,1-1 0,-1 0 0,1 1 0,-1-1 0,1 0 0,-1 0 0,0 0 0,1 1 0,-1-1 0,0 0 0,0 0 0,1 0 0,-1 1 0,0-1 0,0 0 0,0 0 0,0 0 0,0 0 0,0 0 0,0 1 0,0-1 0,-1 0 0,1 0 0,-1-1 0,-1-5 0,0 0 0,-1-1 0,0 1 0,-5-7 0,1 0 0,-2-10 0,2 0 0,0 0 0,-4-35 0,8 44 0,3 13-151,0 1-1,-1-1 0,1 0 0,-1 0 1,1 1-1,-1-1 0,0 1 1,-1-4-1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1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18 24575,'-10'-4'0,"0"1"0,1 0 0,-1 1 0,0 0 0,-1 1 0,-13-1 0,22 2 0,0 0 0,-1 0 0,1 1 0,0-1 0,-1 0 0,1 1 0,0 0 0,-1 0 0,1 0 0,0 0 0,0 0 0,0 0 0,-4 3 0,5-3 0,-1 1 0,1 0 0,0-1 0,0 1 0,0 0 0,0 0 0,0-1 0,0 1 0,0 0 0,1 0 0,-1 0 0,1 0 0,-1 0 0,1 0 0,0 0 0,0 0 0,0 0 0,0 0 0,0 3 0,1 4 0,1 1 0,0 0 0,0-1 0,1 0 0,0 1 0,0-1 0,1 0 0,0 0 0,1-1 0,0 1 0,1-1 0,-1 0 0,9 7 0,-3-2 0,1-1 0,1-1 0,0 0 0,1 0 0,0-2 0,26 14 0,-32-19 0,20 12 0,-26-15 0,-1 0 0,0 0 0,0 0 0,0-1 0,0 1 0,0 1 0,0-1 0,0 0 0,0 0 0,-1 0 0,1 0 0,0 1 0,-1-1 0,1 0 0,-1 0 0,1 1 0,-1-1 0,1 3 0,-1-3 0,-1 0 0,1 0 0,0 0 0,0 0 0,-1 0 0,1 0 0,0 0 0,-1 0 0,1 0 0,-1 0 0,1-1 0,-1 1 0,0 0 0,1 0 0,-1 0 0,0-1 0,0 1 0,1 0 0,-1-1 0,0 1 0,0-1 0,0 1 0,0-1 0,0 1 0,-1-1 0,-26 9 0,24-8 0,-19 4-341,0-1 0,-1 0-1,-40-1 1,51-3-6485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1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24575,'9'15'0,"7"7"0,0 2 0,-1 0 0,-2-2 0,-1-2 0,-3-2 0,-2-2 0,-1-1 0,-1-1 0,-1-2-8191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2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24575,'2'-5'0,"1"1"0,-2 4 0,-2 4 0,0 3 0,0 4 0,-1 0-8191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22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100 102 24575,'1'3'0,"-1"1"0,1-1 0,0 0 0,0 0 0,1 5 0,4 10 0,-1 13 0,4 26 0,-9-56 0,1 1 0,-1-1 0,0 0 0,0 0 0,-1 0 0,1 0 0,0 1 0,0-1 0,0 0 0,-1 0 0,1 0 0,-1 0 0,1 0 0,-1 0 0,1 0 0,-1 0 0,1 0 0,-1 0 0,0 0 0,0 0 0,1 0 0,-1 0 0,0 0 0,0-1 0,0 1 0,0 0 0,0-1 0,0 1 0,0-1 0,0 1 0,0-1 0,0 1 0,-1-1 0,1 0 0,0 0 0,0 1 0,0-1 0,0 0 0,-1 0 0,1 0 0,0 0 0,0-1 0,0 1 0,-2 0 0,-1-1 0,-1 0 0,1 1 0,0-2 0,-1 1 0,1 0 0,0-1 0,0 0 0,0 0 0,0 0 0,-6-5 0,7 4 0,-1 0 0,1-1 0,0 0 0,0 0 0,0 0 0,0 0 0,0 0 0,1 0 0,0-1 0,0 1 0,0-1 0,1 0 0,-1 1 0,1-1 0,0 0 0,1 0 0,-1-7 0,1 9 0,0 0 0,0 0 0,1 0 0,-1 0 0,1 1 0,0-1 0,0 0 0,0 0 0,0 0 0,0 1 0,1-1 0,-1 0 0,1 1 0,-1-1 0,1 1 0,0 0 0,0 0 0,0-1 0,1 1 0,-1 1 0,0-1 0,1 0 0,-1 0 0,1 1 0,0 0 0,-1-1 0,1 1 0,0 0 0,5-1 0,3 0 0,0 0 0,0 1 0,1 0 0,-1 1 0,1 0 0,-1 1 0,0 0 0,1 1 0,-1 0 0,0 1 0,0 0 0,0 0 0,18 10 0,0 1 0,37 11 0,-65-25 0,-1 0 0,1 0 0,0 0 0,-1 1 0,1-1 0,0 0 0,-1 0 0,1 0 0,0 0 0,0 0 0,-1-1 0,1 1 0,0 0 0,-1 0 0,1 0 0,-1 0 0,1-1 0,0 1 0,-1 0 0,1-1 0,-1 1 0,1 0 0,0-1 0,-1 1 0,1-1 0,-1 1 0,1-1 0,-1 1 0,0-1 0,1 1 0,-1-1 0,0 0 0,1 1 0,-1-1 0,0 0 0,0 1 0,1-1 0,-1 0 0,0 1 0,0-1 0,0 0 0,0 1 0,0-2 0,1-5 0,0 0 0,-1 1 0,-1-12 0,1 11 0,-1 3 0,2 0 0,-1 0 0,0 0 0,1 0 0,-1-1 0,1 1 0,1 0 0,-1 0 0,0 1 0,1-1 0,0 0 0,0 0 0,0 1 0,0-1 0,3-3 0,-2 5 0,-1 0 0,0 0 0,1 0 0,-1 0 0,1 0 0,-1 0 0,1 1 0,0-1 0,0 1 0,0 0 0,-1 0 0,1 0 0,0 0 0,1 1 0,-1-1 0,0 1 0,0-1 0,0 1 0,0 0 0,6 1 0,18 4 0,-1 2 0,1 1 0,-1 0 0,35 18 0,-33-14 0,51 24 120,-68-30-417,1 1 0,-1 0 0,0 0 0,15 14 0,-18-11-6529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46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70 118 24575,'21'-19'0,"-14"13"0,0 0 0,0-1 0,9-12 0,-15 17 0,1 0 0,-1 0 0,1 0 0,-1 0 0,1 1 0,0-1 0,0 0 0,2-1 0,-3 3 0,-1 0 0,0 0 0,0 0 0,1 0 0,-1 0 0,0-1 0,0 1 0,1 0 0,-1 0 0,0 0 0,0 0 0,1 0 0,-1 0 0,0 0 0,0 0 0,1 0 0,-1 0 0,0 0 0,0 1 0,1-1 0,-1 0 0,0 0 0,0 0 0,1 0 0,-1 0 0,0 0 0,0 0 0,0 1 0,1-1 0,-1 0 0,1 1 0,-1 0 0,0 0 0,1 0 0,-1 0 0,1 0 0,-1 0 0,0 0 0,0 0 0,0 0 0,0 0 0,0 0 0,0 2 0,0 9 0,-1-1 0,-5 22 0,0 2 0,-8 44 0,-27 94 0,34-149 0,-41 173 0,28-95 0,20-101 0,0 0 0,-1 0 0,1 0 0,0 0 0,0 0 0,-1 0 0,1-1 0,0 1 0,-1 0 0,1 0 0,-1 0 0,1-1 0,-1 1 0,1 0 0,-1-1 0,1 1 0,-2 0 0,-1-3 0,3-9 0,5-31 0,-2-1 0,-1 1 0,-7-67 0,2 78 0,1 0 0,2-1 0,5-48 0,-2 63 0,0 0 0,1 0 0,1 0 0,0 1 0,2 0 0,0 0 0,0 1 0,12-17 0,-9 17 0,-1 0 0,-1-1 0,0 0 0,-1 0 0,0 0 0,5-27 0,-12 42 0,1 0 0,-1 0 0,0 0 0,0 0 0,0 1 0,1-1 0,-1 0 0,0 0 0,1 0 0,-1 0 0,0 1 0,1-1 0,-1 0 0,1 0 0,0 1 0,-1-1 0,1 0 0,0 0 0,0 1 0,-1 0 0,1 0 0,-1 0 0,1 0 0,-1 0 0,1 0 0,-1 0 0,1 0 0,-1 0 0,0 0 0,1 1 0,-1-1 0,1 0 0,-1 0 0,0 0 0,1 1 0,-1-1 0,1 0 0,-1 0 0,0 1 0,1-1 0,-1 0 0,0 1 0,0-1 0,1 1 0,4 6 0,-1-1 0,0 1 0,4 9 0,-3-5 0,167 334 0,-65-104 0,-93-213 0,-4-7 0,-1 0 0,10 35 0,-25-113 0,-6 21 0,0 0 0,-3 0 0,-24-44 0,26 46 0,13 34 0,-1-1 0,1 1 0,0 0 0,0 0 0,0-1 0,-1 1 0,1 0 0,0 0 0,-1 0 0,1 0 0,0-1 0,0 1 0,-1 0 0,1 0 0,0 0 0,-1 0 0,1 0 0,0 0 0,-1 0 0,1 0 0,0 0 0,-1 0 0,1 0 0,0 0 0,-1 0 0,1 0 0,0 0 0,0 0 0,-1 0 0,1 0 0,0 0 0,-1 1 0,1-1 0,-1 0 0,-13 8 0,8-5 0,-2 0 0,0 0 0,0-1 0,-1 0 0,1 0 0,-16 0 0,-46-1 0,39-2 0,-161 0-1365,175 1-5461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51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31 24575,'29'-5'0,"51"-16"0,-80 21 0,0 0 0,0 0 0,0 0 0,0 0 0,0 0 0,0 0 0,0 0 0,0 0 0,0 0 0,0 0 0,0 0 0,0 0 0,0 0 0,0 0 0,0 0 0,0 0 0,0 0 0,-1 0 0,1 0 0,0 0 0,0 0 0,0 0 0,0 0 0,0 0 0,0 0 0,0 0 0,0 0 0,0 0 0,0 0 0,0-1 0,0 1 0,0 0 0,0 0 0,0 0 0,0 0 0,0 0 0,0 0 0,0 0 0,0 0 0,0 0 0,0 0 0,0 0 0,0 0 0,0 0 0,0 0 0,0 0 0,0 0 0,0-1 0,0 1 0,-12-1 0,-15 0 0,-290 2-1365,305-1-5461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3:52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139 116 24575,'15'-35'0,"-20"83"0,-8 15 0,-22 97 0,23-114 0,-25 63 0,33-98 0,-1-1 0,1 0 0,-2 0 0,1 0 0,-2-1 0,1 1 0,-8 7 0,17-44 0,63-307 0,-65 328 0,7-26 0,-1 0 0,-2 0 0,1-38 0,-6 69 0,1-30 0,-1 29 0,1-1 0,-1 1 0,1-1 0,-1 1 0,1-1 0,0 1 0,0 0 0,0 0 0,0-1 0,1-1 0,-1 4 0,-1 0 0,0 0 0,0 0 0,0 0 0,1-1 0,-1 1 0,0 0 0,0 0 0,1 0 0,-1 0 0,0 0 0,0 0 0,0 1 0,1-1 0,-1 0 0,0 0 0,0 0 0,0 0 0,1 0 0,-1 0 0,0 0 0,0 0 0,0 0 0,1 1 0,-1-1 0,0 0 0,0 0 0,0 0 0,0 0 0,1 1 0,-1-1 0,0 0 0,0 0 0,0 0 0,0 1 0,0-1 0,0 0 0,0 0 0,0 0 0,0 1 0,1-1 0,5 13 0,-5-11 0,18 35 0,1 0 0,2-1 0,2-1 0,54 61 0,-49-64 0,119 119 0,-68-91 0,-105-73 0,-1 0 0,1 2 0,-2 0 0,0 2 0,0 1 0,0 1 0,-1 2 0,0 0 0,0 2 0,0 1 0,-53 3 0,67 2-1365,1 0-5461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01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104 227 24575,'-1'-8'0,"1"1"0,0-1 0,1 0 0,0 0 0,0 0 0,0 1 0,1-1 0,0 0 0,1 1 0,5-12 0,-8 19 0,0-1 0,0 1 0,1 0 0,-1-1 0,0 1 0,0 0 0,0 0 0,0-1 0,0 1 0,1 0 0,-1-1 0,0 1 0,0 0 0,1 0 0,-1 0 0,0-1 0,0 1 0,1 0 0,-1 0 0,0 0 0,0-1 0,1 1 0,-1 0 0,0 0 0,1 0 0,-1 0 0,0 0 0,1 0 0,-1 0 0,0 0 0,1 0 0,-1 0 0,0 0 0,1 0 0,-1 0 0,0 0 0,1 0 0,-1 0 0,0 0 0,1 0 0,-1 0 0,0 0 0,1 1 0,-1-1 0,0 0 0,0 0 0,1 0 0,-1 1 0,0-1 0,0 0 0,1 0 0,-1 1 0,0-1 0,0 0 0,0 0 0,1 1 0,-1-1 0,0 0 0,0 1 0,0-1 0,0 0 0,0 1 0,0-1 0,0 1 0,7 21 0,-4 1 0,-2 0 0,0 0 0,-1 0 0,-6 32 0,-22 89 0,16-102 0,-25 57 0,8-25 0,15-40 0,12-31 0,1 0 0,-1 0 0,0 0 0,1 0 0,-2 0 0,1 0 0,0-1 0,-4 4 0,4-7 0,2-4 0,2-6 0,112-348 0,-92 295 0,-11 31 0,10-55 0,-18 69 0,0-1 0,-2 0 0,0 1 0,-3-28 0,2 43 0,-1-1 0,0 0 0,0 1 0,0-1 0,0 0 0,-3-4 0,18 56 0,13 16 0,4-1 0,2-2 0,63 86 0,60 52 0,-141-179 0,-9-11 0,0 0 0,13 11 0,-17-17 0,0 0 0,0-1 0,0 1 0,0-1 0,1 0 0,-1 1 0,1-1 0,-1 0 0,1 0 0,-1-1 0,1 1 0,-1 0 0,1-1 0,4 1 0,-7-1 0,1 0 0,-1 0 0,1 0 0,-1 0 0,1 0 0,-1 0 0,1 0 0,-1 0 0,1 0 0,-1 0 0,1 0 0,-1 0 0,1 0 0,-1 0 0,1 0 0,-1-1 0,1 1 0,-1 0 0,0 0 0,1 0 0,-1-1 0,1 1 0,-1 0 0,0-1 0,1 1 0,-1 0 0,0-1 0,1 1 0,-1-1 0,0 1 0,1 0 0,-1-1 0,0 1 0,0-1 0,0 1 0,1-1 0,-1 1 0,0-1 0,0 1 0,0-1 0,0 1 0,0-1 0,0 0 0,0 0 0,-1 0 0,1-1 0,-1 1 0,1 0 0,-1 0 0,0 0 0,1 0 0,-1 0 0,0 0 0,0 0 0,0 0 0,0 0 0,0 0 0,0 0 0,0 0 0,-2 0 0,-8-4 0,-1 0 0,1 2 0,-1-1 0,0 1 0,-1 1 0,1 0 0,-19 0 0,9 0 0,16 2 0,-216-16 0,140 9 134,20 0-1633,49 7-5327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01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15 24575,'-8'-3'0,"-6"0"0,-7 0 0,-4 0 0,-3 1 0,0 1 0,1 3 0,0 1 0,2 3 0,3 0 0,2-1 0,5-2-8191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03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64 24575,'2'-5'0,"-2"6"0,-5 11 0,-9 20 0,3-9 0,-82 170 0,17 8 0,54-125 0,71-236 0,-32 92 0,-3-1 0,-4 0 0,4-127 0,-12 170 0,-2 25 0,0 1 0,0-1 0,0 1 0,0-1 0,1 1 0,-1-1 0,0 1 0,0-1 0,0 1 0,1-1 0,-1 1 0,0 0 0,1-1 0,-1 1 0,0 0 0,1-1 0,-1 1 0,1-1 0,-1 1 0,1 0 0,-1 0 0,1 0 0,-1 0 0,1 0 0,-1 1 0,1-1 0,-1 0 0,0 0 0,1 0 0,-1 1 0,1-1 0,-1 0 0,0 0 0,1 1 0,-1-1 0,0 0 0,1 1 0,-1-1 0,0 0 0,0 1 0,1-1 0,-1 1 0,0-1 0,0 1 0,37 63 0,-8-11 0,274 388 0,-288-421 0,-10-13 0,0 0 0,1-1 0,-1 1 0,1-1 0,11 9 0,-17-15 0,1 0 0,-1 1 0,0-1 0,1 0 0,-1 0 0,0 1 0,0-1 0,1 0 0,-1 0 0,0 0 0,1 0 0,-1 1 0,1-1 0,-1 0 0,0 0 0,1 0 0,-1 0 0,0 0 0,1 0 0,-1 0 0,0 0 0,1 0 0,-1 0 0,1 0 0,-1 0 0,0 0 0,1 0 0,-1-1 0,0 1 0,1 0 0,-1 0 0,0 0 0,1 0 0,-1-1 0,0 1 0,1 0 0,-1 0 0,0-1 0,0 1 0,1 0 0,-1-1 0,0 1 0,0 0 0,0 0 0,1-1 0,-1 1 0,0 0 0,0-1 0,0 1 0,0-1 0,0 1 0,0 0 0,1-1 0,-1 1 0,0 0 0,0-1 0,0 1 0,0-1 0,-1 1 0,1 0 0,0-1 0,-3-25 0,-5-3 0,-3-1 0,0 2 0,-17-32 0,27 59 0,1 0 0,-1 0 0,1-1 0,-1 1 0,0 0 0,0 0 0,0 0 0,1 0 0,-1 0 0,0 0 0,0 0 0,0 0 0,0 0 0,-1 0 0,1 1 0,0-1 0,0 0 0,0 1 0,-1-1 0,1 1 0,0-1 0,-1 1 0,1 0 0,0 0 0,-1-1 0,1 1 0,-3 0 0,0 1 0,-1 0 0,1 0 0,-1 1 0,1 0 0,-1-1 0,-6 5 0,0 0 0,-3 0 24,0-1 0,0-1 0,0 0 0,-28 4 0,11-5-767,-39 0 1,54-4-6084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04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12 24575,'-25'-2'0,"-10"-2"0,-2 1 0,3 1 0,5 2 0,5 3 0,4 1 0,3 2 0,4-1-8191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14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24575,'144'6'0,"94"22"0,291 25 0,-443-47 0,84 3 0,-158-9 0,-1 2 0,22 3 0,-31-4 0,-65-22 0,-18 3 0,-115-42 0,187 57 0,1 0 0,0-1 0,1 0 0,-1 0 0,0-1 0,1 0 0,0 0 0,0-1 0,-6-6 0,13 12 0,-1-1 0,1 1 0,-1-1 0,1 1 0,-1-1 0,1 1 0,-1-1 0,1 0 0,0 1 0,-1-1 0,1 1 0,0-1 0,-1 0 0,1 1 0,0-1 0,0 0 0,0 0 0,0 1 0,0-1 0,-1 0 0,1 1 0,0-1 0,1 0 0,-1 1 0,0-1 0,0 0 0,0 0 0,0 1 0,0-1 0,1 0 0,-1 1 0,0-1 0,1 1 0,-1-1 0,0 0 0,1 1 0,-1-1 0,1 1 0,-1-1 0,1 1 0,-1-1 0,1 1 0,-1-1 0,1 1 0,0 0 0,-1-1 0,1 1 0,-1 0 0,1-1 0,0 1 0,-1 0 0,1 0 0,0 0 0,0-1 0,-1 1 0,2 0 0,4-1 0,1 0 0,-1 0 0,1 1 0,11 0 0,1 2 0,0 1 0,0 1 0,0 1 0,20 8 0,-10-3 0,111 40 0,-117-40 0,-1 1 0,0 1 0,40 28 0,-58-36 0,0-1 0,0 0 0,-1 1 0,1 0 0,-1 0 0,0 0 0,0 0 0,0 1 0,3 5 0,-6-9 0,1 1 0,-1-1 0,1 0 0,-1 1 0,0-1 0,0 1 0,1-1 0,-1 0 0,0 1 0,0-1 0,-1 1 0,1-1 0,0 1 0,0-1 0,-1 0 0,1 1 0,-1-1 0,1 0 0,-1 1 0,1-1 0,-1 0 0,0 0 0,0 1 0,0-1 0,1 0 0,-1 0 0,0 0 0,0 0 0,-1 0 0,1 0 0,0 0 0,0-1 0,0 1 0,-1 0 0,1-1 0,0 1 0,-2 0 0,-10 4 0,1 0 0,0-1 0,-1-1 0,0 0 0,0-1 0,-17 2 0,-82-3 0,74-2 0,-99 0-1365,124 1-5461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15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319 117 24575,'-68'-27'0,"-97"-25"0,161 50 0,-1 1 0,0 0 0,1 1 0,-1-1 0,0 1 0,0 0 0,1 0 0,-1 0 0,-7 2 0,10-1 0,1-1 0,-1 1 0,0 0 0,0 0 0,1-1 0,-1 1 0,1 1 0,-1-1 0,1 0 0,0 0 0,-1 0 0,1 1 0,0-1 0,0 1 0,0-1 0,0 1 0,0-1 0,0 1 0,0 0 0,0-1 0,1 1 0,-1 0 0,1 0 0,-1 0 0,1-1 0,-1 5 0,1-1 0,0 1 0,-1 0 0,2-1 0,-1 1 0,1-1 0,-1 1 0,2-1 0,-1 0 0,1 1 0,-1-1 0,5 8 0,-2-6 0,0 0 0,1 1 0,0-2 0,0 1 0,1 0 0,11 10 0,-4-7 0,0 0 0,1-1 0,-1 0 0,2-1 0,-1-1 0,1-1 0,21 8 0,-22-11 0,0 1 0,0-2 0,1 0 0,-1-1 0,0 0 0,0-1 0,16-2 0,-28 2 0,0 0 0,0-1 0,1 1 0,-1 0 0,0-1 0,0 0 0,0 0 0,0 1 0,0-1 0,0 0 0,0-1 0,0 1 0,0 0 0,0-1 0,0 1 0,-1-1 0,1 1 0,0-1 0,-1 0 0,0 1 0,1-1 0,-1 0 0,2-3 0,-2 2 0,-1 0 0,1 0 0,-1 1 0,1-1 0,-1 0 0,0 0 0,0 0 0,0 0 0,-1 1 0,1-1 0,0 0 0,-1 0 0,0 1 0,0-1 0,0 0 0,0 1 0,0-1 0,-3-4 0,-9-12 0,-1-1 0,-23-23 0,-1-2 0,54 54 0,12 10 0,50 34 0,-64-44 0,1-1 0,0-1 0,26 10 0,-34-15 0,-1-1 0,1 1 0,0-1 0,0 0 0,0-1 0,0 1 0,0-1 0,-1-1 0,1 1 0,0-1 0,8-2 0,-13 2 0,0 0 0,0 0 0,1 0 0,-1 0 0,0 0 0,0 0 0,0 0 0,0-1 0,0 1 0,-1-1 0,1 1 0,0-1 0,-1 0 0,1 0 0,-1 0 0,1 0 0,-1 0 0,0 0 0,0 0 0,0 0 0,0 0 0,0-1 0,-1 1 0,1 0 0,-1-1 0,1 1 0,-1 0 0,0-1 0,0 1 0,0-1 0,0 1 0,0 0 0,-1-1 0,0-3 0,-1-2 0,0-1 0,-1 1 0,0 0 0,-7-14 0,-1 0 0,11 21 0,0 0 0,-1 1 0,1-1 0,0 0 0,-1 1 0,1-1 0,0 0 0,0 1 0,0-1 0,0 0 0,0 1 0,-1-1 0,1 0 0,1 0 0,-1 1 0,0-1 0,0 0 0,0-1 0,0 2 0,1 0 0,-1 0 0,0 0 0,1 0 0,-1 0 0,0-1 0,1 1 0,-1 0 0,1 0 0,-1 0 0,0 0 0,1 0 0,-1 0 0,0 0 0,1 0 0,-1 0 0,0 0 0,1 0 0,-1 1 0,0-1 0,1 0 0,-1 0 0,0 0 0,1 0 0,0 1 0,28 18 0,-22-15 0,19 13 0,1-1 0,0-1 0,1-2 0,40 13 0,-66-25 0,-1-1 0,1 1 0,0-1 0,-1 1 0,1-1 0,0 0 0,-1 0 0,1 0 0,0 0 0,-1 0 0,1 0 0,0 0 0,-1 0 0,1-1 0,0 1 0,-1-1 0,1 1 0,1-2 0,-1 1 0,-1 0 0,0 0 0,0 0 0,-1 0 0,1 0 0,0-1 0,0 1 0,0 0 0,-1 0 0,1-1 0,-1 1 0,1 0 0,-1-1 0,0 1 0,1-1 0,-1 1 0,0-1 0,0 1 0,0-1 0,0 1 0,0-3 0,-1-2 0,0 1 0,0 0 0,-1 0 0,1 0 0,-1 0 0,-3-6 0,3 7 0,0 0 0,1 0 0,-1 0 0,1 0 0,0-1 0,0 1 0,0 0 0,0-8 0,2 11 0,-1-1 0,0 1 0,1-1 0,-1 1 0,1 0 0,0-1 0,-1 1 0,1 0 0,0 0 0,0 0 0,-1-1 0,1 1 0,0 0 0,0 0 0,1 0 0,-1 0 0,0 1 0,0-1 0,0 0 0,0 0 0,1 1 0,-1-1 0,0 1 0,1-1 0,-1 1 0,3-1 0,2-1 0,0 1 0,0 0 0,0 0 0,11 1 0,1 2 0,-1 0 0,1 1 0,-1 1 0,0 1 0,17 7 0,-5-3 0,-20-6-227,-1 0-1,1 1 1,-1 0-1,0 0 1,13 9-1,-12-5-6598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15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177 519 24575,'-2'-1'0,"-22"-7"0,-28-7 0,46 13 0,-1 1 0,1 0 0,0 1 0,0-1 0,0 1 0,-1 0 0,1 1 0,0-1 0,0 1 0,-9 3 0,14-4 0,0 1 0,0-1 0,0 0 0,0 1 0,0 0 0,-1-1 0,1 1 0,0 0 0,0-1 0,0 1 0,1 0 0,-1 0 0,0 0 0,0 0 0,0 0 0,1 0 0,-1 0 0,0 0 0,1 0 0,-1 1 0,1-1 0,-1 0 0,1 0 0,0 0 0,-1 1 0,1-1 0,0 0 0,0 0 0,0 1 0,0-1 0,0 0 0,0 0 0,0 1 0,1-1 0,-1 0 0,0 0 0,1 0 0,-1 1 0,1-1 0,-1 0 0,1 0 0,0 2 0,2 1 0,0 1 0,0-1 0,0 1 0,0-1 0,0 0 0,1 0 0,0 0 0,8 6 0,-1-3 0,1-1 0,0 0 0,0 0 0,0-1 0,1-1 0,0 0 0,0 0 0,23 2 0,-34-6 0,0 0 0,0 0 0,0 0 0,0 0 0,0-1 0,0 1 0,0-1 0,0 1 0,0-1 0,0 0 0,0 1 0,0-1 0,0 0 0,0 0 0,-1 0 0,1-1 0,0 1 0,-1 0 0,1-1 0,-1 1 0,1-1 0,-1 1 0,0-1 0,0 0 0,0 0 0,0 1 0,0-1 0,0 0 0,0 0 0,0 0 0,-1 0 0,2-4 0,-1 0 0,-1 1 0,1-1 0,-1 1 0,0-1 0,0 1 0,0-1 0,-1 0 0,0 1 0,0-1 0,0 1 0,-3-7 0,3 10 0,-11-24 0,11 24 0,0 1 0,0-1 0,0 1 0,0-1 0,0 1 0,0 0 0,0-1 0,-1 1 0,1 0 0,-1 0 0,1 0 0,-4-2 0,5 3 0,0 0 0,0 0 0,-1 0 0,1 0 0,0 0 0,-1-1 0,1 1 0,0 0 0,-1 0 0,1 0 0,0 0 0,0 0 0,-1 0 0,1 0 0,0 0 0,-1 0 0,1 0 0,0 0 0,-1 0 0,1 0 0,0 1 0,-1-1 0,1 0 0,0 0 0,-1 0 0,1 0 0,0 0 0,0 1 0,-1-1 0,1 0 0,0 0 0,0 1 0,-1-1 0,1 0 0,-2 14 0,8 13 0,-3-20 0,1 0 0,-1 0 0,1-1 0,0 1 0,1-1 0,-1 0 0,1 0 0,1 0 0,-1-1 0,1 0 0,0 0 0,0 0 0,11 6 0,-12-9 0,-1 1 0,1-1 0,-1 0 0,1 0 0,0 0 0,0-1 0,0 0 0,0 0 0,0 0 0,0 0 0,0-1 0,0 0 0,0 0 0,0 0 0,0-1 0,0 0 0,0 0 0,0 0 0,0 0 0,0-1 0,7-3 0,-8 2 0,0 0 0,0 0 0,-1 0 0,0 0 0,1-1 0,-1 1 0,-1-1 0,1 0 0,0 0 0,-1 0 0,0 0 0,0 0 0,0-1 0,0 1 0,1-8 0,1-4 0,-1 1 0,-1-1 0,1-20 0,-3 19 0,-1 1 0,0 0 0,-2-1 0,0 1 0,0 0 0,-2 1 0,0-1 0,-1 1 0,0 0 0,-1 0 0,-1 1 0,-13-20 0,2 7 0,-1 2 0,-1 0 0,-2 1 0,0 1 0,-33-25 0,49 43 0,-40-30 0,41 31 0,0 0 0,-1 1 0,1-1 0,-1 1 0,-11-3 0,17 6 0,0 0 0,0-1 0,0 1 0,1 0 0,-1 0 0,0 0 0,0 0 0,0 0 0,0 0 0,1 0 0,-1 0 0,0 0 0,0 0 0,0 0 0,0 0 0,1 1 0,-1-1 0,0 0 0,0 1 0,1-1 0,-1 0 0,0 1 0,0-1 0,1 1 0,-1-1 0,0 1 0,1 0 0,-1-1 0,1 1 0,-1-1 0,1 1 0,-1 0 0,1 0 0,-1-1 0,1 1 0,0 0 0,-1 0 0,1-1 0,0 1 0,0 0 0,0 0 0,0 0 0,-1 0 0,1 0 0,1 1 0,-2 2 0,2 1 0,-1-1 0,0 0 0,1 1 0,0-1 0,0 0 0,3 7 0,3 4 0,0 1 0,1-2 0,16 23 0,37 39 0,-33-42 0,184 197 0,-209-227 0,14 13-116,18 19-509,64 52 1,-87-79-6202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16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144 132 24575,'-7'-4'0,"-1"-2"0,-1 0 0,0 0 0,0 1 0,-1 0 0,0 1 0,0 0 0,-19-5 0,29 8 0,-1 1 0,0 0 0,0 0 0,1 0 0,-1 0 0,0 0 0,0 0 0,1 0 0,-1 0 0,0 0 0,0 0 0,1 0 0,-1 0 0,0 1 0,0-1 0,1 0 0,-1 0 0,0 1 0,1-1 0,-2 2 0,2-2 0,-1 1 0,1-1 0,0 1 0,0-1 0,-1 1 0,1-1 0,0 1 0,0-1 0,0 1 0,0-1 0,0 1 0,0 0 0,0-1 0,0 1 0,0-1 0,0 1 0,0-1 0,0 1 0,0 0 0,1 0 0,0 2 0,0 0 0,1 0 0,-1-1 0,1 1 0,0 0 0,0-1 0,0 1 0,3 2 0,13 9 0,1 0 0,1-2 0,0 0 0,0-1 0,1-1 0,1-1 0,35 9 0,-53-16 0,1-1 0,-1 0 0,1 0 0,-1-1 0,1 0 0,-1 1 0,1-1 0,-1-1 0,6 0 0,-9 1 0,1-1 0,-1 1 0,1-1 0,-1 1 0,0-1 0,1 0 0,-1 1 0,0-1 0,1 0 0,-1 0 0,0 0 0,0 0 0,0 0 0,0 0 0,0-1 0,0 1 0,0 0 0,0 0 0,-1-1 0,1 1 0,0-1 0,-1 1 0,1 0 0,-1-1 0,1 1 0,-1-1 0,0 1 0,0-1 0,0 1 0,0-3 0,0 0 0,0 1 0,0 0 0,-1-1 0,0 1 0,0 0 0,0-1 0,0 1 0,0 0 0,0 0 0,-1 0 0,0 0 0,1 0 0,-1 0 0,-4-3 0,-3-5 0,-1 0 0,-13-9 0,12 9 0,0 2 0,0-1 0,-1 2 0,0-1 0,0 2 0,-1 0 0,0 0 0,0 1 0,0 1 0,-1 0 0,0 0 0,0 2 0,-24-4 0,35 7 0,1 0 0,0 0 0,0 0 0,-1 0 0,1 0 0,0 0 0,-1 1 0,1-1 0,0 1 0,0 0 0,0 0 0,0-1 0,0 1 0,0 1 0,0-1 0,0 0 0,0 0 0,0 1 0,0-1 0,1 1 0,-3 2 0,3-2 0,0-1 0,0 1 0,0 0 0,1 0 0,-1 0 0,0 0 0,1 0 0,0-1 0,-1 1 0,1 0 0,0 0 0,0 0 0,0 0 0,0 0 0,1 0 0,-1 0 0,0 0 0,1 0 0,-1 0 0,1 0 0,0 0 0,-1-1 0,1 1 0,0 0 0,2 2 0,0 0-170,0 0-1,0 0 0,0 0 1,1-1-1,-1 1 0,1-1 1,5 4-1,3 1-6655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16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18 24575,'-5'-1'0,"-36"-13"0,37 13 0,0 1 0,0-1 0,1 1 0,-1-1 0,0 1 0,0 0 0,0 1 0,-7 0 0,11-1 0,-1 0 0,0 1 0,1-1 0,-1 0 0,0 0 0,1 0 0,-1 1 0,0-1 0,1 0 0,-1 1 0,1-1 0,-1 0 0,0 1 0,1-1 0,-1 1 0,1-1 0,-1 1 0,1-1 0,0 1 0,-1 0 0,1-1 0,-1 1 0,1 0 0,0-1 0,0 1 0,-1-1 0,1 1 0,0 1 0,0-1 0,0 1 0,0-1 0,0 1 0,1-1 0,-1 1 0,1-1 0,-1 1 0,1-1 0,-1 1 0,1-1 0,0 0 0,1 2 0,2 4 0,1-2 0,0 1 0,0 0 0,7 6 0,13 8 0,0-1 0,42 23 0,-66-41 0,0-1 0,0 1 0,0-1 0,1 1 0,-1-1 0,0 1 0,0-1 0,1 1 0,-1-1 0,0 0 0,1 0 0,-1 0 0,0 0 0,1 0 0,-1 0 0,0 0 0,3-1 0,-3 1 0,0-1 0,0 1 0,0-1 0,0 1 0,-1-1 0,1 0 0,0 1 0,0-1 0,-1 0 0,1 0 0,0 0 0,-1 0 0,1 1 0,-1-1 0,1 0 0,-1 0 0,1-2 0,1-1 0,-2 0 0,1 0 0,0 0 0,-1 0 0,1 0 0,-1 0 0,0 0 0,-1 0 0,1 0 0,-2-5 0,1 4 0,0-1 0,-1 1 0,1 0 0,-1 0 0,0 0 0,-1 1 0,1-1 0,-1 0 0,0 1 0,-6-8 0,9 12 0,0 0 0,0 0 0,0 0 0,0 0 0,0 0 0,0 0 0,-1 0 0,1 0 0,0-1 0,0 1 0,0 0 0,0 0 0,0 0 0,0 0 0,-1 0 0,1 0 0,0 0 0,0 0 0,0 0 0,0 0 0,0 0 0,-1 0 0,1 0 0,0 0 0,0 0 0,0 0 0,0 0 0,0 0 0,-1 0 0,1 0 0,0 1 0,0-1 0,0 0 0,0 0 0,0 0 0,0 0 0,0 0 0,-1 0 0,1 0 0,0 0 0,0 0 0,0 1 0,0-1 0,0 0 0,0 0 0,0 0 0,0 0 0,0 0 0,0 0 0,0 1 0,0-1 0,0 0 0,0 0 0,0 0 0,0 0 0,0 0 0,0 1 0,0-1 0,0 0 0,0 0 0,0 0 0,0 1 0,0 9 0,6 16 0,2 0 0,0 0 0,16 33 0,-1-3 0,26 71 0,43 120 0,-91-243 0,3 6 0,-1 1 0,0 0 0,0 0 0,-1 0 0,0 15 0,-2-24 0,0 0 0,0 1 0,0-1 0,0 0 0,-1 1 0,1-1 0,-1 0 0,0 0 0,1 0 0,-1 1 0,0-1 0,0 0 0,-1 0 0,1 0 0,0 0 0,-1-1 0,1 1 0,-1 0 0,1-1 0,-1 1 0,0-1 0,0 1 0,0-1 0,0 0 0,0 1 0,0-1 0,0 0 0,0-1 0,0 1 0,0 0 0,-1-1 0,-1 1 0,-4 1 0,0-1 0,-1 0 0,1-1 0,0 0 0,0 0 0,-1-1 0,-8-2 0,-57-16 0,57 14 0,1 0 0,1 0 0,0-1 0,0 0 0,0-1 0,-17-12 0,28 16 0,0 0 0,0-1 0,0 1 0,1-1 0,-1 1 0,1-1 0,0 0 0,0 0 0,-3-7 0,4 8 0,1 0 0,0 0 0,0 0 0,0 0 0,1 0 0,-1 0 0,1 0 0,0-1 0,0 1 0,0 0 0,0 0 0,0 0 0,1-1 0,-1 1 0,1 0 0,1-3 0,0 1 0,0 1 0,0 0 0,0 0 0,1 0 0,0 0 0,0 0 0,0 0 0,0 1 0,0 0 0,1-1 0,-1 1 0,1 1 0,0-1 0,0 0 0,0 1 0,8-3 0,3-2 0,1 1 0,0 1 0,22-4 0,38-3-1365,-57 11-5461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20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8 24575,'-28'-3'0,"8"1"0,0 0 0,-1 1 0,1 1 0,-1 1 0,-23 4 0,40-3 0,0-1 0,0 1 0,0 0 0,1 0 0,-1 0 0,0 0 0,1 1 0,-1 0 0,1-1 0,0 1 0,0 1 0,0-1 0,0 0 0,1 1 0,-1-1 0,1 1 0,0 0 0,0-1 0,0 1 0,-2 9 0,3-10 0,-1 1 0,1 0 0,0 0 0,0 1 0,1-1 0,-1 0 0,1 0 0,0 0 0,0 0 0,1 0 0,-1 0 0,1 1 0,0-1 0,0 0 0,0 0 0,0 0 0,1-1 0,0 1 0,0 0 0,0 0 0,4 5 0,2-2 0,0 1 0,1-2 0,-1 1 0,2-1 0,-1-1 0,0 0 0,1 0 0,0-1 0,0 0 0,1-1 0,-1 0 0,1 0 0,-1-1 0,1 0 0,0-1 0,18-1 0,-27 0 0,1 0 0,-1 0 0,1-1 0,-1 1 0,0-1 0,1 0 0,-1 1 0,0-1 0,1 0 0,-1 0 0,0-1 0,0 1 0,0 0 0,0-1 0,0 1 0,0-1 0,-1 0 0,3-2 0,-3 2 0,1-1 0,-1 0 0,1 1 0,-1-1 0,0 0 0,0 0 0,0 0 0,-1 0 0,1 0 0,-1 0 0,0 0 0,1-5 0,-2-4 0,-1 1 0,1-1 0,-2 1 0,0 0 0,0 0 0,-7-15 0,0 4 0,8 17 0,7 16 0,9 16 0,1-1 0,1-1 0,28 36 0,67 63 0,-76-88 0,44 49 0,-45-47-1365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20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0 160 24575,'15'-17'0,"4"-8"0,0-3 0,-6 4 0,-6 4 0,-6 2 0,-3 2 0,-1 4-8191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20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58 24575,'-12'-16'0,"9"12"0,10 13 0,-1-1 0,14 19 0,30 30 0,-43-49 0,1-2 0,-1 1 0,1-1 0,1 0 0,-1 0 0,1-1 0,0-1 0,18 8 0,-26-12 0,1 1 0,-1-1 0,1 1 0,-1-1 0,1 0 0,0 1 0,-1-1 0,1 0 0,0 0 0,-1 0 0,1 0 0,0-1 0,-1 1 0,1 0 0,-1-1 0,1 1 0,0-1 0,-1 1 0,1-1 0,-1 0 0,0 0 0,1 0 0,-1 0 0,0 0 0,1 0 0,0-1 0,0-1 0,0 1 0,0-1 0,-1 0 0,1 0 0,-1 0 0,0 0 0,0 0 0,0 0 0,0 0 0,0 0 0,-1 0 0,1-6 0,0-7 0,-1 1 0,0-1 0,-1 1 0,-1-1 0,0 1 0,-6-20 0,7 35 0,1-1 0,0 0 0,-1 0 0,1 1 0,0-1 0,0 0 0,-1 0 0,1 0 0,0 0 0,0 1 0,0-1 0,0 0 0,0 0 0,0 0 0,0 0 0,0 0 0,1 1 0,-1-1 0,0-1 0,1 2 0,-1 0 0,1 0 0,-1 0 0,1 0 0,-1 0 0,1 0 0,-1 0 0,1 0 0,-1 0 0,0 0 0,1 0 0,-1 0 0,1 1 0,-1-1 0,1 0 0,-1 0 0,0 0 0,1 1 0,-1-1 0,1 0 0,-1 0 0,0 1 0,1 0 0,26 24 0,-26-24 0,14 16 40,2-1 0,24 19 0,-32-29-226,0 0 1,0 0-1,1-1 0,0-1 1,-1 1-1,2-1 1,11 2-1,-10-3-6640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21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151 188 24575,'-11'-1'0,"0"2"0,0 0 0,0 0 0,1 1 0,-1 0 0,0 1 0,-15 6 0,23-8 0,0 1 0,0-1 0,0 1 0,0-1 0,1 1 0,-1 0 0,1 0 0,-1 1 0,1-1 0,0 0 0,0 1 0,0-1 0,0 1 0,0 0 0,0-1 0,1 1 0,-1 0 0,1 0 0,0 0 0,0 0 0,0 1 0,0-1 0,1 0 0,-1 0 0,1 0 0,0 1 0,0-1 0,0 0 0,1 5 0,0-4 0,-1-1 0,1 1 0,1-1 0,-1 1 0,0-1 0,1 0 0,0 0 0,-1 1 0,1-1 0,0 0 0,1 0 0,-1-1 0,1 1 0,-1-1 0,1 1 0,0-1 0,0 0 0,0 1 0,0-2 0,0 1 0,0 0 0,0-1 0,1 1 0,-1-1 0,5 1 0,0 0 0,-1 0 0,0-1 0,0 0 0,1 0 0,-1-1 0,0 0 0,1 0 0,-1 0 0,0-1 0,1 0 0,11-4 0,-16 3 0,1 1 0,-1-1 0,0 0 0,0 0 0,0-1 0,0 1 0,0 0 0,0-1 0,-1 0 0,1 1 0,-1-1 0,0 0 0,0 0 0,0-1 0,0 1 0,0 0 0,-1-1 0,1 1 0,-1-1 0,0 1 0,1-8 0,-1 6 0,0-1 0,-1 1 0,1 0 0,-1 0 0,0-1 0,-1 1 0,1 0 0,-1 0 0,0 0 0,0 0 0,-1-1 0,0 1 0,0 1 0,0-1 0,-3-5 0,-23-27 0,36 44 0,1 0 0,0 0 0,0-1 0,1 0 0,-1 0 0,1-1 0,0-1 0,1 1 0,15 3 0,-17-6 0,0 0 0,1 0 0,-1-1 0,1 0 0,13 0 0,-17-2 0,-1 1 0,0-1 0,0 0 0,0 0 0,1 0 0,-1-1 0,0 0 0,0 0 0,-1 0 0,8-5 0,-10 5 0,0 0 0,0 1 0,0-1 0,0 0 0,-1 0 0,1 0 0,-1-1 0,1 1 0,-1 0 0,0 0 0,0-1 0,0 1 0,0-1 0,-1 1 0,1-1 0,0 1 0,-1-1 0,0 0 0,0 1 0,0-1 0,0 1 0,0-1 0,0 0 0,-1 1 0,1-1 0,-2-4 0,-2-6 0,0 0 0,-1 1 0,-11-21 0,15 31 0,-5-7 0,5 7 0,-1-1 0,1 1 0,-1-1 0,1 1 0,0-1 0,0 1 0,0-1 0,0 1 0,0-1 0,1 0 0,-1 0 0,1 0 0,-1-3 0,2 6 0,-1-1 0,0 1 0,1 0 0,-1-1 0,1 1 0,-1 0 0,1 0 0,-1-1 0,1 1 0,-1 0 0,1 0 0,-1 0 0,1 0 0,-1 0 0,1-1 0,-1 1 0,1 0 0,-1 0 0,1 0 0,0 0 0,-1 1 0,1-1 0,-1 0 0,1 0 0,-1 0 0,2 1 0,15 4 0,-16-5 0,7 3 0,0-1 0,1 0 0,-1 0 0,1-1 0,15 1 0,-18-2 0,-1 0 0,0-1 0,1 0 0,-1 0 0,0 0 0,0-1 0,0 0 0,0 0 0,0 0 0,7-5 0,-7 4-52,-1 0-1,1 1 1,-1 0-1,1 0 1,0 1-1,0-1 1,0 1-1,0 0 1,0 0-1,0 0 1,0 1-1,0 0 1,0 0-1,0 0 1,0 1-1,0 0 1,0-1-1,0 2 1,0-1-1,0 1 1,0-1-1,-1 1 1,1 1-1,-1-1 0,7 5 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21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70 24575,'-5'-10'0,"0"2"0,1 0 0,1 0 0,-1-1 0,-1-9 0,5 18 0,0 0 0,-1-1 0,1 1 0,0 0 0,0 0 0,0-1 0,0 1 0,0 0 0,0 0 0,0-1 0,0 1 0,0 0 0,0-1 0,0 1 0,0 0 0,0 0 0,0-1 0,0 1 0,1 0 0,-1-1 0,0 1 0,0 0 0,0 0 0,0 0 0,0-1 0,1 1 0,-1 0 0,0 0 0,0-1 0,1 1 0,7 2 0,10 11 0,142 151 0,9 8 0,-124-134-13,42 39-1339,-78-66-5474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22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0 24575,'-30'0'0,"-11"3"0,-7 2 0,0 7 0,1 2 0,3 5 0,2 1 0,1 2 0,3-2 0,7-6-8191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1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149 213 24575,'15'-11'0,"-1"-1"0,23-25 0,-31 30 0,0 0 0,0-1 0,-1 0 0,0 0 0,0-1 0,-1 1 0,4-13 0,-7 18 0,0 0 0,-1 0 0,1 0 0,-1 0 0,1 1 0,-1-1 0,0 0 0,0 0 0,-1 0 0,1 0 0,-1-4 0,0 5 0,1 1 0,-1-1 0,1 1 0,-1 0 0,0-1 0,0 1 0,0 0 0,0-1 0,0 1 0,0 0 0,0 0 0,0 0 0,0 0 0,0 0 0,-1 0 0,1 0 0,0 0 0,-1 0 0,1 1 0,0-1 0,-1 1 0,-2-2 0,-10-1 0,1 0 0,0 1 0,-1 0 0,0 1 0,1 1 0,-27 2 0,34-2 0,1 1 0,0 0 0,0 0 0,0 1 0,0 0 0,0 0 0,1 0 0,-1 0 0,0 1 0,1-1 0,0 1 0,0 0 0,0 1 0,0-1 0,0 1 0,0-1 0,1 1 0,0 1 0,0-1 0,0 0 0,-2 5 0,1 0 0,1-1 0,0 0 0,1 1 0,0 0 0,0 0 0,1-1 0,0 1 0,1 0 0,0 0 0,0 0 0,2 11 0,0-6 0,1 0 0,1 0 0,0 0 0,0 0 0,2 0 0,7 14 0,-11-24 0,1 1 0,0-1 0,0 0 0,0 0 0,1-1 0,-1 1 0,1-1 0,0 0 0,0 1 0,6 2 0,-3-2 0,1 0 0,0 0 0,0-1 0,1 0 0,11 3 0,4-2 0,0-1 0,1-1 0,30-1 0,-46-1 17,1-1 0,-1 0 1,0-1-1,0 1 0,0-2 0,10-3 0,-15 5-123,1-1 0,-1 0 0,1 0 0,-1-1 0,0 1 0,0-1-1,0 0 1,-1 0 0,1 0 0,-1-1 0,0 1 0,1-1 0,2-6 0,0-1-6720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2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8 24575,'-20'-2'0,"-1"-1"0,-1 2 0,1 0 0,-1 1 0,-41 6 0,60-6 0,0 1 0,0 0 0,1-1 0,-1 1 0,1 0 0,-1 1 0,1-1 0,-1 0 0,1 1 0,0-1 0,-1 1 0,1 0 0,0 0 0,0 0 0,0 0 0,1 0 0,-1 0 0,0 0 0,1 1 0,0-1 0,-3 5 0,4-4 0,-1-1 0,1 1 0,-1-1 0,1 1 0,0-1 0,0 1 0,0-1 0,0 1 0,0-1 0,1 1 0,-1-1 0,1 1 0,0-1 0,-1 1 0,1-1 0,0 1 0,1-1 0,-1 0 0,0 0 0,1 0 0,-1 0 0,1 0 0,2 3 0,2 0 0,0 0 0,0 0 0,1-1 0,-1 1 0,1-2 0,0 1 0,0-1 0,0 0 0,0 0 0,1-1 0,-1 0 0,1 0 0,0-1 0,14 1 0,-10-2 0,0 0 0,0 0 0,1-1 0,-1-1 0,0 0 0,0 0 0,-1-1 0,22-9 0,-31 11 0,0 0 0,-1 0 0,1 0 0,0 0 0,-1 0 0,1-1 0,0 1 0,-1-1 0,0 1 0,1-1 0,-1 0 0,0 1 0,0-1 0,2-3 0,2-4 0,-5 9 0,0 0 0,0 0 0,0 0 0,0 0 0,1 0 0,-1 0 0,0 0 0,0-1 0,0 1 0,0 0 0,0 0 0,0 0 0,1 0 0,-1 0 0,0 0 0,0 0 0,0 0 0,0 0 0,1 0 0,-1 0 0,0 0 0,0 0 0,0 0 0,0 0 0,0 0 0,1 0 0,-1 0 0,0 0 0,0 0 0,0 0 0,0 0 0,0 0 0,1 1 0,-1-1 0,0 0 0,0 0 0,0 0 0,0 0 0,0 0 0,0 0 0,0 0 0,1 1 0,-1-1 0,0 0 0,0 0 0,0 0 0,0 0 0,0 0 0,0 0 0,0 1 0,0-1 0,0 0 0,0 0 0,0 0 0,0 0 0,0 1 0,0-1 0,0 0 0,0 0 0,0 0 0,0 0 0,0 1 0,3 12 0,-2-12 0,7 36 0,3-1 0,29 69 0,45 64 0,-83-166 0,0 0 0,-1 0 0,1 1 0,-1-1 0,0 1 0,0-1 0,0 1 0,1 3 0,-2-5 0,-1-1 0,1 0 0,0 0 0,0 0 0,0 0 0,-1 0 0,1 0 0,-1 0 0,1 0 0,-1 0 0,1 0 0,-1 0 0,1 0 0,-1 0 0,0 0 0,1-1 0,-1 1 0,0 0 0,0 0 0,0-1 0,0 1 0,1-1 0,-1 1 0,0-1 0,0 1 0,0-1 0,0 1 0,0-1 0,-1 0 0,1 1 0,-1-1 0,-6 2 0,0-1 0,0 0 0,0 0 0,0-1 0,0 0 0,0 0 0,-11-2 0,-57-15 0,62 14 0,-103-27-1365,97 25-5461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3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24575,'0'3'0,"0"2"0,-2 2 0,-1 1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5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24575,'2'21'0,"0"0"0,1 0 0,1-1 0,1 1 0,1-1 0,1 0 0,12 26 0,87 140 0,-97-171 0,-1-4-1365,-1-2-5461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5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28 24575,'-2'-3'0,"0"0"0,-1 1 0,1-1 0,-1 1 0,1 0 0,-1 0 0,0 0 0,1 0 0,-6-2 0,7 4 0,0-1 0,0 1 0,0-1 0,1 1 0,-1 0 0,0 0 0,0 0 0,0 0 0,0 0 0,0 0 0,0 0 0,0 0 0,0 0 0,0 0 0,0 0 0,0 0 0,0 1 0,0-1 0,0 0 0,0 1 0,0-1 0,0 1 0,1-1 0,-1 1 0,0 0 0,0-1 0,1 1 0,-1-1 0,0 1 0,1 0 0,-1 0 0,0 0 0,1-1 0,-1 1 0,1 0 0,0 0 0,-1 1 0,-2 4 0,1 0 0,0 0 0,0 0 0,1 0 0,0 0 0,-1 11 0,1 41 0,2-36 0,-1 0 0,1 1 0,1 0 0,2-1 0,0 1 0,1-1 0,1 0 0,1-1 0,15 32 0,-17-42 0,1-1 0,0 0 0,1 0 0,0 0 0,0-1 0,1 0 0,1 0 0,-1-1 0,1 0 0,1-1 0,-1 0 0,1 0 0,0-1 0,1 0 0,0-1 0,0 0 0,22 6 0,-25-9 0,1 0 0,0 0 0,0-1 0,0 0 0,0-1 0,1 0 0,-1 0 0,0-1 0,11-2 0,-17 2 0,0 0 0,1 0 0,-1-1 0,0 1 0,0 0 0,0-1 0,0 0 0,0 0 0,0 0 0,0 0 0,0 0 0,-1-1 0,1 1 0,-1-1 0,0 0 0,0 1 0,0-1 0,0 0 0,0 0 0,-1 0 0,1-1 0,-1 1 0,0 0 0,0-1 0,0 1 0,1-6 0,-2 3 0,0 1 0,1-1 0,-2 0 0,1 0 0,-1 1 0,0-1 0,0 0 0,0 1 0,-1-1 0,0 1 0,0 0 0,0-1 0,-1 1 0,-5-8 0,5 8 0,0 1 0,0 0 0,0 1 0,-1-1 0,1 0 0,-1 1 0,0 0 0,0 0 0,0 0 0,-1 0 0,1 1 0,-1 0 0,1 0 0,-1 0 0,0 0 0,0 1 0,-5-2 0,5 3 11,0 0 0,1 0 0,-1 0 0,0 1 0,0 0 0,1 0-1,-1 0 1,0 0 0,1 1 0,-8 3 0,-1 2-506,0 0 0,-13 10 0,11-7-6331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7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162 636 24575,'10'-10'0,"0"-1"0,0 0 0,-1-1 0,-1 0 0,11-20 0,-16 25 0,0 1 0,-1-1 0,1 0 0,-1 0 0,0 0 0,-1 0 0,0 0 0,0 0 0,-1 0 0,1-1 0,-1 1 0,-1 0 0,-1-9 0,-2-1 0,-1 0 0,-1 0 0,-12-24 0,-30-46 0,29 54 0,-45-69 0,-3-4 0,65 100 0,-5-7 0,5 12 0,1 7 0,1 12 0,1-1 0,1 0 0,6 24 0,18 51 0,-10-36 0,-4-15 0,30 71 0,-33-93 0,0-1 0,2 0 0,0-1 0,0 0 0,28 29 0,-30-37 0,0-1 0,1 0 0,0-1 0,1 0 0,-1-1 0,1 0 0,1 0 0,-1-1 0,1-1 0,23 6 0,-11-5 0,-1-1 0,1-2 0,0 0 0,43-4 0,-57 1 0,1 0 0,-1-1 0,0 0 0,0 0 0,0-2 0,0 1 0,0-1 0,-1 0 0,1-1 0,10-7 0,-15 8 0,0 0 0,0 0 0,-1 0 0,1 0 0,-1 0 0,0-1 0,0 0 0,0 0 0,-1 0 0,0 0 0,0-1 0,0 0 0,-1 1 0,0-1 0,0 0 0,0 0 0,0 0 0,0-9 0,-1 8 0,-1 1 0,0-1 0,0 1 0,-1-1 0,1 1 0,-1 0 0,-1-1 0,1 1 0,-1 0 0,0 0 0,-6-11 0,6 14 0,0 0 0,0 0 0,-1 0 0,1 0 0,-1 0 0,0 0 0,0 0 0,0 1 0,0 0 0,-1-1 0,1 1 0,0 1 0,-1-1 0,0 0 0,1 1 0,-1 0 0,0 0 0,0 0 0,1 0 0,-7 0 0,7 0 0,0 1 0,0 0 0,0 0 0,0 0 0,0 1 0,0-1 0,0 1 0,0-1 0,0 1 0,0 0 0,0 0 0,1 1 0,-1-1 0,0 0 0,1 1 0,-1 0 0,-2 1 0,2 0 0,0 0 0,0 0 0,1 1 0,-1-1 0,1 0 0,-1 1 0,1 0 0,0-1 0,1 1 0,-1 0 0,-1 6 0,2-5 0,-1 0 0,1-1 0,1 1 0,-1 0 0,1 0 0,0 0 0,0 0 0,0-1 0,1 1 0,-1 0 0,1 0 0,0 0 0,1-1 0,-1 1 0,1-1 0,0 1 0,0-1 0,0 1 0,1-1 0,0 0 0,6 7 0,-4-6 0,1 0 0,0-1 0,1 0 0,-1 0 0,1-1 0,-1 1 0,1-2 0,0 1 0,0-1 0,1 0 0,13 2 0,4-1 0,1-2 0,29-1 0,-22-1 0,-15 0 0,30-5 0,-28 3 0,23-2 0,-40 6-114,1-1 1,0-1-1,-1 1 0,1 0 0,0-1 1,-1 0-1,1 0 0,-1 0 0,1 0 1,-1-1-1,6-2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7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24575,'20'17'0,"0"0"0,1-1 0,1-2 0,1 0 0,38 17 0,-47-24 0,0-1 0,-1-1 0,2 0 0,14 3 0,-28-8 0,1 1 0,-1-1 0,0 0 0,0 0 0,1 0 0,-1 0 0,0 0 0,0 0 0,1-1 0,-1 1 0,0 0 0,0-1 0,0 1 0,0 0 0,1-1 0,-1 0 0,0 1 0,0-1 0,0 0 0,0 1 0,1-2 0,-1 0 0,0 1 0,0-1 0,0 0 0,0 1 0,0-1 0,0 0 0,0 0 0,-1 0 0,1 0 0,-1 1 0,1-1 0,-1-3 0,1-3 0,-1 1 0,0-1 0,-1 0 0,1 0 0,-4-12 0,-2 2 0,0 0 0,-1 1 0,-15-28 0,-2-1 0,20 34 0,2 8 0,0-1 0,0 0 0,-1 1 0,1 0 0,-5-6 0,7 10 0,0-1 0,0 1 0,0 0 0,-1 0 0,1 0 0,0-1 0,0 1 0,0 0 0,0 0 0,0 0 0,-1 0 0,1 0 0,0-1 0,0 1 0,0 0 0,-1 0 0,1 0 0,0 0 0,0 0 0,0 0 0,-1 0 0,1 0 0,0 0 0,0 0 0,0 0 0,-1 0 0,1 0 0,0 0 0,0 0 0,-1 0 0,1 0 0,0 0 0,0 0 0,0 0 0,-1 0 0,1 0 0,0 0 0,0 0 0,0 0 0,-1 0 0,1 1 0,0-1 0,0 0 0,0 0 0,0 0 0,-1 0 0,1 0 0,0 1 0,0-1 0,0 0 0,0 0 0,0 0 0,0 1 0,0-1 0,-1 0 0,1 0 0,0 0 0,0 1 0,0-1 0,0 0 0,0 0 0,0 1 0,0-1 0,0 0 0,0 0 0,0 1 0,-1 15 0,2-7-170,1 0-1,-1-1 0,2 0 1,-1 1-1,1-1 0,1 0 1,5 10-1,-2-5-6655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7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92 217 24575,'2'-27'0,"1"7"0,-1-1 0,-2 1 0,0-1 0,-1 0 0,-4-22 0,5 40 0,-1 1 0,0-1 0,0 1 0,0 0 0,0-1 0,0 1 0,0 0 0,0 0 0,-1-1 0,1 1 0,-1 0 0,0 1 0,1-1 0,-1 0 0,0 0 0,0 1 0,0-1 0,-4-1 0,4 2 0,1 1 0,-1-1 0,1 1 0,-1 0 0,0-1 0,1 1 0,-1 0 0,1 0 0,-1 0 0,1 0 0,-1 1 0,1-1 0,-1 0 0,1 1 0,-1-1 0,1 1 0,-1-1 0,1 1 0,-1 0 0,1-1 0,0 1 0,-1 0 0,1 0 0,0 0 0,0 0 0,0 0 0,0 0 0,0 1 0,0-1 0,0 0 0,-1 3 0,-1 0 0,1 1 0,0 0 0,0 0 0,0 0 0,0 0 0,1 0 0,0 0 0,0 0 0,0 1 0,1-1 0,0 6 0,0-3 0,0-1 0,1 1 0,0 0 0,0-1 0,1 1 0,0-1 0,3 9 0,-1-8 0,1 0 0,0 0 0,0 0 0,0-1 0,1 1 0,1-1 0,-1-1 0,1 1 0,0-1 0,0 0 0,1-1 0,0 0 0,0 0 0,0-1 0,0 0 0,1 0 0,10 3 0,1-1 0,1-1 0,-1-1 0,1 0 0,0-2 0,0 0 0,33-2 0,-44-1 0,0 0 0,0 0 0,0 0 0,0-2 0,0 1 0,-1-1 0,1 0 0,-1-1 0,0 0 0,0-1 0,0 0 0,0 0 0,-1-1 0,0 0 0,0 0 0,0-1 0,-1 0 0,0-1 0,-1 1 0,8-11 0,-14 17-37,1 0 0,0 0 1,-1 0-1,1 0 0,-1 0 0,1 0 0,-1 1 0,0-1 0,1-1 0,-1 1 0,0 0 0,0 0 1,0 0-1,1 0 0,-1 0 0,0 0 0,0 0 0,-1 0 0,1 0 0,0 0 0,0 0 0,0 0 1,-1 0-1,1 0 0,-1 0 0,1 0 0,0 0 0,-1 0 0,0 0 0,1 0 0,-1 0 0,0 1 1,1-1-1,-1 0 0,0 0 0,-1 0 0,-6-4-6789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8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276 803 24575,'-13'-74'0,"-2"1"0,-29-81 0,41 146 0,-144-444 0,146 449 0,0-2 0,-1-1 0,0 1 0,-4-10 0,6 14 0,-1 1 0,1-1 0,0 1 0,-1-1 0,1 1 0,0-1 0,-1 1 0,1 0 0,0-1 0,-1 1 0,1 0 0,-1-1 0,1 1 0,-1 0 0,1-1 0,-1 1 0,1 0 0,-1 0 0,1 0 0,-2-1 0,2 1 0,-1 1 0,0-1 0,1 0 0,-1 0 0,0 1 0,1-1 0,-1 0 0,0 1 0,1-1 0,-1 1 0,1-1 0,-1 1 0,1-1 0,-1 1 0,1-1 0,-1 1 0,1-1 0,0 1 0,-1 0 0,1-1 0,-1 2 0,-2 3 0,1 1 0,-1 0 0,1 0 0,0 0 0,1 1 0,-1-1 0,0 10 0,-1 48 0,3-45 0,1 29 0,1-1 0,2 0 0,3-1 0,2 1 0,1-1 0,3-1 0,30 75 0,-33-100 0,0-1 0,0-1 0,2 1 0,0-2 0,1 0 0,1 0 0,1-2 0,19 18 0,-24-25 0,0-1 0,0 0 0,1 0 0,0-1 0,0 0 0,21 6 0,-24-9 0,1-1 0,0 0 0,-1-1 0,1 0 0,0 0 0,0-1 0,0 0 0,0 0 0,0-1 0,10-3 0,11-6-1365,-18 4-5461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3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51 24575,'-20'-12'0,"-31"-14"0,45 24 0,1 0 0,-1 0 0,0 0 0,0 0 0,0 1 0,0 0 0,0 1 0,0-1 0,0 1 0,-11 1 0,15-1 0,1 1 0,-1-1 0,1 1 0,-1-1 0,1 1 0,-1-1 0,1 1 0,0 0 0,-1 0 0,1 0 0,0-1 0,-1 1 0,1 1 0,0-1 0,0 0 0,0 0 0,0 0 0,-1 2 0,1 0 0,-1-1 0,1 1 0,1-1 0,-1 1 0,0 0 0,0-1 0,1 1 0,0 0 0,-1 5 0,2 2 0,0 0 0,1 0 0,0 1 0,5 14 0,-3-10 0,2-1 0,0 0 0,1 0 0,0 0 0,17 22 0,1-5 0,30 29 0,-41-45 0,-3-5 0,0 2 0,17 24 0,-26-33 0,0 0 0,0 0 0,0 0 0,-1 0 0,1 0 0,-1 0 0,0 0 0,0 1 0,0-1 0,-1 1 0,1-1 0,-1 0 0,0 1 0,0-1 0,0 1 0,0-1 0,-1 1 0,-1 6 0,1-8 0,0 1 0,-1 0 0,1-1 0,-1 1 0,0-1 0,0 0 0,0 0 0,0 1 0,0-1 0,0 0 0,0-1 0,-1 1 0,1 0 0,-1-1 0,-3 2 0,-6 3 0,0-1 0,-14 4 0,21-8 0,-234 55-533,205-50-299,5 0-5994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2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44 24575,'27'-10'0,"42"-14"0,-60 21 0,0 1 0,0 0 0,0 1 0,1 0 0,13 1 0,-21 0 0,1 0 0,-1 1 0,0-1 0,1 1 0,-1-1 0,0 1 0,0 0 0,0 0 0,0 0 0,0 0 0,0 1 0,0-1 0,0 0 0,-1 1 0,1 0 0,0-1 0,-1 1 0,1 0 0,-1 0 0,0-1 0,1 1 0,-1 0 0,0 0 0,0 1 0,0-1 0,-1 0 0,1 0 0,0 0 0,0 5 0,1 6 0,-1 0 0,0 1 0,0-1 0,-2 14 0,0-11 0,1-14 0,0 11 0,0 1 0,-1-1 0,-1 0 0,-4 18 0,5-28 0,0 0 0,0 0 0,-1 0 0,1 0 0,0 0 0,-1 0 0,0 0 0,0-1 0,0 1 0,0 0 0,0-1 0,-1 0 0,1 1 0,-1-1 0,1 0 0,-1 0 0,0-1 0,0 1 0,1-1 0,-1 1 0,-1-1 0,-4 2 0,-2-1 0,1-1 0,-1 0 0,0 0 0,1-1 0,-1-1 0,1 1 0,-1-2 0,-16-3 0,9 1 0,1-1 0,0-1 0,1 0 0,-18-11 0,27 14 0,0 0 0,1-1 0,0 0 0,-1 0 0,1-1 0,0 1 0,1-1 0,-1 0 0,1 0 0,0-1 0,-3-5 0,5 8 0,1-1 0,0 1 0,-1 0 0,1-1 0,0 1 0,1-1 0,-1 1 0,1-1 0,-1 0 0,1 1 0,0-1 0,1 1 0,-1-1 0,0 1 0,1-1 0,0 1 0,0-1 0,0 1 0,0-1 0,1 1 0,-1 0 0,3-4 0,-1 2-62,1 0 0,0 1 0,0-1 0,0 1 0,0 0 0,1 0 0,-1 1 0,1-1 0,0 1 0,0 0 0,0 0 0,1 1-1,-1 0 1,1 0 0,-1 0 0,1 0 0,0 1 0,-1 0 0,1 0 0,0 1 0,7-1 0,2 1-6764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3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44 205 24575,'6'8'0,"3"6"0,0 0 0,0 1 0,-1-1 0,10 28 0,-18-41 0,0 0 0,1-1 0,-1 1 0,0 0 0,1 0 0,-1 0 0,0 0 0,0 0 0,0 0 0,0-1 0,0 1 0,0 0 0,0 0 0,0 1 0,-1-2 0,1 0 0,0 0 0,-1 0 0,1 0 0,0 0 0,-1 0 0,1 0 0,0-1 0,-1 1 0,1 0 0,0 0 0,-1 0 0,1-1 0,0 1 0,0 0 0,-1 0 0,1-1 0,0 1 0,0 0 0,-1 0 0,1-1 0,0 1 0,-17-25 0,0-5 0,-22-60 0,34 74 0,0 0 0,1 0 0,0 0 0,1-1 0,0-32 0,3 47 0,0 0 0,0 1 0,0-1 0,0 0 0,0 0 0,1 0 0,-1 0 0,1 0 0,-1 1 0,1-1 0,0 0 0,-1 1 0,1-1 0,0 0 0,0 1 0,1-1 0,-1 1 0,0-1 0,0 1 0,1 0 0,-1-1 0,0 1 0,1 0 0,0 0 0,-1 0 0,1 0 0,0 0 0,-1 1 0,1-1 0,0 0 0,0 1 0,-1-1 0,1 1 0,0 0 0,0-1 0,0 1 0,0 0 0,3 1 0,2-1 0,0 1 0,1 0 0,-1 0 0,0 1 0,0 0 0,0 0 0,-1 0 0,1 1 0,6 4 0,4 4-1365,-2-1-5461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4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24575,'4'5'0,"0"0"0,-1 0 0,0 0 0,0 0 0,0 1 0,3 9 0,2 4 0,7 11 0,32 64 0,-38-80 0,0-1 0,1 0 0,0 0 0,16 16 0,-22-26 0,0-1 0,-1 1 0,1-1 0,0 0 0,0 0 0,1-1 0,-1 1 0,0-1 0,0 0 0,1 0 0,-1 0 0,1 0 0,-1-1 0,1 0 0,-1 0 0,9-1 0,-2 0 0,-1-1 0,0 0 0,0-1 0,0 0 0,0 0 0,12-6 0,3-3 0,0-2 0,-1-1 0,-1 0 0,29-26 0,-43 32-1365,-2 1-5461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4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24575,'2'12'0,"4"7"0,0 4 0,2 2 0,0-2 0,0-1 0,2-3 0,1 0 0,2 0 0,-2-1 0,0-1 0,1 1 0,0 0 0,-2 0 0,1-1 0,0-1 0,-2-3-8191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24575,'40'110'0,"33"72"0,-73-180 0,1-1 0,0 1 0,-1-1 0,1 1 0,0-1 0,0 1 0,0-1 0,0 0 0,0 1 0,1-1 0,-1 0 0,0 0 0,0 0 0,1 0 0,2 1 0,-3-1 0,0-1 0,1 0 0,-1 0 0,1 0 0,-1 0 0,0 0 0,1-1 0,-1 1 0,1 0 0,-1-1 0,0 1 0,0-1 0,1 1 0,-1-1 0,0 0 0,0 1 0,1-1 0,-1 0 0,1-1 0,35-28 0,-23 18 0,24-15 0,-33 24 0,1 0 0,-1 0 0,1 1 0,0-1 0,-1 2 0,1-1 0,0 0 0,10 0 0,-8 1 0,0 0 0,0 1 0,0 0 0,0 1 0,0 0 0,-1 0 0,14 4 0,-17-4 0,-1 1 0,1 0 0,-1-1 0,0 1 0,1 0 0,-1 1 0,0-1 0,0 0 0,-1 1 0,1 0 0,0 0 0,-1 0 0,0 0 0,0 0 0,0 0 0,0 0 0,3 7 0,-4-5 0,1-1 0,-1 0 0,0 0 0,0 1 0,-1-1 0,1 1 0,-1-1 0,0 1 0,0-1 0,-1 0 0,1 1 0,-1-1 0,0 1 0,0-1 0,-1 0 0,1 0 0,-1 0 0,0 0 0,0 0 0,0 0 0,-1 0 0,1 0 0,-1-1 0,0 1 0,-3 2 0,-1 2 0,-1-1 0,0 0 0,0 0 0,-1-1 0,0 0 0,0-1 0,0 0 0,0 0 0,-17 5 0,12-6 0,-1-1 0,0 0 0,0-1 0,0 0 0,0-2 0,0 1 0,-20-4 0,33 3-49,0 0 1,0 0-1,1 0 0,-1-1 0,0 1 1,0 0-1,0-1 0,1 0 0,-1 1 1,0-1-1,0 0 0,1 0 0,-1 0 1,1 0-1,-1 0 0,1-1 0,-1 1 1,1 0-1,0-1 0,0 1 0,0 0 1,-1-1-1,1 0 0,1 1 0,-1-1 0,0 0 1,-1-2-1,0-6-6777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5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24575,'-2'7'0,"-2"6"0,1 2 0,1 1 0,2 1 0,3-1 0,2 0 0,3 0 0,2-4 0,0 0 0,1-3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5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 24575,'-7'-3'0,"-3"2"0,0 4 0,3 3 0,2 4 0,1-1-8191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5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24575,'25'74'0,"-11"-30"0,2-1 0,2-1 0,33 59 0,46 59 0,-88-148 0,-8-12 0,-1 0 0,0 0 0,0 1 0,0-1 0,1 0 0,-1 0 0,0 0 0,0 0 0,0 0 0,1 0 0,-1 0 0,0 0 0,0 0 0,1 0 0,-1 0 0,0 0 0,0 0 0,0 0 0,1 0 0,-1 0 0,0 0 0,0 0 0,0 0 0,1-1 0,-1 1 0,0 0 0,0 0 0,0 0 0,1 0 0,-1 0 0,0-1 0,0 1 0,0 0 0,1-1 0,-1 0 0,1-1 0,-1 1 0,1 0 0,-1-1 0,0 1 0,1 0 0,-1-1 0,0 1 0,0 0 0,0-1 0,0 1 0,0 0 0,-1-1 0,1 1 0,-1-2 0,-1-4 0,0 1 0,0 0 0,-1 0 0,0 0 0,0 0 0,0 0 0,-1 1 0,0-1 0,0 1 0,0 0 0,-1 0 0,0 1 0,0-1 0,-9-6 0,7 7 0,0 0 0,0 0 0,0 1 0,0-1 0,-1 2 0,1-1 0,-1 1 0,0 0 0,0 1 0,0-1 0,-15 1 0,8 1-118,-24 1 367,36-1-385,0 1 0,0-1 0,-1 1 0,1 0 0,1 0 0,-1 0 0,0 0 0,0 1 0,0-1 0,-2 2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46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2 24575,'-13'-1'0,"0"1"0,0 1 0,0 0 0,0 0 0,1 2 0,-1 0 0,-18 6 0,30-8 0,-1-1 0,0 1 0,0 0 0,1 0 0,-1 0 0,0 0 0,1 0 0,-1 1 0,1-1 0,0 0 0,-1 1 0,1-1 0,0 1 0,0 0 0,0-1 0,0 1 0,0 0 0,0-1 0,0 1 0,1 0 0,-1 0 0,1 0 0,-1 0 0,1 0 0,0 0 0,0 0 0,0-1 0,0 1 0,0 0 0,0 0 0,0 0 0,1 0 0,-1 0 0,0 0 0,1 0 0,0 0 0,1 2 0,3 7 0,0-1 0,1 1 0,0-1 0,13 16 0,-17-24 0,41 47 0,-28-32 0,19 25 0,-33-41 0,0 0 0,-1 0 0,1 0 0,0 0 0,-1 0 0,0 0 0,1 0 0,-1 0 0,1 0 0,-1 0 0,0 0 0,0 0 0,0 0 0,0 1 0,0-1 0,0 0 0,0 0 0,0 0 0,0 0 0,0 0 0,-1 1 0,0 0 0,1 0 0,-1-1 0,0 1 0,0-1 0,0 0 0,-1 1 0,1-1 0,0 0 0,0 1 0,-1-1 0,1 0 0,-2 1 0,-6 3 0,0-1 0,0 0 0,-19 6 0,19-7 0,-280 82-1365,254-76-5461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4:59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1204 44 24575,'12'0'0,"11"1"0,-22-1 0,-1 0 0,0 0 0,0 0 0,0 0 0,0-1 0,0 1 0,0 0 0,0 0 0,0 0 0,0 0 0,0 0 0,0 0 0,0 1 0,0-1 0,1 0 0,-1 0 0,0 0 0,0 0 0,0 0 0,0 0 0,0 0 0,0 0 0,0 0 0,0 0 0,0 0 0,0 0 0,0 0 0,0 0 0,0 0 0,0 0 0,0 0 0,0 0 0,1 0 0,-1 0 0,0 0 0,0 0 0,0 1 0,0-1 0,0 0 0,0 0 0,0 0 0,0 0 0,0 0 0,0 0 0,0 0 0,0 0 0,0 0 0,0 0 0,0 0 0,0 0 0,0 0 0,0 1 0,0-1 0,0 0 0,0 0 0,0 0 0,-1 0 0,1 0 0,0 0 0,0 0 0,-6 4 0,-8 0 0,-20 0 0,0-2 0,-61-4 0,77 1 0,-225-21 0,47 2 0,161 17 0,-206-9 0,178 11 0,-114 16 0,116-6-1365,37-6-5461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00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956 16 24575,'0'0'0,"0"-1"0,0 0 0,-1 1 0,1-1 0,0 0 0,-1 1 0,1-1 0,-1 1 0,1-1 0,0 1 0,-1-1 0,1 1 0,-1-1 0,0 1 0,1 0 0,-1-1 0,1 1 0,-1-1 0,0 1 0,1 0 0,-1 0 0,1-1 0,-1 1 0,0 0 0,1 0 0,-1 0 0,-1 0 0,-22-3 0,22 3 0,-183-1 0,95 2 0,-26 6 0,8 1 0,-282-9-1365,364 1-5461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01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24575,'0'0'0,"0"0"0,0-1 0,0 1 0,1 0 0,-1 0 0,0 0 0,0 0 0,0 0 0,0-1 0,1 1 0,-1 0 0,0 0 0,0 0 0,0 0 0,0 0 0,1 0 0,-1 0 0,0 0 0,0 0 0,1 0 0,-1 0 0,0 0 0,0-1 0,0 2 0,1-1 0,-1 0 0,0 0 0,0 0 0,0 0 0,1 0 0,-1 0 0,0 0 0,0 0 0,0 0 0,1 0 0,3 9 0,-1 12 0,-1 23 0,2 32 0,9 55 0,12 86 0,-16-118 0,-3 149 0,-7-194 0,0-20-455,-2 0 0,-13 64 0,12-81-6371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02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47 24575,'7'10'0,"1"-1"0,14 14 0,5 6 0,-10-11 0,0 0 0,1-1 0,21 15 0,-54-55 0,-29-20 0,14 15 0,-53-64 0,82 90 0,0 1 0,0-1 0,0 1 0,0-1 0,-1 1 0,1 0 0,0-1 0,-1 1 0,1 0 0,-3-1 0,4 2 0,0 0 0,-1 0 0,1 0 0,0 0 0,0 0 0,-1 0 0,1 0 0,0 0 0,0 0 0,-1 0 0,1 0 0,0 0 0,0 0 0,-1 0 0,1 0 0,0 0 0,0 0 0,-1 0 0,1 1 0,0-1 0,0 0 0,-1 0 0,1 0 0,0 0 0,-1 1 0,-4 11 0,-9 77 0,14-83 17,-1-1 0,0 0 1,0 0-1,-1 0 0,1 0 0,-4 7 0,4-10-110,0 0 0,-1 0 1,1 0-1,0 0 0,-1-1 0,1 1 0,-1 0 0,0 0 1,0-1-1,1 1 0,-1-1 0,0 0 0,0 1 1,0-1-1,-5 1 0,-4 2-6733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03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286 127 24575,'-2'-2'0,"-4"5"0,-3 6 0,-29 40 0,25-31 0,-29 32 0,41-49 0,0 0 0,0 1 0,0-1 0,0 0 0,0-1 0,0 1 0,0 0 0,-1 0 0,1 0 0,0-1 0,-1 1 0,1 0 0,0-1 0,-1 0 0,1 1 0,-1-1 0,1 0 0,0 1 0,-1-1 0,1 0 0,-1 0 0,1 0 0,-1-1 0,1 1 0,-1 0 0,1 0 0,-3-2 0,1 1 0,1-1 0,-1 0 0,1 0 0,0 0 0,0 0 0,0 0 0,0-1 0,0 1 0,0 0 0,0-1 0,1 0 0,-3-5 0,-5-15 0,-14-46 0,17 45 0,-2 1 0,-11-24 0,18 43-136,-2 0-1,1 1 1,0-1-1,-1 1 1,1 0-1,-1-1 1,0 1-1,0 0 0,-7-4 1,-1 0-6690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04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78 24575,'-4'-3'0,"4"3"0,2 8 0,-2 17 0,-2 0 0,0 0 0,-1 0 0,-11 37 0,6-22 0,3-6 0,-2 39 0,5-38 0,2-30 0,-1 0 0,1 0 0,-1-1 0,-1 1 0,-2 7 0,3-11 0,1-7 0,1-9 0,13-114 0,-10 67 0,2-150 0,-6 204 0,0 4 0,0 2 0,-1 1 0,1-1 0,0 1 0,0-1 0,0 0 0,1 1 0,-1-1 0,0 0 0,0 1 0,1-1 0,-1 1 0,1-1 0,0 1 0,-1-1 0,2-1 0,-1 3 0,-1 0 0,1 0 0,-1 0 0,0 0 0,1 0 0,-1 0 0,0 0 0,1 0 0,-1 0 0,0 0 0,1 0 0,-1 0 0,1 1 0,-1-1 0,0 0 0,0 0 0,1 0 0,-1 1 0,0-1 0,1 0 0,-1 0 0,0 1 0,0-1 0,1 0 0,-1 1 0,0-1 0,0 0 0,1 1 0,8 12 0,-7-10 0,14 21 0,11 15 0,57 65 0,-35-56 0,1-3 0,3-1 0,59 36 0,-100-72 0,-2-2 0,0 1 0,0 0 0,-1 0 0,0 1 0,8 8 0,-17-15 0,1-1 0,-1 0 0,0 0 0,0 1 0,1-1 0,-1 0 0,0 1 0,0-1 0,1 0 0,-1 0 0,0 1 0,0-1 0,0 0 0,0 1 0,0-1 0,0 1 0,0-1 0,0 0 0,1 1 0,-1-1 0,0 0 0,0 1 0,-1-1 0,1 0 0,0 1 0,0-1 0,0 1 0,0-1 0,0 0 0,0 1 0,0-1 0,0 0 0,-1 0 0,1 1 0,0 0 0,-1-1 0,0 1 0,0-1 0,0 1 0,0-1 0,-1 1 0,1-1 0,0 0 0,0 1 0,0-1 0,0 0 0,-2 0 0,-30 0 0,-23-10 0,-72-9 0,20 6 30,-69-3-1425,159 16-5431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21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2914 103 24575,'26'-9'0,"-12"4"0,1-1 0,25-13 0,-39 18 0,0 1 0,0 0 0,0-1 0,-1 1 0,1-1 0,0 1 0,-1-1 0,1 1 0,0-1 0,-1 1 0,1-1 0,-1 0 0,1 1 0,-1-1 0,1 0 0,-1 0 0,1 1 0,-1-1 0,1-1 0,-1 1 0,-1 1 0,1 0 0,0-1 0,0 1 0,-1 0 0,1-1 0,0 1 0,-1 0 0,1-1 0,0 1 0,-1 0 0,1-1 0,-1 1 0,1 0 0,0 0 0,-1 0 0,1-1 0,-1 1 0,1 0 0,-1 0 0,1 0 0,-1 0 0,1 0 0,-1 0 0,-38-2 0,35 2 0,-216 2-27,-339 7-606,-295 23-21,130-28 610,413-6 151,185-6 489,83 4-268,-73 2-1,115 2-327,0 0 0,0 0 0,0 0 0,0 0 0,1 0 0,-1 0 0,0 0 0,0 0 0,0 0 0,0 1 0,1-1 0,-1 0 0,0 1 0,0-1 0,0 1 0,0 0 0,1-1 0,0 0 0,0 1 0,0-1 0,1 0 0,-1 1 0,0-1 0,0 0 0,0 1 0,1-1 0,-1 0 0,0 1 0,0-1 0,1 0 0,-1 0 0,0 1 0,1-1 0,-1 0 0,0 0 0,1 0 0,-1 0 0,0 1 0,1-1 0,0 0 0,30 10 0,9-4 0,1-2 0,0-2 0,54-3 0,-28-1 0,941-14-2373,305-50 2373,-1204 58-252,138-4 871,-280 12-437,-330 1 1642,224 6-1824,-64 1 0,-271-9-490,-131 2-219,337 6 641,-96 0-39,189-7-39,167 0-6525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4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652 28 24575,'19'-2'0,"-9"1"0,-1 0 0,1 0 0,14-5 0,-51 0 0,-9 1 0,0 2 0,1 1 0,-1 2 0,0 1 0,-42 8 0,55-5 0,0 1 0,1 0 0,0 2 0,1 1 0,-1 1 0,1 0 0,1 2 0,0 0 0,-23 18 0,38-25 0,0 0 0,0 0 0,1 1 0,-1 0 0,1 0 0,0 0 0,1 0 0,-1 1 0,1-1 0,0 1 0,-4 12 0,6-15 0,0 0 0,1 0 0,-1 0 0,1 0 0,-1 0 0,1 0 0,0 0 0,1 0 0,-1 0 0,0 0 0,1 0 0,0 0 0,-1 0 0,1 0 0,1-1 0,-1 1 0,0 0 0,1 0 0,-1-1 0,1 1 0,0-1 0,-1 1 0,1-1 0,1 0 0,-1 0 0,0 0 0,3 2 0,9 7 0,1-2 0,0 0 0,0 0 0,18 6 0,69 22 0,-78-29 0,47 15 0,-16-6 0,104 48 0,-153-62 0,0 0 0,0 0 0,-1 1 0,0 0 0,1 0 0,7 9 0,-12-11 0,0-1 0,0 0 0,0 1 0,0-1 0,0 0 0,0 1 0,-1-1 0,1 1 0,0 0 0,-1-1 0,0 1 0,1-1 0,-1 1 0,0 0 0,0-1 0,0 1 0,0-1 0,0 1 0,0 0 0,0-1 0,-1 1 0,1 0 0,0-1 0,-1 1 0,1-1 0,-1 1 0,0-1 0,0 1 0,1-1 0,-1 0 0,0 1 0,-3 1 0,0 2 0,-1 0 0,0 0 0,-1-1 0,1 1 0,-1-1 0,0-1 0,0 1 0,0-1 0,0 0 0,-14 3 0,-5 2 0,-40 5 0,55-11 0,-49 6 0,-75 2 0,-61-11 0,108 0 0,75 1-455,-1 1 0,-24 4 0,24-2-6371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5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262 163 24575,'1'-6'0,"1"-10"0,2-26 0,-3 38 0,-1 1 0,-1-1 0,1 0 0,0 0 0,-1 0 0,0 0 0,0 1 0,0-1 0,0 0 0,-1 1 0,1-1 0,-4-4 0,4 6 0,0 1 0,0 0 0,-1 0 0,1 0 0,0 0 0,-1 0 0,1 0 0,0 0 0,-1 0 0,1 0 0,-1 0 0,0 1 0,1-1 0,-1 1 0,1-1 0,-1 1 0,0 0 0,1 0 0,-1 0 0,0 0 0,1 0 0,-1 0 0,0 0 0,0 0 0,1 1 0,-4 0 0,-3 1 0,0 1 0,0 1 0,0 0 0,-7 4 0,5-3 0,-2 2 0,0 1 0,0-1 0,1 2 0,0 0 0,1 0 0,0 1 0,-17 21 0,21-23 0,0 0 0,0 1 0,1 0 0,1 1 0,-1-1 0,2 1 0,-1-1 0,1 1 0,1 0 0,0 0 0,-2 15 0,4-15 0,0-1 0,1 1 0,0 0 0,0 0 0,1-1 0,0 1 0,1-1 0,0 1 0,0-1 0,1 0 0,0 0 0,1-1 0,0 1 0,0-1 0,1 0 0,0 0 0,1-1 0,-1 0 0,1 0 0,13 9 0,-9-8 0,0-1 0,0 0 0,1-1 0,1 0 0,-1-1 0,1-1 0,-1 1 0,1-2 0,1 0 0,-1-1 0,0 0 0,0-1 0,18 0 0,-20-1 0,-1-1 0,0 0 0,0 0 0,0-1 0,0 0 0,0-1 0,0 0 0,0 0 0,-1-1 0,0 0 0,0-1 0,0 0 0,0-1 0,-1 0 0,0 0 0,0 0 0,0-1 0,6-8 0,-10 9 0,0 0 0,-1 0 0,0 0 0,0 0 0,0 0 0,-1 0 0,0-1 0,0 1 0,-1-1 0,0 0 0,0 0 0,0 1 0,-1-1 0,0 0 0,-1 0 0,1 1 0,-1-1 0,0 0 0,-4-11 0,0 2 0,-1 0 0,0 1 0,-1 0 0,-1 0 0,0 1 0,-1 0 0,-11-13 0,3 6 0,-1 0 0,-1 2 0,-35-28 0,43 38 0,0 2 0,-1-1 0,1 1 0,-1 1 0,-1 0 0,1 1 0,-1 0 0,0 1 0,-16-3 0,24 6-49,0 1 1,1-1-1,-1 1 0,0 0 0,0 0 1,1 0-1,-1 1 0,0 0 0,1 0 1,-1 0-1,1 0 0,-1 1 0,1-1 1,0 1-1,-1 1 0,1-1 0,0 0 1,0 1-1,1 0 0,-1 0 0,0 0 1,1 0-1,0 1 0,0-1 0,0 1 0,0 0 1,-4 7-1,1 3-6777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5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24575,'27'12'0,"14"7"0,5 2 0,-1 0 0,0-3 0,-3-3 0,-4-1 0,-6 0 0,-3-3 0,-5-3 0,-6-1 0,-3-1 0,-5-2-8191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6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86 293 24575,'14'57'0,"-2"0"0,8 94 0,-20-149 0,0 0 0,0 0 0,1 1 0,-1-1 0,1 0 0,-1 0 0,3 3 0,-3-5 0,0 0 0,0 0 0,0 0 0,0 0 0,0 0 0,0 0 0,0 0 0,0 0 0,0 1 0,0-1 0,0 0 0,0 0 0,0 0 0,0 0 0,0 0 0,0 0 0,0 0 0,0 0 0,1 0 0,-1 0 0,0 0 0,0 0 0,0 0 0,0 0 0,0 0 0,0 0 0,0 0 0,0 0 0,0 0 0,0 0 0,0 0 0,1 0 0,-1 0 0,0 0 0,0 0 0,0 0 0,0 0 0,0 0 0,0 0 0,0 0 0,0 0 0,0 0 0,0 0 0,0 0 0,0 0 0,1 0 0,-1 0 0,0 0 0,0 0 0,0 0 0,0 0 0,0 0 0,0 0 0,0-1 0,3-10 0,-2-11 0,-1 1 0,-1-1 0,0 1 0,-2-1 0,0 1 0,-2 0 0,-8-25 0,5 22 0,-2 0 0,0 1 0,-2 0 0,0 1 0,-28-38 0,17 32 0,20 26 0,3 3 0,12 16 0,11 14 0,2-1 0,2-1 0,0-1 0,2-2 0,1 0 0,1-2 0,1-2 0,1-1 0,1-1 0,0-2 0,49 18 0,-69-31 0,1-1 0,0 0 0,20 2 0,-29-5 0,1-1 0,-1 1 0,0-1 0,0-1 0,0 1 0,0-1 0,0 0 0,0 0 0,0-1 0,0 0 0,6-3 0,-10 4 0,0 0 0,0 0 0,0 0 0,0-1 0,0 1 0,-1-1 0,1 1 0,-1-1 0,1 0 0,-1 0 0,1 0 0,-1 0 0,0 0 0,0 0 0,0 0 0,1-2 0,-1 0 0,0 0 0,-1 0 0,1 1 0,-1-1 0,0 0 0,0 0 0,0 1 0,0-1 0,-1-4 0,-3-5 0,1 0 0,-2 1 0,1-1 0,-11-17 0,-61-106 0,22 41 0,37 62-45,5 9-615,-20-28 0,26 44-6166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6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133 233 24575,'1'7'0,"14"117"0,-11-106 0,0 0 0,1-1 0,1 0 0,15 31 0,31 36 0,-40-65 0,-4-11 0,-9-16 0,-6-18 0,-12-13 0,-1 1 0,-3 1 0,-32-42 0,-14-23 0,61 90 0,-6-11 0,-13-29 0,23 44 0,2 1 0,-1-1 0,1 1 0,0-1 0,0 0 0,1 0 0,0 0 0,0-12 0,1 17 0,1 0 0,-1 0 0,1 1 0,-1-1 0,1 0 0,0 0 0,0 1 0,0-1 0,0 0 0,1 1 0,-1-1 0,1 1 0,0 0 0,3-4 0,-1 2 0,0 1 0,0-1 0,0 1 0,0 0 0,1 1 0,-1-1 0,9-2 0,1-1 0,1 2 0,0 0 0,0 1 0,23-2 0,-15 3 0,0 1 0,37 4 0,-47-2 0,0 1 0,0 1 0,0 0 0,0 1 0,23 10 0,-34-13 0,-1-1 0,1 1 0,-1 0 0,1-1 0,-1 1 0,0 0 0,1 0 0,-1 0 0,0 0 0,0 0 0,0 0 0,0 1 0,0-1 0,0 0 0,0 0 0,0 1 0,0-1 0,-1 1 0,1-1 0,0 1 0,-1-1 0,1 1 0,-1-1 0,0 1 0,0-1 0,1 1 0,-1 2 0,-1-1 0,0-1 0,1 1 0,-1 0 0,0 0 0,-1-1 0,1 1 0,0-1 0,-1 1 0,1-1 0,-1 0 0,0 1 0,0-1 0,0 0 0,-4 3 0,-13 9 0,0-1 0,-1 0 0,-1-2 0,0 0 0,-23 8 0,10-4 0,23-10 0,-6 3 0,-20 12 0,32-18 0,2 1 0,-1 0 0,0 0 0,0 0 0,1 0 0,0 1 0,0-1 0,0 1 0,0 0 0,-3 5 0,5-8 0,1 0 0,-1 0 0,1 0 0,0 0 0,-1 0 0,1 0 0,0 0 0,0 1 0,0-1 0,0 0 0,0 0 0,0 0 0,0 0 0,0 0 0,0 0 0,0 1 0,1-1 0,-1 0 0,0 0 0,1 1 0,0 0 0,1 0 0,-1 0 0,0-1 0,1 1 0,-1-1 0,1 1 0,-1-1 0,1 1 0,3 1 0,3 2 0,0-1 0,1 0 0,15 5 0,-23-9 0,32 10 0,1-2 0,56 6 0,71-3 0,-81-7 0,59 1 0,-136-4-227,0-1-1,0 0 1,1 1-1,-1 0 1,5 2-1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8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16 24575,'0'0'0,"1"0"0,-1-1 0,0 1 0,0 0 0,0 0 0,0 0 0,0 0 0,1 0 0,-1-1 0,0 1 0,0 0 0,0 0 0,0 0 0,0-1 0,0 1 0,0 0 0,0 0 0,1 0 0,-1-1 0,0 1 0,0 0 0,0 0 0,0 0 0,0-1 0,0 1 0,0 0 0,0 0 0,0-1 0,-1 1 0,1 0 0,0 0 0,0 0 0,0-1 0,0 1 0,0 0 0,0 0 0,-9-5 0,-13 3 0,21 2 0,-126-1 59,67 1-1483,48 0-5402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39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7 24575,'-20'-2'0,"-9"-2"0,-1 4 0,1 0 0,6 4 0,4 1 0,6-1-8191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0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104 249 24575,'0'0'0,"0"0"0,0 0 0,0 0 0,0-1 0,0 1 0,0 0 0,-1 0 0,1 0 0,0 0 0,0 0 0,0 0 0,0-1 0,-1 1 0,1 0 0,0 0 0,0 0 0,0 0 0,-1 0 0,1 0 0,0 0 0,0 0 0,0 0 0,-1 0 0,1 0 0,0 0 0,0 0 0,0 0 0,-1 0 0,1 0 0,0 0 0,0 0 0,0 0 0,0 0 0,-1 0 0,1 0 0,0 1 0,0-1 0,0 0 0,-1 0 0,-3 10 0,1 14 0,3-23 0,0 18 0,0-1 0,2 1 0,0-1 0,1 1 0,0-1 0,10 28 0,-2-19 0,0 1 0,2-1 0,22 35 0,-3-6 0,-60-111 0,-4 9 0,-2-3 0,-32-58 0,58 90 0,-1 0 0,2-1 0,0-1 0,2 1 0,0-1 0,0 0 0,-1-29 0,4 34 0,2-1 0,0 1 0,1 0 0,0 0 0,1 0 0,6-23 0,-7 32 0,1 1 0,0-1 0,0 1 0,0 0 0,0-1 0,1 1 0,-1 0 0,1 1 0,0-1 0,1 0 0,-1 1 0,1 0 0,-1-1 0,1 1 0,0 1 0,0-1 0,0 1 0,0-1 0,1 1 0,-1 0 0,1 1 0,-1-1 0,6 0 0,5-1 0,0 1 0,0 0 0,0 1 0,0 1 0,19 2 0,-26-1 0,0 0 0,-1 0 0,1 1 0,-1 0 0,1 0 0,-1 1 0,0 0 0,0 0 0,0 1 0,0-1 0,-1 2 0,7 4 0,-11-7 0,0 0 0,0 1 0,0-1 0,-1 0 0,1 1 0,-1 0 0,0-1 0,1 1 0,-1 0 0,0-1 0,-1 1 0,1 0 0,0 0 0,-1 0 0,0 0 0,1 0 0,-1 0 0,0 0 0,-1 0 0,1 0 0,0-1 0,-1 1 0,0 0 0,1 0 0,-3 4 0,0 2 0,-1-1 0,0 1 0,-1-1 0,1 1 0,-2-1 0,-8 11 0,-6 2-48,-1-1 0,-1-1-1,0-1 1,-39 24 0,23-16-1076,25-17-5702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1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24575,'17'15'0,"0"-2"0,0 0 0,21 11 0,68 36 0,62 21 0,-167-80 0,2 0 0,-1 0 0,1 0 0,0 0 0,-1 0 0,1 0 0,0 0 0,0-1 0,0 0 0,-1 1 0,1-1 0,3-1 0,-6 1 2,1 0-1,-1 0 1,0 0-1,0 0 1,0 0-1,0 0 1,1 0-1,-1 0 1,0 0-1,0 0 0,0 0 1,0 0-1,0 0 1,1-1-1,-1 1 1,0 0-1,0 0 1,0 0-1,0 0 1,0 0-1,0 0 1,0-1-1,0 1 1,1 0-1,-1 0 1,0 0-1,0 0 1,0-1-1,0 1 1,0 0-1,0 0 1,0 0-1,0 0 0,0-1 1,0 1-1,0 0 1,0 0-1,0 0 1,0 0-1,0-1 1,0 1-1,0 0 1,0 0-1,-1 0 1,1 0-1,0-1 1,0 1-1,0 0 1,-5-7-1440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2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24575,'-15'7'0,"9"-4"0,-1-1 0,1 2 0,0-1 0,0 1 0,0 0 0,1 0 0,-1 0 0,1 1 0,0 0 0,-6 7 0,4 0 16,0 0 0,1 0-1,0 0 1,1 1-1,1 0 1,0 0 0,-4 21-1,3-14-511,0-1-1,-10 24 0,9-31-6329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5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1021 30 24575,'120'-13'0,"42"-2"0,-125 13 0,0 2 0,51 7 0,-40-2 0,77-1 0,-152-3 0,-4-1 0,-37 5 0,-1 1 0,-106-2 0,-2 0 0,-510 33 0,411-36 0,183-1 0,90 0-87,2-1 12,-1 1 0,0 0 0,0 0-1,0 0 1,0 0 0,1 1 0,-1-1 0,0 0-1,0 1 1,0-1 0,1 1 0,-1 0 0,0 0 0,1-1-1,-1 1 1,-2 2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6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162 219 24575,'0'0'0,"-1"0"0,1-1 0,-1 1 0,0 0 0,1-1 0,-1 1 0,1 0 0,-1 0 0,0-1 0,1 1 0,-1 0 0,0 0 0,1 0 0,-1 0 0,0 0 0,1 0 0,-1 0 0,0 0 0,1 0 0,-1 0 0,0 1 0,1-1 0,-1 0 0,1 0 0,-1 1 0,0-1 0,1 0 0,-1 0 0,1 1 0,-1 0 0,0 0 0,0 0 0,1 0 0,-1 1 0,0-1 0,1 0 0,-1 1 0,1-1 0,0 0 0,0 1 0,-1-1 0,1 1 0,0-1 0,0 2 0,0 5 0,1 1 0,0-1 0,3 13 0,10 22 0,2-2 0,32 64 0,-12-31 0,-35-71 0,4 7 0,0 2 0,0-1 0,-1 0 0,-1 1 0,3 14 0,-6-26 0,0 0 0,0 0 0,0 0 0,0 0 0,0 0 0,0 0 0,0 0 0,0 0 0,0 0 0,0 0 0,0 0 0,0 0 0,-1 0 0,1 0 0,0 0 0,0 0 0,0 0 0,0 0 0,0-1 0,0 1 0,0 0 0,0 0 0,0 0 0,0 0 0,0 0 0,0 0 0,0 0 0,0 0 0,0 0 0,0 0 0,0 0 0,0 0 0,0 0 0,0 0 0,0 0 0,-1 0 0,1 1 0,0-1 0,0 0 0,0 0 0,0 0 0,0 0 0,0 0 0,0 0 0,0 0 0,0 0 0,0 0 0,0 0 0,0 0 0,0 0 0,0 0 0,0 0 0,0 0 0,0 0 0,0 0 0,0 0 0,0 0 0,0 0 0,0 0 0,0 0 0,0 0 0,0 0 0,0 1 0,-6-8 0,-3-7 0,-43-59 0,11 16 0,22 28 0,-67-104 0,74 110 0,0 0 0,1 0 0,2-1 0,-8-28 0,14 41 0,1 0 0,0 0 0,1 0 0,0 0 0,0 0 0,2-16 0,0 23 0,-1 1 0,1-1 0,-1 1 0,1 0 0,1-1 0,-1 1 0,0 0 0,1 0 0,-1 0 0,1 0 0,0 0 0,0 0 0,0 0 0,0 0 0,1 1 0,-1-1 0,1 1 0,0 0 0,-1 0 0,1 0 0,0 0 0,0 0 0,0 0 0,4-1 0,4 0 0,0 0 0,1 1 0,-1 0 0,0 0 0,1 1 0,-1 1 0,0 0 0,1 0 0,21 5 0,-11-1 0,0 2 0,0 0 0,42 19 0,-53-20 0,-1 0 0,0 1 0,0 1 0,0-1 0,-1 2 0,0-1 0,0 1 0,10 13 0,-16-17 0,-1-1 0,1 1 0,-1 0 0,0 0 0,0 1 0,0-1 0,0 0 0,-1 1 0,1-1 0,0 7 0,-2-7 0,0-1 0,0 1 0,0-1 0,0 1 0,-1-1 0,0 1 0,1-1 0,-1 1 0,0-1 0,-1 0 0,1 1 0,-1-1 0,1 0 0,-1 0 0,-3 3 0,1 0 0,-1-1 0,1 0 0,-1-1 0,-1 1 0,1-1 0,-1 0 0,0 0 0,-9 4 0,-55 22 0,64-28 0,-37 13 27,-27 11-1419,56-19-5434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7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59 261 24575,'22'-7'0,"0"-1"0,0 0 0,-2-2 0,1-1 0,33-22 0,-51 30 0,0 1 0,0-1 0,0 0 0,-1 0 0,1 0 0,-1 0 0,1 0 0,-1 0 0,0-1 0,0 1 0,-1-1 0,1 0 0,-1 1 0,1-1 0,-1 0 0,0 0 0,-1 0 0,1 0 0,-1 0 0,1 0 0,-1 0 0,-1 1 0,1-1 0,0 0 0,-1 0 0,0 0 0,0 0 0,0 0 0,0 0 0,-1 1 0,1-1 0,-1 1 0,0-1 0,0 1 0,-1-1 0,1 1 0,0 0 0,-1 0 0,0 0 0,0 1 0,-4-4 0,0 1 0,1 1 0,-1 0 0,0 0 0,0 1 0,0 0 0,0 0 0,0 1 0,-1 0 0,1 0 0,-1 1 0,0 0 0,1 0 0,-1 1 0,0-1 0,-11 3 0,15-2 0,-1 1 0,1 0 0,0 0 0,0 1 0,-1-1 0,1 1 0,0 0 0,0 0 0,1 0 0,-1 0 0,0 1 0,1-1 0,-1 1 0,1 0 0,0 0 0,0 1 0,0-1 0,0 1 0,1-1 0,0 1 0,-1 0 0,1 0 0,0 0 0,1 0 0,-1 0 0,1 0 0,0 0 0,-1 5 0,1-4 0,0 0 0,1 1 0,0-1 0,0 0 0,0 0 0,0 0 0,1 1 0,0-1 0,0 0 0,0 0 0,1 0 0,-1 0 0,1 0 0,3 4 0,1 1 0,0-1 0,0 0 0,1-1 0,0 0 0,15 13 0,-14-13 0,1-1 0,0-1 0,0 0 0,0 0 0,1 0 0,0-1 0,0-1 0,1 0 0,13 4 0,-4-4 0,-1 0 0,1-2 0,0 0 0,26-2 0,-7 1-82,23-1 277,-55 0-406,0-1 0,-1 0 0,1 0 0,-1-1-1,1 0 1,10-4 0,-7 0-6615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9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24575,'0'4'0,"2"0"0,-1 0 0,0 0 0,1 0 0,0 0 0,0 0 0,0 0 0,0 0 0,1-1 0,-1 0 0,6 6 0,-4-5 0,249 281 0,-217-251 0,69 52 0,-98-82-1365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4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26 24575,'1'-1'0,"-1"-1"0,1 1 0,-1 0 0,1-1 0,0 1 0,-1 0 0,1-1 0,0 1 0,0 0 0,0 0 0,0 0 0,0 0 0,1 0 0,-1 0 0,0 0 0,0 0 0,1 0 0,-1 1 0,2-2 0,0 1 0,0 1 0,0-1 0,0 1 0,0-1 0,-1 1 0,1 0 0,0 0 0,0 1 0,5 0 0,4 2 0,1 0 0,-1 1 0,19 10 0,-27-13 0,-1 1 0,14 6 0,-16-8 0,-1 1 0,1-1 0,0 1 0,0-1 0,-1 1 0,1-1 0,-1 1 0,1-1 0,0 1 0,-1-1 0,1 1 0,-1 0 0,1-1 0,-1 1 0,0 0 0,1 0 0,-1 1 0,0-2 0,0 0 0,0 1 0,0-1 0,0 0 0,-1 0 0,1 1 0,0-1 0,0 0 0,0 0 0,-1 1 0,1-1 0,0 0 0,-1 0 0,1 0 0,0 0 0,0 1 0,-1-1 0,1 0 0,0 0 0,-1 0 0,1 0 0,0 0 0,-1 0 0,1 0 0,0 0 0,-1 0 0,1 0 0,0 0 0,-1 0 0,1 0 0,0 0 0,-1 0 0,1 0 0,-17-2 0,15 2 0,-54-12 0,40 8 0,0 1 0,0 0 0,0 2 0,-24-1 0,39 2 0,-1 0 0,0 0 0,0 0 0,0 1 0,0-1 0,0 1 0,1-1 0,-1 1 0,0-1 0,0 1 0,1 0 0,-1 0 0,0 0 0,1 0 0,-1 0 0,1 1 0,0-1 0,-1 0 0,1 1 0,0-1 0,0 1 0,-1-1 0,1 1 0,1-1 0,-1 1 0,0 0 0,0 0 0,0-1 0,1 1 0,-1 0 0,1 0 0,0 0 0,-1 0 0,1-1 0,0 1 0,0 3 0,1 2 0,-1-1 0,1 1 0,0 0 0,0-1 0,1 1 0,0-1 0,0 0 0,1 1 0,4 6 0,12 27-1365,-14-28-5461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0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71 317 24575,'88'-40'0,"-75"33"0,-1 0 0,1-1 0,-1-1 0,15-13 0,-25 20 0,0 0 0,-1 0 0,1 0 0,0 0 0,-1 0 0,1 0 0,-1 0 0,0 0 0,1-1 0,-1 1 0,0-1 0,-1 1 0,1 0 0,0-1 0,0-4 0,-1 5 0,0 0 0,-1 0 0,1 1 0,-1-1 0,1 0 0,-1 0 0,1 0 0,-1 1 0,0-1 0,0 0 0,0 1 0,0-1 0,0 0 0,0 1 0,0-1 0,-1 1 0,1 0 0,-1 0 0,1-1 0,-1 1 0,-2-1 0,-7-5 0,0 1 0,-1 0 0,1 1 0,-1 0 0,-1 1 0,1 1 0,0 0 0,-1 0 0,-23-1 0,33 4 0,-1 0 0,1 0 0,-1 0 0,1 0 0,-1 1 0,1-1 0,0 1 0,-1 0 0,1 0 0,0 0 0,-1 1 0,1-1 0,0 1 0,0-1 0,0 1 0,0 0 0,1 0 0,-1 1 0,0-1 0,1 0 0,0 1 0,-1 0 0,1-1 0,0 1 0,0 0 0,1 0 0,-1 0 0,-1 6 0,1-4 0,0 1 0,1-1 0,0 1 0,1-1 0,-1 1 0,1 0 0,0-1 0,0 1 0,1 0 0,-1-1 0,1 1 0,1-1 0,-1 1 0,1-1 0,0 0 0,0 1 0,3 4 0,2 1 0,-1-2 0,2 1 0,-1-1 0,1 0 0,1-1 0,-1 0 0,1 0 0,17 11 0,-10-9 0,1 0 0,1-1 0,0-1 0,28 10 0,-34-15 0,0 0 0,0 0 0,1-1 0,-1-1 0,1 0 0,-1 0 0,20-3 0,-27 2 0,1-1 0,-1 0 0,0 0 0,1-1 0,-1 1 0,0-1 0,0 0 0,0 0 0,0-1 0,0 0 0,-1 0 0,1 0 0,-1 0 0,0-1 0,0 1 0,0-1 0,0 0 0,-1-1 0,6-6 0,-7 5 0,0 1 0,0-1 0,0 1 0,-1-1 0,1 1 0,-2-1 0,1 0 0,0 0 0,-1 1 0,-1-12 0,1-10 0,0 26 0,0 0 0,0-1 0,0 1 0,1 0 0,-1 0 0,0-1 0,1 1 0,-1 0 0,1 0 0,-1-1 0,1 1 0,-1 0 0,1 0 0,0 0 0,0 0 0,0 0 0,0 0 0,0 0 0,-1 0 0,1 0 0,1 1 0,1-2 0,-1 1 0,1-1 0,0 2 0,0-1 0,0 0 0,-1 0 0,1 1 0,0 0 0,0-1 0,6 2 0,2 0 0,1 0 0,-1 1 0,0 1 0,13 4 0,4 4 0,-2 1 0,33 19 0,-46-23 0,-13-8 0,0 0 0,0 0 0,0 0 0,0 1 0,1-1 0,-1 0 0,0 0 0,0 0 0,0 0 0,0 0 0,0 0 0,0 1 0,1-1 0,-1 0 0,0 0 0,0 0 0,0 0 0,0 0 0,1 0 0,-1 0 0,0 0 0,0 0 0,0 0 0,0 0 0,1 0 0,-1 0 0,0 0 0,0 0 0,0 0 0,0 0 0,1 0 0,-1 0 0,0 0 0,0 0 0,0 0 0,0 0 0,1 0 0,-1 0 0,0 0 0,0-1 0,0 1 0,0 0 0,1 0 0,-6-9 0,-11-10 0,-10-9 0,-45-46 0,69 73 0,-9-10 0,-16-18 0,24 26 0,0 0 0,1-1 0,0 1 0,-1-1 0,1 0 0,1 0 0,-1 0 0,1 0 0,-1 0 0,0-7 0,1 10 0,1 0 0,0 1 0,0-1 0,0 0 0,0 0 0,0 0 0,0 0 0,0 0 0,0 0 0,0 0 0,0 0 0,1 0 0,-1 0 0,0 0 0,0 1 0,1-1 0,-1 0 0,1 0 0,-1 0 0,1 0 0,-1 1 0,1-1 0,0 0 0,-1 1 0,1-1 0,0 0 0,-1 1 0,1-1 0,0 1 0,0-1 0,0 1 0,-1-1 0,1 1 0,0 0 0,0-1 0,0 1 0,0 0 0,0 0 0,0-1 0,0 1 0,0 0 0,0 0 0,0 0 0,-1 0 0,3 1 0,3-1 0,0 1 0,0 1 0,0-1 0,-1 1 0,10 3 0,8 5 0,-10-3 0,1-1 0,0-1 0,0 0 0,0-1 0,1-1 0,19 3 0,-23-5 0,0 0 0,0 1 0,0 0 0,0 1 0,-1 0 0,1 1 0,-1 0 0,0 1 0,13 7 0,-17-8 0,0 0 0,0 1 0,-1 0 0,1 0 0,-1 0 0,0 0 0,0 1 0,-1 0 0,1 0 0,-1 0 0,-1 1 0,1-1 0,-1 1 0,4 12 0,-4-10 0,2 8 0,-18-31 0,-2-6 0,0 0 0,1-2 0,2 0 0,0 0 0,1-1 0,-12-38 0,22 58 0,0 0 0,0 1 0,1-1 0,0 0 0,-1 0 0,1 0 0,0 0 0,0 0 0,0 0 0,1 1 0,-1-1 0,1 0 0,-1 0 0,1 0 0,0 1 0,2-4 0,-2 4 0,-1 1 0,1 0 0,0-1 0,1 1 0,-1 0 0,0 0 0,0 0 0,0 0 0,1 0 0,-1 0 0,0 0 0,1 1 0,-1-1 0,1 0 0,-1 1 0,1-1 0,-1 1 0,1-1 0,-1 1 0,1 0 0,0 0 0,-1 0 0,1 0 0,0 0 0,-1 0 0,1 0 0,-1 0 0,1 1 0,-1-1 0,3 1 0,6 3-170,0 1-1,0-1 0,-1 1 1,1 1-1,-1 0 0,-1 0 1,15 14-1,-11-9-6655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1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87 226 24575,'-3'-3'0,"-1"1"0,1-1 0,-1 1 0,0 0 0,0 0 0,1 0 0,-1 1 0,-1-1 0,1 1 0,0 0 0,0 0 0,0 1 0,-5-1 0,8 1 0,-1 0 0,1 0 0,0 1 0,0-1 0,-1 1 0,1-1 0,0 1 0,0-1 0,0 1 0,0-1 0,-1 1 0,1 0 0,0 0 0,0 0 0,0 0 0,1 0 0,-1 0 0,0 0 0,0 0 0,0 0 0,1 0 0,-1 0 0,0 0 0,1 0 0,-1 1 0,1-1 0,0 0 0,-1 0 0,1 1 0,0-1 0,0 0 0,0 1 0,0-1 0,0 0 0,0 0 0,0 2 0,1 1 0,-1 0 0,1 1 0,0-1 0,0-1 0,0 1 0,1 0 0,-1 0 0,1 0 0,0-1 0,4 6 0,0-1 0,0-1 0,1 1 0,0-1 0,1-1 0,-1 0 0,1 0 0,1 0 0,-1-1 0,1 0 0,10 4 0,-12-6 0,0-1 0,0 0 0,0 0 0,0 0 0,1-1 0,-1 0 0,1-1 0,-1 1 0,0-1 0,1-1 0,-1 0 0,1 0 0,-1 0 0,8-3 0,-13 3 0,0 1 0,0-1 0,0 0 0,0 0 0,-1 0 0,1 0 0,0 0 0,-1 0 0,1 0 0,0 0 0,-1-1 0,0 1 0,1-1 0,-1 1 0,0-1 0,0 0 0,0 1 0,0-1 0,0 0 0,0 0 0,0 0 0,-1 0 0,1 0 0,0 1 0,-1-1 0,0 0 0,0 0 0,1 0 0,-1 0 0,0 0 0,-1-1 0,1 1 0,0 0 0,-1-2 0,0-1 0,0 0 0,-1 0 0,0 0 0,0 0 0,0 0 0,0 1 0,-1-1 0,0 1 0,0-1 0,0 1 0,0 0 0,-5-4 0,-1 0 0,-1 1 0,0 1 0,0-1 0,-20-8 0,-45-14 0,69 27 0,42-1 0,-1 5 0,0 1 0,0 2 0,0 1 0,59 18 0,-27-2 0,98 44 0,-162-64 0,-1-1 0,1 0 0,0 0 0,0 0 0,0-1 0,5 2 0,-8-2 0,0 0 0,1 0 0,-1 0 0,0 0 0,1 0 0,-1 0 0,0 0 0,1 0 0,-1 0 0,0-1 0,1 1 0,-1 0 0,0 0 0,1 0 0,-1 0 0,0-1 0,1 1 0,-1 0 0,0 0 0,0 0 0,1-1 0,-1 1 0,0 0 0,1-1 0,-1 0 0,0 1 0,0-1 0,0 0 0,0 0 0,0 0 0,0 1 0,0-1 0,0 0 0,0 0 0,0 1 0,0-1 0,0 0 0,-1 0 0,1 1 0,0-1 0,-1-1 0,-24-46 0,20 39 0,-1 0 0,2 0 0,-1-1 0,1 0 0,1 0 0,-1 0 0,2 0 0,-3-13 0,5 21 0,-1-12 0,0 0 0,1 0 0,2-18 0,-2 29 0,0 0 0,1 0 0,-1 0 0,1 0 0,0 0 0,0 0 0,0 1 0,0-1 0,0 0 0,1 1 0,-1-1 0,1 1 0,0-1 0,0 1 0,0 0 0,0 0 0,0 0 0,0 0 0,0 0 0,1 0 0,-1 0 0,5-1 0,-5 2-47,0 1 0,0-1 0,0 1 0,0 0 0,0 0 0,0 0 0,0 0 0,0 0 0,0 0-1,0 1 1,-1-1 0,1 1 0,0-1 0,0 1 0,0 0 0,0 0 0,-1 0 0,1 0 0,0 0 0,0 0 0,-1 0 0,1 0-1,-1 1 1,0-1 0,1 0 0,-1 1 0,0 0 0,2 1 0,3 8-6779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2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267 137 24575,'-26'-20'0,"-4"-4"0,-2 2 0,0 1 0,-41-20 0,70 40 0,1-1 0,-1 1 0,1 0 0,-1 1 0,0-1 0,1 0 0,-1 1 0,0-1 0,0 1 0,0 0 0,1 0 0,-1 0 0,0 0 0,-3 1 0,5 0 0,-1 0 0,1-1 0,-1 1 0,1 0 0,-1 0 0,1 0 0,0 0 0,0 0 0,-1 1 0,1-1 0,0 0 0,0 1 0,0-1 0,0 0 0,0 1 0,1-1 0,-1 1 0,0 0 0,1-1 0,-1 1 0,1-1 0,0 1 0,-1 2 0,-1 12 0,0 0 0,1-1 0,0 1 0,4 29 0,16 63 0,-9-70 0,2-1 0,1-1 0,2 0 0,33 58 0,97 124 0,-142-214 0,42 53 0,-40-52 0,0 0 0,0 0 0,1 0 0,0 0 0,0-1 0,0 0 0,11 5 0,-16-8 0,1 0 0,0-1 0,-1 1 0,1 0 0,0-1 0,-1 0 0,1 1 0,0-1 0,0 0 0,0 0 0,-1 0 0,1 0 0,0 0 0,0 0 0,-1 0 0,1-1 0,0 1 0,0 0 0,-1-1 0,1 0 0,0 1 0,-1-1 0,1 0 0,-1 0 0,1 0 0,-1 0 0,1 0 0,-1 0 0,0-1 0,1 1 0,-1 0 0,0-1 0,0 1 0,0 0 0,0-1 0,0 0 0,0 1 0,0-3 0,2-4 0,0 1 0,-1-1 0,0 0 0,-1 0 0,1 0 0,-1 0 0,-1-10 0,0 7 0,0-1 0,-1 0 0,0 0 0,-1 1 0,-1-1 0,0 1 0,-8-22 0,8 26 0,-1 1 0,1 0 0,-1 0 0,0 0 0,0 1 0,0 0 0,-1-1 0,0 1 0,0 1 0,0-1 0,-1 1 0,1 0 0,-1 0 0,0 1 0,-7-4 0,0 2 0,1 1 0,-1 0 0,0 1 0,-1 0 0,-21-1 0,-68 3 0,76 1 0,19 0 0,-1 1 0,0 0 0,0 0 0,1 1 0,-1 0 0,0 0 0,1 1 0,0 0 0,-15 9 0,23-12 1,0 0-1,0 0 1,0 0-1,-1 0 1,1 0-1,0 0 1,0 0-1,0 0 1,0 0-1,0 1 1,0-1 0,0 0-1,0 0 1,0 0-1,0 0 1,0 0-1,0 0 1,0 0-1,0 0 1,0 1-1,0-1 1,0 0-1,0 0 1,1 0-1,-1 0 1,0 0-1,0 0 1,0 0-1,0 0 1,0 0-1,0 0 1,0 1 0,0-1-1,0 0 1,0 0-1,0 0 1,0 0-1,0 0 1,1 0-1,-1 0 1,0 0-1,0 0 1,0 0-1,0 0 1,0 0-1,0 0 1,0 0-1,0 0 1,0 0-1,1 0 1,-1 0-1,0 0 1,0 0 0,0 0-1,0 0 1,0 0-1,0 0 1,0 0-1,0 0 1,0 0-1,1 0 1,-1 0-1,0 0 1,0 0-1,0 0 1,0 0-1,8 0-1400,2 0-5426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15 197 24575,'31'17'0,"-16"-8"0,0-2 0,21 8 0,-36-15 0,0 0 0,0 0 0,1 1 0,-1-1 0,0 0 0,0 0 0,0 0 0,0 0 0,1 0 0,-1 0 0,0 0 0,0 0 0,0 0 0,1 0 0,-1 0 0,0 0 0,0 0 0,0 0 0,1 0 0,-1 0 0,0 0 0,0 0 0,0 0 0,0 0 0,1 0 0,-1 0 0,0 0 0,0 0 0,0 0 0,1 0 0,-1 0 0,0-1 0,0 1 0,0 0 0,0 0 0,0 0 0,1 0 0,-1 0 0,-4-9 0,-18-16 0,13 14 0,-8-11 0,-18-30 0,30 44 0,1 0 0,0-1 0,0 1 0,1-1 0,0 0 0,1 0 0,-3-17 0,4 24 0,1 1 0,0-1 0,0 1 0,0-1 0,0 0 0,0 1 0,0-1 0,1 0 0,-1 1 0,0-1 0,1 1 0,-1-1 0,1 0 0,0 1 0,0 0 0,-1-1 0,1 1 0,0-1 0,2-1 0,-2 2 0,0 0 0,1 1 0,-1-1 0,0 0 0,1 1 0,-1-1 0,0 1 0,1-1 0,-1 1 0,1 0 0,-1-1 0,1 1 0,-1 0 0,1 0 0,-1 0 0,1 0 0,1 1 0,4 0 0,-1 1 0,0-1 0,0 2 0,1-1 0,-1 1 0,-1-1 0,1 2 0,8 4 0,0 4-1365,-1-1-5461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3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147 130 24575,'-5'-2'0,"-52"-24"0,52 24 0,0 1 0,-1-1 0,0 1 0,1 0 0,-1 0 0,0 1 0,1-1 0,-10 2 0,14-1 0,0 0 0,0 0 0,0 0 0,0 0 0,0 0 0,0 1 0,0-1 0,0 0 0,0 1 0,0-1 0,0 0 0,0 1 0,0-1 0,0 1 0,0 0 0,1-1 0,-1 1 0,0 0 0,0-1 0,1 1 0,-1 0 0,0 0 0,1 0 0,-1 0 0,1 0 0,-1 0 0,1-1 0,-1 1 0,1 0 0,0 0 0,-1 0 0,1 0 0,0 1 0,0-1 0,0 0 0,0 0 0,0 0 0,0 0 0,0 0 0,0 0 0,0 0 0,1 0 0,-1 0 0,0 0 0,1 1 0,1 3 0,0 1 0,1-1 0,-1 0 0,1 0 0,0-1 0,0 1 0,4 4 0,-1-3 0,1 0 0,-1 0 0,1-1 0,0 0 0,0 0 0,1-1 0,0 0 0,-1 0 0,1 0 0,1-1 0,-1-1 0,0 1 0,1-1 0,-1-1 0,1 0 0,-1 0 0,1 0 0,0-1 0,-1 0 0,14-3 0,-19 3 0,-1-1 0,1 1 0,0-1 0,-1 0 0,1 0 0,0 0 0,-1 0 0,1 0 0,-1 0 0,0-1 0,1 1 0,-1-1 0,0 0 0,0 0 0,0 0 0,0 0 0,0 0 0,-1 0 0,1 0 0,0-1 0,-1 1 0,0 0 0,1-1 0,-1 1 0,0-1 0,-1 0 0,2-4 0,-1 3 0,0 0 0,-1-1 0,0 1 0,0-1 0,0 1 0,0 0 0,-1-1 0,1 1 0,-1-1 0,0 1 0,-1 0 0,1 0 0,-1 0 0,0 0 0,0 0 0,-4-7 0,-1 1 0,-1 1 0,0 0 0,-1 1 0,0-1 0,0 2 0,-16-11 0,18 13 0,1 1 0,-1 1 0,-1-1 0,1 1 0,0 1 0,-1-1 0,1 1 0,-1 1 0,0-1 0,1 1 0,-10 0 0,15 1 0,0 0 0,0 0 0,1 1 0,-1-1 0,0 0 0,0 1 0,0-1 0,1 1 0,-1-1 0,0 1 0,1 0 0,-1 0 0,1 0 0,-1 0 0,1 0 0,-2 1 0,2-1 0,1 0 0,-1 0 0,1-1 0,-1 1 0,1 0 0,0 0 0,-1 0 0,1 0 0,0 0 0,0-1 0,0 1 0,-1 0 0,1 0 0,0 0 0,0 0 0,0 0 0,1 0 0,-1 0 0,0-1 0,0 1 0,0 0 0,1 0 0,-1 0 0,0 0 0,1 0 0,-1-1 0,1 1 0,-1 0 0,1 0 0,-1-1 0,1 1 0,-1 0 0,2 0 0,21 21-1365,-10-12-5461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3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24575,'26'1'0,"0"1"0,0 1 0,0 1 0,0 2 0,32 11 0,-54-15 0,0-1 0,0 0 0,0-1 0,0 1 0,0-1 0,0 1 0,0-1 0,0 0 0,0-1 0,4 0 0,-6 1 0,-1-1 0,0 1 0,0 0 0,0-1 0,1 0 0,-1 1 0,0-1 0,0 0 0,0 1 0,0-1 0,0 0 0,0 0 0,0 0 0,-1 0 0,1 0 0,0 0 0,0 0 0,-1 0 0,1 0 0,0 0 0,-1 0 0,1-1 0,-1 1 0,0 0 0,1 0 0,-1-1 0,0 1 0,0 0 0,0 0 0,0-1 0,0 1 0,0 0 0,0-1 0,-1-1 0,1-2 0,-1 1 0,-1 0 0,1 0 0,-3-6 0,-4-16 0,8 26 0,0 0 0,0 0 0,0 0 0,0 0 0,0 0 0,0 0 0,0 0 0,0-1 0,0 1 0,0 0 0,0 0 0,0 0 0,0 0 0,0 0 0,1 0 0,-1 0 0,0 0 0,0 0 0,0 0 0,0 0 0,0-1 0,0 1 0,0 0 0,0 0 0,0 0 0,0 0 0,0 0 0,1 0 0,-1 0 0,0 0 0,0 0 0,0 0 0,0 0 0,0 0 0,0 0 0,0 0 0,0 0 0,0 0 0,1 0 0,-1 0 0,0 0 0,0 0 0,0 0 0,0 0 0,0 0 0,0 0 0,0 0 0,0 0 0,1 0 0,-1 0 0,0 0 0,9 4 0,7 7 0,3 2 0,-1-1 0,1-1 0,35 16 0,-43-23 0,0 0 0,-1-1 0,2 0 0,-1-1 0,0 0 0,0-1 0,0 0 0,1 0 0,13-2 0,-23 0 0,1 0 0,-1 1 0,0-1 0,1 0 0,-1 0 0,0 0 0,0 0 0,0-1 0,0 1 0,0 0 0,0-1 0,0 0 0,0 1 0,0-1 0,-1 0 0,1 0 0,-1 0 0,3-4 0,-3 4 0,0 0 0,1 0 0,-1 0 0,0 0 0,1 0 0,0 1 0,-1-1 0,1 0 0,0 1 0,0-1 0,0 1 0,0 0 0,0 0 0,0 0 0,0 0 0,0 0 0,0 0 0,1 0 0,-1 1 0,0-1 0,1 1 0,2-1 0,4 2 0,1 0 0,0 0 0,-1 1 0,1 0 0,17 7 0,-6-1 0,28 16 0,-37-17-1365,-3 0-5461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4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60 24575,'-45'-15'0,"0"2"0,0 2 0,-79-9 0,121 20 0,-1-1 0,0 1 0,1 0 0,-1 1 0,0-1 0,1 1 0,-1-1 0,0 1 0,-6 3 0,9-3 0,0-1 0,0 1 0,0 0 0,0-1 0,0 1 0,0 0 0,0 0 0,0 0 0,1 0 0,-1 0 0,0 0 0,1 0 0,-1 0 0,0 0 0,1 1 0,-1-1 0,1 0 0,0 0 0,-1 0 0,1 1 0,0-1 0,0 0 0,0 0 0,0 1 0,0-1 0,0 0 0,0 0 0,0 1 0,0-1 0,1 0 0,0 2 0,1 3 0,0 0 0,0-1 0,1 0 0,0 1 0,0-1 0,0 0 0,0 0 0,1-1 0,6 7 0,1 0 0,0-1 0,19 13 0,-17-13 0,0-1 0,1-1 0,0-1 0,1 0 0,16 6 0,-26-11 0,0-1 0,0 1 0,0-1 0,0 0 0,1-1 0,-1 1 0,0-1 0,0 0 0,0 0 0,1-1 0,-1 1 0,0-1 0,0-1 0,0 1 0,0-1 0,0 1 0,0-1 0,-1-1 0,8-3 0,-10 4 0,0 0 0,0 0 0,0 0 0,0-1 0,-1 1 0,1 0 0,-1-1 0,1 1 0,-1-1 0,0 0 0,0 1 0,0-1 0,-1 0 0,1 1 0,-1-1 0,1 0 0,-1 0 0,0 0 0,0 1 0,0-1 0,0 0 0,-1 0 0,1 0 0,-1 1 0,0-1 0,1 0 0,-1 1 0,0-1 0,-1 0 0,1 1 0,-3-5 0,4 7 0,-1 0 0,1 0 0,0-1 0,0 1 0,0 0 0,0 0 0,-1-1 0,1 1 0,0 0 0,0 0 0,-1 0 0,1-1 0,0 1 0,0 0 0,-1 0 0,1 0 0,0 0 0,-1 0 0,1 0 0,0 0 0,0 0 0,-1-1 0,1 1 0,0 0 0,-1 0 0,1 0 0,0 0 0,-1 1 0,1-1 0,0 0 0,0 0 0,-1 0 0,1 0 0,0 0 0,-1 0 0,-5 12 0,3 17 0,3-28 0,-1 13 0,2 1 0,0-1 0,1 1 0,1-1 0,0 0 0,0 0 0,2 0 0,0 0 0,0-1 0,13 23 0,1-4 0,2-1 0,48 56 0,-46-65-1365,-13-13-5461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5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24575,'0'2'0,"0"0"0,1-1 0,-1 1 0,1 0 0,-1-1 0,1 1 0,0 0 0,0-1 0,0 1 0,0-1 0,0 1 0,0-1 0,0 0 0,2 2 0,20 18 0,-18-17 0,6 5 0,0-1 0,0 0 0,16 8 0,-23-14 0,0 0 0,-1-1 0,1 1 0,0-1 0,-1 0 0,1 0 0,0 0 0,0-1 0,0 1 0,0-1 0,0 0 0,0 0 0,0 0 0,0 0 0,0-1 0,4-1 0,-6 1 0,0 1 0,-1-1 0,1 0 0,-1 0 0,1 0 0,-1 1 0,0-2 0,1 1 0,-1 0 0,0 0 0,1 0 0,-1-1 0,0 1 0,0 0 0,0-1 0,-1 1 0,1-1 0,1-1 0,0-3 0,-1 1 0,0-1 0,0 1 0,1-8 0,2-10 0,-4 23 0,0-1 0,0 1 0,0-1 0,0 1 0,0 0 0,0-1 0,0 1 0,0 0 0,0-1 0,1 1 0,-1 0 0,0-1 0,0 1 0,0 0 0,1-1 0,-1 1 0,0 0 0,0-1 0,1 1 0,-1 0 0,0 0 0,1-1 0,-1 1 0,0 0 0,1 0 0,-1 0 0,0 0 0,1-1 0,-1 1 0,0 0 0,1 0 0,-1 0 0,1 0 0,-1 0 0,0 0 0,1 0 0,-1 0 0,0 0 0,1 0 0,-1 0 0,1 0 0,-1 0 0,0 0 0,1 1 0,-1-1 0,0 0 0,1 0 0,-1 0 0,0 0 0,1 1 0,-1-1 0,1 1 0,18 17 0,-13-11 0,6 3-170,1 0-1,0-1 0,1 0 1,0-1-1,0-1 0,1 0 1,18 5-1,-20-8-6655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5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17 24575,'-17'-4'0,"1"0"0,0 0 0,-20 0 0,32 3 0,0 1 0,1 0 0,-1 0 0,0 0 0,1 1 0,-1 0 0,0-1 0,1 1 0,-1 0 0,1 1 0,-1-1 0,1 0 0,0 1 0,-1 0 0,-3 3 0,5-3 0,0 0 0,0 0 0,1 1 0,-1-1 0,1 1 0,-1-1 0,1 1 0,0-1 0,0 1 0,0 0 0,0-1 0,1 1 0,-1 0 0,1 0 0,0 0 0,-1-1 0,1 1 0,0 0 0,1 0 0,-1 0 0,1 0 0,0 3 0,1 3 0,0-1 0,1 0 0,0 0 0,1 0 0,-1 0 0,7 8 0,-7-10 0,1 0 0,0-1 0,1 0 0,-1 0 0,1 0 0,0-1 0,0 1 0,1-1 0,-1 0 0,1-1 0,0 1 0,8 2 0,-11-4 0,0-1 0,1 0 0,-1 0 0,1-1 0,-1 1 0,0-1 0,1 1 0,-1-1 0,1 0 0,-1-1 0,1 1 0,-1 0 0,1-1 0,-1 0 0,1 0 0,-1 0 0,0 0 0,0-1 0,1 1 0,-1-1 0,0 0 0,0 1 0,-1-2 0,5-3 0,-3 4 0,-1-2 0,0 1 0,-1 0 0,1-1 0,0 1 0,-1-1 0,0 0 0,0 0 0,0 1 0,0-2 0,-1 1 0,0 0 0,0 0 0,0 0 0,0-1 0,0 1 0,-1 0 0,0-1 0,0 1 0,0 0 0,-1-5 0,-2-5 0,0 0 0,-1 0 0,0 0 0,-13-25 0,82 110 0,-56-61 0,-2-4 0,51 49 0,-52-50 0,0 0 0,1-1 0,0 1 0,0-1 0,0-1 0,0 1 0,14 3 0,-19-6 0,-1-1 0,1 1 0,-1-1 0,1 0 0,0 1 0,0-1 0,-1 0 0,1 0 0,0 0 0,-1 0 0,1-1 0,0 1 0,-1 0 0,1-1 0,0 1 0,-1-1 0,1 1 0,-1-1 0,1 0 0,-1 0 0,1 0 0,-1 0 0,1 0 0,-1 0 0,0 0 0,0 0 0,0 0 0,1-1 0,-1 1 0,0-1 0,0 1 0,-1 0 0,1-1 0,0 1 0,0-1 0,-1 0 0,1-2 0,1-2 0,-1 0 0,0 1 0,-1-1 0,1 0 0,-1-1 0,0 1 0,-1 0 0,1 0 0,-3-9 0,2 13 0,0-1 0,1 0 0,-1 0 0,1 0 0,0 0 0,0 1 0,0-7 0,0 9 0,0 0 0,1-1 0,-1 1 0,0 0 0,0-1 0,0 1 0,0 0 0,0 0 0,0-1 0,1 1 0,-1 0 0,0 0 0,0 0 0,0-1 0,1 1 0,-1 0 0,0 0 0,0 0 0,0-1 0,1 1 0,-1 0 0,0 0 0,0 0 0,1 0 0,-1 0 0,0 0 0,1 0 0,-1 0 0,0 0 0,1 0 0,0 0 0,0 0 0,0 0 0,1 1 0,-1-1 0,0 1 0,0-1 0,0 1 0,0-1 0,0 1 0,0 0 0,2 1 0,3 3 0,4 3 0,0-1 0,1 0 0,0 0 0,18 8 0,-27-14 0,1 0 0,0 0 0,-1 0 0,1 0 0,0-1 0,0 1 0,0-1 0,0 0 0,0 0 0,-1 0 0,1 0 0,0 0 0,0-1 0,0 1 0,0-1 0,0 0 0,-1 0 0,1 0 0,0 0 0,-1 0 0,1 0 0,-1-1 0,1 1 0,-1-1 0,0 0 0,3-2 0,7-12-70,-8 11 114,-1 0 1,1 1-1,6-7 0,-9 10-97,0 1 1,-1-1-1,1 0 1,0 1-1,0-1 1,0 1-1,-1-1 0,1 1 1,0 0-1,0-1 1,0 1-1,0 0 1,0 0-1,0-1 0,0 1 1,0 0-1,0 0 1,-1 0-1,1 0 1,0 0-1,0 0 0,0 1 1,0-1-1,0 0 1,0 0-1,0 1 1,1-1-1,5 5-6773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24575,'246'396'0,"-232"-373"0,-1 1 0,-1 1 0,13 38 0,-25-62 0,0-1 0,0 1 0,1-1 0,-1 1 0,0-1 0,0 1 0,0-1 0,0 1 0,0 0 0,0-1 0,0 1 0,0-1 0,0 1 0,0-1 0,0 1 0,0-1 0,0 1 0,0 0 0,0-1 0,-1 1 0,1-1 0,0 1 0,0-1 0,-1 1 0,1-1 0,0 0 0,-1 1 0,0 0 0,0-1 0,0 0 0,1 1 0,-1-1 0,0 0 0,0 0 0,0 0 0,1 0 0,-1 0 0,0 0 0,0 0 0,0 0 0,0 0 0,1 0 0,-3-1 0,-1 0 0,-1-1 0,1 1 0,0-1 0,-1 0 0,-4-4 0,-8-7 0,0-2 0,-16-18 0,-4-3 0,34 34 0,1 0 0,0 0 0,0 0 0,0 0 0,0 0 0,1 0 0,-1-1 0,0 1 0,1-1 0,-1 1 0,1-1 0,-1-3 0,2 6 0,0 0 0,0 0 0,0 0 0,0 0 0,0-1 0,0 1 0,0 0 0,0 0 0,0 0 0,0-1 0,0 1 0,0 0 0,0 0 0,0 0 0,0-1 0,0 1 0,0 0 0,0 0 0,0 0 0,0 0 0,0-1 0,0 1 0,1 0 0,-1 0 0,0 0 0,0 0 0,0 0 0,0-1 0,0 1 0,1 0 0,-1 0 0,0 0 0,0 0 0,0 0 0,0 0 0,1 0 0,-1 0 0,0 0 0,0-1 0,0 1 0,0 0 0,1 0 0,-1 0 0,0 0 0,0 0 0,0 0 0,1 0 0,-1 0 0,0 0 0,0 1 0,0-1 0,1 0 0,-1 0 0,0 0 0,0 0 0,0 0 0,14 5 0,-11-3 0,89 29 0,-77-27 0,0-1 0,0 0 0,1-2 0,19 1 0,-17-2 0,0-1 0,-1 0 0,24-6 0,-33 5 0,-1 0 0,0-1 0,1 0 0,-1 0 0,0 0 0,0-1 0,-1 0 0,1-1 0,-1 0 0,7-5 0,-12 9 0,0-1 0,0 1 0,1 0 0,-1 0 0,0 0 0,1 0 0,-1 0 0,1 0 0,-1 0 0,1 1 0,0-1 0,-1 1 0,1-1 0,0 1 0,0-1 0,-1 1 0,1 0 0,3 0 0,-4 0 0,1 1 0,0 0 0,0-1 0,-1 1 0,1 0 0,-1 0 0,1 0 0,-1 0 0,1 0 0,-1 0 0,1 0 0,-1 1 0,0-1 0,0 0 0,0 1 0,0-1 0,0 1 0,1 1 0,8 14 0,0 1 0,-2 0 0,13 37 0,-21-53-151,1 0-1,-1 0 0,1 0 0,-1 0 1,0 0-1,0 0 0,0 0 1,0 4-1,-2 2-6674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6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24575,'5'-15'0,"3"-5"0,2 4 0,-2 9 0,-2 9 0,1 3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7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20 132 24575,'-2'-6'0,"-3"-9"0,-6-27 0,10 39 0,1-1 0,-1 1 0,1 0 0,0 0 0,0-1 0,0 1 0,1 0 0,-1 0 0,1 0 0,-1-1 0,1 1 0,0 0 0,0 0 0,1 0 0,1-3 0,-2 5 0,0-1 0,1 1 0,-1 0 0,0 0 0,1 0 0,-1 0 0,1 0 0,-1 0 0,1 0 0,0 0 0,-1 1 0,1-1 0,0 1 0,0-1 0,-1 1 0,1 0 0,0-1 0,0 1 0,0 0 0,-1 0 0,1 0 0,0 1 0,0-1 0,2 1 0,5 1 0,-1 0 0,0 0 0,14 7 0,5 4 0,-1 2 0,-1 0 0,0 1 0,-1 2 0,-1 0 0,-1 2 0,23 25 0,-41-41 0,-1 0 0,1 1 0,-1-1 0,0 1 0,0 0 0,0 0 0,-1 0 0,0 0 0,0 1 0,2 8 0,-3-11 0,-1 1 0,1-1 0,-1 1 0,0 0 0,-1-1 0,1 1 0,0-1 0,-1 1 0,0-1 0,0 1 0,0-1 0,0 1 0,-1-1 0,1 0 0,-1 0 0,0 0 0,-4 6 0,1-3 0,-1 0 0,0 0 0,-6 5 0,-16 16 0,27-27 0,0 1 0,1 0 0,-1 0 0,1-1 0,-1 1 0,1 0 0,-1 0 0,1 0 0,-1 0 0,1 0 0,0 0 0,0 0 0,-1 0 0,1 0 0,0 0 0,0 0 0,0 0 0,0 0 0,0 0 0,0 0 0,1 2 0,0-2 0,-1 1 0,1-1 0,0 1 0,0-1 0,0 0 0,0 1 0,0-1 0,0 0 0,0 0 0,1 0 0,-1 0 0,2 1 0,5 3 0,-1-1 0,1 0 0,17 6 0,-21-9 0,23 8 0,0-1 0,1-2 0,-1 0 0,2-2 0,39 1 0,-62-5 17,0 0 0,0 0 1,0-1-1,0 0 0,-1 0 0,9-3 0,-11 3-91,-1 0-1,0 0 1,0 0 0,0 0 0,0-1-1,0 1 1,0 0 0,-1-1 0,1 0-1,0 1 1,-1-1 0,1 0 0,-1 0-1,1 0 1,-1 1 0,0-2 0,0 1-1,0 0 1,1-2 0,1-8-6752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8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0 203 24575,'113'1'0,"124"-2"0,-216 0 0,0-1 0,0-1 0,31-9 0,-40 9 0,1-2 0,-2 0 0,1 0 0,0-1 0,-1 0 0,0-1 0,10-8 0,-11 7 0,-1 0 0,1-1 0,12-16 0,-20 23 0,0 0 0,0-1 0,-1 1 0,1-1 0,-1 1 0,1-1 0,-1 0 0,0 1 0,0-1 0,0 0 0,-1 0 0,1 0 0,-1 0 0,1 0 0,-1 0 0,0 0 0,0 0 0,0 0 0,-1 0 0,1 0 0,-2-4 0,2 6 0,0 0 0,-1 0 0,1 0 0,-1 0 0,1 0 0,-1 0 0,0 0 0,1 0 0,-1 1 0,0-1 0,0 0 0,0 0 0,1 1 0,-1-1 0,0 0 0,0 1 0,0-1 0,0 1 0,0-1 0,0 1 0,0-1 0,-2 1 0,1-1 0,-1 1 0,1 0 0,-1 0 0,1 0 0,-1 0 0,1 1 0,-1-1 0,1 1 0,-5 1 0,0 1 0,0 0 0,0 0 0,0 1 0,0 0 0,-9 8 0,8-5 0,0 0 0,1 1 0,0 0 0,-9 13 0,13-16 0,-1 1 0,1-1 0,0 1 0,1 0 0,-1 0 0,1 0 0,0 0 0,-1 10 0,3-13 0,0 0 0,0 0 0,1 0 0,-1-1 0,1 1 0,0 0 0,0 0 0,0 0 0,0 0 0,0-1 0,0 1 0,1 0 0,0-1 0,-1 1 0,1-1 0,0 0 0,0 0 0,0 0 0,0 0 0,1 0 0,-1 0 0,1 0 0,-1-1 0,4 2 0,-1 1 0,1-1 0,0 0 0,0 0 0,0-1 0,1 0 0,-1 0 0,1 0 0,-1-1 0,13 1 0,-15-2 0,0-1 0,0 1 0,-1-1 0,1 0 0,-1 0 0,1 0 0,-1 0 0,1 0 0,-1-1 0,0 0 0,1 0 0,-1 0 0,0 0 0,0 0 0,-1 0 0,1-1 0,0 1 0,-1-1 0,1 0 0,-1 0 0,0 0 0,0 0 0,0 0 0,0-1 0,1-3 0,-1 1 0,1 0 0,-1-1 0,-1 1 0,1 0 0,-1-1 0,0 1 0,0-1 0,-1 1 0,0-1 0,0 1 0,-1-1 0,0 1 0,-2-10 0,0 8 0,3 13 0,4 14 0,3-6 0,0-2 0,1 1 0,0-1 0,1-1 0,0 1 0,1-1 0,13 10 0,-21-19-67,16 13 263,-17-14-268,0 1 1,0-1 0,0 0 0,0 1 0,0-1 0,-1 0 0,1 1 0,0-1-1,0 0 1,0 0 0,0 0 0,0 0 0,0 0 0,0 0 0,0 0 0,0 0-1,0 0 1,0-1 0,0 1 0,1-1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8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24575,'29'52'0,"-1"1"0,-4 2 0,37 113 0,-39-102 0,-12-37 0,0 1 0,7 41 0,-17-70 0,0 1 0,1-1 0,-1 0 0,0 1 0,0-1 0,0 0 0,0 1 0,0-1 0,0 1 0,-1-1 0,1 0 0,0 1 0,-1-1 0,1 0 0,-1 1 0,1-1 0,-1 0 0,0 0 0,1 0 0,-1 1 0,0-1 0,0 0 0,0 0 0,0 0 0,0 0 0,0 0 0,-2 0 0,1 1 0,-1-1 0,0 0 0,0 0 0,0-1 0,0 1 0,0 0 0,0-1 0,0 0 0,0 0 0,0 0 0,-6-1 0,5 1 0,0-1 0,0 0 0,0 0 0,0 0 0,0-1 0,0 1 0,1-1 0,-1 0 0,0 0 0,-5-4 0,8 5 0,0 0 0,1 0 0,-1 1 0,0-1 0,0 0 0,1 0 0,-1 0 0,0 0 0,1 0 0,-1 0 0,1 0 0,-1 0 0,1 0 0,0-1 0,-1 1 0,1 0 0,0-1 0,0 0 0,0 1 0,0 0 0,1-1 0,-1 1 0,0 0 0,1-1 0,-1 1 0,1 0 0,-1 0 0,1 0 0,0-1 0,0 1 0,-1 0 0,1 0 0,0 0 0,0 0 0,0 0 0,2-1 0,5-4 0,1-1 0,0 2 0,0-1 0,0 1 0,1 1 0,13-6 0,-1 3 0,43-8 0,-53 12 0,0 1 0,1 1 0,20 0 0,-30 1 0,0 0 0,0 1 0,1-1 0,-1 1 0,0 0 0,0 0 0,0 0 0,0 0 0,0 0 0,0 1 0,0-1 0,-1 1 0,1 0 0,0 0 0,-1 0 0,1 0 0,-1 0 0,0 1 0,3 2 0,-2 1 0,1 0 0,-1 1 0,0-1 0,0 1 0,-1-1 0,0 1 0,0 0 0,1 11 0,-2-5 0,0-1 0,-1 1 0,-3 24 0,4-36 0,-1-1 0,0 1 0,-1 0 0,1-1 0,0 1 0,0 0 0,0-1 0,0 1 0,0-1 0,-1 1 0,1-1 0,0 1 0,0-1 0,-1 1 0,1-1 0,0 1 0,-1-1 0,1 1 0,-1 0 0,0-1 0,1 0 0,0 0 0,-1 0 0,1 0 0,0 0 0,-1 0 0,1 0 0,0-1 0,-1 1 0,1 0 0,0 0 0,0 0 0,-1 0 0,1-1 0,0 1 0,0 0 0,-1 0 0,1 0 0,0-1 0,0 1 0,-1 0 0,1 0 0,0-1 0,0 0 0,-13-23 0,12 23 0,-16-40-1365,10 23-5461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8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49 24575,'-8'-12'0,"-1"-2"0,-3 2 0,1 5 0,0 3 0,2 6 0,0 2 0,-1 3 0,-1 3 0,1-1-8191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5:59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48 24575,'11'6'0,"0"0"0,0 1 0,0 0 0,-1 0 0,10 10 0,-18-15 0,0 1 0,1 0 0,-1-1 0,0 1 0,0 0 0,0 0 0,-1 0 0,1 0 0,-1 0 0,2 5 0,-3-6 0,0 0 0,1 0 0,-1 0 0,0 1 0,0-1 0,0 0 0,-1 0 0,1 0 0,0 0 0,-1 0 0,1 0 0,-1 0 0,0 0 0,0 0 0,1 0 0,-1-1 0,-1 1 0,-1 3 0,1-2 0,0-1 0,-1 1 0,1-1 0,-1 0 0,0 1 0,1-1 0,-1 0 0,0 0 0,0-1 0,-1 1 0,1-1 0,0 0 0,0 1 0,-1-1 0,1-1 0,0 1 0,-1 0 0,1-1 0,-1 0 0,-6 0 0,5 0 0,0-1 0,0 0 0,0 0 0,0 0 0,0 0 0,0-1 0,0 0 0,1 0 0,-1 0 0,0-1 0,1 1 0,0-1 0,-6-4 0,7 3 0,-1 0 0,1 0 0,0-1 0,0 1 0,0-1 0,1 1 0,-1-1 0,1 0 0,0 0 0,1 0 0,-1 0 0,1 0 0,0 0 0,0 0 0,0 0 0,1-1 0,0 1 0,0 0 0,1 0 0,-1-1 0,1 1 0,0 0 0,0 0 0,1 0 0,-1 0 0,1 0 0,4-7 0,-5 9 0,1 1 0,-1 0 0,1 0 0,-1 0 0,1 0 0,0 0 0,0 0 0,-1 1 0,1-1 0,0 1 0,1-1 0,-1 1 0,0 0 0,0-1 0,1 1 0,2 0 0,-1-1 0,0 2 0,0-1 0,0 0 0,0 1 0,1 0 0,-1 0 0,0 0 0,9 2 0,-1 1 0,1 0 0,-1 2 0,0-1 0,0 1 0,15 9 0,112 70 0,-56-39 0,-71-40 0,-1 0 0,1-1 0,-1 0 0,1-1 0,21 3 0,-32-5 0,1-1 0,-1 0 0,1 0 0,-1 0 0,1 0 0,0 0 0,-1 0 0,1 0 0,-1-1 0,1 1 0,-1-1 0,1 1 0,-1-1 0,1 1 0,-1-1 0,1 0 0,-1 0 0,0 0 0,1 0 0,-1 0 0,0 0 0,0 0 0,0 0 0,2-2 0,-2 1 0,0-1 0,0 0 0,0 0 0,0 1 0,0-1 0,-1 0 0,1 0 0,-1 0 0,0 0 0,0 1 0,0-1 0,-1-6 0,-5-18 0,5 23 0,0 0 0,-1 0 0,2 1 0,-1-1 0,0 0 0,1 0 0,0 0 0,0 0 0,0-5 0,0 8 0,1 1 0,-1-1 0,0 1 0,0-1 0,0 1 0,0 0 0,1-1 0,-1 1 0,0 0 0,0-1 0,1 1 0,-1 0 0,0-1 0,1 1 0,-1 0 0,0 0 0,1-1 0,-1 1 0,1 0 0,-1 0 0,0 0 0,1-1 0,-1 1 0,1 0 0,-1 0 0,0 0 0,1 0 0,-1 0 0,1 0 0,-1 0 0,1 0 0,-1 0 0,0 0 0,1 0 0,-1 0 0,1 0 0,-1 0 0,0 1 0,1-1 0,-1 0 0,1 0 0,-1 0 0,1 1 0,19 11 0,-17-10 0,55 43 0,-37-28 0,1 0 0,33 18 0,-51-33-77,16 8-567,28 21 0,-37-22-6182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1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989 1 24575,'0'0'0,"1"1"0,-1 0 0,0-1 0,1 1 0,-1-1 0,0 1 0,1-1 0,-1 1 0,1 0 0,-1-1 0,1 1 0,-1-1 0,1 0 0,-1 1 0,1-1 0,-1 1 0,1-1 0,-1 0 0,1 1 0,0-1 0,-1 0 0,1 0 0,0 0 0,-1 1 0,1-1 0,0 0 0,1 0 0,21 3 0,-20-3 0,8 0 0,-8 0 0,-1-1 0,1 1 0,-1 0 0,1 0 0,-1 1 0,1-1 0,-1 1 0,1-1 0,-1 1 0,1 0 0,-1-1 0,5 4 0,-7-4 0,0 0 0,0 0 0,1 0 0,-1 0 0,0 1 0,0-1 0,0 0 0,1 0 0,-1 1 0,0-1 0,0 0 0,0 0 0,0 0 0,0 1 0,0-1 0,1 0 0,-1 1 0,0-1 0,0 0 0,0 0 0,0 1 0,0-1 0,0 0 0,0 0 0,0 1 0,0-1 0,0 0 0,0 1 0,0-1 0,0 0 0,0 0 0,-1 1 0,-8 6 0,-13-1 0,-10-4 0,-39-2 0,-17 2 0,-86 8 0,-258-17 0,385 3 0,-111-10 0,146 13 0,8 1 0,1 0 0,-1-1 0,0 1 0,1-1 0,-1 0 0,1 0 0,-5-2 0,6 2-1365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1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347 220 24575,'1'0'0,"0"0"0,0-1 0,0 1 0,0 0 0,1-1 0,-1 1 0,0-1 0,0 1 0,0-1 0,0 1 0,-1-1 0,1 0 0,0 0 0,0 1 0,0-1 0,0 0 0,-1 0 0,1 0 0,0 0 0,-1 0 0,1 0 0,-1 0 0,1 0 0,-1 0 0,1 0 0,0-2 0,-2 2 0,1-1 0,-1 1 0,1-1 0,-1 1 0,1-1 0,-1 1 0,0 0 0,0-1 0,1 1 0,-1 0 0,0 0 0,0 0 0,0 0 0,0 0 0,-1 0 0,1 0 0,0 0 0,0 0 0,-1 0 0,0 0 0,-33-19 0,-66-25 0,52 24 0,13 6 0,-33-16 0,60 26 0,0 0 0,-1-1 0,2 0 0,-15-13 0,38 28 0,28 14 0,-12-8 0,84 36 0,-81-37 0,-1 0 0,0 2 0,40 27 0,-71-41 0,0 0 0,0-1 0,0 1 0,0 0 0,0 0 0,0 0 0,-1 1 0,1-1 0,0 0 0,-1 1 0,0-1 0,0 0 0,0 1 0,0 0 0,0-1 0,0 1 0,-1 0 0,1-1 0,0 5 0,-1-5 0,-1 0 0,1 0 0,0 1 0,-1-1 0,1 0 0,-1 0 0,1 0 0,-1 0 0,0 0 0,0 0 0,0 0 0,0 0 0,-1 0 0,1 0 0,0-1 0,-1 1 0,1 0 0,-1-1 0,0 1 0,1-1 0,-1 0 0,0 1 0,0-1 0,-3 1 0,-10 4 0,-1 0 0,1-1 0,-2-1 0,1 0 0,-28 2 0,-12 2 0,-88 27-1365,126-30-5461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24575,'-3'5'0,"0"4"0,0 3 0,0 2 0,4 1 0,1 0 0,3 1 0,1-1 0,1-3 0,2 0 0,0 0 0,1 0 0,-2 0 0,-2-1-8191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3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24575,'0'2'0,"2"4"0,1 3 0,0 2 0,0 0-8191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4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57 24575,'0'0'0,"-1"1"0,1 0 0,0 0 0,0-1 0,-1 1 0,1 0 0,0 0 0,0-1 0,0 1 0,-1 0 0,1 0 0,0 0 0,0-1 0,0 1 0,0 0 0,1 0 0,-1 0 0,0-1 0,0 1 0,0 0 0,1 0 0,-1-1 0,0 1 0,1 0 0,-1-1 0,1 1 0,-1 0 0,0-1 0,1 1 0,0 0 0,-1-1 0,1 1 0,0 0 0,2 2 0,1 0 0,-1 0 0,1 0 0,5 4 0,-3-4 0,0 0 0,0 0 0,0 0 0,1-1 0,-1 0 0,1 0 0,0 0 0,-1-1 0,1 0 0,0-1 0,0 1 0,11-2 0,-15 1 0,1-1 0,-1 1 0,0-1 0,0 0 0,0 0 0,-1 0 0,1 0 0,0-1 0,0 1 0,-1-1 0,1 0 0,-1 0 0,1 0 0,-1 0 0,0 0 0,1 0 0,-1 0 0,0-1 0,-1 1 0,1-1 0,0 0 0,-1 1 0,1-1 0,-1 0 0,0 0 0,0 0 0,0 0 0,-1 0 0,2-6 0,-1-5 0,-1 10 0,0 0 0,1 0 0,-1 0 0,1-1 0,2-4 0,-3 8 0,0 0 0,1 0 0,-1 1 0,0-1 0,1 0 0,-1 0 0,1 1 0,-1-1 0,1 0 0,0 1 0,-1-1 0,1 1 0,0-1 0,-1 1 0,1-1 0,0 1 0,-1-1 0,1 1 0,0 0 0,0-1 0,0 1 0,-1 0 0,1 0 0,0 0 0,0 0 0,0-1 0,0 1 0,0 0 0,-1 0 0,1 1 0,2-1 0,8 3 0,0 0 0,0 1 0,0 0 0,-1 1 0,17 9 0,-2 0 0,-7-5 60,21 14 0,-34-21-195,-1 1 0,0 0 0,0 1 0,0-1 0,-1 1 0,1-1 0,-1 1 0,0 0 0,0 0 0,4 8 0,-4-2-6691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4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145 250 24575,'1'18'0,"0"0"0,1 0 0,9 34 0,22 48 0,-15-46 0,-15-43 0,-6-14 0,-7-17 0,-12-26 0,-33-51 0,-8-17 0,54 95 0,1 0 0,1 0 0,0-1 0,-4-25 0,10 39 0,0 0 0,0 0 0,1 1 0,0-1 0,0 0 0,0 0 0,1 0 0,0 0 0,0 1 0,3-9 0,-3 12 0,0-1 0,1 0 0,-1 1 0,1-1 0,-1 1 0,1-1 0,0 1 0,0 0 0,0 0 0,0 0 0,0 0 0,1 0 0,-1 1 0,1-1 0,-1 0 0,1 1 0,-1 0 0,1 0 0,0 0 0,0 0 0,0 0 0,3 0 0,6-1 0,0 0 0,0 2 0,0-1 0,1 1 0,-1 1 0,0 0 0,16 4 0,-20-3 0,0 0 0,0 1 0,0-1 0,-1 2 0,0-1 0,1 1 0,-1 0 0,0 0 0,-1 1 0,1 0 0,10 11 0,-14-14 0,-1 1 0,0-1 0,0 1 0,0 0 0,-1 0 0,1 0 0,-1 0 0,1 0 0,-1 0 0,0 0 0,0 1 0,-1-1 0,1 0 0,-1 1 0,1-1 0,-1 0 0,0 1 0,0-1 0,-1 0 0,1 1 0,-1-1 0,1 0 0,-1 0 0,0 1 0,0-1 0,-1 0 0,1 0 0,-1 0 0,-3 5 0,0-1 0,0-1 0,0 1 0,-1-1 0,0 0 0,0 0 0,-1-1 0,1 0 0,-1 0 0,0 0 0,-14 5 0,-4 0-81,-1-1-1,0-2 0,-1 0 1,-37 3-1,33-5-875,18-3-5869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4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88 211 24575,'0'6'0,"0"0"0,-1 0 0,-2 10 0,3-14 0,0-1 0,-1 0 0,1 1 0,-1-1 0,1 1 0,-1-1 0,0 0 0,1 1 0,-1-1 0,0 0 0,0 0 0,0 0 0,0 0 0,0 0 0,0 0 0,0 0 0,0 0 0,-1 0 0,-1 1 0,2-2 0,0 1 0,0-1 0,0 0 0,1 0 0,-1 0 0,0 0 0,0 0 0,0-1 0,0 1 0,1 0 0,-1 0 0,0 0 0,0-1 0,0 1 0,1-1 0,-1 1 0,0 0 0,0-1 0,1 1 0,-1-1 0,0 1 0,1-1 0,-1 0 0,1 1 0,-1-1 0,1 0 0,-1 1 0,1-1 0,-1 0 0,1 0 0,-1-1 0,-11-28 0,11 27 0,-6-18 0,1-1 0,1 1 0,1-1 0,0 0 0,2 0 0,1 0 0,1-28 0,0 49-5,0 0 0,0-1 0,0 1 0,1 0 0,-1 0 0,0 0 0,1 0 0,-1-1 0,1 1 0,-1 0 0,1 0 0,-1 0 0,1 0 0,0 0 0,0-1 0,0 2 13,-1-1 0,1 1 0,-1 0 0,1 0 0,-1-1 0,1 1 0,-1 0 0,1 0 0,-1 0 0,1 0 0,-1 0 0,1 0 0,-1 0 0,1 0 0,-1 0 0,1 0 0,-1 0 0,1 0 0,-1 0 0,1 0 0,-1 1 0,1-1 0,-1 0 0,1 0 0,2 2-157,0 0 1,0 0-1,-1 0 1,1 0-1,-1 1 1,0-1-1,1 1 1,-1-1-1,2 4 1,2 3-6678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10 24575,'-1'-1'0,"0"0"0,0 0 0,0 0 0,-1 0 0,1 1 0,0-1 0,0 0 0,-1 1 0,1-1 0,-1 1 0,1 0 0,0-1 0,-1 1 0,1 0 0,-1 0 0,1 0 0,-1 0 0,1 0 0,-1 0 0,1 0 0,0 0 0,-1 1 0,1-1 0,-1 1 0,1-1 0,0 1 0,-1-1 0,1 1 0,0 0 0,-2 0 0,2 1 0,-1 0 0,0 1 0,1-1 0,-1 0 0,1 0 0,0 1 0,0-1 0,0 0 0,0 1 0,0-1 0,0 1 0,1 0 0,-1-1 0,1 1 0,-1 4 0,1 4 0,0-1 0,0 0 0,1 1 0,1-1 0,2 11 0,-3-18 0,0 1 0,-1-1 0,2 0 0,-1 0 0,0 0 0,1 0 0,-1 0 0,1 0 0,0-1 0,0 1 0,0-1 0,0 1 0,0-1 0,1 1 0,-1-1 0,1 0 0,0 0 0,-1-1 0,7 4 0,-8-5 0,0 1 0,0-1 0,0 0 0,0 1 0,0-1 0,0 0 0,1 0 0,-1 0 0,0 0 0,0 0 0,0 0 0,0 0 0,0 0 0,0-1 0,0 1 0,1 0 0,-1-1 0,0 1 0,0 0 0,0-1 0,1-1 0,0 1 0,0-1 0,-1 1 0,1-1 0,-1 0 0,1 0 0,-1 1 0,0-1 0,0 0 0,0 0 0,1-3 0,1-3 0,0 0 0,-1 0 0,0 0 0,1-15 0,-3 17 0,0 1 0,-1 0 0,0-1 0,-1-7 0,0 9 0,1-1 0,1 1 0,-1 0 0,1-1 0,0 1 0,0-7 0,0 11 0,0-1 0,0 1 0,0-1 0,0 1 0,0-1 0,1 1 0,-1-1 0,0 1 0,0-1 0,0 1 0,1-1 0,-1 1 0,0 0 0,1-1 0,-1 1 0,0-1 0,1 1 0,-1 0 0,0-1 0,1 1 0,-1 0 0,1-1 0,-1 1 0,1 0 0,-1 0 0,1 0 0,-1-1 0,1 1 0,0 0 0,1 0 0,-1 0 0,1 0 0,-1 0 0,0 0 0,1 0 0,-1 1 0,0-1 0,1 0 0,1 2 0,4 1 0,1 1 0,11 9 0,-16-11 0,105 60-739,-98-56 113,3 1-6200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5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24575,'-3'2'0,"1"1"0,0 0 0,0-1 0,0 1 0,0 0 0,0 0 0,1 0 0,-1 0 0,1 0 0,0 1 0,0-1 0,0 0 0,0 1 0,0-1 0,1 0 0,0 1 0,-1-1 0,1 1 0,1-1 0,-1 0 0,0 1 0,1-1 0,0 1 0,0-1 0,0 0 0,0 1 0,0-1 0,0 0 0,1 0 0,0 0 0,0 0 0,0 0 0,0-1 0,0 1 0,3 3 0,6 3 0,0-1 0,1 1 0,-1-2 0,1 0 0,1 0 0,18 7 0,-23-12 0,-1 1 0,1-1 0,-1 0 0,1-1 0,0 0 0,-1 0 0,1 0 0,0-1 0,0 0 0,0-1 0,0 0 0,-1 0 0,9-3 0,-13 4 11,-1-1 0,1 0 0,-1-1 0,1 1 0,-1 0 0,0-1-1,1 1 1,-1-1 0,0 0 0,3-3 0,-4 4-79,0-1 1,0 1-1,0 0 1,-1 0-1,1-1 1,0 1-1,-1 0 1,1-1-1,-1 1 1,0-1-1,1 1 1,-1 0-1,0-1 1,0 1-1,0-1 1,0 1-1,0-1 1,0 1-1,0-1 1,-1 1-1,0-2 1,-3-10-6759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6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24575,'28'31'0,"-2"1"0,-2 0 0,0 2 0,-3 1 0,23 50 0,-39-75 0,42 91 0,-40-85 0,-1 1 0,-1 0 0,-1 0 0,3 22 0,-7-37 0,0 0 0,0 0 0,0 0 0,0 0 0,0 0 0,0 0 0,-1 0 0,1 0 0,0 0 0,-1 0 0,0 0 0,0 0 0,-1 3 0,1-4 0,1-1 0,-1 1 0,1-1 0,-1 1 0,0-1 0,1 1 0,-1-1 0,0 0 0,0 1 0,1-1 0,-1 0 0,0 1 0,0-1 0,1 0 0,-1 0 0,0 0 0,0 0 0,0 0 0,1 0 0,-1 0 0,0 0 0,0 0 0,0 0 0,1 0 0,-1 0 0,0-1 0,0 1 0,0 0 0,1 0 0,-1-1 0,0 1 0,1-1 0,-1 1 0,0-1 0,1 1 0,-1-1 0,0 0 0,-4-3 0,0-1 0,0 0 0,1 0 0,-1 0 0,1 0 0,1-1 0,-1 0 0,1 0 0,0 0 0,0 0 0,1 0 0,-1 0 0,2-1 0,-1 1 0,1-1 0,-1 0 0,2 1 0,-1-12 0,1 15 0,0 0 0,1 0 0,-1 0 0,1 0 0,-1 0 0,1 0 0,0 1 0,0-1 0,0 0 0,1 0 0,-1 1 0,1-1 0,-1 1 0,1-1 0,0 1 0,0 0 0,0 0 0,3-3 0,-2 3 0,1-1 0,0 1 0,0 0 0,0 0 0,0 0 0,0 1 0,1-1 0,-1 1 0,0 0 0,9 0 0,2 0 0,0 1 0,-1 1 0,1 0 0,-1 1 0,0 0 0,19 7 0,8 2 0,54 8 0,-94-19-41,1 1 0,0-1-1,-1 0 1,1 1-1,0-1 1,-1 1 0,1-1-1,-1 1 1,1 0 0,-1-1-1,1 1 1,-1 0-1,0 0 1,1 0 0,-1 0-1,0 0 1,0 1 0,0-1-1,0 0 1,0 1-1,0-1 1,0 0 0,0 1-1,0-1 1,-1 1 0,1-1-1,-1 1 1,1-1-1,-1 1 1,1 0 0,-1-1-1,0 4 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6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10 24575,'-3'-5'0,"0"1"0,0 4 0,0 3 0,1 5 0,4 3 0,0 2 0,1 1 0,0 1 0,-1-2-8191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7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18 213 24575,'4'-2'0,"-1"1"0,0 0 0,0 0 0,0 0 0,0 0 0,0-1 0,-1 1 0,1-1 0,0 0 0,-1 0 0,0 0 0,1 0 0,-1 0 0,3-4 0,-5 5 0,0 1 0,0-1 0,0 0 0,1 1 0,-1-1 0,0 1 0,0-1 0,0 0 0,-1 1 0,1-1 0,0 1 0,0-1 0,0 0 0,0 1 0,0-1 0,-1 1 0,1-1 0,0 1 0,-1-1 0,1 1 0,0-1 0,-1 1 0,1-1 0,0 1 0,-1-1 0,1 1 0,-1 0 0,1-1 0,-1 1 0,1 0 0,-1-1 0,1 1 0,-1 0 0,0 0 0,1-1 0,-1 1 0,1 0 0,-1 0 0,0 0 0,-1-1 0,1 1 0,-1-1 0,1 1 0,-1-1 0,1 1 0,-1 0 0,1 0 0,-1 0 0,1 0 0,-1 0 0,0 0 0,1 0 0,-1 0 0,-2 1 0,2 1 0,0 0 0,0 0 0,0 0 0,1 0 0,-1 0 0,0 0 0,1 0 0,0 1 0,-1-1 0,1 0 0,0 1 0,0-1 0,1 1 0,-1 0 0,0-1 0,1 1 0,-1-1 0,1 6 0,-1 4 0,1 0 0,2 21 0,-1-28 0,-1 0 0,1 0 0,0 0 0,1-1 0,-1 1 0,1 0 0,0 0 0,0-1 0,1 1 0,-1-1 0,1 0 0,0 1 0,0-1 0,1-1 0,-1 1 0,1 0 0,-1-1 0,1 0 0,7 5 0,-3-4 0,-1 0 0,2-1 0,-1 1 0,0-2 0,1 1 0,-1-1 0,1 0 0,0-1 0,-1 0 0,14 0 0,-13-1 0,1 0 0,-1-1 0,1 0 0,-1 0 0,1-1 0,-1-1 0,0 1 0,0-1 0,0-1 0,0 0 0,-1 0 0,1 0 0,-1-1 0,0-1 0,0 1 0,6-8 0,-6 6 0,-1 0 0,0-1 0,0 0 0,-1-1 0,0 1 0,-1-1 0,0 0 0,0 0 0,3-11 0,-3 5 0,0 1 0,-2-1 0,1 0 0,-2 0 0,2-24 0,-4 31 0,0 0 0,-1 0 0,0-1 0,0 1 0,-1 0 0,0 0 0,-4-10 0,5 15 0,0 0 0,-1 1 0,1-1 0,0 0 0,-1 1 0,1-1 0,-1 1 0,0 0 0,0-1 0,0 1 0,0 0 0,0 0 0,-1 0 0,1 0 0,0 1 0,-1-1 0,1 1 0,-1-1 0,0 1 0,0 0 0,1 0 0,-1 0 0,-4 0 0,6 0 0,-1 1 0,1 0 0,-1 0 0,1 0 0,-1 0 0,1 1 0,-1-1 0,1 0 0,-1 1 0,1-1 0,0 1 0,-1-1 0,1 1 0,0 0 0,-1-1 0,1 1 0,0 0 0,0 0 0,0 0 0,-1 1 0,0 0 0,0 1 0,0-1 0,1 0 0,-1 1 0,1 0 0,0-1 0,0 1 0,0 0 0,-1 4 0,0 5 0,0 0 0,1 0 0,1 21 0,0-31 0,0 3 0,1 0 0,-1-1 0,1 1 0,0 0 0,0 0 0,1-1 0,-1 1 0,1-1 0,0 1 0,0-1 0,1 1 0,-1-1 0,5 6 0,-2-5 0,0 0 0,1 0 0,-1 0 0,1-1 0,0 0 0,0 0 0,0 0 0,9 4 0,2-2 0,0 0 0,0-1 0,1-1 0,0 0 0,-1-1 0,29 0 0,6-3-341,0-2 0,0-3-1,60-12 1,-96 14-6485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9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379 104 24575,'-5'-2'0,"-132"-58"0,108 49 0,0 2 0,-55-11 0,80 19 0,1 1 0,-1 0 0,1-1 0,-1 1 0,0 0 0,1 1 0,-1-1 0,0 1 0,1-1 0,-1 1 0,1 0 0,-1 1 0,1-1 0,0 0 0,-1 1 0,-4 3 0,6-3 0,-1 1 0,1-1 0,0 1 0,-1-1 0,1 1 0,0 0 0,1 0 0,-1 0 0,0 0 0,1 0 0,0 0 0,-1 0 0,1 1 0,0-1 0,1 0 0,-1 1 0,0 4 0,1-2 0,-1-1 0,1 1 0,0 0 0,1-1 0,-1 1 0,1 0 0,0-1 0,1 1 0,-1-1 0,1 1 0,4 8 0,-3-10 0,-1 0 0,1-1 0,0 1 0,0-1 0,0 1 0,0-1 0,0 0 0,1-1 0,-1 1 0,1-1 0,0 1 0,0-1 0,0 0 0,0 0 0,7 2 0,-2-2 0,-1 0 0,0 0 0,1 0 0,0-1 0,-1-1 0,1 1 0,-1-2 0,1 1 0,16-3 0,-22 2 0,0 0 0,0 1 0,0-1 0,0 0 0,0-1 0,-1 1 0,1 0 0,0-1 0,-1 0 0,1 1 0,-1-1 0,1 0 0,-1 0 0,0-1 0,0 1 0,0 0 0,0-1 0,0 1 0,0-1 0,-1 0 0,1 1 0,-1-1 0,0 0 0,0 0 0,0 0 0,0 0 0,0 0 0,-1 0 0,1 0 0,-1-4 0,-2-45 0,4 63 0,1 0 0,0 1 0,0-1 0,1 0 0,0 0 0,7 11 0,42 71 0,-32-59 0,5 11 0,2 0 0,2-2 0,43 47 0,-73-90-3,0 0 0,1 1-1,-1-1 1,0 1-1,1-1 1,-1 1 0,1-1-1,-1 0 1,0 1 0,1-1-1,-1 0 1,1 0 0,-1 1-1,1-1 1,-1 0 0,1 0-1,-1 1 1,1-1 0,-1 0-1,1 0 1,-1 0 0,1 0-1,0 0 1,0 0 12,-1-1 1,0 1-1,0 0 1,1-1-1,-1 1 1,0-1 0,0 1-1,1 0 1,-1-1-1,0 1 1,0-1-1,0 1 1,0-1-1,0 1 1,0 0-1,0-1 1,0 1-1,0-1 1,0 1-1,0-1 1,-5-27-1495,1 18-5341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29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24575,'2'2'0,"2"3"0,1-1 0,-1 0 0,1 0 0,0 0 0,0 0 0,0-1 0,0 0 0,1 0 0,7 4 0,-4-4 0,1 0 0,-1-1 0,1 0 0,0 0 0,0-1 0,0 0 0,-1-1 0,1 0 0,0 0 0,0-1 0,10-2 0,-16 2 0,1-1 0,0 1 0,0-1 0,-1 0 0,1 0 0,-1 0 0,0 0 0,1-1 0,-1 0 0,0 0 0,0 0 0,-1 0 0,1-1 0,-1 1 0,0-1 0,0 0 0,0 0 0,0 0 0,0-1 0,-1 1 0,0 0 0,0-1 0,2-6 0,-4 9 0,6-11 0,-6 13 0,0 0 0,0-1 0,0 1 0,0 0 0,1 0 0,-1 0 0,0 0 0,0-1 0,1 1 0,-1 0 0,0 0 0,0 0 0,0 0 0,1 0 0,-1 0 0,0 0 0,0 0 0,1 0 0,-1 0 0,0 0 0,0 0 0,1 0 0,-1 0 0,0 0 0,1 0 0,-1 0 0,0 0 0,0 0 0,0 0 0,1 0 0,-1 0 0,0 0 0,0 1 0,1-1 0,-1 0 0,0 0 0,0 0 0,0 0 0,1 1 0,-1-1 0,0 0 0,0 0 0,0 0 0,0 1 0,0-1 0,1 0 0,-1 0 0,0 0 0,0 1 0,11 12 30,0 0 0,0-1 0,26 19 0,-29-25-195,0 0 0,0-1 0,1 0 0,-1-1 0,1 0 0,0 0 0,0-1 0,11 3 0,-8-4-6661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0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61 24575,'-13'3'0,"0"1"0,0 1 0,-20 9 0,29-12 0,0 1 0,0-1 0,0 1 0,0 0 0,0 0 0,1 0 0,-1 1 0,1-1 0,0 1 0,0 0 0,0 0 0,0 0 0,-3 7 0,5-8 0,1 0 0,-1 0 0,0 1 0,1-1 0,0 0 0,0 1 0,0-1 0,0 0 0,0 1 0,1-1 0,-1 0 0,1 0 0,0 0 0,0 1 0,0-1 0,1 0 0,-1 0 0,1 0 0,-1-1 0,1 1 0,0 0 0,3 3 0,1 1 0,-1-1 0,1 0 0,0-1 0,0 1 0,1-1 0,0 0 0,13 7 0,-14-9 0,0-1 0,0 0 0,0 0 0,1 0 0,-1-1 0,1 0 0,-1 0 0,0-1 0,1 0 0,-1 0 0,1 0 0,-1-1 0,1 0 0,-1 0 0,1-1 0,-1 1 0,0-1 0,9-5 0,-10 5 0,0-1 0,0 0 0,0 0 0,-1 0 0,1 0 0,-1-1 0,0 0 0,0 0 0,0 0 0,0 0 0,-1-1 0,0 1 0,0-1 0,0 0 0,0 0 0,-1 0 0,0 0 0,0-1 0,0 1 0,-1-1 0,2-6 0,-2 5 0,0 0 0,-1 0 0,0 0 0,0 0 0,0 0 0,-1 0 0,0 0 0,0 0 0,-1 1 0,1-1 0,-5-8 0,19 39 0,-8-13 0,0 0 0,14 18 0,-14-24 0,0 1 0,0-1 0,1-1 0,-1 1 0,1-1 0,0 0 0,0 0 0,0 0 0,1-1 0,-1 0 0,1 0 0,0-1 0,8 2 0,-10-3 0,0 0 0,-1 0 0,1 0 0,0-1 0,0 0 0,0 0 0,0 0 0,0-1 0,0 0 0,0 0 0,0 0 0,-1 0 0,1-1 0,0 0 0,-1 0 0,1 0 0,-1 0 0,0-1 0,0 1 0,5-5 0,-7 4 0,0 1 0,0-1 0,0 1 0,0-1 0,-1 0 0,1 0 0,-1 1 0,0-1 0,0 0 0,0 0 0,0-1 0,0 1 0,-1 0 0,1 0 0,-1-5 0,0-5 0,0 0 0,-3-18 0,2 26 0,0 0 0,-1 0 0,1-1 0,-1 1 0,-1 0 0,-2-6 0,-8-16 0,13 27 0,0 0 0,0 0 0,0-1 0,0 1 0,0 0 0,0 0 0,0 0 0,0 0 0,0 0 0,0-1 0,0 1 0,0 0 0,0 0 0,0 0 0,0 0 0,0-1 0,0 1 0,0 0 0,0 0 0,0 0 0,0 0 0,0-1 0,0 1 0,0 0 0,0 0 0,0 0 0,0 0 0,0 0 0,0-1 0,0 1 0,0 0 0,1 0 0,-1 0 0,0 0 0,0 0 0,0 0 0,0-1 0,0 1 0,1 0 0,7 2 0,12 10 0,-17-10 0,4 2 0,0 0 0,0 0 0,0-1 0,1 1 0,0-2 0,0 1 0,-1-1 0,13 1 0,-16-3 0,1 1 0,-1-1 0,1-1 0,-1 1 0,1 0 0,-1-1 0,1 0 0,-1 0 0,0-1 0,1 1 0,-1-1 0,0 0 0,0 0 0,0 0 0,0-1 0,5-3 0,-6 4 6,0 0 0,0 0-1,0 1 1,0-1 0,0 1-1,0 0 1,0 0 0,0 0 0,0 0-1,1 1 1,-1-1 0,0 1-1,1 0 1,-1 0 0,0 0-1,1 0 1,-1 1 0,0-1 0,1 1-1,2 1 1,4 1-254,-1 1 1,1-1-1,-1 2 1,-1-1-1,14 10 1,-13-8-6579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0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24575,'0'-1'0,"0"0"0,0 0 0,0 1 0,0-1 0,0 0 0,0 0 0,0 0 0,0 1 0,0-1 0,0 0 0,1 0 0,-1 0 0,0 1 0,1-1 0,-1 0 0,0 0 0,1 1 0,0-2 0,0 2 0,-1 0 0,0 0 0,1 0 0,-1 0 0,0 0 0,1 0 0,-1 0 0,1 0 0,-1 0 0,0 0 0,1 0 0,-1 0 0,1 0 0,-1 1 0,0-1 0,1 0 0,-1 0 0,0 0 0,1 0 0,-1 1 0,0-1 0,1 0 0,-1 1 0,0-1 0,1 1 0,3 3 0,0 1 0,0 0 0,5 9 0,93 171 0,63 102 0,-133-239-1365,-19-32-5461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1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52 24575,'-19'-15'0,"-10"-2"0,-4 4 0,1 7 0,1 7 0,1 8 0,0 4 0,3 2 0,7-4-8191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3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119 439 24575,'12'-13'0,"0"-2"0,-1 1 0,-1-2 0,13-23 0,-21 34 0,1 0 0,-2 0 0,1 0 0,-1 0 0,1-1 0,-2 1 0,1 0 0,0-9 0,-1 10 0,-1 1 0,1-1 0,-1 0 0,0 0 0,0 1 0,0-1 0,0 1 0,-1-1 0,0 1 0,1 0 0,-1-1 0,0 1 0,-4-5 0,-4-3 0,0 1 0,-1 0 0,-11-10 0,17 16 0,0 1 0,0-1 0,-1 1 0,1 0 0,-1 0 0,1 1 0,-1 0 0,0 0 0,-11-2 0,16 4 0,-1-1 0,0 1 0,1 0 0,-1 0 0,0 1 0,1-1 0,-1 0 0,1 1 0,-1-1 0,0 0 0,1 1 0,-1 0 0,1-1 0,-1 1 0,1 0 0,-1 0 0,-1 2 0,1-1 0,0 0 0,0 0 0,0 0 0,0 1 0,1-1 0,-1 1 0,1-1 0,0 1 0,-2 3 0,0 4 0,1-1 0,0 0 0,0 1 0,1-1 0,0 11 0,1-13 0,0 0 0,0 0 0,1 0 0,-1 0 0,2 0 0,-1 0 0,1 0 0,0-1 0,0 1 0,1 0 0,0-1 0,0 0 0,0 0 0,1 0 0,0 0 0,0 0 0,1-1 0,0 0 0,-1 0 0,2 0 0,8 6 0,-4-3 0,1-2 0,0 1 0,0-1 0,0-1 0,1 0 0,17 5 0,-9-4 0,1-2 0,0 0 0,22 1 0,-33-4 0,1-1 0,-1 0 0,1-1 0,-1 0 0,1-1 0,-1 0 0,0 0 0,0-1 0,17-8 0,-21 9 0,-1-1 0,0 0 0,0 0 0,0-1 0,0 1 0,-1-1 0,0 0 0,1 0 0,-1-1 0,-1 1 0,1-1 0,-1 0 0,0 0 0,0 0 0,0 0 0,0-1 0,-1 1 0,2-10 0,-3 11 0,1-2 0,-1 0 0,1 0 0,0 0 0,5-8 0,-7 13 0,0 0 0,1 1 0,-1-1 0,1 0 0,-1 1 0,0-1 0,1 0 0,-1 1 0,1-1 0,0 1 0,-1-1 0,1 1 0,0-1 0,-1 1 0,1-1 0,0 1 0,-1-1 0,1 1 0,0 0 0,0 0 0,-1-1 0,1 1 0,0 0 0,0 0 0,0 0 0,-1 0 0,1 0 0,0 0 0,0 0 0,0 0 0,-1 0 0,1 0 0,0 0 0,0 0 0,0 1 0,-1-1 0,1 0 0,0 1 0,-1-1 0,1 1 0,0-1 0,-1 0 0,1 1 0,0 0 0,14 12 0,-12-10 0,-1 0 0,1-1 0,0 1 0,1-1 0,-1 1 0,0-1 0,6 2 0,-9-4 0,0 0 0,0 0 0,0-1 0,0 1 0,0 0 0,0 0 0,0 0 0,0 0 0,0 0 0,1-1 0,-1 1 0,0 0 0,0 0 0,0 0 0,0 0 0,0-1 0,0 1 0,0 0 0,0 0 0,0 0 0,0 0 0,0-1 0,0 1 0,-1 0 0,1 0 0,0 0 0,0 0 0,0-1 0,0 1 0,0 0 0,0 0 0,0 0 0,0 0 0,0 0 0,0 0 0,-1-1 0,1 1 0,0 0 0,0 0 0,0 0 0,0 0 0,-1 0 0,-4-9 0,-59-66 0,-19-25 0,81 97 0,0 1 0,1-1 0,-1 0 0,1 1 0,0-1 0,-1 0 0,0-3 0,2 5 0,0 0 0,0 1 0,0-1 0,0 1 0,0-1 0,0 1 0,0-1 0,0 1 0,0-1 0,0 1 0,0-1 0,0 1 0,1-1 0,-1 1 0,0-1 0,0 1 0,0-1 0,1 1 0,-1-1 0,0 1 0,1-1 0,-1 1 0,0 0 0,1-1 0,-1 1 0,1 0 0,-1-1 0,0 1 0,1 0 0,-1-1 0,1 1 0,-1 0 0,1 0 0,-1-1 0,1 1 0,-1 0 0,1 0 0,-1 0 0,1 0 0,-1 0 0,1 0 0,0 0 0,-1 0 0,1 0 0,-1 0 0,1 0 0,-1 0 0,1 0 0,0 1 0,17 1 0,-1 1 0,1 1 0,30 11 0,7 2 0,12-1 0,-19-6 0,0 3 0,0 1 0,51 24 0,-96-36 0,0-1 0,0 1 0,0-1 0,-1 0 0,1 1 0,0 0 0,-1-1 0,0 1 0,4 4 0,-6-6 0,0 0 0,0 0 0,0 0 0,0 0 0,0 0 0,0 0 0,0 0 0,0 0 0,0 0 0,0 0 0,0 0 0,0 1 0,0-1 0,0 0 0,0 0 0,0 0 0,0 0 0,0 0 0,0 0 0,0 0 0,0 0 0,0 0 0,0 0 0,0 0 0,0 0 0,0 0 0,0 0 0,0 0 0,0 1 0,0-1 0,-1 0 0,1 0 0,0 0 0,0 0 0,0 0 0,0 0 0,0 0 0,0 0 0,0 0 0,0 0 0,0 0 0,0 0 0,0 0 0,0 0 0,0 0 0,0 0 0,-1 0 0,1 0 0,0 0 0,0 0 0,0 0 0,0 0 0,0 0 0,0 0 0,0 0 0,0 0 0,0 0 0,0 0 0,-9-1 0,-8-3 0,11 2 0,1 0 0,-1-1 0,0 0 0,1 0 0,0 0 0,0-1 0,0 0 0,0 0 0,-5-6 0,-38-48 0,34 41 0,10 12 0,-37-52 0,37 51 0,0 0 0,1 0 0,0 0 0,0-1 0,1 1 0,0-1 0,-3-12 0,5 18-3,0 0 0,0 1 0,0-1-1,0 0 1,-1 0 0,1 1 0,0-1 0,0 0-1,0 0 1,0 1 0,1-1 0,-1 0-1,0 0 1,0 1 0,0-1 0,1 0 0,-1 0-1,0 1 1,1-1 0,-1 0 0,0 1-1,1-1 1,-1 0 0,2 0 0,-1 1 13,-1-1 0,1 1 0,0 0 0,0 0 0,0 0 0,-1 0 0,1 0 0,0 0 0,0 1 0,-1-1 0,1 0 0,0 0 0,0 0 0,-1 1 0,1-1 0,0 0 0,0 1 0,-1-1 0,2 1 0,3 3-307,0 0 0,0 0 0,0 0 0,6 8 0,-1 0-6529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3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189 306 24575,'-13'-10'0,"-5"-4"0,-21-13 0,33 23 0,1 1 0,-1 0 0,0 1 0,0 0 0,0-1 0,0 2 0,0-1 0,-11-1 0,15 3 0,-1 0 0,1 0 0,0 1 0,0-1 0,0 0 0,0 1 0,0-1 0,0 1 0,0 0 0,0-1 0,0 1 0,0 0 0,0 0 0,0 1 0,0-1 0,1 0 0,-1 1 0,1-1 0,-1 1 0,1-1 0,-1 1 0,1-1 0,0 1 0,0 0 0,-1 0 0,1 0 0,1 0 0,-1 0 0,0 0 0,0 3 0,0-2 0,0-1 0,1 1 0,-1 0 0,1 0 0,0-1 0,0 1 0,0 0 0,0 0 0,0-1 0,1 1 0,-1 0 0,1 0 0,0-1 0,-1 1 0,1-1 0,1 1 0,-1-1 0,0 1 0,1-1 0,-1 1 0,1-1 0,-1 0 0,4 3 0,2 0 0,-1 0 0,2-1 0,-1 0 0,0 0 0,1 0 0,0-1 0,0 0 0,0-1 0,0 0 0,12 2 0,-4-2 0,1 0 0,0-1 0,0-1 0,20-2 0,-35 2 0,0 0 0,-1-1 0,1 1 0,0 0 0,0-1 0,0 1 0,-1-1 0,1 1 0,0-1 0,0 0 0,-1 0 0,1 1 0,-1-1 0,1 0 0,-1-1 0,1 1 0,-1 0 0,1 0 0,-1-1 0,0 1 0,0-1 0,0 1 0,0-1 0,0 1 0,0-1 0,0 0 0,0 1 0,-1-1 0,1 0 0,-1 0 0,1-2 0,-1-4 0,1 1 0,-2-1 0,1 0 0,-1 0 0,0 0 0,-3-8 0,-1-14 0,5 29 0,-1 0 0,1 0 0,0 0 0,0 0 0,0 0 0,0 0 0,0 0 0,0 0 0,0 0 0,0 0 0,1 1 0,-1-1 0,0 0 0,1 0 0,-1 0 0,0 0 0,1 0 0,-1 0 0,1 1 0,-1-1 0,1 0 0,-1 0 0,1 1 0,0-1 0,-1 0 0,1 1 0,0-1 0,0 1 0,-1-1 0,1 1 0,0-1 0,0 1 0,0 0 0,0-1 0,0 1 0,0 0 0,-1 0 0,1-1 0,0 1 0,0 0 0,0 0 0,0 0 0,0 0 0,1 0 0,5 1 0,0 0 0,0 0 0,0 1 0,12 4 0,-12-3 0,63 21 0,27 9 0,-67-23 0,-14-5 0,29 6 0,-45-11 0,0 0 0,1 1 0,-1-1 0,0 0 0,0 0 0,0 0 0,1 0 0,-1 0 0,0 0 0,0 0 0,0 0 0,0 0 0,1 0 0,-1 0 0,0 0 0,0 0 0,0 0 0,1 0 0,-1 0 0,0 0 0,0 0 0,0 0 0,1 0 0,-1 0 0,0-1 0,0 1 0,0 0 0,0 0 0,1 0 0,-1 0 0,0 0 0,0 0 0,0 0 0,0-1 0,0 1 0,1 0 0,-1 0 0,0 0 0,0 0 0,0-1 0,0 1 0,0 0 0,-5-9 0,-15-8 0,19 16 0,-87-61 0,60 44 0,-47-39 0,72 55 0,1-1 0,-1 0 0,0 0 0,1 0 0,0-1 0,0 1 0,0 0 0,0-1 0,0 1 0,1-1 0,-1 0 0,1 0 0,0 0 0,0 1 0,1-1 0,-1 0 0,1 0 0,0 0 0,0 0 0,0 0 0,0 0 0,2-7 0,-1 7 0,0 1 0,1 0 0,-1 0 0,0 0 0,1-1 0,0 1 0,0 1 0,0-1 0,0 0 0,0 0 0,0 1 0,1-1 0,-1 1 0,1 0 0,0 0 0,0 0 0,0 0 0,0 0 0,0 0 0,0 1 0,0 0 0,0-1 0,1 1 0,-1 0 0,0 1 0,5-1 0,-4 0-85,-1 0 0,1 1-1,0 0 1,-1 0 0,1 0-1,-1 0 1,1 0 0,-1 1-1,1 0 1,-1 0 0,1 0-1,-1 0 1,1 0 0,-1 1-1,6 3 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5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161 271 24575,'11'-22'0,"-2"5"0,0 0 0,-2-1 0,11-32 0,-17 44 0,0 1 0,0-1 0,-1 1 0,1-1 0,-1 1 0,0-1 0,-1 1 0,1-1 0,-1 1 0,0-1 0,-1 1 0,1 0 0,-1-1 0,0 1 0,0 0 0,-1 0 0,-5-8 0,6 10 0,0-1 0,-1 1 0,0 0 0,1 0 0,-1 1 0,0-1 0,0 0 0,-1 1 0,1 0 0,-1-1 0,1 2 0,-1-1 0,1 0 0,-1 1 0,0-1 0,-4 0 0,4 2 0,1-1 0,-1 1 0,1 0 0,-1 0 0,0 1 0,1-1 0,-1 1 0,1-1 0,0 1 0,-1 0 0,1 1 0,0-1 0,-1 0 0,1 1 0,0 0 0,0 0 0,0 0 0,-4 4 0,1 0 0,0 0 0,0 0 0,1 1 0,-1-1 0,2 1 0,-1 1 0,1-1 0,0 1 0,0-1 0,-3 12 0,4-8 0,0-1 0,1 1 0,0 0 0,1 0 0,0 0 0,0 0 0,3 17 0,-2-21 0,2 0 0,-1 0 0,1 0 0,0 0 0,0 0 0,1-1 0,0 1 0,0-1 0,1 1 0,-1-1 0,1-1 0,1 1 0,-1 0 0,1-1 0,0 0 0,0 0 0,11 8 0,-7-8 0,0 1 0,0-1 0,0-1 0,0 0 0,1 0 0,0-1 0,0 0 0,0-1 0,0 0 0,0-1 0,18 1 0,19-1 0,0-3 0,0-1 0,0-3 0,78-19 0,-111 21-273,0-2 0,-1 1 0,1-2 0,17-11 0,-21 12-6553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6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24575,'-3'0'0,"0"3"0,3 3 0,3 2 0,1 4 0,3 1 0,3-1 0,1-1 0,2 1 0,-1 1 0,-1-3 0,-2 1 0,1-3 0,-3 1 0,-4-4 0,-5-6 0,-5-4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6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24575,'0'3'0,"-3"2"0,0 4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7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41 24575,'-9'-7'0,"-1"1"0,-1 0 0,1 1 0,-23-8 0,31 12 0,0 0 0,0 1 0,-1-1 0,1 1 0,0 0 0,-1 0 0,1 0 0,0 0 0,-1 0 0,1 1 0,0-1 0,-1 0 0,-3 2 0,5-1 0,-1 0 0,1 0 0,-1 0 0,1 1 0,0-1 0,-1 0 0,1 0 0,0 1 0,0-1 0,0 1 0,0-1 0,0 1 0,0-1 0,0 1 0,0 0 0,1-1 0,-1 1 0,1 0 0,-1 0 0,1 2 0,-1 1 0,0 0 0,1 0 0,0 0 0,0 0 0,1 0 0,-1 0 0,1 0 0,0 0 0,0 0 0,1 0 0,-1 0 0,1 0 0,0-1 0,0 1 0,1-1 0,-1 1 0,1-1 0,4 5 0,0-2 0,0 1 0,0-1 0,0 0 0,1-1 0,0 0 0,1 0 0,-1-1 0,11 5 0,7 3 0,1-2 0,46 12 0,-72-23 0,0 0 0,0 0 0,0 1 0,0-1 0,0 0 0,0 0 0,0 1 0,0-1 0,0 1 0,0-1 0,0 1 0,-1-1 0,1 1 0,0 0 0,0-1 0,-1 1 0,1 0 0,0 0 0,-1-1 0,2 2 0,-2-1 0,0-1 0,0 1 0,0 0 0,-1-1 0,1 1 0,0 0 0,0-1 0,0 1 0,0-1 0,-1 1 0,1-1 0,0 1 0,0-1 0,-1 1 0,1-1 0,-1 1 0,1-1 0,0 1 0,-1-1 0,1 1 0,-1-1 0,1 0 0,-2 1 0,-3 3 0,0-1 0,0 0 0,-1 0 0,1-1 0,-7 3 0,-10 1 67,-34 5 0,-7 1-1566,47-7-5327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8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40 215 24575,'66'78'0,"-33"-36"0,-29-37 0,12 13 0,-16-18 0,0 0 0,0 0 0,0 0 0,0 0 0,0 0 0,0 0 0,0 0 0,1 0 0,-1 0 0,0 0 0,0 0 0,0 0 0,0 0 0,0 0 0,0 0 0,0 0 0,0 0 0,0 0 0,0 0 0,0 0 0,0 0 0,0 0 0,0 0 0,0 0 0,0 0 0,0 0 0,0 0 0,0 0 0,0 0 0,0 0 0,0 0 0,1 0 0,-1 0 0,0 0 0,0 0 0,0 0 0,0 0 0,0 0 0,0 0 0,0 0 0,0 0 0,-7-13 0,-3 0 0,0 0 0,-1 0 0,0 2 0,-1-1 0,-15-11 0,9 7 0,-4-1 0,-9-10 0,31 27 0,0 0 0,0 0 0,-1 0 0,1 0 0,0 0 0,0 0 0,0 0 0,0 0 0,0 0 0,0 0 0,0 0 0,0 0 0,0 0 0,0 0 0,0 0 0,0 0 0,0 0 0,0 0 0,0 0 0,0-1 0,0 1 0,0 0 0,0 0 0,0 0 0,0 0 0,0 0 0,-1 0 0,1 0 0,0 0 0,0 0 0,0 0 0,0 0 0,1 0 0,-1-1 0,0 1 0,0 0 0,0 0 0,0 0 0,0 0 0,0 0 0,0 0 0,0 0 0,0 0 0,0 0 0,0 0 0,0 0 0,0 0 0,0 0 0,0 0 0,0 0 0,0-1 0,0 1 0,0 0 0,0 0 0,0 0 0,0 0 0,1 0 0,-1 0 0,0 0 0,0 0 0,0 0 0,0 0 0,0 0 0,0 0 0,0 0 0,0 0 0,0 0 0,10 1 0,15 6 0,-21-6 0,21 6 0,1-1 0,-1-1 0,1-2 0,41 1 0,-52-4 0,0-1 0,0 0 0,0-1 0,0-1 0,0 0 0,0-1 0,-1-1 0,1 0 0,15-9 0,-26 12 0,0 0 0,0-1 0,-1 1 0,1-1 0,-1 1 0,1-1 0,-1 0 0,0 0 0,0-1 0,-1 1 0,1-1 0,-1 1 0,0-1 0,1 0 0,-2 0 0,1 0 0,0 0 0,-1 0 0,0 0 0,0 0 0,0 0 0,0-1 0,-1 1 0,1 0 0,-1-1 0,0 1 0,-1 0 0,1-1 0,-1 1 0,0 0 0,0-1 0,0 1 0,0 0 0,-1 0 0,0 0 0,0 0 0,0 0 0,0 1 0,-3-5 0,2 5 0,0-1 0,1 1 0,-1 0 0,0 0 0,-1 0 0,1 0 0,-1 0 0,1 1 0,-1 0 0,0-1 0,1 1 0,-8-2 0,9 4 0,0-1 0,1 1 0,-1-1 0,0 1 0,0 0 0,0 0 0,0 0 0,0 0 0,1 0 0,-1 0 0,0 0 0,0 1 0,0-1 0,0 1 0,1-1 0,-1 1 0,0 0 0,1 0 0,-1 0 0,0 0 0,1 0 0,-1 0 0,1 0 0,-1 0 0,1 0 0,0 1 0,0-1 0,-1 1 0,1-1 0,0 1 0,-1 2 0,0-2 0,1 1 0,0 0 0,0-1 0,0 1 0,0 0 0,0 0 0,1-1 0,-1 1 0,1 0 0,0 0 0,-1 0 0,1 0 0,1 0 0,-1 0 0,1 4 0,0-2 0,1 0 0,0-1 0,0 1 0,0 0 0,0-1 0,1 1 0,0-1 0,4 5 0,1 1 0,0-1 0,1-1 0,1 1 0,-1-2 0,1 1 0,17 8 0,-9-6 0,0-2 0,0 0 0,1-1 0,0-1 0,0-1 0,1 0 0,0-2 0,-1 0 0,34 0 0,-49-3-62,0 0 0,1 0 0,-1-1 0,0 0 0,0 1 0,0-2 0,0 1 0,0 0 0,0-1 0,0 0 0,0 0 0,0 0-1,-1 0 1,1 0 0,-1-1 0,0 0 0,1 0 0,-1 0 0,-1 0 0,1 0 0,2-4 0,1-5-6764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9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 24575,'-2'0'0,"-27"5"0,-37 11 0,58-14 0,1 1 0,0-1 0,0 2 0,0-1 0,0 1 0,1 0 0,0 0 0,0 1 0,0-1 0,-9 10 0,14-13 0,0 0 0,0 1 0,0-1 0,0 1 0,0 0 0,0-1 0,0 1 0,1 0 0,-1-1 0,0 1 0,1 0 0,0 0 0,-1-1 0,1 1 0,0 0 0,0 0 0,0 0 0,0 0 0,0 1 0,1 0 0,0-1 0,0 1 0,0-1 0,0 1 0,0-1 0,0 0 0,0 0 0,1 1 0,0-1 0,-1 0 0,1 0 0,2 1 0,1 2 0,0-1 0,0 0 0,0-1 0,0 1 0,1-1 0,0 0 0,0-1 0,0 1 0,0-1 0,7 1 0,-6-1 0,0-1 0,-1-1 0,1 0 0,0 1 0,-1-2 0,1 1 0,0-1 0,-1 0 0,1-1 0,11-3 0,-15 3 0,0 1 0,0-1 0,0 1 0,0-1 0,0 0 0,-1 0 0,1 0 0,-1 0 0,1-1 0,-1 1 0,0 0 0,0-1 0,0 0 0,-1 0 0,1 1 0,0-1 0,-1 0 0,0 0 0,0 0 0,0-1 0,0 1 0,0 0 0,0-7 0,-1-4 0,0 12 0,-1 0 0,1-1 0,0 1 0,0 0 0,0-1 0,1 1 0,-1-1 0,1 1 0,-1 0 0,2-3 0,-2 5 0,0 0 0,1 0 0,-1 0 0,0 0 0,0-1 0,1 1 0,-1 1 0,0-1 0,0 0 0,1 0 0,-1 0 0,0 0 0,0 0 0,1 0 0,-1 0 0,0 0 0,0 0 0,1 0 0,-1 1 0,0-1 0,0 0 0,0 0 0,1 0 0,-1 0 0,0 1 0,0-1 0,0 0 0,1 0 0,-1 1 0,8 8 0,-7-8 0,22 28 28,17 17-1421,-32-38-5433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9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0 24575,'-5'3'0,"0"-1"0,-1 1 0,1 0 0,0 0 0,1 0 0,-1 1 0,0-1 0,1 1 0,0 0 0,-4 5 0,6-7 0,1 1 0,-1-1 0,1 0 0,-1 1 0,1-1 0,0 1 0,0 0 0,0-1 0,0 1 0,1 0 0,-1 0 0,1-1 0,0 1 0,-1 0 0,1 0 0,1 0 0,-1-1 0,0 1 0,1 0 0,-1 0 0,1-1 0,1 6 0,3 2 0,0 0 0,1-1 0,0 0 0,0 0 0,1-1 0,0 1 0,1-2 0,8 9 0,72 52 0,-83-65 0,18 13 0,-13-10 0,0 1 0,0 0 0,-1 1 0,14 13 0,-23-20 0,1-1 0,-1 0 0,0 1 0,1-1 0,-1 1 0,0-1 0,0 1 0,1-1 0,-1 0 0,0 1 0,0-1 0,0 1 0,0-1 0,1 1 0,-1-1 0,0 1 0,0-1 0,0 1 0,0-1 0,0 1 0,0-1 0,0 1 0,-1-1 0,1 1 0,0-1 0,0 1 0,0-1 0,-1 1 0,1 0 0,-1 0 0,0 0 0,0 0 0,0 0 0,1-1 0,-1 1 0,0 0 0,0-1 0,0 1 0,0 0 0,-3 0 0,-1 1 0,0-1 0,-1 1 0,1-1 0,-7 0 0,-47 2 0,34-3 0,-40 6 0,59-5-115,4 0 46,0-1-1,-1 1 1,1-1-1,0 1 1,-1-1-1,1 0 1,0 0-1,-1 0 1,1 0 0,0 0-1,-1-1 1,1 1-1,0-1 1,0 1-1,-1-1 1,1 0-1,-3-1 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39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 24575,'11'-2'0,"1"1"0,-1 0 0,1 0 0,0 2 0,0-1 0,-1 1 0,1 1 0,-1 0 0,15 5 0,-18-5 0,0 1 0,0 0 0,0 1 0,-1-1 0,0 2 0,0-1 0,0 1 0,0 0 0,-1 0 0,0 1 0,0 0 0,0 0 0,9 13 0,-14-18 0,-1 0 0,1-1 0,0 1 0,-1 0 0,1 0 0,-1 0 0,1 0 0,-1 0 0,1 0 0,-1 0 0,0 0 0,0 0 0,1 0 0,-1 0 0,0 0 0,0 0 0,0 0 0,0 0 0,0 0 0,0 0 0,0 0 0,-1 0 0,1 0 0,0 0 0,-1 0 0,1 0 0,0 0 0,-1 0 0,1 0 0,-1-1 0,1 1 0,-1 0 0,0 0 0,1 0 0,-1-1 0,0 1 0,0 0 0,1-1 0,-1 1 0,0 0 0,0-1 0,0 1 0,0-1 0,0 0 0,0 1 0,-1 0 0,-4 0 0,0 1 0,0 0 0,0-1 0,0 0 0,0-1 0,-9 1 0,3-1 0,-15 0 0,-35-4 0,54 3 0,0-1 0,0 1 0,0-1 0,0-1 0,0 0 0,1 0 0,0 0 0,-14-9 0,20 11 0,0 1 0,0-1 0,0 0 0,0 1 0,0-1 0,0 0 0,0 0 0,0 0 0,0 0 0,1 0 0,-1 0 0,0 0 0,1 0 0,-1 0 0,1 0 0,-1 0 0,1-1 0,-1 1 0,1 0 0,0 0 0,-1 0 0,1-2 0,1 2 0,-1-1 0,0 1 0,1 0 0,-1-1 0,1 1 0,-1 0 0,1 0 0,0-1 0,0 1 0,-1 0 0,1 0 0,0 0 0,0 0 0,0 0 0,0 0 0,2-1 0,4-3 0,1 0 0,0 1 0,0 0 0,13-5 0,13-1-1365,-23 9-5461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0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24575,'5'1'0,"0"0"0,-1 0 0,1 0 0,0 1 0,-1-1 0,1 1 0,-1 0 0,1 0 0,6 6 0,22 8 0,-30-15 0,0 0 0,0 0 0,0 0 0,0-1 0,1 1 0,-1-1 0,0 0 0,0 0 0,6 0 0,-8-1 0,0 1 0,1-1 0,-1 1 0,0-1 0,0 0 0,1 1 0,-1-1 0,0 0 0,0 0 0,0 0 0,0 0 0,0 0 0,0 0 0,0 0 0,0 0 0,-1 0 0,1 0 0,0 0 0,-1-1 0,1 1 0,0 0 0,-1-1 0,1-1 0,4-15 0,-4 12 0,0 1 0,1 0 0,-1-1 0,1 1 0,0 0 0,5-8 0,-6 12 0,0 0 0,0 0 0,0 0 0,0 0 0,0 1 0,0-1 0,1 0 0,-1 0 0,0 1 0,0-1 0,1 0 0,-1 1 0,0-1 0,1 1 0,-1 0 0,0-1 0,1 1 0,-1 0 0,1 0 0,-1 0 0,0 0 0,1 0 0,-1 0 0,1 0 0,-1 1 0,0-1 0,1 0 0,-1 1 0,0-1 0,1 1 0,0 0 0,14 7 51,26 14 0,-29-14-540,0 0 0,26 9 0,-26-13-6337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0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0 24575,'-11'6'0,"-46"26"0,52-29 0,0 0 0,1 0 0,0 1 0,-1-1 0,1 1 0,1 1 0,-1-1 0,1 0 0,-4 6 0,6-8 0,0-1 0,1 1 0,-1 0 0,0 0 0,1-1 0,-1 1 0,1 0 0,0 0 0,0 0 0,-1 0 0,1 0 0,0-1 0,0 1 0,1 0 0,-1 0 0,0 0 0,1 0 0,1 3 0,-1-2 0,1 0 0,0 0 0,-1 0 0,1 0 0,1 0 0,-1-1 0,0 1 0,1-1 0,4 4 0,0-1 0,1 0 0,-1 0 0,1-1 0,0 0 0,0-1 0,1 0 0,10 3 0,-13-5 0,-1 1 0,1-2 0,-1 1 0,0-1 0,1 0 0,7 0 0,-12 0 0,0-1 0,1 1 0,-1 0 0,1-1 0,-1 1 0,0-1 0,0 1 0,1-1 0,-1 0 0,0 1 0,0-1 0,0 0 0,0 0 0,1 0 0,-1 0 0,-1 0 0,1 0 0,0 0 0,0 0 0,0 0 0,0-1 0,-1 1 0,1 0 0,-1 0 0,1-1 0,-1 1 0,1 0 0,-1-1 0,0-1 0,4-33 0,-4 35 0,1 1 0,-1 0 0,0 0 0,0-1 0,0 1 0,1 0 0,-1 0 0,0 0 0,0 0 0,0 0 0,1-1 0,-1 1 0,0 0 0,0 0 0,1 0 0,-1 0 0,0 0 0,0 0 0,1 0 0,-1 0 0,0 0 0,0 0 0,1 0 0,-1 0 0,0 0 0,1 0 0,-1 0 0,0 0 0,0 0 0,1 0 0,-1 0 0,0 0 0,0 1 0,0-1 0,1 0 0,-1 0 0,0 0 0,0 0 0,1 1 0,-1-1 0,0 0 0,0 0 0,0 0 0,0 1 0,1-1 0,-1 0 0,0 0 0,0 1 0,13 13 0,-11-12 0,12 13-682,21 18-1,-26-25-6143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1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24575,'18'6'0,"-1"1"0,1 0 0,-1 1 0,0 1 0,-1 1 0,0 0 0,-1 1 0,0 0 0,-1 2 0,0 0 0,-1 0 0,0 1 0,-1 1 0,-1 0 0,0 0 0,9 19 0,22 46 0,35 92 0,-75-166 0,0-3 0,-1 0 0,0-1 0,0 1 0,0 0 0,-1 0 0,1 0 0,-1 0 0,1 0 0,-1 5 0,-2-9 0,-3-5 0,-2-9 0,2 1 0,0 0 0,1 0 0,0 0 0,1-1 0,1 1 0,-1-22 0,3 35 0,0 0 0,0 0 0,0 0 0,0-1 0,0 1 0,1 0 0,-1 0 0,0 0 0,1-1 0,-1 1 0,1 0 0,-1 0 0,1 0 0,0 0 0,-1 0 0,1 0 0,0 0 0,0 0 0,-1 0 0,1 0 0,0 1 0,0-1 0,2-1 0,-1 1 0,-1 1 0,1-1 0,0 1 0,0-1 0,0 1 0,0 0 0,0 0 0,0 0 0,0 0 0,-1 0 0,1 0 0,0 1 0,3 0 0,2 1 0,0 0 0,0 1 0,-1 0 0,1 0 0,-1 1 0,12 7 0,-10-4 0,0 1 0,0 0 0,0 0 0,8 12 0,-14-17 0,0 1 0,1-1 0,-1 0 0,-1 1 0,1-1 0,-1 1 0,1-1 0,-1 1 0,0 0 0,0-1 0,-1 1 0,1 0 0,-1 0 0,0 0 0,0 7 0,-1-9 0,0 1 0,0-1 0,0 1 0,0-1 0,-1 1 0,1-1 0,-1 0 0,0 0 0,0 0 0,1 0 0,-1 0 0,-1 0 0,1 0 0,0-1 0,0 1 0,-1-1 0,1 1 0,0-1 0,-1 0 0,1 0 0,-1 0 0,-4 1 0,-7 1 0,0 0 0,-26 3 0,37-6 0,-89 3-1231,91-3 1097,-12-1-6692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2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238 664 24575,'0'-70'0,"-1"-80"0,-1 131 0,0 0 0,-2 1 0,0-1 0,-1 1 0,-1 0 0,0 0 0,-2 1 0,-12-22 0,-12-14 0,-44-56 0,60 87 0,-2-5 0,11 16 0,0 0 0,-12-12 0,19 23 0,0 0 0,0 0 0,0 0 0,0 0 0,0 0 0,0-1 0,0 1 0,0 0 0,0 0 0,-1 0 0,1 0 0,0 0 0,0 0 0,0 0 0,0 0 0,0 0 0,0 0 0,0 0 0,0 0 0,0-1 0,0 1 0,0 0 0,0 0 0,0 0 0,0 0 0,0 0 0,0 0 0,0 0 0,-1 0 0,1 0 0,0 0 0,0 0 0,0 0 0,0 0 0,0 0 0,0 0 0,0 0 0,0 0 0,0 0 0,0 0 0,-1 0 0,1 0 0,0 0 0,0 0 0,0 0 0,0 0 0,0 0 0,0 0 0,0 0 0,0 0 0,0 0 0,0 0 0,0 0 0,0 0 0,-1 0 0,1 1 0,0-1 0,0 0 0,0 0 0,0 0 0,0 0 0,0 0 0,0 0 0,0 0 0,0 0 0,0 0 0,0 0 0,1 9 0,7 11 0,16 29 0,57 83 0,46 35 0,-112-148 0,1-1 0,1-1 0,21 18 0,-32-31 0,0 0 0,-1 0 0,2 0 0,-1 0 0,0-1 0,1 0 0,-1 0 0,1-1 0,0 0 0,0 0 0,0-1 0,0 0 0,0 0 0,0 0 0,8-1 0,-12 0 0,-1 0 0,1-1 0,-1 1 0,1-1 0,-1 1 0,1-1 0,-1 0 0,0 0 0,1 0 0,-1 0 0,0-1 0,0 1 0,0 0 0,0-1 0,0 0 0,0 1 0,0-1 0,2-3 0,-2 2 0,0 0 0,-1-1 0,1 1 0,-1-1 0,1 1 0,-1-1 0,0 0 0,0 1 0,-1-1 0,1 0 0,-1-4 0,0-3 0,-1-1 0,0 1 0,0 0 0,-1-1 0,-1 1 0,0 0 0,-6-13 0,7 18 0,-1-1 0,0 0 0,0 0 0,-5-7 0,4 11 0,3 10 0,4 9 0,1-5 0,1 1 0,1-1 0,0 0 0,0 0 0,1 0 0,0-1 0,1 0 0,10 9 0,-7-8 0,0 0 0,1-1 0,1 0 0,-1-1 0,2-1 0,15 9 0,-25-16 0,0 1 0,0 0 0,0-1 0,0 0 0,0 0 0,0 0 0,1 0 0,-1-1 0,0 1 0,1-1 0,-1 0 0,8-1 0,-10 0 0,0 0 0,0 1 0,0-1 0,0 0 0,0 0 0,0 0 0,-1 0 0,1 0 0,0 0 0,-1-1 0,1 1 0,0-1 0,-1 1 0,0-1 0,1 1 0,-1-1 0,0 0 0,0 0 0,0 1 0,0-1 0,0 0 0,0 0 0,0 0 0,-1 0 0,1 0 0,-1 0 0,1-4 0,0-7 0,0 0 0,-2-26 0,0 25 0,0 0 0,3-16 0,-2 30 0,0 0 0,0-1 0,0 1 0,0 0 0,0 0 0,0 0 0,0 0 0,0-1 0,0 1 0,0 0 0,0 0 0,0 0 0,0 0 0,0-1 0,0 1 0,0 0 0,0 0 0,0 0 0,0 0 0,0 0 0,0-1 0,0 1 0,0 0 0,0 0 0,1 0 0,-1 0 0,0 0 0,0 0 0,0-1 0,0 1 0,0 0 0,0 0 0,1 0 0,-1 0 0,0 0 0,0 0 0,0 0 0,0 0 0,1 0 0,-1 0 0,0 0 0,6 6 0,4 17 0,-8-19 0,154 295 0,-154-295 0,15 22 0,-2 2 0,-1 0 0,16 47 0,-29-72 0,0-1 0,-1 1 0,1 0 0,-1 0 0,1 0 0,-1 0 0,0 0 0,0 0 0,0-1 0,-1 1 0,1 0 0,-1 0 0,0 0 0,1 0 0,-1-1 0,0 1 0,-3 5 0,2-6 0,0 0 0,0 0 0,0 0 0,0 0 0,0 0 0,-1 0 0,1 0 0,-1 0 0,1-1 0,-1 0 0,1 1 0,-1-1 0,0 0 0,0 0 0,0 0 0,0-1 0,-4 1 0,-2 1 0,-1-1 0,1-1 0,-1 0 0,1 0 0,-1-1 0,1 0 0,-1 0 0,1-1 0,0-1 0,-1 1 0,1-2 0,1 1 0,-1-1 0,0 0 0,1-1 0,-10-7 0,16 11-105,0-1 0,0 0 0,0 0 0,1 0 0,-1-1 0,0 1 0,1 0 0,-1-1 0,1 1 0,0-1 0,0 1 0,-1-4 0,-1-6-6721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32 178 24575,'-2'0'0,"0"1"0,1-1 0,-1 1 0,0-1 0,1 1 0,-1 0 0,1-1 0,-1 1 0,1 0 0,-1 0 0,1 0 0,-1 0 0,1 1 0,0-1 0,0 0 0,0 1 0,-1-1 0,1 0 0,-1 3 0,2-2 0,0-1 0,-1 0 0,1 1 0,0-1 0,0 1 0,0-1 0,0 1 0,0-1 0,0 1 0,0-1 0,1 0 0,-1 1 0,0-1 0,1 1 0,-1-1 0,1 0 0,0 1 0,-1-1 0,1 0 0,0 0 0,0 1 0,0-1 0,2 2 0,9 8 0,1 0 0,0 0 0,1-1 0,0-1 0,1 0 0,0-1 0,22 9 0,-22-11 0,-1 0 0,0-2 0,1 1 0,0-2 0,0 0 0,23 1 0,-33-3 0,0-1 0,-1 0 0,1-1 0,0 1 0,0-1 0,0 0 0,-1 0 0,1-1 0,-1 1 0,1-1 0,-1 0 0,1 0 0,-1 0 0,0-1 0,0 0 0,0 1 0,0-2 0,-1 1 0,1 0 0,-1-1 0,0 1 0,0-1 0,0 0 0,3-5 0,-3 2 0,0 0 0,0 0 0,-1-1 0,0 1 0,0-1 0,0 1 0,-1-1 0,-1 0 0,1-10 0,-1 7 0,-1 0 0,0 0 0,-1 1 0,0-1 0,0 0 0,-5-9 0,12 40 0,-1-11 0,1 0 0,0-1 0,0 1 0,1-1 0,1 0 0,-1 0 0,1-1 0,0 0 0,1 0 0,0-1 0,0 0 0,0 0 0,1-1 0,-1 0 0,1 0 0,1-1 0,-1 0 0,1-1 0,-1 0 0,1 0 0,0-1 0,0 0 0,0-1 0,12 0 0,-16-1 0,1 0 0,-1-1 0,0 1 0,12-4 0,-16 4 0,-1-1 0,1 1 0,-1-1 0,1 0 0,-1 0 0,1 0 0,-1 0 0,0 0 0,1 0 0,-1 0 0,0 0 0,0 0 0,0 0 0,0-1 0,0 1 0,0 0 0,0-1 0,0 1 0,-1-1 0,1 1 0,-1-1 0,1 1 0,-1-1 0,1-1 0,0-6 0,0 1 0,0-1 0,-1 1 0,0-1 0,-1 1 0,0-1 0,0 1 0,-1 0 0,-2-9 0,-5-8 0,-17-37 0,25 60 0,1 2 0,0-1 0,0 1 0,0 0 0,-1 0 0,1 0 0,0 0 0,0 0 0,0-1 0,0 1 0,0 0 0,0 0 0,0 0 0,0 0 0,-1-1 0,1 1 0,0 0 0,0 0 0,0 0 0,0-1 0,0 1 0,0 0 0,0 0 0,0 0 0,0-1 0,0 1 0,0 0 0,1 0 0,-1 0 0,0 0 0,0-1 0,0 1 0,0 0 0,0 0 0,0 0 0,0 0 0,1-1 0,6 5 0,19 16 0,-15-11 0,4 2 0,0-1 0,30 13 0,-39-20 0,1 0 0,0 0 0,0-1 0,0-1 0,1 1 0,-1-1 0,0 0 0,1 0 0,11-2 0,-17 1 0,0 0 0,0 0 0,0-1 0,0 1 0,0-1 0,0 0 0,-1 1 0,1-1 0,0 0 0,0 0 0,-1 0 0,1 0 0,-1 0 0,1-1 0,-1 1 0,1 0 0,-1-1 0,0 1 0,0-1 0,0 0 0,1 1 0,-2-1 0,1 0 0,0 1 0,0-1 0,0 0 0,-1 0 0,1-3 0,1-5 0,-1 0 0,0 0 0,-1 0 0,-1-15 0,1-4 0,0 28 0,0 1 0,0-1 0,0 0 0,0 1 0,0-1 0,0 0 0,0 1 0,0-1 0,0 0 0,0 1 0,0-1 0,0 0 0,1 1 0,-1-1 0,0 1 0,0-1 0,1 0 0,-1 1 0,1-1 0,-1 1 0,0-1 0,1 1 0,-1-1 0,1 1 0,-1-1 0,1 1 0,-1 0 0,1-1 0,-1 1 0,1 0 0,0-1 0,-1 1 0,1 0 0,0 0 0,-1-1 0,2 1 0,0 0 0,1 1 0,0 0 0,-1-1 0,1 1 0,-1 0 0,1 0 0,3 2 0,1 1 0,-4-3 0,20 10 0,0-1 0,1-1 0,47 11 0,-58-17-13,14 1-1339,-18-5-5474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3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24575,'17'17'0,"6"8"0,1 0 0,-3-2 0,-3-5 0,-4-2 0,-5-5-8191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4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10 24575,'0'-5'0,"0"1"0,0 4 0,0 4 0,0 3 0,0 4 0,0 5 0,-3 1 0,0 2 0,0-2 0,0 0 0,1 0 0,1-4-8191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24575,'-5'1'0,"1"0"0,0 0 0,-1 0 0,1 1 0,0 0 0,0 0 0,0 0 0,0 0 0,0 1 0,1-1 0,-1 1 0,1 0 0,-1 0 0,1 0 0,0 1 0,0-1 0,1 1 0,-1-1 0,1 1 0,-1 0 0,1 0 0,1 0 0,-1 1 0,0-1 0,1 0 0,0 1 0,0-1 0,0 0 0,1 1 0,-1-1 0,2 9 0,-1 5-38,2-1-1,0 0 0,1 0 1,1 0-1,10 30 1,41 81-264,-42-100 284,188 373 110,-199-397-2,0 0 1,1 0-1,0 0 0,4 5 0,-7-9-89,0 1 0,1-1-1,-1 1 1,1-1-1,-1 0 1,0 1 0,1-1-1,-1 0 1,1 0-1,-1 1 1,1-1 0,-1 0-1,1 0 1,-1 0-1,1 0 1,-1 0 0,1 0-1,-1 1 1,1-1-1,0 0 1,-1-1-1,1 1 0,0 0-1,-1-1 1,1 1 0,-1-1 0,1 1 0,-1-1-1,0 1 1,1-1 0,-1 1 0,1-1-1,-1 1 1,0-1 0,1 1 0,-1-1 0,0 0-1,0 1 1,0-1 0,1 1 0,-1-1-1,0-1 1,1-6 0,1 0 0,-2 0 0,1-1 0,-1 1 0,-1 0 0,1-1 0,-1 1 0,-1 0 0,1 0 0,-5-12 0,-4-6 0,-21-45 0,30 71 0,-10-24 0,-2 2 0,-18-26 0,30 46 0,0 1 0,0 0 0,-1-1 0,1 1 0,-1 0 0,1 0 0,-1 0 0,0 0 0,1 0 0,-1 1 0,0-1 0,1 0 0,-1 1 0,0-1 0,0 1 0,0 0 0,0-1 0,1 1 0,-1 0 0,0 0 0,0 0 0,0 1 0,0-1 0,0 0 0,1 1 0,-4 0 0,-5 2 0,1 1 0,-1 0 0,-14 9 0,10-6 0,-102 46-1365,97-46-5461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5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44 24575,'-45'-4'0,"13"0"0,1 2 0,-45 2 0,73 0 0,1 1 0,-1-1 0,0 0 0,1 1 0,-1 0 0,1-1 0,-1 1 0,1 0 0,-1 0 0,1 1 0,-1-1 0,1 0 0,0 1 0,0 0 0,0-1 0,-3 4 0,4-4 0,0 1 0,0 0 0,0 0 0,0-1 0,1 1 0,-1 0 0,0 0 0,1 0 0,0 0 0,-1 0 0,1 0 0,0 0 0,0 0 0,0 0 0,0 0 0,0 0 0,1 0 0,-1 0 0,1 0 0,-1-1 0,1 1 0,1 3 0,1 2 0,1-1 0,-1 0 0,1 1 0,0-1 0,1-1 0,0 1 0,0-1 0,0 0 0,0 0 0,1 0 0,0-1 0,0 1 0,0-2 0,13 7 0,-6-4 0,0 0 0,1-1 0,0-1 0,-1 0 0,1-1 0,25 2 0,-33-5 0,2 1 0,0 0 0,0-1 0,0-1 0,1 1 0,10-3 0,-17 3 0,-1-1 0,1 1 0,0-1 0,0 0 0,-1 0 0,1 0 0,-1 1 0,1-2 0,0 1 0,-1 0 0,0 0 0,1 0 0,-1-1 0,0 1 0,0 0 0,1-1 0,-1 1 0,0-1 0,0 0 0,-1 1 0,1-1 0,0 0 0,-1 0 0,1 1 0,-1-1 0,1 0 0,-1 0 0,0-3 0,0-2 0,0 1 0,0-1 0,-1 1 0,0-1 0,-1 1 0,1 0 0,-1 0 0,-1 0 0,1 0 0,-1 0 0,0 0 0,0 0 0,0 1 0,-1 0 0,0-1 0,0 1 0,-9-7 0,7 6 0,-1-1 0,0 2 0,0-1 0,0 1 0,-1 0 0,0 1 0,0 0 0,0 0 0,-1 1 0,1 0 0,-1 0 0,-11-2 0,16 5-105,0 0 0,1-1 0,-1 1 0,0 1 0,0-1 0,1 0 0,-1 1 0,0 0 0,0 0 0,1 0 0,-1 0 0,-6 4 0,1 1-6721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5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25 210 24575,'29'6'0,"-13"-3"0,-1 0 0,31 1 0,-46-4 0,1 0 0,-1 0 0,0 0 0,0 0 0,1 0 0,-1 1 0,0-1 0,0 0 0,1 0 0,-1 0 0,0 0 0,0 0 0,1 0 0,-1-1 0,0 1 0,1 0 0,-1 0 0,0 0 0,0 0 0,1 0 0,-1 0 0,0 0 0,0 0 0,0-1 0,1 1 0,-1 0 0,0 0 0,0 0 0,0-1 0,1 1 0,-1 0 0,0 0 0,0 0 0,0-1 0,0 1 0,0 0 0,1 0 0,-1-1 0,0 1 0,0 0 0,0 0 0,0-1 0,0 1 0,0 0 0,0-1 0,0 1 0,0 0 0,0 0 0,0-1 0,0 1 0,0 0 0,0 0 0,0-1 0,-1 1 0,1 0 0,0 0 0,0-1 0,0 1 0,0 0 0,0 0 0,0-1 0,-1 1 0,1 0 0,0 0 0,-1-1 0,-14-15 0,13 14 0,-11-9 0,1-1 0,0-1 0,1 0 0,0 0 0,1-1 0,-14-25 0,18 27 0,-9-19 0,14 29 0,0-1 0,0 1 0,0 0 0,1-1 0,-1 1 0,1-1 0,0 1 0,-1-1 0,1 1 0,1-4 0,-1 6 3,0 0-1,0-1 0,0 1 1,0-1-1,0 1 1,1-1-1,-1 1 0,0 0 1,0-1-1,1 1 0,-1-1 1,0 1-1,1 0 1,-1-1-1,0 1 0,1 0 1,-1-1-1,1 1 0,-1 0 1,0 0-1,1 0 1,-1-1-1,1 1 0,-1 0 1,1 0-1,-1 0 0,0 0 1,1 0-1,-1 0 1,1 0-1,-1 0 0,1 0 1,-1 0-1,1 0 0,-1 0 1,1 0-1,19 5-847,-18-4 237,10 4-6218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6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24575,'6'2'0,"-1"0"0,0 1 0,1-1 0,5 5 0,14 7 0,15 5 0,1-3 0,53 15 0,-92-30 0,-1-1 0,0 1 0,1-1 0,-1 0 0,1 0 0,-1 1 0,1-1 0,0 0 0,-1-1 0,1 1 0,-1 0 0,1 0 0,-1-1 0,1 1 0,-1 0 0,0-1 0,1 0 0,-1 1 0,0-1 0,3-1 0,-3 1 0,0-1 0,0 1 0,0-1 0,0 0 0,0 1 0,0-1 0,0 0 0,0 0 0,-1 0 0,1 1 0,-1-1 0,0 0 0,1 0 0,-1 0 0,0 0 0,0-2 0,-1-5 0,1 0 0,-2 0 0,0 0 0,0 0 0,0 1 0,-1-1 0,0 1 0,-7-13 0,-5-16 0,15 35 0,5 5 0,9 12 0,-10-10 0,10 8 0,0 0 0,0-1 0,1 0 0,27 14 0,-34-21 0,0-1 0,0 0 0,0-1 0,1 0 0,0 0 0,-1-1 0,1 0 0,0 0 0,0-1 0,0 0 0,16-1 0,-23 0 0,-1 0 0,1-1 0,0 1 0,0 0 0,0-1 0,0 1 0,-1-1 0,1 0 0,0 0 0,-1 1 0,1-1 0,0 0 0,-1 0 0,1-1 0,-1 1 0,0 0 0,1 0 0,-1-1 0,2-1 0,-2 0 0,0 1 0,0-1 0,0 1 0,0-1 0,0 1 0,0-1 0,-1 0 0,1 1 0,-1-1 0,0 0 0,0-4 0,-1-6 0,-1 1 0,-1 0 0,1 1 0,-8-19 0,3 15 0,6 12 0,-1 0 0,1 0 0,-1 0 0,1 0 0,0 0 0,1 0 0,-1 0 0,0-4 0,1 6 0,0 1 0,0 0 0,0-1 0,0 1 0,1-1 0,-1 1 0,0 0 0,0-1 0,0 1 0,1 0 0,-1-1 0,0 1 0,0 0 0,1-1 0,-1 1 0,0 0 0,1 0 0,-1-1 0,0 1 0,1 0 0,-1 0 0,0-1 0,1 1 0,-1 0 0,1 0 0,-1 0 0,0 0 0,1 0 0,-1 0 0,1 0 0,-1 0 0,1 0 0,-1 0 0,0 0 0,1 0 0,0 0 0,18 3 0,-15-2 0,117 34 0,-57-16 0,-18-6-83,-10-3-558,69 27 0,-96-32-6185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7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24575,'0'7'0,"0"10"0,1-1 0,2 18 0,-2-29 0,0 0 0,0 0 0,1 0 0,-1 0 0,1 0 0,0-1 0,0 1 0,1-1 0,-1 1 0,1-1 0,0 0 0,4 4 0,6-1 0,-9-8 0,-6-6 0,-1 3 0,1 1 0,-1 0 0,0 0 0,0 0 0,-1 0 0,1 0 0,-6-4 0,38 38 0,-8-16-1365,-12-7-5461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8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93 112 24575,'-22'-22'0,"-5"-8"0,5 5 0,8 5 0,7 10 0,7 6 0,3 6 0,4 3 0,1 2 0,1 1 0,-1 2 0,-2 0 0,-4 0 0,-5-3 0,-4-1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8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38 24575,'-7'-6'0,"0"1"0,0 0 0,0 0 0,0 1 0,-12-5 0,18 9 0,0-1 0,-1 1 0,1-1 0,0 1 0,-1 0 0,1-1 0,0 1 0,-1 0 0,1 0 0,0 0 0,-1 0 0,1 0 0,0 0 0,-1 0 0,1 1 0,0-1 0,-1 0 0,1 1 0,0-1 0,0 1 0,-1-1 0,1 1 0,0 0 0,0-1 0,0 1 0,0 0 0,0 0 0,0 0 0,0 0 0,0 0 0,0 0 0,0 0 0,1 0 0,-1 0 0,0 1 0,1-1 0,-1 0 0,1 0 0,-1 1 0,1-1 0,-1 0 0,1 3 0,-2 7 0,0-1 0,1 1 0,0 0 0,1 0 0,0 0 0,1 0 0,0-1 0,1 1 0,0 0 0,5 12 0,2 5 0,1-1 0,23 42 0,-5-21 0,2-1 0,1-1 0,50 53 0,124 115 0,-182-192 0,1 2 0,-12-14 0,-1 0 0,0 2 0,12 16 0,-23-28-44,0 0 0,1 1 0,-1-1 0,0 1 0,1-1 0,-1 0 0,0 1 0,0-1 0,0 1 0,1-1 0,-1 0 0,0 1 0,0-1 0,0 1 0,0-1 0,0 1 0,0-1 0,0 1-1,0-1 1,0 1 0,0-1 0,0 1 0,0-1 0,0 0 0,0 1 0,-1-1 0,1 1 0,0-1 0,0 1 0,-1-1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48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 24575,'-25'2'0,"-12"4"0,-4 0 0,2 2 0,2 2 0,4 0 0,6 0 0,8-2-8191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0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24575,'0'0'0,"0"0"0,0-1 0,0 1 0,0 0 0,0 0 0,0 0 0,0 0 0,0 0 0,0 0 0,0 0 0,0 0 0,0 0 0,0 0 0,0 0 0,0 0 0,0 0 0,0 0 0,0 0 0,0-1 0,0 1 0,0 0 0,0 0 0,0 0 0,0 0 0,0 0 0,0 0 0,0 0 0,0 0 0,0 0 0,0 0 0,0 0 0,0 0 0,0 0 0,0 0 0,0 0 0,0 0 0,0 0 0,0-1 0,0 1 0,0 0 0,1 0 0,-1 0 0,0 0 0,0 0 0,0 0 0,0 0 0,0 0 0,0 0 0,0 0 0,0 0 0,0 0 0,0 0 0,0 0 0,0 0 0,0 0 0,0 0 0,0 0 0,1 0 0,-1 0 0,0 0 0,0 0 0,0 0 0,0 0 0,0 0 0,4 5 0,2 9 0,0 3 0,1 1 0,1-2 0,0 1 0,16 21 0,47 58 0,-30-45 0,-30-39 0,-9-10 0,0-1 0,0 1 0,0 0 0,-1 1 0,1-1 0,0 0 0,-1 0 0,1 1 0,1 3 0,-4 0-1365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10 147 24575,'-2'-3'0,"1"0"0,-1 0 0,1 0 0,0 0 0,0 0 0,1 0 0,-1-1 0,1 1 0,-1 0 0,1 0 0,0-1 0,0 1 0,1 0 0,-1 0 0,1-1 0,-1 1 0,1 0 0,0 0 0,2-3 0,-2 3 0,1-1 0,0 1 0,1 0 0,-1 0 0,0 0 0,1 0 0,0 1 0,-1-1 0,1 1 0,0-1 0,1 1 0,-1 0 0,0 0 0,0 1 0,8-4 0,12-2 0,0 0 0,1 2 0,37-5 0,73 4 0,-120 5 0,-4 1 0,0-1 0,0 2 0,0-1 0,13 4 0,-22-4 0,0 0 0,1 0 0,-1 1 0,0-1 0,1 0 0,-1 1 0,0 0 0,1-1 0,-1 1 0,0 0 0,0-1 0,1 1 0,-1 0 0,0 0 0,0 0 0,0 0 0,0 0 0,0 0 0,-1 0 0,1 1 0,0-1 0,0 0 0,-1 0 0,1 1 0,-1-1 0,1 0 0,-1 1 0,1-1 0,-1 0 0,0 1 0,0-1 0,0 1 0,0-1 0,0 0 0,0 1 0,0-1 0,0 2 0,-1 1 0,0-1 0,0 1 0,-1-1 0,1 1 0,-1-1 0,1 0 0,-1 0 0,-5 6 0,-22 22 0,9-9 0,4-5 0,10-11 0,0 0 0,0 1 0,1-1 0,-8 14 0,12-18 0,0-1 0,0 1 0,0 0 0,1 0 0,-1-1 0,1 1 0,-1 0 0,1 0 0,0 0 0,0 0 0,0-1 0,0 1 0,0 0 0,0 0 0,0 0 0,1 0 0,-1-1 0,1 1 0,-1 0 0,1 0 0,-1-1 0,1 1 0,0 0 0,0-1 0,0 1 0,0-1 0,2 3 0,3 2 0,-1-1 0,2 1 0,-1-1 0,1 0 0,0 0 0,0-1 0,0 0 0,14 6 0,7 0 0,32 8 0,-30-10 0,-7-3 0,-17-4 0,0 0 0,0 1 0,1 0 0,-1 0 0,0 0 0,-1 0 0,1 1 0,10 7 0,-15-9 0,0-1 0,-1 1 0,1 0 0,0 0 0,-1 0 0,1 0 0,-1 0 0,1 0 0,-1 0 0,1 0 0,-1 1 0,0-1 0,0 0 0,1 0 0,-1 0 0,0 0 0,0 0 0,0 1 0,0-1 0,0 0 0,0 0 0,-1 0 0,1 0 0,0 1 0,-1-1 0,1 0 0,0 0 0,-1 0 0,0 0 0,1 0 0,-1 0 0,1 0 0,-1 0 0,0 0 0,0-1 0,-1 2 0,-1 2 0,0-1 0,-1 1 0,1-1 0,-1 0 0,0 0 0,0-1 0,-8 5 0,-18 4-273,-1-2 0,0 0 0,0-3 0,-49 6 0,64-11-6553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3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15 24575,'-3'0'0,"-1"-1"0,1 1 0,-1-1 0,0 0 0,-3-2 0,-8-2 0,6 2 0,21 3 0,22 2 0,-26 0 0,42 7 0,-1 2 0,74 28 0,-119-37 0,1-1 0,0 1 0,-1-1 0,1 0 0,0 0 0,0-1 0,0 1 0,0-1 0,0 0 0,6-1 0,-11 1 0,0 0 0,0 0 0,1 0 0,-1 0 0,0-1 0,0 1 0,0 0 0,0 0 0,0 0 0,0 0 0,0 0 0,0 0 0,0 0 0,1 0 0,-1 0 0,0 0 0,0 0 0,0 0 0,0 0 0,0 0 0,0 0 0,0 0 0,0 0 0,1 1 0,-1-1 0,0 0 0,0 0 0,0 0 0,0 0 0,0 0 0,0 0 0,0 0 0,0 0 0,0 0 0,0 0 0,0 0 0,1 0 0,-1 0 0,0 1 0,0-1 0,0 0 0,0 0 0,0 0 0,0 0 0,0 0 0,0 0 0,0 0 0,0 1 0,-4 5 0,-11 10 0,11-12 0,-21 24-115,2-3-198,0-1 1,-2-1-1,-31 23 1,45-39-6514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6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7 24575,'-1'-1'0,"0"0"0,0 1 0,0-1 0,-1 0 0,1 1 0,0-1 0,0 1 0,0-1 0,-1 1 0,1 0 0,0 0 0,-1 0 0,1-1 0,0 1 0,-1 0 0,1 0 0,0 1 0,0-1 0,-1 0 0,1 0 0,0 1 0,-1-1 0,1 1 0,-2 0 0,-4 2 0,0 1 0,-12 7 0,14-9 0,-22 18 0,0 0 0,-41 40 0,57-49 0,-28 24-1365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7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40 24575,'-4'-4'0,"0"-1"0,0 1 0,0 0 0,0 0 0,0 0 0,-7-4 0,10 7 0,0 0 0,0 1 0,0-1 0,0 0 0,0 1 0,-1-1 0,1 1 0,0 0 0,0-1 0,-1 1 0,1 0 0,0 0 0,0 0 0,-1-1 0,1 2 0,0-1 0,-1 0 0,1 0 0,0 0 0,0 0 0,-1 1 0,1-1 0,0 1 0,0-1 0,0 1 0,-1-1 0,1 1 0,0 0 0,0-1 0,0 1 0,0 0 0,0 0 0,-1 2 0,-4 5 0,1 1 0,0 0 0,0 0 0,1 0 0,0 1 0,-4 16 0,1-5 0,1 1 0,0 0 0,2 0 0,-3 29 0,7-38 0,-1-1 0,2 1 0,-1 0 0,2-1 0,0 1 0,0-1 0,1 0 0,1 0 0,0 0 0,0 0 0,9 15 0,-8-17 0,1-1 0,0 0 0,0 0 0,1-1 0,0 1 0,0-2 0,1 1 0,0-1 0,1 0 0,-1-1 0,1 0 0,0 0 0,16 7 0,-2-4 0,1-2 0,0 0 0,1-1 0,-1-2 0,1 0 0,0-2 0,0 0 0,41-4 0,-64 2 0,-1 0 0,1 0 0,-1 0 0,1-1 0,-1 1 0,1 0 0,-1-1 0,1 1 0,-1-1 0,0 0 0,1 1 0,-1-1 0,0 0 0,1 0 0,-1 0 0,0 0 0,0 0 0,2-2 0,-2 2 0,-1 0 0,1-1 0,-1 1 0,1 0 0,-1-1 0,0 1 0,1 0 0,-1-1 0,0 1 0,0 0 0,0-1 0,0 1 0,0 0 0,0-1 0,0 1 0,-1-3 0,-1 0 0,1 0 0,-1 0 0,0-1 0,0 1 0,0 1 0,0-1 0,-1 0 0,1 1 0,-1-1 0,0 1 0,-5-5 0,-2 1 0,0 0 0,0 1 0,-1 0 0,1 1 0,-2 0 0,1 0 0,0 1 0,-1 1 0,0 0 0,1 1 0,-1 0 0,0 0 0,-15 1 0,22 1-85,1 1 0,-1 0-1,1 0 1,-1 0 0,1 0-1,-1 1 1,1-1 0,0 1-1,0 0 1,0 1 0,0-1-1,0 1 1,0-1 0,1 1-1,-7 7 1,3-1-6741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8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24575,'12'19'0,"0"1"0,-1 0 0,9 24 0,12 23 0,-11-33 0,1-1 0,41 49 0,-52-68 0,-9-11 0,0 1 0,1-1 0,-1 0 0,1 0 0,-1 0 0,1 0 0,0-1 0,0 1 0,5 2 0,-8-5 0,0 0 0,1 1 0,-1-1 0,0 0 0,1 0 0,-1 0 0,0 0 0,1 0 0,-1 0 0,0-1 0,1 1 0,-1 0 0,0 0 0,1 0 0,-1 0 0,0 0 0,0 0 0,1-1 0,-1 1 0,0 0 0,0 0 0,1 0 0,-1 0 0,0-1 0,0 1 0,1 0 0,-1 0 0,0-1 0,0 1 0,0 0 0,0-1 0,1 1 0,-1 0 0,0 0 0,0-1 0,0 1 0,0-1 0,4-15 0,-2 9 0,-1 4 0,0-1 0,0 1 0,1-1 0,-1 1 0,1 0 0,0-1 0,0 1 0,0 0 0,1 0 0,-1 0 0,1 1 0,0-1 0,-1 1 0,1-1 0,0 1 0,0 0 0,1 0 0,-1 0 0,0 1 0,1-1 0,-1 1 0,1 0 0,-1 0 0,1 0 0,-1 0 0,1 0 0,0 1 0,0 0 0,-1 0 0,1 0 0,0 0 0,-1 0 0,1 1 0,0 0 0,-1-1 0,1 1 0,0 1 0,-1-1 0,0 0 0,1 1 0,-1 0 0,0 0 0,6 4 0,-5-3 0,-1 1 0,1-1 0,-1 0 0,0 1 0,0 0 0,-1 0 0,1 0 0,-1 0 0,0 0 0,0 0 0,0 1 0,0-1 0,-1 0 0,0 1 0,0 0 0,1 8 0,-2-9 0,0-1 0,-1 1 0,1 0 0,-1-1 0,1 1 0,-1 0 0,0-1 0,-1 1 0,1-1 0,0 1 0,-1-1 0,0 0 0,0 0 0,0 0 0,0 0 0,-1 0 0,1 0 0,-1 0 0,1-1 0,-1 1 0,-5 2 0,0 1 0,-1-2 0,1 1 0,-1-1 0,0-1 0,0 1 0,-1-2 0,1 1 0,0-1 0,-1-1 0,0 1 0,1-2 0,-1 1 0,0-1 0,1-1 0,-1 0 0,0 0 0,1-1 0,-11-3 0,15 3-114,-1-1 1,1 1-1,0-1 0,0 0 0,0 0 1,0-1-1,1 0 0,-1 0 0,1 0 1,0 0-1,-4-6 0,2 2-6712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8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24575,'7'12'0,"6"4"0,-1 2 0,1-2 0,-2-2 0,0 0 0,0 0 0,1-3 0,-2-3-8191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8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40 24575,'-5'-12'0,"-1"-2"0,-1 4 0,5 7 0,2 5 0,1 8 0,0 5 0,0 1 0,0 2 0,0-3-8191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24575,'22'30'0,"10"14"0,2 7 0,-1 0 0,-2-4 0,-2-2 0,-4-5 0,-1-3 0,-2-4 0,-2-2 0,-3-4 0,-1-4 0,-3-1 0,-2-5 0,-3-2 0,-2-4-8191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9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35 24575,'-27'-10'0,"-11"-1"0,-2 2 0,3 5 0,6 5 0,6 5 0,4 1 0,6 3 0,3 1 0,2 0 0,-1-1 0,-1-1 0,2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6:59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8 24575,'0'-1'0,"-1"1"0,1-1 0,-1 1 0,1-1 0,-1 1 0,1-1 0,-1 1 0,0-1 0,1 1 0,-1-1 0,0 1 0,0 0 0,1-1 0,-1 1 0,0 0 0,0 0 0,1-1 0,-1 1 0,0 0 0,0 0 0,-1 0 0,1 0 0,1 1 0,-1-1 0,1 0 0,-1 1 0,1-1 0,-1 1 0,1-1 0,-1 1 0,1-1 0,0 1 0,-1-1 0,1 1 0,-1-1 0,1 1 0,0-1 0,0 1 0,-1 0 0,1-1 0,0 1 0,0 0 0,-1 4 0,0-1 0,0 0 0,1 1 0,0-1 0,0 1 0,1 6 0,1 2 0,1-1 0,1 0 0,0 0 0,0 0 0,1 0 0,1-1 0,13 20 0,4 1 0,33 35 0,4 6 0,-59-72 0,0 0 0,0 0 0,-1 0 0,1 0 0,-1 0 0,1 0 0,-1 0 0,1 0 0,-1 0 0,0 0 0,1 0 0,-1 1 0,0-1 0,0 0 0,0 0 0,0 0 0,0 1 0,0-1 0,0 0 0,0 0 0,0 0 0,-1 0 0,1 1 0,0-1 0,-1 0 0,1 0 0,-1 0 0,1 0 0,-1 0 0,0 0 0,1 0 0,-1 0 0,0 0 0,0 0 0,0 0 0,0-1 0,0 1 0,0 0 0,0-1 0,0 1 0,-1 0 0,-6 4 0,0-1 0,0 0 0,-1-1 0,-11 3 0,17-5 0,-39 11-682,-63 9-1,77-17-6143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2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3976 0 24575,'-7'1'0,"-1"0"0,1 1 0,0 0 0,0 0 0,1 0 0,-12 6 0,-9 3 0,-118 43 0,-294 95 0,-11 31 0,411-163 0,-782 373-710,389-170 710,-16-11 0,-12-22 0,233-96 0,93-40-25,-94 42 168,171-67-916,48-22-6053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3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732 28 24575,'-45'-9'0,"0"1"0,0 3 0,0 1 0,-1 3 0,-84 7 0,52 0 0,-81-4 0,86-3 0,64 1 0,1 1 0,-1 0 0,0 0 0,0 1 0,-13 4 0,22-5 0,6 0 0,9-2 0,24-5 0,64-2 0,41 8 0,-60 2 0,179 11 0,-263-13 0,7 1 0,0 0 0,0 0 0,-1 1 0,12 3 0,-17-5 0,0 1 0,0-1 0,0 0 0,0 1 0,-1-1 0,1 1 0,0-1 0,0 1 0,0 0 0,-1-1 0,1 1 0,0 0 0,0-1 0,-1 1 0,1 0 0,-1 0 0,1 0 0,-1 0 0,1 0 0,-1-1 0,1 1 0,-1 0 0,0 0 0,0 0 0,1 0 0,-1 0 0,0 0 0,0 0 0,0 0 0,0 0 0,0 0 0,0 0 0,0 0 0,-1 0 0,1 0 0,0 0 0,0 0 0,-1 0 0,1 0 0,-2 1 0,-1 4 0,-1 0 0,1 0 0,-2-1 0,1 1 0,-1-1 0,1 0 0,-1 0 0,-6 3 0,-47 32 0,52-36 0,-100 55 0,75-43 0,0 0 0,2 2 0,0 1 0,-38 33 0,-17 35-1365,71-73-5461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5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45 113 24575,'-2'-1'0,"0"1"0,0-1 0,0 1 0,-1 0 0,1 0 0,0 0 0,0 0 0,-1 0 0,1 0 0,0 1 0,0-1 0,0 1 0,-1-1 0,-3 3 0,6-3 0,-1 1 0,1-1 0,-1 0 0,0 1 0,1-1 0,-1 1 0,1-1 0,-1 1 0,1 0 0,0-1 0,-1 1 0,1 0 0,0-1 0,-1 1 0,1 0 0,0-1 0,0 1 0,-1 1 0,1-1 0,0 1 0,0-1 0,0 1 0,0-1 0,1 0 0,-1 1 0,0-1 0,1 0 0,-1 1 0,1-1 0,-1 0 0,1 0 0,1 2 0,4 7 0,1-1 0,1 0 0,0 0 0,0 0 0,1-1 0,-1-1 0,2 1 0,-1-2 0,1 1 0,0-1 0,1 0 0,11 4 0,-13-8 0,-1 0 0,1 0 0,-1-1 0,1 0 0,-1-1 0,1 1 0,0-2 0,-1 1 0,1-1 0,0-1 0,-1 0 0,0 0 0,14-5 0,-17 5 0,0 0 0,0 0 0,0-1 0,0 1 0,-1-1 0,1 0 0,-1-1 0,0 1 0,0-1 0,0 0 0,0 0 0,0 0 0,-1 0 0,0-1 0,0 1 0,0-1 0,-1 0 0,1 0 0,-1 0 0,0 0 0,-1 0 0,2-7 0,-2 3 0,0 0 0,0 0 0,-2 1 0,1-1 0,-1 0 0,0 0 0,-1 0 0,0 1 0,0-1 0,-1 1 0,0 0 0,0-1 0,-1 1 0,0 1 0,-9-14 0,10 20 0,4 7 0,4 9 0,7 7 0,1-1 0,1 0 0,1-1 0,1 0 0,23 23 0,-23-32 120,-16-11-177,1 0 0,0 0 0,-1 1 0,1-1-1,-1 0 1,1 0 0,0 0 0,-1 0 0,1 0 0,0 0 0,-1 0 0,1 0-1,0 0 1,-1 0 0,1 0 0,0 0 0,-1-1 0,1 1 0,0 0 0,-1 0 0,1-1-1,-1 1 1,1 0 0,-1-1 0,2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5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96 24575,'4'1'0,"0"-1"0,0 1 0,0 0 0,0 1 0,0-1 0,-1 1 0,7 3 0,10 4 0,7 0 0,2-1 0,0-1 0,47 4 0,-71-11 0,-1 0 0,1 0 0,0 0 0,0-1 0,-1 1 0,1-1 0,-1 0 0,1-1 0,-1 1 0,1-1 0,-1 0 0,0 0 0,0 0 0,0-1 0,6-4 0,-8 5 0,0 1 0,0-1 0,-1 0 0,1 0 0,-1 0 0,1 0 0,-1 0 0,0-1 0,1 1 0,-1 0 0,0 0 0,-1-1 0,1 1 0,0-1 0,-1 1 0,1-1 0,-1 1 0,0-1 0,0 1 0,0-1 0,0 1 0,0-1 0,0 1 0,-1-1 0,1 1 0,-1-1 0,0 1 0,0-1 0,-2-3 0,-32-50 0,40 57 0,2 2 0,10 9 40,1-2 0,24 12 0,-32-18-252,0-1 0,-1 0 0,2 0-1,-1 0 1,0-2 0,15 2 0,-12-3-6614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6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24575,'17'20'0,"8"6"0,0 1 0,-2-1 0,-2-5 0,-5-4 0,-3-5 0,0-4 0,-4-4-8191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6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24575,'5'3'0,"4"3"0,3 5 0,1 3 0,0 3 0,-1-1 0,0 1 0,-1-3-8191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 24575,'-9'3'0,"0"1"0,0 0 0,1 1 0,0 0 0,0 0 0,0 1 0,-9 8 0,14-10 0,-1 0 0,1-1 0,0 1 0,1 0 0,-1 0 0,1 1 0,-1-1 0,1 0 0,1 1 0,-1-1 0,0 1 0,1 0 0,0 0 0,0-1 0,1 1 0,-1 7 0,2 0 0,0-1 0,1 1 0,0 0 0,1-1 0,1 0 0,-1 1 0,2-1 0,-1-1 0,13 20 0,6 8 0,36 42 0,-53-72 0,59 75 0,4-2 0,78 71 0,-136-142 0,-4-3 0,0-1 0,0 0 0,0 0 0,0 0 0,1-1 0,0 0 0,13 5 0,-21-9 0,1-1 0,-1 0 0,1 0 0,-1 0 0,1 0 0,0 0 0,-1 1 0,1-1 0,-1 0 0,1 0 0,-1 0 0,1 0 0,-1-1 0,1 1 0,-1 0 0,1 0 0,0 0 0,-1 0 0,1 0 0,-1-1 0,1 1 0,-1 0 0,1-1 0,-1 1 0,0 0 0,1-1 0,-1 1 0,1 0 0,-1-1 0,0 1 0,1-1 0,0-1 0,-1 1 0,1-1 0,-1 1 0,1-1 0,-1 1 0,0-1 0,0 1 0,0-1 0,1 0 0,-2-2 0,0-4 0,0 1 0,0-1 0,-4-11 0,-7-14 0,-1 1 0,-2 0 0,-1 1 0,-1 1 0,-25-33 0,38 59 0,1 0 0,0 0 0,-1 1 0,0 0 0,0 0 0,0 0 0,0 0 0,-1 0 0,1 1 0,-1 0 0,1 0 0,-1 0 0,0 0 0,0 1 0,0 0 0,-5-1 0,-8 1 0,1 0 0,-1 1 0,-22 3 0,34-3 0,-8 1 30,0 1 0,0 1 0,-23 7 0,31-8-165,0 0 0,0 1 0,0 0 0,0 0 0,1 0 0,-1 1 0,1 0 0,0 0 0,0 0 0,-5 6 0,1 1-6691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7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185 476 24575,'-70'-20'0,"62"18"0,-1 1 0,0 0 0,0 0 0,0 1 0,-17 1 0,24-1 0,0 0 0,0 1 0,0-1 0,0 1 0,0-1 0,0 1 0,0-1 0,1 1 0,-1 0 0,0 0 0,0 0 0,1 0 0,-1 0 0,0 0 0,1 1 0,-1-1 0,1 0 0,0 1 0,-1-1 0,1 1 0,0 0 0,0-1 0,0 1 0,0 0 0,0 0 0,0-1 0,1 1 0,-1 0 0,1 0 0,-1 0 0,1 0 0,0 0 0,-1 0 0,1 0 0,0 0 0,0 0 0,1 3 0,0-1 0,-1 0 0,1 0 0,0 0 0,1 0 0,-1-1 0,1 1 0,-1 0 0,1 0 0,1-1 0,-1 1 0,0-1 0,1 0 0,-1 0 0,1 0 0,0 0 0,0 0 0,5 3 0,2-1 0,0 0 0,0 0 0,0-1 0,1 0 0,0-1 0,-1 0 0,1-1 0,0 0 0,0 0 0,1-1 0,-1-1 0,18-1 0,-24 0 0,1 0 0,-1 0 0,1 0 0,-1-1 0,1 0 0,-1 0 0,0 0 0,0 0 0,0-1 0,0 0 0,7-6 0,-9 6 0,0 0 0,0-1 0,0 1 0,0-1 0,-1 0 0,1 1 0,-1-1 0,0 0 0,0-1 0,-1 1 0,1 0 0,-1 0 0,0-1 0,0 1 0,0-1 0,0-4 0,-1 4 0,-1 0 0,1 1 0,-1-1 0,1 0 0,-1 1 0,0-1 0,-1 1 0,1-1 0,-1 1 0,0 0 0,0-1 0,-1 1 0,1 0 0,-1 0 0,0 1 0,0-1 0,0 0 0,0 1 0,-1 0 0,-6-5 0,-2-1 0,-1 0 0,0 1 0,0 1 0,-1 0 0,-15-5 0,65 10 0,11 2 0,71-8 0,-67 1 0,60-6 0,-96 12 0,0 1 0,1 0 0,-1 1 0,0 1 0,18 5 0,-9 2 0,-53-27 0,20 11 0,1 0 0,0-1 0,0 0 0,0 0 0,1-1 0,1 0 0,-1 0 0,1-1 0,-7-15 0,6 7 0,0-1 0,1 0 0,-5-32 0,9 44 0,1 1 0,1-1 0,-1 0 0,1 0 0,1 1 0,-1-1 0,1 0 0,0 1 0,1-1 0,0 0 0,0 1 0,0 0 0,0-1 0,5-6 0,-6 11 0,-1 1 0,1 0 0,0 0 0,0 0 0,0 0 0,0 0 0,0-1 0,0 2 0,0-1 0,0 0 0,0 0 0,0 0 0,0 0 0,1 1 0,-1-1 0,0 1 0,1-1 0,-1 1 0,0-1 0,1 1 0,-1 0 0,1-1 0,-1 1 0,0 0 0,1 0 0,-1 0 0,1 0 0,-1 0 0,0 1 0,1-1 0,-1 0 0,3 2 0,-2-1 0,0 0 0,0 0 0,-1 0 0,1 0 0,0 1 0,0-1 0,-1 1 0,1-1 0,-1 1 0,1 0 0,-1 0 0,0 0 0,0-1 0,0 1 0,0 0 0,0 0 0,0 1 0,0-1 0,-1 0 0,1 2 0,1 11-1365,-1-2-5461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8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24575,'31'21'0,"0"0"0,1-1 0,48 23 0,-75-41 0,-1 0 0,1 0 0,-1-1 0,1 0 0,-1 0 0,1 0 0,0 0 0,-1-1 0,1 0 0,0 0 0,5-1 0,-8 1 0,0-1 0,0 1 0,0-1 0,0 0 0,0 0 0,-1 0 0,1 0 0,0 0 0,0 0 0,-1 0 0,1 0 0,-1-1 0,1 1 0,-1-1 0,1 1 0,-1-1 0,0 0 0,0 1 0,0-1 0,0 0 0,0 0 0,0 0 0,0 0 0,-1 0 0,1 0 0,-1 0 0,1-2 0,0-1 0,0 0 0,-1 1 0,0-1 0,0 0 0,0 0 0,0 0 0,-1 1 0,0-1 0,0 0 0,0 0 0,-3-7 0,-1 1 0,-1-1 0,-14-19 0,4 7 0,16 24 0,0 0 0,0 0 0,0 0 0,0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0,0-1 0,1 1 0,-1 0 0,0 0 0,0 0 0,0 0 0,0 0 0,0 0 0,0 0 0,0 0 0,0 0 0,0 0 0,0 0 0,0 0 0,0 1 0,0-1 0,0 0 0,0 0 0,0 0 0,7 2 0,14 6 0,-13-4 0,-4-2 0,-1-1 0,0 1 0,1-1 0,0 0 0,-1 0 0,1 0 0,-1-1 0,1 1 0,0-1 0,0 0 0,-1 0 0,1 0 0,0-1 0,-1 1 0,1-1 0,0 0 0,-1 0 0,1 0 0,-1 0 0,1-1 0,-1 1 0,0-1 0,0 0 0,1 0 0,4-5 0,-3 3 0,0 1 0,0-1 0,0 1 0,0 0 0,0 0 0,1 1 0,0-1 0,10-2 0,-5 3 0,0 1 0,1-1 0,21 2 0,17 2-80,-14 0-349,1-2 1,43-5 0,-62 2-6398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9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475 429 24575,'-87'9'0,"0"3"0,-96 28 0,177-39 0,0 1 0,0 0 0,0 1 0,-8 4 0,13-6 0,0-1 0,0 0 0,1 1 0,-1-1 0,0 1 0,1-1 0,-1 1 0,0-1 0,1 1 0,-1-1 0,1 1 0,-1-1 0,1 1 0,-1 0 0,1 0 0,0-1 0,-1 1 0,1 0 0,0-1 0,-1 1 0,1 0 0,0 0 0,0 0 0,0-1 0,0 1 0,0 0 0,0 0 0,0 0 0,0 0 0,0-1 0,0 1 0,0 0 0,0 0 0,0 0 0,1-1 0,-1 1 0,0 0 0,1 0 0,-1-1 0,1 1 0,-1 0 0,1-1 0,-1 1 0,1-1 0,-1 1 0,1 0 0,0 0 0,3 2 0,1 1 0,-1-1 0,1 0 0,-1 0 0,1-1 0,0 0 0,0 1 0,0-2 0,0 1 0,0 0 0,10 0 0,5 1 0,35 0 0,-45-2 0,0-1 0,-1 0 0,1-1 0,0 0 0,0-1 0,-1 0 0,1 0 0,-1-1 0,0 0 0,0-1 0,0 0 0,0-1 0,0 1 0,9-8 0,-9 5 0,1-1 0,-1 0 0,-1 0 0,1-1 0,-2 0 0,1 0 0,6-11 0,-11 16 0,-1 0 0,0-1 0,0 1 0,0-1 0,0 1 0,-1-1 0,1 1 0,-1-1 0,0 0 0,-1 0 0,1 0 0,-1 1 0,0-1 0,0 0 0,-1 0 0,1 0 0,-1 0 0,0 1 0,-1-1 0,-1-5 0,-2-1 0,-2-1 0,1 1 0,-1 0 0,-1 1 0,-12-14 0,-49-44 0,68 67 0,-38-33 0,-2 2 0,-1 1 0,-1 3 0,-73-36 0,114 63 0,-26-10 0,27 10 0,1 1 0,-1 0 0,1 0 0,-1 0 0,1-1 0,-1 1 0,1 0 0,-1 0 0,1 0 0,-1 0 0,1 0 0,-1 0 0,1 0 0,-1 0 0,1 0 0,-1 1 0,1-1 0,-1 0 0,1 0 0,-1 0 0,1 0 0,-1 1 0,1-1 0,-1 0 0,1 1 0,-1-1 0,1 0 0,0 1 0,-1-1 0,1 0 0,0 1 0,-1-1 0,1 1 0,0-1 0,0 0 0,-1 1 0,1-1 0,0 1 0,0-1 0,0 1 0,-1-1 0,1 1 0,0-1 0,0 1 0,0-1 0,0 1 0,0-1 0,0 1 0,1 5 0,-1-1 0,1 0 0,1 1 0,-1-1 0,1 0 0,4 10 0,19 29 0,-22-39 0,26 41 0,3-2 0,2-1 0,2-2 0,66 60 0,-79-80-3072,45 32 0,-60-47 3001,1-1 0,1 0 0,-1 0 0,1-1 0,0 0-1,0-1 1,0 0 0,21 3 0,-28-5 786,1-1 0,-1 0-1,1-1 1,0 1 0,6-2-1,0-1-6409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9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24575,'20'15'0,"6"7"0,1 2 0,-1 0 0,-5-2 0,-4-2 0,-5-2 0,-2-4 0,-2-2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9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24575,'0'10'0,"2"8"0,4 3 0,2 1 0,1-1 0,-1-4-8191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29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0 24575,'-11'4'0,"1"0"0,1 1 0,-1 0 0,1 0 0,-16 11 0,23-14 0,1-1 0,-1 1 0,0 0 0,0-1 0,1 1 0,-1 0 0,1 0 0,0 0 0,-1 0 0,1 0 0,0 0 0,0 0 0,0 0 0,0 1 0,1-1 0,-1 0 0,1 1 0,-1-1 0,1 0 0,0 1 0,0-1 0,0 0 0,0 1 0,0-1 0,1 1 0,-1-1 0,1 0 0,-1 0 0,1 1 0,0-1 0,0 0 0,2 3 0,1 3 0,1-1 0,0 1 0,1-1 0,0-1 0,0 1 0,1-1 0,-1 0 0,1 0 0,14 8 0,6 2 0,44 17 0,-37-17 0,-18-6 0,-13-4 0,-4-5 0,1-1 0,0 0 0,0 1 0,-1-1 0,1 0 0,0 1 0,-1-1 0,1 0 0,-1 0 0,1 1 0,0-1 0,-1 0 0,1 0 0,-1 0 0,1 1 0,-1-1 0,1 0 0,0 0 0,-2 0 0,-17 3 0,0-2 0,0 0 0,-37-2 0,12-1 0,34 2 0,-14 0 0,-35-5 0,52 4 0,0 0 0,0-1 0,1 0 0,-1 0 0,1 0 0,-1-1 0,1 0 0,0 0 0,-10-8 0,5 3-1365,2 1-5461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0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24575,'19'30'0,"12"14"0,6 7 0,0 0 0,0-4 0,-2-2 0,1-5 0,-1-3 0,-2-4 0,-1-2 0,-1-4 0,-4-4 0,-6-6-8191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0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344 43 24575,'-45'-12'0,"0"1"0,-92-8 0,131 19 0,0-1 0,0 2 0,0-1 0,1 1 0,-1-1 0,0 1 0,0 1 0,1-1 0,-7 3 0,9-2 0,0 0 0,-1 0 0,1 0 0,0 1 0,0-1 0,1 1 0,-1 0 0,0-1 0,1 1 0,0 0 0,-1 0 0,1 1 0,0-1 0,-2 6 0,3-6-57,-1 0 0,1 0 1,-1 1-1,1-1 0,0 1 0,1-1 0,-1 0 0,0 1 0,1 0 0,0-1 0,0 1 1,0-1-1,0 1 0,1-1 0,-1 1 0,1-1 0,0 1 0,0-1 0,0 0 1,1 1-1,-1-1 0,1 0 0,2 5 0,5 1-6769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0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90 316 24575,'48'-1'0,"-17"0"0,-1 1 0,51 7 0,-68-4 0,-17-3 0,-21-5 0,2-1 0,1-1 0,-1-1 0,1-1 0,1-2 0,-34-20 0,48 26 0,-1 0 0,1-1 0,0-1 0,0 1 0,1-1 0,0 0 0,0 0 0,1-1 0,-1 0 0,2 0 0,-1 0 0,1 0 0,1-1 0,-1 0 0,1 0 0,1 0 0,-3-12 0,4 13 0,0 0 0,1 0 0,0-1 0,0 1 0,2-16 0,-2 23 0,1-1 0,-1 0 0,0 1 0,1-1 0,0 0 0,-1 1 0,1-1 0,0 1 0,-1-1 0,1 1 0,0-1 0,0 1 0,0 0 0,0-1 0,1 1 0,-1 0 0,0 0 0,1 0 0,-1 0 0,0 0 0,1 0 0,-1 0 0,1 1 0,-1-1 0,1 0 0,0 1 0,-1-1 0,1 1 0,-1 0 0,1-1 0,0 1 0,0 0 0,-1 0 0,1 0 0,2 0 0,8 2-1365,0 1-5461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0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24575,'-2'8'0,"-4"4"0,-1 1-8191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1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24575,'-7'5'0,"-3"4"0,1 3 0,1 1 0,3 2 0,4-2 0,3-1 0,2 1 0,5-1 0,2-1 0,1-1 0,3-2 0,-1 1 0,1-2 0,1 1 0,-1-2 0,-3-1-8191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24575,'10'3'0,"5"2"0,3 4 0,-1 2 0,-5 0-8191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2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24575,'5'9'0,"1"-1"0,0 0 0,0 0 0,1-1 0,10 9 0,-14-14 0,0 1 0,1-1 0,-1 0 0,1 0 0,-1-1 0,1 1 0,0-1 0,0 0 0,0 0 0,0 0 0,0 0 0,0-1 0,0 0 0,0 0 0,0 0 0,4 0 0,-7 0 0,1-1 0,-1 1 0,0 0 0,1 0 0,-1-1 0,0 1 0,1-1 0,-1 1 0,0-1 0,0 1 0,1-1 0,-1 0 0,0 0 0,0 0 0,0 0 0,0 1 0,0-1 0,0-1 0,0 1 0,0 0 0,0-1 0,0-1 0,1 0 0,-1 1 0,0-1 0,-1 0 0,1 0 0,-1 0 0,1 0 0,-1 0 0,0-4 0,-1-5 0,0 1 0,0 0 0,-2 0 0,-3-13 0,4 19 0,1 2 0,0 0 0,1 0 0,-1 1 0,0-1 0,1 0 0,-1-5 0,1 8 0,1-1 0,-1 0 0,0 1 0,0-1 0,0 1 0,0-1 0,1 1 0,-1-1 0,0 0 0,1 1 0,-1-1 0,0 1 0,1-1 0,-1 1 0,0 0 0,1-1 0,-1 1 0,1-1 0,-1 1 0,1 0 0,-1-1 0,1 1 0,-1 0 0,1 0 0,0-1 0,-1 1 0,1 0 0,-1 0 0,1 0 0,0 0 0,-1 0 0,1 0 0,-1 0 0,1 0 0,0 0 0,-1 0 0,1 0 0,0 0 0,12 1 0,0 1 0,0 1 0,0 0 0,22 8 0,48 26 0,-64-25-1365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3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4 24575,'-4'-1'0,"1"0"0,-1 0 0,0 1 0,0 0 0,0-1 0,0 1 0,0 1 0,0-1 0,0 0 0,0 1 0,-8 2 0,-2 2 0,-27 13 0,6-3 0,-6 0 0,-4 1 0,-52 27 0,94-42-114,1 0 1,-1 1-1,1-1 0,-1 1 0,1-1 1,0 1-1,0 0 0,0 0 0,0 0 1,0 0-1,-2 3 0,0 4-6712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4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76 24575,'0'9'0,"2"1"0,0 0 0,0-1 0,6 16 0,-3-9 0,3 15 0,-5-18 0,1 0 0,-1 0 0,2 0 0,0-1 0,0 0 0,11 17 0,-9-23 0,-8-13 0,-9-15 0,-3 3 0,-1 0 0,-2 1 0,1 1 0,-24-20 0,23 22 0,0 0 0,2 0 0,-1-2 0,2 0 0,-16-25 0,29 41 0,-1 0 0,0 1 0,1-1 0,0 0 0,-1 0 0,1 0 0,0 0 0,-1 0 0,1 0 0,0 0 0,0 0 0,0 0 0,-1 0 0,1 1 0,0-1 0,1 0 0,-1 0 0,0 0 0,0 0 0,0 0 0,0 0 0,1 0 0,-1 0 0,0 0 0,1-1 0,1 1 0,-1 0 0,0 0 0,0 0 0,0 1 0,0-1 0,1 0 0,-1 0 0,0 1 0,0-1 0,1 1 0,-1-1 0,1 1 0,-1 0 0,3-1 0,4 0 0,-1 1 0,1 0 0,0 0 0,-1 1 0,11 2 0,127 23 0,-21-4 0,-58-10 0,79 19 0,-122-26 0,7 2 0,-29-7 0,-1 0 0,0 0 0,1 0 0,-1 0 0,0 0 0,0 0 0,1 0 0,-1 0 0,0 1 0,1-1 0,-1 0 0,0 0 0,0 0 0,1 1 0,-1-1 0,0 0 0,0 0 0,0 1 0,1-1 0,-1 0 0,0 0 0,0 1 0,0-1 0,0 0 0,0 0 0,0 1 0,1-1 0,-1 0 0,0 1 0,0-1 0,0 0 0,0 1 0,-7 8 0,-15 3 0,-202 81 0,186-77-109,-1 0-519,-70 39 0,97-47-6198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4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626 0 24575,'-29'10'0,"-15"5"0,-7 4 0,-3-1 0,4 3 0,5 0 0,2-1 0,5-2 0,3 1 0,2 0 0,3 0 0,4 0 0,1 0 0,-1 0 0,1-2 0,-2-1 0,2 0 0,6-4-8191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5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24575,'4'-1'0,"0"1"0,0-1 0,0 0 0,7-3 0,6-1 0,1 1 0,8-1 0,50-5 0,-69 9 0,0 1 0,0 0 0,0 1 0,0-1 0,0 1 0,0 1 0,0-1 0,-1 1 0,1 1 0,0-1 0,-1 1 0,8 4 0,-11-5 0,-1-1 0,0 1 0,0 0 0,0 0 0,0 0 0,0 0 0,0 0 0,0 0 0,-1 0 0,1 1 0,-1-1 0,0 1 0,1-1 0,-1 1 0,0-1 0,1 6 0,-2-4 0,1 0 0,-1 1 0,0-1 0,0 0 0,-1 1 0,1-1 0,-1 0 0,0 0 0,-2 8 0,-4 3 0,1-1 0,-2 0 0,0 0 0,-16 21 0,20-30 0,1-1 0,0 0 0,-1 1 0,2 0 0,-5 9 0,6-14 0,1 0 0,0 1 0,0-1 0,0 1 0,0-1 0,0 1 0,-1-1 0,1 1 0,0-1 0,0 1 0,0-1 0,0 1 0,1-1 0,-1 1 0,0-1 0,0 1 0,0-1 0,0 1 0,0-1 0,1 1 0,-1-1 0,0 0 0,0 1 0,1 0 0,0-1 0,0 1 0,0-1 0,0 1 0,0-1 0,0 0 0,0 1 0,0-1 0,0 0 0,0 0 0,0 0 0,0 0 0,0 0 0,0 0 0,0 0 0,0 0 0,2 0 0,14-3 0,-1-1 0,1 0 0,-1-1 0,17-7 0,61-32 0,-71 30-124,0 0 0,27-24-1,-32 25-867,-5 3-5834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24575,'9'-8'0,"7"-1"0,2-1 0,-2 3-8191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1 143 24575,'17'-10'0,"8"-6"0,3 1 0,-2-1 0,-2 3 0,-3 4 0,-3 1 0,-1 1 0,-2 0 0,-1 1 0,0-1 0,0 1 0,0 1 0,0-1 0,0 1 0,0 1 0,-2 1-8191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7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74 103 24575,'-59'-64'0,"58"64"0,0-1 0,1 1 0,-1-1 0,0 0 0,1 1 0,-1-1 0,1 0 0,-1 1 0,1-1 0,-1 0 0,1 0 0,-1 1 0,1-1 0,0 0 0,0 0 0,-1 0 0,1 1 0,0-3 0,0 3 0,0-1 0,0 1 0,1 0 0,-1 0 0,0-1 0,1 1 0,-1 0 0,0-1 0,1 1 0,-1 0 0,0 0 0,1 0 0,-1-1 0,1 1 0,-1 0 0,0 0 0,1 0 0,-1 0 0,1 0 0,-1 0 0,0 0 0,1 0 0,-1 0 0,1 0 0,0 0 0,4 0 0,1 1 0,0-1 0,-1 1 0,7 2 0,167 65 0,-40-12 0,-112-47 0,-1 1 0,0 1 0,30 18 0,-56-29 0,0 0 0,1 0 0,-1 0 0,0 0 0,0 1 0,1-1 0,-1 0 0,0 0 0,1 0 0,-1 0 0,0 1 0,0-1 0,0 0 0,1 0 0,-1 0 0,0 1 0,0-1 0,0 0 0,0 1 0,1-1 0,-1 0 0,0 0 0,0 1 0,0-1 0,0 0 0,0 1 0,0-1 0,0 0 0,0 0 0,0 1 0,-8 3 0,-16-4 0,4-2 0,1-1 0,-1-1 0,1-1 0,-36-14 0,-70-38 0,113 51 0,-41-23 0,-55-41 0,80 51 0,28 19 0,0-1 0,0 1 0,-1 0 0,1-1 0,0 1 0,-1 0 0,1-1 0,-1 1 0,1 0 0,0 0 0,-1 0 0,1-1 0,-1 1 0,1 0 0,0 0 0,-1 0 0,1 0 0,-1 0 0,1 0 0,-1 0 0,1 0 0,-1 0 0,1 0 0,0 0 0,-1 0 0,1 0 0,-1 0 0,1 0 0,-1 1 0,1-1 0,0 0 0,-1 0 0,0 1 0,1 0 0,-1 0 0,1 0 0,0 0 0,-1 0 0,1 0 0,0 0 0,0 0 0,0 0 0,-1 0 0,1 0 0,0 0 0,1 0 0,-1 2 0,8 34 0,25 61 0,-16-52 0,-3 0 0,14 72 0,-27-109 0,-1-6 0,0 0 0,0 0 0,1 0 0,0 0 0,-1 0 0,1 0 0,2 4 0,-3-7 0,0 0 0,1 1 0,-1-1 0,0 1 0,1-1 0,-1 0 0,0 1 0,1-1 0,-1 0 0,0 1 0,1-1 0,-1 0 0,1 0 0,-1 0 0,1 1 0,-1-1 0,0 0 0,1 0 0,-1 0 0,2 0 0,-1 0 0,0 0 0,0 0 0,0 0 0,0 0 0,1-1 0,-1 1 0,0 0 0,0-1 0,0 1 0,0-1 0,2-1 0,67-46 0,-45 29 0,41-22 0,34-18 0,-85 51-1365,-3 2-5461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7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460 0 24575,'-4'1'0,"1"0"0,0 0 0,-1 1 0,1-1 0,0 1 0,0 0 0,0-1 0,1 1 0,-1 0 0,-3 4 0,-5 2 0,-137 88 0,-65 32-472,179-108-421,17-11-5933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8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24575,'11'-9'0,"1"-1"0,0 1 0,15-7 0,-12 6 0,-5 4 0,1 0 0,-1 0 0,1 1 0,22-7 0,-32 12 0,0-1 0,0 1 0,0 0 0,-1 0 0,1 1 0,0-1 0,0 0 0,-1 0 0,1 0 0,0 0 0,-1 1 0,1-1 0,0 0 0,0 1 0,-1-1 0,1 0 0,-1 1 0,1-1 0,0 1 0,-1-1 0,1 1 0,-1-1 0,1 1 0,-1-1 0,1 1 0,-1 0 0,0-1 0,1 1 0,-1 0 0,0-1 0,1 1 0,-1 0 0,0 0 0,0-1 0,0 1 0,1 0 0,-1 0 0,0 0 0,1 6 0,-1 0 0,1 0 0,-1 8 0,0-10 0,1 14 0,5 30 0,-3-29 0,0 25 0,-9 24 0,6-69 0,0 1 0,0-1 0,0 1 0,0-1 0,0 0 0,0 1 0,0-1 0,0 1 0,0-1 0,1 0 0,-1 1 0,0-1 0,0 0 0,0 1 0,1-1 0,-1 0 0,0 1 0,0-1 0,1 0 0,-1 1 0,0-1 0,1 0 0,-1 0 0,0 0 0,1 1 0,-1-1 0,0 0 0,1 0 0,-1 0 0,1 0 0,-1 1 0,0-1 0,1 0 0,-1 0 0,1 0 0,-1 0 0,0 0 0,1 0 0,-1 0 0,1 0 0,-1 0 0,0-1 0,1 1 0,22-6 0,-18 4 0,150-60 0,-40 15 0,-90 36-1365,-16 7-5461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9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24575,'0'0'0,"0"0"0,-1-1 0,1 1 0,0 0 0,0 0 0,0 0 0,-1 0 0,1 0 0,0-1 0,0 1 0,0 0 0,-1 0 0,1 0 0,0 0 0,0 0 0,-1 0 0,1 0 0,0 0 0,0 0 0,-1 0 0,1 0 0,0 0 0,0 0 0,0 0 0,-1 0 0,1 0 0,0 0 0,0 0 0,-1 0 0,1 1 0,0-1 0,0 0 0,0 0 0,-1 0 0,1 0 0,0 0 0,0 1 0,1 9 0,11 13 0,17 26-455,3-2 0,39 45 0,-62-82-6371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39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1 24575,'-30'7'0,"-11"5"0,-2 3 0,4 2 0,6-1 0,7 1 0,7-4-8191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7:4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2172 161 24575,'608'-52'0,"-585"51"0,66-4 0,344-24 0,-227 15 0,84-10 0,-275 22 0,-1-1 0,21-6 0,-35 9 0,0 0 0,1 0 0,-1 0 0,0 0 0,0 0 0,0 0 0,0 0 0,0 0 0,0 0 0,0 0 0,0 0 0,1 0 0,-1 0 0,0 0 0,0 0 0,0 0 0,0 0 0,0 0 0,0 0 0,0 0 0,0 0 0,0-1 0,1 1 0,-1 0 0,0 0 0,0 0 0,0 0 0,0 0 0,0 0 0,0 0 0,0 0 0,0 0 0,0 0 0,0-1 0,0 1 0,0 0 0,0 0 0,0 0 0,0 0 0,0 0 0,0 0 0,0 0 0,0 0 0,0-1 0,0 1 0,0 0 0,0 0 0,0 0 0,0 0 0,0 0 0,0 0 0,0 0 0,0 0 0,0-1 0,0 1 0,-8-3 0,-13-2 0,-47-2 0,-126 4 0,112 5 0,-115-3-65,-543 19-834,-255 52-696,726-54 1564,-263 13 98,1-16-496,519-13 508,-102-3-274,95 2 782,0-2-1,0 0 1,-34-11 0,52 14-555,0 0 0,0-1 0,1 1 0,-1 0 0,0-1 0,0 1 1,0 0-1,0-1 0,0 1 0,0-1 0,1 0 0,-1 1 0,0-1 0,1 1 1,-1-1-1,0-1 0,1 2-26,0-1 1,0 1-1,0 0 0,0-1 1,0 1-1,0 0 1,1 0-1,-1-1 0,0 1 1,0 0-1,0-1 1,1 1-1,-1 0 0,0 0 1,0-1-1,1 1 1,-1 0-1,0 0 0,1 0 1,-1-1-1,0 1 1,0 0-1,1 0 0,-1 0 1,0 0-1,1 0 1,-1 0-1,1 0 0,37-7-42,-33 6 62,65-6-26,76 2 0,-44 2 0,1075-9-3972,-805 13 2276,-8 0 1234,434-2 5,-352-10 83,-335 8 595,109-11 3695,-329 13-1189,-107 1-2718,-377 4-486,0 25 86,87 19 391,18-2 0,0-16 0,54-28 0,378-3 318,1-2 1,-86-17 0,124 15-319,17 5 0,-1 0 0,0 0 0,1 0 0,-1 0 0,1-1 0,-1 1 0,1 0 0,-1 0 0,1-1 0,-1 1 0,0 0 0,1-1 0,-1 1 0,1 0 0,0-1 0,-1 1 0,1-1 0,-1 1 0,1-1 0,0 1 0,-1-1 0,1 1 0,-1-1 0,2 0-47,0 1 0,-1 0 0,1 0 1,0 0-1,-1 0 0,1 0 0,0 0 0,0 0 0,-1 0 0,1 0 0,0 0 0,-1 0 0,1 0 0,1 1 0,-1-1-614,9 2-6165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3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1324 110 24575,'5'0'0,"-2"0"0,0 0 0,0 0 0,-1 0 0,1 0 0,0-1 0,0 1 0,-1-1 0,1 1 0,0-1 0,4-2 0,-45 5 0,-83 3 0,3-1 0,-60 4 0,89-6 0,-29 7 0,62-4 0,-108 15 0,92-10 0,-111 3 0,149-12 0,-33-3 0,66 2 0,-1 0 0,1 0 0,0 0 0,0 0 0,0 0 0,0 0 0,0-1 0,0 1 0,0 0 0,0-1 0,0 1 0,0-1 0,0 1 0,0-1 0,0 0 0,0 1 0,1-1 0,-2-1 0,2 2 0,-1-1 0,1 1 0,0-1 0,0 0 0,0 1 0,0-1 0,0 0 0,0 1 0,0-1 0,0 1 0,0-1 0,0 0 0,0 1 0,0-1 0,0 1 0,0-1 0,0 0 0,1 1 0,-1-1 0,0 1 0,0-1 0,1 0 0,1-3 0,1 1 0,-1 0 0,1 0 0,0 0 0,0 1 0,0-1 0,0 1 0,5-4 0,21-8 0,1 0 0,0 2 0,40-10 0,-47 15 0,11-3 0,6-2 0,41-18 0,-68 22 0,-21 7 0,-22 8 0,-119 44 0,132-44 0,-25 15 0,-7 4 0,-99 34 0,138-57 0,6-1 0,1-1 0,-1 0 0,0 1 0,1-1 0,-7 5 0,10-6 0,-1 1 0,1-1 0,0 1 0,-1-1 0,1 1 0,-1-1 0,1 1 0,0-1 0,-1 1 0,1-1 0,0 1 0,-1 0 0,1-1 0,0 1 0,0 0 0,0-1 0,0 1 0,-1-1 0,1 1 0,0 0 0,0-1 0,0 1 0,0 0 0,1-1 0,-1 1 0,0 0 0,0-1 0,0 1 0,0 0 0,1-1 0,-1 1 0,0 0 0,1-1 0,-1 1 0,0-1 0,1 1 0,-1-1 0,1 1 0,0 0 0,11 13 0,0-1 0,1-1 0,1 0 0,0-1 0,1 0 0,0-1 0,0-1 0,1 0 0,16 6 0,-17-9-227,0-1-1,0-1 1,0 0-1,1-1 1,30 2-1,-33-5-6598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24575,'-1'-1'0,"1"1"0,0-1 0,0 0 0,0 0 0,0 1 0,0-1 0,0 0 0,0 0 0,1 1 0,-1-1 0,0 0 0,0 0 0,0 1 0,1-1 0,-1 0 0,0 1 0,1-1 0,-1 0 0,1 1 0,-1-1 0,1 0 0,-1 1 0,2-2 0,-1 2 0,-1 0 0,1 0 0,0 0 0,-1 0 0,1 0 0,0 0 0,0 0 0,-1 0 0,1 1 0,0-1 0,-1 0 0,1 0 0,0 1 0,-1-1 0,1 0 0,0 1 0,-1-1 0,1 0 0,0 2 0,4 2 0,0 0 0,0 0 0,-1 1 0,5 6 0,20 27 0,34 59 0,-7-3 0,-18-33 0,-21-29 0,10 16 0,-26-48 0,-1 1 0,1 0 0,-1 0 0,1-1 0,-1 1 0,1 0 0,-1-1 0,1 1 0,0 0 0,0-1 0,-1 1 0,1-1 0,0 1 0,0-1 0,0 1 0,-1-1 0,1 0 0,0 0 0,0 1 0,0-1 0,0 0 0,1 0 0,-1 0 0,0 0 0,0 0 0,0-1 0,0 1 0,-1-1 0,1 1 0,0-1 0,0 1 0,0-1 0,0 1 0,-1-1 0,1 0 0,0 1 0,-1-1 0,1 0 0,0 0 0,0 0 0,2-6 0,1 1 0,-1 0 0,0-1 0,2-9 0,-4 16 0,10-37 0,-1-1 0,-1-1 0,-3 1 0,-1-1 0,0-72 0,-4 85 0,-1 13 0,0 0 0,0 1 0,-5-24 0,5 35-4,0 0 1,0 0-1,0 0 0,0 0 0,0 1 0,-1-1 0,1 0 1,0 0-1,-1 1 0,1-1 0,0 0 0,-1 0 0,1 1 1,-1-1-1,1 0 0,-1 1 0,0-1 0,1 1 0,-1-1 1,-1 0-1,2 1 12,-1 0 1,1 0-1,-1 0 0,1 0 1,-1 0-1,1 0 0,-1 1 1,1-1-1,-1 0 0,1 0 1,-1 0-1,1 1 0,-1-1 1,1 0-1,-1 1 0,1-1 1,0 0-1,-1 1 0,1-1 1,0 1-1,-1-1 0,1 1 1,-1 0-1,-1 3-305,-1 1 0,1 0 0,-1 0 0,-2 10 0,2-2-6529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7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237 133 24575,'-4'-1'0,"-16"-6"0,0 2 0,0 1 0,-40-5 0,54 9 0,0 0 0,0 1 0,1-1 0,-1 1 0,0 0 0,0 0 0,1 1 0,-7 2 0,8-2 0,1 0 0,0 0 0,0 0 0,-1 0 0,1 0 0,1 1 0,-1-1 0,0 1 0,1 0 0,-1 0 0,1 0 0,0 0 0,-4 6 0,4-5 0,1 0 0,-1 0 0,0 0 0,1 0 0,0 1 0,0-1 0,0 0 0,1 1 0,0-1 0,-1 0 0,1 1 0,1-1 0,-1 0 0,1 1 0,-1-1 0,1 0 0,1 1 0,-1-1 0,1 0 0,-1 0 0,4 5 0,-1-2 0,1-1 0,-1 1 0,1-2 0,1 1 0,-1 0 0,1-1 0,0 0 0,0 0 0,0-1 0,1 1 0,7 2 0,-4-2 0,0-1 0,0 0 0,0-1 0,0 0 0,1 0 0,0-1 0,-1-1 0,1 0 0,0 0 0,0-1 0,-1-1 0,20-2 0,-22 1 0,0 1 0,-1-1 0,1-1 0,0 1 0,-1-1 0,0-1 0,1 1 0,-1-1 0,-1-1 0,1 1 0,-1-1 0,1 0 0,-1-1 0,-1 1 0,1-1 0,-1 0 0,7-11 0,-12 17 0,0-1 0,0 1 0,1-1 0,-1 1 0,0-1 0,0 1 0,1-1 0,-1 1 0,0-1 0,1 1 0,-1-1 0,1 1 0,-1 0 0,0-1 0,1 1 0,-1-1 0,1 1 0,-1 0 0,1 0 0,-1-1 0,1 1 0,-1 0 0,1 0 0,-1 0 0,1-1 0,0 1 0,-1 0 0,1 0 0,-1 0 0,1 0 0,-1 0 0,1 0 0,0 0 0,-1 0 0,1 1 0,-1-1 0,1 0 0,-1 0 0,2 1 0,0 0 0,0 1 0,0 0 0,0 0 0,0 1 0,0-1 0,2 5 0,1-1 0,-1-1 0,1 0 0,0 0 0,0 0 0,0-1 0,1 0 0,-1 0 0,1-1 0,0 1 0,0-1 0,0 0 0,1-1 0,-1 0 0,9 2 0,6 1 0,0-1 0,42 2 0,-50-5 0,-1-1 0,0-1 0,0 0 0,0 0 0,-1-1 0,1-1 0,14-4 0,-23 6 0,0-1 0,0 1 0,0-1 0,0 1 0,0-1 0,0 0 0,-1 0 0,1-1 0,0 1 0,-1 0 0,0-1 0,4-5 0,-5 5 0,1 1 0,-1-1 0,0 0 0,0 0 0,-1 1 0,1-1 0,-1 0 0,1 0 0,-1 0 0,0 0 0,0 0 0,0 0 0,0 0 0,-1 0 0,1 0 0,-1 1 0,-1-5 0,-2-4 0,-1 1 0,0-1 0,-1 1 0,0 0 0,0 0 0,-1 1 0,-8-9 0,6 8 0,0-2 0,1 1 0,1-1 0,-8-15 0,14 26 0,0-1 0,0 0 0,1 0 0,-1 0 0,0 0 0,1-1 0,-1 1 0,1 0 0,0 0 0,0 0 0,0 0 0,0 0 0,0-1 0,0 1 0,0 0 0,1 0 0,-1 0 0,1 0 0,0 0 0,-1 0 0,1 0 0,0 0 0,0 0 0,0 0 0,0 1 0,1-1 0,-1 0 0,1 1 0,-1-1 0,1 1 0,-1-1 0,1 1 0,0-1 0,3-1 0,1 0 0,1 0 0,0 0 0,-1 1 0,1 0 0,0 0 0,0 1 0,0-1 0,0 2 0,11-1 0,1 2 0,1 1 0,-1 0 0,0 2 0,1 0 0,-2 1 0,1 1 0,-1 1 0,1 1 0,-2 0 0,1 1 0,-2 1 0,17 12 0,-23-14 0,0 0 0,0 1 0,-1 0 0,-1 1 0,13 16 0,-17-21 0,-1 0 0,0 1 0,0-1 0,0 1 0,-1 0 0,1 0 0,-2 0 0,1 0 0,0 0 0,-1 0 0,0 0 0,-1 0 0,0 9 0,1-14 3,-1 0 0,0 0-1,0 0 1,-1 0 0,1 0-1,0-1 1,0 1 0,0 0-1,0 0 1,-1 0 0,1 0-1,0-1 1,-1 1-1,1 0 1,-1 0 0,1-1-1,-1 1 1,1 0 0,-1-1-1,1 1 1,-1 0 0,0-1-1,1 1 1,-1-1 0,0 1-1,0-1 1,1 1 0,-1-1-1,0 0 1,0 1 0,0-1-1,1 0 1,-1 0 0,0 1-1,0-1 1,0 0 0,0 0-1,0 0 1,0 0 0,1 0-1,-1 0 1,0 0 0,0-1-1,-1 1 1,-2-1-168,0-1 0,0 1 0,1-1 0,-1 0 0,0 1 0,1-2 0,-1 1 0,-3-3 0,-5-6-6661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7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24575,'2'3'0,"1"2"0,1 7 0,-2 5 0,0 5 0,1 3 0,1 1 0,0-3 0,-2-4-8191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8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69 24575,'-35'-7'0,"6"1"0,-1 1 0,0 1 0,0 1 0,-34 3 0,60 0 0,-1 1 0,1-1 0,-1 2 0,1-1 0,-1 0 0,1 1 0,-1 0 0,1 0 0,0 0 0,-7 5 0,9-6 0,1 0 0,0 1 0,0-1 0,-1 0 0,1 0 0,0 0 0,0 1 0,1-1 0,-1 0 0,0 1 0,0-1 0,1 1 0,-1-1 0,1 1 0,-1-1 0,1 1 0,-1 0 0,1-1 0,0 1 0,0-1 0,0 1 0,0 0 0,0-1 0,0 1 0,1 0 0,-1-1 0,0 1 0,1-1 0,-1 1 0,1-1 0,0 1 0,-1-1 0,1 1 0,1 1 0,2 2 0,0 1 0,0-1 0,1 1 0,0-1 0,0-1 0,0 1 0,1-1 0,9 6 0,5 2 0,26 11 0,-31-17 0,-1-1 0,1 0 0,-1-2 0,1 0 0,0 0 0,1-1 0,-1-1 0,0 0 0,29-4 0,-38 3 0,0-1 0,0 0 0,0 0 0,0-1 0,-1 1 0,1-1 0,0-1 0,-1 1 0,1-1 0,6-4 0,-9 5 0,0-1 0,-1 1 0,1 0 0,-1-1 0,0 1 0,0-1 0,0 0 0,0 0 0,0 0 0,0 0 0,-1 0 0,0 0 0,1 0 0,-1 0 0,0 0 0,-1-1 0,1 1 0,0-1 0,-1-4 0,0-11 0,-4-26 0,2 30 0,5 15 0,4 6 0,8 9 0,-15-15 0,12 11 0,0-1 0,1 0 0,0-1 0,0 0 0,1-1 0,0 0 0,0-2 0,1 1 0,0-2 0,0 0 0,17 3 0,-28-7 0,0 0 0,1 0 0,-1-1 0,1 1 0,-1-1 0,1 0 0,-1 0 0,1-1 0,-1 1 0,1-1 0,-1 0 0,6-2 0,-8 2 0,0-1 0,1 1 0,-1-1 0,0 1 0,0-1 0,0 0 0,0 1 0,0-1 0,0 0 0,0-1 0,-1 1 0,1 0 0,-1 0 0,1-1 0,-1 1 0,0-1 0,0 1 0,0-1 0,0 1 0,-1-1 0,1-3 0,0-1 0,-1-1 0,0 1 0,0 0 0,-1 0 0,0 0 0,0 0 0,-1 0 0,0 0 0,-3-9 0,-6-22 0,11 38 0,0-1 0,0 1 0,0 0 0,0 0 0,0-1 0,0 1 0,-1 0 0,1-1 0,0 1 0,0 0 0,0-1 0,0 1 0,0 0 0,0-1 0,0 1 0,1 0 0,-1-1 0,0 1 0,0 0 0,0 0 0,0-1 0,0 1 0,0 0 0,0-1 0,1 1 0,-1 0 0,0 0 0,0-1 0,0 1 0,1 0 0,-1 0 0,0 0 0,0-1 0,1 1 0,-1 0 0,1 0 0,0 0 0,0 0 0,0 0 0,0 0 0,0 0 0,0 1 0,-1-1 0,1 0 0,0 1 0,0-1 0,0 0 0,1 2 0,27 19 0,-25-17 0,8 5 0,0 0 0,0 0 0,1-1 0,0-1 0,1 0 0,21 8 0,-30-14 0,1-1 0,0 1 0,-1-1 0,1 0 0,0-1 0,0 1 0,-1-1 0,12-3 0,15-2 0,-22 6 0,0-1 0,0 2 0,16 1 0,-23-1 0,1 0 0,0 0 0,0 0 0,0 0 0,-1 0 0,1 1 0,-1 0 0,1 0 0,-1 0 0,0 0 0,1 0 0,2 3 0,-6-4-85,1 0 0,0-1-1,0 1 1,-1 0 0,1 0-1,-1 0 1,1 0 0,-1 0-1,1 0 1,-1 0 0,0 0-1,1 0 1,-1 0 0,0 0-1,0 2 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8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90 241 24575,'-1'-3'0,"-6"-12"0,-1-1 0,-1 1 0,0 1 0,-21-27 0,29 41 0,1-1 0,-1 0 0,1 1 0,-1-1 0,1 1 0,-1-1 0,0 1 0,1-1 0,-1 1 0,0-1 0,1 1 0,-1-1 0,0 1 0,0 0 0,0-1 0,1 1 0,-1 0 0,0 0 0,0 0 0,0-1 0,1 1 0,-2 0 0,1 1 0,1-1 0,-1 0 0,1 1 0,-1-1 0,1 1 0,-1-1 0,1 1 0,-1-1 0,1 1 0,0-1 0,-1 1 0,1-1 0,0 1 0,0 0 0,-1-1 0,1 1 0,0-1 0,0 1 0,0 0 0,0-1 0,-1 2 0,1 4 0,-1 1 0,1 0 0,1 12 0,0-13 0,0 1 0,0 0 0,1 0 0,-1 0 0,2-1 0,-1 1 0,1-1 0,0 0 0,0 1 0,0-1 0,1-1 0,0 1 0,1 0 0,-1-1 0,1 0 0,0 0 0,0-1 0,11 8 0,-1-1 0,0 0 0,1-1 0,0-1 0,21 8 0,-28-14 0,0 0 0,0 0 0,0-1 0,0-1 0,0 1 0,1-2 0,-1 1 0,0-1 0,1 0 0,12-3 0,-15 2 0,1-1 0,-1 0 0,1 0 0,-1-1 0,0 0 0,0 0 0,0-1 0,-1 1 0,1-2 0,-1 1 0,9-8 0,-9 6 0,1-1 0,-1 0 0,0-1 0,-1 0 0,0 0 0,0 0 0,0 0 0,6-18 0,-7 12 0,1 0 0,-2-1 0,0 1 0,-1-1 0,1-24 0,-2 31 0,-1-1 0,-1 0 0,0 1 0,0-1 0,-1 1 0,0-1 0,0 1 0,-1 0 0,0 0 0,-9-16 0,12 23 0,-1 0 0,0 0 0,1-1 0,-1 1 0,0 0 0,0 0 0,0 0 0,0 0 0,0 0 0,0 0 0,0 0 0,0 0 0,0 0 0,-1 0 0,1 1 0,0-1 0,0 0 0,-1 1 0,1-1 0,-1 1 0,1-1 0,0 1 0,-1 0 0,1 0 0,-1 0 0,1 0 0,-1 0 0,1 0 0,-1 0 0,1 0 0,-2 1 0,0 0 0,0 0 0,1 1 0,-1-1 0,1 1 0,-1 0 0,1 0 0,0 0 0,0 0 0,0 0 0,0 1 0,0-1 0,0 1 0,0-1 0,-1 4 0,-2 3 0,1 0 0,0 1 0,1-1 0,-1 1 0,2 0 0,-1 0 0,2 1 0,-1-1 0,1 0 0,1 1 0,0-1 0,0 0 0,1 1 0,0-1 0,1 0 0,0 0 0,1 0 0,0 0 0,5 10 0,-5-14 0,1 1 0,0-1 0,0 0 0,0-1 0,1 1 0,0-1 0,0 0 0,1 0 0,8 6 0,-5-5 0,1 0 0,0-1 0,0 0 0,1-1 0,16 5 0,-6-3 0,0-2 0,1-1 0,-1-1 0,1 0 0,40-4 0,-25-4-1365,-22 3-5461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09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29 24575,'19'0'0,"0"1"0,24 4 0,-38-4 0,0 0 0,0 0 0,0 0 0,0 1 0,0 0 0,-1 0 0,1 0 0,0 1 0,-1-1 0,0 1 0,0 0 0,0 0 0,6 7 0,-8-7 0,0 0 0,0 0 0,-1 0 0,1 0 0,-1 0 0,0 1 0,0-1 0,0 0 0,0 1 0,-1-1 0,1 1 0,-1-1 0,0 1 0,0-1 0,0 1 0,0-1 0,-1 1 0,0-1 0,1 1 0,-1-1 0,-1 1 0,1-1 0,-2 5 0,-1-1 0,1 0 0,-1-1 0,0 1 0,0-1 0,-1 1 0,0-2 0,0 1 0,0 0 0,-11 7 0,8-8 0,0 0 0,0 0 0,0-1 0,-1-1 0,1 1 0,-1-2 0,-17 5 0,20-6 0,1 0 0,-1-1 0,1 1 0,-1-1 0,1 0 0,-1 0 0,1-1 0,-1 0 0,1 0 0,-1 0 0,1 0 0,0-1 0,-1 0 0,-6-4 0,9 4 0,1 0 0,-1 1 0,1-1 0,0 0 0,0-1 0,0 1 0,0 0 0,0-1 0,1 1 0,-1-1 0,1 1 0,-1-1 0,1 0 0,-2-5 0,2 3 0,0-1 0,0 1 0,0 0 0,1-1 0,0 1 0,0-1 0,2-9 0,0 3 0,1 0 0,0 0 0,1 0 0,0 1 0,1-1 0,10-16 0,-12 23 0,0 1 0,-1-1 0,0 0 0,3-10 0,-4 14 0,-1 0 0,0 1 0,0-1 0,0 1 0,1-1 0,-1 0 0,0 0 0,0 1 0,0-1 0,0 0 0,0 1 0,0-1 0,-1 0 0,1 1 0,0-1 0,0 0 0,0 1 0,-1-1 0,1 1 0,0-1 0,0 0 0,-1 1 0,1-1 0,-1 1 0,1-1 0,-1 1 0,1-1 0,-1 1 0,1-1 0,-1 1 0,1 0 0,-1-1 0,1 1 0,-1 0 0,0-1 0,1 1 0,-1 0 0,1 0 0,-1-1 0,0 1 0,1 0 0,-1 0 0,0 0 0,1 0 0,-1 0 0,0 0 0,1 0 0,-1 0 0,0 0 0,-1 1 0,-10 0-1365,0 2-5461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0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393 247 24575,'-36'-39'0,"-1"2"0,-2 1 0,-1 2 0,-58-36 0,91 65 0,0 1 0,-1 0 0,0 0 0,0 1 0,0 0 0,-15-3 0,21 5 0,0 1 0,0 0 0,-1-1 0,1 1 0,0 0 0,0 1 0,-1-1 0,1 0 0,0 1 0,0-1 0,0 1 0,0 0 0,0-1 0,-1 1 0,1 0 0,1 0 0,-1 0 0,0 1 0,0-1 0,0 0 0,1 1 0,-1-1 0,0 1 0,1 0 0,0-1 0,-1 1 0,1 0 0,0 0 0,0 0 0,0 0 0,-1 2 0,-1 4 0,0 1 0,1-1 0,0 0 0,1 1 0,-1-1 0,2 1 0,-1 13 0,9 63 0,0-35-135,3-1-1,1 0 1,25 59-1,69 135-406,33 24 361,-98-200 91,90 112-1,-126-172 146,-3-4 35,1 0-1,-1 0 1,1 0-1,-1 0 0,1-1 1,0 1-1,0-1 0,0 1 1,0-1-1,1 0 1,4 2-1,-8-4-80,0 0 1,1 0-1,-1 0 1,0 0-1,1 0 0,-1 0 1,0 0-1,1 0 1,-1 0-1,0 0 1,1 0-1,-1 0 0,0 0 1,1 0-1,-1 0 1,0 0-1,0 0 1,1 0-1,-1 0 0,0 0 1,1-1-1,-1 1 1,0 0-1,0 0 1,1 0-1,-1-1 0,0 1 1,0 0-1,1 0 1,-1-1-1,2-10 44,-8-15-87,6 25 41,-6-17-7,-1 1 0,-1 0 0,-1 0 0,-16-24 0,-49-59 0,74 99 0,-104-117 0,80 91 0,21 25 0,1 0 0,0 0 0,-1 0 0,0 1 0,1-1 0,-1 1 0,0-1 0,0 1 0,0 0 0,0 0 0,0 0 0,0 1 0,0-1 0,0 1 0,-4-1 0,-6 1 0,-1 0 0,-16 2 0,15 0 0,-125 14-1365,116-12-5461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1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435 105 24575,'-28'-17'0,"0"2"0,-1 0 0,-41-13 0,49 21 0,0 1 0,0 1 0,-1 1 0,1 0 0,-41 0 0,53 5 0,1-1 0,-1 1 0,1 1 0,0-1 0,0 1 0,0 1 0,-9 3 0,15-5 0,-1 0 0,1 0 0,0 0 0,0 0 0,0 0 0,1 0 0,-1 1 0,0-1 0,0 0 0,1 1 0,-1 0 0,1-1 0,-1 1 0,1 0 0,0 0 0,0 0 0,0 0 0,0 0 0,0 0 0,0 0 0,0 0 0,1 0 0,-1 0 0,1 1 0,-1-1 0,1 0 0,0 0 0,0 1 0,0-1 0,0 0 0,1 3 0,0-2 0,0 0 0,1 1 0,-1-1 0,1 0 0,0 0 0,0 0 0,0 0 0,0 0 0,1 0 0,-1-1 0,1 1 0,-1-1 0,1 1 0,0-1 0,6 3 0,5 3 0,0 0 0,17 5 0,-8-4 0,1-1 0,47 11 0,-57-17 0,-1 0 0,1-1 0,0-1 0,-1 0 0,1 0 0,27-6 0,-38 5 0,1 0 0,-1 0 0,0 0 0,0 0 0,1-1 0,-1 1 0,0-1 0,0 0 0,0 0 0,-1 0 0,1-1 0,0 1 0,-1 0 0,0-1 0,1 0 0,-1 0 0,0 1 0,0-1 0,1-4 0,-2 5 0,0 0 0,-1 0 0,1 0 0,-1 0 0,1-1 0,-1 1 0,0 0 0,0 0 0,0-1 0,0 1 0,0 0 0,0-1 0,-1 1 0,1 0 0,-1 0 0,1 0 0,-1-1 0,0 1 0,0 0 0,0 0 0,0 0 0,-1 0 0,1 0 0,0 1 0,-1-1 0,1 0 0,-1 1 0,0-1 0,-2-1 0,3 2 0,1 0 0,-1 1 0,0-1 0,0 0 0,1 1 0,-1-1 0,0 1 0,0-1 0,0 1 0,0 0 0,0-1 0,0 1 0,0 0 0,0-1 0,0 1 0,0 0 0,0 0 0,0 0 0,0 0 0,0 0 0,0 0 0,1 0 0,-1 1 0,0-1 0,0 0 0,-1 1 0,0 0 0,1 0 0,-1 0 0,1 0 0,-1 0 0,1 1 0,0-1 0,0 1 0,0-1 0,0 1 0,0-1 0,0 1 0,0-1 0,0 3 0,-3 4 0,2 0 0,-1 0 0,1 1 0,-2 16 0,4-10 0,0-1 0,1 1 0,1-1 0,0 1 0,1-1 0,0 0 0,1 0 0,10 23 0,2-2 0,1-1 0,25 36 0,20 19 0,-52-76 0,0-1 0,1-1 0,0 0 0,25 18 0,-15-19 120,-21-10-154,1 1 0,-1-1 1,1 0-1,-1 0 0,1 0 0,-1 0 1,1 0-1,-1 0 0,0 0 0,1 0 1,-1 0-1,1 0 0,-1 0 0,1 0 1,-1 0-1,1 0 0,-1 0 0,1 0 1,-1 0-1,1 0 0,-1-1 0,0 1 1,1 0-1,-1 0 0,1-1 0,-1 1 1,0 0-1,1-1 0,-1 1 0,0 0 1,1-1-1,-1 1 0,0 0 0,0-1 1,1 1-1,-1-1 0,0 1 0,0-1 1,0 1-1,1 0 0,-1-1 0,0 1 1,0-2-1,0-6-6792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1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24575,'3'10'0,"-1"-1"0,1 1 0,1 0 0,0-1 0,0 0 0,1 0 0,0 0 0,1 0 0,-1-1 0,2 0 0,-1 0 0,1 0 0,0-1 0,1 0 0,11 8 0,-8-8 0,0 0 0,0 0 0,1-1 0,0-1 0,0 0 0,1-1 0,14 4 0,-26-8 0,1 1 0,0-1 0,0 1 0,-1-1 0,1 0 0,0 0 0,0 0 0,0 0 0,0 0 0,-1-1 0,1 1 0,0 0 0,0-1 0,-1 1 0,1-1 0,0 0 0,-1 1 0,1-1 0,0 0 0,-1 0 0,1 0 0,-1 0 0,0-1 0,1 1 0,-1 0 0,0-1 0,0 1 0,0 0 0,0-1 0,0 1 0,0-1 0,0 0 0,0 1 0,-1-1 0,1 0 0,0 1 0,0-4 0,1-6 0,-1 1 0,0-1 0,0 0 0,-1 0 0,-1-11 0,1 14 0,-1-1 0,0-1 0,-4-14 0,6 18 0,4 10 0,10 14 0,-12-15 0,17 22-341,2-1 0,1-1-1,44 35 1,-55-49-6485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2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15 24575,'-5'-2'0,"0"-1"0,0 1 0,-1 0 0,1 1 0,-1 0 0,1-1 0,-1 2 0,1-1 0,-1 1 0,0-1 0,1 2 0,-8 0 0,10-1 0,0 1 0,1 0 0,-1-1 0,1 1 0,-1 0 0,1 0 0,0 1 0,-1-1 0,1 0 0,0 1 0,0-1 0,0 1 0,0 0 0,0 0 0,0 0 0,1 0 0,-1 0 0,1 0 0,-1 0 0,1 0 0,0 1 0,-1-1 0,1 1 0,1-1 0,-1 1 0,0-1 0,0 1 0,1 3 0,-1 1 0,1 0 0,0 1 0,0-1 0,1 0 0,0 0 0,0 0 0,1 0 0,0 0 0,0-1 0,1 1 0,0 0 0,0-1 0,6 10 0,-1-4 0,-1-1 0,2 0 0,0-1 0,0 1 0,1-2 0,12 11 0,-17-16 0,1-1 0,-1 1 0,1-1 0,0 0 0,0-1 0,0 1 0,0-1 0,0 0 0,0-1 0,1 0 0,8 1 0,-12-1 0,-1-1 0,1 0 0,-1 0 0,0-1 0,1 1 0,-1 0 0,1-1 0,-1 1 0,1-1 0,-1 0 0,0 0 0,1 0 0,-1 0 0,0 0 0,0-1 0,0 1 0,0 0 0,0-1 0,0 0 0,0 1 0,-1-1 0,1 0 0,-1 0 0,1 0 0,-1 0 0,1 0 0,-1 0 0,0-1 0,0 1 0,0 0 0,-1-1 0,2-2 0,-1-4 0,1-1 0,-1 1 0,-1-1 0,1 1 0,-2-1 0,1 1 0,-1-1 0,-1 1 0,-4-17 0,1 9 0,-1 2 0,0-1 0,-2 1 0,-13-24 0,15 32 0,9 16 0,10 16 0,2-3 0,1-1 0,1-1 0,1 0 0,0-1 0,2-1 0,0 0 0,1-2 0,45 27 0,-60-40 0,1 0 0,-1 0 0,1 0 0,0-1 0,0 0 0,0-1 0,0 0 0,12 1 0,-17-2 0,0 0 0,0 0 0,0 0 0,0 0 0,0 0 0,0-1 0,0 1 0,0-1 0,0 1 0,-1-1 0,1 0 0,0 0 0,0 0 0,-1 0 0,1 0 0,0 0 0,-1 0 0,1 0 0,-1-1 0,0 1 0,1-1 0,-1 1 0,0-1 0,0 1 0,0-1 0,0 0 0,0 0 0,0 1 0,-1-1 0,1 0 0,-1 0 0,1 0 0,-1 0 0,0 0 0,1-3 0,0-13 0,-1 0 0,-1 0 0,0 0 0,-2 0 0,0 1 0,-8-28 0,12 44 0,4 5 0,6 9 0,-7-9 0,6 6 0,2 0 0,-1 0 0,1-1 0,0 0 0,1-1 0,0-1 0,16 8 0,-27-14 0,0 0 0,1-1 0,-1 1 0,0 0 0,0-1 0,1 1 0,-1-1 0,1 0 0,-1 1 0,1-1 0,-1 0 0,0-1 0,1 1 0,-1 0 0,1-1 0,-1 1 0,0-1 0,0 0 0,1 0 0,-1 0 0,0 0 0,0 0 0,0 0 0,3-2 0,-2-1 0,1 1 0,-1-1 0,0 0 0,0 1 0,-1-1 0,1 0 0,-1-1 0,0 1 0,0 0 0,0-1 0,2-6 0,-4 8 0,1 0 0,1-1 0,-1 1 0,0 0 0,1-1 0,0 1 0,0 0 0,4-5 0,-5 7 0,1-1 0,0 1 0,0 0 0,-1 0 0,1 0 0,0 0 0,0 0 0,0 0 0,0 0 0,1 1 0,-1-1 0,0 1 0,0-1 0,0 1 0,4 0 0,3 0 0,-1 0 0,1 1 0,-1 0 0,1 1 0,-1 0 0,0 0 0,13 6 0,57 29 0,-37-16 0,5 0-1365,-33-16-5461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2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24575,'19'22'0,"12"14"0,8 12 0,2 7 0,2 4 0,-2-1 0,-3 0-1365,-1-3 1365,-1-3 0,-2-4 0,-5-4 0,-4-5 444,-4-4-444,-4-4 227,-1-4-227,-5-4 0,-3-4 0,-3-5-7497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3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23 24575,'-3'-8'0,"-3"1"0,-2 1 0,-6 4 0,-3 2 0,-2 4 0,-7 2 0,-3 1 0,-4 0 0,1 1 0,6 0-8191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4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19 344 24575,'16'-4'0,"1"-1"0,0 0 0,-1-1 0,0-1 0,23-13 0,-33 16 0,-1 1 0,0-1 0,-1 0 0,1 0 0,-1-1 0,0 1 0,0-1 0,0 0 0,-1 0 0,1 0 0,-1-1 0,0 1 0,-1-1 0,1 1 0,-1-1 0,-1 0 0,1 0 0,-1 0 0,1-7 0,-1 3 0,0 0 0,0 1 0,-1-1 0,-1 0 0,0 0 0,0 1 0,-5-18 0,4 23 0,1 0 0,-1 0 0,0 0 0,0 0 0,0 1 0,0-1 0,-1 1 0,1-1 0,-1 1 0,0 0 0,0 0 0,0 1 0,-1-1 0,1 0 0,-1 1 0,1 0 0,-1 0 0,0 0 0,0 0 0,-6-1 0,6 1 0,0 1 0,-1 0 0,0 0 0,1 0 0,-1 1 0,1 0 0,-1 0 0,0 0 0,1 0 0,-1 1 0,1-1 0,-1 1 0,0 0 0,1 1 0,-9 3 0,10-3 0,-1 0 0,1 0 0,0 0 0,0 1 0,0 0 0,0-1 0,0 1 0,0 0 0,1 0 0,-1 1 0,1-1 0,0 1 0,0-1 0,0 1 0,1-1 0,-1 1 0,1 0 0,-1 7 0,0-2 0,0 1 0,1 0 0,0 0 0,1 0 0,0-1 0,2 13 0,-1-16 0,0 0 0,0 0 0,1 0 0,0 0 0,0-1 0,0 1 0,1-1 0,0 0 0,0 1 0,0-1 0,6 6 0,2 1 0,1-1 0,0-1 0,0 0 0,1 0 0,0-1 0,1-1 0,0 0 0,0-1 0,1-1 0,0 0 0,0 0 0,23 4 0,-20-7 0,0-1 0,-1 0 0,1-1 0,0-1 0,0 0 0,-1-1 0,1-1 0,0-1 0,-1-1 0,0 0 0,17-7 0,-14 4 0,-11 4 0,0 0 0,0-1 0,0 0 0,12-8 0,-21 12 0,1 0 0,-1-1 0,1 0 0,-1 1 0,0-1 0,1 1 0,-1-1 0,0 0 0,1 1 0,-1-1 0,0 1 0,0-1 0,0 0 0,0 1 0,0-1 0,1 0 0,-1 1 0,0-1 0,0 0 0,-1 0 0,1 1 0,0-1 0,0 0 0,0 1 0,0-1 0,-1 1 0,1-1 0,0 0 0,0 1 0,-1-2 0,-13-20 0,11 18 0,-16-22 0,-33-33 0,35 41 0,0 0 0,2-2 0,-23-35 0,35 50 0,1-1 0,-1 1 0,1 0 0,1-1 0,-1 1 0,0-10 0,1 14 0,1 0 0,0 0 0,0 0 0,0 0 0,0 0 0,0 1 0,0-1 0,0 0 0,0 0 0,0 0 0,0 0 0,0 0 0,1 0 0,-1 1 0,0-1 0,1 0 0,-1 0 0,1 0 0,-1 1 0,1-1 0,-1 0 0,1 0 0,-1 1 0,1-1 0,0 0 0,-1 1 0,1-1 0,0 1 0,-1-1 0,1 1 0,0-1 0,0 1 0,0 0 0,-1-1 0,1 1 0,0 0 0,0 0 0,0 0 0,0-1 0,0 1 0,0 0 0,-1 0 0,1 0 0,0 0 0,0 0 0,0 1 0,0-1 0,0 0 0,1 1 0,5 1 2,-1 0 1,1 1-1,-1 0 0,0 0 0,0 0 0,9 7 0,6 3-1382,-8-6-5446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4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235 379 24575,'1'1'0,"1"0"0,-1-1 0,0 1 0,1 0 0,-1 0 0,0 0 0,0 0 0,0 0 0,0 1 0,0-1 0,0 0 0,0 0 0,1 3 0,-2-4 0,0 0 0,0 1 0,0-1 0,0 0 0,0 0 0,0 0 0,0 0 0,0 0 0,0 0 0,0 0 0,-1 1 0,1-1 0,0 0 0,0 0 0,0 0 0,0 0 0,0 0 0,0 0 0,-1 0 0,1 0 0,0 0 0,0 0 0,0 0 0,0 0 0,0 0 0,-1 0 0,1 0 0,0 0 0,0 0 0,0 0 0,0 0 0,0 0 0,-1 0 0,1 0 0,0 0 0,0 0 0,0 0 0,0 0 0,0 0 0,-1 0 0,1 0 0,0 0 0,0 0 0,0 0 0,0-1 0,0 1 0,-1 0 0,-9-4 0,9 4 0,-10-7 0,-1 1 0,1-1 0,0-1 0,0 0 0,-18-18 0,12 8 0,0-1 0,-17-26 0,19 24 0,1-1 0,-17-37 0,27 49 0,1 1 0,-1-1 0,2 0 0,-1 1 0,1-1 0,1 0 0,0 0 0,0-1 0,1-16 0,0 26 0,1 0 0,-1-1 0,0 1 0,0 0 0,1-1 0,-1 1 0,1 0 0,-1-1 0,1 1 0,-1 0 0,1 0 0,0 0 0,-1-1 0,1 1 0,0 0 0,0 0 0,0 0 0,0 0 0,0 0 0,0 1 0,0-1 0,1 0 0,-1 0 0,0 1 0,0-1 0,0 1 0,1-1 0,-1 1 0,0-1 0,1 1 0,-1 0 0,0 0 0,1-1 0,-1 1 0,1 0 0,-1 0 0,2 1 0,2-1 0,-1 1 0,0 0 0,1 0 0,-1 0 0,1 0 0,-1 1 0,0 0 0,0 0 0,0 0 0,5 3 0,13 14-4,0 0-1,29 34 1,-16-16-1348,-22-23-5474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15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266 535 24575,'-44'-31'0,"16"11"0,-1 1 0,-54-26 0,79 43 0,0 1 0,1-1 0,-1 1 0,0 0 0,0 1 0,0-1 0,0 1 0,0-1 0,0 1 0,-4 1 0,6-1 0,1 0 0,-1 0 0,1 1 0,-1-1 0,1 1 0,-1 0 0,1-1 0,0 1 0,-1 0 0,1 0 0,0 0 0,-1 0 0,1 0 0,0 0 0,0 0 0,0 0 0,0 0 0,0 0 0,0 1 0,0-1 0,1 0 0,-1 1 0,0-1 0,1 1 0,-1-1 0,1 1 0,-1 2 0,0 0 0,0 1 0,0-1 0,1 1 0,0 0 0,0-1 0,0 1 0,0 0 0,1-1 0,0 1 0,0-1 0,0 1 0,0-1 0,4 8 0,-2-6 0,1 0 0,-1 0 0,1-1 0,1 1 0,-1-1 0,1 0 0,0 0 0,9 6 0,-5-4 0,1 0 0,-1-1 0,2-1 0,-1 0 0,1 0 0,-1-1 0,1 0 0,1-1 0,-1 0 0,21 2 0,-27-5 0,0 0 0,1 0 0,-1 0 0,1 0 0,-1-1 0,0 0 0,7-2 0,-11 3 0,1-1 0,-1 1 0,0-1 0,0 1 0,0-1 0,0 0 0,0 1 0,0-1 0,0 0 0,0 0 0,0 0 0,0 0 0,0 0 0,-1 0 0,1 0 0,0 0 0,-1 0 0,1 0 0,0 0 0,-1-1 0,0 1 0,1 0 0,-1 0 0,0-1 0,1 1 0,-1 0 0,0 0 0,0-1 0,0 1 0,0 0 0,0 0 0,-1-1 0,1 1 0,0 0 0,-1-3 0,-3-7 0,-1 0 0,0 0 0,-1 0 0,0 0 0,-1 1 0,0 0 0,-11-13 0,-5-6 0,-25-30 0,-1-3 0,48 61 0,-1-1 0,1 0 0,0 0 0,0 0 0,0 0 0,0-1 0,0 1 0,0 0 0,1 0 0,-1-3 0,1 4 0,0 1 0,0-1 0,0 0 0,0 0 0,1 1 0,-1-1 0,0 0 0,0 1 0,1-1 0,-1 0 0,0 1 0,1-1 0,-1 0 0,0 1 0,1-1 0,-1 1 0,1-1 0,-1 0 0,1 1 0,0 0 0,-1-1 0,1 1 0,-1-1 0,1 1 0,0 0 0,-1-1 0,1 1 0,0 0 0,0 0 0,-1-1 0,1 1 0,0 0 0,-1 0 0,1 0 0,1 0 0,6-1 0,0 0 0,0 1 0,1 0 0,-1 1 0,0 0 0,0 0 0,13 4 0,55 21 0,-70-24 0,25 11 0,-1 2 0,0 1 0,40 29 0,73 71 0,-135-110 0,-6-6 0,-7-12 0,-2-1 0,-30-88 0,-13-29 0,36 97 0,-22-53 0,31 72 0,1-1 0,0 1 0,-3-31 0,7 43 0,-1-1 0,1 1 0,0-1 0,1 1 0,-1-1 0,0 1 0,1-1 0,-1 1 0,1 0 0,0-1 0,0 1 0,0 0 0,0-1 0,0 1 0,0 0 0,1 0 0,-1 0 0,1 0 0,0 0 0,-1 1 0,1-1 0,3-2 0,-2 2 0,1 0 0,0 0 0,0 0 0,0 0 0,0 1 0,0-1 0,0 1 0,0 0 0,0 1 0,1-1 0,-1 1 0,7 0 0,9 1 0,1 2 0,0 0 0,-1 1 0,0 1 0,0 1 0,0 1 0,-1 1 0,22 12 0,-37-18-124,0 0 0,0 1 0,0-1 0,0 1 0,-1 0 0,1 1-1,-1-1 1,0 0 0,0 1 0,4 6 0,-3-2-6702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3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548 1 24575,'-22'2'0,"0"1"0,-1 1 0,-23 7 0,-32 7 0,12-7 0,20-2 0,0-2 0,-59 1 0,24-9-1365,68 1-5461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3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489 16 24575,'-45'-5'0,"-21"-2"0,-1 3 0,-70 5 0,45 14 133,25-4-1631,53-9-5328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4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103 134 24575,'16'49'0,"2"-1"0,3-1 0,38 66 0,-24-58 0,43 53 0,-69-93 0,-8-9 0,-9-8 0,-10-9 0,1-2 0,0-1 0,-17-17 0,19 18 0,-14-14 0,1-2 0,1 0 0,-36-53 0,52 65 0,0-2 0,0 1 0,2-2 0,0 1 0,2-1 0,0 0 0,1-1 0,-5-29 0,10 44 0,1-1 0,-1 0 0,1 0 0,0 0 0,1 0 0,0 1 0,0-1 0,2-8 0,-2 12 0,0 0 0,0 1 0,1-1 0,-1 1 0,0-1 0,1 1 0,0 0 0,-1 0 0,1-1 0,0 1 0,0 0 0,0 1 0,0-1 0,1 0 0,-1 1 0,1-1 0,-1 1 0,1 0 0,-1-1 0,1 1 0,-1 1 0,6-2 0,6-1 0,0 2 0,0-1 0,1 2 0,-1 0 0,0 1 0,0 0 0,1 1 0,-1 1 0,0 0 0,-1 1 0,1 0 0,-1 1 0,24 12 0,-34-15 0,0 0 0,0 0 0,0 0 0,0 1 0,0-1 0,0 1 0,0-1 0,-1 1 0,1 0 0,-1 0 0,0 0 0,0 0 0,0 1 0,0-1 0,-1 0 0,1 1 0,-1-1 0,0 1 0,0 0 0,0-1 0,-1 1 0,1 0 0,-1 0 0,0-1 0,0 1 0,0 0 0,0 0 0,-1-1 0,0 1 0,1 0 0,-1 0 0,-1-1 0,1 1 0,0-1 0,-1 1 0,0-1 0,0 0 0,-3 5 0,-1 0 0,0-1 0,-1-1 0,0 1 0,0-1 0,0 0 0,0-1 0,-1 0 0,0 0 0,0-1 0,-1 1 0,-12 3 0,-4 1 0,0-2 0,-47 8 0,68-15-76,-2 2-85,-1-1-1,1 0 1,-1-1 0,1 1 0,-1-2 0,1 1 0,-10-2 0,7-1-6665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5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216 130 24575,'-8'-4'0,"-65"-24"0,65 26 0,0 0 0,0 0 0,0 0 0,-1 1 0,1 0 0,0 1 0,-10 1 0,16-2 0,1 2 0,0-1 0,0 0 0,-1 0 0,1 0 0,0 1 0,0-1 0,-1 0 0,1 1 0,0-1 0,0 1 0,0 0 0,0-1 0,-1 1 0,1 0 0,0 0 0,0 0 0,1-1 0,-1 1 0,0 0 0,0 0 0,0 0 0,1 1 0,-1-1 0,0 0 0,1 0 0,-1 0 0,1 0 0,-1 2 0,1-1 0,0 0 0,0 0 0,0 1 0,0-1 0,0 0 0,1 0 0,-1 0 0,1 0 0,-1 0 0,1-1 0,0 1 0,0 0 0,0 0 0,0 0 0,0-1 0,0 1 0,1 0 0,0 1 0,6 5 0,0-1 0,0 0 0,1 0 0,0-1 0,0 0 0,1 0 0,-1-1 0,1-1 0,0 1 0,1-1 0,14 3 0,-7-3 0,1 0 0,-1-2 0,1 0 0,0-1 0,34-3 0,-51 2 0,-1 0 0,1 0 0,-1 0 0,1 0 0,0-1 0,-1 1 0,1-1 0,-1 1 0,0-1 0,1 0 0,-1 1 0,1-1 0,-1 0 0,0 0 0,1 0 0,-1 0 0,0 0 0,2-2 0,-3 2 0,1 0 0,0-1 0,-1 1 0,1 0 0,-1-1 0,0 1 0,1-1 0,-1 1 0,0 0 0,0-1 0,0 1 0,0-1 0,0 1 0,0-1 0,0 1 0,-1-2 0,-1-3 0,1 1 0,-1 0 0,-1 0 0,1 0 0,-1 0 0,0 0 0,0 1 0,0 0 0,-5-6 0,-11-7 0,0 1 0,-1 0 0,0 2 0,-1 0 0,-1 2 0,-45-20 0,60 29-105,0 0 0,-1 0 0,1 1 0,-1 0 0,0 0 0,0 1 0,0 0 0,0 0 0,0 1 0,0 0 0,0 0 0,-15 3 0,10 0-6721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5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24575,'26'24'0,"0"-2"0,2 0 0,0-2 0,1-1 0,2-1 0,-1-2 0,2-1 0,0-1 0,38 10 0,-67-23 0,1 0 0,-1 0 0,1 0 0,0 0 0,0-1 0,-1 0 0,1 0 0,0 0 0,0 0 0,6-2 0,-8 2 0,0-1 0,-1 0 0,1 1 0,-1-1 0,1 0 0,-1 0 0,0 0 0,1 0 0,-1-1 0,0 1 0,0 0 0,0 0 0,0-1 0,0 1 0,0 0 0,0-1 0,0 1 0,-1-1 0,1 0 0,0 1 0,-1-1 0,1 1 0,-1-1 0,0 0 0,0 1 0,1-3 0,-1-3 0,1 0 0,-1 0 0,0 1 0,-1-1 0,0 0 0,0 0 0,0 0 0,-1 1 0,0-1 0,0 1 0,-5-9 0,1 4 0,0-1 0,-1 1 0,-1 1 0,-16-20 0,71 55 0,-38-21 0,0-1 0,0 1 0,1-1 0,-1-1 0,1 1 0,-1-2 0,17 2 0,-12-3 0,0 0 0,1 0 0,-1-2 0,23-4 0,-33 5 0,-1 0 0,1 1 0,-1-1 0,0-1 0,0 1 0,0 0 0,0-1 0,0 0 0,0 0 0,0 0 0,0 0 0,-1 0 0,1 0 0,-1-1 0,1 1 0,-1-1 0,0 0 0,0 1 0,0-1 0,0 0 0,-1 0 0,1-1 0,-1 1 0,0 0 0,0 0 0,0-1 0,0 1 0,-1 0 0,1-1 0,-1 1 0,0-1 0,0 1 0,0-1 0,0 1 0,-1 0 0,0-5 0,-1 0 7,0 1-1,0 0 0,-1-1 0,0 1 1,0 0-1,-1 0 0,1 1 1,-2-1-1,1 1 0,-1 0 1,0 0-1,0 0 0,0 1 0,-1 0 1,0 0-1,0 0 0,0 1 1,-11-6-1,5 3-155,-1 2 1,1 0-1,-1 0 1,0 1-1,0 1 1,0 0-1,0 1 1,-1 0-1,-23 1 1,22 1-6678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6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90 393 24575,'-1'-4'0,"-17"-72"0,16 68 0,-1 1 0,0-1 0,0 1 0,-1 0 0,0 0 0,0 0 0,-8-9 0,11 15 0,1 0 0,-1 0 0,0 1 0,0-1 0,1 0 0,-1 0 0,0 1 0,0-1 0,0 1 0,0-1 0,1 1 0,-1-1 0,0 1 0,0-1 0,0 1 0,0 0 0,0 0 0,-2-1 0,2 1 0,0 1 0,1-1 0,-1 0 0,0 0 0,1 1 0,-1-1 0,1 0 0,-1 1 0,1-1 0,-1 0 0,1 1 0,-1-1 0,1 1 0,-1-1 0,1 1 0,0-1 0,-1 1 0,1-1 0,0 1 0,-1 0 0,1 0 0,-2 3 0,1 0 0,0 0 0,0 1 0,1-1 0,-1 0 0,1 0 0,0 7 0,0-5 0,1-1 0,0 1 0,0-1 0,1 0 0,-1 0 0,1 1 0,0-1 0,0 0 0,1-1 0,-1 1 0,1 0 0,6 6 0,-4-5 0,0-1 0,1 0 0,0 0 0,0 0 0,0 0 0,0-1 0,1 0 0,8 3 0,1 0 0,1-1 0,0-1 0,0-1 0,1 0 0,-1-1 0,36 1 0,-46-4 0,-1 0 0,1-1 0,-1 0 0,1 0 0,-1 0 0,1-1 0,-1 0 0,0 0 0,9-5 0,2-3 0,29-21 0,-34 22 0,0 0 0,1 1 0,0 1 0,21-10 0,51-15 0,-83 31 0,-1 1 0,1-1 0,-1 0 0,1 1 0,-1-1 0,1 0 0,-1 0 0,0 0 0,1 0 0,-1 0 0,0 0 0,0 0 0,0 0 0,0-1 0,0 1 0,0 0 0,2-3 0,-3 3 0,0-1 0,0 1 0,1-1 0,-1 1 0,0 0 0,0-1 0,0 1 0,0 0 0,0-1 0,-1 1 0,1-1 0,0 1 0,-1 0 0,1-1 0,-1 1 0,0-2 0,-3-4 0,0 1 0,-1 0 0,1 0 0,-1 0 0,0 1 0,-7-6 0,-26-21 0,25 22 0,0-1 0,1 0 0,1 0 0,0-1 0,0-1 0,-12-18 0,22 29 0,0 0 0,0 0 0,0 0 0,0 0 0,0 0 0,0 0 0,1 0 0,-1-1 0,1 1 0,0 0 0,-1 0 0,1 0 0,0-1 0,0 1 0,1 0 0,-1 0 0,0 0 0,1-1 0,-1 1 0,1 0 0,0 0 0,1-3 0,-1 3 0,1 0 0,-1 1 0,1-1 0,0 1 0,-1-1 0,1 1 0,0-1 0,0 1 0,0 0 0,0 0 0,0 0 0,0 0 0,0 0 0,0 1 0,0-1 0,1 1 0,-1-1 0,0 1 0,0 0 0,0 0 0,1 0 0,2 0 0,0 1-195,1-1 0,-1 1 0,0 0 0,1 1 0,-1-1 0,8 5 0,0 0-6631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7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16 24575,'1'-1'0,"-1"1"0,1-1 0,0 0 0,0 1 0,-1-1 0,1 0 0,0 1 0,0-1 0,0 1 0,-1-1 0,1 1 0,0 0 0,0-1 0,0 1 0,0 0 0,0 0 0,0-1 0,0 1 0,0 0 0,0 0 0,0 0 0,0 0 0,1 1 0,-1-1 0,0 1 0,1-1 0,-1 1 0,0 0 0,0 0 0,0-1 0,0 1 0,0 0 0,0 0 0,0 0 0,0 0 0,0 0 0,0 0 0,1 2 0,1 3 0,0-1 0,-1 1 0,0 0 0,0-1 0,0 1 0,1 8 0,-1-5 0,-1 0 0,0 1 0,0-1 0,-1 1 0,-2 14 0,2-22 0,0 1 0,-1-1 0,1 0 0,-1 0 0,0 1 0,1-1 0,-1 0 0,0 0 0,0 0 0,-1 0 0,1 0 0,0 0 0,-1-1 0,1 1 0,-1 0 0,1-1 0,-1 1 0,0-1 0,0 1 0,0-1 0,0 0 0,0 0 0,0 0 0,0 0 0,0 0 0,0 0 0,0 0 0,-3 0 0,-7 1 0,0-1 0,1 0 0,-1-1 0,0 0 0,0-1 0,1 0 0,-16-4 0,20 3 0,0 0 0,0 0 0,0 0 0,1-1 0,-1 0 0,1 0 0,0-1 0,0 0 0,0 0 0,0 0 0,1-1 0,-1 1 0,-5-9 0,9 11 0,0 0 0,0-1 0,1 1 0,-1-1 0,1 1 0,-1-1 0,1 0 0,0 0 0,0 1 0,0-1 0,1 0 0,-1 0 0,1 0 0,-1 0 0,1 0 0,0 0 0,0 0 0,0 0 0,1 0 0,-1 0 0,1 0 0,0 0 0,0 0 0,-1 1 0,2-1 0,-1 0 0,0 0 0,1 1 0,-1-1 0,1 1 0,0-1 0,0 1 0,0 0 0,0 0 0,0 0 0,0 0 0,0 0 0,1 0 0,-1 1 0,1-1 0,0 1 0,2-2 0,4-1-151,0 0-1,0 1 0,1 0 0,-1 1 1,1 0-1,0 0 0,-1 1 1,20 0-1,-17 1-6674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7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150 120 24575,'0'0'0,"-11"-16"0,0 0 0,0 1 0,-2 1 0,1 0 0,-25-20 0,35 33 0,1 0 0,0 0 0,-1 0 0,1 0 0,0 0 0,-1 0 0,1 1 0,-1-1 0,1 0 0,-1 1 0,0-1 0,1 1 0,-1 0 0,1-1 0,-1 1 0,0 0 0,1 0 0,-1 0 0,0 0 0,-2 1 0,3 0 0,-1 0 0,1 0 0,0 0 0,0 0 0,0 0 0,0 0 0,0 0 0,0 0 0,0 1 0,0-1 0,0 0 0,1 1 0,-1-1 0,0 1 0,1-1 0,-1 1 0,1-1 0,0 1 0,-1-1 0,1 1 0,0 2 0,-1 14 0,0 0 0,1 0 0,1 0 0,1 0 0,0 0 0,6 21 0,4 6 0,22 52 0,-6-30 0,3-2 0,3-1 0,2-1 0,50 63 0,-75-110 0,1-1 0,1-1 0,0 0 0,1-1 0,31 23 0,-45-35 0,1-1 0,0 1 0,0-1 0,-1 1 0,1-1 0,0 1 0,0-1 0,0 0 0,0 1 0,-1-1 0,1 0 0,0 0 0,0 0 0,0 0 0,0 1 0,0-1 0,0 0 0,2-1 0,-3 1 0,0 0 0,0-1 0,1 1 0,-1-1 0,0 1 0,0 0 0,1-1 0,-1 1 0,0-1 0,0 1 0,0 0 0,1-1 0,-1 1 0,0-1 0,0 1 0,0-1 0,0 1 0,0-1 0,0 1 0,0 0 0,0-1 0,0 1 0,0-1 0,0 1 0,-1-1 0,0-5 0,-1 1 0,0 0 0,0 0 0,-4-8 0,-3-1 0,0 1 0,0 1 0,-1 0 0,-15-14 0,-50-40 0,74 65 0,-4-4 0,-2 1 0,1 1 0,0-1 0,-1 1 0,1 0 0,-1 0 0,0 1 0,0 0 0,0 0 0,0 0 0,-13 0 0,-6 1 0,-49 3 0,67-1 0,-11 1-1365,1 1-5461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8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2 24575,'-23'-1'0,"5"1"0,-1 0 0,0 0 0,1 2 0,-1 0 0,-31 9 0,49-11 0,0 1 0,0-1 0,-1 1 0,1-1 0,0 1 0,0-1 0,0 1 0,0 0 0,-1 0 0,1 0 0,0 0 0,1 0 0,-1 0 0,-2 1 0,3-1 0,0 0 0,0-1 0,0 1 0,-1-1 0,1 1 0,0-1 0,0 1 0,0-1 0,0 1 0,0 0 0,0-1 0,0 1 0,0-1 0,0 1 0,0-1 0,1 1 0,-1-1 0,0 1 0,0-1 0,0 1 0,1-1 0,-1 1 0,1 0 0,0 1 0,1-1 0,-1 1 0,1-1 0,-1 0 0,1 1 0,0-1 0,0 0 0,-1 0 0,1 0 0,0-1 0,0 1 0,0 0 0,0-1 0,0 1 0,0-1 0,0 0 0,3 1 0,-1-1 0,1-1 0,0 1 0,0-1 0,-1 0 0,1-1 0,0 1 0,-1-1 0,1 0 0,-1 0 0,1 0 0,-1 0 0,0-1 0,0 0 0,5-4 0,1 0 0,-10 7 0,0 0 0,0 0 0,0-1 0,0 1 0,1 0 0,-1 0 0,0 0 0,0 0 0,0 0 0,1 0 0,-1 0 0,0 0 0,0-1 0,1 1 0,-1 0 0,0 0 0,0 0 0,1 0 0,-1 0 0,0 0 0,0 0 0,0 0 0,1 0 0,-1 0 0,0 1 0,0-1 0,1 0 0,-1 0 0,0 0 0,0 0 0,0 0 0,1 0 0,-1 0 0,0 1 0,3 8 0,-3 16 0,0-21 0,0 13 15,1 0 0,1-1 0,0 1 0,1-1 0,1 0 0,0 1 0,8 17 0,-1-10-386,0 0-1,1 0 1,28 37 0,-34-52-6455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29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24575,'2'9'0,"0"-1"0,0 1 0,1-1 0,1 0 0,-1 0 0,1 0 0,1-1 0,-1 1 0,1-1 0,0 0 0,9 9 0,-9-12 0,-1 0 0,1 0 0,0 0 0,0-1 0,0 1 0,1-1 0,-1 0 0,1-1 0,0 0 0,-1 0 0,1 0 0,0 0 0,0-1 0,0 0 0,1 0 0,-1-1 0,6 0 0,-8 0 0,-1 0 0,0-1 0,1 0 0,-1 1 0,0-1 0,0-1 0,0 1 0,0 0 0,0-1 0,0 0 0,0 1 0,0-1 0,-1 0 0,1 0 0,-1-1 0,1 1 0,-1-1 0,0 1 0,0-1 0,0 1 0,2-5 0,0 0 0,0 0 0,-1 0 0,-1 0 0,1 0 0,-1-1 0,0 1 0,-1-1 0,1-9 0,-2 16 0,0 1 0,0-1 0,0 0 0,1 1 0,-1-1 0,0 0 0,0 0 0,0 1 0,0-1 0,1 0 0,-1 1 0,0-1 0,0 0 0,1 1 0,-1-1 0,1 1 0,-1-1 0,1 0 0,0 1 0,-1 0 0,1-1 0,-1 1 0,0 0 0,1 0 0,-1 0 0,0 0 0,1 0 0,-1 1 0,1-1 0,-1 0 0,0 0 0,1 0 0,-1 0 0,0 0 0,1 0 0,-1 1 0,0-1 0,1 0 0,-1 0 0,0 0 0,1 1 0,-1-1 0,1 1 0,3 3 0,0 1 0,0 0 0,4 7 0,-3-4 0,14 17-1365,-12-15-5461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0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24575,'-8'3'0,"0"0"0,0 1 0,1 0 0,-1 0 0,-12 9 0,18-11 0,0-1 0,0 1 0,1-1 0,-1 1 0,0 0 0,0 0 0,1 0 0,-1 0 0,1 0 0,0 0 0,-1 0 0,1 0 0,0 1 0,0-1 0,1 0 0,-1 1 0,0-1 0,1 1 0,-1-1 0,1 1 0,0-1 0,0 1 0,0-1 0,0 4 0,1-4 0,0 0 0,0 0 0,0 1 0,0-1 0,0 0 0,1 0 0,-1 0 0,1 0 0,-1 0 0,1-1 0,-1 1 0,1 0 0,0-1 0,0 1 0,0-1 0,0 1 0,0-1 0,0 0 0,0 0 0,1 0 0,3 1 0,5 1 0,1 1 0,0-2 0,13 2 0,-11-2 0,-10-2 0,10 3 0,25 0 0,-36-3 0,0 0 0,0 0 0,0 0 0,0 0 0,0-1 0,0 1 0,0-1 0,0 0 0,0 0 0,0 0 0,0 0 0,-1-1 0,1 1 0,4-4 0,-6 4 0,0-1 0,1 1 0,-1-1 0,0 1 0,0-1 0,0 0 0,0 1 0,-1-1 0,1 0 0,0 0 0,-1 0 0,1 0 0,-1 0 0,0 0 0,1 0 0,-1 0 0,0 1 0,0-1 0,0-2 0,-1-4 0,-1 0 0,1 1 0,-5-11 0,4 9 0,6 17 0,2-1 0,-1 0 0,1-1 0,0 1 0,9 6 0,-6-6 0,0 0 0,1 0 0,0-1 0,16 7 0,-23-11 0,1-1 0,0 1 0,0-1 0,0 0 0,-1 0 0,1 0 0,0 0 0,0-1 0,0 1 0,1-1 0,-1 0 0,0-1 0,0 1 0,0-1 0,0 1 0,4-3 0,-6 2 0,0 0 0,0 0 0,0 0 0,0 0 0,0-1 0,-1 1 0,1-1 0,-1 1 0,1-1 0,-1 1 0,1-1 0,-1 0 0,0 0 0,0 0 0,2-3 0,-1-2 0,1 0 0,-1 0 0,1-10 0,-2 12 0,0-1 0,0 0 0,1 1 0,0 0 0,4-10 0,-5 14 0,-1 0 0,1 0 0,0 1 0,-1-1 0,1 0 0,0 1 0,-1-1 0,1 1 0,0-1 0,0 1 0,0-1 0,-1 1 0,1-1 0,0 1 0,0 0 0,0 0 0,0-1 0,0 1 0,0 0 0,0 0 0,0 0 0,0 0 0,0 0 0,0 0 0,0 0 0,-1 0 0,1 0 0,0 1 0,0-1 0,1 1 0,4 1 0,0 1 0,0-1 0,8 7 0,-3-3 0,9 4-195,0-1 0,1-1 0,0-1 0,0-1 0,0-1 0,30 4 0,-38-8-6631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0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24575,'14'-2'0,"11"3"0,3 8 0,-1 6 0,0 8 0,-3 8 0,1 6 0,0 3 0,-2 1 0,1 0 0,-2-1 0,-2-4 0,1-2 0,-1-2 0,-2-2 0,-3-3 0,-3-4 0,-2-6-8191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0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285 161 24575,'-22'-27'0,"-10"-9"0,-1 2 0,1 7 0,5 7 0,4 8 0,3 8 0,1 7 0,-2 3 0,1 3 0,0 0 0,5-1-8191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1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1 371 24575,'56'-14'0,"-22"6"0,-1-1 0,52-22 0,-80 29 0,0-1 0,0 0 0,0 0 0,0 0 0,-1 0 0,0-1 0,1 0 0,-1 0 0,-1 0 0,7-9 0,-9 11 0,1 0 0,-1 0 0,0 0 0,0-1 0,-1 1 0,1 0 0,0-1 0,-1 1 0,1 0 0,-1-1 0,0 1 0,0-1 0,0 1 0,0 0 0,0-1 0,-1 1 0,1-1 0,-1 1 0,1 0 0,-1-1 0,0 1 0,0 0 0,0 0 0,0-1 0,0 1 0,-3-3 0,-3-5 0,-1 1 0,1 0 0,-1 0 0,-1 1 0,0 0 0,0 1 0,0 0 0,-1 0 0,0 1 0,-15-7 0,24 13 0,0-1 0,-1 1 0,1 0 0,0-1 0,-1 1 0,1 0 0,0 0 0,-1 0 0,1 0 0,0 0 0,-1 0 0,1 0 0,0 0 0,-1 1 0,1-1 0,0 1 0,0-1 0,-1 0 0,1 1 0,0 0 0,0-1 0,0 1 0,0 0 0,0 0 0,0 0 0,0-1 0,0 1 0,0 0 0,0 0 0,0 1 0,0-1 0,1 0 0,-1 0 0,0 0 0,1 0 0,-1 1 0,1-1 0,-1 2 0,0 1 0,0 0 0,0 1 0,0-1 0,0 0 0,1 0 0,0 1 0,0-1 0,0 0 0,0 1 0,2 7 0,2-3 0,-1 0 0,1 0 0,1 0 0,0 0 0,0-1 0,0 0 0,1 0 0,0-1 0,1 1 0,0-1 0,0-1 0,15 12 0,-7-8 0,0 0 0,0-2 0,1 1 0,0-2 0,1 0 0,22 5 0,-15-6 0,1-2 0,0-1 0,0-2 0,0 0 0,40-4 0,-57 3 0,0-2 0,1 1 0,-1-1 0,0 0 0,0-1 0,0 0 0,0 0 0,-1-1 0,1 1 0,-1-2 0,0 1 0,9-8 0,-16 12 0,1-1 0,-1 0 0,1 0 0,-1 0 0,1 1 0,-1-1 0,0 0 0,1 0 0,-1 0 0,0 0 0,0 0 0,0 0 0,1 0 0,-1 1 0,0-1 0,0 0 0,0 0 0,-1 0 0,1 0 0,0 0 0,0 0 0,0 0 0,-1 0 0,1 0 0,0 1 0,-1-1 0,1 0 0,-1 0 0,1 0 0,-1 1 0,1-1 0,-1 0 0,0 0 0,0 0 0,-4-4 0,0-1 0,0 1 0,-6-5 0,9 9 0,-17-15 0,1-1 0,-21-25 0,32 34 0,1-1 0,0 0 0,0 0 0,1 0 0,1-1 0,-1 1 0,1-1 0,-2-11 0,-2-25 0,8 42 0,0 0 0,0 0 0,0-1 0,0 1 0,1 0 0,-1 0 0,1-1 0,2-5 0,-3 9 2,1 1-1,-1-1 1,0 0-1,1 1 1,-1-1-1,0 1 1,1-1-1,-1 1 1,1-1-1,-1 1 1,0-1-1,1 1 0,0-1 1,-1 1-1,1-1 1,-1 1-1,1 0 1,-1-1-1,1 1 1,0 0-1,-1 0 1,1-1-1,0 1 1,-1 0-1,1 0 1,0 0-1,-1 0 1,1 0-1,0 0 1,-1 0-1,1 0 1,0 0-1,-1 0 0,1 0 1,0 1-1,-1-1 1,1 0-1,0 0 1,-1 1-1,1-1 1,-1 0-1,1 1 1,0 0-1,4 2-87,0 0 0,0 1 0,-1 0 0,5 5-1,-1-1-912,2 0-5827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1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175 357 24575,'0'0'0,"1"0"0,-1 1 0,0-1 0,1 1 0,-1-1 0,0 1 0,0-1 0,0 1 0,1 0 0,-1-1 0,0 1 0,0-1 0,0 1 0,0-1 0,0 1 0,0 0 0,0-1 0,0 1 0,0-1 0,0 1 0,-1-1 0,1 1 0,0 0 0,-1-1 0,1 1 0,-1-1 0,1 0 0,-1 0 0,1 0 0,0 0 0,-1 0 0,1 0 0,-1 0 0,1-1 0,-1 1 0,1 0 0,-1 0 0,1 0 0,0 0 0,-1 0 0,1-1 0,-1 1 0,1 0 0,0 0 0,-1-1 0,1 1 0,0 0 0,-1-1 0,1 1 0,0 0 0,-1-1 0,1 1 0,0-1 0,-25-25 0,-31-42 0,45 52 0,1 0 0,1-1 0,0 0 0,-10-27 0,14 29 0,0 0 0,1 0 0,0 0 0,1 0 0,1-1 0,0-26 0,2 41 0,0-1 0,0 1 0,0 0 0,0-1 0,0 1 0,0 0 0,1-1 0,-1 1 0,0 0 0,1-1 0,0 1 0,-1 0 0,1 0 0,-1 0 0,1 0 0,0 0 0,0-1 0,1 0 0,-1 2 0,-1 0 0,1-1 0,0 1 0,0 0 0,-1 0 0,1-1 0,0 1 0,0 0 0,0 0 0,-1 0 0,1 0 0,0 0 0,0 0 0,0 0 0,0 0 0,-1 0 0,1 1 0,0-1 0,0 0 0,0 0 0,0 1 0,4 1 0,-1 1 0,0 0 0,0 0 0,0 0 0,0 0 0,0 0 0,6 8 0,14 19-1365,-13-16-5461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2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204 346 24575,'-19'-17'0,"-48"-41"0,57 50 0,0 1 0,0 1 0,0 0 0,-1 0 0,-12-4 0,22 9 0,-1 1 0,1-1 0,0 1 0,0 0 0,0-1 0,-1 1 0,1 0 0,0 0 0,0 0 0,-1 0 0,1 0 0,0 0 0,0 0 0,0 0 0,-1 0 0,1 1 0,0-1 0,0 0 0,0 1 0,-1-1 0,1 1 0,0 0 0,-2 0 0,2 1 0,0-1 0,0 1 0,0-1 0,0 1 0,0 0 0,0-1 0,0 1 0,0 0 0,1 0 0,-1-1 0,1 1 0,-1 0 0,1 4 0,-1 0 0,1 1 0,0-1 0,0 1 0,1-1 0,0 1 0,0-1 0,0 0 0,3 7 0,-2-9 0,0 0 0,1 0 0,-1 0 0,1 0 0,0 0 0,0-1 0,0 1 0,1-1 0,-1 0 0,1 0 0,-1 0 0,1-1 0,0 1 0,0-1 0,1 0 0,-1 0 0,0 0 0,1-1 0,-1 1 0,10 0 0,6 2 0,1-2 0,-1-1 0,29-1 0,-37 0 0,-6 0 0,0 0 0,0-1 0,1 1 0,-1-2 0,0 1 0,0 0 0,11-5 0,-15 5 0,0-1 0,0 1 0,0 0 0,0 0 0,0-1 0,0 0 0,-1 1 0,1-1 0,0 0 0,-1 0 0,1 1 0,-1-1 0,0 0 0,1-1 0,-1 1 0,0 0 0,0 0 0,0 0 0,-1-1 0,1 1 0,-1 0 0,1-5 0,0-5 0,-1 1 0,-1-1 0,0 1 0,-1-1 0,-3-12 0,0 1 0,5 19 0,-1 1 0,1 0 0,0-1 0,0 1 0,0 0 0,0-1 0,0 1 0,1 0 0,-1 0 0,1-1 0,1-3 0,-1 6 0,0 0 0,0-1 0,-1 1 0,1 0 0,0-1 0,0 1 0,0 0 0,0 0 0,1 0 0,-1 0 0,0 0 0,0 0 0,0 0 0,1 0 0,-1 1 0,1-1 0,-1 1 0,0-1 0,1 0 0,-1 1 0,1 0 0,0-1 0,-1 1 0,1 0 0,-1 0 0,2 0 0,3 0 0,-1 1 0,1-1 0,-1 1 0,1 0 0,-1 1 0,0-1 0,0 1 0,7 3 0,5 4 0,16 12 0,-8-6 0,28 18 0,-25-14 0,51 23 0,-79-41 0,1-1 0,0 1 0,-1-1 0,1 1 0,0-1 0,0 0 0,-1 1 0,1-1 0,0 0 0,0 0 0,0 0 0,-1 0 0,1 0 0,0 0 0,0 0 0,0 0 0,0 0 0,-1 0 0,1 0 0,0 0 0,0 0 0,0-1 0,-1 1 0,2-1 0,-2 1 0,1-1 0,-1 0 0,0 0 0,1 1 0,-1-1 0,0 0 0,0 0 0,0 0 0,0 1 0,0-1 0,0 0 0,0 0 0,0 0 0,0 1 0,0-1 0,-1 0 0,1 0 0,0 1 0,-1-2 0,-3-8 0,0 1 0,-9-14 0,13 22 0,-19-32 0,-16-38 0,28 56 0,2 0 0,0-1 0,0 0 0,2 0 0,-3-18 0,6 32 0,0 1 0,0-1 0,-1 1 0,1-1 0,1 0 0,-1 1 0,0-1 0,0 1 0,0-1 0,1 1 0,-1-1 0,1 1 0,0-1 0,-1 1 0,1-1 0,0 1 0,0-1 0,-1 1 0,1 0 0,0 0 0,1-1 0,-1 1 0,2-2 0,-2 3 0,1-1 0,-1 1 0,1-1 0,0 1 0,-1-1 0,1 1 0,-1 0 0,1 0 0,0 0 0,-1 0 0,1 0 0,0 0 0,-1 0 0,1 0 0,0 1 0,-1-1 0,1 1 0,-1-1 0,1 1 0,-1 0 0,1-1 0,-1 1 0,3 2 0,7 5-1365,-1 1-5461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33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73 24575,'5'-7'0,"1"1"0,0 0 0,0 0 0,0 0 0,1 1 0,-1 0 0,2 0 0,-1 1 0,0 0 0,14-6 0,-14 8 0,0 0 0,-1 0 0,1 1 0,0 0 0,0 1 0,0-1 0,0 1 0,0 0 0,0 1 0,0 0 0,-1 0 0,1 0 0,11 5 0,2 1 0,32 16 0,-46-20 0,0 0 0,-1 1 0,0-1 0,1 1 0,-1 0 0,-1 1 0,1-1 0,0 1 0,6 10 0,-9-13 0,-1 0 0,0-1 0,-1 1 0,1 0 0,0 0 0,0 0 0,-1 0 0,1 0 0,-1 0 0,0 0 0,1 0 0,-1 0 0,0 0 0,0 0 0,0 0 0,-1 0 0,1 0 0,0 0 0,-1 0 0,1 0 0,-1-1 0,0 1 0,0 0 0,1 0 0,-1 0 0,0-1 0,-1 1 0,1 0 0,0-1 0,0 1 0,-1-1 0,1 1 0,-1-1 0,-2 2 0,-1 1 0,-1 0 0,0-1 0,0 0 0,0 0 0,0 0 0,0-1 0,-1 0 0,1 0 0,-9 1 0,-4-1 2,0 0 0,0-1 0,-31-3 0,-56-12 1,18 1-1379,74 12-5450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8:56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2608 132 24575,'-6'-5'0,"1"0"0,-1 1 0,0 0 0,-1 0 0,1 1 0,-1 0 0,1 0 0,-1 0 0,0 1 0,0 0 0,0 0 0,-13-1 0,-9 1 0,-55 1 0,51 2 0,-805 1 0,525-3 0,-18-12 0,2-18 0,58 5 0,222 22 0,-184-9 0,665 13 50,-198 1-882,167 7-664,-214-3 1112,1275 63 384,-1444-66 41,-4-2 127,1 2 0,-1 0 0,15 4 0,-29-6-132,0 0 0,1 0 0,-1 0 0,0 0 1,0 0-1,0 0 0,0 0 0,1 0 0,-1 0 1,0 0-1,0 0 0,0 0 0,0 0 0,1 0 1,-1 0-1,0 0 0,0 0 0,0 0 0,0 0 1,1 0-1,-1 0 0,0 0 0,0 0 0,0 1 0,0-1 1,0 0-1,0 0 0,1 0 0,-1 0 0,0 0 1,0 0-1,0 1 0,0-1 0,0 0 0,0 0 1,0 0-1,0 0 0,0 1 0,0-1 0,0 0 1,0 0-1,0 1 0,-8 1 400,-16 0-479,-235-14 43,214 8 0,-51-4 0,-237-12 0,-662 49-585,220 1 585,748-31-260,0-1 0,-41-9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3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746 305 24575,'-6'-1'0,"0"0"0,0-1 0,0 1 0,0-1 0,0-1 0,0 1 0,1-1 0,-8-5 0,-7-3 0,-255-114 0,48 23 0,222 99 0,-8-4 0,-1 1 0,1 0 0,-1 1 0,0 1 0,-1 0 0,-24-3 0,20 6-1365,2 1-5461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6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 24575,'-74'16'0,"40"-9"0,0 1 0,0 1 0,-53 24 0,86-33 0,-1 1 0,1-1 0,0 1 0,-1 0 0,1 0 0,0 0 0,-1 0 0,1 0 0,0 0 0,0 0 0,0 0 0,0 1 0,0-1 0,0 0 0,0 1 0,0-1 0,1 0 0,-1 1 0,0 2 0,1-2 0,0 0 0,0-1 0,0 1 0,0 0 0,0 0 0,1-1 0,-1 1 0,1 0 0,-1-1 0,1 1 0,0 0 0,-1-1 0,1 1 0,0-1 0,0 1 0,0-1 0,3 3 0,3 4 0,0-1 0,1 0 0,0-1 0,0 1 0,1-1 0,0-1 0,0 0 0,9 4 0,81 28 0,-51-23 0,-20-6 0,0 1 0,0 1 0,-1 1 0,30 17 0,-56-27 0,0 0 0,0-1 0,0 1 0,0-1 0,0 1 0,0 0 0,0 0 0,0 0 0,0-1 0,0 1 0,0 0 0,-1 0 0,1 0 0,0 0 0,-1 0 0,1 0 0,-1 1 0,1-1 0,-1 0 0,1 0 0,-1 0 0,0 3 0,0-3 0,0 0 0,-1 0 0,1 0 0,-1 1 0,1-1 0,-1 0 0,1 0 0,-1 0 0,0 0 0,0 0 0,1 0 0,-1 0 0,0-1 0,0 1 0,0 0 0,0 0 0,0-1 0,-2 2 0,-4 2 0,0-1 0,0 0 0,-1 0 0,0 0 0,-12 2 0,-16-1 0,0-1 0,-73-3 0,47-2 0,58 2 17,-1 0 0,1 0 1,-1-1-1,1 0 0,0 1 0,-5-3 0,8 3-91,-1-1-1,1 0 1,0 1 0,-1-1 0,1 0-1,0 0 1,-1 0 0,1 0 0,0 0-1,0 0 1,0-1 0,0 1 0,0 0-1,0-1 1,0 1 0,0 0 0,0-1-1,1 1 1,-1-2 0,-2-8-6752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24575,'0'12'0,"2"5"0,1 1 0,3-3 0,0 0 0,1-4 0,2 0 0,3-3 0,-2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6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24575,'2'2'0,"4"1"0,3 5 0,2 4 0,0-1-8191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7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24575,'11'-18'0,"-4"10"0,-5 7 0,-2 5 0,-2 3 0,1 0 0,0 0 0,0 0 0,1 1 0,-1-1 0,1 0 0,1 0 0,0 0 0,0 0 0,3 12 0,-3-15 0,1-1 0,-1 1 0,1-1 0,0 1 0,0-1 0,0 0 0,1 0 0,-1 0 0,1 0 0,0 0 0,-1 0 0,1-1 0,0 0 0,1 1 0,-1-1 0,0 0 0,1 0 0,-1-1 0,1 1 0,-1-1 0,6 2 0,6 1 0,27 7 0,-39-11 0,0 1 0,1-1 0,-1 0 0,1 0 0,-1 0 0,0 0 0,1 0 0,-1-1 0,0 0 0,4 0 0,-6 0 0,0 1 0,-1 0 0,1-1 0,0 1 0,0-1 0,-1 1 0,1-1 0,0 1 0,-1-1 0,1 1 0,-1-1 0,1 1 0,0-1 0,-1 0 0,0 1 0,1-1 0,-1 0 0,1 0 0,-1 1 0,0-1 0,1 0 0,-1-1 0,0 0 0,0 0 0,0 0 0,0 1 0,0-1 0,0 0 0,0 0 0,-1 0 0,1 1 0,-1-1 0,0-2 0,-3-4 0,0 0 0,0 1 0,-8-11 0,11 16 0,-60-82 0,110 140 0,-40-44 0,95 137 0,-94-132 0,0 1 0,-2 1 0,0-1 0,-1 1 0,-1 1 0,8 37 0,-14-55 0,1 0 0,-1 0 0,0 1 0,0-1 0,0 0 0,0 1 0,0-1 0,0 0 0,-1 0 0,1 1 0,-1-1 0,0 0 0,1 0 0,-1 0 0,0 0 0,0 0 0,-1 0 0,1 0 0,0 0 0,-2 2 0,0-2 0,1 0 0,0-1 0,-1 0 0,1 1 0,-1-1 0,1 0 0,-1 0 0,1 0 0,-1 0 0,0-1 0,1 1 0,-1-1 0,0 0 0,0 0 0,1 0 0,-5 0 0,-1-1-105,0-1 0,1 1 0,0-2 0,-1 1 0,1-1 0,0 0 0,0 0 0,0-1 0,1 0 0,-1 0 0,1 0 0,-8-9 0,1 2-6721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8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24575,'0'5'0,"0"0"0,1 0 0,0 0 0,0 0 0,0 0 0,0 0 0,1 0 0,0-1 0,0 1 0,0 0 0,1-1 0,2 4 0,-4-6 0,1 0 0,-1 0 0,1 0 0,-1-1 0,1 1 0,0-1 0,0 1 0,-1-1 0,1 0 0,0 0 0,0 0 0,0 0 0,0 0 0,1 0 0,-1 0 0,0-1 0,0 1 0,0-1 0,1 1 0,-1-1 0,0 0 0,0 0 0,1 0 0,-1 0 0,0 0 0,1-1 0,-1 1 0,4-2 0,-3 0 0,1 0 0,-1 0 0,0 0 0,0 0 0,0 0 0,0-1 0,0 1 0,0-1 0,-1 0 0,1 0 0,-1 0 0,0 0 0,0 0 0,0-1 0,0 1 0,1-5 0,0 3 0,-1 0 0,1 1 0,0-1 0,0 1 0,1-1 0,6-6 0,-9 11 0,0-1 0,0 0 0,0 1 0,0 0 0,0-1 0,0 1 0,0-1 0,0 1 0,0 0 0,0 0 0,0 0 0,0-1 0,0 1 0,0 0 0,1 1 0,-1-1 0,0 0 0,0 0 0,0 0 0,0 1 0,0-1 0,0 0 0,0 1 0,0-1 0,1 1 0,27 18 0,-22-13 0,20 15 7,-13-10-693,22 13 0,-28-19-6140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8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95 492 24575,'-8'3'0,"-1"0"0,1 1 0,0 0 0,0 0 0,1 0 0,-1 1 0,-10 9 0,16-12 0,0 0 0,1-1 0,-1 1 0,0 0 0,1 0 0,0 0 0,-1 0 0,1 0 0,0 0 0,0 0 0,0 0 0,0 0 0,0 1 0,1-1 0,-1 0 0,1 1 0,-1-1 0,1 0 0,0 1 0,0-1 0,0 1 0,0-1 0,1 0 0,-1 1 0,1-1 0,-1 0 0,1 1 0,0-1 0,0 0 0,0 0 0,0 0 0,2 4 0,0-2 0,0 1 0,1-1 0,-1 0 0,1 0 0,0 0 0,0-1 0,0 0 0,0 1 0,1-1 0,0-1 0,-1 1 0,1-1 0,6 3 0,-4-3 0,0 0 0,0 0 0,0 0 0,1-1 0,-1-1 0,0 1 0,1-1 0,-1 0 0,8-1 0,-13 1 0,-1-1 0,0 1 0,1 0 0,-1 0 0,0-1 0,1 1 0,-1-1 0,0 1 0,0-1 0,0 1 0,1-1 0,-1 0 0,0 0 0,0 1 0,0-1 0,0 0 0,0 0 0,0 0 0,-1 0 0,1 0 0,0 0 0,0-1 0,-1 1 0,1 0 0,-1 0 0,1 0 0,-1-1 0,1 1 0,-1 0 0,0-1 0,1 1 0,-1 0 0,0-2 0,0-1 0,0 0 0,-1 0 0,1 0 0,-1 0 0,0 0 0,0 0 0,0 0 0,0 0 0,-4-5 0,12 14 0,1-1 0,0 0 0,-1-1 0,14 5 0,-17-7 0,1 0 0,0-1 0,-1 1 0,1-1 0,-1 0 0,1-1 0,-1 1 0,1-1 0,-1 0 0,1 0 0,-1 0 0,1-1 0,-1 1 0,0-1 0,0 0 0,0-1 0,0 1 0,0 0 0,5-6 0,-2 3 0,0-2 0,0 1 0,0-1 0,-1 0 0,0 0 0,0-1 0,-1 0 0,7-13 0,-7 9 0,-1 1 0,-1-1 0,0 0 0,0 0 0,-1 0 0,-1 0 0,0-1 0,0 1 0,-2 0 0,1-1 0,-5-21 0,-1 5 0,-2 0 0,-1 0 0,-21-46 0,16 46 0,-2 0 0,-1 2 0,-37-45 0,52 69 0,-1 0 0,0 0 0,0 0 0,0 0 0,0 1 0,0-1 0,-7-3 0,10 6 0,-1 0 0,0-1 0,1 1 0,-1 0 0,0-1 0,0 1 0,1 0 0,-1 0 0,0 0 0,0 0 0,0 0 0,1 0 0,-1 0 0,0 0 0,0 0 0,1 0 0,-1 0 0,0 0 0,0 0 0,1 1 0,-1-1 0,0 0 0,0 1 0,1-1 0,-1 0 0,0 1 0,1-1 0,-1 1 0,1-1 0,-1 1 0,0-1 0,1 1 0,-1 0 0,1-1 0,0 1 0,-1 0 0,1-1 0,-1 1 0,1 0 0,0-1 0,0 1 0,-1 0 0,1 0 0,0 0 0,0 1 0,-2 7 0,0 1 0,1-1 0,0 1 0,1 0 0,0-1 0,0 1 0,1 0 0,1-1 0,3 15 0,2 1 0,1 0 0,14 30 0,-12-34 17,2 0 0,-1-1 1,2 0-1,1-1 0,0-1 0,33 33 0,-25-31-314,2-1 0,0-1 0,1-1 0,51 27 0,-62-37-6529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9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46 24575,'69'152'0,"-51"-118"0,1-2 0,33 43 0,-52-75 0,4 6 0,0-1 0,0 0 0,1 0 0,-1 0 0,1-1 0,0 0 0,1 0 0,5 4 0,-11-8 0,0 0 0,0 0 0,0 0 0,0 0 0,0 0 0,0 0 0,0 0 0,0 0 0,0 0 0,0 0 0,0 0 0,1 0 0,-1 0 0,0 0 0,0 0 0,0 0 0,0 0 0,0 0 0,0 0 0,0 0 0,0 0 0,0 0 0,0 0 0,0 0 0,0 0 0,0 0 0,0 0 0,0 0 0,0 0 0,1 0 0,-1 0 0,0 0 0,0 0 0,0 0 0,0 0 0,0 0 0,0 0 0,0 0 0,0 0 0,0-1 0,0 1 0,0 0 0,0 0 0,0 0 0,0 0 0,0 0 0,0 0 0,0 0 0,0 0 0,0 0 0,0 0 0,0 0 0,0 0 0,0 0 0,0 0 0,0 0 0,0 0 0,0-1 0,0 1 0,0 0 0,0 0 0,0 0 0,0 0 0,0 0 0,0 0 0,0 0 0,0 0 0,0 0 0,-4-8 0,-6-7 0,10 15 0,-78-99 0,-10-16 0,80 103 0,1 0 0,-8-17 0,13 26 0,1 0 0,0-1 0,-1 1 0,1-1 0,1 1 0,-1-1 0,0 1 0,1-1 0,0 1 0,-1-1 0,1 0 0,1 1 0,-1-1 0,2-4 0,-1 5 0,0 1 0,0 0 0,1 0 0,-1 0 0,1 0 0,0 0 0,0 0 0,0 0 0,0 1 0,0-1 0,0 1 0,0-1 0,0 1 0,0 0 0,1 0 0,-1 0 0,1 0 0,-1 0 0,0 1 0,1-1 0,0 1 0,3-1 0,7 0 0,0 0 0,26 1 0,-23 1 0,0 1 0,24 6 0,-35-7 0,-1 0 0,0 0 0,0 1 0,1-1 0,-1 1 0,0 0 0,0 0 0,-1 1 0,1-1 0,0 1 0,-1 0 0,1 0 0,-1 0 0,3 4 0,-5-6 0,0 1 0,-1-1 0,1 0 0,0 1 0,-1-1 0,1 1 0,0-1 0,-1 1 0,0 0 0,1-1 0,-1 1 0,0-1 0,0 1 0,0 0 0,0-1 0,0 1 0,-1 0 0,1-1 0,0 1 0,-1-1 0,1 1 0,-1-1 0,1 1 0,-1-1 0,0 1 0,0-1 0,0 0 0,1 1 0,-1-1 0,-1 0 0,1 0 0,0 1 0,0-1 0,0 0 0,-3 1 0,-1 2 0,0-1 0,-1 1 0,1-1 0,-1-1 0,1 1 0,-1-1 0,0 0 0,-7 1 0,-29 5-682,-75 4-1,97-11-6143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09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159 118 24575,'-11'-7'0,"-38"-26"0,45 31 0,0 0 0,0 0 0,-1 0 0,1 0 0,-1 0 0,0 1 0,1 0 0,-1 0 0,-6 0 0,10 1 0,0 0 0,0 0 0,0 0 0,0 0 0,0 0 0,1 0 0,-1 0 0,0 0 0,0 1 0,0-1 0,0 0 0,1 0 0,-1 1 0,0-1 0,0 1 0,1-1 0,-1 1 0,0-1 0,1 1 0,-1-1 0,0 1 0,1 0 0,-1-1 0,1 1 0,-1 0 0,1-1 0,-1 1 0,1 0 0,-1 0 0,1 0 0,0-1 0,0 1 0,-1 0 0,1 0 0,0 0 0,0 0 0,0-1 0,0 1 0,0 0 0,0 0 0,0 0 0,0 0 0,0 0 0,1 0 0,-1 3 0,1-1 0,0 0 0,0 0 0,0 1 0,0-1 0,1 0 0,-1 0 0,1 0 0,0-1 0,2 4 0,4 1 0,-1-1 0,1 1 0,0-1 0,0-1 0,0 0 0,1 0 0,0-1 0,0 0 0,0 0 0,1-1 0,-1 0 0,1-1 0,-1 0 0,1-1 0,18 1 0,-26-1 0,0-1 0,-1 0 0,1-1 0,0 1 0,0 0 0,-1 0 0,1-1 0,0 1 0,0-1 0,-1 1 0,1-1 0,-1 0 0,1 0 0,0 0 0,-1 0 0,0 0 0,1 0 0,-1 0 0,0 0 0,1 0 0,1-3 0,-3 2 0,1 1 0,0-1 0,-1 0 0,1 1 0,-1-1 0,0 0 0,1 0 0,-1 0 0,0 1 0,0-1 0,0 0 0,0 0 0,-1 0 0,1 0 0,0 1 0,-1-1 0,1 0 0,-1 0 0,0 1 0,-1-4 0,-2-2 0,-1 0 0,0 0 0,0 0 0,0 0 0,-1 1 0,0 0 0,0 0 0,-12-8 0,2 2 0,-2 0 0,-25-12 0,35 21-151,0 0-1,1 0 0,-1 0 0,0 1 1,-1 1-1,1-1 0,0 1 1,-15 0-1,11 1-6674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0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16 146 24575,'-1'0'0,"1"0"0,-1 0 0,0 0 0,1 1 0,-1-1 0,0 0 0,1 0 0,-1 0 0,1 0 0,-1 0 0,1 1 0,-1-1 0,0 0 0,1 1 0,-1-1 0,1 0 0,-1 1 0,1-1 0,-1 1 0,1-1 0,0 1 0,-1-1 0,1 1 0,-1-1 0,1 1 0,0-1 0,-1 1 0,1-1 0,0 1 0,0-1 0,0 1 0,-1 0 0,1-1 0,0 1 0,0 0 0,0-1 0,0 1 0,0-1 0,0 1 0,0 0 0,0-1 0,0 1 0,1 0 0,-1-1 0,0 1 0,0-1 0,0 1 0,1-1 0,-1 2 0,2 1 0,-1 1 0,0-1 0,1 0 0,0 1 0,0-1 0,0 0 0,4 5 0,0-3 0,1 1 0,-1-1 0,1 0 0,1-1 0,-1 0 0,1 0 0,-1 0 0,16 4 0,-7-4 0,0 0 0,0 0 0,26 1 0,-40-5 0,0 1 0,-1-1 0,1 0 0,0 0 0,0 0 0,-1 0 0,1-1 0,0 1 0,0 0 0,-1-1 0,1 1 0,0-1 0,-1 0 0,1 1 0,0-1 0,-1 0 0,3-2 0,-3 2 0,0 0 0,-1 0 0,1-1 0,-1 1 0,0 0 0,1 0 0,-1 0 0,0 0 0,0-1 0,1 1 0,-1 0 0,0 0 0,0-1 0,0 1 0,-1 0 0,1 0 0,0 0 0,0-1 0,-1 1 0,1 0 0,0 0 0,-1 0 0,0 0 0,1 0 0,-1 0 0,-1-2 0,-2-5 0,-1 1 0,0 0 0,-1 0 0,0 0 0,-9-7 0,15 14 0,0 0 0,-1-1 0,1 1 0,0 0 0,0 0 0,-1-1 0,1 1 0,0 0 0,0-1 0,0 1 0,-1 0 0,1-1 0,0 1 0,0 0 0,0-1 0,0 1 0,0 0 0,0-1 0,-1 1 0,1 0 0,0-1 0,0 1 0,0 0 0,0-1 0,0 1 0,0-1 0,1 1 0,-1 0 0,0-1 0,0 1 0,0 0 0,0-1 0,0 1 0,0 0 0,1-1 0,-1 1 0,0 0 0,0-1 0,1 1 0,-1 0 0,0 0 0,0-1 0,1 1 0,-1 0 0,0 0 0,1-1 0,-1 1 0,0 0 0,1 0 0,-1 0 0,0 0 0,1 0 0,-1-1 0,0 1 0,1 0 0,26-6 0,-23 5 0,6-1 0,-1 0 0,1-1 0,-1 0 0,0 0 0,13-7 0,-20 9 0,0 0 0,-1 0 0,1 0 0,0-1 0,-1 1 0,1 0 0,-1-1 0,0 1 0,1-1 0,-1 1 0,0-1 0,0 0 0,0 1 0,0-1 0,0 0 0,0 0 0,-1 0 0,1 0 0,-1 0 0,1 0 0,-1 0 0,0 0 0,0 0 0,1 0 0,-1 0 0,-1 0 0,1 0 0,0 0 0,0 0 0,-1 0 0,1 0 0,-1 0 0,-1-3 0,0 2 0,1 1 0,-1-1 0,0 0 0,0 0 0,0 1 0,-1-1 0,1 1 0,0-1 0,-1 1 0,0 0 0,1 0 0,-1 0 0,0 1 0,0-1 0,0 1 0,-5-2 0,-5-2 0,1 1 0,-25-4 0,18 5-682,-41 0-1,46 3-6143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1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98 218 24575,'-5'-9'0,"0"0"0,0 1 0,-10-14 0,13 20 0,1 1 0,0-1 0,-1 0 0,0 1 0,1-1 0,-1 1 0,0-1 0,0 1 0,0 0 0,0 0 0,0 0 0,0 0 0,0 0 0,0 0 0,0 1 0,-1-1 0,1 1 0,0-1 0,0 1 0,-1 0 0,1 0 0,-3 0 0,4 1 0,-1-1 0,1 0 0,0 1 0,0-1 0,0 1 0,0 0 0,0-1 0,0 1 0,0 0 0,0-1 0,0 1 0,0 0 0,1 0 0,-1 0 0,0 0 0,1 0 0,-2 1 0,2-1 0,0-1 0,-1 1 0,1-1 0,0 0 0,0 1 0,0-1 0,0 1 0,0-1 0,0 1 0,0-1 0,0 0 0,0 1 0,0-1 0,0 1 0,0-1 0,0 1 0,0-1 0,0 0 0,0 1 0,0-1 0,0 1 0,1-1 0,-1 1 0,0-1 0,0 0 0,0 1 0,1-1 0,-1 0 0,0 1 0,1-1 0,-1 0 0,0 1 0,1-1 0,-1 0 0,0 0 0,1 1 0,-1-1 0,1 0 0,-1 0 0,0 0 0,1 0 0,-1 0 0,1 1 0,-1-1 0,1 0 0,-1 0 0,0 0 0,2 0 0,33 2 0,-28-2 0,0 1 0,0-1 0,0 1 0,0 0 0,8 3 0,-5-1 0,-1 1 0,0 0 0,0 1 0,0 0 0,0 0 0,-1 1 0,0 0 0,14 13 0,-22-18 0,1-1 0,-1 1 0,0-1 0,1 1 0,-1-1 0,1 1 0,-1-1 0,1 1 0,0-1 0,-1 0 0,1 1 0,-1-1 0,1 0 0,0 1 0,-1-1 0,1 0 0,0 0 0,-1 1 0,1-1 0,0 0 0,0 0 0,-1 0 0,1 0 0,0 0 0,0 0 0,0-1 0,-1 1 0,1-1 0,-1 1 0,1-1 0,-1 1 0,1-1 0,-1 0 0,0 1 0,1-1 0,-1 0 0,0 1 0,0-1 0,1 0 0,-1 1 0,0-1 0,0 0 0,0 0 0,0 1 0,0-2 0,1-4 0,-1 1 0,-1-1 0,1 0 0,-1 0 0,-1-5 0,0 4 0,0 0 0,0 1 0,-1-1 0,0 1 0,0-1 0,0 1 0,-6-7 0,6 10 0,1 0 0,-1 0 0,0 1 0,-1-1 0,1 1 0,0-1 0,-1 1 0,1 0 0,-1 0 0,0 1 0,0-1 0,0 1 0,-7-2 0,9 3 0,0-1 0,0 1 0,0-1 0,-1 1 0,1 0 0,0 0 0,0 0 0,0 0 0,0 1 0,-1-1 0,1 1 0,0-1 0,0 1 0,0 0 0,0-1 0,0 1 0,0 0 0,0 0 0,1 1 0,-1-1 0,0 0 0,0 1 0,1-1 0,-1 1 0,1-1 0,-1 1 0,0 2 0,-1 0 0,1 0 0,0 0 0,0 0 0,0 0 0,1 1 0,-1-1 0,1 1 0,0-1 0,1 1 0,-1-1 0,1 1 0,0 5 0,0-7 0,0 0 0,1 1 0,-1-1 0,1 0 0,0 0 0,0 0 0,0 0 0,0 0 0,1 0 0,-1 0 0,1 0 0,0 0 0,3 3 0,-1-1 0,0-1 0,0 0 0,1 0 0,-1-1 0,1 1 0,10 5 0,0-3 0,0 0 0,0 0 0,0-1 0,25 4 0,-31-8 0,-1 1 0,1-1 0,0-1 0,-1 0 0,1 0 0,12-2 0,-17 1 0,0 0 0,0 0 0,0 0 0,-1-1 0,1 1 0,0-1 0,-1 0 0,1 0 0,-1 0 0,1 0 0,-1 0 0,0-1 0,0 0 0,0 0 0,-1 1 0,4-6 0,-5 7 0,-1 0 0,1-1 0,-1 1 0,1-1 0,-1 1 0,1-1 0,-1 1 0,0-1 0,0 1 0,0-1 0,0 1 0,0-1 0,0 1 0,0-1 0,0 1 0,-1-1 0,1 1 0,-1-1 0,1 1 0,-1 0 0,1-1 0,-1 1 0,0-1 0,0 1 0,-1-2 0,-4-6 0,-1 1 0,-13-13 0,10 11 0,2 1 0,0 0 0,1 0 0,0-1 0,0 0 0,-4-10 0,8 14 0,1 0 0,0 0 0,0 0 0,0 0 0,1 0 0,0 0 0,0 0 0,1 0 0,0-1 0,0 1 0,1-8 0,-1 12-57,0 1 0,0 0 1,1-1-1,-1 1 0,0 0 0,1 0 0,-1-1 0,1 1 0,0 0 0,-1 0 0,1 0 1,0-1-1,0 1 0,-1 0 0,1 0 0,0 0 0,0 1 0,0-1 0,0 0 1,0 0-1,1 0 0,-1 1 0,1-2 0,8-1-6769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2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613 39 24575,'0'-3'0,"0"0"0,0 1 0,0-1 0,0 1 0,-1-1 0,1 1 0,-1-1 0,0 1 0,-2-6 0,3 8 0,-1-1 0,1 1 0,-1-1 0,1 1 0,-1-1 0,0 0 0,1 1 0,-1 0 0,1-1 0,-1 1 0,0-1 0,1 1 0,-1 0 0,0-1 0,0 1 0,1 0 0,-1 0 0,0 0 0,0 0 0,1-1 0,-1 1 0,0 0 0,0 0 0,1 0 0,-1 1 0,0-1 0,0 0 0,1 0 0,-1 0 0,0 0 0,0 1 0,1-1 0,-1 0 0,0 1 0,0 0 0,-52 23 0,-85 25 0,20-17-22,46-13-649,-104 40-1,152-48-6154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84 24575,'-28'-13'0,"-116"-47"0,143 59 0,-5-1 0,1 0 0,0 1 0,-1-1 0,1 1 0,-7 0 0,11 1 0,0 0 0,0 0 0,0 0 0,0 0 0,0 0 0,0 0 0,0 0 0,0 0 0,0 1 0,0-1 0,0 0 0,0 1 0,1-1 0,-1 1 0,0-1 0,0 1 0,0 0 0,1-1 0,-1 1 0,0 0 0,1-1 0,-1 1 0,0 0 0,1 0 0,-1-1 0,1 1 0,-1 0 0,1 0 0,0 0 0,-1 0 0,1 0 0,0 0 0,-1 0 0,1 0 0,0 0 0,0 1 0,0 10 0,0 0 0,0 0 0,2 0 0,-1 0 0,1 0 0,1 0 0,0 0 0,1-1 0,0 0 0,1 0 0,0 0 0,8 12 0,-10-18 0,1 0 0,-1-1 0,1 0 0,0 0 0,0 0 0,0 0 0,0-1 0,1 1 0,7 3 0,-10-5 0,0-1 0,0 0 0,0 0 0,0-1 0,0 1 0,1 0 0,-1-1 0,0 1 0,0-1 0,1 0 0,-1 0 0,0 0 0,0 0 0,1 0 0,-1 0 0,0-1 0,0 1 0,1-1 0,-1 1 0,0-1 0,0 0 0,0 0 0,0 0 0,0 0 0,3-2 0,-2 0 0,0 0 0,0 1 0,-1-1 0,1 0 0,-1-1 0,0 1 0,1 0 0,-2-1 0,1 1 0,0-1 0,-1 1 0,1-1 0,-1 0 0,0 0 0,0 0 0,-1 1 0,1-1 0,-1-8 0,0 5 0,-1 0 0,0-1 0,0 1 0,0 0 0,-1 0 0,0 0 0,0 0 0,-1 0 0,-5-8 0,3 8 0,5 15 0,5 16 0,10 20 0,2-1 0,34 64 0,58 73 0,-103-171 0,-2-3 0,1 1 0,-1 0 0,-1 0 0,5 11 0,-7-10-1365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5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 24575,'0'-1'0,"0"1"0,0 0 0,0 0 0,0 0 0,0 0 0,0 0 0,0-1 0,0 1 0,0 0 0,0 0 0,0 0 0,0 0 0,0 0 0,-1 0 0,1 0 0,0 0 0,0-1 0,0 1 0,0 0 0,0 0 0,0 0 0,0 0 0,-1 0 0,1 0 0,0 0 0,0 0 0,0 0 0,0 0 0,0 0 0,-1 0 0,1 0 0,0 0 0,0 0 0,0 0 0,0 0 0,0 0 0,-1 0 0,1 0 0,0 0 0,0 0 0,0 0 0,0 0 0,1 7 0,7 11 0,1-2 0,54 84 0,-62-98 0,0 0 0,1 0 0,0 0 0,-1-1 0,1 1 0,0-1 0,0 1 0,0-1 0,0 0 0,0 1 0,0-1 0,0 0 0,0 0 0,0-1 0,1 1 0,-1 0 0,0-1 0,1 0 0,-1 1 0,0-1 0,1 0 0,-1 0 0,0 0 0,1 0 0,-1-1 0,0 1 0,1-1 0,-1 1 0,0-1 0,0 0 0,5-2 0,-3 1 0,1-1 0,0 0 0,-1 0 0,0 0 0,0 0 0,0-1 0,0 1 0,-1-1 0,1 0 0,-1 0 0,0-1 0,0 1 0,3-7 0,3-21 0,-4 13 0,-5 19 0,0 0 0,0 0 0,0 0 0,0-1 0,0 1 0,0 0 0,0 0 0,0-1 0,0 1 0,0 0 0,1 0 0,-1 0 0,0-1 0,0 1 0,0 0 0,0 0 0,0 0 0,1 0 0,-1-1 0,0 1 0,0 0 0,0 0 0,1 0 0,-1 0 0,0 0 0,0 0 0,0-1 0,1 1 0,-1 0 0,0 0 0,0 0 0,1 0 0,-1 0 0,8 5 0,5 14 0,-12-18 0,7 11-136,0-1-1,1 0 1,0 0-1,1-1 1,0-1-1,0 1 1,1-2-1,0 1 0,20 9 1,-20-12-6690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6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15 24575,'-18'6'0,"-33"13"0,46-17 0,1 0 0,-1 1 0,1-1 0,0 1 0,0 0 0,0 0 0,0 1 0,0-1 0,1 1 0,-1-1 0,1 1 0,-3 5 0,5-7 0,1-1 0,-1 0 0,0 1 0,1-1 0,-1 1 0,1-1 0,0 1 0,-1-1 0,1 1 0,0-1 0,0 1 0,0 0 0,0-1 0,0 1 0,0-1 0,1 1 0,-1-1 0,0 1 0,2 1 0,-1 0 0,0-1 0,1 1 0,-1-1 0,1 0 0,0 0 0,0 0 0,-1 0 0,2 0 0,-1 0 0,3 2 0,2 0 0,0 0 0,0 0 0,0-1 0,1 1 0,0-2 0,11 4 0,-12-5 0,-1 1 0,0-1 0,0-1 0,1 1 0,-1-1 0,0 0 0,1-1 0,-1 0 0,9-1 0,-12 1 0,-1 0 0,0 0 0,1 0 0,-1 0 0,0-1 0,0 1 0,0 0 0,0-1 0,0 0 0,0 1 0,0-1 0,-1 0 0,1 0 0,0 0 0,-1 0 0,0 0 0,1 0 0,-1-1 0,0 1 0,0 0 0,0-1 0,0 1 0,-1 0 0,1-1 0,-1 1 0,1-3 0,-1-1 0,0 1 0,0 0 0,-1 0 0,1 0 0,-1 0 0,0 0 0,0 0 0,-4-7 0,-3-19 0,8 31 0,0 0 0,0 0 0,1 0 0,-1 0 0,0 0 0,0 0 0,0 0 0,0 0 0,0 0 0,0 0 0,1 1 0,-1-1 0,0 0 0,0 0 0,0 0 0,0 0 0,0 0 0,1 0 0,-1 0 0,0 0 0,0 0 0,0 0 0,0 0 0,0 0 0,1-1 0,-1 1 0,0 0 0,0 0 0,0 0 0,0 0 0,0 0 0,1 0 0,-1 0 0,0 0 0,0 0 0,0 0 0,0 0 0,0-1 0,0 1 0,0 0 0,0 0 0,0 0 0,1 0 0,-1 0 0,0 0 0,0-1 0,0 1 0,0 0 0,0 0 0,0 0 0,0 0 0,0 0 0,0-1 0,0 1 0,0 0 0,0 0 0,0 0 0,0 0 0,0 0 0,0-1 0,0 1 0,0 0 0,0 0 0,0 0 0,-1 0 0,1 0 0,0-1 0,11 11 0,-8-7 0,15 10 0,0 0 0,1-2 0,0 0 0,1-1 0,1-1 0,-1 0 0,1-2 0,37 8 0,-56-14 0,1-1 0,-1 1 0,0-1 0,1 0 0,-1 0 0,0 0 0,1 0 0,-1 0 0,0 0 0,1-1 0,-1 1 0,0-1 0,0 0 0,1 1 0,2-3 0,-4 2 0,1 0 0,-1 0 0,0 0 0,1-1 0,-1 1 0,0 0 0,0-1 0,0 1 0,0-1 0,0 1 0,0-1 0,-1 0 0,1 1 0,0-1 0,-1 0 0,1 0 0,-1 1 0,0-1 0,1 0 0,-1-2 0,1-4 0,-1 0 0,1 0 0,-2 0 0,1 0 0,-1-1 0,0 1 0,-1 0 0,1 0 0,-2 1 0,-5-16 0,11 27 0,0-1 0,0 0 0,0 0 0,0 0 0,1-1 0,-1 1 0,1-1 0,0 0 0,-1 0 0,9 3 0,-6-3 0,-1 0 0,0 0 0,1 0 0,-1-1 0,1 0 0,-1 0 0,1 0 0,0-1 0,-1 0 0,9-1 0,-3-1 0,-1 0 0,0 1 0,0 0 0,1 0 0,-1 1 0,16 2 0,49 13 13,-41-8-702,67 6 0,-85-12-6137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6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6 24575,'1'-1'0,"0"0"0,0 1 0,0-1 0,0 1 0,1-1 0,-1 1 0,0-1 0,0 1 0,1 0 0,-1 0 0,0 0 0,1-1 0,-1 1 0,0 0 0,1 1 0,-1-1 0,0 0 0,1 0 0,0 1 0,1 0 0,-1 0 0,1 0 0,0 1 0,-1-1 0,1 1 0,-1-1 0,0 1 0,3 3 0,3 3 0,0 1 0,-1 0 0,8 13 0,-15-21 0,108 191 0,8 13 0,-113-200 0,0 0 0,1 0 0,0-1 0,0 1 0,0-1 0,8 6 0,-11-9 0,0-1 0,-1 1 0,1-1 0,0 1 0,0-1 0,0 0 0,0 1 0,0-1 0,0 0 0,0 0 0,0 0 0,0 1 0,0-1 0,0 0 0,0 0 0,-1-1 0,1 1 0,0 0 0,2 0 0,-2-1 0,0 0 0,0 0 0,0 1 0,1-1 0,-1 0 0,0 0 0,0 0 0,0 0 0,0-1 0,0 1 0,-1 0 0,1 0 0,0 0 0,0-1 0,-1 1 0,1 0 0,0-2 0,0-3 0,1 1 0,-1-1 0,0 0 0,0 0 0,-1 1 0,0-1 0,0 0 0,0 0 0,0 0 0,-1 1 0,0-1 0,-1 0 0,1 0 0,-4-8 0,-3-6 0,-1 1 0,-18-28 0,20 36 0,0 0 0,0 1 0,-11-12 0,15 20 0,0-1 0,0 0 0,1 1 0,-2 0 0,1-1 0,0 1 0,0 0 0,-1 1 0,1-1 0,-1 0 0,1 1 0,-1 0 0,0 0 0,-6-1 0,-4 2 15,1 0 0,-1 0 0,0 2 0,1-1 0,0 2 0,-1 0 0,-16 6 0,4 1-510,0 1 0,-35 22 0,39-20-6331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191 139 24575,'-16'-23'0,"-31"-32"0,42 49 0,-1 0 0,0 1 0,0 0 0,-1 0 0,1 0 0,-1 1 0,0 0 0,0 1 0,-1-1 0,-9-2 0,15 6 0,1-1 0,0 1 0,-1-1 0,1 1 0,-1 0 0,1 0 0,-1 0 0,1 0 0,-1 0 0,1 0 0,-1 0 0,1 1 0,-1-1 0,1 0 0,-1 1 0,1 0 0,0-1 0,-1 1 0,1-1 0,0 1 0,-2 1 0,2-1 0,-1 1 0,1-1 0,0 1 0,0 0 0,0-1 0,0 1 0,1 0 0,-1 0 0,0-1 0,1 1 0,-1 0 0,1 0 0,-1 0 0,1 2 0,-1 5 0,1 0 0,1 0 0,0-1 0,0 1 0,0 0 0,4 9 0,-1-3 0,1-1 0,0 1 0,1-1 0,1 0 0,0-1 0,10 15 0,-14-23 0,1-1 0,0 1 0,0-1 0,0 0 0,0 0 0,0 0 0,1 0 0,0-1 0,0 0 0,0 0 0,0 0 0,0-1 0,0 1 0,1-1 0,-1-1 0,1 1 0,0-1 0,-1 0 0,8 1 0,-7-2 0,0 0 0,0 0 0,0-1 0,0 0 0,1 0 0,-1 0 0,0-1 0,-1 0 0,1 0 0,0 0 0,0-1 0,6-4 0,-6 3 0,0-1 0,0 0 0,-1 0 0,1 0 0,-1-1 0,0 1 0,-1-1 0,0 0 0,7-13 0,26-63 0,-36 80 0,0 1 0,0-1 0,0 1 0,0 0 0,0-1 0,0 1 0,0 0 0,1 0 0,-1 0 0,0 0 0,1 0 0,-1 0 0,1 0 0,-1 0 0,1 1 0,0-1 0,-1 0 0,3 1 0,-1-1 0,0 1 0,0 0 0,0 0 0,0 0 0,0 0 0,-1 0 0,1 1 0,0-1 0,5 3 0,2 1 0,1 0 0,-1 1 0,-1 1 0,14 9 0,-2-1 0,6 4 0,44 40 0,-70-58 0,-2-2 0,-8-10 0,-14-16 0,-49-38 0,4 3 0,65 60 0,1 1 0,-1 0 0,1-1 0,0 1 0,0-1 0,0 1 0,0-1 0,0 0 0,0 0 0,1 0 0,-1 0 0,-1-6 0,3 9 0,0-1 0,0 1 0,0 0 0,0-1 0,0 1 0,0 0 0,0-1 0,0 1 0,0 0 0,1-1 0,-1 1 0,0 0 0,0-1 0,0 1 0,0 0 0,1-1 0,-1 1 0,0 0 0,0 0 0,0-1 0,1 1 0,-1 0 0,0 0 0,1-1 0,-1 1 0,0 0 0,0 0 0,1 0 0,-1 0 0,0-1 0,1 1 0,-1 0 0,0 0 0,1 0 0,-1 0 0,0 0 0,1 0 0,-1 0 0,1 0 0,-1 0 0,0 0 0,1 0 0,-1 0 0,0 0 0,1 0 0,-1 0 0,0 0 0,1 1 0,-1-1 0,0 0 0,1 0 0,-1 0 0,0 1 0,20 7 0,10 7-1365,-17-9-5461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7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152 187 24575,'2'2'0,"16"17"0,-17-18 0,-1 0 0,1 0 0,0 0 0,-1 0 0,1 0 0,0 0 0,-1 0 0,0 0 0,1 0 0,-1 0 0,1 0 0,-1 0 0,0 0 0,0 0 0,0 0 0,0 0 0,0 0 0,0 2 0,0-3 0,0 0 0,-1 0 0,1 0 0,0 1 0,-1-1 0,1 0 0,0 0 0,-1 0 0,1 0 0,-1 0 0,1 0 0,0 0 0,-1 0 0,1 0 0,0 0 0,-1 0 0,1 0 0,0 0 0,-1 0 0,1 0 0,-1-1 0,1 1 0,0 0 0,-1 0 0,1 0 0,0 0 0,0-1 0,-1 1 0,1 0 0,0 0 0,-1-1 0,1 1 0,0-1 0,-13-8 0,13 9 0,-26-22 0,-33-35 0,49 45 0,0 0 0,1 0 0,0-1 0,1 0 0,-10-22 0,17 33 0,0 0 0,0 0 0,1 0 0,-1 0 0,1 0 0,-1 0 0,1-1 0,0 1 0,0 0 0,0 0 0,0 0 0,1-4 0,-1 6 0,0-1 0,0 1 0,0-1 0,1 1 0,-1-1 0,0 1 0,1-1 0,-1 1 0,0-1 0,1 1 0,-1-1 0,0 1 0,1 0 0,-1-1 0,1 1 0,-1-1 0,1 1 0,-1 0 0,2-1 0,-1 1 0,0 0 0,0-1 0,0 1 0,1 0 0,-1 0 0,0 0 0,0 0 0,0 0 0,0 1 0,0-1 0,1 0 0,-1 0 0,2 2 0,5 1-455,1 1 0,11 8 0,-8-5-6371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8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76 117 24575,'-3'0'0,"-1"0"0,0 0 0,1 0 0,-1 1 0,1-1 0,-1 1 0,1 0 0,0 0 0,-1 1 0,1-1 0,0 1 0,0-1 0,0 1 0,0 0 0,0 0 0,-4 4 0,6-4 0,-1 0 0,1 0 0,-1 0 0,1 0 0,-1 1 0,1-1 0,0 1 0,0-1 0,0 1 0,1-1 0,-1 1 0,0-1 0,1 1 0,0 0 0,0-1 0,0 1 0,0 0 0,0-1 0,0 1 0,1 0 0,-1-1 0,2 5 0,0-2 0,0 0 0,0 0 0,1 0 0,0 0 0,0-1 0,0 1 0,0-1 0,1 0 0,0 0 0,0 0 0,0 0 0,0 0 0,0-1 0,1 0 0,0 0 0,-1 0 0,1-1 0,0 1 0,10 2 0,-8-2 0,1-1 0,-1 0 0,1 0 0,0-1 0,0 0 0,0 0 0,0-1 0,0 0 0,0 0 0,0-1 0,0 0 0,-1 0 0,11-4 0,-17 5 0,1-1 0,0 0 0,0 1 0,-1-1 0,1 0 0,0 0 0,-1 0 0,1-1 0,-1 1 0,1 0 0,-1-1 0,0 1 0,1-1 0,-1 1 0,0-1 0,0 1 0,0-1 0,0 0 0,-1 0 0,1 1 0,0-1 0,-1 0 0,1 0 0,-1 0 0,1 0 0,-1 0 0,0 0 0,0 1 0,0-1 0,0 0 0,0 0 0,-1 0 0,1 0 0,0 0 0,-2-3 0,0-1 0,0-1 0,-1 1 0,1 0 0,-1 0 0,-1 0 0,1 0 0,-1 0 0,-8-9 0,-1 3 0,0 1 0,-1 0 0,-27-16 0,6 4 0,26 17 0,-13-9 0,21 14 0,0 1 0,0-1 0,0 0 0,0 0 0,0 0 0,0 0 0,1 0 0,-1 0 0,0 0 0,1 0 0,-1 0 0,0 0 0,1-1 0,-1-1 0,1 2 0,0 0 0,0 0 0,0 0 0,1 1 0,-1-1 0,0 0 0,0 0 0,1 0 0,-1 1 0,1-1 0,-1 0 0,1 0 0,-1 1 0,1-1 0,-1 0 0,1 1 0,0-1 0,-1 0 0,1 1 0,0-1 0,0 1 0,-1 0 0,1-1 0,0 1 0,0-1 0,0 1 0,0 0 0,-1 0 0,2-1 0,27-4 0,-16 5 0,0 0 0,0 1 0,-1 1 0,1 0 0,0 1 0,-1 1 0,13 4 0,9 3 0,106 38 0,-5-1 0,-123-44 0,-10-3 0,1 0 0,-1 0 0,0 0 0,1-1 0,-1 1 0,5 0 0,-7-2 0,0 1 0,1 0 0,-1 0 0,0 0 0,0 0 0,0 0 0,1 0 0,-1 0 0,0 0 0,0 0 0,0-1 0,0 1 0,1 0 0,-1 0 0,0 0 0,0 0 0,0 0 0,0-1 0,0 1 0,1 0 0,-1 0 0,0 0 0,0-1 0,0 1 0,0 0 0,0 0 0,0 0 0,0-1 0,0 1 0,0 0 0,0 0 0,0 0 0,0-1 0,0 1 0,0 0 0,0 0 0,0 0 0,0-1 0,0 1 0,0 0 0,0 0 0,0 0 0,-1-1 0,1 1 0,0 0 0,0 0 0,0 0 0,0 0 0,0-1 0,0 1 0,-1 0 0,1 0 0,0 0 0,-9-13 0,8 11 0,-36-43 35,27 35-315,0-1 0,1-1 0,1 0 0,-11-18 0,15 20-6546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19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146 218 24575,'6'23'0,"13"26"0,-16-42 0,0 0 0,1 0 0,0 0 0,0-1 0,1 1 0,0-1 0,8 8 0,-4-8 0,-11-12 0,-12-15 0,-55-61 0,-1 1 0,59 66 0,0-1 0,1 0 0,-13-29 0,21 40 0,0 0 0,0 1 0,1-1 0,0 0 0,0 0 0,0 0 0,0-7 0,1 11 0,0 0 0,0-1 0,0 1 0,0 0 0,1 0 0,-1 0 0,0 0 0,0 0 0,1-1 0,-1 1 0,1 0 0,-1 0 0,1 0 0,0 0 0,-1 0 0,1 0 0,0 1 0,-1-1 0,1 0 0,0 0 0,0 0 0,0 1 0,0-1 0,0 0 0,0 1 0,0-1 0,0 1 0,0-1 0,0 1 0,0-1 0,0 1 0,1 0 0,-1 0 0,0 0 0,0-1 0,2 1 0,7 1-124,0 0 0,-1 1 0,0 0 0,1 0 0,-1 1 0,0 0-1,0 1 1,-1 0 0,1 0 0,14 10 0,-13-6-6702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24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24575,'5'3'0,"1"-1"0,-1 1 0,0 0 0,1 0 0,-2 0 0,1 1 0,0 0 0,-1 0 0,1 0 0,-1 0 0,0 1 0,-1-1 0,4 6 0,5 10 0,-1 0 0,10 25 0,0-1 0,35 71 0,32 58 0,-102-189 0,-16-16 0,-16-16 0,11 8 0,-36-55 0,56 72 0,2 1 0,0-2 0,2 0 0,-13-37 0,23 58 0,0-1 0,0 0 0,0 0 0,0 1 0,1-1 0,0 0 0,0 0 0,0-5 0,0 8 0,0 0 0,1 0 0,-1 0 0,1 0 0,-1 0 0,1 0 0,-1 0 0,1-1 0,-1 2 0,1-1 0,0 0 0,0 0 0,-1 0 0,1 0 0,0 0 0,0 1 0,0-1 0,0 0 0,0 1 0,0-1 0,0 0 0,0 1 0,0 0 0,0-1 0,1 1 0,-1 0 0,0-1 0,0 1 0,0 0 0,2 0 0,7-1 0,0 1 0,1 0 0,-1 0 0,0 1 0,0 1 0,0 0 0,0 0 0,0 1 0,11 4 0,-14-5 0,-1 1 0,0 0 0,0 0 0,0 1 0,-1-1 0,1 1 0,-1 1 0,0-1 0,0 1 0,0-1 0,0 2 0,-1-1 0,0 0 0,6 11 0,-9-14 0,0 0 0,0 0 0,-1 0 0,1 0 0,0 0 0,-1 0 0,0 0 0,1 0 0,-1 0 0,0 0 0,0 0 0,0 1 0,0-1 0,-1 0 0,1 0 0,0 0 0,-1 0 0,-1 4 0,0-4 0,1 1 0,-1 0 0,0-1 0,0 1 0,0-1 0,0 1 0,-1-1 0,1 0 0,-1 0 0,1 0 0,-4 2 0,-3 1 0,0-1 0,0 0 0,0-1 0,0 0 0,-1 0 0,1-1 0,-13 2 0,-4-2-682,-28-2-1,39 0-6143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2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202 133 24575,'-26'-12'0,"-42"-18"0,59 27 0,1 0 0,-1 1 0,1 0 0,-1 0 0,-17 0 0,25 2 0,0 0 0,-1 0 0,1 0 0,0 0 0,0 0 0,-1 0 0,1 1 0,0-1 0,0 0 0,-1 1 0,1-1 0,0 1 0,0-1 0,0 1 0,0 0 0,0-1 0,0 1 0,-1 1 0,1-2 0,1 1 0,-1 0 0,1 0 0,-1 0 0,1-1 0,0 1 0,0 0 0,-1 0 0,1 0 0,0 0 0,0 0 0,0-1 0,0 1 0,0 0 0,0 0 0,0 0 0,0 0 0,0 0 0,1 1 0,0 2 0,1-1 0,-1 1 0,1 0 0,0-1 0,0 1 0,0-1 0,1 0 0,-1 0 0,6 5 0,0-1 0,1 0 0,-1-1 0,1 0 0,1 0 0,-1-1 0,1 0 0,0-1 0,0 0 0,0-1 0,1 0 0,-1-1 0,1 0 0,14 1 0,-23-3 0,0 0 0,0 0 0,0 0 0,0 0 0,0 0 0,-1-1 0,1 1 0,0-1 0,0 1 0,-1-1 0,1 1 0,0-1 0,-1 0 0,1 0 0,-1 0 0,1 0 0,-1 0 0,2-2 0,-2 2 0,0-1 0,0 1 0,-1 0 0,1-1 0,0 1 0,-1-1 0,1 1 0,-1-1 0,1 1 0,-1-1 0,0 1 0,0-1 0,0 0 0,0 1 0,0-1 0,0-2 0,-2-2 0,1 0 0,-1 1 0,1-1 0,-2 1 0,1-1 0,-1 1 0,1 0 0,-2 0 0,-6-9 0,1 4 17,0 1 0,-1-1 1,0 1-1,-1 1 0,0 0 0,-12-7 0,14 10-182,0 1 0,0-1 0,-1 2 0,1-1 0,-1 1 0,0 1 0,0 0 0,-17-2 0,14 4-6661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2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15 230 24575,'-1'0'0,"0"0"0,1 0 0,-1 0 0,0 1 0,0-1 0,0 0 0,0 0 0,1 0 0,-1 0 0,0 1 0,0-1 0,1 0 0,-1 1 0,-1 0 0,2-1 0,0 0 0,0 0 0,-1 1 0,1-1 0,0 0 0,0 1 0,0-1 0,0 0 0,0 0 0,-1 1 0,1-1 0,0 0 0,0 1 0,0-1 0,0 0 0,0 1 0,0-1 0,0 0 0,0 0 0,0 1 0,0-1 0,0 0 0,0 1 0,0 0 0,1 0 0,0 0 0,-1 0 0,1 1 0,0-1 0,0 0 0,0 0 0,0 0 0,-1 0 0,2 0 0,-1 0 0,0 0 0,0 0 0,0 0 0,2 0 0,6 4 0,1-1 0,0 0 0,-1-1 0,2 0 0,15 2 0,0-2 0,27 1 0,-46-4 0,-1 0 0,1 0 0,0-1 0,-1 0 0,1 0 0,-1 0 0,1-1 0,9-3 0,-15 4 0,1 0 0,0 0 0,-1 0 0,1 0 0,0-1 0,-1 1 0,0 0 0,1 0 0,-1-1 0,0 1 0,0-1 0,1 0 0,-1 1 0,0-1 0,-1 0 0,1 1 0,0-1 0,0 0 0,-1 0 0,1 0 0,-1 1 0,0-1 0,1 0 0,-1 0 0,0 0 0,0 0 0,0 0 0,0 0 0,-1 0 0,1 0 0,0 0 0,-1 1 0,-1-4 0,1 2 0,0 0 0,0 0 0,-1 0 0,0 0 0,1 0 0,-1 1 0,-5-6 0,5 6 0,0 0 0,1 0 0,-1-1 0,0 1 0,1-1 0,-1 0 0,0-3 0,1 6 0,1 0 0,0-1 0,0 1 0,0 0 0,1-1 0,-1 1 0,0 0 0,0 0 0,0-1 0,0 1 0,0 0 0,0-1 0,0 1 0,0 0 0,0 0 0,1-1 0,-1 1 0,0 0 0,0 0 0,0 0 0,1-1 0,-1 1 0,0 0 0,0 0 0,0 0 0,1 0 0,-1-1 0,0 1 0,0 0 0,1 0 0,-1 0 0,0 0 0,1 0 0,-1 0 0,0 0 0,0 0 0,1 0 0,-1 0 0,0 0 0,1 0 0,-1 0 0,0 0 0,0 0 0,1 0 0,-1 0 0,1 0 0,19 3 0,-16-3 0,9 2 0,8 1 0,1-1 0,27 0 0,-44-2 0,-1 0 0,1-1 0,0 1 0,0-1 0,-1 0 0,1 0 0,0-1 0,-1 1 0,1-1 0,-1 0 0,0-1 0,0 1 0,0 0 0,0-1 0,0 0 0,4-4 0,-6 5 0,0 0 0,-1 0 0,1 0 0,-1 0 0,0 0 0,0 0 0,0 0 0,0 0 0,0-1 0,0 1 0,0 0 0,-1 0 0,1-1 0,-1 1 0,0-1 0,0 1 0,1 0 0,-2-1 0,1 1 0,0-1 0,0 1 0,-1 0 0,1-1 0,-1 1 0,0 0 0,0-1 0,0 1 0,0 0 0,0 0 0,0 0 0,0 0 0,-1 0 0,-2-3 0,-1 0 0,0-1 0,-1 1 0,0 0 0,0 0 0,-1 1 0,1-1 0,-1 1 0,0 1 0,-8-4 0,-24-5-1365,23 8-5461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26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203 355 24575,'7'-20'0,"-1"0"0,7-38 0,-12 50 0,0-1 0,0 1 0,-1-1 0,0 0 0,-1 1 0,0-1 0,0 1 0,-1 0 0,-5-15 0,6 20 0,-1-1 0,0 1 0,0 0 0,0 0 0,0 0 0,0 0 0,-1 0 0,1 0 0,-1 1 0,0-1 0,0 1 0,0-1 0,0 1 0,0 0 0,-1 1 0,1-1 0,0 0 0,-1 1 0,1 0 0,-1 0 0,0 0 0,1 0 0,-1 1 0,0-1 0,0 1 0,1 0 0,-6 0 0,3 1 0,0-1 0,1 1 0,-1 0 0,1 0 0,-1 1 0,1 0 0,-1-1 0,1 2 0,0-1 0,0 1 0,0 0 0,0 0 0,1 0 0,-1 0 0,1 1 0,0 0 0,-6 6 0,6-4 0,0 0 0,0 0 0,0 1 0,1-1 0,0 1 0,1-1 0,-1 1 0,1 0 0,0 0 0,1 0 0,-1 9 0,2-13 0,0 0 0,0 0 0,0 0 0,0 0 0,1 0 0,-1 1 0,1-1 0,0 0 0,0 0 0,0 0 0,0-1 0,1 1 0,-1 0 0,1 0 0,-1-1 0,1 1 0,0-1 0,0 1 0,0-1 0,1 0 0,-1 0 0,0 0 0,1 0 0,0 0 0,-1-1 0,1 1 0,4 1 0,1 0 0,1 0 0,-1 0 0,0-1 0,1-1 0,-1 1 0,10-1 0,54-1 0,-36-1 0,186 9 0,-113 9 0,-108-16 0,1-1 0,-1 0 0,1 0 0,-1 1 0,1-1 0,-1 0 0,1 0 0,-1-1 0,1 1 0,-1 0 0,1 0 0,-1-1 0,1 1 0,-1-1 0,1 0 0,-1 1 0,1-1 0,-1 0 0,2-1 0,-2 1 0,0-1 0,0 1 0,0 0 0,-1-1 0,1 1 0,-1-1 0,1 1 0,-1-1 0,1 1 0,-1-1 0,0 1 0,0-1 0,0 1 0,0-1 0,0 0 0,0 1 0,0-1 0,0 1 0,-1-3 0,-2-7 0,-1 1 0,1-1 0,-2 1 0,1 0 0,-2 1 0,-11-18 0,11 19 0,1 0 0,0 0 0,1 0 0,-1-1 0,2 1 0,-1-1 0,1 0 0,0 0 0,-2-18 0,4 22 0,1 0 0,0-1 0,0 1 0,1 0 0,-1 0 0,1 0 0,1-1 0,-1 1 0,0 0 0,1 0 0,4-7 0,-4 9 0,0-1 0,1 1 0,-1 0 0,1 0 0,0 1 0,0-1 0,0 1 0,0-1 0,0 1 0,1 0 0,-1 0 0,1 0 0,-1 1 0,1-1 0,0 1 0,4-2 0,-5 3-65,8-4-195,0 2 0,0-1 0,0 2 0,12-1 0,-12 2-6566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34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2367 262 24575,'62'-18'0,"-19"5"0,1 2 0,45-6 0,187 3 0,-123 7 0,-28 0 0,130-7 0,3-1 0,-120 8 0,23-1 0,-120 8 0,207-8 0,-117 4 0,-20 2 0,-110 2 0,1 0 0,-1 0 0,0 0 0,0-1 0,0 1 0,0 0 0,0 0 0,1-1 0,-1 1 0,0-1 0,0 1 0,0-1 0,0 1 0,1-2 0,-2 2 0,0 0 0,0 0 0,0 0 0,0 0 0,0-1 0,0 1 0,0 0 0,0 0 0,0 0 0,0 0 0,0 0 0,0 0 0,0-1 0,0 1 0,0 0 0,0 0 0,0 0 0,0 0 0,0 0 0,0 0 0,0 0 0,0-1 0,0 1 0,0 0 0,0 0 0,0 0 0,0 0 0,0 0 0,-1 0 0,1 0 0,0 0 0,0 0 0,0 0 0,0 0 0,0-1 0,0 1 0,0 0 0,0 0 0,0 0 0,-1 0 0,-11-3 0,-340-13 0,287 16 0,-272 3 0,-1 19 0,-130 20-584,-391-22 584,509-35 0,224 10 117,-186-4 350,-169 9-467,459-1 0,-31-5 0,-18-2 0,-141 9 0,209-1 0,0 0 0,0 0 0,0 0 0,0 1 0,0 0 0,0-1 0,0 1 0,0 0 0,0 0 0,1 1 0,-1-1 0,0 1 0,-4 2 0,2 1 0,-1 0 0,1 1 0,0-1 0,-4 8 0,-2 0 0,4-5 0,0-1 0,0-1 0,-1 1 0,0-1 0,0-1 0,0 1 0,-18 7 0,8-4 0,24-11 0,-1 0 0,1 0 0,-1 0 0,1 1 0,0 0 0,11-1 0,43 1 0,-42 1 0,281-9 0,42-1-511,0-1 1,-140 2 510,567-34 0,-723 42 198,21-4 455,-62 3-493,-9 0-135,-10-2-40,-50-1 11,-88 4 0,79 2-147,-301 7-652,170-1 807,-743 31-4,644-9 89,226-18 346,-142 41-1,217-51-434,-19 7 0,19-4 0,14-2 0,298-15 0,-252 8 0,267-12 0,-207 13 0,51-4-188,506-19-205,-312 13 393,-215 8 0,169-3 0,11 1 0,6-9 581,-310 16-581,-13 1 0,1-1 0,0 0 0,-1 0 0,1-1 0,12-4 0,-22 4 0,-7 0 0,-9 1 0,-494 16-475,283-2 286,-108 7 189,-51 1 0,-73-9 0,80-15 0,4-15 51,223 15 562,972-12-1315,-683 8-133,927-29-457,-364 37 4121,-533-9-2829,-29 1 0,69-7 0,7-1 0,-204 15 0,-8 1 0,0-1 0,-1 0 0,1 0 0,0 0 0,0 0 0,-1 0 0,1 0 0,0-1 0,-1 0 0,1 1 0,0-1 0,-1 0 0,4-2 0,-6 3 0,0 0 0,0 0 0,0-1 0,0 1 0,0 0 0,0 0 0,0 0 0,0-1 0,0 1 0,0 0 0,0 0 0,-1 0 0,1-1 0,0 1 0,0 0 0,0 0 0,0 0 0,0 0 0,0 0 0,-1-1 0,1 1 0,0 0 0,0 0 0,0 0 0,0 0 0,-1 0 0,1 0 0,0 0 0,0-1 0,0 1 0,-1 0 0,1 0 0,0 0 0,0 0 0,0 0 0,-1 0 0,1 0 0,0 0 0,0 0 0,0 0 0,-1 0 0,-10-2 0,2 2 0,0 0 0,-1 0 0,1 1 0,-15 4 0,-17 1 0,-157 16 0,0 0 0,177-18 0,17-1 0,14 0 0,26 1 0,1-1 0,55-3 0,-34-1 0,345-7 0,-1-28 0,-347 28 0,266-46 0,-222 23 0,-37 10 0,-45 16 0,-9 2 0,1 0 0,15-2 0,-22 4 0,0 1 0,1 0 0,-1 0 0,0 0 0,1 0 0,-1 0 0,0 1 0,1-1 0,-1 1 0,0-1 0,0 1 0,1 0 0,-1 0 0,0 0 0,2 1 0,-3-2 0,-1 1 0,0-1 0,1 0 0,-1 0 0,1 1 0,-1-1 0,0 0 0,1 0 0,-1 1 0,0-1 0,1 0 0,-1 1 0,0-1 0,0 1 0,1-1 0,-1 0 0,0 1 0,0-1 0,0 1 0,1-1 0,-1 1 0,0-1 0,0 0 0,0 1 0,0-1 0,0 1 0,0-1 0,0 1 0,0-1 0,0 1 0,0-1 0,0 0 0,0 1 0,-1-1 0,1 1 0,0-1 0,0 1 0,0-1 0,-1 0 0,1 1 0,0-1 0,0 1 0,-1-1 0,1 0 0,0 1 0,-1-1 0,1 0 0,0 0 0,-1 1 0,1-1 0,0 0 0,-1 0 0,0 1 0,-2 1 0,1-1 0,-1 1 0,0-1 0,-1 0 0,1 1 0,-3-1 0,-36 7 0,1-3 0,-50 0 0,86-5 0,-493 4-887,287-5 913,64 1-590,-687-9-206,86 3 770,541 6 0,-166 10-637,206-5 603,-107 9 2274,-267 39-1614,448-39-626,-47 5 0,110-16 0,0-2 0,-49-4 0,42-4 0,28 4 0,-1 1 0,-18-1 0,20 2 0,-23 1 0,30 0 0,0 0 0,0 0 0,0 0 0,0 0 0,0 0 0,0 0 0,0 1 0,0-1 0,0 0 0,0 1 0,0-1 0,0 1 0,0-1 0,0 1 0,0-1 0,0 1 0,1 0 0,-1-1 0,0 1 0,0 0 0,0 1 0,1-1 0,0-1 0,0 1 0,0 0 0,0 0 0,0 0 0,0 0 0,0 0 0,0 0 0,0-1 0,1 1 0,-1 0 0,0 0 0,1 0 0,-1-1 0,1 1 0,-1 0 0,1 0 0,-1-1 0,1 1 0,-1 0 0,1-1 0,0 1 0,-1 0 0,1-1 0,0 1 0,-1-1 0,1 0 0,0 1 0,0-1 0,0 1 0,0-1 0,30 14 0,-31-14 0,29 9 0,-1-2 0,1-1 0,41 4 0,92-1 0,-123-7 0,1217-2-3730,-482-29 2302,-541 21 1203,160-9 97,69-3-35,-299 14 163,211-2 0,-87-1 4892,-138 3-4110,-149 6-782,3 0 0,-1 0 0,1-1 0,-1 1 0,1 0 0,0-1 0,-1 1 0,1-1 0,-1 0 0,0 0 0,5-2 0,-7 2 1,0 1 1,0 0-1,0 0 0,0 0 0,0 0 0,0-1 0,0 1 0,-1 0 0,1 0 1,0 0-1,0-1 0,0 1 0,0 0 0,0 0 0,0 0 0,-1 0 0,1 0 1,0 0-1,0-1 0,0 1 0,0 0 0,-1 0 0,1 0 0,0 0 0,0 0 1,0 0-1,-1 0 0,1 0 0,0 0 0,0 0 0,0 0 0,-1 0 0,1 0 1,0 0-1,0 0 0,0 0 0,-1 0 0,1 0 0,-10-1-1410,0 0-5417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39:58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1752 88 24575,'46'-4'0,"0"3"0,-1 1 0,1 2 0,0 2 0,-1 2 0,64 16 0,-58-8 0,1-4 0,74 7 0,-103-16 0,0-1 0,0-1 0,36-6 0,68-20 0,-39 7 0,386-56 0,4 49 0,-470 27 0,21 1 0,-27-1 0,0 0 0,0 1 0,0-1 0,0 1 0,0-1 0,-1 1 0,1 0 0,0-1 0,0 1 0,0 0 0,2 2 0,-4-3 0,0 0 0,0 0 0,0 1 0,0-1 0,1 0 0,-1 0 0,0 0 0,0 0 0,0 1 0,0-1 0,0 0 0,0 0 0,0 0 0,0 1 0,1-1 0,-1 0 0,0 0 0,0 1 0,0-1 0,0 0 0,0 0 0,0 1 0,0-1 0,0 0 0,0 0 0,0 0 0,-1 1 0,1-1 0,0 0 0,0 0 0,0 0 0,0 1 0,0-1 0,0 0 0,0 0 0,-1 1 0,-8 6 0,-14 3 0,-7-3 0,0-1 0,0-2 0,-58 2 0,-293-4 0,197-3 0,-281 9 0,405-5-4,-1060 29-535,433-66 539,336 12 0,333 22 9,-90-3 285,88 3-234,-1 2 0,1 0 0,-25 7 0,43-9-60,0 1 0,0-1 0,-1 1 0,1 0 0,0 0 0,0 0 0,0 0 0,0 0 0,0 1 0,1-1 0,-1 1 0,-2 2 0,3-4 0,1 0 0,0 0 0,0 1 0,0-1 0,0 1 0,-1-1 0,1 0 0,0 1 0,0-1 0,0 0 0,0 1 0,0-1 0,0 1 0,0-1 0,0 0 0,0 1 0,0-1 0,0 1 0,0-1 0,0 0 0,0 1 0,0-1 0,0 0 0,1 1 0,-1-1 0,0 1 0,1 0 0,0 0 0,0 0 0,0 0 0,0 0 0,0 0 0,1 0 0,-1-1 0,0 1 0,0 0 0,0-1 0,3 1 0,12 3 0,0-1 0,-1 0 0,1-1 0,0-1 0,0-1 0,20-1 0,-2 0 0,378-1-271,803 3-1148,-698 21 1221,0 18-83,-334-24 250,215-7 2016,-343-9-1770,-52 0-215,35-3 0,-36 3 0,-1 0 0,0 0 0,1 0 0,-1-1 0,0 1 0,1 0 0,-1-1 0,0 1 0,0-1 0,0 0 0,1 1 0,-1-1 0,0 0 0,0 0 0,0 1 0,0-1 0,0 0 0,0 0 0,0 0 0,0 0 0,-1 0 0,1 0 0,0-2 0,0 2 0,-1 0 0,0 1 0,0-1 0,-1 0 0,1 0 0,0 1 0,0-1 0,0 0 0,0 0 0,-1 1 0,1-1 0,0 0 0,-1 1 0,1-1 0,0 0 0,-1 1 0,1-1 0,-1 1 0,1-1 0,-1 1 0,0-1 0,1 1 0,-1-1 0,1 1 0,-1-1 0,0 1 0,1 0 0,-1-1 0,0 1 0,1 0 0,-1 0 0,0-1 0,-1 1 0,-30-7 0,25 6 0,-52-6 0,-1 2 0,-88 4 0,76 2 0,-181 8 0,128-4 0,-145 8-776,-190 5 824,-613-19-49,851-7-56,-89 2 836,297 6-777,-1 2-1,1-1 0,-1 2 1,-14 4-1,29-7-1,1 0 0,-1 0 0,0 0 0,0 0 0,0 1 0,0-1 0,0 0 0,1 0 0,-1 0 0,0 0 0,0 0 0,0 0 0,0 0 0,0 1 0,0-1 0,1 0 0,-1 0 0,0 0 0,0 0 0,0 1 0,0-1 0,0 0 0,0 0 0,0 0 0,0 1 0,0-1 0,0 0 0,0 0 0,0 0 0,0 0 0,0 1 0,0-1 0,0 0 0,0 0 0,0 0 0,0 1 0,0-1 0,0 0 0,0 0 0,0 0 0,0 0 0,-1 1 0,1-1 0,0 0 0,0 0 0,0 0 0,0 0 0,0 0 0,0 0 0,-1 1 0,1-1 0,0 0 0,0 0 0,0 0 0,0 0 0,-1 0 0,1 0 0,0 0 0,0 0 0,0 0 0,0 0 0,-1 0 0,1 0 0,0 0 0,15 5 0,41 7 0,88 5 0,61-8 0,-103-6 0,259 2-1007,-9 1 1078,-187 0-71,526 11 0,-680-17-11,230-4-347,-162 0 783,81-17-1,-136 15-268,0 0 0,34-15 1,-16 5-170,-37 14-40,10-3 98,-1 0 0,2 1 0,20-3 0,-32 6-116,-1 1 0,1-1 0,-1 1 0,1 0 0,-1 0 0,1 1 0,0-1-1,-1 1 1,0 0 0,1 0 0,-1 0 0,1 0 0,-1 0 0,0 1 0,0 0 0,0-1 0,0 1 0,0 0 0,0 1 0,4 4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18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96 24575,'0'0'0,"1"-1"0,-1 0 0,0 1 0,1-1 0,-1 0 0,1 1 0,-1-1 0,1 0 0,-1 1 0,1-1 0,-1 1 0,1-1 0,0 1 0,-1-1 0,1 1 0,0 0 0,-1-1 0,1 1 0,0 0 0,-1-1 0,1 1 0,0 0 0,0 0 0,-1 0 0,1 0 0,0 0 0,1 0 0,22-2 0,-19 2 0,1 1 0,0 0 0,-1 0 0,0 0 0,1 1 0,-1 0 0,0 0 0,0 0 0,0 1 0,0 0 0,0 0 0,0 0 0,4 5 0,7 6 0,-1 0 0,16 21 0,-7-7 0,43 51 0,19 19 0,3-5 0,85 115 0,-143-168 0,55 55 0,-80-89 0,1 0 0,-1-1 0,1 0 0,11 7 0,-15-11 0,0 1 0,0-1 0,-1 0 0,1 0 0,0 0 0,0 0 0,0-1 0,0 1 0,0-1 0,0 1 0,0-1 0,1 0 0,-1 0 0,0-1 0,5 0 0,-8 1 0,0 0 0,1 0 0,-1 0 0,0 0 0,0 0 0,1 0 0,-1 0 0,0-1 0,1 1 0,-1 0 0,0 0 0,0 0 0,1 0 0,-1 0 0,0-1 0,0 1 0,1 0 0,-1 0 0,0-1 0,0 1 0,0 0 0,0 0 0,1-1 0,-1 1 0,0 0 0,0 0 0,0-1 0,0 1 0,0 0 0,0-1 0,0 1 0,-5-9 0,-16-6 0,19 14 0,-5-3 0,-41-25 0,2-1 0,-72-63 0,52 33 0,-82-83 0,59 41 0,-82-123 0,146 189 0,-47-51 0,70 85 11,0 0 0,0 0 0,0 0 0,-1 0 0,1 1 0,0-1-1,-1 1 1,1-1 0,-1 1 0,-2-1 0,4 1-59,0 1 0,0 0 0,0 0 0,0 0 0,0 0 1,0 0-1,0 0 0,0 0 0,0 0 0,0 1 0,0-1 0,0 0 0,0 1 0,0-1 0,0 0 1,0 1-1,0-1 0,0 1 0,0 0 0,1-1 0,-1 1 0,0 0 0,0-1 0,1 1 0,-1 0 0,0 0 1,1-1-1,-1 1 0,1 0 0,-1 1 0,-6 10-6778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1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17 24575,'-1'-4'0,"-3"-7"0,3 9 0,3 9 0,45 190 0,-31-95 0,-14-90-1365,1-3-5461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0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43 24575,'14'-8'0,"1"1"0,0 1 0,1 1 0,0 0 0,25-4 0,-35 8 0,0 0 0,1 1 0,-1 0 0,0 0 0,0 0 0,0 1 0,0 0 0,0 0 0,0 1 0,0 0 0,0 0 0,0 0 0,-1 0 0,1 1 0,-1 0 0,1 0 0,8 8 0,-7-4 0,1 0 0,-1 1 0,-1 0 0,1 0 0,-1 0 0,-1 1 0,1 0 0,3 10 0,-6-14 0,-1 1 0,0 0 0,0 0 0,-1 0 0,1 0 0,-1 0 0,-1 0 0,1 0 0,-1 0 0,0 0 0,0 0 0,-1 0 0,0 0 0,-3 11 0,3-14 0,0 0 0,0 0 0,0 0 0,-1-1 0,0 1 0,1 0 0,-1-1 0,0 0 0,0 1 0,0-1 0,-1 0 0,1 0 0,-5 3 0,2-2 0,1-1 0,-1 0 0,0 1 0,0-2 0,-1 1 0,1 0 0,-7 0 0,-1-1 0,0 0 0,1 0 0,-1-1 0,0-1 0,-24-4 0,22 1 0,-1 0 0,1-1 0,1-1 0,-1 0 0,1-1 0,0-1 0,1 0 0,-1-1 0,-11-10 0,22 17 0,1-1 0,-1 1 0,1 0 0,0-1 0,0 0 0,0 1 0,0-1 0,0 0 0,1 0 0,-1 0 0,1 0 0,0 0 0,0 0 0,0-1 0,0 1 0,1 0 0,-1-4 0,1 4 0,0 1 0,0-1 0,0 1 0,1-1 0,-1 1 0,1 0 0,-1-1 0,1 1 0,0 0 0,0 0 0,0-1 0,0 1 0,1 0 0,-1 0 0,0 0 0,1 0 0,-1 0 0,1 1 0,0-1 0,0 0 0,0 1 0,0-1 0,3-1 0,9-4-1365,-2 3-5461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0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24575,'-3'15'0,"3"10"0,2 5 0,2 0 0,2 0 0,3 0 0,2-1 0,2 1 0,1-4 0,1 0 0,-3 0 0,0-3 0,0 1 0,0-2 0,-2-2 0,1-2 0,-3-1 0,-2-5-8191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1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192 146 24575,'-24'-9'0,"-51"-14"0,67 21 0,1 1 0,0 0 0,-1 0 0,1 0 0,-1 1 0,0 0 0,-13 3 0,20-3 0,0 0 0,0 0 0,0 0 0,0 1 0,1-1 0,-1 0 0,0 1 0,0-1 0,0 0 0,0 1 0,1-1 0,-1 1 0,0-1 0,0 1 0,1-1 0,-1 1 0,0 0 0,1-1 0,-1 1 0,1 0 0,-1 0 0,0 1 0,1-1 0,0 0 0,0 0 0,0 0 0,0 0 0,0 0 0,0-1 0,0 1 0,0 0 0,1 0 0,-1 0 0,0 0 0,1 0 0,-1 0 0,0 0 0,1 0 0,-1-1 0,2 2 0,1 3 0,1 0 0,1-1 0,-1 1 0,0-1 0,7 4 0,6 4 0,-1-2 0,2 0 0,-1 0 0,37 12 0,-43-18 0,-1-1 0,1-1 0,0 1 0,0-2 0,0 0 0,0 0 0,0-1 0,0 0 0,0-1 0,17-3 0,-24 3 0,1 0 0,-1 0 0,1-1 0,-1 0 0,1 0 0,-1 0 0,0-1 0,0 0 0,5-3 0,-7 4 0,-1 1 0,0 0 0,1-1 0,-1 1 0,0-1 0,0 0 0,0 1 0,0-1 0,0 0 0,0 0 0,0 0 0,0 1 0,-1-1 0,1 0 0,-1 0 0,0 0 0,1 0 0,-1 0 0,0 0 0,0 0 0,0 0 0,0 0 0,-1 0 0,0-4 0,-2-2 0,0 1 0,-1-1 0,0 0 0,0 1 0,0 0 0,-1 0 0,0 0 0,-1 1 0,1-1 0,-1 1 0,-11-8 0,1 2 0,0 0 0,-1 1 0,-33-15 0,43 22 15,0 1 0,0 1 0,-1-1 0,1 1 0,0 0 0,-1 1 0,-11-1 0,17 2-59,0 0 1,0 0-1,0 0 0,0 0 1,0 1-1,1-1 0,-1 1 1,0-1-1,0 1 0,0 0 1,0 0-1,1 0 0,-1 0 1,0 0-1,1 0 0,-1 0 0,1 0 1,-1 1-1,1-1 0,0 1 1,-1-1-1,1 1 0,0-1 1,0 1-1,0 0 0,0-1 1,0 1-1,1 0 0,-1 0 1,0 0-1,1 0 0,-1 0 1,1 2-1,-2 8-6782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1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63 24575,'-1'0'0,"-23"-15"0,-28-14 0,45 26 0,0 0 0,1 0 0,-1 1 0,0 0 0,0 0 0,0 1 0,0 0 0,0 0 0,-14 1 0,20 0 0,-1 0 0,1 0 0,0 1 0,-1-1 0,1 0 0,-1 1 0,1-1 0,0 1 0,0-1 0,-1 1 0,1 0 0,0 0 0,0-1 0,0 1 0,0 0 0,0 0 0,0 0 0,0 0 0,0 0 0,0 0 0,0 0 0,1 1 0,-1-1 0,0 0 0,1 0 0,-1 1 0,1-1 0,-1 0 0,1 1 0,0-1 0,-1 0 0,1 1 0,0-1 0,0 1 0,0-1 0,0 0 0,1 3 0,-1 2 0,1 0 0,0-1 0,1 1 0,-1-1 0,1 1 0,0-1 0,1 0 0,2 6 0,1-2 0,1-1 0,-1 0 0,1 0 0,0 0 0,1-1 0,14 11 0,0-2 0,34 17 0,-46-27 0,1-1 0,0-1 0,0 0 0,1 0 0,20 3 0,-27-6 0,1 0 0,0-1 0,-1 1 0,1-1 0,0-1 0,0 1 0,-1-1 0,1 0 0,0 0 0,-1 0 0,1-1 0,-1 0 0,11-5 0,-14 5 0,0 1 0,1-1 0,-1 0 0,0 0 0,0 0 0,-1-1 0,1 1 0,0 0 0,-1-1 0,1 1 0,-1-1 0,0 1 0,1-4 0,-1 5 0,-1 0 0,1 0 0,-1 0 0,0-1 0,0 1 0,0 0 0,1 0 0,-1 0 0,0-1 0,0 1 0,-1 0 0,1 0 0,0 0 0,0 0 0,0-1 0,-1 1 0,1 0 0,-1 0 0,1 0 0,-1 0 0,1 0 0,-1 0 0,0 0 0,1 0 0,-1 0 0,0 0 0,0 0 0,0 0 0,0 1 0,0-1 0,0 0 0,0 1 0,-1-2 0,1 2 0,0 0 0,0-1 0,0 1 0,0 0 0,1 0 0,-1 0 0,0 0 0,0 0 0,0 0 0,0 0 0,0 0 0,0 0 0,0 0 0,0 1 0,0-1 0,0 0 0,0 1 0,1-1 0,-1 0 0,0 1 0,0-1 0,0 1 0,1-1 0,-1 1 0,0 0 0,1-1 0,-1 1 0,0 0 0,1 0 0,-1-1 0,1 1 0,-1 0 0,0 1 0,-2 4 0,0 0 0,0 0 0,-3 8 0,5-13 0,-6 21 0,0 0 0,-7 45 0,3 46 0,-2 13 0,13-125 0,0 1 0,0-1 0,0 0 0,-1 0 0,1 0 0,0 1 0,-1-1 0,1 0 0,0 0 0,-1 0 0,0 0 0,1 0 0,-1 0 0,1 0 0,-1 0 0,0 0 0,0 0 0,0 0 0,0 0 0,0 0 0,1-1 0,-1 1 0,0 0 0,-1-1 0,1 1 0,0-1 0,-1 1 0,0-1 0,1 0 0,0 0 0,-1 0 0,1-1 0,0 1 0,-1-1 0,1 1 0,0-1 0,0 1 0,-1-1 0,1 0 0,0 1 0,0-1 0,0 0 0,0 0 0,0 0 0,0 0 0,0 0 0,0 0 0,1 0 0,-1 0 0,0-1 0,1 1 0,-2-2 0,-1-2 0,1-1 0,0 0 0,0 0 0,0-1 0,0 1 0,1 0 0,0 0 0,0-11 0,1-4 0,3-28 0,-2 43-68,0 0 0,0 0-1,1 0 1,0 0 0,0 1 0,1-1-1,0 1 1,-1-1 0,2 1 0,-1 0-1,1 0 1,0 0 0,0 1 0,0-1-1,0 1 1,1 0 0,0 0-1,0 1 1,7-5 0,0 2-6758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2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24575,'0'4'0,"0"5"0,0 3 0,0 2 0,2-1 0,1-1 0,3 0 0,0 1 0,1 0 0,2-2 0,0 0 0,1 0 0,-2-1-8191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51 115 24575,'-3'-3'0,"0"1"0,-1 0 0,1 0 0,0 0 0,-1 1 0,0-1 0,-5-1 0,9 3 0,-1 0 0,1 0 0,-1 0 0,0 0 0,1 0 0,-1 0 0,0 0 0,1 0 0,-1 0 0,0 0 0,1 0 0,-1 1 0,0-1 0,1 0 0,-1 0 0,1 1 0,-1-1 0,1 0 0,-1 1 0,0-1 0,0 1 0,1 0 0,-1 0 0,1 0 0,-1 0 0,1-1 0,0 1 0,-1 0 0,1 0 0,0 0 0,-1 0 0,1 0 0,0 0 0,0 0 0,0 0 0,0 0 0,0 0 0,0 2 0,1 2 0,1 0 0,-1 1 0,1-1 0,-1 0 0,2 0 0,-1 0 0,0 0 0,1 0 0,0-1 0,0 1 0,0-1 0,5 5 0,-1-2 0,0 1 0,0-1 0,1 0 0,0-1 0,14 9 0,-14-12 0,-1 1 0,0-1 0,0 0 0,1 0 0,0-1 0,0 0 0,-1-1 0,12 1 0,-16-1 0,1-1 0,-1 0 0,0 0 0,1-1 0,-1 1 0,1-1 0,-1 1 0,0-1 0,1 0 0,-1-1 0,0 1 0,0 0 0,0-1 0,0 0 0,0 0 0,0 0 0,0 0 0,0 0 0,-1 0 0,1-1 0,2-3 0,-2 1 0,0 0 0,0 0 0,-1-1 0,1 1 0,-1-1 0,0 1 0,-1-1 0,1 0 0,-1 0 0,-1 0 0,1 0 0,-1 0 0,0 0 0,0 0 0,0 1 0,-1-1 0,0 0 0,0 0 0,-3-6 0,2 4 0,-1 1 0,0-1 0,0 1 0,-1-1 0,0 1 0,-1 0 0,1 1 0,-1-1 0,0 1 0,-1 0 0,0 0 0,0 1 0,-10-9 0,14 13 6,0 0 0,1 0 0,-1 0 0,0 1 0,0-1 0,0 0 0,0 1 0,0-1 0,0 1 0,0-1 0,0 1 0,0 0 0,0 0 0,0 0 0,0 0 0,0 0 0,0 0 0,0 1 0,-3 0 0,1 1-192,0 0 1,0 0-1,-1 0 0,2 1 1,-1-1-1,0 1 1,-4 4-1,-4 4-6640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96 24575,'-1'-21'0,"-1"1"0,-7-29 0,9 49 0,0 0 0,0 0 0,0-1 0,0 1 0,0 0 0,0 0 0,0 0 0,0-1 0,0 1 0,0 0 0,0 0 0,0 0 0,0-1 0,0 1 0,0 0 0,0 0 0,0 0 0,0 0 0,-1 0 0,1-1 0,0 1 0,0 0 0,0 0 0,0 0 0,0 0 0,0 0 0,-1 0 0,1-1 0,0 1 0,0 0 0,0 0 0,0 0 0,-1 0 0,1 0 0,0 0 0,-1 0 0,-4 6 0,-5 16 0,8-19 0,-69 176 0,60-148 0,3 2 0,0-1 0,-4 60 0,10-72 0,2 1 0,0-1 0,2 0 0,0 0 0,1 0 0,1 0 0,1 0 0,0-1 0,2 0 0,0 0 0,1 0 0,1-1 0,1-1 0,1 1 0,0-2 0,1 1 0,16 16 0,3 2-64,-5-7-586,34 31-1,-51-52-6175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6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24575,'12'-12'0,"0"1"0,0 0 0,1 1 0,1 1 0,-1 0 0,18-8 0,-24 14 0,0 0 0,1 0 0,-1 1 0,0 0 0,1 1 0,-1-1 0,1 1 0,-1 1 0,1 0 0,0 0 0,-1 0 0,1 1 0,-1 0 0,1 0 0,10 4 0,-10-2 0,0 0 0,0 0 0,0 0 0,-1 1 0,0 1 0,8 4 0,-14-8 0,0 0 0,0 0 0,1 0 0,-1 0 0,0 0 0,0 0 0,0 0 0,0 0 0,0 0 0,-1 1 0,1-1 0,0 0 0,0 0 0,-1 1 0,1-1 0,-1 1 0,1-1 0,-1 0 0,0 1 0,0-1 0,1 1 0,-1-1 0,0 1 0,0-1 0,0 1 0,-1-1 0,1 1 0,0-1 0,0 0 0,-1 1 0,1-1 0,-1 1 0,0-1 0,1 0 0,-1 1 0,0-1 0,1 0 0,-1 0 0,0 0 0,0 1 0,-2 0 0,-2 3 0,-1 0 0,0-1 0,1 0 0,-2 0 0,1 0 0,0-1 0,-9 4 0,6-4 0,1 2 0,-17 10 0,24-15 0,0 1 0,0-1 0,0 1 0,0 0 0,1-1 0,-1 1 0,0 0 0,0 0 0,1 0 0,-1 0 0,0 0 0,1-1 0,-1 1 0,1 0 0,-1 0 0,1 1 0,-1-1 0,1 0 0,0 0 0,-1 0 0,1 0 0,0 0 0,0 0 0,0 0 0,0 0 0,0 1 0,0-1 0,0 0 0,1 0 0,-1 0 0,0 0 0,0 0 0,1 0 0,-1 0 0,1 0 0,-1 0 0,1 0 0,0 0 0,-1 0 0,2 2 0,3 2 0,0 0 0,1 0 0,-1-1 0,1 0 0,8 5 0,-11-7 0,53 29 0,-41-23 0,1 0 0,-1 1 0,27 21 0,-41-29 0,0 0 0,0 0 0,0-1 0,0 1 0,-1 0 0,1 0 0,0 0 0,-1 0 0,1 0 0,0 0 0,-1 0 0,1 0 0,-1 0 0,0 0 0,1 0 0,-1 0 0,0 0 0,0 0 0,1 0 0,-1 1 0,0-1 0,0 2 0,-1-2 0,0 1 0,1-1 0,-1 0 0,1 0 0,-1 1 0,0-1 0,0 0 0,0 0 0,0 0 0,0 1 0,0-1 0,0 0 0,0-1 0,0 1 0,-2 1 0,-4 2 0,-1 0 0,0 0 0,0-1 0,-15 4 0,-34 8-13,26-8-663,-52 20 0,71-22-6150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6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0 24575,'-27'5'0,"-12"2"0,-3 1 0,0 1 0,5 0 0,6-1 0,3 0 0,5 0 0,3 0 0,2 1 0,0 0 0,1 0 0,0-2 0,3 2 0,4-2-8191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7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24575,'7'-3'0,"-1"0"0,1 1 0,1 0 0,-1 0 0,0 1 0,0 0 0,1 0 0,-1 1 0,0 0 0,1 0 0,-1 1 0,0-1 0,0 2 0,1-1 0,-1 1 0,0 0 0,11 5 0,-14-5 0,0 0 0,0 0 0,0 0 0,-1 0 0,1 1 0,-1-1 0,1 1 0,-1 0 0,0 0 0,0 0 0,0 1 0,-1-1 0,1 1 0,-1-1 0,0 1 0,0 0 0,0 0 0,0 0 0,0 0 0,-1 0 0,0 0 0,0 0 0,0 1 0,-1-1 0,1 0 0,-1 1 0,0-1 0,0 0 0,-1 1 0,-1 6 0,-5 21 0,-20 47 0,27-78 0,-1 0 0,1 0 0,-1 0 0,1 0 0,0 0 0,0 0 0,-1 0 0,1 0 0,0 0 0,0 0 0,0 0 0,0 0 0,0 0 0,1 0 0,-1 0 0,0 0 0,0 0 0,1 0 0,-1 0 0,0 0 0,1 0 0,0 1 0,0-1 0,0 0 0,0 0 0,1 0 0,-1 0 0,0 0 0,0 0 0,1-1 0,-1 1 0,0-1 0,1 1 0,-1-1 0,0 1 0,1-1 0,1 1 0,6 0 0,0-1 0,0 0 0,0 0 0,10-2 0,-19 2 0,14-2-151,0 0-1,-1-1 0,1-1 0,-1-1 1,0 0-1,0 0 0,-1-1 1,23-14-1,-24 11-6674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27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24575,'55'47'-40,"93"104"0,-118-115-104,-2 1-1,-2 1 1,-1 1 0,21 47 0,-40-72 194,0 0 0,-1 0 0,0 0 0,-1 0 0,-1 1 0,0 0 0,1 24 1,-4-31-23,-1 1 1,1 0-1,-2 0 1,1 0 0,-1-1-1,0 1 1,-1 0 0,0-1-1,0 0 1,-1 0-1,0 0 1,0 0 0,-11 13-1,0-3-1393,2-4-5461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2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8 192 24575,'-2'-5'0,"1"-1"0,0 1 0,0 0 0,0-1 0,0 1 0,1-1 0,0 1 0,0-1 0,0 1 0,1 0 0,0-1 0,0 1 0,0-1 0,1 1 0,0 0 0,2-5 0,-1 4 0,0 0 0,1 0 0,0 1 0,0 0 0,1 0 0,-1 0 0,1 0 0,0 1 0,0-1 0,1 1 0,-1 1 0,12-7 0,-4 5 0,-1 0 0,1 1 0,0 1 0,1 0 0,-1 0 0,0 2 0,1-1 0,-1 2 0,1 0 0,25 3 0,-35-3 0,-1 1 0,1 0 0,-1 0 0,1 0 0,-1 0 0,0 0 0,1 1 0,-1-1 0,0 1 0,0 0 0,0 0 0,0 0 0,-1 0 0,4 3 0,-2-1 0,-1 0 0,0 1 0,0-1 0,-1 0 0,1 1 0,-1 0 0,0-1 0,3 10 0,-2-1 0,0 1 0,-1-1 0,-1 0 0,0 1 0,-1-1 0,-2 23 0,1-26 0,-2 0 0,1 0 0,-1 0 0,-1-1 0,0 1 0,0-1 0,-1 0 0,0 0 0,0 0 0,-1 0 0,-1-1 0,-6 7 0,-14 14 0,-55 43 0,66-58 0,-2-1 0,13-9 0,0 0 0,-1 0 0,1 0 0,1 1 0,-7 7 0,10-11 0,1-1 0,0 0 0,0 0 0,0 1 0,0-1 0,-1 0 0,1 0 0,0 1 0,0-1 0,0 0 0,0 1 0,0-1 0,0 0 0,0 1 0,0-1 0,0 0 0,0 1 0,0-1 0,0 0 0,0 1 0,0-1 0,0 0 0,0 0 0,0 1 0,0-1 0,0 0 0,1 1 0,-1-1 0,0 0 0,0 1 0,0-1 0,1 0 0,-1 0 0,0 0 0,0 1 0,0-1 0,1 0 0,-1 0 0,0 1 0,0-1 0,1 0 0,-1 0 0,0 0 0,1 0 0,-1 0 0,0 0 0,1 0 0,-1 1 0,0-1 0,1 0 0,19 2 0,-18-2 0,66 1 0,121-15 0,-176 14 0,-10 0 0,0-1 0,0 1 0,-1 0 0,1-1 0,0 1 0,0-1 0,5-2 0,-5 0-1365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3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70 24575,'1'-8'0,"4"-16"0,-5 23 0,0-1 0,1 1 0,-1 0 0,0 0 0,1 0 0,-1 0 0,1 0 0,0 0 0,-1 0 0,1 0 0,0 0 0,0 0 0,-1 0 0,1 0 0,2-1 0,-3 2 0,1 0 0,-1 0 0,0 0 0,1 0 0,-1 0 0,0 0 0,0 0 0,1 1 0,-1-1 0,0 0 0,1 0 0,-1 0 0,0 0 0,1 0 0,-1 0 0,0 1 0,0-1 0,1 0 0,-1 0 0,0 0 0,0 1 0,0-1 0,1 0 0,-1 0 0,0 1 0,0-1 0,0 0 0,0 1 0,1-1 0,-1 0 0,0 0 0,0 1 0,0-1 0,0 1 0,5 13 0,-5-11 0,6 19 0,-2 1 0,-1 0 0,-1 0 0,-1 1 0,-1-1 0,-5 42 0,-1-31 0,-1-1 0,-2 0 0,-2 0 0,-1-1 0,-17 32 0,28-61 0,-12 20 0,13-22 0,-1 0 0,1 0 0,-1 0 0,1 0 0,-1 0 0,0-1 0,1 1 0,-1 0 0,0 0 0,0-1 0,0 1 0,1 0 0,-1-1 0,0 1 0,0-1 0,0 1 0,0-1 0,0 1 0,-2-1 0,3 0 0,0 0 0,-1 0 0,1 0 0,0-1 0,0 1 0,0 0 0,-1 0 0,1 0 0,0-1 0,0 1 0,0 0 0,0 0 0,-1-1 0,1 1 0,0 0 0,0-1 0,0 1 0,0 0 0,0 0 0,0-1 0,0 1 0,0 0 0,0-1 0,0 1 0,0 0 0,0-1 0,0 1 0,0 0 0,0 0 0,0-1 0,0 1 0,0 0 0,1-1 0,3-12 0,-4 12 0,18-52 0,0 0 0,21-94 0,-32 100 0,-2 0 0,-1-60 0,-4 99 0,0 5 0,-1 1 0,1-1 0,0 0 0,1 1 0,-1-1 0,0 0 0,1 1 0,1-5 0,-2 7 0,0 0 0,0-1 0,0 1 0,0 0 0,0 0 0,0 0 0,0 0 0,0 0 0,1-1 0,-1 1 0,0 0 0,0 0 0,0 0 0,0 0 0,1 0 0,-1 0 0,0 0 0,0 0 0,0-1 0,0 1 0,1 0 0,-1 0 0,0 0 0,0 0 0,0 0 0,1 0 0,-1 0 0,0 0 0,0 0 0,0 0 0,0 0 0,1 0 0,-1 0 0,0 1 0,0-1 0,0 0 0,1 0 0,-1 0 0,0 0 0,0 0 0,0 0 0,0 0 0,0 0 0,1 1 0,-1-1 0,0 0 0,0 0 0,0 0 0,9 10 0,-8-8 0,36 43 0,2-2 0,2-1 0,52 41 0,47 17 0,-77-56 0,-60-42 0,9 7 0,-11-5 0,-8-1 0,-26-2 0,0-1 0,0-2 0,-60-10 0,70 8 0,-60-4-249,-129 3 0,167 5-618,30 0-5959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5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1267 1 24575,'9'0'0,"-6"0"0,0-1 0,1 1 0,-1 0 0,1 1 0,-1-1 0,0 1 0,1-1 0,-1 1 0,0 0 0,5 2 0,-8-3 0,1 0 0,-1 0 0,0 1 0,0-1 0,0 0 0,1 0 0,-1 0 0,0 0 0,0 0 0,0 1 0,1-1 0,-1 0 0,0 0 0,0 0 0,0 0 0,0 1 0,0-1 0,1 0 0,-1 0 0,0 1 0,0-1 0,0 0 0,0 0 0,0 0 0,0 1 0,0-1 0,0 0 0,0 0 0,0 1 0,0-1 0,0 0 0,0 0 0,0 1 0,0-1 0,0 0 0,-8 7 0,-14 1 0,22-8 0,-39 9 0,0-2 0,-71 3 0,55-6 0,-270 12-608,-1-17 644,148 0-61,177 1 16,-35 0 69,-36 5 0,62-4-158,0 1 1,1 0-1,-1 0 0,1 1 1,-1 0-1,1 1 0,0 0 1,-15 9-1,15-5-6728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6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1 116 24575,'0'-4'0,"0"0"0,0 0 0,1 0 0,0 0 0,-1 0 0,2 0 0,-1 0 0,0 0 0,1 0 0,0 1 0,-1-1 0,2 1 0,-1-1 0,0 1 0,1 0 0,-1-1 0,5-2 0,-3 2 0,1 1 0,0-1 0,-1 1 0,1 0 0,1 0 0,-1 1 0,0 0 0,1-1 0,-1 2 0,1-1 0,9-1 0,-5 2 0,15-4 0,1 2 0,-1 0 0,48 3 0,-70 0 0,-1 1 0,0-1 0,0 1 0,0 0 0,1 0 0,-1 0 0,0 0 0,0 0 0,0 0 0,0 1 0,-1-1 0,1 0 0,0 1 0,-1 0 0,1-1 0,0 1 0,-1 0 0,0 0 0,0 0 0,1 0 0,-1 0 0,1 4 0,2 5 0,0 0 0,-1 0 0,3 16 0,-2-7 0,0-3 0,-1 0 0,-1 0 0,0 0 0,-1 0 0,-1 0 0,-1 0 0,-4 24 0,4-35 0,-1 0 0,0 0 0,0 0 0,-1-1 0,0 1 0,0-1 0,0 1 0,-5 5 0,-4 4 0,-20 17 0,20-20 0,0 1 0,-10 14 0,21-27 0,1 1 0,-1-1 0,1 1 0,-1-1 0,1 1 0,0 0 0,-1-1 0,1 1 0,0-1 0,-1 1 0,1 0 0,0-1 0,0 1 0,-1 0 0,1 0 0,0-1 0,0 1 0,0 0 0,0-1 0,0 1 0,0 0 0,0 0 0,0-1 0,0 1 0,1 0 0,-1-1 0,0 1 0,0 0 0,1-1 0,-1 1 0,0 0 0,1-1 0,-1 1 0,1-1 0,-1 1 0,0 0 0,1-1 0,-1 1 0,1-1 0,0 0 0,-1 1 0,1-1 0,-1 1 0,1-1 0,0 0 0,-1 1 0,1-1 0,0 0 0,-1 0 0,1 0 0,0 1 0,-1-1 0,1 0 0,1 0 0,6 1 0,0 0 0,-1 0 0,16-1 0,-20 0 0,21-1 0,33-7 0,-17 2 0,-11 3 0,-11 2 0,1-2 0,-1 0 0,0-1 0,1 0 0,17-8 0,-24 5-1365,-3-1-5461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6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24 24575,'0'0'0,"-3"-17"0,3 17 0,0 0 0,0-1 0,0 1 0,0 0 0,0 0 0,0-1 0,0 1 0,0 0 0,1 0 0,-1-1 0,0 1 0,0 0 0,0 0 0,0-1 0,0 1 0,0 0 0,1 0 0,-1-1 0,0 1 0,0 0 0,0 0 0,1 0 0,-1 0 0,0-1 0,0 1 0,1 0 0,-1 0 0,0 0 0,0 0 0,1 0 0,-1 0 0,0 0 0,0 0 0,1-1 0,-1 1 0,0 0 0,0 0 0,1 0 0,-1 0 0,0 0 0,0 1 0,1-1 0,-1 0 0,0 0 0,1 0 0,-1 0 0,0 0 0,0 0 0,0 0 0,1 0 0,-1 1 0,0-1 0,0 0 0,1 0 0,-1 0 0,0 0 0,0 1 0,1-1 0,3 3 0,1 1 0,-1-1 0,1 1 0,-1 0 0,0 0 0,6 8 0,21 33 0,-23-32 0,5 6 0,22 37 0,-31-49 0,0 0 0,-1 1 0,0 0 0,0-1 0,2 14 0,-4-20-3,-1 0 0,0 0 0,0 0 0,1-1 0,-1 1 0,0 0 0,0 0 0,0 0 0,0 0 0,0 0 1,-1 0-1,1-1 0,0 1 0,0 0 0,-1 0 0,1 0 0,0 0 0,-1-1 0,1 1 0,0 0 0,-1 0 0,1-1 0,-1 1 0,0 0 0,1-1 0,-2 2 0,0-1 16,1-1 1,-1 1-1,1-1 0,-1 0 1,1 1-1,-1-1 0,1 0 1,-1 0-1,1 0 0,-1 0 1,1 0-1,-1 0 0,1-1 1,-2 1-1,-6-3-310,1 1 0,0-1 0,0-1 0,-9-4 0,3 0-6529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7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6 116 24575,'-1'-9'0,"0"0"0,0 0 0,1-1 0,1 1 0,2-18 0,-3 25 0,0 0 0,1 0 0,-1 0 0,1 0 0,0 0 0,-1 0 0,1 1 0,0-1 0,0 0 0,0 0 0,0 1 0,0-1 0,1 0 0,-1 1 0,0-1 0,1 1 0,-1 0 0,1-1 0,-1 1 0,1 0 0,0 0 0,0 0 0,-1 0 0,1 0 0,0 1 0,0-1 0,0 0 0,0 1 0,0-1 0,0 1 0,0 0 0,4 0 0,4 1 0,0 0 0,1 1 0,-1 0 0,0 1 0,19 7 0,-7 0 0,31 18 0,-49-25 0,1 0 0,-1 0 0,0 0 0,0 1 0,0 0 0,0-1 0,-1 1 0,1 0 0,3 6 0,-6-8 0,0 0 0,0 0 0,-1-1 0,1 1 0,0 0 0,-1 0 0,1 0 0,-1 0 0,0 0 0,1 0 0,-1 0 0,0 0 0,0 0 0,0 0 0,-1 0 0,1 0 0,0 0 0,-1 0 0,1 0 0,-1 0 0,0-1 0,0 1 0,0 0 0,1 0 0,-2-1 0,1 1 0,-2 2 0,-3 3 0,-1-1 0,0 1 0,-1-1 0,1-1 0,-16 9 0,-10 8 0,32-22 0,0 1 0,0-1 0,0 1 0,0 0 0,1-1 0,-1 1 0,0 0 0,1-1 0,-1 1 0,0 0 0,1 0 0,-1 0 0,1-1 0,-1 1 0,1 0 0,-1 0 0,1 0 0,0 0 0,-1 0 0,1 0 0,0 0 0,0 0 0,0 0 0,0 0 0,0 0 0,0 0 0,0 0 0,0 0 0,0 0 0,0 0 0,1 0 0,-1 0 0,0 0 0,1-1 0,-1 1 0,0 0 0,1 0 0,-1 0 0,1 0 0,0 0 0,-1-1 0,1 1 0,0 0 0,-1-1 0,1 1 0,0 0 0,0-1 0,0 1 0,5 3 0,0 0 0,0 0 0,0-1 0,0 0 0,11 4 0,51 13 0,-52-17 0,0 1 0,0 1 0,0 1 0,0 0 0,26 15 0,-40-20 0,-1-1 0,0 1 0,0 0 0,0-1 0,0 1 0,0 0 0,-1 0 0,1 0 0,0 0 0,0 0 0,0 0 0,-1 0 0,1 0 0,-1 0 0,1 0 0,-1 0 0,1 0 0,-1 0 0,1 0 0,-1 3 0,0-3 0,0 0 0,0 0 0,-1 0 0,1 0 0,0 0 0,-1 0 0,1 0 0,-1 0 0,1 0 0,-1-1 0,1 1 0,-1 0 0,0 0 0,0 0 0,1-1 0,-1 1 0,0 0 0,-1 0 0,-4 3 0,1-1 0,-1 0 0,1-1 0,-1 1 0,0-1 0,-10 2 0,-66 10-198,-108 3 0,140-13-771,26-2-5857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8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7 24575,'60'92'0,"106"150"0,-161-236 0,-4-5 0,1 1 0,-1 0 0,0-1 0,0 1 0,1 0 0,-1 0 0,0 0 0,-1 0 0,1-1 0,0 1 0,0 1 0,-1-1 0,1 2 0,-1-3 0,0-1 0,0 0 0,0 0 0,-1 1 0,1-1 0,0 0 0,0 0 0,0 1 0,-1-1 0,1 0 0,0 0 0,0 0 0,0 0 0,-1 1 0,1-1 0,0 0 0,0 0 0,-1 0 0,1 0 0,0 0 0,0 0 0,-1 0 0,1 0 0,0 0 0,-1 0 0,1 0 0,0 0 0,0 0 0,-1 0 0,1 0 0,0 0 0,-1 0 0,1 0 0,0 0 0,0 0 0,-1 0 0,1 0 0,0 0 0,-1-1 0,-11-3 0,5 0 0,0-1 0,0 1 0,0-1 0,0 0 0,1-1 0,0 1 0,-8-11 0,-36-51 0,24 29 0,14 22 0,1 1 0,1-2 0,0 1 0,1-1 0,1-1 0,1 0 0,0 0 0,-6-31 0,12 46 0,1 0 0,-1 0 0,0 1 0,0-1 0,0 1 0,0-1 0,0 1 0,0-1 0,-4-3 0,5 5 0,0 1 0,-1-1 0,1 1 0,-1 0 0,1-1 0,0 1 0,-1 0 0,1 0 0,-1-1 0,1 1 0,-1 0 0,1 0 0,-1 0 0,1-1 0,-1 1 0,0 0 0,1 0 0,-1 0 0,1 0 0,-1 0 0,0 0 0,0 0 0,0 1 0,0-1 0,0 1 0,0-1 0,0 1 0,0-1 0,0 1 0,0 0 0,1-1 0,-1 1 0,0 0 0,0 0 0,0-1 0,0 3 0,-5 4 0,1 0 0,0 1 0,0 0 0,1 0 0,0 1 0,1-1 0,0 1 0,0 0 0,1-1 0,0 1 0,0 0 0,1 1 0,0-1 0,1 0 0,0 0 0,0 0 0,3 16 0,5 9 0,-2 0 0,-1 0 0,1 52 0,-7-74 0,0 15 0,1-25 0,0-1 0,1 1 0,-1-1 0,0 1 0,0-1 0,1 1 0,-1-1 0,1 0 0,-1 1 0,1-1 0,-1 0 0,1 0 0,1 3 0,-1-4 0,0 1 0,0-1 0,-1 1 0,1-1 0,0 0 0,0 1 0,0-1 0,0 0 0,-1 0 0,1 0 0,0 0 0,0 0 0,0 0 0,0 0 0,0 0 0,0 0 0,-1 0 0,1 0 0,0 0 0,0 0 0,0-1 0,1 0 0,21-9 0,-16 6 0,31-10 0,0 1 0,0 1 0,51-7 0,-58 14-1365,-18 4-5461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8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35 24575,'-27'-5'0,"-11"-2"0,-2 1 0,3 1 0,9-1 0,8 0-8191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48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15 24575,'-27'-3'0,"-11"0"0,-2 0 0,4 0 0,5 1 0,8 1-8191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0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 24575,'0'0'0,"0"-1"0,0 1 0,-1 0 0,1 0 0,0 0 0,0 0 0,0 0 0,0-1 0,0 1 0,0 0 0,0 0 0,0 0 0,0 0 0,-1 0 0,1 0 0,0-1 0,0 1 0,0 0 0,0 0 0,-1 0 0,1 0 0,0 0 0,0 0 0,0 0 0,0 0 0,0 0 0,-1 0 0,1 0 0,0 0 0,0 0 0,0 0 0,-1 0 0,1 0 0,0 0 0,0 0 0,0 0 0,0 0 0,-1 0 0,1 0 0,0 0 0,0 0 0,0 0 0,0 0 0,0 0 0,-1 1 0,1 9 0,6 12 0,48 127 0,-53-145-117,-3-5 154,-6-8 162,-8-15-1683,10 11-5342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1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18 24575,'-8'-5'0,"-4"-2"0,-3 3 0,1 3-8191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1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220 129 24575,'-15'-11'0,"-116"-84"0,130 94 0,-3-2 0,-1 0 0,0 0 0,0 0 0,-1 0 0,-9-3 0,14 6 0,0 0 0,0-1 0,0 1 0,1 0 0,-1 0 0,0 0 0,0 0 0,0 0 0,0 0 0,0 1 0,0-1 0,0 0 0,0 0 0,0 1 0,0-1 0,1 0 0,-2 1 0,1 0 0,0 0 0,0 0 0,0 0 0,0 0 0,0 0 0,1 0 0,-1 1 0,0-1 0,1 0 0,-1 0 0,1 0 0,-1 1 0,1-1 0,-1 0 0,1 3 0,-2 9 0,0 1 0,2 0 0,-1-1 0,2 1 0,0 0 0,3 16 0,3 4 0,14 42 0,-2-20 0,35 67 0,36 48 0,-30-57 0,-28-55 0,-5-9 0,28 72 0,-54-119-170,0 0-1,0-1 0,-1 1 1,1 0-1,-1 0 0,1 0 1,-1 4-1,-1 1-6655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2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15 24575,'-29'-2'0,"-13"-1"0,-3-1 0,2 2 0,7 0 0,8 1 0,4 0 0,6 4 0,2 0 0,2 3 0,1 2 0,2 0-8191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3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119 134 24575,'4'110'0,"-1"-90"0,0-1 0,1 1 0,10 28 0,22 37 0,-4-11 0,-30-66 0,-4-7 0,-7-9 0,-12-19 0,-19-32 0,3-3 0,-48-104 0,81 155 0,0 0 0,0 0 0,1 0 0,1-1 0,-3-16 0,5 24 0,0 0 0,0 1 0,0-1 0,0 1 0,0-1 0,1 0 0,0 1 0,0-1 0,0 1 0,0-1 0,0 1 0,1-1 0,0 1 0,-1 0 0,1 0 0,0 0 0,0 0 0,1 0 0,-1 0 0,1 1 0,3-3 0,0 0 0,1 1 0,1-1 0,-1 2 0,0-1 0,1 1 0,0 1 0,-1-1 0,1 1 0,0 0 0,13 0 0,8 0 0,48 3 0,-32 0 0,-37-1 0,0 0 0,1 0 0,-1 1 0,0 0 0,0 1 0,0 0 0,0 0 0,13 5 0,-20-6 0,0-1 0,0 1 0,0-1 0,0 1 0,0-1 0,0 1 0,-1 0 0,1-1 0,0 1 0,-1 0 0,1 0 0,0 0 0,-1-1 0,1 1 0,-1 0 0,1 0 0,-1 0 0,0 0 0,1 0 0,-1 0 0,0 0 0,0 0 0,1 0 0,-1 0 0,0 0 0,0 0 0,0 0 0,0 0 0,0 0 0,-1 0 0,1 0 0,0 0 0,0 0 0,-1 0 0,1 0 0,-1 0 0,1 0 0,-1 0 0,1 0 0,-1 0 0,1 0 0,-1-1 0,-1 2 0,-2 3 0,0-1 0,0 0 0,0 0 0,-1-1 0,0 1 0,-7 4 0,-44 18 0,42-20 0,0 0 0,1 1 0,0 0 0,0 0 0,-19 17 0,30-23 0,1 0 0,0 1 0,-1-1 0,1 0 0,0 1 0,0-1 0,0 1 0,0 0 0,0-1 0,0 1 0,0 0 0,0-1 0,1 1 0,-1 0 0,1 0 0,-1 0 0,1 0 0,0-1 0,0 1 0,0 0 0,0 0 0,0 0 0,0 0 0,0 0 0,0 0 0,1 0 0,-1-1 0,1 1 0,0 0 0,-1 0 0,1-1 0,0 1 0,0 0 0,0-1 0,0 1 0,0-1 0,1 1 0,-1-1 0,2 2 0,6 5 0,0 0 0,0 0 0,1-1 0,19 10 0,-28-16 0,56 28 0,63 24 0,-17-9 0,-103-44 0,10 5 0,1 0 0,12 9 0,-21-13 0,0 0 0,-1 1 0,1-1 0,0 1 0,0-1 0,-1 1 0,1-1 0,-1 1 0,1 0 0,-1 0 0,0 0 0,0 0 0,0 0 0,0 0 0,0 0 0,0 0 0,0 1 0,-1-1 0,1 3 0,-1-4 0,0 1 0,-1-1 0,1 1 0,0-1 0,-1 0 0,1 1 0,-1-1 0,0 0 0,0 1 0,1-1 0,-1 0 0,0 0 0,0 0 0,0 1 0,0-1 0,0 0 0,0 0 0,0-1 0,-1 1 0,1 0 0,0 0 0,0 0 0,-1-1 0,-1 1 0,-4 2 0,-1 0 0,-15 4 0,21-7 0,-30 7 17,-1-2 0,-48 3-1,-68-8-299,76-1-849,59 1-5694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4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575 3 24575,'26'-3'0,"-21"5"0,-10 2 0,-12 2 0,-8 0 0,0-1 0,-49 3 0,-55-6 0,88-2 0,-224-16 0,251 13-1365,4 0-5461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5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366 145 24575,'-34'-23'0,"3"2"0,-1 0 0,-1 2 0,-49-21 0,31 27 0,51 13 0,0 0 0,0 0 0,0 0 0,0 0 0,-1 0 0,1 0 0,0 0 0,0 0 0,0 0 0,0 0 0,0 0 0,0 0 0,0 0 0,-1 0 0,1 0 0,0 0 0,0 0 0,0 0 0,0 0 0,0 0 0,0 0 0,0 0 0,-1 0 0,1 0 0,0-1 0,0 1 0,0 0 0,0 0 0,0 0 0,0 0 0,0 0 0,0 0 0,0 0 0,0 0 0,0 0 0,0 0 0,-1-1 0,1 1 0,0 0 0,0 0 0,0 0 0,0 0 0,0 0 0,0 0 0,0 0 0,0-1 0,0 1 0,0 0 0,0 0 0,0 0 0,0 0 0,0 0 0,0 0 0,0 0 0,0-1 0,9-1 0,13 0 0,-12 2 0,0 0 0,0 1 0,17 2 0,-23-2 0,-1 0 0,1 0 0,-1 1 0,0-1 0,1 1 0,-1 0 0,0 0 0,0 0 0,0 0 0,0 0 0,-1 1 0,1-1 0,4 6 0,4 4 0,20 18 0,-20-20 0,-1-1 0,0 1 0,8 12 0,-17-21 0,-1 0 0,1-1 0,-1 1 0,1 0 0,-1-1 0,0 1 0,1 0 0,-1 0 0,0 0 0,1-1 0,-1 1 0,0 0 0,0 0 0,0 0 0,0-1 0,0 1 0,0 0 0,0 0 0,0 0 0,0 0 0,0-1 0,0 1 0,-1 0 0,1 0 0,0 0 0,-1-1 0,1 1 0,0 0 0,-1-1 0,1 1 0,-1 0 0,1-1 0,-1 1 0,1 0 0,-1-1 0,0 1 0,1-1 0,-1 1 0,0-1 0,1 1 0,-1-1 0,0 0 0,0 1 0,1-1 0,-2 1 0,-5 2 0,-1-1 0,0 1 0,-14 2 0,11-3 0,-43 11 0,8-3 0,-82 30 0,124-39-195,-1 1 0,1 0 0,0 1 0,0-1 0,0 1 0,-4 3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6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91 24575,'0'20'0,"-1"2"0,1 0 0,1 0 0,2 0 0,0-1 0,6 23 0,21 38 0,-19-54 0,0 1 0,7 36 0,-18-65 0,1 1 0,-1 0 0,0-1 0,0 1 0,0 0 0,0-1 0,0 1 0,0 0 0,0 0 0,0-1 0,0 1 0,0 0 0,0-1 0,0 1 0,-1 0 0,1 0 0,0-1 0,-1 1 0,1-1 0,0 0 0,-1 0 0,1 0 0,0 0 0,0 0 0,-1 0 0,1 0 0,0 0 0,0 0 0,-1 0 0,1 0 0,0-1 0,0 1 0,-1 0 0,1 0 0,0 0 0,0 0 0,-1 0 0,1 0 0,0-1 0,0 1 0,0 0 0,-1 0 0,1 0 0,0 0 0,0-1 0,-19-20 0,17 18 0,-34-42 0,-40-69 0,57 81 0,2 0 0,1-2 0,-13-42 0,27 73 0,1 0 0,0-1 0,0 1 0,0-1 0,0 1 0,1-1 0,0 1 0,0-1 0,0 1 0,2-9 0,-1 10 0,0 0 0,0 1 0,0-1 0,1 1 0,-1-1 0,1 1 0,-1 0 0,1-1 0,0 1 0,0 0 0,0 0 0,0 0 0,0 1 0,0-1 0,0 0 0,1 1 0,-1-1 0,5-1 0,2 0 0,0-1 0,0 2 0,0-1 0,0 1 0,1 1 0,-1 0 0,1 0 0,-1 1 0,14 1 0,-1 1 0,1 1 0,38 11 0,-54-13 0,5 3 0,0-1 0,17 9 0,-27-11 0,1 0 0,-1 0 0,0 0 0,0 0 0,0 0 0,-1 1 0,1-1 0,0 1 0,0-1 0,-1 1 0,1 0 0,-1 0 0,1-1 0,-1 1 0,0 0 0,0 0 0,0 0 0,0 1 0,0-1 0,1 4 0,-2-4 0,0-1 0,-1 1 0,1 0 0,0 0 0,-1 0 0,1 0 0,-1-1 0,1 1 0,-1 0 0,0-1 0,0 1 0,0 0 0,0-1 0,0 1 0,0-1 0,0 1 0,-1-1 0,1 0 0,0 1 0,-1-1 0,-1 1 0,-4 3 0,0-1 0,0 1 0,-11 3 0,-3 1 0,14-6 0,0-1 0,1 1 0,-1 0 0,1 0 0,0 1 0,-9 7 0,14-10 0,0 0 0,0-1 0,1 1 0,-1 0 0,0 0 0,0 0 0,1 0 0,-1 0 0,1 0 0,-1 1 0,1-1 0,-1 0 0,1 0 0,0 0 0,0 0 0,-1 1 0,1-1 0,0 0 0,0 0 0,0 0 0,0 2 0,1-1 0,0 1 0,-1-1 0,1 0 0,0 0 0,0 0 0,0 0 0,0 0 0,1 0 0,-1 0 0,3 3 0,2 1 0,1 1 0,0-1 0,0 0 0,12 7 0,105 53 0,-33-18 0,-88-47 0,0 1 0,0 0 0,0 1 0,0-1 0,0 0 0,0 1 0,-1 0 0,3 2 0,-4-4 0,-1 0 0,0-1 0,1 1 0,-1-1 0,0 1 0,0 0 0,1-1 0,-1 1 0,0 0 0,0-1 0,0 1 0,0 0 0,0-1 0,0 1 0,0 0 0,0-1 0,0 1 0,0 0 0,0 1 0,-1-1 0,0 0 0,1-1 0,-1 1 0,0 0 0,1 0 0,-1 0 0,0 0 0,0-1 0,0 1 0,1 0 0,-1-1 0,0 1 0,0-1 0,0 1 0,0-1 0,-2 1 0,-8 3 0,0-2 0,-1 1 0,1-1 0,-1-1 0,1 0 0,-14-1 0,-24 3 0,-72 5 0,108-5-1365,3 0-5461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24575,'0'13'0,"3"5"0,3 6 0,2 1 0,4 1 0,1-2 0,1 1 0,1-3 0,0-1 0,0-3 0,0-1 0,-3-2 0,0 0 0,-1-1 0,-1-2-8191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6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16 24575,'-27'-3'0,"-14"0"0,-4 0 0,2 0 0,4 2 0,6-1 0,4 2 0,4 0 0,4 2 0,3 1 0,3 3 0,0 0 0,1 1 0,1 0 0,2-1-8191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0:57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24575,'7'29'0,"5"15"0,3 5 0,2-1 0,2-4 0,0-5 0,1-3 0,-2-4 0,-2-2 0,0-3 0,-3-5 0,-4-5-8191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00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0 24575,'2'1'0,"0"0"0,0-1 0,0 1 0,-1 0 0,1 0 0,0 1 0,-1-1 0,1 0 0,1 2 0,-3-3 0,0 1 0,0-1 0,1 0 0,-1 0 0,0 1 0,0-1 0,0 0 0,0 1 0,0-1 0,0 0 0,1 1 0,-1-1 0,0 0 0,0 1 0,0-1 0,0 0 0,0 1 0,0-1 0,0 0 0,0 1 0,-1-1 0,1 0 0,0 1 0,0 0 0,-1-1 0,1 1 0,-1 0 0,0-1 0,1 1 0,-1 0 0,0-1 0,1 1 0,-1-1 0,0 1 0,1-1 0,-1 0 0,-1 1 0,-7 2 0,1 0 0,-1 0 0,0-1 0,0 0 0,-16 1 0,-50-2 0,45-1 0,-229-2 0,234 0-1365,16-1-5461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0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493 74 24575,'-32'-7'0,"-15"-3"0,-7-2 0,0 1 0,5 3 0,6-1 0,5 3 0,4 1 0,3 2 0,5 1 0,3 1 0,5 1 0,1 0 0,2 1 0,4-1-8191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01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24575,'176'115'0,"-104"-65"0,110 57 0,-181-107 0,6 4 0,1 0 0,0 0 0,-1 1 0,8 6 0,-14-10 0,0 0 0,0 0 0,0 0 0,0 0 0,0 0 0,0 1 0,0-1 0,0 0 0,-1 0 0,1 1 0,0-1 0,-1 0 0,0 1 0,1 1 0,-1-2 0,0 0 0,0 0 0,0 0 0,0 0 0,-1 0 0,1 0 0,0 0 0,-1 0 0,1 0 0,0 0 0,-1 0 0,0 0 0,1 0 0,-1 0 0,1 0 0,-1-1 0,0 1 0,0 0 0,1 0 0,-1-1 0,0 1 0,0-1 0,-1 1 0,-6 4 0,1-1 0,-1 0 0,-1 0 0,1-1 0,-11 3 0,-46 8 0,55-11 0,-58 9 0,-71 16 0,103-19 0,-63 24 0,91-29-273,1 0 0,0 0 0,-1 0 0,-7 8 0,3-2-6553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02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13 24575,'22'13'0,"-1"1"0,0 1 0,27 26 0,-21-18 0,141 113 0,-194-155 0,-1 1 0,-39-21 0,35 23 0,-52-39 0,70 45 0,-5-4 0,0 0 0,2-1 0,-27-30 0,37 36 0,9 9 0,-1 1 0,0 1 0,-1-1 0,0 1 0,1-1 0,-1 1 0,0 0 0,2 2 0,1 7 0,-1-1 0,0 1 0,0 0 0,0 11 0,0-3 0,0 2 0,-1 0 0,-1 0 0,-1 0 0,-1 1 0,-1-1 0,0 0 0,-2 0 0,-1 0 0,-11 32 0,16-52 0,0-1 0,-1 1 0,1 0 0,0-1 0,0 1 0,0-1 0,-1 1 0,1-1 0,0 1 0,0 0 0,0-1 0,0 1 0,0-1 0,0 1 0,0 0 0,0-1 0,1 1 0,-1-1 0,0 2 0,0-2 0,1 0 0,-1 0 0,0 1 0,1-1 0,-1 0 0,0 0 0,1 0 0,-1 0 0,0 0 0,1 0 0,-1 0 0,0 0 0,1 0 0,-1 0 0,0 0 0,1 0 0,-1 0 0,0 0 0,1 0 0,-1 0 0,0 0 0,1 0 0,-1 0 0,1-1 0,26-13 0,-20 9 0,13-4 0,1 0-1,-1 1 0,26-6 0,65-9 53,-9 1-1466,-88 19-5412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02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697 15 24575,'-17'-4'0,"-1"0"0,-1 2 0,1 0 0,0 0 0,-20 2 0,12 0 0,-47-1 0,-144 19 0,175-12-341,1 3 0,0 2-1,-68 27 1,89-30-6485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03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24575,'3'-5'0,"-1"1"0,1-1 0,0 0 0,0 1 0,0 0 0,1 0 0,0 0 0,0 0 0,0 0 0,0 1 0,0 0 0,1-1 0,-1 2 0,1-1 0,0 0 0,0 1 0,0 0 0,0 0 0,0 1 0,1-1 0,-1 1 0,7 0 0,-9 1 0,0 0 0,0 0 0,0 0 0,0 1 0,1-1 0,-1 1 0,0 0 0,0 0 0,0 0 0,0 0 0,-1 1 0,1-1 0,0 1 0,-1-1 0,1 1 0,0 0 0,-1 0 0,0 1 0,0-1 0,3 3 0,0 2 0,0-1 0,-1 1 0,0-1 0,-1 1 0,1 0 0,-1 0 0,3 11 0,-4-12 0,-1 0 0,1 1 0,-1-1 0,0 0 0,-1 1 0,0-1 0,0 1 0,0-1 0,-1 0 0,0 1 0,0-1 0,0 1 0,-1-1 0,0 0 0,0 0 0,-1 0 0,1 0 0,-1-1 0,-1 1 0,1-1 0,-1 1 0,0-1 0,0 0 0,0-1 0,-1 1 0,-8 6 0,-6 2 0,11-8 0,0 0 0,-11 10 0,17-13 0,1-1 0,0 0 0,-1 0 0,1 1 0,0-1 0,0 1 0,0-1 0,0 1 0,0-1 0,1 1 0,-1 0 0,0 0 0,1-1 0,-1 1 0,1 0 0,0 0 0,-1-1 0,1 1 0,0 2 0,1-2 0,-1-1 0,1 1 0,-1-1 0,1 1 0,-1-1 0,1 1 0,0-1 0,0 1 0,0-1 0,0 0 0,0 0 0,0 1 0,0-1 0,1 0 0,-1 0 0,0 0 0,1 0 0,-1 0 0,0 0 0,1-1 0,-1 1 0,1 0 0,0-1 0,-1 1 0,1-1 0,-1 0 0,1 1 0,2-1 0,7 2 0,0-1 0,0-1 0,12 0 0,-14 0 0,56-1-67,-15 0-582,75 7 0,-103-3-6177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1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586 0 24575,'-17'3'0,"0"-1"0,0-1 0,0 0 0,0-1 0,-23-3 0,-13-1 0,-98 6 0,118 1 0,1 1 0,-52 13 0,-6 6-1365,72-19-5461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674 1 24575,'-538'0'0,"451"7"-36,56-3-1293,13-2-5497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2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24575,'73'54'0,"141"79"0,-154-102 0,1-3 0,2-2 0,70 18 0,-93-35 0,-18-3 0,34 11 0,-55-17 0,0 1 0,0-1 0,0 0 0,-1 1 0,1-1 0,0 1 0,0-1 0,0 1 0,0-1 0,-1 1 0,1 0 0,0-1 0,-1 1 0,1 0 0,0-1 0,-1 1 0,1 0 0,-1 0 0,1 1 0,-1-1 0,0-1 0,0 1 0,0 0 0,0-1 0,0 1 0,0 0 0,0-1 0,0 1 0,-1 0 0,1-1 0,0 1 0,0-1 0,-1 1 0,1-1 0,0 1 0,-1 0 0,1-1 0,-1 1 0,1-1 0,-1 0 0,0 1 0,-4 3 0,0 0 0,0-1 0,0 0 0,-10 4 0,-26 8 0,0-1 0,-61 11 0,-15 5 0,73-17-118,-25 8-506,-71 32 1,128-47-6203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6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117 248 24575,'12'46'0,"2"1"0,29 64 0,3 9 0,-42-108 0,0 0 0,-1 0 0,-1 1 0,0-1 0,-1 1 0,0-1 0,-1 1 0,-1 13 0,1-24 0,0-1 0,-1 0 0,1 0 0,0 0 0,0 0 0,-1 1 0,1-1 0,0 0 0,-1 0 0,1 0 0,-1 0 0,0 0 0,1 0 0,-1 0 0,0 0 0,1 0 0,-1 0 0,0 0 0,0-1 0,0 1 0,0 0 0,-2 1 0,2-2 0,-1 0 0,1 1 0,-1-1 0,1 0 0,-1 0 0,0 0 0,1 0 0,-1 0 0,1 0 0,-1 0 0,1-1 0,-1 1 0,1 0 0,-4-2 0,-2-1 0,0-1 0,1 1 0,-1-2 0,1 1 0,-10-9 0,8 5 0,0 0 0,1-1 0,0 1 0,1-1 0,-7-13 0,-23-51 0,34 67 0,-13-28 0,3 0 0,-17-71 0,23 78 0,2 1 0,2-1 0,0 0 0,3-46 0,1 58 0,0 1 0,0-1 0,1 1 0,1 0 0,0 0 0,11-21 0,-13 30 0,0 1 0,1-1 0,0 1 0,0 0 0,0-1 0,1 2 0,-1-1 0,1 0 0,0 1 0,0-1 0,0 1 0,0 0 0,1 0 0,-1 1 0,1-1 0,0 1 0,0 0 0,0 1 0,0-1 0,0 1 0,7-1 0,-3 1 0,0 1 0,0 0 0,-1 1 0,1 0 0,0 0 0,-1 1 0,1 0 0,-1 1 0,1 0 0,-1 0 0,0 1 0,0 0 0,-1 0 0,1 1 0,-1 0 0,0 0 0,0 1 0,11 12 0,-13-13 0,0 1 0,-1-1 0,0 1 0,0 0 0,-1 0 0,0 0 0,0 1 0,0-1 0,-1 1 0,3 11 0,-4-12 0,0 0 0,-1-1 0,0 1 0,0 0 0,0 0 0,-1-1 0,0 1 0,0 0 0,0-1 0,-1 1 0,0-1 0,0 1 0,0-1 0,-4 6 0,0-1 15,0 0 0,-1-1 0,-1 0 0,0-1 0,0 1 0,0-1 0,-14 9 0,-3 1-758,-43 21 1,51-29-6084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7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19 231 24575,'46'-29'0,"-24"16"0,-1-1 0,0-1 0,-1 0 0,20-20 0,-38 32 0,0 1 0,0 0 0,0-1 0,-1 1 0,1-1 0,-1 0 0,1 0 0,-1 1 0,0-1 0,0 0 0,0 0 0,0 0 0,-1 0 0,1 0 0,-1 0 0,0-6 0,0 7 0,0-1 0,-1 1 0,1 0 0,-1 0 0,0 0 0,0-1 0,0 1 0,0 0 0,0 0 0,0 0 0,0 0 0,-1 1 0,1-1 0,-1 0 0,1 0 0,-1 1 0,0-1 0,1 1 0,-1-1 0,0 1 0,0 0 0,-4-2 0,0 1 0,0-1 0,1 1 0,-1 1 0,-1-1 0,1 1 0,0 0 0,0 0 0,0 1 0,-1 0 0,1 0 0,0 1 0,0-1 0,0 1 0,-1 1 0,-8 2 0,11-3 0,1 1 0,-1-1 0,0 1 0,0 0 0,1 0 0,-1 1 0,1-1 0,-1 1 0,1-1 0,0 1 0,0 0 0,1 0 0,-1 1 0,0-1 0,1 0 0,0 1 0,0 0 0,0-1 0,0 1 0,1 0 0,-1 0 0,1 0 0,0 0 0,0 4 0,-1 2 0,1-1 0,1 0 0,0 1 0,0-1 0,1 1 0,0-1 0,4 15 0,-4-20 0,1 1 0,0-1 0,0 1 0,0-1 0,0 0 0,1 0 0,-1 0 0,1 0 0,0 0 0,0-1 0,0 1 0,1-1 0,-1 0 0,1 0 0,0 0 0,8 4 0,-1-1 0,1-1 0,1-1 0,-1 0 0,1 0 0,-1-1 0,20 2 0,-8-4 0,-1 0 0,41-4 0,-58 3-170,0-1-1,0 0 0,-1-1 1,1 0-1,-1 0 0,1 0 1,7-5-1,-4 2-6655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8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9 24575,'-302'0'0,"293"0"-341,1-1 0,-1 0-1,-11-2 1,8 0-6485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19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3 24575,'-13'-1'0,"0"0"0,0 0 0,0 2 0,0-1 0,0 2 0,-22 4 0,16-2 0,-39 1 0,33-6 57,-35-5 0,9 0-1536,35 4-5347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2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9 24575,'-12'-8'0,"12"8"0,0 0 0,-1 0 0,1 0 0,0 0 0,0 0 0,-1 0 0,1 0 0,0 0 0,0 0 0,-1 0 0,1 0 0,0 0 0,0 0 0,0 0 0,-1 1 0,1-1 0,0 0 0,0 0 0,0 0 0,-1 0 0,1 0 0,0 1 0,0-1 0,0 0 0,0 0 0,-1 0 0,1 0 0,0 1 0,0-1 0,0 0 0,-1 2 0,1-1 0,0 1 0,0-1 0,0 1 0,-1-1 0,1 1 0,0 0 0,1-1 0,-1 1 0,0-1 0,0 1 0,1-1 0,0 3 0,8 18 0,1-1 0,1 1 0,26 35 0,-19-30 0,18 37 0,-33-58 15,-1 0 0,0-1 0,0 1 0,-1 0 0,0 0 0,0 0 0,0 11 0,-1-13-114,0-1 0,0 1 0,0-1 0,-1 1 0,0-1 0,0 0 0,0 1 0,0-1 0,0 0 0,0 0 0,-1 0 0,0 1 0,1-2 0,-5 6 0,-3 1-6727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2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636 31 24575,'-11'-5'0,"-1"0"0,0 0 0,0 2 0,0-1 0,0 1 0,-1 1 0,1 1 0,-1-1 0,1 2 0,-1 0 0,1 0 0,-1 1 0,-17 4 0,-23 4 0,-56 3 0,15-3 0,38-3-682,-65-3-1,108-3-6143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27 24575,'-15'-22'0,"14"21"0,1 1 0,0 0 0,0-1 0,-1 1 0,1 0 0,0-1 0,-1 1 0,1 0 0,0 0 0,-1-1 0,1 1 0,-1 0 0,1 0 0,0 0 0,-1 0 0,1-1 0,-1 1 0,1 0 0,0 0 0,-1 0 0,0 0 0,1 0 0,-1 1 0,1-1 0,0 1 0,-1-1 0,1 0 0,0 1 0,-1-1 0,1 1 0,0-1 0,0 1 0,-1-1 0,1 1 0,0-1 0,0 1 0,0-1 0,0 1 0,0-1 0,0 1 0,0 0 0,0-1 0,0 1 0,0 0 0,0 9 0,1-1 0,1 1 0,-1-1 0,2 1 0,5 16 0,4 17 0,4 58 0,-16-100 0,0 0 0,1 1 0,-1-1 0,0 0 0,0 0 0,1 1 0,-1-1 0,1 0 0,-1 0 0,1 0 0,0 0 0,-1 0 0,1 1 0,0-1 0,0 0 0,0-1 0,0 1 0,0 0 0,0 0 0,0 0 0,0 0 0,0-1 0,0 1 0,0-1 0,0 1 0,0-1 0,1 1 0,-1-1 0,0 1 0,0-1 0,1 0 0,-1 0 0,3 0 0,3 0 0,1 0 0,-1-1 0,1 0 0,12-4 0,-7 2 0,78-13 0,-53 11 0,0-2 0,-1-2 0,56-20 0,-90 28 11,0-1 0,0 1 0,0-1 0,-1 1 0,1-1 0,0 0-1,-1 0 1,0 0 0,0 0 0,3-4 0,-4 5-70,0 0-1,0 0 1,-1-1-1,1 1 1,-1 0 0,1-1-1,-1 1 1,1 0-1,-1-1 1,0 1 0,0-1-1,0 1 1,0 0-1,0-1 1,0 1 0,0-1-1,0 1 1,0 0-1,-1-1 1,1 1 0,0-1-1,-1 1 1,0 0-1,0-2 1,-5-7-6767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3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24575,'-4'1'0,"0"0"0,-1 0 0,1 0 0,0 1 0,0 0 0,0 0 0,0 0 0,0 0 0,0 1 0,0 0 0,-5 5 0,7-6 0,0 0 0,1 0 0,-1 0 0,1 0 0,0 0 0,-1 1 0,1-1 0,0 0 0,0 1 0,1-1 0,-1 1 0,0-1 0,1 1 0,0-1 0,-1 1 0,1-1 0,0 1 0,0-1 0,0 1 0,1 0 0,-1-1 0,2 3 0,2 10 0,2-1 0,0 0 0,1-1 0,0 0 0,14 19 0,11 19 0,-21-31-227,-2 1-1,0 0 1,-1 1-1,-1 0 1,5 26-1,-10-36-6598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5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89 24575,'2'-6'0,"0"0"0,1 0 0,-1 0 0,1 1 0,0-1 0,1 1 0,0 0 0,-1 0 0,2 0 0,-1 0 0,6-5 0,-7 8 0,1 0 0,-1 0 0,0 0 0,1 0 0,-1 1 0,1-1 0,-1 1 0,1 0 0,-1 0 0,1 0 0,0 1 0,0-1 0,-1 1 0,1 0 0,0 0 0,0 0 0,0 1 0,-1-1 0,1 1 0,4 1 0,1 0 0,0 1 0,1 1 0,-1 0 0,0 0 0,-1 1 0,1 0 0,-1 0 0,0 1 0,0 0 0,8 8 0,-13-10 0,1 0 0,-1-1 0,0 1 0,0 0 0,-1 0 0,1 1 0,-1-1 0,0 1 0,0-1 0,0 1 0,-1-1 0,1 1 0,-1 0 0,0 0 0,-1 0 0,1 0 0,-1 0 0,0 0 0,0-1 0,-1 1 0,1 0 0,-3 6 0,1-5 0,0 0 0,0 0 0,-1 0 0,0-1 0,-1 1 0,1-1 0,-1 1 0,0-1 0,0 0 0,0-1 0,-1 1 0,0-1 0,-9 6 0,7-4 0,-1-1 0,1-1 0,-1 0 0,-1 0 0,1-1 0,-1 1 0,1-2 0,-1 1 0,-10 0 0,5-1 0,-1-1 0,0-1 0,0 0 0,1-1 0,-23-4 0,29 3 0,-1 0 0,1 0 0,0-1 0,0 0 0,0-1 0,0 0 0,0 0 0,1 0 0,0-1 0,-11-10 0,15 13-4,1 0-1,0-1 1,0 1-1,0-1 1,0 1-1,1-1 1,-1 0 0,1 0-1,-1 0 1,1 0-1,0 0 1,0 0-1,0 0 1,1 0-1,-1 0 1,1 0-1,0-4 1,0 2 21,0 1-1,1-1 1,0 1 0,0 0-1,0-1 1,0 1 0,1 0-1,0 0 1,0 0 0,0 0-1,4-6 1,-4 6-82,1 0 1,0 0-1,0 1 1,1-1-1,-1 0 1,1 1-1,0 0 0,0 0 1,0 0-1,0 1 1,0-1-1,1 1 1,-1 0-1,1 0 0,-1 0 1,1 1-1,0 0 1,0 0-1,-1 0 1,1 0-1,0 1 1,10 0-1,-2 3-6761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59 234 24575,'1'1'0,"2"6"0,1 0 0,-1-1 0,0 1 0,-1 1 0,1-1 0,-2 0 0,2 8 0,-5-11 0,-3-7 0,-3-8 0,-4-11 0,0-2 0,-12-38 0,19 47 0,2 1 0,-1-1 0,2 0 0,0 0 0,0-27 0,2 39 0,0 0 0,0 1 0,0-1 0,1 0 0,-1 0 0,1 1 0,0-1 0,0 1 0,0-1 0,0 1 0,0-1 0,1 1 0,-1 0 0,1-1 0,-1 1 0,1 0 0,0 0 0,0 0 0,0 0 0,0 1 0,0-1 0,1 0 0,-1 1 0,0 0 0,1-1 0,-1 1 0,1 0 0,-1 0 0,1 0 0,-1 1 0,1-1 0,0 1 0,0-1 0,-1 1 0,1 0 0,0 0 0,-1 0 0,1 0 0,0 1 0,0-1 0,-1 1 0,1-1 0,-1 1 0,1 0 0,3 2 0,7 3-455,0 1 0,13 9 0,-12-7-6371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6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76 24575,'-63'-23'0,"-50"-15"0,95 34 0,1 0 0,0 2 0,-1 0 0,-31 0 0,48 2 0,-1 0 0,0 0 0,1 0 0,-1 0 0,0 1 0,1-1 0,-1 1 0,0-1 0,1 1 0,-1-1 0,1 1 0,-1 0 0,1 0 0,-1 0 0,1 0 0,0 0 0,-1 0 0,1 0 0,0 0 0,0 1 0,-1 1 0,1-1 0,0 0 0,0 0 0,0 0 0,1 0 0,-1 0 0,1 0 0,-1 0 0,1 0 0,0 1 0,0-1 0,0 0 0,0 0 0,0 0 0,1 0 0,-1 1 0,2 2 0,20 66 0,35 77 0,-30-82 0,5 17 0,80 191 0,-91-226 0,-7-12 0,2-1 0,37 61 0,-52-95-55,-4-4 193,-4-4-1586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7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75 24575,'-135'-61'0,"130"58"0,1 1 0,-1 1 0,0-1 0,0 0 0,-1 1 0,-6-1 0,12 2 0,0 0 0,-1 0 0,1 0 0,0 0 0,0 0 0,0 0 0,-1 0 0,1 0 0,0 0 0,0 0 0,-1 0 0,1 0 0,0 0 0,0 0 0,0 0 0,-1 0 0,1 0 0,0 0 0,0 0 0,-1 0 0,1 0 0,0 0 0,0 0 0,0 0 0,-1 0 0,1 0 0,0 0 0,0 1 0,0-1 0,0 0 0,-1 0 0,1 0 0,0 0 0,0 1 0,0-1 0,0 0 0,0 0 0,0 0 0,-1 1 0,1-1 0,0 0 0,0 0 0,0 1 0,7 8 0,1 1 0,-8-9 0,0-1 0,0 0 0,0 0 0,0 1 0,0-1 0,0 0 0,0 0 0,0 1 0,0-1 0,0 0 0,0 0 0,0 1 0,0-1 0,0 0 0,0 0 0,0 1 0,0-1 0,-1 0 0,1 0 0,0 0 0,0 1 0,0-1 0,0 0 0,0 0 0,-1 0 0,1 0 0,0 1 0,0-1 0,-1 0 0,1 0 0,0 0 0,0 0 0,0 0 0,-1 0 0,1 1 0,0-1 0,0 0 0,-1 0 0,1 0 0,0 0 0,0 0 0,-1 0 0,1 0 0,0 0 0,-1 0 0,-15 1 0,-1 0 0,1 0 0,-21-3 0,2 1 0,122-8 0,-36 3 0,-10 0 0,-20 2 0,-18 4 0,-7 1 0,-9 2 23,0-1 1,-16 1-1,19-2-262,0 0 0,1 0-1,-1 1 1,1 0 0,-18 7 0,18-5-6587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27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24575,'-3'2'0,"-1"0"0,0 0 0,1 0 0,-1 1 0,1 0 0,-1-1 0,1 1 0,0 0 0,0 1 0,1-1 0,-4 5 0,5-6 0,0 0 0,0 0 0,1 0 0,-1 0 0,0 0 0,1 0 0,-1 0 0,1 0 0,0 0 0,0 0 0,0 1 0,0-1 0,0 0 0,0 0 0,0 0 0,1 0 0,-1 0 0,1 1 0,-1-1 0,1 0 0,0 0 0,0 0 0,2 2 0,23 34 0,-18-29 0,-2 0 0,1 1 0,-1 0 0,5 13 0,-4-5 45,-2 0-1,5 28 0,4 16-1542,-10-49-5328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0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24575,'-1'4'0,"0"0"0,-1 0 0,1 0 0,1 0 0,-1 0 0,0 0 0,1 1 0,0-1 0,0 0 0,0 0 0,1 0 0,0 1 0,-1-1 0,1 0 0,2 5 0,3 8 0,1-1 0,10 20 0,-14-31 0,2 2 27,-1 1 0,2-1-1,-1 0 1,7 6-1,-5-6-525,-1 1-1,8 10 1,-9-8-6327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0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24575,'6'-8'0,"1"1"0,0 1 0,0-1 0,0 1 0,1 0 0,0 1 0,0 0 0,13-6 0,-17 9 0,2-1 0,-1 1 0,0 1 0,0-1 0,1 1 0,-1 0 0,0 0 0,1 0 0,-1 1 0,1 0 0,-1 0 0,1 1 0,-1-1 0,1 1 0,10 3 0,-15-3 0,1-1 0,-1 1 0,1-1 0,-1 1 0,1 0 0,-1 0 0,0 0 0,1-1 0,-1 2 0,0-1 0,0 0 0,0 0 0,0 0 0,0 0 0,0 1 0,0-1 0,0 0 0,0 1 0,-1-1 0,1 1 0,0-1 0,-1 1 0,0-1 0,1 3 0,-1 1 0,1 0 0,-2 0 0,1 1 0,-1-1 0,-2 10 0,2-11 0,0 0 0,0 0 0,0 0 0,1 0 0,-1 0 0,1 0 0,0 0 0,0 0 0,1 0 0,-1 0 0,1 0 0,1 4 0,0-4 0,1 1 0,-1-1 0,1 0 0,0 0 0,0 0 0,1 0 0,-1 0 0,1-1 0,0 0 0,5 5 0,4-1 0,-1 0 0,17 7 0,7 4 0,-35-18 0,0 1 0,0-1 0,-1 0 0,1 1 0,0-1 0,-1 1 0,1-1 0,0 1 0,-1-1 0,1 1 0,-1-1 0,1 1 0,-1-1 0,1 1 0,-1 0 0,1-1 0,-1 1 0,0 0 0,1 0 0,-1-1 0,0 1 0,0 0 0,1 1 0,-2-1 0,1 0 0,0-1 0,0 1 0,-1 0 0,1 0 0,0 0 0,-1-1 0,1 1 0,-1 0 0,1 0 0,-1-1 0,1 1 0,-1 0 0,0-1 0,1 1 0,-1-1 0,-1 2 0,-2 0 0,0 1 0,0 0 0,-1-1 0,0 0 0,1 0 0,-7 1 0,-25 5-61,21-5-200,0 1 0,0 0 0,0 1 1,-17 8-1,22-8-6565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1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 24575,'-2'-2'0,"1"1"0,1 4 0,3 6 0,1 3 0,3 4 0,-1 0 0,2 0 0,1 0 0,0 0 0,0-1 0,2-2 0,-2-2 0,1 1 0,1 0 0,-2-2-8191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0 24575,'-27'0'0,"-12"0"0,-1 0 0,4 0 0,7 3 0,7 0 0,5 0 0,4 2 0,3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1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24575,'15'24'0,"5"11"0,1 5 0,0-3 0,-4-5 0,-3-7 0,-2-7 0,-5-5-8191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3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24575,'5'22'0,"4"12"0,0 6 0,2-3 0,-2-1 0,1-3 0,0-4 0,0-3 0,-1-2 0,1-1 0,2-2 0,-2-2 0,-2-2 0,0-1 0,-2-1 0,-1-1 0,-5-2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3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1 112 24575,'104'-68'0,"-91"61"0,0 0 0,0 1 0,1 0 0,0 2 0,0-1 0,20-2 0,-29 6 0,-1 1 0,1-1 0,-1 1 0,1 0 0,-1 1 0,1-1 0,-1 1 0,1 0 0,-1 0 0,1 0 0,4 3 0,-6-3 0,-1 1 0,1-1 0,0 1 0,0 0 0,-1 0 0,1 0 0,-1 1 0,0-1 0,0 1 0,0-1 0,0 1 0,0 0 0,0-1 0,-1 1 0,1 0 0,0 3 0,0-2 0,-1 0 0,1 0 0,-1 0 0,0 0 0,0 0 0,0 0 0,-1 0 0,0 0 0,1 0 0,-1 0 0,-1 1 0,1-1 0,-1 0 0,1 0 0,-1 0 0,0 0 0,-1 0 0,1 0 0,-1-1 0,0 1 0,0 0 0,0-1 0,0 1 0,0-1 0,-1 1 0,0-1 0,1 0 0,-1 0 0,0-1 0,-6 5 0,-18 13 56,-28 16 0,29-20-794,-35 27-1,47-31-6087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4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75 24575,'0'1'0,"-1"-1"0,1 1 0,0-1 0,-1 1 0,1 0 0,0-1 0,0 1 0,-1 0 0,1-1 0,0 1 0,0 0 0,0-1 0,0 1 0,0 0 0,0 0 0,0-1 0,0 1 0,0 0 0,0-1 0,1 1 0,-1 0 0,0-1 0,0 1 0,1 0 0,-1 0 0,1 0 0,0 0 0,0-1 0,0 1 0,0 0 0,0-1 0,0 1 0,0-1 0,0 1 0,0-1 0,0 0 0,0 1 0,0-1 0,0 0 0,2 1 0,2-1 0,1 0 0,-1 1 0,1-2 0,-1 1 0,8-2 0,0 0 0,0-2 0,16-5 0,-26 8 0,-1 1 0,1-1 0,-1 0 0,1-1 0,-1 1 0,0 0 0,0-1 0,0 1 0,0-1 0,0 0 0,0 1 0,0-1 0,0 0 0,-1 0 0,1 0 0,-1-1 0,1 1 0,-1 0 0,2-4 0,-3 5 0,0 0 0,0 0 0,0 0 0,0 0 0,0 0 0,0 0 0,0 0 0,0 0 0,0 0 0,0 0 0,-1 0 0,1 0 0,0 0 0,-1 0 0,1 0 0,0 0 0,-1 1 0,1-1 0,-1 0 0,-1-1 0,0 0 0,0 0 0,0 1 0,0-1 0,0 1 0,0 0 0,0-1 0,0 1 0,-4-1 0,-2-1 0,0 1 0,0 0 0,0 1 0,-10-2 0,17 3 0,-11-1 0,1 1 0,-1-1 0,0 2 0,-23 3 0,33-4 0,-1 1 0,1-1 0,-1 1 0,1 0 0,-1 0 0,1 0 0,0 1 0,-1-1 0,1 1 0,0-1 0,0 1 0,0-1 0,0 1 0,0 0 0,0 0 0,1 0 0,-1 0 0,1 0 0,-1 1 0,1-1 0,0 0 0,0 1 0,0-1 0,0 1 0,0-1 0,1 1 0,-1-1 0,0 4 0,1 0 0,0 0 0,1 0 0,-1 0 0,1 0 0,0 0 0,4 11 0,2 19 0,-7-32 0,1 0 0,-1-1 0,1 1 0,0-1 0,0 1 0,0-1 0,0 1 0,1-1 0,0 1 0,-1-1 0,1 0 0,0 0 0,4 5 0,-2-5 0,-1 0 0,1 0 0,-1-1 0,1 1 0,0-1 0,0 1 0,0-1 0,0-1 0,0 1 0,9 2 0,19 3 0,0-1 0,1-2 0,0-1 0,0-1 0,55-5 0,-83 3 12,0-1 0,0 0 0,1 0 0,-1-1 0,0 0 0,0 1 0,-1-2 0,1 1 0,5-4 0,-8 6-65,-1-1 0,1 0 0,0-1 0,-1 1 0,1 0 0,-1 0 0,0-1 0,1 1 0,-1-1 0,0 1 0,0-1 0,0 0-1,0 1 1,0-1 0,0 0 0,-1 0 0,1 1 0,0-1 0,-1 0 0,0 0 0,1 0 0,-1 0 0,0 0 0,0 0 0,0 0 0,0 0 0,-1-2 0,-1-5-6773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35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46 24575,'12'59'0,"12"61"0,-18-97 0,1 0 0,1 0 0,12 21 0,-18-40 0,2 5 0,0-1 0,8 11 0,-25-45 0,-87-125 0,88 131 0,0 0 0,1 0 0,1-2 0,-12-39 0,21 59 0,0 0 0,1 0 0,0 0 0,-1 0 0,1 0 0,0 0 0,0 0 0,0 0 0,0-1 0,0 1 0,1 0 0,-1 0 0,1 0 0,-1 0 0,1 0 0,0 0 0,0-2 0,1 3 0,-1-1 0,0 1 0,0-1 0,1 1 0,-1 0 0,1 0 0,-1 0 0,1 0 0,-1 0 0,1 0 0,0 0 0,-1 0 0,1 1 0,0-1 0,0 1 0,0-1 0,-1 1 0,1 0 0,3-1 0,117 1 0,-55 2 0,-65-2 0,22 1 0,-23-1 0,0 0 0,0 0 0,0 1 0,0-1 0,0 0 0,0 1 0,0-1 0,0 1 0,0-1 0,0 1 0,0-1 0,0 1 0,0 0 0,0-1 0,0 1 0,0 0 0,1 1 0,-2-2 0,0 1 0,0-1 0,0 1 0,0-1 0,0 1 0,0 0 0,0-1 0,0 1 0,0-1 0,0 1 0,0-1 0,0 1 0,0-1 0,0 1 0,-1-1 0,1 1 0,0-1 0,0 0 0,-1 1 0,1-1 0,0 1 0,0-1 0,-1 1 0,1-1 0,0 0 0,-1 1 0,1-1 0,-1 0 0,0 1 0,-16 11 0,13-10 0,-8 6 0,-1 0 0,-18 15 0,28-20 0,0-1 0,0 1 0,0 0 0,1 0 0,0 0 0,-1 0 0,1 0 0,0 1 0,0-1 0,1 1 0,-3 5 0,4-7 0,0 0 0,0 1 0,0-1 0,0 0 0,0 1 0,0-1 0,0 0 0,1 1 0,0-1 0,-1 0 0,1 1 0,0-1 0,0 0 0,0 0 0,0 0 0,2 3 0,3 2 0,-1 1 0,12 11 0,-3-7 0,-1-1 0,1 0 0,1-1 0,16 8 0,-15-9 0,0 1 0,0 1 0,18 16 0,-33-26 0,0 0 0,0 0 0,0 0 0,0 1 0,0-1 0,0 0 0,0 0 0,0 1 0,0-1 0,0 0 0,-1 1 0,1-1 0,-1 1 0,1-1 0,-1 1 0,1-1 0,-1 1 0,0-1 0,0 1 0,0-1 0,0 1 0,0-1 0,0 1 0,0 0 0,0-1 0,-1 1 0,1-1 0,-1 1 0,1-1 0,-1 1 0,1-1 0,-1 0 0,0 1 0,0-1 0,-1 2 0,-2 1 0,1 0 0,-1-1 0,0 0 0,0 0 0,0 0 0,0 0 0,0 0 0,0-1 0,-1 0 0,-5 2 0,-86 25-1365,77-22-5461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1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24575,'1'11'0,"0"0"0,0-1 0,1 1 0,1-1 0,-1 0 0,2 0 0,0 0 0,7 14 0,7 9 0,24 32 0,-18-29 0,-12-16-119,1-2-193,-2 0 1,0 1-1,13 33 1,-21-42-6515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1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16 24575,'7'-3'0,"0"1"0,1-1 0,-1 1 0,1 0 0,-1 1 0,1-1 0,0 2 0,0-1 0,-1 1 0,12 1 0,-14 0 0,1 0 0,-1 0 0,0 1 0,0 0 0,1 0 0,-1 0 0,-1 0 0,1 1 0,0 0 0,-1 0 0,1 0 0,-1 1 0,0-1 0,0 1 0,5 7 0,0-1 0,0 2 0,-1-1 0,-1 1 0,0 0 0,0 1 0,-1-1 0,-1 1 0,6 21 0,-11-33 0,1 0 0,-1 1 0,0-1 0,1 1 0,-1-1 0,0 1 0,0-1 0,0 0 0,-1 1 0,1-1 0,0 1 0,0-1 0,-1 0 0,1 1 0,-1-1 0,1 0 0,-1 1 0,1-1 0,-1 0 0,0 0 0,0 1 0,0-1 0,0 0 0,-1 1 0,0 0 0,-1-1 0,1 0 0,-1 0 0,1 0 0,-1 0 0,0 0 0,1 0 0,-1-1 0,0 1 0,0-1 0,-5 0 0,-15-1 0,1 0 0,-1-2 0,0 0 0,1-2 0,0 0 0,0-2 0,0 0 0,-30-16 0,44 19 0,0 0 0,0-1 0,0 0 0,1 0 0,-1-1 0,-12-13 0,18 17 0,1 0 0,-1 0 0,0 0 0,1-1 0,-1 1 0,1-1 0,0 1 0,0-1 0,0 1 0,0-1 0,-1-5 0,2 6 0,0 0 0,0 0 0,1 0 0,-1 0 0,0 1 0,1-1 0,-1 0 0,1 0 0,-1 0 0,1 0 0,0 1 0,0-1 0,0 0 0,0 1 0,0-1 0,0 0 0,0 1 0,1 0 0,1-2 0,8-6-1365,1 3-5461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2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245 679 24575,'0'-42'0,"-10"-74"0,6 94 0,-1-1 0,-1 1 0,-1 1 0,-19-42 0,-97-205 0,98 211 0,20 45 0,4 8 0,-1 0 0,0 0 0,0 0 0,0 0 0,0 0 0,-3-3 0,5 7 0,0 0 0,0 0 0,0 0 0,0 0 0,0 0 0,0-1 0,-1 1 0,1 0 0,0 0 0,0 0 0,0 0 0,0 0 0,-1 0 0,1 0 0,0 0 0,0-1 0,0 1 0,0 0 0,-1 0 0,1 0 0,0 0 0,0 0 0,0 0 0,0 0 0,-1 0 0,1 0 0,0 0 0,0 0 0,0 0 0,-1 0 0,1 0 0,0 1 0,0-1 0,0 0 0,0 0 0,-1 0 0,1 0 0,0 0 0,0 0 0,0 0 0,0 0 0,0 1 0,-1-1 0,-4 11 0,1 13 0,2-5 0,2 1 0,1 0 0,0-1 0,1 1 0,9 35 0,-3-28 0,1-1 0,0 0 0,22 39 0,-21-48 0,1 0 0,0-1 0,2 0 0,0-1 0,0-1 0,28 23 0,-21-22 0,0 0 0,1-1 0,0-2 0,46 21 0,-52-28-1365,-3-2-5461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2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163 115 24575,'-9'-2'0,"-56"-16"0,58 17 0,1 0 0,0 1 0,0-1 0,-1 1 0,1 0 0,0 1 0,0-1 0,-9 3 0,14-3 0,0 0 0,0 1 0,0-1 0,-1 0 0,1 1 0,0-1 0,0 1 0,0-1 0,0 1 0,0-1 0,0 1 0,0 0 0,0 0 0,0-1 0,1 1 0,-1 0 0,0 0 0,0 0 0,1 0 0,-1 0 0,0 0 0,1 0 0,-1 0 0,1 0 0,0 0 0,-1 0 0,1 0 0,0 1 0,-1-1 0,1 0 0,0 0 0,0 0 0,0 1 0,0-1 0,0 0 0,0 0 0,1 0 0,-1 0 0,0 0 0,1 1 0,-1-1 0,0 0 0,2 1 0,-1 2 0,2 0 0,-1 0 0,0 0 0,1-1 0,0 1 0,0-1 0,0 1 0,0-1 0,7 5 0,5 2 0,0-1 0,1-1 0,-1 0 0,2-1 0,-1-1 0,1 0 0,34 6 0,-47-11 0,0-1 0,1 0 0,-1 0 0,1 0 0,-1 0 0,1-1 0,-1 0 0,0 0 0,1 0 0,-1 0 0,0-1 0,0 0 0,0 1 0,0-2 0,4-1 0,-6 2 0,0 1 0,0-1 0,-1 1 0,1-1 0,-1 0 0,1 1 0,-1-1 0,0 0 0,0 0 0,0 0 0,0 0 0,0 0 0,0 0 0,0 0 0,-1-1 0,1 1 0,-1 0 0,1 0 0,-1-1 0,0 1 0,0 0 0,0 0 0,0-1 0,0 1 0,-1 0 0,1 0 0,-1 0 0,1-1 0,-1 1 0,0 0 0,-1-3 0,-4-7 0,-1 1 0,1-1 0,-2 1 0,0 1 0,0-1 0,-17-16 0,16 19 0,1 1 0,-1 0 0,0 0 0,0 1 0,-1 0 0,0 1 0,0 0 0,-15-5 0,23 9 0,0 0 0,-1 1 0,1-1 0,0 1 0,-1 0 0,1 0 0,0 0 0,-1 0 0,1 0 0,0 0 0,-1 0 0,1 1 0,0-1 0,-1 1 0,1 0 0,0 0 0,0 0 0,0 0 0,-1 0 0,-2 3 0,3-2 0,0 0 0,0 0 0,0 0 0,0 0 0,0 1 0,1-1 0,-1 0 0,1 1 0,0 0 0,0-1 0,0 1 0,0 0 0,0-1 0,0 1 0,1 0 0,-1 5 0,0 1-273,1-1 0,0 0 0,1 0 0,1 11 0,2-4-6553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37 24575,'-4'-5'0,"-15"-17"0,19 21 0,-1 0 0,0 1 0,0-1 0,0 0 0,0 0 0,0 1 0,0-1 0,1 1 0,-1-1 0,-1 1 0,1-1 0,0 1 0,0 0 0,0-1 0,0 1 0,0 0 0,0 0 0,0 0 0,0 0 0,-2 0 0,2 0 0,1 1 0,-1-1 0,0 1 0,0-1 0,0 1 0,1-1 0,-1 1 0,0 0 0,1-1 0,-1 1 0,1 0 0,-1 0 0,1 0 0,-1-1 0,1 1 0,-1 0 0,1 0 0,0 0 0,-1 0 0,1 0 0,0 0 0,0 0 0,0 0 0,0-1 0,0 1 0,0 0 0,0 0 0,0 0 0,0 2 0,5 28 0,-1-20 0,0 1 0,1-1 0,0 0 0,0 0 0,1-1 0,1 0 0,0 0 0,0 0 0,1-1 0,0 0 0,0 0 0,1-1 0,18 13 0,-24-19 0,1 0 0,-1 0 0,1 0 0,-1-1 0,1 1 0,0-1 0,0 0 0,-1 0 0,1 0 0,0-1 0,5 1 0,-7-1 0,-1 0 0,1 0 0,-1 0 0,1-1 0,0 1 0,-1 0 0,0-1 0,1 1 0,-1-1 0,1 1 0,-1-1 0,1 0 0,-1 0 0,0 1 0,0-1 0,1 0 0,-1 0 0,0 0 0,0 0 0,0-1 0,0 1 0,0 0 0,0 0 0,-1-1 0,1 1 0,0 0 0,-1-1 0,1 1 0,0-1 0,-1 1 0,1-3 0,0-6 0,1 0 0,-1 0 0,-1 1 0,0-1 0,-2-15 0,2 21 0,-1-1 0,0 1 0,0-1 0,0 1 0,0 0 0,-1 0 0,1-1 0,-1 1 0,0 0 0,0 1 0,-1-1 0,1 0 0,-1 1 0,-4-5 0,7 8 0,0-1 0,-1 1 0,1 0 0,0 0 0,0-1 0,0 1 0,-1 0 0,1 0 0,0 0 0,0 0 0,-1-1 0,1 1 0,0 0 0,0 0 0,-1 0 0,1 0 0,0 0 0,-1 0 0,1 0 0,0 0 0,-1 0 0,1 0 0,0 0 0,-1 0 0,1 0 0,0 0 0,0 0 0,-1 0 0,1 0 0,0 0 0,-1 0 0,1 0 0,0 1 0,0-1 0,-1 0 0,1 0 0,0 1 0,-5 12 0,5 17 0,8 18 0,20 69 0,-8-40 0,1 0 0,-11-40 0,0 0 0,6 61 0,-16-95 0,0 0 0,0 0 0,0 1 0,0-1 0,-1 0 0,1 0 0,-1 0 0,0 1 0,1-1 0,-2 0 0,1 0 0,0 0 0,0 0 0,-1-1 0,0 1 0,-2 3 0,2-4 0,1-1 0,-1 1 0,0-1 0,0 1 0,0-1 0,0 0 0,0 0 0,0 0 0,0 0 0,0 0 0,0-1 0,-1 1 0,1-1 0,0 1 0,-1-1 0,1 0 0,0 0 0,0 0 0,-1 0 0,1 0 0,0 0 0,-1-1 0,-2 0 0,-2-1-80,1 1 0,-1-2-1,0 1 1,0-1 0,1 0-1,0 0 1,-1-1 0,1 0-1,1 0 1,-1 0 0,0-1 0,1 0-1,0 0 1,0 0 0,1-1-1,-8-10 1,7 5-6746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3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24575,'3'20'0,"3"8"0,0 3 0,2-2 0,2-4 0,2-3 0,-2-3 0,1-2 0,-2-2 0,0-3 0,-2-2 0,1-2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3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51 24575,'-1'3'0,"0"0"0,0 0 0,0 0 0,0 0 0,0 0 0,0 0 0,1 0 0,0 0 0,-1 0 0,1 0 0,0 0 0,1 1 0,0 5 0,0-5 0,1 1 0,0 0 0,-1-1 0,2 1 0,-1-1 0,0 1 0,7 7 0,2 0 0,0 0 0,1-1 0,0 0 0,16 10 0,-15-11 0,1-1 0,24 13 0,-33-19 0,0-1 0,1 0 0,-1 0 0,1-1 0,-1 1 0,1-1 0,0 0 0,-1-1 0,1 1 0,0-1 0,7-1 0,-12 1 0,1 0 0,0-1 0,-1 1 0,1-1 0,-1 1 0,1-1 0,-1 1 0,0-1 0,1 0 0,-1 0 0,0 0 0,1 1 0,-1-1 0,0-1 0,0 1 0,0 0 0,0 0 0,0 0 0,2-3 0,-2 1 0,0 1 0,0-1 0,0 0 0,0 1 0,-1-1 0,1 0 0,-1 0 0,0 0 0,1 0 0,-2-3 0,0-4 0,0 0 0,-1 1 0,0-1 0,-1 1 0,-5-14 0,3 10 0,-1 1 0,-1 0 0,0 1 0,0 0 0,-1 0 0,-1 0 0,0 1 0,0 0 0,-1 1 0,-21-16 0,30 24 3,0 0 0,-1 1 1,1-1-1,-1 0 0,1 0 0,-1 1 0,1-1 0,-1 1 0,0-1 0,1 1 0,-1 0 1,0 0-1,1 0 0,-1 0 0,0 0 0,1 0 0,-1 0 0,1 0 0,-1 0 0,0 1 0,1-1 1,-1 1-1,-2 1 0,-1 1-94,0 0 0,1 0 1,-1 1-1,1-1 0,-6 8 1,0-1-806,-1 0-5930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4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24575,'5'25'0,"2"12"0,1 6 0,3-1 0,1-1 0,2-4 0,-2-5 0,-1-3 0,-2-5 0,-2-3 0,-3-5-8191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4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1 24575,'-32'0'0,"-16"0"0,-4 0 0,0 0 0,3 0 0,5 0 0,5 0 0,7 0 0,4 0 0,4 2 0,2 2 0,-1 1 0,1 1 0,2-1 0,5-2-8191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5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24575,'2'17'0,"0"0"0,1 0 0,1-1 0,1 1 0,10 23 0,-8-20 0,-2-6 0,-2-5 0,0 0 0,8 16 0,-10-24 0,0 1 0,0-1 0,0 0 0,0 0 0,1 0 0,-1 0 0,0 0 0,0 0 0,1 0 0,-1 0 0,1 0 0,-1 0 0,1-1 0,-1 1 0,1-1 0,-1 1 0,1-1 0,0 0 0,-1 1 0,1-1 0,2 0 0,4-1 0,0 1 0,-1-1 0,12-3 0,-4 1 0,150-25 0,-150 24-273,-1 0 0,1 0 0,-1-1 0,16-9 0,-15 6-6553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5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24575,'2'27'0,"1"12"0,3 1 0,0-4 0,1-5 0,0-6 0,1-6 0,-1-5 0,1-2 0,-1-1 0,-2 1 0,1-2 0,0-1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7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548 36 24575,'-87'-6'0,"41"1"0,-47 2 0,86 3 0,0 0 0,0 1 0,0 0 0,0 1 0,0-1 0,-11 6 0,15-6 0,1 0 0,0 0 0,0 0 0,0 0 0,1 0 0,-1 1 0,0-1 0,0 1 0,1 0 0,-1-1 0,1 1 0,-1 0 0,1 0 0,0 0 0,0 0 0,0 0 0,0 0 0,0 0 0,0 1 0,1-1 0,-1 0 0,1 0 0,-1 4 0,1-3 0,-1 0 0,1 0 0,0-1 0,-1 1 0,0 0 0,1-1 0,-1 1 0,0 0 0,0-1 0,-3 4 0,4-5 0,-1 0 0,0 0 0,0 0 0,0 0 0,-1-1 0,1 1 0,0 0 0,0-1 0,0 1 0,-1 0 0,1-1 0,0 1 0,0-1 0,-1 0 0,1 1 0,0-1 0,-1 0 0,1 0 0,0 0 0,-1 0 0,1 0 0,0 0 0,-3-1 0,-11-1 0,1-1 0,-1-1 0,1 0 0,0 0 0,0-2 0,0 0 0,1 0 0,-1-2 0,2 1 0,-19-15 0,30 21-62,-1 0 0,1-1 0,-1 1 0,1-1 0,0 1 0,0-1 0,-1 0 0,1 1 0,0-1 0,0 0 0,1 0 0,-1 1-1,0-1 1,1 0 0,-1 0 0,1 0 0,-1 0 0,1 0 0,0 0 0,0 0 0,0-3 0,3-3-6764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7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392 72 24575,'-102'-43'0,"83"36"0,-1 0 0,-1 2 0,-25-3 0,43 7 0,-1 1 0,1-1 0,-1 1 0,1 0 0,-1 1 0,1-1 0,-1 1 0,1-1 0,-1 1 0,1 0 0,0 0 0,0 1 0,-1-1 0,1 1 0,0-1 0,0 1 0,-3 3 0,1-1 0,0 1 0,1 0 0,0 0 0,0 0 0,0 1 0,1 0 0,-6 10 0,6-10-66,-3 7 163,-16 25 1,19-34-264,-1 0 0,1 0 0,-1 0 0,0 0 0,0-1 0,-1 1 0,1-1 0,-9 5 0,5-4-6660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8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30 24575,'-86'-13'0,"0"4"0,-106 2 0,182 8 0,10 0 0,0-1 0,0 0 0,0 0 0,-1 0 0,1 0 0,0 0 0,0 0 0,0 0 0,0 0 0,0 0 0,0 0 0,0 0 0,0 0 0,0 0 0,0 0 0,0 0 0,0 1 0,0-1 0,0 0 0,0 0 0,0 0 0,0 0 0,0 0 0,0 0 0,0 0 0,0 0 0,0 0 0,0 0 0,0 1 0,0-1 0,0 0 0,0 0 0,0 0 0,0 0 0,0 0 0,0 0 0,0 0 0,0 0 0,0 0 0,0 0 0,0 1 0,0-1 0,0 0 0,0 0 0,0 0 0,0 0 0,1 1 0,0-1 0,1 1 0,-1 0 0,0-1 0,0 1 0,0-1 0,0 1 0,1-1 0,-1 1 0,0-1 0,2 0 0,68 10 0,141-2 0,-212-8 0,0 0 0,0 0 0,0 0 0,0 0 0,0 0 0,0 0 0,0 0 0,0 0 0,0 0 0,0 0 0,0 0 0,0 0 0,0 0 0,0 0 0,0 0 0,0 0 0,0 0 0,0 0 0,0 0 0,0 0 0,0 0 0,0 0 0,0 0 0,0 0 0,0-1 0,0 1 0,0 0 0,0 0 0,0 0 0,0 0 0,0 0 0,0 0 0,0 0 0,0 0 0,0 0 0,0 0 0,0 0 0,0 0 0,0 0 0,0 0 0,0 0 0,0 0 0,0 0 0,-7-3 0,-11-2 0,-1 2 0,-1 1 0,0 0 0,1 2 0,-1 0 0,0 1 0,1 1 0,-1 1 0,1 1 0,0 0 0,-32 13 0,36-10-1365,2 0-5461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49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53 24575,'-2'-6'0,"1"0"0,-1 1 0,0-1 0,0 0 0,-4-6 0,6 11 0,-1 1 0,1-1 0,0 0 0,-1 1 0,1-1 0,0 0 0,-1 1 0,1-1 0,-1 1 0,1-1 0,-1 1 0,1-1 0,-1 1 0,1-1 0,-1 1 0,0-1 0,1 1 0,-1 0 0,0-1 0,1 1 0,-1 0 0,0 0 0,1 0 0,-1-1 0,0 1 0,0 0 0,1 0 0,-1 0 0,0 0 0,0 0 0,1 0 0,-1 0 0,0 0 0,0 1 0,1-1 0,-1 0 0,0 0 0,1 1 0,-1-1 0,0 0 0,1 1 0,-1-1 0,1 0 0,-1 1 0,0-1 0,1 1 0,-1-1 0,1 1 0,-1-1 0,1 1 0,-1 0 0,0 1 0,-10 14 0,1 2 0,0 0 0,1 0 0,0 0 0,-5 22 0,12-33 0,-9 23 0,2 0 0,2 1 0,-7 54 0,7 96 0,7-170 0,1-1 0,-1 1 0,2-1 0,2 14 0,-3-21 0,1 0 0,-1 1 0,0-1 0,1 0 0,0 0 0,0 0 0,0 0 0,0 0 0,0 0 0,0-1 0,1 1 0,-1-1 0,1 1 0,0-1 0,0 0 0,4 2 0,6 3 0,0-1 0,0 0 0,1-1 0,0-1 0,0 0 0,0-1 0,0 0 0,1-1 0,-1-1 0,1 0 0,-1-1 0,1-1 0,-1 0 0,1-1 0,26-7 0,-38 8 0,0 0 0,0 0 0,0-1 0,-1 1 0,1 0 0,-1-1 0,1 0 0,-1 0 0,1 0 0,-1 0 0,0 0 0,0 0 0,0 0 0,0-1 0,0 1 0,-1-1 0,1 1 0,-1-1 0,2-3 0,-2 3 0,-1 0 0,1 1 0,-1-1 0,0 0 0,1 0 0,-1 0 0,0 0 0,-1 0 0,1 1 0,-1-1 0,1 0 0,-1 0 0,0 1 0,0-1 0,0 0 0,0 1 0,0-1 0,-1 1 0,1-1 0,-3-2 0,-1-1 0,-1 0 0,1 0 0,-1 1 0,0 0 0,0 0 0,-1 0 0,1 1 0,-1 0 0,0 0 0,0 1 0,-1 0 0,-8-3 0,4 3 0,0 0 0,0 1 0,0 0 0,0 0 0,0 1 0,0 1 0,-16 1 0,22 0-114,1 1 1,0-1-1,-1 1 0,1 0 0,0 0 1,0 0-1,0 1 0,0-1 0,0 1 1,1 0-1,-9 8 0,4-2-6712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50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167 371 24575,'-4'9'0,"-2"0"0,1-1 0,-1 1 0,0-2 0,-1 1 0,-8 7 0,-48 36 0,27-24 0,34-26 0,1 0 0,0 0 0,-1 0 0,1 0 0,0 1 0,0-1 0,0 0 0,0 0 0,0 1 0,0-1 0,0 1 0,0-1 0,1 1 0,-1-1 0,0 1 0,1-1 0,-1 1 0,1 3 0,0-3 0,0-1 0,1 1 0,-1-1 0,1 1 0,-1-1 0,1 0 0,0 1 0,0-1 0,0 0 0,-1 1 0,1-1 0,0 0 0,1 0 0,-1 0 0,0 0 0,0 0 0,0 0 0,1 0 0,-1 0 0,2 1 0,3 1 0,-1 0 0,1-1 0,0 1 0,0-1 0,0 0 0,0-1 0,0 0 0,12 2 0,5-2 0,26-3 0,-15 1 0,-30 1 0,0 0 0,0 0 0,0-1 0,0 1 0,0-1 0,-1 0 0,1 0 0,0 0 0,0-1 0,0 1 0,-1-1 0,5-3 0,-5 3 0,-1 0 0,1-1 0,-1 1 0,1-1 0,-1 0 0,0 0 0,0 0 0,0 0 0,-1 0 0,1 0 0,-1-1 0,0 1 0,0 0 0,1-5 0,1-3 0,-2 0 0,1 0 0,-1-1 0,-1 1 0,0-1 0,-3-17 0,-16-69 0,11 62 0,-48-257 0,106 512 0,-34-156 0,64 217 0,-71-256-1365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1:50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136 217 24575,'7'174'0,"-4"-151"0,1 0 0,1 0 0,1 0 0,1-1 0,14 30 0,-17-43 0,-4-9 0,0 0 0,0 0 0,0 0 0,1 0 0,-1 0 0,0 0 0,0 0 0,0 0 0,0 0 0,0 0 0,0 0 0,0 0 0,0 0 0,0 0 0,0 0 0,0 0 0,0 0 0,0 0 0,0 0 0,0 0 0,0 0 0,0 0 0,0 0 0,0 0 0,0 0 0,0 0 0,0 0 0,0 0 0,0 0 0,0 0 0,0 0 0,0 0 0,0 0 0,0 0 0,0 0 0,0 0 0,0 0 0,0 0 0,0 0 0,-6-18 0,-45-75 0,-21-44 0,59 107 0,0 0 0,-13-53 0,22 66 0,1 1 0,-1-22 0,3 33 0,1 1 0,0-1 0,0 0 0,1 1 0,-1-1 0,1 0 0,0 1 0,0-1 0,1 1 0,-1 0 0,1-1 0,0 1 0,3-5 0,-3 6 0,1 0 0,0 0 0,0 1 0,0-1 0,0 1 0,1 0 0,-1 0 0,1 0 0,-1 0 0,1 1 0,0-1 0,-1 1 0,1 0 0,7-1 0,-1 0 0,0 1 0,0 0 0,0 1 0,17 1 0,-9 2 0,1 0 0,-1 1 0,0 1 0,-1 1 0,1 0 0,-1 1 0,0 1 0,24 16 0,-39-23 0,0 0 0,0 0 0,-1 0 0,1 1 0,0-1 0,-1 1 0,1 0 0,-1-1 0,1 1 0,-1 0 0,0 0 0,0 0 0,0 0 0,0 0 0,0 0 0,0 0 0,-1 0 0,1 0 0,0 0 0,-1 4 0,0-3 0,0-1 0,-1 1 0,1-1 0,-1 0 0,0 1 0,1-1 0,-1 0 0,0 0 0,-1 1 0,1-1 0,0 0 0,-1 0 0,1 0 0,-1 0 0,1-1 0,-1 1 0,0 0 0,-3 1 0,-7 6 0,0-1 0,-1 0 0,-17 7 0,-16 10 0,44-24 0,0 0 0,0 1 0,0-1 0,0 1 0,0-1 0,0 1 0,0 0 0,1 0 0,-1 0 0,1 0 0,-1 0 0,1 0 0,0 0 0,0 1 0,0-1 0,0 0 0,0 1 0,0-1 0,1 0 0,-1 5 0,1-4 0,0 1 0,1 0 0,-1-1 0,1 1 0,0-1 0,0 0 0,0 1 0,0-1 0,0 0 0,1 1 0,0-1 0,0 0 0,0 0 0,2 3 0,17 17 0,1 0 0,1-1 0,50 36 0,-9-7 0,-50-40 0,16 14 0,-29-24 0,1 0 0,-1 0 0,0 1 0,1-1 0,-1 1 0,0-1 0,0 1 0,0 0 0,-1-1 0,1 1 0,0 0 0,-1-1 0,1 1 0,-1 0 0,1 3 0,-1-4 0,0 1 0,-1-1 0,1 1 0,0-1 0,-1 0 0,0 1 0,1-1 0,-1 1 0,0-1 0,1 0 0,-1 0 0,0 1 0,0-1 0,0 0 0,0 0 0,0 0 0,-1 0 0,1 0 0,0 0 0,0-1 0,-1 1 0,1 0 0,0 0 0,-1-1 0,1 1 0,-1-1 0,-1 1 0,-5 1 0,-2 1 0,1-2 0,-10 2 0,13-2 0,-23 2-105,-82 13-1155,94-13-5566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2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8 24575,'0'0'0,"-15"-8"0,9 10 0,5 7 0,5 1 0,-1 0 0,2 0 0,-1 0 0,1-1 0,1 0 0,8 12 0,3 4 0,126 209 0,-110-180 0,45 100 0,-78-154 0,1 0 0,-1 1 0,0-1 0,0 0 0,0 1 0,1-1 0,-1 0 0,0 1 0,0-1 0,0 1 0,0-1 0,0 0 0,0 1 0,0-1 0,0 1 0,0-1 0,0 0 0,0 1 0,0-1 0,0 1 0,0-1 0,0 0 0,0 1 0,-8-4 0,-8-15 0,11 10-136,0-1-1,0 0 1,1 0-1,0 0 1,1 0-1,0-1 1,1 0-1,-1 1 0,0-20 1,1 13-6690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2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1 24575,'-29'14'0,"-17"6"0,-9-1 0,1-4 0,2-5 0,5-3 0,5-3 0,5-3 0,7-1 0,6-1 0,1 1 0,3-1 0,5 0-8191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3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127 175 24575,'86'109'0,"-79"-95"0,-7-14 0,0 0 0,0 0 0,0 0 0,-1 0 0,1 0 0,0 1 0,0-1 0,0 0 0,0 0 0,0 0 0,0 0 0,-1 0 0,1 0 0,0 0 0,0 0 0,0 0 0,0 0 0,-1 0 0,1 0 0,0 0 0,0 0 0,0 0 0,0 0 0,0 0 0,-1 0 0,1 0 0,0 0 0,0 0 0,0 0 0,0 0 0,-1 0 0,1 0 0,0 0 0,0 0 0,0 0 0,0 0 0,0-1 0,0 1 0,-1 0 0,1 0 0,0 0 0,-23-18 0,-17-25 0,-68-95 0,106 135 0,-5-7 0,-17-24 0,23 32 0,-1-1 0,1 1 0,0 0 0,0-1 0,0 1 0,0-1 0,1 1 0,-1-1 0,1 1 0,-1-1 0,1 0 0,0-2 0,0 4 0,1 0 0,-1 0 0,0 1 0,0-1 0,1 0 0,-1 0 0,0 0 0,1 1 0,-1-1 0,1 0 0,-1 1 0,1-1 0,0 1 0,-1-1 0,1 0 0,-1 1 0,1-1 0,0 1 0,-1 0 0,1-1 0,0 1 0,0-1 0,-1 1 0,1 0 0,0 0 0,0-1 0,0 1 0,0 0 0,-1 0 0,1 0 0,0 0 0,0 0 0,0 0 0,0 0 0,-1 0 0,1 0 0,0 1 0,0-1 0,1 1 0,5 0 0,0 1 0,0 1 0,9 3 0,-13-4 0,16 7 59,26 18 0,-5-4-1542,-27-16-5343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3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17 24575,'-12'-2'0,"-5"-2"0,0 0 0,0 1 0,-1 2 0,1-1 0,0 2 0,-24 2 0,40-2 0,-1 0 0,1 0 0,-1 1 0,0-1 0,1 0 0,-1 1 0,0-1 0,1 1 0,-1 0 0,1-1 0,0 1 0,-1 0 0,1 0 0,-1 0 0,1 0 0,0 0 0,0 0 0,0 0 0,-1 1 0,1-1 0,0 0 0,1 1 0,-1-1 0,0 1 0,0-1 0,1 1 0,-1-1 0,0 1 0,1-1 0,0 1 0,-1 0 0,1-1 0,0 1 0,0-1 0,0 1 0,0 0 0,0-1 0,0 1 0,1 2 0,0 1 0,0 0 0,1 0 0,0 0 0,0-1 0,0 1 0,1 0 0,0-1 0,0 0 0,0 1 0,0-1 0,6 5 0,1 1 0,1-1 0,1 0 0,-1-1 0,1 0 0,1-1 0,0 0 0,13 5 0,-19-9 0,0-1 0,0 0 0,0-1 0,0 1 0,0-2 0,15 1 0,-18-1 0,1 0 0,-1-1 0,1 0 0,-1 0 0,1 0 0,-1 0 0,0-1 0,1 0 0,-1 0 0,0 0 0,7-5 0,-8 5 0,0-1 0,0 0 0,0 1 0,0-1 0,-1-1 0,1 1 0,-1 0 0,0 0 0,0-1 0,0 1 0,0-1 0,0 0 0,-1 0 0,0 1 0,0-1 0,0 0 0,0 0 0,-1 0 0,1 0 0,-1 0 0,0 0 0,0 0 0,0 0 0,-1 0 0,0 0 0,0 0 0,0 0 0,0 0 0,0 0 0,-1 0 0,1 1 0,-1-1 0,-3-4 0,11 14 0,0 1 0,0-1 0,1 0 0,0-1 0,0 0 0,1 0 0,-1 0 0,1-1 0,0 0 0,0 0 0,1-1 0,-1 0 0,1-1 0,15 3 0,8-1 0,0-2 0,58-3 0,-33 0 0,-51 1-83,-1 1-24,1-1 0,0 0 0,0 0 1,-1-1-1,1 0 0,0 0 0,0 0 0,-1-1 0,1 1 1,-1-1-1,7-4 0,-2 0-6719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4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40 24575,'-60'-15'0,"-75"-9"0,130 24 0,0-1 0,1 1 0,-1 0 0,-9 2 0,13-2 0,1 0 0,-1 0 0,0 0 0,1 0 0,-1 1 0,1-1 0,-1 0 0,1 0 0,-1 1 0,1-1 0,-1 0 0,1 1 0,-1-1 0,1 1 0,-1-1 0,1 0 0,0 1 0,-1-1 0,1 1 0,-1 0 0,1 0 0,0 0 0,0-1 0,0 1 0,0 0 0,0 0 0,0-1 0,0 1 0,0 0 0,1-1 0,-1 1 0,0 0 0,0-1 0,1 1 0,-1 0 0,0-1 0,1 1 0,-1 0 0,0-1 0,1 2 0,5 5 0,-1 0 0,1-1 0,0 1 0,1-1 0,8 7 0,41 25 0,-37-25 0,38 22 0,1-3 0,118 47 0,-175-79 0,1 1 0,-1-1 0,0 1 0,0 0 0,1-1 0,-1 1 0,0 0 0,0 0 0,0 0 0,0 0 0,0 0 0,0 0 0,0 0 0,1 2 0,-2-3 0,0 0 0,0 0 0,0 1 0,1-1 0,-1 0 0,0 1 0,0-1 0,0 0 0,0 0 0,0 1 0,0-1 0,0 0 0,-1 1 0,1-1 0,0 0 0,0 0 0,0 1 0,0-1 0,0 0 0,0 0 0,0 1 0,-1-1 0,1 0 0,0 0 0,-1 1 0,-11 5 0,-6-2 0,-1-2 0,0 0 0,1-1 0,-34-2 0,12-1 0,-32 1 0,-86 2 0,134 2-1365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4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24575,'-3'10'0,"3"8"0,0 8 0,3 8 0,3 4 0,4 2 0,2 0 0,1 0 0,2-1 0,-1-2 0,2-2 0,-1-2 0,0-2 0,-1-3 0,1-5 0,-3-3 0,-1-6 0,-2-4-8191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5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228 547 24575,'-4'-37'0,"-2"0"0,-1 0 0,-2 1 0,-1 0 0,-2 1 0,-1 0 0,-2 1 0,-1 0 0,-23-33 0,-45-81 0,75 138 0,9 10 0,0 0 0,0 0 0,-1 0 0,1 0 0,0 0 0,0 0 0,0 0 0,0 0 0,-1 0 0,1 0 0,0 1 0,0-1 0,0 0 0,0 0 0,0 0 0,-1 0 0,1 0 0,0 0 0,0 0 0,0 1 0,0-1 0,0 0 0,0 0 0,0 0 0,-1 0 0,1 0 0,0 1 0,0-1 0,0 0 0,0 0 0,0 0 0,0 1 0,0-1 0,0 0 0,0 0 0,0 0 0,0 1 0,1 25 0,15 49 0,37 104 0,-38-137 0,2-1 0,23 43 0,-30-67 0,0-1 0,1 0 0,0-1 0,1 0 0,1 0 0,0-1 0,23 17 0,-32-28-76,0 0 1,-1 0-1,1-1 0,1 1 0,-1-1 0,0 0 0,1 0 0,-1-1 1,1 1-1,-1-1 0,1 0 0,0 0 0,-1 0 0,1-1 1,0 0-1,0 0 0,6-1 0,1-2-6750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73 24575,'-21'-4'0,"-1"0"0,0 0 0,0 2 0,0 0 0,-1 1 0,-27 4 0,48-3 0,0 0 0,0 0 0,0 1 0,0-1 0,0 1 0,0 0 0,1-1 0,-1 1 0,0 0 0,0 0 0,1 0 0,-1 0 0,0 0 0,1 1 0,-1-1 0,1 0 0,-3 4 0,4-4 0,-1 1 0,1-1 0,-1 1 0,1-1 0,-1 1 0,1 0 0,0-1 0,0 1 0,0-1 0,0 1 0,0 0 0,0-1 0,0 1 0,0-1 0,1 1 0,-1-1 0,1 1 0,-1-1 0,1 1 0,-1-1 0,1 1 0,1 1 0,3 5 0,1 0 0,0 0 0,0 0 0,0-1 0,1 0 0,0 0 0,1-1 0,0 1 0,0-2 0,11 7 0,-4-3 0,1-1 0,0-1 0,0-1 0,0 0 0,18 3 0,-31-8 0,-1-1 0,0 1 0,1-1 0,-1 0 0,0 1 0,1-1 0,-1 0 0,1-1 0,-1 1 0,0 0 0,1-1 0,-1 1 0,0-1 0,0 0 0,1 0 0,-1 0 0,0 0 0,0 0 0,0 0 0,0-1 0,0 1 0,0-1 0,1-1 0,-1 0 0,0 1 0,0-1 0,0 0 0,-1 0 0,1 0 0,-1 0 0,0 0 0,0 0 0,0-1 0,0 1 0,0 0 0,-1 0 0,0-1 0,1 1 0,-2-7 0,1 3 0,-1 1 0,-1-1 0,1 1 0,-1-1 0,0 1 0,-1 0 0,1-1 0,-1 1 0,-1 0 0,-6-9 0,10 15 0,0 0 0,0 0 0,0 0 0,0 0 0,0 0 0,0 0 0,0-1 0,0 1 0,0 0 0,0 0 0,0 0 0,0 0 0,0 0 0,0 0 0,0 0 0,0 0 0,0 0 0,0 0 0,0 0 0,0 0 0,0-1 0,0 1 0,0 0 0,0 0 0,-1 0 0,1 0 0,0 0 0,0 0 0,0 0 0,0 0 0,0 0 0,0 0 0,0 0 0,0 0 0,0 0 0,0 0 0,0 0 0,-1 0 0,1 0 0,0 0 0,0 0 0,0 0 0,0 0 0,0 0 0,0 0 0,0 0 0,0 0 0,0 0 0,0 0 0,0 0 0,-1 0 0,1 0 0,0 0 0,0 0 0,0 0 0,0 0 0,0 0 0,0 0 0,0 0 0,0 1 0,0-1 0,0 0 0,0 0 0,0 0 0,0 0 0,0 8 0,5 12 0,-1-10 0,0 0 0,1-1 0,0 0 0,1 0 0,-1 0 0,15 15 0,-17-20 0,1 0 0,1 0 0,-1 0 0,0 0 0,1-1 0,0 0 0,0 0 0,0 0 0,0 0 0,0-1 0,0 0 0,1 0 0,-1 0 0,8 0 0,-11-1 0,-1-1 0,1 0 0,-1 0 0,1 0 0,-1 0 0,1 0 0,-1-1 0,1 1 0,-1 0 0,0-1 0,1 1 0,-1-1 0,1 1 0,-1-1 0,0 0 0,1 1 0,-1-1 0,0 0 0,2-2 0,-1 1 0,-1 1 0,0-1 0,0 0 0,0 0 0,0 0 0,0 0 0,0 0 0,0 0 0,0-1 0,-1 1 0,1-4 0,0-2 0,-1 0 0,0 0 0,0 0 0,-1 1 0,0-1 0,-2-10 0,-30-92-872,30 102 379,-4-17-6333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24575,'66'111'0,"89"211"0,-132-273 0,-12-28 0,15 43 0,-26-63 0,1 0 0,-1 0 0,0-1 0,1 1 0,-1 0 0,0 0 0,0-1 0,0 1 0,0 0 0,0 0 0,0 0 0,0-1 0,0 1 0,0 0 0,0 0 0,0-1 0,-1 1 0,1 0 0,0 0 0,0-1 0,-1 1 0,0 1 0,1-2 0,-1 0 0,1 1 0,-1-1 0,0 0 0,1 0 0,-1 1 0,1-1 0,-1 0 0,0 0 0,1 0 0,-1 0 0,0 0 0,1 0 0,-1 0 0,0 0 0,1 0 0,-1 0 0,1 0 0,-1-1 0,-1 1 0,-3-2 0,-1-1 0,0 1 0,1-1 0,-7-4 0,-1-1 0,8 5 0,1 1 0,0-1 0,-1 1 0,1-1 0,0 0 0,1-1 0,-1 1 0,0-1 0,1 1 0,-5-9 0,7 12 0,1 0 0,0 0 0,0-1 0,0 1 0,0 0 0,0-1 0,0 1 0,0 0 0,0 0 0,0-1 0,0 1 0,0 0 0,0-1 0,0 1 0,0 0 0,0-1 0,0 1 0,0 0 0,0 0 0,0-1 0,1 1 0,-1 0 0,0-1 0,0 1 0,0 0 0,0 0 0,1 0 0,-1-1 0,0 1 0,0 0 0,1 0 0,-1 0 0,0-1 0,0 1 0,1 0 0,-1 0 0,0 0 0,0 0 0,1 0 0,-1-1 0,0 1 0,1 0 0,-1 0 0,0 0 0,1 0 0,-1 0 0,0 0 0,0 0 0,1 0 0,0 0 0,20 2 0,-17-1 0,53 6 0,-30-3 0,0-1 0,1-1 0,-1-1 0,49-5 0,-58 1 0,-1 0 0,0-2 0,18-6 0,-30 9 0,0 0 0,-1 0 0,1 0 0,-1 0 0,1-1 0,-1 0 0,0 0 0,0 0 0,0 0 0,-1-1 0,1 1 0,-1-1 0,0 0 0,0 0 0,4-7 0,-6 8 0,0 1 0,-1-1 0,1 1 0,0-1 0,-1 1 0,0-1 0,1 1 0,-1-1 0,0 1 0,0-1 0,-1 0 0,1 1 0,0-1 0,-1 1 0,0-1 0,1 1 0,-1 0 0,0-1 0,0 1 0,-1 0 0,1-1 0,0 1 0,-1 0 0,1 0 0,-1 0 0,0 0 0,0 0 0,0 1 0,0-1 0,-2-1 0,-3-2 0,0 0 0,-1 0 0,1 1 0,-1 0 0,0 0 0,0 1 0,-13-3 0,18 5 0,-1 0 0,0 0 0,0 1 0,0-1 0,0 1 0,0 0 0,0 0 0,0 0 0,0 1 0,1 0 0,-1-1 0,0 1 0,0 1 0,-4 1 0,5-2 0,1 1 0,-1-1 0,1 1 0,-1 0 0,1 0 0,0 0 0,0 0 0,0 0 0,0 0 0,0 1 0,1-1 0,-1 1 0,1-1 0,-1 1 0,1 0 0,0 0 0,0-1 0,0 1 0,-1 4 0,1 1 0,0 0 0,0-1 0,0 1 0,1 0 0,0 0 0,1 0 0,0-1 0,0 1 0,0 0 0,1-1 0,3 9 0,-1-6 0,0-1 0,1 0 0,0 0 0,1-1 0,-1 1 0,2-1 0,12 13 0,-5-8 0,1-1 0,0 0 0,1-1 0,0 0 0,1-1 0,0-2 0,1 1 0,29 8 0,-45-16-65,1 1 0,0-1 0,0-1 0,0 1 0,0 0 0,0-1 0,0 1 0,0-1 0,0 0 0,0 0 0,0 0 0,0-1 0,0 1 0,0-1 0,0 0 0,0 1 0,-1-1 0,1 0 0,0-1 0,4-1 0,2-5-6761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6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598 27 24575,'-63'-11'0,"-1"3"0,0 2 0,-67 4 0,121 3 0,0-1 0,0 2 0,0 0 0,1 0 0,-1 0 0,-13 7 0,21-8 0,0-1 0,0 1 0,0 0 0,0 1 0,0-1 0,0 0 0,0 0 0,1 1 0,-1-1 0,1 1 0,-1-1 0,1 1 0,-1 0 0,1 0 0,0 0 0,0-1 0,0 1 0,0 0 0,0 0 0,1 0 0,-1 1 0,0-1 0,1 0 0,0 0 0,-1 0 0,1 0 0,0 1 0,0-1 0,0 0 0,0 0 0,1 0 0,-1 0 0,1 1 0,-1-1 0,2 2 0,0 2 0,0-1 0,1 1 0,0-1 0,0 0 0,0 0 0,1 0 0,0-1 0,0 1 0,8 6 0,5 3 0,25 16 0,1 0 0,-30-19 0,0 1 0,0-1 0,-1 2 0,14 18 0,-25-30 0,0 0 0,0 0 0,-1 0 0,1 0 0,0 1 0,-1-1 0,1 0 0,-1 0 0,1 0 0,-1 1 0,1-1 0,-1 0 0,0 0 0,0 1 0,0-1 0,0 0 0,0 1 0,0-1 0,0 0 0,0 1 0,0-1 0,0 0 0,-1 0 0,1 1 0,-1-1 0,1 0 0,-1 0 0,1 0 0,-1 1 0,0-1 0,1 0 0,-1 0 0,0 0 0,0 0 0,0 0 0,0 0 0,0-1 0,0 1 0,0 0 0,0 0 0,0-1 0,0 1 0,0-1 0,-2 2 0,-6 1 0,0 1 0,0-1 0,-1-1 0,-15 3 0,22-4 0,-41 4 66,-77 1-1,5-1-1561,91-2-5330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6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24575,'-5'10'0,"-1"6"0,2 2 0,5 1 0,4-1 0,4-3 0,1-1 0,0-4 0,2-1 0,-2-2-8191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7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24575,'12'4'0,"7"5"0,-1 3 0,-2 0-8191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24575,'0'0'0,"0"0"0,0 1 0,0-1 0,0 0 0,0 0 0,0 1 0,0-1 0,1 0 0,-1 0 0,0 1 0,0-1 0,0 0 0,0 0 0,0 0 0,0 1 0,0-1 0,1 0 0,-1 0 0,0 0 0,0 1 0,0-1 0,0 0 0,1 0 0,-1 0 0,0 0 0,0 0 0,1 1 0,-1-1 0,0 0 0,0 0 0,0 0 0,1 0 0,10-1 0,9-7 0,11-13 0,-26 17 0,1 0 0,-1 0 0,1 0 0,0 1 0,0 0 0,0 0 0,8-2 0,-6 4 0,0-1 0,1 1 0,-1 1 0,0-1 0,0 2 0,0-1 0,0 1 0,0 0 0,0 1 0,10 2 0,8 5 0,42 20 0,-22-9 0,-43-18-89,25 11 309,-26-12-303,-1-1 0,0 1 0,0 0 0,1 0 0,-1 0 0,0 0 0,0 0-1,0 0 1,0 0 0,0 0 0,0 0 0,-1 0 0,1 0 0,0 1-1,0-1 1,-1 0 0,1 3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8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24575,'5'29'0,"2"15"0,2 7 0,1 0 0,3-3 0,0-4 0,2-3 0,-1-2 0,1-3 0,0 1 0,2-2 0,1-2 0,0-3 0,-1-6 0,-3-3 0,-2-3 0,-3-5-8191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8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40 24575,'-27'-7'0,"-14"-3"0,-2 1 0,3 1 0,7 3 0,6 4 0,5 5 0,4 2 0,5 2 0,2 0 0,4 1 0,2 1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8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86 24575,'-44'-1'0,"27"0"0,0 0 0,-1 2 0,1 0 0,0 0 0,-29 8 0,44-9 0,1 0 0,0 1 0,0-1 0,0 0 0,0 1 0,-1-1 0,1 1 0,0 0 0,0-1 0,0 1 0,0 0 0,0-1 0,0 1 0,0 0 0,1 0 0,-1 0 0,0 0 0,0 0 0,1 0 0,-1 0 0,0 0 0,1 0 0,-1 0 0,1 0 0,0 1 0,-1 1 0,1-2 0,0 1 0,1-1 0,-1 1 0,1-1 0,-1 1 0,1-1 0,-1 1 0,1-1 0,0 0 0,0 1 0,-1-1 0,1 0 0,0 0 0,0 0 0,1 1 0,-1-1 0,0 0 0,0 0 0,0-1 0,3 2 0,4 3 0,0-1 0,0 0 0,0 0 0,1-1 0,-1-1 0,1 1 0,0-1 0,-1-1 0,1 1 0,0-2 0,0 1 0,0-1 0,0 0 0,10-2 0,-16 1 0,1 0 0,-1 0 0,1 0 0,-1 0 0,0 0 0,1-1 0,-1 0 0,0 1 0,0-1 0,0-1 0,0 1 0,0 0 0,-1 0 0,1-1 0,-1 0 0,1 0 0,-1 1 0,3-7 0,-3 7 0,-1 0 0,0 0 0,0-1 0,0 1 0,0 0 0,0-1 0,-1 1 0,1-1 0,-1 1 0,0-1 0,1 1 0,-1-1 0,0 1 0,0-1 0,-1 1 0,1-1 0,0 1 0,-1 0 0,0-1 0,1 1 0,-1-1 0,0 1 0,0 0 0,-1 0 0,1-1 0,0 1 0,-3-3 0,-3-1-97,0 0-1,0 0 1,0 1-1,-1 0 1,0 0-1,0 0 1,0 1-1,0 1 1,-1-1-1,0 1 1,1 1-1,-1 0 0,-9-2 1,1 1-6729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9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24575,'2'15'0,"4"7"0,3 5 0,0 0 0,1-2 0,1 0 0,-1-3 0,0 1 0,1-1 0,0 0 0,0-1 0,-1-2 0,-1-1 0,-1-4 0,-1-2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9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0 24575,'-27'0'0,"-13"0"0,-4 0 0,2 0 0,6 0 0,5 0 0,5 0 0,3 0 0,3 0 0,3 0 0,2 3 0,0 0 0,4 0-8191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29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1 24575,'-26'28'0,"1"2"0,-28 43 0,46-63 0,1 0 0,1 1 0,0-1 0,0 1 0,1 0 0,1 0 0,0 0 0,0 0 0,1 1 0,0-1 0,1 1 0,0 14 0,3-17 0,-1 0 0,1-1 0,1 1 0,0-1 0,0 1 0,0-1 0,1 0 0,0 0 0,1-1 0,0 1 0,0-1 0,0 0 0,7 6 0,-3-4 0,0 0 0,0-1 0,1 0 0,0 0 0,0-1 0,1-1 0,0 0 0,19 8 0,-21-11 0,1 0 0,-1-1 0,1 0 0,0-1 0,-1 0 0,1 0 0,0-1 0,10-1 0,-16 1 0,-1-1 0,1 0 0,0 0 0,-1 0 0,1 0 0,-1 0 0,0-1 0,1 1 0,-1-1 0,5-4 0,-6 5 0,0-1 0,-1 1 0,1-1 0,-1 0 0,1 0 0,-1 0 0,0 0 0,1 0 0,-1 0 0,0 0 0,-1-1 0,1 1 0,0 0 0,-1-1 0,1 1 0,-1 0 0,1-5 0,-2 3 0,1-1 0,-1 1 0,0 0 0,0 0 0,0 0 0,0 0 0,-1 0 0,0 0 0,0 0 0,0 1 0,0-1 0,0 0 0,-1 1 0,0 0 0,-3-4 0,0 1 0,-1-1 0,0 1 0,0 0 0,0 0 0,-1 1 0,-8-4 0,8 5-76,-1 1 1,0 0-1,0 0 0,0 1 0,0 0 0,0 1 0,0 0 0,-1 0 1,1 1-1,0 0 0,0 1 0,-1 0 0,1 0 0,0 1 1,0 0-1,0 1 0,-14 5 0,5 0-6750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0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322 448 24575,'-78'0'0,"-88"1"0,166-1 0,-10 0 0,0 1 0,1 0 0,-13 3 0,20-3 0,0 0 0,0-1 0,1 1 0,-1 0 0,0 0 0,0 0 0,0 0 0,1 0 0,-1 0 0,-1 2 0,2-2 0,1-1 0,-1 1 0,1 0 0,-1-1 0,1 1 0,0 0 0,-1 0 0,1 0 0,0-1 0,-1 1 0,1 0 0,0 0 0,0 0 0,0-1 0,0 1 0,0 0 0,0 0 0,0 0 0,0 0 0,0-1 0,0 1 0,1 0 0,-1 0 0,1 1 0,-1-1 0,0 0 0,1 0 0,-1 0 0,1 0 0,-1-1 0,1 1 0,-1 0 0,1 0 0,0 0 0,-1-1 0,1 1 0,0 0 0,0-1 0,-1 1 0,1-1 0,0 1 0,0-1 0,0 1 0,0-1 0,0 0 0,0 1 0,0-1 0,0 0 0,-1 0 0,1 0 0,0 1 0,0-1 0,0 0 0,0 0 0,0 0 0,0-1 0,0 1 0,0 0 0,0 0 0,0-1 0,0 1 0,0 0 0,0-1 0,0 1 0,0-1 0,0 0 0,3-1 0,0 0 0,0 0 0,-1 0 0,1-1 0,-1 0 0,0 0 0,0 0 0,4-4 0,1-5 0,0-1 0,-1 0 0,-1 0 0,0 0 0,0-1 0,-1 0 0,-1 0 0,-1-1 0,4-22 0,-4 4 0,-1 0 0,-1 0 0,-5-40 0,-7 1 0,9 63 0,0 0 0,-1 0 0,0 1 0,0-1 0,-9-14 0,9 21 0,1 7 0,2 10 0,8 43 0,3 0 0,23 73 0,51 110 0,-74-218-1365,-7-14-5461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1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43 207 24575,'6'47'0,"1"8"0,28 105 0,-26-123 0,-14-50 0,1 0 0,-11-16 0,-7-19 0,10 18 0,1-2 0,2 1 0,-10-64 0,18 83 0,0-1 0,1 0 0,0 0 0,1 1 0,5-21 0,-4 25 0,0 0 0,1 0 0,0 0 0,0 0 0,1 1 0,0 0 0,0-1 0,1 2 0,8-11 0,-9 14 0,-1-1 0,1 2 0,0-1 0,-1 0 0,1 1 0,0-1 0,1 1 0,-1 0 0,0 1 0,1-1 0,-1 1 0,0 0 0,1 0 0,9-1 0,1 1 0,1 1 0,0 0 0,17 4 0,-32-5 0,0 1 0,0 0 0,-1 1 0,1-1 0,0 0 0,0 0 0,0 0 0,0 0 0,0 1 0,0-1 0,0 0 0,-1 1 0,1-1 0,0 1 0,0-1 0,-1 1 0,2 0 0,-2 0 0,0-1 0,0 0 0,0 1 0,0-1 0,0 0 0,0 1 0,-1-1 0,1 1 0,0-1 0,0 0 0,0 1 0,0-1 0,-1 0 0,1 0 0,0 1 0,0-1 0,-1 0 0,1 1 0,0-1 0,-1 0 0,1 0 0,0 0 0,-1 1 0,1-1 0,0 0 0,-1 0 0,-32 15 0,31-15 0,-3 2 0,0 0 0,0 0 0,1 0 0,-1 1 0,0-1 0,1 1 0,0 0 0,0 0 0,-6 6 0,9-7 0,0-1 0,0 1 0,0-1 0,0 1 0,0 0 0,0-1 0,1 1 0,-1 0 0,1-1 0,-1 1 0,1 0 0,-1 0 0,1 0 0,0-1 0,0 1 0,0 0 0,0 0 0,0 0 0,0 0 0,1-1 0,-1 1 0,1 0 0,-1 0 0,1-1 0,0 1 0,-1 0 0,1-1 0,0 1 0,0 0 0,2 1 0,10 14 0,0-1 0,1-1 0,1 0 0,23 17 0,14 14 0,-38-32 0,-7-8 0,0 0 0,-1 0 0,0 0 0,0 1 0,0 0 0,-1 0 0,-1 1 0,6 8 0,-10-14 0,0 0 0,0 0 0,0 1 0,0-1 0,0 0 0,0 0 0,0 0 0,0 0 0,-1 0 0,1 0 0,-1 0 0,0 0 0,1-1 0,-1 1 0,0 0 0,0 0 0,0 0 0,-3 2 0,-3 6 0,0-2 0,-10 10 0,10-11 0,-2 2 0,-1 0 0,1-1 0,-1 0 0,-1-1 0,0 0 0,0 0 0,-21 8 0,-7 1-1365,23-9-5461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2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0 24575,'-4'22'0,"0"-1"0,-2 0 0,0 0 0,-13 28 0,16-43 0,-1 1 0,1-1 0,-1 0 0,0 0 0,-1 0 0,0-1 0,1 0 0,-2 1 0,1-2 0,-1 1 0,1-1 0,-1 0 0,0 0 0,-1 0 0,1-1 0,-1 0 0,-7 2 0,7-3 0,0 0 0,0 0 0,0-1 0,-1-1 0,1 1 0,-1-1 0,1 0 0,0-1 0,-1 0 0,1 0 0,0 0 0,0-1 0,0 0 0,-13-6 0,16 6 0,0 0 0,0 0 0,1 0 0,-1-1 0,1 0 0,-1 1 0,1-1 0,0 0 0,0-1 0,1 1 0,-1 0 0,0-1 0,1 0 0,0 1 0,0-1 0,0 0 0,0 0 0,1 0 0,0 0 0,0-1 0,0 1 0,0 0 0,0 0 0,1-1 0,0 1 0,0-6 0,1 6 5,0 0 0,0 0 0,0 0 0,0 0 0,1 0 0,-1 0 0,1 0 0,0 1 0,1-1 0,-1 0 0,0 1 0,1 0 0,0 0 0,0 0 0,0 0 0,0 0 0,0 0 0,1 1 0,-1 0 0,1-1 0,-1 1 0,1 1 0,8-4 0,-7 3-83,0 0 0,0 0 0,0 1-1,1 0 1,-1 0 0,1 0 0,-1 1 0,1-1 0,-1 1-1,0 1 1,1-1 0,-1 1 0,1 0 0,-1 0 0,0 0-1,1 1 1,-1 0 0,5 2 0,-1 2-6748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3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362 168 24575,'-44'-35'0,"-2"1"0,-74-41 0,113 71 0,1 1 0,-1-1 0,0 2 0,0-1 0,0 1 0,0 0 0,-13-2 0,17 4 0,1 0 0,-1 0 0,1 0 0,-1 1 0,1-1 0,0 0 0,-1 1 0,1 0 0,-1 0 0,1-1 0,0 1 0,0 1 0,-1-1 0,1 0 0,0 0 0,0 1 0,0 0 0,0-1 0,1 1 0,-1 0 0,0 0 0,1 0 0,-1 0 0,1 0 0,0 0 0,-2 4 0,-2 6 0,0-1 0,1 1 0,1 0 0,0 0 0,0 1 0,1-1 0,1 1 0,0-1 0,2 23 0,1-8 0,2-1 0,0-1 0,14 44 0,0-18 0,1-1 0,3-2 0,2 0 0,2-1 0,2-1 0,3-2 0,49 57 0,-72-92-455,1 0 0,18 13 0,-15-13-6371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3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44 24575,'-27'-8'0,"-14"-1"0,-2-1 0,3 3 0,7 1 0,6 3 0,5 4 0,4 1 0,3 1 0,1 0 0,3-1-8191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3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35 24575,'-27'-7'0,"-71"-15"0,85 20 0,0 0 0,-1 1 0,1 1 0,0 0 0,-19 3 0,30-3 0,-1 1 0,0-1 0,1 1 0,-1 0 0,1-1 0,-1 1 0,1 1 0,-1-1 0,1 0 0,-1 0 0,1 1 0,0 0 0,0-1 0,0 1 0,0 0 0,0 0 0,0 0 0,1 0 0,-1 0 0,-2 5 0,2-3 0,1 0 0,-1 1 0,1 0 0,0-1 0,1 1 0,-1 0 0,1-1 0,0 1 0,0 0 0,0-1 0,1 7 0,1-3 0,0 1 0,1-1 0,0 0 0,0 0 0,0 0 0,1 0 0,0 0 0,1-1 0,0 1 0,0-1 0,1 0 0,8 8 0,11 9 0,49 36 0,-68-56 0,9 8 0,-1-3 0,-2 1 0,0 0 0,0 0 0,0 2 0,16 21 0,-27-32 0,0 0 0,-1 0 0,1 0 0,0 0 0,-1 0 0,1 0 0,-1 0 0,0 0 0,1 0 0,-1 0 0,0 0 0,0 1 0,0-1 0,0 0 0,1 0 0,-2 0 0,1 0 0,0 1 0,0-1 0,0 0 0,0 0 0,-1 1 0,0 0 0,0 0 0,0-1 0,0 1 0,0-1 0,-1 0 0,1 1 0,0-1 0,-1 0 0,1 0 0,-1 0 0,1 0 0,-4 2 0,-2 0 0,0 0 0,0-1 0,-1 0 0,1 0 0,-13 2 0,-10-1 0,-1-2 0,-59-4 0,66-2-1365,15 1-5461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4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205 157 24575,'-12'-1'0,"-6"-2"0,1 2 0,0 0 0,-1 2 0,-28 3 0,42-4 0,0 1 0,1 0 0,-1 0 0,0 0 0,1 1 0,-1-1 0,1 1 0,0 0 0,-1-1 0,1 2 0,0-1 0,0 0 0,0 1 0,1-1 0,-1 1 0,1 0 0,-1 0 0,1 0 0,0 0 0,0 0 0,0 0 0,0 1 0,1-1 0,-1 1 0,1-1 0,0 1 0,-1 6 0,1-4 0,1-1 0,0 1 0,0 0 0,0 0 0,1 0 0,0-1 0,0 1 0,0 0 0,1-1 0,0 1 0,0-1 0,0 0 0,1 0 0,0 1 0,0-1 0,0-1 0,0 1 0,1 0 0,5 4 0,-3-2 0,0-1 0,1-1 0,0 1 0,0-1 0,0-1 0,0 1 0,1-1 0,-1 0 0,1-1 0,0 0 0,1 0 0,11 2 0,-15-4 0,0-1 0,0 1 0,0-1 0,-1 0 0,1 0 0,0-1 0,0 1 0,0-1 0,-1 0 0,1-1 0,0 1 0,-1-1 0,1 0 0,-1 0 0,0 0 0,0-1 0,0 1 0,0-1 0,0 0 0,0 0 0,-1 0 0,1-1 0,-1 1 0,5-8 0,-3 4 0,-1 0 0,-1 0 0,1 0 0,-1 0 0,0-1 0,-1 1 0,0-1 0,0 0 0,0 0 0,-1 1 0,0-1 0,-1 0 0,0 0 0,-1-11 0,-1 5 0,-1 0 0,0 0 0,-1 0 0,-1 1 0,0-1 0,-1 1 0,-12-21 0,13 25 0,-1 1 0,0-1 0,-1 1 0,0 0 0,0 0 0,-1 1 0,1 0 0,-2 0 0,1 1 0,-1 0 0,-11-5 0,18 10 7,0 0-1,0 0 0,0 1 0,-1-1 1,1 1-1,0-1 0,-1 1 1,1 0-1,0 0 0,-1 0 1,1 0-1,0 0 0,-1 0 0,1 1 1,0-1-1,-1 1 0,1-1 1,-4 3-1,2-1-171,0 0 0,0 1 0,0 0 0,1-1 0,-1 1 0,1 0 0,0 1 0,-5 5 0,-1 4-6661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4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24575,'24'17'0,"11"6"0,2 2 0,-3-2 0,-5-4 0,-4-3 0,-5-5 0,-6-1 0,-2-2 0,-1-3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5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96 200 24575,'0'3'0,"-42"220"0,41-218 0,0 0 0,1-1 0,0 1 0,0 0 0,0 0 0,1 0 0,-1 0 0,1 0 0,0-1 0,1 1 0,1 5 0,-3-10 0,0 0 0,0 0 0,0 0 0,0 0 0,0 0 0,0 0 0,0-1 0,0 1 0,0 0 0,0 0 0,0 0 0,0 0 0,0 0 0,0 0 0,0 0 0,0-1 0,0 1 0,0 0 0,0 0 0,0 0 0,0 0 0,0 0 0,0 0 0,0 0 0,1 0 0,-1-1 0,0 1 0,0 0 0,0 0 0,0 0 0,0 0 0,0 0 0,0 0 0,0 0 0,0 0 0,1 0 0,-1 0 0,0 0 0,0 0 0,0 0 0,0 0 0,0 0 0,0 0 0,0 0 0,1 0 0,-1 0 0,0 0 0,0 0 0,0 0 0,0 0 0,0 0 0,0 0 0,0 0 0,1 0 0,-1 0 0,0 0 0,0 0 0,0 0 0,0 0 0,0 0 0,0 0 0,0 0 0,0 0 0,0 1 0,1-1 0,-1 0 0,0 0 0,0 0 0,0 0 0,2-10 0,-1-10 0,-1 0 0,-1 0 0,-1 0 0,0 0 0,-7-24 0,-33-96 0,37 122 0,3 14 0,1 2 0,0-1 0,1 1 0,-1-1 0,0 1 0,1-1 0,0 0 0,-1-4 0,1 7 0,0 0 0,0 0 0,0 0 0,0 0 0,0-1 0,0 1 0,0 0 0,0 0 0,0 0 0,0 0 0,0 0 0,1 0 0,-1 0 0,0-1 0,0 1 0,0 0 0,0 0 0,0 0 0,0 0 0,0 0 0,0 0 0,0 0 0,0 0 0,0 0 0,1 0 0,-1 0 0,0-1 0,0 1 0,0 0 0,0 0 0,0 0 0,0 0 0,0 0 0,1 0 0,-1 0 0,0 0 0,0 0 0,0 0 0,0 0 0,0 0 0,1 0 0,5 4 0,6 8 0,-11-11 0,39 42 0,1-2 0,3-2 0,64 45 0,-89-71 0,38 19 0,-49-28 0,0-1 0,0 0 0,0 0 0,1-1 0,-1 0 0,1 0 0,-1-1 0,11 0 0,-18-1 0,1 0 0,0 0 0,-1 0 0,1 0 0,0-1 0,-1 1 0,1 0 0,-1-1 0,1 1 0,-1-1 0,1 0 0,-1 0 0,1 1 0,-1-1 0,1 0 0,-1 0 0,0 0 0,0-1 0,0 1 0,1 0 0,0-2 0,-1 0 0,1 1 0,-1-1 0,0 0 0,0 0 0,0 1 0,-1-1 0,1 0 0,-1 0 0,0 0 0,1 0 0,-1-3 0,-1-8 0,-1 1 0,0 0 0,-8-27 0,1 13 0,-1 0 0,-1 1 0,-1 0 0,-1 1 0,-1 0 0,-28-35 0,27 39-71,7 9-252,0 1-1,-1 1 0,-11-13 1,12 17-6503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2:35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1 157 24575,'8'59'0,"0"-3"0,2 0 0,19 62 0,-18-92 0,-10-26 0,-1 0 0,0 1 0,0-1 0,0 0 0,1 0 0,-1 1 0,0-1 0,0 0 0,0 0 0,1 1 0,-1-1 0,0 0 0,1 0 0,-1 0 0,0 1 0,1-1 0,-1 0 0,0 0 0,0 0 0,1 0 0,-1 0 0,0 0 0,1 0 0,-1 0 0,1 0 0,0 0 0,-1 0 0,1-1 0,-1 1 0,1-1 0,-1 1 0,1-1 0,-1 1 0,1-1 0,-1 0 0,1 1 0,-1-1 0,0 1 0,0-1 0,1 0 0,-1 1 0,0-1 0,0 0 0,1-1 0,1-5 0,-1-1 0,1 0 0,-2 0 0,1-1 0,-1 1 0,-1-13 0,-10-50 0,8 53 0,-51-234 0,53 250 0,0-1 0,1 0 0,0 0 0,0 1 0,0-1 0,0 0 0,0 0 0,1 0 0,-1 1 0,1-1 0,-1 0 0,3-4 0,-3 6 0,1 0 0,0 0 0,0 1 0,-1-1 0,1 0 0,0 0 0,0 0 0,0 0 0,0 1 0,0-1 0,0 0 0,0 1 0,0-1 0,0 1 0,0-1 0,0 1 0,1 0 0,-1-1 0,0 1 0,0 0 0,0 0 0,0 0 0,1 0 0,-1 0 0,0 0 0,0 0 0,0 0 0,1 0 0,-1 1 0,0-1 0,1 1 0,16 4 0,0 2 0,-1 0 0,0 0 0,0 2 0,28 19 0,-43-27 0,-1 0 0,1 0 0,0 1 0,0-1 0,-1 1 0,1 0 0,-1-1 0,1 1 0,-1 0 0,0 0 0,1 0 0,-1 0 0,0 0 0,0 0 0,-1 0 0,1 0 0,0 0 0,-1 1 0,1-1 0,-1 0 0,1 4 0,-2-3 0,1 0 0,-1 0 0,0 1 0,0-1 0,0 0 0,0 0 0,0 0 0,-1 0 0,1-1 0,-1 1 0,0 0 0,0-1 0,0 1 0,-4 3 0,-7 6 0,-1 0 0,-28 18 0,-13 10 0,49-35 0,1 0 0,-1 1 0,1 0 0,0 0 0,1 0 0,-7 11 0,10-15 0,0-1 0,0 1 0,1-1 0,-1 0 0,1 1 0,-1-1 0,1 1 0,0-1 0,-1 1 0,1 0 0,0-1 0,0 1 0,0-1 0,0 1 0,0-1 0,0 1 0,1 0 0,-1-1 0,0 1 0,1-1 0,-1 1 0,1-1 0,0 0 0,0 1 0,-1-1 0,1 0 0,0 1 0,0-1 0,0 0 0,0 0 0,0 0 0,0 0 0,1 0 0,1 2 0,4 1 0,1 1 0,0-1 0,0-1 0,0 0 0,9 3 0,-10-4 0,36 10 0,81 11 0,-102-19 0,253 23-1365,-252-26-5461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24575,'0'-1'0,"0"-1"0,-1 1 0,1-1 0,0 1 0,0-1 0,0 1 0,0-1 0,0 1 0,0-1 0,1 1 0,-1-1 0,0 1 0,1-1 0,-1 1 0,1-1 0,-1 1 0,1 0 0,0-1 0,0 1 0,0 0 0,-1 0 0,1 0 0,2-2 0,-3 3 0,1-1 0,-1 1 0,1-1 0,0 1 0,-1 0 0,1-1 0,0 1 0,-1 0 0,1-1 0,0 1 0,0 0 0,-1 0 0,1-1 0,0 1 0,0 0 0,-1 0 0,1 0 0,0 0 0,0 0 0,0 0 0,-1 1 0,1-1 0,0 0 0,0 0 0,-1 0 0,1 1 0,0-1 0,-1 0 0,1 1 0,0-1 0,-1 1 0,1-1 0,0 1 0,-1-1 0,1 1 0,-1-1 0,1 1 0,-1-1 0,1 1 0,-1 0 0,1-1 0,-1 1 0,0 0 0,1 1 0,6 12 0,-1 1 0,0 0 0,-1 0 0,0 1 0,-2-1 0,4 26 0,-3-15 0,-1-7 0,-2 0 0,0 20 0,-1-22 0,0 0 0,6 32 0,-3-26 0,0 0 0,-1 41 0,-2-37 0,6 44 0,-2-46 0,-1 0 0,-1 0 0,-1 1 0,-1-1 0,-2 0 0,-6 35 0,6-49 24,0 0 0,0 0 0,1 0 0,1 20 0,0-28-75,1-1 0,-1 0-1,0 1 1,1-1 0,-1 0 0,1 1 0,0-1-1,0 0 1,0 0 0,0 0 0,0 0-1,0 0 1,0 0 0,1 0 0,-1 0 0,1 0-1,0-1 1,-1 1 0,1 0 0,0-1 0,0 0-1,0 1 1,0-1 0,0 0 0,0 0 0,0 0-1,0 0 1,5 0 0,5 2-6775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02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24575,'1'-3'0,"0"0"0,0 0 0,1 0 0,-1 0 0,1 0 0,0 1 0,0-1 0,0 1 0,0-1 0,4-2 0,-5 4 0,0 1 0,0-1 0,0 0 0,0 1 0,1 0 0,-1-1 0,0 1 0,0 0 0,0-1 0,0 1 0,1 0 0,-1 0 0,0 0 0,0 0 0,1 0 0,-1 0 0,0 1 0,0-1 0,0 0 0,1 0 0,-1 1 0,0-1 0,0 1 0,0-1 0,0 1 0,0 0 0,0-1 0,0 1 0,0 0 0,1 1 0,9 8 0,-1 0 0,-1 1 0,0 0 0,12 20 0,11 13 0,50 45 0,-68-76 0,0 0 0,1-1 0,1-1 0,20 12 0,-36-22 0,1-1 0,-1 0 0,1 1 0,-1-1 0,1 0 0,-1 0 0,1 0 0,-1 1 0,1-1 0,-1 0 0,1 0 0,-1 0 0,1 0 0,-1 0 0,1 0 0,-1 0 0,1 0 0,-1 0 0,1 0 0,-1 0 0,1 0 0,-1 0 0,1 0 0,0-1 0,-1 1 0,0 0 0,2-1 0,-2 1 0,0-1 0,1 1 0,-1-1 0,0 0 0,1 0 0,-1 1 0,0-1 0,0 0 0,1 0 0,-1 1 0,0-1 0,0 0 0,0 0 0,0 1 0,0-1 0,0-1 0,-1-2 0,0-1 0,0 0 0,0 1 0,0 0 0,-3-6 0,-10-19 0,-2 0 0,-20-27 0,29 48 0,3 1 0,-1 0 0,0 1 0,0 0 0,-1 0 0,-8-7 0,12 12 0,1 0 0,-1 0 0,0 0 0,1 0 0,-1 0 0,0 1 0,0-1 0,1 0 0,-1 1 0,0 0 0,0-1 0,0 1 0,0 0 0,0 0 0,0 0 0,0 0 0,1 0 0,-1 0 0,0 1 0,0-1 0,0 1 0,0-1 0,1 1 0,-1 0 0,0 0 0,0-1 0,1 1 0,-3 2 0,-6 4 0,0 1 0,0 0 0,1 1 0,0 0 0,0 1 0,1-1 0,1 1 0,-10 17 0,4-3 0,1 1 0,-16 48 0,5-12-1365,20-48-5461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48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2945 57 24575,'13'-1'0,"1"0"0,-1-2 0,1 1 0,-1-2 0,14-5 0,-27 9 0,1 0 0,-1 0 0,0 0 0,0 0 0,0 0 0,0 0 0,1 0 0,-1 0 0,0 0 0,0 0 0,0 0 0,0 0 0,0 0 0,1 0 0,-1 0 0,0-1 0,0 1 0,0 0 0,0 0 0,0 0 0,0 0 0,0 0 0,1 0 0,-1 0 0,0-1 0,0 1 0,0 0 0,0 0 0,0 0 0,0 0 0,0 0 0,0-1 0,0 1 0,0 0 0,0 0 0,0 0 0,0 0 0,0-1 0,0 1 0,0 0 0,0 0 0,-7-4 0,-19 0 0,22 4 0,-70-7-15,-82 4-1,85 3-268,-565 7-2468,-338 23 2752,454-15 0,25-21-112,474 5 973,14 1-586,1 0 0,-1-1 0,0 1 0,1-1 1,-1-1-1,-11-3 0,18 5-271,0 0 0,0 0 1,0 0-1,0 0 0,0 0 0,1 0 1,-1 0-1,0 0 0,0 0 0,0 0 1,0 0-1,0-1 0,0 1 0,0 0 1,0 0-1,1 0 0,-1 0 0,0 0 1,0 0-1,0 0 0,0 0 0,0 0 1,0 0-1,0-1 0,0 1 0,0 0 1,0 0-1,0 0 0,0 0 0,0 0 1,0 0-1,0 0 0,0-1 0,0 1 1,0 0-1,0 0 0,0 0 0,0 0 1,0 0-1,0 0 0,0 0 0,0-1 1,0 1-1,0 0 0,0 0 0,0 0 1,0 0-1,0 0 0,0 0 0,0 0 1,0-1-1,0 1 0,0 0 0,0 0 1,0 0-1,-1 0 0,1 0 0,0 0 1,0 0-1,12-2 133,194-1-137,-116 5 0,44-2-135,742 14-2512,252 27 2473,-1055-39-377,207-2 2266,-263-3-1194,-17 3-510,0 0 1,0 0 0,0 0-1,0 0 1,0 0-1,0-1 1,0 1-1,0 0 1,0 0-1,0 0 1,0 0 0,0 0-1,0 0 1,0-1-1,0 1 1,0 0-1,0 0 1,0 0-1,0 0 1,0 0 0,0 0-1,0-1 1,0 1-1,0 0 1,0 0-1,0 0 1,0 0-1,0 0 1,0 0 0,0-1-1,0 1 1,0 0-1,0 0 1,0 0-1,0 0 1,0 0-1,0 0 1,-1 0 0,1 0-1,0-1 1,0 1-1,0 0 1,0 0-1,0 0 1,0 0 0,0 0-1,-1 0 1,1 0-1,0 0 1,0 0-1,-5-2 126,1 0-1,-1 0 0,1 0 1,-7-1-1,-242-41-136,-4 19 0,203 21 0,-227-4-328,0 21-273,16 0 304,74-8 297,-494 7 0,603-12 119,-123 2-1606,171 1-4110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0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9 24575,'-1'-1'0,"1"0"0,-1 1 0,0-1 0,1 0 0,-1 1 0,0-1 0,1 1 0,-1-1 0,0 1 0,0 0 0,0-1 0,1 1 0,-1-1 0,0 1 0,0 0 0,-1 0 0,2 0 0,0 0 0,-1 0 0,1 0 0,0 0 0,0 0 0,-1 1 0,1-1 0,0 0 0,-1 0 0,1 0 0,0 0 0,0 1 0,0-1 0,-1 0 0,1 0 0,0 1 0,0-1 0,0 0 0,0 1 0,-1-1 0,1 0 0,0 0 0,0 1 0,0-1 0,0 0 0,0 1 0,0-1 0,0 1 0,0 2 0,0 0 0,0 1 0,0-1 0,0 0 0,1 0 0,-1 0 0,2 5 0,18 43 0,33 65 0,-32-75 0,-1 0 0,23 79 0,-26-46-1365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0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 24575,'-20'1'0,"1"1"0,0 1 0,0 1 0,0 1 0,-30 12 0,45-15 0,-1 0 0,1 0 0,0 0 0,-1 1 0,1 0 0,0 0 0,1 0 0,-1 0 0,0 1 0,1-1 0,0 1 0,0 0 0,0 0 0,0 0 0,1 0 0,-1 1 0,1-1 0,0 1 0,0-1 0,1 1 0,0 0 0,0-1 0,0 1 0,0 0 0,0 0 0,1 0 0,0 6 0,2 3 0,0 0 0,0-1 0,1 0 0,1 1 0,0-1 0,1-1 0,1 1 0,0-1 0,11 18 0,-2-7 0,1-1 0,2 0 0,32 32 0,-39-44 0,0 0 0,1-1 0,0-1 0,0 0 0,1 0 0,0-1 0,22 8 0,-27-12 0,-1-1 0,1 0 0,0 0 0,0 0 0,0-1 0,0-1 0,0 1 0,0-1 0,0 0 0,0-1 0,0 0 0,0 0 0,-1-1 0,1 0 0,11-4 0,-18 5 0,1 1 0,-1-1 0,1 0 0,-1 1 0,1-1 0,-1 0 0,0 0 0,1 0 0,-1 0 0,0 0 0,0 0 0,0 0 0,1 0 0,-1-1 0,0 1 0,-1 0 0,1-1 0,0 1 0,0-1 0,0 1 0,-1-1 0,1 1 0,-1-1 0,1 1 0,-1-1 0,0 1 0,0-1 0,0 0 0,0 1 0,0-1 0,0 0 0,0 1 0,0-1 0,0 1 0,-1-1 0,1 0 0,-1 1 0,1-1 0,-1 1 0,0-1 0,1 1 0,-3-2 0,0-3 0,-1 0 0,0 1 0,-1-1 0,1 1 0,-1 0 0,0 1 0,-1-1 0,-10-7 0,0 3 0,-30-13 0,38 19 0,1 0 0,-1 1 0,0 0 0,0 0 0,-1 1 0,-10-1 0,17 2 5,0 0-1,0 1 1,0-1 0,0 0-1,-1 1 1,1-1-1,0 1 1,0 0 0,1-1-1,-1 1 1,0 0 0,0 0-1,0 0 1,0 1-1,1-1 1,-1 0 0,1 1-1,-1-1 1,1 1-1,-1-1 1,1 1 0,0 0-1,0 0 1,0-1-1,-2 4 1,1 1-191,0 0 1,0 0-1,1 0 0,-1 0 1,1 0-1,1 0 1,-1 9-1,1-3-6640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0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24575,'9'8'0,"7"4"0,5 3 0,3 1 0,1 1 0,1 0 0,0-1 0,2-1 0,-3 0 0,1 0 0,-3 0 0,-2-4 0,-3 1 0,-1-4 0,-4-2-8191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1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1 24575,'-20'29'0,"-8"13"0,0 1 0,2-4 0,6-7 0,4-8 0,4-6 0,5-6-8191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4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23 24575,'-83'-19'0,"73"18"0,0 0 0,0 0 0,0 1 0,0 0 0,-1 0 0,-11 3 0,20-2 0,-1-1 0,0 1 0,1 0 0,-1 0 0,0 0 0,1 1 0,-1-1 0,1 0 0,0 1 0,0 0 0,-1-1 0,1 1 0,0 0 0,0 0 0,1 0 0,-1 1 0,0-1 0,1 0 0,-1 1 0,1-1 0,0 1 0,0-1 0,0 1 0,0-1 0,-1 5 0,0 5 0,0 0 0,2 0 0,-1 0 0,2 20 0,0-14 0,1 6 0,2 0 0,0-1 0,1 1 0,2-1 0,0 0 0,1 0 0,2-1 0,0 0 0,14 21 0,-19-35 0,0 0 0,1 0 0,0-1 0,0 0 0,1 0 0,0 0 0,0-1 0,1 0 0,-1-1 0,2 1 0,-1-1 0,12 5 0,-3-3 0,0-1 0,1-1 0,-1 0 0,1-1 0,29 2 0,-40-5 0,0-1 0,0 0 0,-1 0 0,1-1 0,0 0 0,0 0 0,10-4 0,-16 5 0,0-1 0,1 1 0,-1 0 0,0-1 0,0 1 0,1-1 0,-1 0 0,0 1 0,0-1 0,0 0 0,0 0 0,0 0 0,0 0 0,0 0 0,0 0 0,0 0 0,0 0 0,0 0 0,-1 0 0,1-1 0,0 1 0,-1 0 0,1-1 0,-1 1 0,1 0 0,-1-1 0,0 1 0,0 0 0,0-1 0,1 1 0,-1 0 0,0-1 0,-1 1 0,1-1 0,0 1 0,0 0 0,-1-1 0,1 1 0,0 0 0,-1-1 0,0 1 0,0-2 0,-3-3 0,1 1 0,-1-1 0,-1 1 0,1 0 0,0 0 0,-1 1 0,0-1 0,0 1 0,-1 0 0,1 0 0,-1 1 0,0 0 0,0 0 0,0 0 0,-6-1 0,-2-1 0,1 1 0,-1 0 0,1 2 0,-1-1 0,0 2 0,-17-1 0,29 2-41,0 0 0,0 0-1,-1 0 1,1 1-1,0-1 1,0 0 0,0 1-1,0-1 1,0 1 0,-1 0-1,1 0 1,0 0-1,0 0 1,1 0 0,-1 0-1,0 0 1,0 1 0,1-1-1,-1 1 1,0-1-1,1 1 1,-1 0 0,1 0-1,0-1 1,0 1 0,0 0-1,0 0 1,0 0-1,0 0 1,0 0 0,1 0-1,-2 4 1,0 6-6785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4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24575,'-5'5'0,"-4"1"0,-3 1 0,-2-2 0,-1-2 0,0-1 0,-1-3 0,4-2-8191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4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 24575,'-10'1'0,"-12"3"0,0 1 0,-23 8 0,40-11 0,0 0 0,-1 0 0,1 0 0,0 1 0,1 0 0,-1 0 0,0 0 0,1 1 0,0 0 0,0-1 0,0 2 0,0-1 0,-5 8 0,7-9 0,1-1 0,-1 1 0,1-1 0,0 1 0,0 0 0,1 0 0,-1-1 0,0 1 0,1 0 0,0 0 0,-1 0 0,1 0 0,0 0 0,1-1 0,-1 1 0,1 3 0,0-2 0,0 0 0,1 0 0,0-1 0,0 1 0,-1 0 0,2-1 0,-1 0 0,0 1 0,1-1 0,3 3 0,3 2 0,0 0 0,1-1 0,0 0 0,0 0 0,0-1 0,19 7 0,-12-6 0,1-1 0,0 0 0,0-2 0,0 0 0,1-1 0,0 0 0,-1-2 0,1 0 0,0-1 0,20-4 0,-34 4 0,1-1 0,-1-1 0,0 1 0,0-1 0,0 0 0,0 0 0,-1 0 0,1-1 0,-1 0 0,1 0 0,5-5 0,-8 6 0,0 0 0,0 0 0,-1 0 0,1 0 0,-1 0 0,1 0 0,-1-1 0,0 1 0,0 0 0,0-1 0,0 1 0,-1-1 0,1 1 0,0-1 0,-1 1 0,0-1 0,0 0 0,0 1 0,0-1 0,0 1 0,0-1 0,-1 1 0,1-1 0,-1 0 0,-1-2 0,0-2 0,-2 1 0,1-1 0,-1 1 0,0 0 0,0 0 0,0 1 0,-1-1 0,0 1 0,0 0 0,-1 0 0,-6-4 0,-6-5 0,-1 2 0,-25-13 0,36 21-151,-1 0-1,0 0 0,0 1 0,-1 1 1,1-1-1,0 1 0,-1 1 1,-15-1-1,12 2-6674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3:55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1 114 24575,'130'-75'0,"-114"68"0,-1 1 0,1 0 0,0 1 0,0 1 0,0 0 0,32-3 0,-40 7 0,0 0 0,-1 1 0,1-1 0,0 1 0,-1 1 0,1 0 0,-1 0 0,0 0 0,0 1 0,1 0 0,11 7 0,-15-7 0,1 0 0,-1 1 0,0-1 0,0 1 0,0 0 0,0 0 0,-1 0 0,1 0 0,-1 1 0,0-1 0,-1 1 0,1 0 0,-1 0 0,0 0 0,0 0 0,0 0 0,0 7 0,0-5 0,-2 0 0,1-1 0,-1 1 0,0 0 0,0-1 0,-1 1 0,0 0 0,0-1 0,0 1 0,-4 9 0,1-7 0,0 0 0,-1-1 0,0 0 0,0 0 0,-1 0 0,-11 12 0,-90 84 0,105-102 0,0-1 0,0 1 0,0 0 0,1 0 0,-1 0 0,1 0 0,-1 0 0,1 0 0,0 0 0,0 1 0,-2 3 0,3-5 0,0 0 0,0 0 0,0 0 0,0 0 0,0 0 0,0 0 0,0 0 0,1 0 0,-1 0 0,0 0 0,1 0 0,-1 0 0,0 0 0,1-1 0,-1 1 0,1 0 0,0 0 0,-1 0 0,1-1 0,-1 1 0,1 0 0,0-1 0,0 1 0,-1 0 0,1-1 0,0 1 0,0-1 0,0 1 0,0-1 0,0 0 0,0 1 0,0-1 0,1 1 0,6 2 0,1-1 0,0 0 0,-1 0 0,1 0 0,11-1 0,47 0 0,-40-1 0,295-3-1365,-307 3-5461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0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1838 3 24575,'54'0'0,"-388"8"0,78 8 7,-305 16-761,522-31 780,-441 14-94,442-14 369,-42-3 187,64-1-488,13-1 0,10 0 0,14-1 0,0 0 0,0 2 0,1 0 0,34 1 0,-6 0 0,492-20-562,-253 12 5,-241 8 184,262-7-1077,-3 23 1734,-290-11 267,-13-1 216,-9 2-174,-10 0-477,-1-2-1,1 0 1,0 0-1,-1-2 1,-21 0 0,6-1-63,-233 1-270,-270 5-217,-48 16 434,349-19 176,197-2 299,602-8-1351,460-22-3460,-745 24 5081,-457 6 3445,-366 2-4573,400 3-872,90-2-5021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16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950 15 24575,'5'-3'0,"-2"1"0,-1 1 0,1 0 0,0-1 0,-1 1 0,1 0 0,0 0 0,0 0 0,-1 1 0,1-1 0,0 1 0,0-1 0,0 1 0,4 0 0,-7 1 0,0-1 0,1 0 0,-1 0 0,0 0 0,1 0 0,-1 0 0,0 1 0,1-1 0,-1 0 0,0 0 0,0 1 0,1-1 0,-1 0 0,0 0 0,0 1 0,0-1 0,1 0 0,-1 1 0,0-1 0,0 0 0,0 1 0,0-1 0,0 0 0,0 1 0,0-1 0,0 0 0,0 1 0,0-1 0,0 0 0,0 1 0,0-1 0,0 0 0,0 1 0,0-1 0,0 0 0,0 1 0,0-1 0,0 0 0,0 1 0,-1-1 0,1 0 0,0 1 0,0-1 0,-1 0 0,-9 16 0,10-16 0,-9 10 0,0 0 0,-1 0 0,0-1 0,0-1 0,-1 0 0,-15 9 0,-75 36 0,88-47 0,-81 38 0,-195 99 0,179-82 0,-119 46 0,178-87-1365,33-12-5461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17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11 24575,'-5'-2'0,"-1"0"0,0 0 0,-12-1 0,17 2 0,1 1 0,-1 0 0,0 0 0,0 0 0,0 0 0,0 0 0,0 0 0,0 0 0,0 0 0,1 0 0,-1 0 0,0 0 0,0 0 0,0 1 0,0-1 0,0 0 0,1 1 0,-1-1 0,0 0 0,0 1 0,0-1 0,1 1 0,-1-1 0,0 1 0,1 0 0,-1-1 0,1 1 0,-1 0 0,0-1 0,1 1 0,0 0 0,-1 0 0,1 0 0,-1-1 0,1 1 0,-1 1 0,1 6 0,-1-1 0,-1 0 0,1 1 0,-1-1 0,-1 0 0,1 0 0,-1 0 0,-1 0 0,1-1 0,-1 1 0,0-1 0,-5 6 0,-55 52 0,47-48 0,0 1 0,0 0 0,-18 27 0,34-43 0,0 0 0,0 1 0,0-1 0,0 0 0,0 1 0,1-1 0,-1 1 0,0 0 0,1-1 0,-1 1 0,1-1 0,-1 1 0,1 0 0,0-1 0,0 1 0,0 0 0,0-1 0,0 1 0,0 0 0,1-1 0,-1 1 0,0 0 0,1-1 0,-1 1 0,1 0 0,0-1 0,-1 1 0,1-1 0,0 1 0,0-1 0,0 0 0,0 1 0,1 0 0,1 1 0,1-1 0,-1 0 0,0 0 0,0 0 0,1 0 0,-1-1 0,1 1 0,0-1 0,-1 0 0,1 0 0,0 0 0,0-1 0,6 1 0,65 2 0,0-3 0,126-17 0,-175 12-455,0 0 0,41-15 0,-53 15-6371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19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0 24575,'-32'8'0,"-96"27"0,106-28 0,-1 2 0,1 0 0,-30 19 0,47-25 0,0 0 0,0 1 0,0 0 0,0 0 0,1 0 0,0 1 0,-6 6 0,9-9 0,0-1 0,0 0 0,1 1 0,-1-1 0,0 1 0,1-1 0,-1 1 0,1-1 0,-1 1 0,1 0 0,0-1 0,-1 1 0,1-1 0,0 1 0,0 0 0,0-1 0,0 1 0,1 0 0,-1-1 0,0 1 0,1-1 0,-1 1 0,1 0 0,0-1 0,-1 1 0,1-1 0,0 0 0,0 1 0,0-1 0,0 0 0,0 1 0,1 0 0,4 4 0,0-2 0,0 1 0,0 0 0,1-1 0,-1 0 0,1-1 0,14 6 0,53 13 0,-66-20 0,71 15 0,40 12 0,-117-28 0,0-1 0,0 1 0,0 0 0,-1 0 0,1-1 0,0 2 0,-1-1 0,1 0 0,-1 0 0,1 0 0,-1 1 0,1-1 0,-1 0 0,0 1 0,1 1 0,-1-2 0,-1 0 0,0 0 0,0 0 0,1-1 0,-1 1 0,0 0 0,0 0 0,0 0 0,0 0 0,0 0 0,0-1 0,0 1 0,-1 0 0,1 0 0,0 0 0,0 0 0,-1-1 0,1 1 0,0 0 0,-1 0 0,1-1 0,-1 1 0,1 0 0,-1-1 0,1 1 0,-1 0 0,0-1 0,1 1 0,-1-1 0,0 1 0,1-1 0,-1 1 0,0-1 0,1 1 0,-3-1 0,-3 4 0,-2-1 0,1 1 0,0-2 0,-1 1 0,1-1 0,-1 0 0,0-1 0,-12 1 0,-68-2 0,45-2 0,34 2 0,0 0 0,1-1 0,-1 0 0,1-1 0,-17-4 0,23 5 0,0 0 0,0 1 0,-1-1 0,1-1 0,0 1 0,0 0 0,0-1 0,0 1 0,0-1 0,1 1 0,-1-1 0,0 0 0,1 0 0,-1 0 0,1 0 0,0 0 0,-1 0 0,1 0 0,0 0 0,0 0 0,0-1 0,1 1 0,-1 0 0,1-1 0,-1-2 0,0-1-227,1 1-1,0-1 1,0 1-1,1-1 1,1-8-1,2 1-6598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19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85 175 24575,'31'145'0,"-7"-30"0,-23-107 0,1-1 0,0 1 0,1 0 0,0-1 0,0 1 0,0-1 0,9 12 0,-12-19 0,0 1 0,0-1 0,0 0 0,1 1 0,-1-1 0,0 0 0,1 0 0,-1 1 0,0-1 0,1 0 0,-1 0 0,0 1 0,1-1 0,-1 0 0,0 0 0,1 0 0,-1 0 0,1 1 0,-1-1 0,0 0 0,1 0 0,3-6 0,-4-14 0,-3 9 0,0 0 0,0-1 0,-2 1 0,1 1 0,-8-14 0,-35-51 0,39 63 0,-12-18 0,7 13 0,1-2 0,0 0 0,2 0 0,-13-34 0,22 51 0,0 0 0,0 0 0,1 0 0,-1-1 0,1 1 0,0 0 0,0-1 0,-1 1 0,2 0 0,-1-1 0,0 1 0,0 0 0,1-1 0,-1 1 0,1 0 0,0 0 0,0 0 0,-1-1 0,1 1 0,3-4 0,-2 4 0,0 0 0,1 0 0,-1 0 0,0 0 0,1 1 0,-1-1 0,1 1 0,0-1 0,-1 1 0,1 0 0,0 0 0,0 0 0,0 0 0,0 0 0,0 1 0,3-1 0,7 0 0,0 0 0,1 1 0,-1 1 0,1 0 0,14 3 0,-19-2 0,-1 0 0,0 0 0,1 1 0,-1 0 0,0 0 0,-1 1 0,1 0 0,-1 1 0,8 5 0,-13-9 0,-1 0 0,0 0 0,0 0 0,1 0 0,-1 0 0,0 0 0,0 1 0,0-1 0,0 0 0,0 1 0,-1-1 0,1 0 0,0 1 0,0-1 0,-1 1 0,1-1 0,-1 1 0,0-1 0,1 1 0,-1 0 0,0-1 0,0 1 0,0-1 0,0 1 0,0 0 0,0-1 0,-1 1 0,1-1 0,0 1 0,-1 0 0,1-1 0,-1 1 0,0-1 0,1 0 0,-1 1 0,0-1 0,0 0 0,0 1 0,0-1 0,-2 2 0,-2 2 0,0 0 0,0-1 0,-1 0 0,0 0 0,1 0 0,-2 0 0,1-1 0,-7 3 0,-13 2 0,0-1 0,-1-1 0,1-1 0,-54 2 0,134-14 0,79-21 0,-85 16 0,150-46 0,-193 56 0,-1 1 0,0-1 0,0 0 0,1 0 0,-1-1 0,-1 1 0,1-1 0,0 0 0,6-6 0,-9 8 0,0-1 0,0 0 0,1 0 0,-1 0 0,-1 0 0,1 0 0,0 0 0,0-1 0,-1 1 0,1 0 0,-1 0 0,0 0 0,1-1 0,-1 1 0,0 0 0,0 0 0,-1-1 0,1 1 0,0 0 0,-1 0 0,0 0 0,0-3 0,-2-2 0,1 0 0,-2 0 0,1 0 0,-8-10 0,10 14 0,-1 0 0,0 1 0,0 0 0,0-1 0,0 1 0,0 0 0,0 0 0,-1 0 0,1 0 0,0 1 0,-1-1 0,0 1 0,1-1 0,-5 0 0,6 1 0,0 1 0,0 0 0,0 0 0,1 0 0,-1 0 0,0 0 0,0 0 0,0 0 0,1 0 0,-1 1 0,0-1 0,0 0 0,1 0 0,-1 1 0,0-1 0,1 0 0,-1 1 0,0-1 0,1 1 0,-1-1 0,0 1 0,1-1 0,-1 1 0,0 1 0,-1-1 0,1 1 0,1-1 0,-1 1 0,0 0 0,0-1 0,1 1 0,-1 0 0,0 3 0,0-1 0,0 0 0,1 0 0,0 0 0,0 1 0,0-1 0,0 0 0,1 0 0,1 6 0,1-3 0,0 0 0,0-1 0,1 0 0,0 0 0,0 0 0,1 0 0,-1-1 0,1 1 0,1-1 0,-1-1 0,1 1 0,-1-1 0,1 0 0,1 0 0,-1 0 0,0-1 0,10 3 0,-1 0 0,1 0 0,0-2 0,1 0 0,-1-1 0,0-1 0,26 1 0,-34-3-63,14 1 127,0-1 0,41-6-1,-57 5-146,-1 0 0,0 0 0,0-1 0,0 1 0,0-1 0,0-1 0,0 1 0,0 0 1,-1-1-1,1 0 0,-1 0 0,0-1 0,0 1 0,0-1 0,0 0 0,0 0 0,4-7 0,-2 0-6743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0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0 24575,'-29'10'0,"1"1"0,0 2 0,-47 28 0,73-40 0,0 1 0,0-1 0,1 0 0,-1 1 0,0-1 0,1 1 0,0-1 0,-1 1 0,1 0 0,0 0 0,0-1 0,0 1 0,0 0 0,0 0 0,0 0 0,0 0 0,0 3 0,1-4 0,0 1 0,0-1 0,0 1 0,1-1 0,-1 1 0,0-1 0,1 0 0,-1 1 0,1-1 0,0 1 0,-1-1 0,1 0 0,0 0 0,0 1 0,0-1 0,-1 0 0,1 0 0,1 0 0,-1 0 0,0 0 0,0 0 0,0 0 0,0 0 0,1-1 0,1 2 0,3 1 0,1 0 0,0 0 0,-1 0 0,1-1 0,1 0 0,-1 0 0,0-1 0,9 1 0,63-1 0,-52-2 0,-5 0 0,0 0 0,0-2 0,40-9 0,-49 8 0,-1 0 0,0 0 0,-1-1 0,1-1 0,-1 0 0,0 0 0,0-1 0,11-11 0,-20 16 0,0 0 0,0 0 0,0 0 0,0 0 0,2-6 0,0 2 0,-1 44 0,-3-38-15,1 9 42,1-1 1,0 0-1,0 0 1,4 9-1,-6-16-75,1 1 0,-1-1 0,1 0 0,0 1 0,-1-1 0,1 0 0,0 1 0,0-1 0,0 0 0,0 0 0,0 0 0,0 0 0,0 0 0,1 0 0,-1 0 0,0 0 1,0 0-1,1-1 0,-1 1 0,1-1 0,-1 1 0,1-1 0,-1 1 0,1-1 0,-1 0 0,1 1 0,-1-1 0,1 0 0,-1 0 0,3-1 0,4-1-6778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0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24575,'9'5'0,"5"4"0,0 5 0,2 1 0,-2 0 0,-4-3-8191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1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27 24575,'-15'-4'0,"-13"-3"0,-55-7 0,75 13 0,1 0 0,-1 1 0,1 0 0,-1 1 0,1 0 0,-1 0 0,1 0 0,0 1 0,0 0 0,0 1 0,0-1 0,-11 7 0,13-6 0,2 0 0,-1 0 0,0 0 0,1 0 0,-1 1 0,1-1 0,0 1 0,0 0 0,0 0 0,1 0 0,-3 6 0,2-3 0,0 0 0,1 1 0,-1-1 0,2 1 0,-1 0 0,0 10 0,2 0 0,0 0 0,1 0 0,1-1 0,1 1 0,6 23 0,2-7 0,2 0 0,1-1 0,1 0 0,2-2 0,1 1 0,28 34 0,-30-44 0,1-1 0,1 0 0,1-1 0,1-2 0,0 0 0,42 28 0,-58-44 0,1 1 0,0-1 0,0 0 0,0 0 0,0 0 0,1-1 0,-1 0 0,0 0 0,8 0 0,-11-1 0,-1 1 0,1-1 0,0 0 0,-1-1 0,1 1 0,-1 0 0,1 0 0,0-1 0,-1 1 0,1-1 0,-1 1 0,1-1 0,-1 0 0,1 1 0,-1-1 0,0 0 0,1 0 0,-1 0 0,0 0 0,0 0 0,1 0 0,-1-1 0,0 1 0,0 0 0,0 0 0,-1-1 0,1 1 0,0-1 0,0 1 0,-1-1 0,1 1 0,-1-1 0,1 1 0,-1-3 0,1-3 0,-1 0 0,0 0 0,0 0 0,0 0 0,-1 0 0,0 0 0,-1 0 0,0 0 0,0 0 0,0 0 0,-1 1 0,-4-9 0,0 2 0,0 1 0,-1 1 0,-1 0 0,0 0 0,-13-13 0,17 20 0,0 0 0,0 0 0,-1 1 0,1 0 0,-1 0 0,1 0 0,-1 1 0,0-1 0,0 1 0,0 1 0,-1-1 0,-9 0 0,-8 0 0,-47 2 0,45 0 0,5 2 0,1 0 0,0 1 0,-26 8 0,18-4 0,5-6 120,13-4-321,10 3 160,0 0-1,0-1 1,0 1-1,0 0 1,0-1-1,0 1 1,-1 0 0,1 0-1,0-1 1,0 1-1,0 0 1,0-1 0,0 1-1,0 0 1,0-1-1,0 1 1,0 0-1,0-1 1,1 1 0,-1 0-1,0-1 1,0 1-1,0 0 1,0 0-1,0-1 1,1 1 0,-1 0-1,0 0 1,0-1-1,1 1 1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24575,'10'22'0,"3"10"0,0 2 0,-1-5 0,1-5 0,0-7 0,1-8 0,-2-8 0,-6-7 0,-7-3 0,-4 1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1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13 24575,'0'-5'0,"0"1"0,-2 1 0,-1 3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2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6 24575,'-32'-3'0,"0"1"0,-1 2 0,1 1 0,-49 8 0,78-8 0,-1-1 0,1 1 0,0 0 0,0 0 0,0 1 0,0-1 0,0 1 0,1-1 0,-1 1 0,0 0 0,1 0 0,-1 0 0,1 0 0,-1 1 0,-1 2 0,3-3 0,0 0 0,0-1 0,0 1 0,0 0 0,1 0 0,-1 0 0,1 0 0,-1 0 0,1 0 0,0 0 0,-1-1 0,1 1 0,0 0 0,0 0 0,1 0 0,-1 0 0,0 0 0,1 0 0,-1 0 0,1 0 0,0 0 0,-1 0 0,1-1 0,0 1 0,0 0 0,2 2 0,2 2 0,0 1 0,1-1 0,-1 0 0,1-1 0,1 1 0,-1-1 0,1 0 0,0-1 0,0 0 0,0 0 0,12 5 0,9 1 0,52 13 0,-44-16 0,-1-2 0,1-1 0,-1-1 0,67-5 0,-97 2-105,0-1 0,0 1 0,0-1 0,-1 0 0,1 0 0,0-1 0,-1 1 0,1-1 0,-1 0 0,0 0 0,1-1 0,6-4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2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24575,'13'22'0,"-2"0"0,14 35 0,1 1 0,12 15-341,4-1 0,3-2-1,56 67 1,-90-123-6485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2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30 24575,'-29'-5'0,"-13"-1"0,-1 0 0,4 1 0,6 1 0,7 2 0,5 1 0,3 0 0,3 4 0,1 3 0,3 3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3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54 24575,'-10'0'0,"-1"1"0,-16 2 0,26-3 0,-1 0 0,0 1 0,0-1 0,1 1 0,-1-1 0,0 1 0,1-1 0,-1 1 0,0 0 0,1 0 0,-1 0 0,1 0 0,-1 0 0,1 0 0,0 0 0,0 0 0,-1 1 0,1-1 0,0 1 0,0-1 0,0 0 0,0 1 0,-1 2 0,2-3 0,0 0 0,0 0 0,0 0 0,1 1 0,-1-1 0,0 0 0,0 0 0,1 0 0,-1 0 0,1 1 0,-1-1 0,1 0 0,-1 0 0,1 0 0,0 0 0,-1 0 0,1 0 0,0 0 0,0-1 0,0 1 0,0 0 0,1 1 0,25 17 0,-25-18 0,10 6 0,-1-1 0,1-1 0,0 0 0,0-1 0,0 0 0,25 5 0,-17-7 0,0 0 0,0-1 0,35-3 0,-52 2 0,0-1 0,0 1 0,0 0 0,0-1 0,0 0 0,-1 0 0,1 1 0,0-2 0,0 1 0,-1 0 0,1-1 0,-1 1 0,1-1 0,-1 1 0,0-1 0,0 0 0,0 0 0,0 0 0,0-1 0,0 1 0,0 0 0,-1-1 0,1 1 0,-1-1 0,1 1 0,-1-1 0,0 0 0,0 0 0,-1 1 0,1-1 0,0 0 0,-1 0 0,0 0 0,1 0 0,-1 0 0,-1 0 0,1 0 0,0 1 0,-1-1 0,1 0 0,-1 0 0,0 0 0,0 0 0,0 1 0,0-1 0,0 0 0,-1 1 0,-2-5 0,0 3 0,1 0 0,-1 0 0,0 0 0,0 0 0,0 1 0,-1-1 0,1 1 0,-1 0 0,0 1 0,0-1 0,0 1 0,0 0 0,0 0 0,-6-1 0,-6-2 0,-1 2 0,-36-4 0,41 6-273,0 1 0,-1 1 0,1 0 0,-19 4 0,10 0-6553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8 24575,'-3'-1'0,"-107"-5"0,88 6 0,1 1 0,0 1 0,-25 5 0,43-7 0,-1 1 0,1 0 0,-1 0 0,1 1 0,0-1 0,0 0 0,0 1 0,0 0 0,0 0 0,0 0 0,0 0 0,1 0 0,-1 1 0,-3 3 0,5-4 0,0 0 0,0 0 0,0 0 0,0 0 0,1 0 0,-1 0 0,1 0 0,-1 0 0,1 0 0,0 0 0,-1 0 0,1 0 0,0 0 0,0 0 0,1 0 0,-1 0 0,0 0 0,1 0 0,-1 0 0,1 0 0,0 0 0,-1 0 0,1 0 0,0-1 0,0 1 0,2 2 0,2 3 0,0 0 0,1 0 0,-1 0 0,2-1 0,-1 0 0,1 0 0,11 7 0,57 32 0,-46-30 0,189 97 0,-214-110 0,3 1 0,35 20 0,-39-21 0,1 1 0,0 0 0,-1-1 0,0 1 0,0 1 0,1-1 0,-2 0 0,4 5 0,-5-7 0,-1-1 0,0 1 0,1 0 0,-1-1 0,1 1 0,-1 0 0,0-1 0,0 1 0,0 0 0,1 0 0,-1-1 0,0 1 0,0 0 0,0-1 0,0 1 0,0 0 0,0 0 0,0-1 0,0 1 0,-1 0 0,1 0 0,0-1 0,0 1 0,0 0 0,-1-1 0,1 1 0,-1 1 0,0-1 0,-1 0 0,1 0 0,0 1 0,-1-1 0,1 0 0,-1 0 0,0 0 0,1-1 0,-1 1 0,0 0 0,-1 0 0,-7 2 0,0-1 0,1-1 0,-13 2 0,22-3 0,-29 1 0,1-1 0,0-1 0,-38-7 0,-82-22 0,133 27 0,11 2-97,1 0-1,-1 0 1,0 0-1,1 0 1,-1-1-1,1 0 1,0 1-1,-1-1 1,1-1-1,0 1 1,0 0-1,0-1 0,-3-2 1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4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24575,'12'19'0,"4"10"0,2-1 0,0-2 0,0-6 0,-3-6-8191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4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24575,'0'2'0,"-3"4"0,0 3 0,0 2 0,0 2 0,2 2 0,0 0 0,0 0 0,1-3-8191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5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24575,'6'24'0,"2"-1"0,13 28 0,-17-42 0,1-1 0,0 0 0,0 0 0,1-1 0,0 0 0,0 0 0,1 0 0,-1 0 0,9 5 0,-15-12 0,7 5 0,1 1 0,0-2 0,0 1 0,10 4 0,-16-8 0,1 0 0,-1-1 0,0 1 0,0 0 0,0-1 0,1 0 0,-1 0 0,0 0 0,0 0 0,0 0 0,1 0 0,-1 0 0,0-1 0,0 1 0,0-1 0,1 1 0,-1-1 0,0 0 0,0 0 0,0 0 0,0 0 0,3-3 0,-1 1 0,0-1 0,0 0 0,0 0 0,-1 0 0,1 0 0,-1-1 0,0 0 0,4-7 0,-1-3 0,7-24 0,-3 10 0,-10 28 0,1 0 0,-1 0 0,0 0 0,1 0 0,-1 0 0,1 0 0,0 0 0,-1 0 0,1 0 0,0 0 0,0 0 0,-1 1 0,1-1 0,0 0 0,0 0 0,0 1 0,0-1 0,0 1 0,0-1 0,0 1 0,0-1 0,0 1 0,0-1 0,0 1 0,0 0 0,1 0 0,-1-1 0,0 1 0,0 0 0,0 0 0,0 0 0,0 0 0,1 1 0,-1-1 0,0 0 0,0 0 0,0 1 0,0-1 0,2 1 0,4 3 0,1 0 0,0 0 0,-1 0 0,10 8 0,-4-2 0,136 89-1365,-140-93-5461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25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59 418 24575,'11'-7'0,"78"-45"0,-78 45 0,-1-1 0,1-1 0,-1 0 0,-1 0 0,14-17 0,-20 21 0,0 1 0,-1-1 0,1 0 0,-1-1 0,0 1 0,-1 0 0,1-1 0,-1 1 0,0-1 0,-1 1 0,1-1 0,-1-7 0,0 4 0,-1 0 0,0 0 0,0 1 0,-1-1 0,0 0 0,0 1 0,-5-10 0,1 6 0,-1 1 0,0-1 0,-1 1 0,0 1 0,-1-1 0,0 1 0,0 1 0,-1 0 0,-1 0 0,-11-8 0,19 15 0,1 1 0,-1-1 0,0 0 0,1 1 0,-1 0 0,0 0 0,0 0 0,0 0 0,0 0 0,0 0 0,0 1 0,0 0 0,0-1 0,0 1 0,0 0 0,0 1 0,-6 0 0,6 0 0,-1 0 0,1 1 0,0-1 0,0 1 0,0 0 0,0 0 0,0 0 0,0 1 0,0-1 0,1 1 0,-1-1 0,1 1 0,0 0 0,-4 6 0,2-4 0,1 1 0,0 0 0,0 0 0,0 0 0,1 0 0,0 0 0,0 1 0,0-1 0,1 1 0,0-1 0,0 1 0,1 0 0,0-1 0,0 1 0,1 0 0,-1-1 0,1 1 0,1-1 0,-1 1 0,1-1 0,0 1 0,1-1 0,0 0 0,0 0 0,0 0 0,0-1 0,1 1 0,0-1 0,0 0 0,1 0 0,5 6 0,2-2 0,1 0 0,0-1 0,0-1 0,1 0 0,0 0 0,0-2 0,1 1 0,18 3 0,3-1 0,0-2 0,49 2 0,28-6 0,-98-3 0,-1 0 0,1-1 0,-1-1 0,0 0 0,24-9 0,-18 2-1365,-5 0-5461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0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264 106 24575,'-27'-14'0,"-165"-74"0,190 88 0,0-1 0,0 0 0,-1 1 0,1-1 0,0 1 0,0-1 0,0 1 0,0 0 0,-1 0 0,1 0 0,0 0 0,-4 1 0,5 0 0,0-1 0,0 1 0,0-1 0,1 1 0,-1-1 0,0 1 0,1-1 0,-1 1 0,0 0 0,1-1 0,-1 1 0,1 0 0,-1 0 0,1 0 0,-1-1 0,1 1 0,0 0 0,-1 0 0,1 0 0,0 0 0,0 0 0,-1-1 0,1 1 0,0 0 0,0 0 0,0 0 0,0 0 0,0 0 0,0 0 0,1 0 0,-1 1 0,2 7 0,0-1 0,0 1 0,1-1 0,0 0 0,0 0 0,7 12 0,32 45 0,-34-54 0,154 201 0,10 14 0,-146-190 0,9 13 0,-35-49 0,1 0 0,-1 0 0,0 1 0,1-1 0,-1 1 0,0-1 0,0 0 0,1 1 0,-1-1 0,0 0 0,0 1 0,0-1 0,0 1 0,0-1 0,1 1 0,-1-1 0,0 1 0,0-1 0,0 0 0,0 1 0,0-1 0,0 1 0,-1 0 0,-7-5 0,-12-12 0,11 7-1365,2 0-5461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0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1 24575,'-32'5'0,"-15"1"0,-5 1 0,2-2 0,4 1 0,7-1 0,7-1 0,4-1 0,4-1 0,3-1 0,2-1 0,2 0 0,2 0 0,3 0-8191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1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43 24575,'-1'0'0,"1"0"0,0 0 0,0 0 0,0 1 0,0-1 0,-1 0 0,1 0 0,0 0 0,0 0 0,0 1 0,0-1 0,0 0 0,0 0 0,0 0 0,0 1 0,0-1 0,0 0 0,0 0 0,0 0 0,0 1 0,0-1 0,0 0 0,0 0 0,0 0 0,0 1 0,0-1 0,0 0 0,0 0 0,0 0 0,0 1 0,0-1 0,0 0 0,0 0 0,0 1 0,9 4 0,12 2 0,-19-6 0,29 6 0,50 7 0,-66-13 0,-1 0 0,1-1 0,0-1 0,-1 0 0,26-5 0,-36 5 0,-1 0 0,0 0 0,0 0 0,0 0 0,0-1 0,0 0 0,0 1 0,0-1 0,0 0 0,5-5 0,-7 6 0,0 0 0,0-1 0,0 1 0,0-1 0,0 1 0,0-1 0,-1 0 0,1 1 0,0-1 0,-1 0 0,1 1 0,-1-1 0,0 0 0,0 0 0,1 1 0,-1-1 0,0 0 0,0 0 0,-1 0 0,1 1 0,0-1 0,-1-2 0,0 1 0,-1-9 0,4 10 0,4 6 0,5 6-227,0-1-1,0-1 1,1 0-1,0 0 1,26 11-1,-25-15-6598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117 592 24575,'6'-34'0,"-3"0"0,1-44 0,-5 60 0,0 1 0,-1-1 0,-1 1 0,-1-1 0,0 1 0,-8-20 0,-5-2 0,-43-71 0,60 109 0,-1 0 0,1 0 0,-1 0 0,1 0 0,-1 0 0,1 1 0,-1-1 0,0 0 0,1 0 0,-1 1 0,0-1 0,0 0 0,1 1 0,-1-1 0,0 1 0,0-1 0,0 1 0,-1-1 0,1 1 0,1 0 0,-1 0 0,1 1 0,-1-1 0,1 0 0,-1 0 0,1 1 0,0-1 0,-1 0 0,1 1 0,0-1 0,-1 0 0,1 1 0,0-1 0,0 1 0,-1-1 0,1 1 0,0-1 0,0 0 0,-1 1 0,1-1 0,0 1 0,0-1 0,0 1 0,0 0 0,-1 7 0,-1 1 0,2-1 0,-1 9 0,1 6 0,1 0 0,0 0 0,6 23 0,-6-39 0,1 0 0,0 1 0,1-1 0,0 0 0,0-1 0,0 1 0,1 0 0,0-1 0,0 0 0,1 0 0,0 0 0,0 0 0,8 6 0,-1-2 0,2-1 0,-1 0 0,1-1 0,0 0 0,23 8 0,-8-6 0,59 13 0,-20-13 0,-59-10 0,-1 1 0,1-2 0,0 1 0,0-1 0,15-3 0,-22 3 0,0 0 0,0 1 0,1-1 0,-1 0 0,0-1 0,0 1 0,0 0 0,0 0 0,0-1 0,0 1 0,0-1 0,-1 0 0,1 0 0,0 1 0,-1-1 0,0 0 0,2-3 0,-1 2 0,-1-1 0,0 1 0,1-1 0,-1 0 0,-1 0 0,1 1 0,-1-1 0,1 0 0,-1-7 0,-2-2 0,1-1 0,-2 1 0,0 0 0,-1 0 0,-5-14 0,-9-14 0,-2 2 0,-35-53 0,30 53 0,-37-80 0,58 110 0,4 19 0,7 18 0,11 21 0,2-2 0,2-1 0,46 72 0,-54-99-105,0-1 0,0-1 0,2 0 0,0-1 0,1-1 0,1 0 0,0-2 0,1 0 0,0-1 0,1 0 0,0-2 0,31 11 0,-38-16-6721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92 24575,'-12'-5'0,"-73"-23"0,73 25 0,0 0 0,0 1 0,0 1 0,-1 0 0,-12 0 0,22 1 0,0 1 0,0-1 0,0 0 0,0 1 0,0 0 0,0 0 0,0 0 0,0 0 0,0 0 0,0 1 0,1-1 0,-1 1 0,0-1 0,1 1 0,0 0 0,-1 0 0,1 1 0,0-1 0,0 0 0,-3 5 0,4-5 0,0 0 0,0 1 0,0-1 0,0 1 0,0-1 0,1 1 0,-1 0 0,1-1 0,-1 1 0,1-1 0,0 1 0,0 0 0,1-1 0,-1 1 0,0-1 0,1 1 0,0 0 0,-1-1 0,1 1 0,0-1 0,0 0 0,0 1 0,1-1 0,1 3 0,1 1 0,1 0 0,0-1 0,0 0 0,0 0 0,0 0 0,1 0 0,0-1 0,0 0 0,0 0 0,0-1 0,11 5 0,0-2 0,0 0 0,0-1 0,27 4 0,-39-9 0,0 1 0,0-1 0,0 1 0,0-1 0,1-1 0,-1 1 0,0-1 0,0 0 0,0 0 0,0 0 0,0-1 0,6-3 0,-9 4 0,1-1 0,0 1 0,-1-1 0,1 0 0,-1 0 0,1 0 0,-1 0 0,0-1 0,0 1 0,0-1 0,0 1 0,-1-1 0,1 0 0,-1 1 0,1-1 0,-1 0 0,0 0 0,0 0 0,0 0 0,0 0 0,0-4 0,-1 1 0,0 0 0,0 0 0,0 0 0,0 0 0,-1-1 0,0 1 0,-1 0 0,1 0 0,-5-9 0,-2-3 0,-17-28 0,23 43 0,18 34 0,0-12 0,0 1 0,29 24 0,-36-36 0,2 1 0,-1-2 0,1 1 0,0-2 0,1 1 0,19 7 0,-28-13 0,0 0 0,0 0 0,0 0 0,0-1 0,1 1 0,-1-1 0,0 1 0,0-1 0,6-1 0,-8 1 0,1 0 0,-1-1 0,0 1 0,0-1 0,0 1 0,0-1 0,0 1 0,0-1 0,0 0 0,0 0 0,0 1 0,0-1 0,0 0 0,0 0 0,0 0 0,-1 0 0,1 0 0,0 0 0,-1 0 0,1 0 0,-1 0 0,1 0 0,-1 0 0,0-1 0,1 1 0,-1 0 0,0 0 0,0-2 0,2-10 0,-2 0 0,0 0 0,0 0 0,-1 0 0,-5-23 0,2 14 0,4 21 0,-1 1 0,1-1 0,0 1 0,0-1 0,0 1 0,0-1 0,0 1 0,0-1 0,0 0 0,0 1 0,0-1 0,0 1 0,0-1 0,0 1 0,0-1 0,0 1 0,1-1 0,-1 0 0,0 1 0,0-1 0,1 1 0,-1 0 0,0-1 0,1 1 0,0-1 0,-1 0 0,1 1 0,-1 0 0,1 0 0,0 0 0,-1 0 0,1 0 0,0 0 0,-1 0 0,1 1 0,0-1 0,-1 0 0,1 0 0,-1 0 0,1 1 0,-1-1 0,1 0 0,0 1 0,0-1 0,6 5 0,0 1 0,9 8 0,-12-10 0,4 3 0,0 0 0,0-1 0,1 1 0,0-2 0,0 1 0,0-2 0,0 1 0,17 5 0,-25-10 0,0 0 0,0 0 0,0 1 0,0-1 0,0 0 0,0 0 0,0-1 0,0 1 0,0 0 0,0 0 0,0 0 0,0-1 0,0 1 0,0 0 0,0-1 0,0 1 0,0-1 0,0 1 0,0-1 0,0 1 0,1-2 0,-1 0 0,0 0 0,1 1 0,-1-1 0,0 0 0,0 0 0,0 0 0,0 0 0,0 0 0,1-4 0,-1-1 0,0 0 0,0 0 0,0 0 0,-1 0 0,0-10 0,-5-4 0,4 18 0,0 0 0,0 0 0,0 0 0,1 0 0,-1 0 0,1-4 0,0 7 0,0 0 0,0 0 0,0 0 0,0 0 0,0-1 0,0 1 0,0 0 0,0 0 0,0 0 0,0 0 0,0-1 0,1 1 0,-1 0 0,0 0 0,0 0 0,0 0 0,0-1 0,0 1 0,0 0 0,0 0 0,1 0 0,-1 0 0,0 0 0,0 0 0,0 0 0,0-1 0,0 1 0,1 0 0,-1 0 0,0 0 0,0 0 0,0 0 0,0 0 0,1 0 0,7 2 0,13 9 0,-16-7 0,15 6-117,-4-1 241,21 9-1,-33-17-259,0 1 0,0-1 0,0 0 0,0 0 1,0 0-1,1 0 0,-1-1 0,0 0 0,0 0 0,9-1 0,-4-1-6690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3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1 171 24575,'157'261'0,"-137"-228"0,-4-10 0,-18-34 0,-3-8 0,-61-128 0,10 25 0,48 100 0,0 0 0,2-1 0,-7-37 0,12 55 0,1 1 0,0-1 0,0 1 0,0-1 0,0 1 0,2-9 0,-2 12 0,1 0 0,-1 0 0,0-1 0,1 1 0,-1 0 0,1 0 0,0 0 0,-1 0 0,1 0 0,-1 0 0,1 0 0,0 1 0,0-1 0,0 0 0,0 0 0,-1 1 0,1-1 0,0 0 0,0 1 0,0-1 0,0 1 0,1-1 0,-1 1 0,0-1 0,0 1 0,0 0 0,0 0 0,0-1 0,0 1 0,1 0 0,0 0 0,3 1 0,1-1 0,-1 1 0,0 0 0,0 1 0,0-1 0,0 1 0,0 0 0,-1 0 0,1 0 0,-1 1 0,1 0 0,-1 0 0,0 0 0,0 0 0,0 1 0,0-1 0,-1 1 0,1 0 0,-1 0 0,0 1 0,3 5 0,-3-6 0,-1 0 0,0 0 0,0 1 0,-1-1 0,1 0 0,-1 1 0,0-1 0,0 1 0,0 0 0,-1-1 0,1 1 0,-1 0 0,0-1 0,-1 1 0,1 0 0,-1-1 0,0 1 0,0 0 0,0-1 0,-1 1 0,1-1 0,-1 0 0,-5 7 0,1-2-124,-2-1 0,1-1 0,-1 0 0,0 0 0,-1 0 0,1-1-1,-1 0 1,-1-1 0,1 0 0,-19 7 0,3-3-6702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4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145 525 24575,'15'-24'0,"-1"0"0,-1-1 0,-1 0 0,9-32 0,-18 47 0,-1 1 0,0-1 0,0 0 0,-1 0 0,0 0 0,-1 0 0,0 0 0,-1 0 0,0 1 0,0-1 0,-1 0 0,-1 0 0,1 1 0,-2-1 0,-4-10 0,0 5 0,-1 0 0,0 1 0,-2 0 0,1 0 0,-16-14 0,-65-56 0,90 83 0,-2-2 0,0 1 0,1 0 0,-1 0 0,0 1 0,0-1 0,0 1 0,-6-3 0,9 4 0,-1 0 0,1 0 0,-1 0 0,1 0 0,-1 0 0,1-1 0,-1 1 0,1 1 0,0-1 0,-1 0 0,1 0 0,-1 0 0,1 0 0,-1 0 0,1 0 0,-1 0 0,1 1 0,0-1 0,-1 0 0,1 0 0,-1 0 0,1 1 0,0-1 0,-1 1 0,0 0 0,1 0 0,0 0 0,-1 0 0,1 0 0,0 0 0,-1 0 0,1 0 0,0 0 0,0 0 0,0 0 0,0 0 0,0 0 0,0 0 0,0 0 0,1 2 0,1 8 0,1 0 0,0 1 0,0-2 0,8 15 0,22 40 0,-32-63 0,33 57 0,41 57 0,-56-90 0,1-2 0,1 0 0,1-2 0,38 31 0,-55-49 0,0-1 0,0 1 0,1-1 0,0 0 0,0 0 0,0-1 0,0 0 0,0 0 0,0 0 0,9 0 0,-13-1 0,0-1 0,0 0 0,0 0 0,0 0 0,0 0 0,0-1 0,0 1 0,0-1 0,0 1 0,0-1 0,0 1 0,-1-1 0,1 0 0,0 0 0,0 0 0,-1 0 0,1 0 0,0-1 0,-1 1 0,1 0 0,-1-1 0,0 1 0,1-1 0,-1 1 0,0-1 0,0 0 0,0 0 0,0 1 0,0-1 0,-1 0 0,1 0 0,0 0 0,-1 0 0,1 0 0,-1 0 0,0-2 0,1-5 0,0 1 0,-1-1 0,-1 1 0,1-1 0,-1 1 0,-4-14 0,-1-23 0,5 45 0,1-1 0,0 1 0,0 0 0,0-1 0,0 1 0,0 0 0,0-1 0,0 1 0,0-1 0,0 1 0,0 0 0,0-1 0,0 1 0,0 0 0,0-1 0,1 1 0,-1 0 0,0-1 0,0 1 0,0 0 0,0-1 0,1 1 0,-1 0 0,0-1 0,0 1 0,1 0 0,-1 0 0,0-1 0,1 1 0,-1 0 0,1 0 0,0 0 0,-1 0 0,1 0 0,0 0 0,-1 1 0,1-1 0,-1 0 0,1 0 0,0 1 0,-1-1 0,1 0 0,-1 1 0,1-1 0,-1 1 0,1 0 0,22 25 0,-19-22 0,19 24-455,1-1 0,44 36 0,-59-55-6371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4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24575,'0'-2'0,"0"1"0,0 4 0,0 3 0,0 4 0,0 2 0,0 1 0,0-1-8191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4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1 119 24575,'6'-13'0,"23"-40"0,-26 47 0,1 0 0,0 1 0,1-1 0,-1 1 0,1 0 0,7-6 0,-11 10 0,0 0 0,0 0 0,1 1 0,-1-1 0,1 0 0,-1 1 0,1-1 0,-1 1 0,1-1 0,-1 1 0,1-1 0,-1 1 0,1 0 0,-1 0 0,1 0 0,0 0 0,-1 0 0,1 0 0,-1 0 0,1 1 0,-1-1 0,1 1 0,-1-1 0,1 1 0,-1-1 0,1 1 0,-1 0 0,0 0 0,1 0 0,1 1 0,4 4 0,-1 0 0,0 0 0,-1 1 0,9 11 0,-5-6 0,132 189 0,1 0 0,-130-185-1365,-3-3-5461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4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94 24575,'-17'-15'0,"-8"-5"0,-3-1 0,2 3 0,2 7 0,3 5 0,3 4 0,4 4 0,2 2 0,1 4 0,-1 1 0,3 3 0,1-1-8191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5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24575,'60'44'0,"-34"-24"0,44 26 0,-50-35 0,-4-2 0,23 10 0,-35-17 0,0 0 0,0-1 0,0 0 0,1 0 0,-1 0 0,0 0 0,1-1 0,-1 1 0,0-1 0,1 0 0,5-1 0,-8 0 0,0 1 0,0-1 0,0 0 0,0 0 0,0 0 0,0 0 0,0 0 0,-1 0 0,1 0 0,0 0 0,0-1 0,-1 1 0,1-1 0,-1 1 0,1-1 0,-1 0 0,0 1 0,0-1 0,0 0 0,0 0 0,0 0 0,0 0 0,1-4 0,0-3 0,0 0 0,-1 0 0,0 0 0,0-12 0,-1 1 0,0 19 0,0 1 0,0-1 0,0 1 0,0-1 0,0 1 0,0-1 0,1 1 0,-1-1 0,0 1 0,0-1 0,0 1 0,0-1 0,0 1 0,1 0 0,-1-1 0,0 1 0,0-1 0,1 1 0,-1-1 0,0 1 0,1 0 0,-1-1 0,1 1 0,-1 0 0,1-1 0,-1 1 0,1 0 0,0 0 0,-1 0 0,1 0 0,-1 0 0,1 1 0,-1-1 0,1 0 0,0 0 0,-1 0 0,1 1 0,-1-1 0,1 0 0,-1 0 0,1 1 0,-1-1 0,1 0 0,-1 1 0,23 25 0,-19-21 0,52 57-1365,-44-49-5461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36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1 343 24575,'14'16'0,"23"33"0,-1-1 0,69 66 0,-105-113 0,1 0 0,-1-1 0,1 1 0,0 0 0,-1-1 0,1 1 0,0 0 0,-1-1 0,1 1 0,0-1 0,0 1 0,0-1 0,-1 1 0,1-1 0,0 0 0,0 1 0,0-1 0,0 0 0,0 0 0,0 0 0,-1 1 0,1-1 0,2-1 0,-2 1 0,0 0 0,0-1 0,-1 0 0,1 1 0,0-1 0,0 1 0,-1-1 0,1 0 0,0 1 0,-1-1 0,1 0 0,-1 0 0,1 0 0,-1 0 0,1 1 0,-1-1 0,0 0 0,1-2 0,0-2 0,1-1 0,-1 1 0,0-1 0,-1 1 0,0-1 0,0-10 0,-8-28 0,-22-74 0,17 75 0,-44-113 0,19 61 0,34 82 0,-3-25 0,5 29 0,6 29 0,44 172 0,-38-162 0,1 0 0,1 0 0,2-1 0,20 32 0,-28-51 0,1-1 0,0 0 0,1 0 0,0-1 0,11 9 0,-15-13 0,1 0 0,0-1 0,0 0 0,0 0 0,0 0 0,1-1 0,-1 0 0,1 0 0,0 0 0,-1 0 0,12 0 0,-13-2 0,0 0 0,0 0 0,1-1 0,-1 1 0,0-1 0,-1 0 0,1 0 0,0-1 0,0 1 0,0-1 0,-1 0 0,1 0 0,-1 0 0,1 0 0,-1-1 0,0 1 0,0-1 0,0 0 0,0 0 0,-1 0 0,5-6 0,-3 2 0,1 0 0,-1 0 0,-1-1 0,1 1 0,-1-1 0,0 0 0,-1 0 0,0 0 0,2-14 0,-3 10 0,-1-1 0,0 0 0,-4-22 0,4 30 0,-1 0 0,0 0 0,-1 0 0,1 0 0,-1 0 0,0 1 0,0-1 0,0 1 0,-1-1 0,0 1 0,0 0 0,-4-5 0,6 8 0,1 1 0,0-1 0,-1 1 0,1-1 0,-1 1 0,1-1 0,-1 1 0,0-1 0,1 1 0,-1-1 0,1 1 0,-1 0 0,0-1 0,1 1 0,-1 0 0,0 0 0,1 0 0,-1-1 0,0 1 0,1 0 0,-1 0 0,0 0 0,0 0 0,1 0 0,-1 0 0,0 0 0,1 0 0,-1 1 0,0-1 0,1 0 0,-1 0 0,0 1 0,1-1 0,-1 0 0,0 1 0,1-1 0,-1 0 0,1 1 0,-1-1 0,0 1 0,1-1 0,0 1 0,-1-1 0,1 1 0,-1 0 0,1-1 0,-1 2 0,0 0 0,0 0 0,0 1 0,0-1 0,0 1 0,1-1 0,-1 0 0,1 1 0,-1-1 0,1 1 0,0 0 0,0-1 0,0 4 0,2-1 0,-1 0 0,1 0 0,0 0 0,0 0 0,0-1 0,1 1 0,-1-1 0,4 5 0,29 33 0,-27-34 0,2 3 24,1 0 0,0-1 0,1 0 0,23 15 0,-27-20-173,-1-1 1,1 0-1,0-1 1,0 0-1,1 0 1,-1-1-1,0 0 1,1 0-1,15 0 1,-11-2-6678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4:59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2888 59 24575,'39'-3'0,"186"-22"0,-223 24 0,0 1 0,0 0 0,1 0 0,-1-1 0,0 0 0,0 1 0,0-1 0,1 0 0,-1 0 0,0 0 0,0 0 0,2-2 0,-4 3 0,0 0 0,0 0 0,0 0 0,0 0 0,0 0 0,-1 0 0,1-1 0,0 1 0,0 0 0,0 0 0,0 0 0,0 0 0,0 0 0,0-1 0,0 1 0,0 0 0,0 0 0,0 0 0,0 0 0,0 0 0,0 0 0,-1 0 0,1 0 0,0-1 0,0 1 0,0 0 0,0 0 0,0 0 0,0 0 0,-1 0 0,1 0 0,0 0 0,0 0 0,0 0 0,0 0 0,0 0 0,0 0 0,-1 0 0,1 0 0,0 0 0,0 0 0,0 0 0,0 0 0,0 0 0,-1 0 0,1 0 0,0 0 0,0 0 0,0 0 0,0 0 0,0 0 0,-1 1 0,-8-1 0,-35 10 0,0-3 0,-72 4 0,-92-11 0,96-1 0,-580 1 0,404 14 0,57 0 0,46-7 0,-88 2 0,-508-10 0,1258-8-152,329 4-2180,-34 25 2332,-581-14 0,-4 1 94,263 3 513,-577-16 516,11-1-463,-163-8-660,-117-1 0,-18 17-164,-394-2-289,201-25 453,525 19 309,-125-26-1,179 28-1673,16 4-5461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16:45:07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3512 44 24575,'67'-8'0,"107"2"0,-185 5 0,-144-7 0,85 2 0,-105 5 0,84 2 0,-468-1 0,455-7 0,8-1 0,-198 9 0,273 0 0,-29 5 0,-12 1 0,-294-5 0,182-4 0,125 3 0,-50 7 0,-61 9 0,99-12 0,-28 2 0,37-2 0,-105-3 0,79-3 0,-40 0 0,-132 2 0,156 6 0,-45 0 0,122-6 0,10-1 0,0 0 0,1 0 0,-1 0 0,1-1 0,-10-2 0,16 3 0,-1 0 0,1 0 0,0 0 0,0 0 0,-1 0 0,1 0 0,0 0 0,0 0 0,-1 0 0,1 0 0,0 0 0,0 0 0,0 0 0,-1 0 0,1 0 0,0-1 0,0 1 0,0 0 0,-1 0 0,1 0 0,0 0 0,0 0 0,0-1 0,0 1 0,0 0 0,-1 0 0,1 0 0,0-1 0,0 1 0,0 0 0,0 0 0,0-1 0,0 1 0,7-4 0,15 1 0,232 9 0,-71 3 0,154 5 0,16 0 0,-246-13 0,117-3 0,-19-11 0,-66 5 0,24 1 0,494 7 0,-444 7 0,-5 1 0,-87-1 0,-75-2 0,61-3 0,-87-4 0,21-5 0,-13 2 0,-45 6 0,-26-2 0,8 0 0,23 1 0,-500-8 0,-72-22 0,211 16 0,-211 7 0,358 9 0,58 5 0,4 1 0,-392-9 0,429-8 0,72 3 0,35 3 0,1 0 0,-23-8 0,36 9 0,-2 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2498-E17C-2A42-C8DF-7F06B051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02C2-9F9E-6249-9D74-AC84AFCD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7FA77-D640-D06C-9F0F-1A333C10D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56D5-5DC8-10DA-2B57-5ED8B3EF4F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47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63" Type="http://schemas.openxmlformats.org/officeDocument/2006/relationships/image" Target="../media/image32.png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59" Type="http://schemas.openxmlformats.org/officeDocument/2006/relationships/image" Target="../media/image80.png"/><Relationship Id="rId170" Type="http://schemas.openxmlformats.org/officeDocument/2006/relationships/customXml" Target="../ink/ink84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2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53" Type="http://schemas.openxmlformats.org/officeDocument/2006/relationships/image" Target="../media/image27.png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79.xml"/><Relationship Id="rId181" Type="http://schemas.openxmlformats.org/officeDocument/2006/relationships/image" Target="../media/image91.png"/><Relationship Id="rId216" Type="http://schemas.openxmlformats.org/officeDocument/2006/relationships/customXml" Target="../ink/ink107.xml"/><Relationship Id="rId22" Type="http://schemas.openxmlformats.org/officeDocument/2006/relationships/customXml" Target="../ink/ink10.xml"/><Relationship Id="rId43" Type="http://schemas.openxmlformats.org/officeDocument/2006/relationships/image" Target="../media/image22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4.xml"/><Relationship Id="rId171" Type="http://schemas.openxmlformats.org/officeDocument/2006/relationships/image" Target="../media/image86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227" Type="http://schemas.openxmlformats.org/officeDocument/2006/relationships/image" Target="../media/image114.png"/><Relationship Id="rId12" Type="http://schemas.openxmlformats.org/officeDocument/2006/relationships/customXml" Target="../ink/ink5.xml"/><Relationship Id="rId33" Type="http://schemas.openxmlformats.org/officeDocument/2006/relationships/image" Target="../media/image17.png"/><Relationship Id="rId108" Type="http://schemas.openxmlformats.org/officeDocument/2006/relationships/customXml" Target="../ink/ink53.xml"/><Relationship Id="rId129" Type="http://schemas.openxmlformats.org/officeDocument/2006/relationships/image" Target="../media/image65.png"/><Relationship Id="rId54" Type="http://schemas.openxmlformats.org/officeDocument/2006/relationships/customXml" Target="../ink/ink26.xml"/><Relationship Id="rId75" Type="http://schemas.openxmlformats.org/officeDocument/2006/relationships/image" Target="../media/image38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61" Type="http://schemas.openxmlformats.org/officeDocument/2006/relationships/image" Target="../media/image81.png"/><Relationship Id="rId182" Type="http://schemas.openxmlformats.org/officeDocument/2006/relationships/customXml" Target="../ink/ink90.xml"/><Relationship Id="rId217" Type="http://schemas.openxmlformats.org/officeDocument/2006/relationships/image" Target="../media/image109.png"/><Relationship Id="rId6" Type="http://schemas.openxmlformats.org/officeDocument/2006/relationships/customXml" Target="../ink/ink2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1.xml"/><Relationship Id="rId65" Type="http://schemas.openxmlformats.org/officeDocument/2006/relationships/image" Target="../media/image33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51" Type="http://schemas.openxmlformats.org/officeDocument/2006/relationships/image" Target="../media/image76.png"/><Relationship Id="rId172" Type="http://schemas.openxmlformats.org/officeDocument/2006/relationships/customXml" Target="../ink/ink85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34" Type="http://schemas.openxmlformats.org/officeDocument/2006/relationships/customXml" Target="../ink/ink16.xml"/><Relationship Id="rId55" Type="http://schemas.openxmlformats.org/officeDocument/2006/relationships/image" Target="../media/image28.png"/><Relationship Id="rId76" Type="http://schemas.openxmlformats.org/officeDocument/2006/relationships/customXml" Target="../ink/ink37.xml"/><Relationship Id="rId97" Type="http://schemas.openxmlformats.org/officeDocument/2006/relationships/image" Target="../media/image49.png"/><Relationship Id="rId120" Type="http://schemas.openxmlformats.org/officeDocument/2006/relationships/customXml" Target="../ink/ink59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0.xml"/><Relationship Id="rId183" Type="http://schemas.openxmlformats.org/officeDocument/2006/relationships/image" Target="../media/image92.png"/><Relationship Id="rId218" Type="http://schemas.openxmlformats.org/officeDocument/2006/relationships/customXml" Target="../ink/ink108.xml"/><Relationship Id="rId24" Type="http://schemas.openxmlformats.org/officeDocument/2006/relationships/customXml" Target="../ink/ink11.xml"/><Relationship Id="rId45" Type="http://schemas.openxmlformats.org/officeDocument/2006/relationships/image" Target="../media/image23.png"/><Relationship Id="rId66" Type="http://schemas.openxmlformats.org/officeDocument/2006/relationships/customXml" Target="../ink/ink32.xml"/><Relationship Id="rId87" Type="http://schemas.openxmlformats.org/officeDocument/2006/relationships/image" Target="../media/image44.png"/><Relationship Id="rId110" Type="http://schemas.openxmlformats.org/officeDocument/2006/relationships/customXml" Target="../ink/ink54.xml"/><Relationship Id="rId131" Type="http://schemas.openxmlformats.org/officeDocument/2006/relationships/image" Target="../media/image66.png"/><Relationship Id="rId152" Type="http://schemas.openxmlformats.org/officeDocument/2006/relationships/customXml" Target="../ink/ink75.xml"/><Relationship Id="rId173" Type="http://schemas.openxmlformats.org/officeDocument/2006/relationships/image" Target="../media/image87.png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14" Type="http://schemas.openxmlformats.org/officeDocument/2006/relationships/customXml" Target="../ink/ink6.xml"/><Relationship Id="rId35" Type="http://schemas.openxmlformats.org/officeDocument/2006/relationships/image" Target="../media/image18.png"/><Relationship Id="rId56" Type="http://schemas.openxmlformats.org/officeDocument/2006/relationships/customXml" Target="../ink/ink27.xml"/><Relationship Id="rId77" Type="http://schemas.openxmlformats.org/officeDocument/2006/relationships/image" Target="../media/image39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98" Type="http://schemas.openxmlformats.org/officeDocument/2006/relationships/customXml" Target="../ink/ink48.xml"/><Relationship Id="rId121" Type="http://schemas.openxmlformats.org/officeDocument/2006/relationships/image" Target="../media/image61.png"/><Relationship Id="rId142" Type="http://schemas.openxmlformats.org/officeDocument/2006/relationships/customXml" Target="../ink/ink70.xml"/><Relationship Id="rId163" Type="http://schemas.openxmlformats.org/officeDocument/2006/relationships/image" Target="../media/image82.png"/><Relationship Id="rId184" Type="http://schemas.openxmlformats.org/officeDocument/2006/relationships/customXml" Target="../ink/ink91.xml"/><Relationship Id="rId219" Type="http://schemas.openxmlformats.org/officeDocument/2006/relationships/image" Target="../media/image110.png"/><Relationship Id="rId3" Type="http://schemas.openxmlformats.org/officeDocument/2006/relationships/hyperlink" Target="https://michaelbach.de/ot/mot-wagonWheel/" TargetMode="External"/><Relationship Id="rId214" Type="http://schemas.openxmlformats.org/officeDocument/2006/relationships/customXml" Target="../ink/ink106.xml"/><Relationship Id="rId25" Type="http://schemas.openxmlformats.org/officeDocument/2006/relationships/image" Target="../media/image13.png"/><Relationship Id="rId46" Type="http://schemas.openxmlformats.org/officeDocument/2006/relationships/customXml" Target="../ink/ink22.xml"/><Relationship Id="rId67" Type="http://schemas.openxmlformats.org/officeDocument/2006/relationships/image" Target="../media/image34.png"/><Relationship Id="rId116" Type="http://schemas.openxmlformats.org/officeDocument/2006/relationships/customXml" Target="../ink/ink57.xml"/><Relationship Id="rId137" Type="http://schemas.openxmlformats.org/officeDocument/2006/relationships/image" Target="../media/image69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62" Type="http://schemas.openxmlformats.org/officeDocument/2006/relationships/customXml" Target="../ink/ink30.xml"/><Relationship Id="rId83" Type="http://schemas.openxmlformats.org/officeDocument/2006/relationships/image" Target="../media/image42.png"/><Relationship Id="rId88" Type="http://schemas.openxmlformats.org/officeDocument/2006/relationships/customXml" Target="../ink/ink43.xml"/><Relationship Id="rId111" Type="http://schemas.openxmlformats.org/officeDocument/2006/relationships/image" Target="../media/image56.png"/><Relationship Id="rId132" Type="http://schemas.openxmlformats.org/officeDocument/2006/relationships/customXml" Target="../ink/ink65.xml"/><Relationship Id="rId153" Type="http://schemas.openxmlformats.org/officeDocument/2006/relationships/image" Target="../media/image77.png"/><Relationship Id="rId174" Type="http://schemas.openxmlformats.org/officeDocument/2006/relationships/customXml" Target="../ink/ink86.xml"/><Relationship Id="rId179" Type="http://schemas.openxmlformats.org/officeDocument/2006/relationships/image" Target="../media/image90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20" Type="http://schemas.openxmlformats.org/officeDocument/2006/relationships/customXml" Target="../ink/ink109.xml"/><Relationship Id="rId225" Type="http://schemas.openxmlformats.org/officeDocument/2006/relationships/image" Target="../media/image113.png"/><Relationship Id="rId15" Type="http://schemas.openxmlformats.org/officeDocument/2006/relationships/image" Target="../media/image8.png"/><Relationship Id="rId36" Type="http://schemas.openxmlformats.org/officeDocument/2006/relationships/customXml" Target="../ink/ink17.xml"/><Relationship Id="rId57" Type="http://schemas.openxmlformats.org/officeDocument/2006/relationships/image" Target="../media/image29.png"/><Relationship Id="rId106" Type="http://schemas.openxmlformats.org/officeDocument/2006/relationships/customXml" Target="../ink/ink52.xml"/><Relationship Id="rId127" Type="http://schemas.openxmlformats.org/officeDocument/2006/relationships/image" Target="../media/image64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52" Type="http://schemas.openxmlformats.org/officeDocument/2006/relationships/customXml" Target="../ink/ink25.xml"/><Relationship Id="rId73" Type="http://schemas.openxmlformats.org/officeDocument/2006/relationships/image" Target="../media/image37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0.xml"/><Relationship Id="rId143" Type="http://schemas.openxmlformats.org/officeDocument/2006/relationships/image" Target="../media/image72.png"/><Relationship Id="rId148" Type="http://schemas.openxmlformats.org/officeDocument/2006/relationships/customXml" Target="../ink/ink73.xml"/><Relationship Id="rId164" Type="http://schemas.openxmlformats.org/officeDocument/2006/relationships/customXml" Target="../ink/ink81.xml"/><Relationship Id="rId169" Type="http://schemas.openxmlformats.org/officeDocument/2006/relationships/image" Target="../media/image85.png"/><Relationship Id="rId185" Type="http://schemas.openxmlformats.org/officeDocument/2006/relationships/image" Target="../media/image93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80" Type="http://schemas.openxmlformats.org/officeDocument/2006/relationships/customXml" Target="../ink/ink89.xml"/><Relationship Id="rId210" Type="http://schemas.openxmlformats.org/officeDocument/2006/relationships/customXml" Target="../ink/ink104.xml"/><Relationship Id="rId215" Type="http://schemas.openxmlformats.org/officeDocument/2006/relationships/image" Target="../media/image108.png"/><Relationship Id="rId26" Type="http://schemas.openxmlformats.org/officeDocument/2006/relationships/customXml" Target="../ink/ink12.xml"/><Relationship Id="rId47" Type="http://schemas.openxmlformats.org/officeDocument/2006/relationships/image" Target="../media/image24.png"/><Relationship Id="rId68" Type="http://schemas.openxmlformats.org/officeDocument/2006/relationships/customXml" Target="../ink/ink33.xml"/><Relationship Id="rId89" Type="http://schemas.openxmlformats.org/officeDocument/2006/relationships/image" Target="../media/image45.png"/><Relationship Id="rId112" Type="http://schemas.openxmlformats.org/officeDocument/2006/relationships/customXml" Target="../ink/ink55.xml"/><Relationship Id="rId133" Type="http://schemas.openxmlformats.org/officeDocument/2006/relationships/image" Target="../media/image67.png"/><Relationship Id="rId154" Type="http://schemas.openxmlformats.org/officeDocument/2006/relationships/customXml" Target="../ink/ink76.xml"/><Relationship Id="rId175" Type="http://schemas.openxmlformats.org/officeDocument/2006/relationships/image" Target="../media/image88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221" Type="http://schemas.openxmlformats.org/officeDocument/2006/relationships/image" Target="../media/image111.png"/><Relationship Id="rId37" Type="http://schemas.openxmlformats.org/officeDocument/2006/relationships/image" Target="../media/image19.png"/><Relationship Id="rId58" Type="http://schemas.openxmlformats.org/officeDocument/2006/relationships/customXml" Target="../ink/ink28.xml"/><Relationship Id="rId79" Type="http://schemas.openxmlformats.org/officeDocument/2006/relationships/image" Target="../media/image40.png"/><Relationship Id="rId102" Type="http://schemas.openxmlformats.org/officeDocument/2006/relationships/customXml" Target="../ink/ink50.xml"/><Relationship Id="rId123" Type="http://schemas.openxmlformats.org/officeDocument/2006/relationships/image" Target="../media/image62.png"/><Relationship Id="rId144" Type="http://schemas.openxmlformats.org/officeDocument/2006/relationships/customXml" Target="../ink/ink71.xml"/><Relationship Id="rId90" Type="http://schemas.openxmlformats.org/officeDocument/2006/relationships/customXml" Target="../ink/ink44.xml"/><Relationship Id="rId165" Type="http://schemas.openxmlformats.org/officeDocument/2006/relationships/image" Target="../media/image83.png"/><Relationship Id="rId186" Type="http://schemas.openxmlformats.org/officeDocument/2006/relationships/customXml" Target="../ink/ink92.xml"/><Relationship Id="rId211" Type="http://schemas.openxmlformats.org/officeDocument/2006/relationships/image" Target="../media/image106.png"/><Relationship Id="rId27" Type="http://schemas.openxmlformats.org/officeDocument/2006/relationships/image" Target="../media/image14.png"/><Relationship Id="rId48" Type="http://schemas.openxmlformats.org/officeDocument/2006/relationships/customXml" Target="../ink/ink23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155" Type="http://schemas.openxmlformats.org/officeDocument/2006/relationships/image" Target="../media/image78.png"/><Relationship Id="rId176" Type="http://schemas.openxmlformats.org/officeDocument/2006/relationships/customXml" Target="../ink/ink87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0.xml"/><Relationship Id="rId17" Type="http://schemas.openxmlformats.org/officeDocument/2006/relationships/image" Target="../media/image9.png"/><Relationship Id="rId38" Type="http://schemas.openxmlformats.org/officeDocument/2006/relationships/customXml" Target="../ink/ink18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1.xml"/><Relationship Id="rId70" Type="http://schemas.openxmlformats.org/officeDocument/2006/relationships/customXml" Target="../ink/ink34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2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5.xml"/><Relationship Id="rId28" Type="http://schemas.openxmlformats.org/officeDocument/2006/relationships/customXml" Target="../ink/ink13.xml"/><Relationship Id="rId49" Type="http://schemas.openxmlformats.org/officeDocument/2006/relationships/image" Target="../media/image25.png"/><Relationship Id="rId114" Type="http://schemas.openxmlformats.org/officeDocument/2006/relationships/customXml" Target="../ink/ink56.xml"/><Relationship Id="rId60" Type="http://schemas.openxmlformats.org/officeDocument/2006/relationships/customXml" Target="../ink/ink29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7.xml"/><Relationship Id="rId177" Type="http://schemas.openxmlformats.org/officeDocument/2006/relationships/image" Target="../media/image89.png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223" Type="http://schemas.openxmlformats.org/officeDocument/2006/relationships/image" Target="../media/image112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63.png"/><Relationship Id="rId146" Type="http://schemas.openxmlformats.org/officeDocument/2006/relationships/customXml" Target="../ink/ink72.xml"/><Relationship Id="rId167" Type="http://schemas.openxmlformats.org/officeDocument/2006/relationships/image" Target="../media/image84.png"/><Relationship Id="rId188" Type="http://schemas.openxmlformats.org/officeDocument/2006/relationships/customXml" Target="../ink/ink93.xml"/><Relationship Id="rId71" Type="http://schemas.openxmlformats.org/officeDocument/2006/relationships/image" Target="../media/image36.png"/><Relationship Id="rId92" Type="http://schemas.openxmlformats.org/officeDocument/2006/relationships/customXml" Target="../ink/ink45.xml"/><Relationship Id="rId213" Type="http://schemas.openxmlformats.org/officeDocument/2006/relationships/image" Target="../media/image107.png"/><Relationship Id="rId2" Type="http://schemas.openxmlformats.org/officeDocument/2006/relationships/image" Target="../media/image2.png"/><Relationship Id="rId29" Type="http://schemas.openxmlformats.org/officeDocument/2006/relationships/image" Target="../media/image15.png"/><Relationship Id="rId40" Type="http://schemas.openxmlformats.org/officeDocument/2006/relationships/customXml" Target="../ink/ink19.xml"/><Relationship Id="rId115" Type="http://schemas.openxmlformats.org/officeDocument/2006/relationships/image" Target="../media/image58.png"/><Relationship Id="rId136" Type="http://schemas.openxmlformats.org/officeDocument/2006/relationships/customXml" Target="../ink/ink67.xml"/><Relationship Id="rId157" Type="http://schemas.openxmlformats.org/officeDocument/2006/relationships/image" Target="../media/image79.png"/><Relationship Id="rId178" Type="http://schemas.openxmlformats.org/officeDocument/2006/relationships/customXml" Target="../ink/ink88.xml"/><Relationship Id="rId61" Type="http://schemas.openxmlformats.org/officeDocument/2006/relationships/image" Target="../media/image31.png"/><Relationship Id="rId82" Type="http://schemas.openxmlformats.org/officeDocument/2006/relationships/customXml" Target="../ink/ink40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1.xml"/><Relationship Id="rId30" Type="http://schemas.openxmlformats.org/officeDocument/2006/relationships/customXml" Target="../ink/ink14.xml"/><Relationship Id="rId105" Type="http://schemas.openxmlformats.org/officeDocument/2006/relationships/image" Target="../media/image53.png"/><Relationship Id="rId126" Type="http://schemas.openxmlformats.org/officeDocument/2006/relationships/customXml" Target="../ink/ink62.xml"/><Relationship Id="rId147" Type="http://schemas.openxmlformats.org/officeDocument/2006/relationships/image" Target="../media/image74.png"/><Relationship Id="rId168" Type="http://schemas.openxmlformats.org/officeDocument/2006/relationships/customXml" Target="../ink/ink83.xml"/><Relationship Id="rId51" Type="http://schemas.openxmlformats.org/officeDocument/2006/relationships/image" Target="../media/image26.png"/><Relationship Id="rId72" Type="http://schemas.openxmlformats.org/officeDocument/2006/relationships/customXml" Target="../ink/ink35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4.xml"/><Relationship Id="rId117" Type="http://schemas.openxmlformats.org/officeDocument/2006/relationships/image" Target="../media/image173.png"/><Relationship Id="rId21" Type="http://schemas.openxmlformats.org/officeDocument/2006/relationships/image" Target="../media/image125.png"/><Relationship Id="rId42" Type="http://schemas.openxmlformats.org/officeDocument/2006/relationships/customXml" Target="../ink/ink132.xml"/><Relationship Id="rId47" Type="http://schemas.openxmlformats.org/officeDocument/2006/relationships/image" Target="../media/image138.png"/><Relationship Id="rId63" Type="http://schemas.openxmlformats.org/officeDocument/2006/relationships/image" Target="../media/image146.png"/><Relationship Id="rId68" Type="http://schemas.openxmlformats.org/officeDocument/2006/relationships/customXml" Target="../ink/ink145.xml"/><Relationship Id="rId84" Type="http://schemas.openxmlformats.org/officeDocument/2006/relationships/customXml" Target="../ink/ink153.xml"/><Relationship Id="rId89" Type="http://schemas.openxmlformats.org/officeDocument/2006/relationships/image" Target="../media/image159.png"/><Relationship Id="rId112" Type="http://schemas.openxmlformats.org/officeDocument/2006/relationships/customXml" Target="../ink/ink167.xml"/><Relationship Id="rId16" Type="http://schemas.openxmlformats.org/officeDocument/2006/relationships/customXml" Target="../ink/ink119.xml"/><Relationship Id="rId107" Type="http://schemas.openxmlformats.org/officeDocument/2006/relationships/image" Target="../media/image168.png"/><Relationship Id="rId11" Type="http://schemas.openxmlformats.org/officeDocument/2006/relationships/image" Target="../media/image120.png"/><Relationship Id="rId32" Type="http://schemas.openxmlformats.org/officeDocument/2006/relationships/customXml" Target="../ink/ink127.xml"/><Relationship Id="rId37" Type="http://schemas.openxmlformats.org/officeDocument/2006/relationships/image" Target="../media/image133.png"/><Relationship Id="rId53" Type="http://schemas.openxmlformats.org/officeDocument/2006/relationships/image" Target="../media/image141.png"/><Relationship Id="rId58" Type="http://schemas.openxmlformats.org/officeDocument/2006/relationships/customXml" Target="../ink/ink140.xml"/><Relationship Id="rId74" Type="http://schemas.openxmlformats.org/officeDocument/2006/relationships/customXml" Target="../ink/ink148.xml"/><Relationship Id="rId79" Type="http://schemas.openxmlformats.org/officeDocument/2006/relationships/image" Target="../media/image154.png"/><Relationship Id="rId102" Type="http://schemas.openxmlformats.org/officeDocument/2006/relationships/customXml" Target="../ink/ink162.xml"/><Relationship Id="rId123" Type="http://schemas.openxmlformats.org/officeDocument/2006/relationships/image" Target="../media/image176.png"/><Relationship Id="rId5" Type="http://schemas.openxmlformats.org/officeDocument/2006/relationships/image" Target="../media/image117.png"/><Relationship Id="rId90" Type="http://schemas.openxmlformats.org/officeDocument/2006/relationships/customXml" Target="../ink/ink156.xml"/><Relationship Id="rId95" Type="http://schemas.openxmlformats.org/officeDocument/2006/relationships/image" Target="../media/image162.png"/><Relationship Id="rId22" Type="http://schemas.openxmlformats.org/officeDocument/2006/relationships/customXml" Target="../ink/ink122.xml"/><Relationship Id="rId27" Type="http://schemas.openxmlformats.org/officeDocument/2006/relationships/image" Target="../media/image128.png"/><Relationship Id="rId43" Type="http://schemas.openxmlformats.org/officeDocument/2006/relationships/image" Target="../media/image136.png"/><Relationship Id="rId48" Type="http://schemas.openxmlformats.org/officeDocument/2006/relationships/customXml" Target="../ink/ink135.xml"/><Relationship Id="rId64" Type="http://schemas.openxmlformats.org/officeDocument/2006/relationships/customXml" Target="../ink/ink143.xml"/><Relationship Id="rId69" Type="http://schemas.openxmlformats.org/officeDocument/2006/relationships/image" Target="../media/image149.png"/><Relationship Id="rId113" Type="http://schemas.openxmlformats.org/officeDocument/2006/relationships/image" Target="../media/image171.png"/><Relationship Id="rId118" Type="http://schemas.openxmlformats.org/officeDocument/2006/relationships/customXml" Target="../ink/ink170.xml"/><Relationship Id="rId80" Type="http://schemas.openxmlformats.org/officeDocument/2006/relationships/customXml" Target="../ink/ink151.xml"/><Relationship Id="rId85" Type="http://schemas.openxmlformats.org/officeDocument/2006/relationships/image" Target="../media/image157.png"/><Relationship Id="rId12" Type="http://schemas.openxmlformats.org/officeDocument/2006/relationships/customXml" Target="../ink/ink117.xml"/><Relationship Id="rId17" Type="http://schemas.openxmlformats.org/officeDocument/2006/relationships/image" Target="../media/image123.png"/><Relationship Id="rId33" Type="http://schemas.openxmlformats.org/officeDocument/2006/relationships/image" Target="../media/image131.png"/><Relationship Id="rId38" Type="http://schemas.openxmlformats.org/officeDocument/2006/relationships/customXml" Target="../ink/ink130.xml"/><Relationship Id="rId59" Type="http://schemas.openxmlformats.org/officeDocument/2006/relationships/image" Target="../media/image144.png"/><Relationship Id="rId103" Type="http://schemas.openxmlformats.org/officeDocument/2006/relationships/image" Target="../media/image166.png"/><Relationship Id="rId108" Type="http://schemas.openxmlformats.org/officeDocument/2006/relationships/customXml" Target="../ink/ink165.xml"/><Relationship Id="rId124" Type="http://schemas.openxmlformats.org/officeDocument/2006/relationships/customXml" Target="../ink/ink173.xml"/><Relationship Id="rId54" Type="http://schemas.openxmlformats.org/officeDocument/2006/relationships/customXml" Target="../ink/ink138.xml"/><Relationship Id="rId70" Type="http://schemas.openxmlformats.org/officeDocument/2006/relationships/customXml" Target="../ink/ink146.xml"/><Relationship Id="rId75" Type="http://schemas.openxmlformats.org/officeDocument/2006/relationships/image" Target="../media/image152.png"/><Relationship Id="rId91" Type="http://schemas.openxmlformats.org/officeDocument/2006/relationships/image" Target="../media/image160.png"/><Relationship Id="rId96" Type="http://schemas.openxmlformats.org/officeDocument/2006/relationships/customXml" Target="../ink/ink15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4.xml"/><Relationship Id="rId23" Type="http://schemas.openxmlformats.org/officeDocument/2006/relationships/image" Target="../media/image126.png"/><Relationship Id="rId28" Type="http://schemas.openxmlformats.org/officeDocument/2006/relationships/customXml" Target="../ink/ink125.xml"/><Relationship Id="rId49" Type="http://schemas.openxmlformats.org/officeDocument/2006/relationships/image" Target="../media/image139.png"/><Relationship Id="rId114" Type="http://schemas.openxmlformats.org/officeDocument/2006/relationships/customXml" Target="../ink/ink168.xml"/><Relationship Id="rId119" Type="http://schemas.openxmlformats.org/officeDocument/2006/relationships/image" Target="../media/image174.png"/><Relationship Id="rId44" Type="http://schemas.openxmlformats.org/officeDocument/2006/relationships/customXml" Target="../ink/ink133.xml"/><Relationship Id="rId60" Type="http://schemas.openxmlformats.org/officeDocument/2006/relationships/customXml" Target="../ink/ink141.xml"/><Relationship Id="rId65" Type="http://schemas.openxmlformats.org/officeDocument/2006/relationships/image" Target="../media/image147.png"/><Relationship Id="rId81" Type="http://schemas.openxmlformats.org/officeDocument/2006/relationships/image" Target="../media/image155.png"/><Relationship Id="rId86" Type="http://schemas.openxmlformats.org/officeDocument/2006/relationships/customXml" Target="../ink/ink154.xml"/><Relationship Id="rId13" Type="http://schemas.openxmlformats.org/officeDocument/2006/relationships/image" Target="../media/image121.png"/><Relationship Id="rId18" Type="http://schemas.openxmlformats.org/officeDocument/2006/relationships/customXml" Target="../ink/ink120.xml"/><Relationship Id="rId39" Type="http://schemas.openxmlformats.org/officeDocument/2006/relationships/image" Target="../media/image134.png"/><Relationship Id="rId109" Type="http://schemas.openxmlformats.org/officeDocument/2006/relationships/image" Target="../media/image169.png"/><Relationship Id="rId34" Type="http://schemas.openxmlformats.org/officeDocument/2006/relationships/customXml" Target="../ink/ink128.xml"/><Relationship Id="rId50" Type="http://schemas.openxmlformats.org/officeDocument/2006/relationships/customXml" Target="../ink/ink136.xml"/><Relationship Id="rId55" Type="http://schemas.openxmlformats.org/officeDocument/2006/relationships/image" Target="../media/image142.png"/><Relationship Id="rId76" Type="http://schemas.openxmlformats.org/officeDocument/2006/relationships/customXml" Target="../ink/ink149.xml"/><Relationship Id="rId97" Type="http://schemas.openxmlformats.org/officeDocument/2006/relationships/image" Target="../media/image163.png"/><Relationship Id="rId104" Type="http://schemas.openxmlformats.org/officeDocument/2006/relationships/customXml" Target="../ink/ink163.xml"/><Relationship Id="rId120" Type="http://schemas.openxmlformats.org/officeDocument/2006/relationships/customXml" Target="../ink/ink171.xml"/><Relationship Id="rId125" Type="http://schemas.openxmlformats.org/officeDocument/2006/relationships/image" Target="../media/image177.png"/><Relationship Id="rId7" Type="http://schemas.openxmlformats.org/officeDocument/2006/relationships/image" Target="../media/image118.png"/><Relationship Id="rId71" Type="http://schemas.openxmlformats.org/officeDocument/2006/relationships/image" Target="../media/image150.png"/><Relationship Id="rId92" Type="http://schemas.openxmlformats.org/officeDocument/2006/relationships/customXml" Target="../ink/ink157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29.png"/><Relationship Id="rId24" Type="http://schemas.openxmlformats.org/officeDocument/2006/relationships/customXml" Target="../ink/ink123.xml"/><Relationship Id="rId40" Type="http://schemas.openxmlformats.org/officeDocument/2006/relationships/customXml" Target="../ink/ink131.xml"/><Relationship Id="rId45" Type="http://schemas.openxmlformats.org/officeDocument/2006/relationships/image" Target="../media/image137.png"/><Relationship Id="rId66" Type="http://schemas.openxmlformats.org/officeDocument/2006/relationships/customXml" Target="../ink/ink144.xml"/><Relationship Id="rId87" Type="http://schemas.openxmlformats.org/officeDocument/2006/relationships/image" Target="../media/image158.png"/><Relationship Id="rId110" Type="http://schemas.openxmlformats.org/officeDocument/2006/relationships/customXml" Target="../ink/ink166.xml"/><Relationship Id="rId115" Type="http://schemas.openxmlformats.org/officeDocument/2006/relationships/image" Target="../media/image172.png"/><Relationship Id="rId61" Type="http://schemas.openxmlformats.org/officeDocument/2006/relationships/image" Target="../media/image145.png"/><Relationship Id="rId82" Type="http://schemas.openxmlformats.org/officeDocument/2006/relationships/customXml" Target="../ink/ink152.xml"/><Relationship Id="rId19" Type="http://schemas.openxmlformats.org/officeDocument/2006/relationships/image" Target="../media/image124.png"/><Relationship Id="rId14" Type="http://schemas.openxmlformats.org/officeDocument/2006/relationships/customXml" Target="../ink/ink118.xml"/><Relationship Id="rId30" Type="http://schemas.openxmlformats.org/officeDocument/2006/relationships/customXml" Target="../ink/ink126.xml"/><Relationship Id="rId35" Type="http://schemas.openxmlformats.org/officeDocument/2006/relationships/image" Target="../media/image132.png"/><Relationship Id="rId56" Type="http://schemas.openxmlformats.org/officeDocument/2006/relationships/customXml" Target="../ink/ink139.xml"/><Relationship Id="rId77" Type="http://schemas.openxmlformats.org/officeDocument/2006/relationships/image" Target="../media/image153.png"/><Relationship Id="rId100" Type="http://schemas.openxmlformats.org/officeDocument/2006/relationships/customXml" Target="../ink/ink161.xml"/><Relationship Id="rId105" Type="http://schemas.openxmlformats.org/officeDocument/2006/relationships/image" Target="../media/image167.png"/><Relationship Id="rId8" Type="http://schemas.openxmlformats.org/officeDocument/2006/relationships/customXml" Target="../ink/ink115.xml"/><Relationship Id="rId51" Type="http://schemas.openxmlformats.org/officeDocument/2006/relationships/image" Target="../media/image140.png"/><Relationship Id="rId72" Type="http://schemas.openxmlformats.org/officeDocument/2006/relationships/customXml" Target="../ink/ink147.xml"/><Relationship Id="rId93" Type="http://schemas.openxmlformats.org/officeDocument/2006/relationships/image" Target="../media/image161.png"/><Relationship Id="rId98" Type="http://schemas.openxmlformats.org/officeDocument/2006/relationships/customXml" Target="../ink/ink160.xml"/><Relationship Id="rId121" Type="http://schemas.openxmlformats.org/officeDocument/2006/relationships/image" Target="../media/image175.png"/><Relationship Id="rId3" Type="http://schemas.openxmlformats.org/officeDocument/2006/relationships/image" Target="../media/image116.png"/><Relationship Id="rId25" Type="http://schemas.openxmlformats.org/officeDocument/2006/relationships/image" Target="../media/image127.png"/><Relationship Id="rId46" Type="http://schemas.openxmlformats.org/officeDocument/2006/relationships/customXml" Target="../ink/ink134.xml"/><Relationship Id="rId67" Type="http://schemas.openxmlformats.org/officeDocument/2006/relationships/image" Target="../media/image148.png"/><Relationship Id="rId116" Type="http://schemas.openxmlformats.org/officeDocument/2006/relationships/customXml" Target="../ink/ink169.xml"/><Relationship Id="rId20" Type="http://schemas.openxmlformats.org/officeDocument/2006/relationships/customXml" Target="../ink/ink121.xml"/><Relationship Id="rId41" Type="http://schemas.openxmlformats.org/officeDocument/2006/relationships/image" Target="../media/image135.png"/><Relationship Id="rId62" Type="http://schemas.openxmlformats.org/officeDocument/2006/relationships/customXml" Target="../ink/ink142.xml"/><Relationship Id="rId83" Type="http://schemas.openxmlformats.org/officeDocument/2006/relationships/image" Target="../media/image156.png"/><Relationship Id="rId88" Type="http://schemas.openxmlformats.org/officeDocument/2006/relationships/customXml" Target="../ink/ink155.xml"/><Relationship Id="rId111" Type="http://schemas.openxmlformats.org/officeDocument/2006/relationships/image" Target="../media/image170.png"/><Relationship Id="rId15" Type="http://schemas.openxmlformats.org/officeDocument/2006/relationships/image" Target="../media/image122.png"/><Relationship Id="rId36" Type="http://schemas.openxmlformats.org/officeDocument/2006/relationships/customXml" Target="../ink/ink129.xml"/><Relationship Id="rId57" Type="http://schemas.openxmlformats.org/officeDocument/2006/relationships/image" Target="../media/image143.png"/><Relationship Id="rId106" Type="http://schemas.openxmlformats.org/officeDocument/2006/relationships/customXml" Target="../ink/ink164.xml"/><Relationship Id="rId10" Type="http://schemas.openxmlformats.org/officeDocument/2006/relationships/customXml" Target="../ink/ink116.xml"/><Relationship Id="rId31" Type="http://schemas.openxmlformats.org/officeDocument/2006/relationships/image" Target="../media/image130.png"/><Relationship Id="rId52" Type="http://schemas.openxmlformats.org/officeDocument/2006/relationships/customXml" Target="../ink/ink137.xml"/><Relationship Id="rId73" Type="http://schemas.openxmlformats.org/officeDocument/2006/relationships/image" Target="../media/image151.png"/><Relationship Id="rId78" Type="http://schemas.openxmlformats.org/officeDocument/2006/relationships/customXml" Target="../ink/ink150.xml"/><Relationship Id="rId94" Type="http://schemas.openxmlformats.org/officeDocument/2006/relationships/customXml" Target="../ink/ink158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122" Type="http://schemas.openxmlformats.org/officeDocument/2006/relationships/customXml" Target="../ink/ink172.xml"/><Relationship Id="rId4" Type="http://schemas.openxmlformats.org/officeDocument/2006/relationships/customXml" Target="../ink/ink113.xml"/><Relationship Id="rId9" Type="http://schemas.openxmlformats.org/officeDocument/2006/relationships/image" Target="../media/image1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customXml" Target="../ink/ink179.xml"/><Relationship Id="rId3" Type="http://schemas.openxmlformats.org/officeDocument/2006/relationships/customXml" Target="../ink/ink174.xml"/><Relationship Id="rId7" Type="http://schemas.openxmlformats.org/officeDocument/2006/relationships/customXml" Target="../ink/ink176.xml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customXml" Target="../ink/ink178.xml"/><Relationship Id="rId5" Type="http://schemas.openxmlformats.org/officeDocument/2006/relationships/customXml" Target="../ink/ink175.xml"/><Relationship Id="rId15" Type="http://schemas.openxmlformats.org/officeDocument/2006/relationships/customXml" Target="../ink/ink180.xml"/><Relationship Id="rId10" Type="http://schemas.openxmlformats.org/officeDocument/2006/relationships/image" Target="../media/image181.png"/><Relationship Id="rId4" Type="http://schemas.openxmlformats.org/officeDocument/2006/relationships/image" Target="../media/image178.png"/><Relationship Id="rId9" Type="http://schemas.openxmlformats.org/officeDocument/2006/relationships/customXml" Target="../ink/ink177.xml"/><Relationship Id="rId14" Type="http://schemas.openxmlformats.org/officeDocument/2006/relationships/image" Target="../media/image18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7.xml"/><Relationship Id="rId21" Type="http://schemas.openxmlformats.org/officeDocument/2006/relationships/customXml" Target="../ink/ink189.xml"/><Relationship Id="rId42" Type="http://schemas.openxmlformats.org/officeDocument/2006/relationships/image" Target="../media/image205.png"/><Relationship Id="rId63" Type="http://schemas.openxmlformats.org/officeDocument/2006/relationships/customXml" Target="../ink/ink210.xml"/><Relationship Id="rId84" Type="http://schemas.openxmlformats.org/officeDocument/2006/relationships/image" Target="../media/image226.png"/><Relationship Id="rId138" Type="http://schemas.openxmlformats.org/officeDocument/2006/relationships/image" Target="../media/image253.png"/><Relationship Id="rId159" Type="http://schemas.openxmlformats.org/officeDocument/2006/relationships/customXml" Target="../ink/ink258.xml"/><Relationship Id="rId170" Type="http://schemas.openxmlformats.org/officeDocument/2006/relationships/image" Target="../media/image269.png"/><Relationship Id="rId191" Type="http://schemas.openxmlformats.org/officeDocument/2006/relationships/customXml" Target="../ink/ink274.xml"/><Relationship Id="rId107" Type="http://schemas.openxmlformats.org/officeDocument/2006/relationships/customXml" Target="../ink/ink232.xml"/><Relationship Id="rId11" Type="http://schemas.openxmlformats.org/officeDocument/2006/relationships/customXml" Target="../ink/ink184.xml"/><Relationship Id="rId32" Type="http://schemas.openxmlformats.org/officeDocument/2006/relationships/image" Target="../media/image200.png"/><Relationship Id="rId53" Type="http://schemas.openxmlformats.org/officeDocument/2006/relationships/customXml" Target="../ink/ink205.xml"/><Relationship Id="rId74" Type="http://schemas.openxmlformats.org/officeDocument/2006/relationships/image" Target="../media/image221.png"/><Relationship Id="rId128" Type="http://schemas.openxmlformats.org/officeDocument/2006/relationships/image" Target="../media/image248.png"/><Relationship Id="rId149" Type="http://schemas.openxmlformats.org/officeDocument/2006/relationships/customXml" Target="../ink/ink253.xml"/><Relationship Id="rId5" Type="http://schemas.openxmlformats.org/officeDocument/2006/relationships/customXml" Target="../ink/ink181.xml"/><Relationship Id="rId95" Type="http://schemas.openxmlformats.org/officeDocument/2006/relationships/customXml" Target="../ink/ink226.xml"/><Relationship Id="rId160" Type="http://schemas.openxmlformats.org/officeDocument/2006/relationships/image" Target="../media/image264.png"/><Relationship Id="rId181" Type="http://schemas.openxmlformats.org/officeDocument/2006/relationships/customXml" Target="../ink/ink269.xml"/><Relationship Id="rId22" Type="http://schemas.openxmlformats.org/officeDocument/2006/relationships/image" Target="../media/image195.png"/><Relationship Id="rId43" Type="http://schemas.openxmlformats.org/officeDocument/2006/relationships/customXml" Target="../ink/ink200.xml"/><Relationship Id="rId64" Type="http://schemas.openxmlformats.org/officeDocument/2006/relationships/image" Target="../media/image216.png"/><Relationship Id="rId118" Type="http://schemas.openxmlformats.org/officeDocument/2006/relationships/image" Target="../media/image243.png"/><Relationship Id="rId139" Type="http://schemas.openxmlformats.org/officeDocument/2006/relationships/customXml" Target="../ink/ink248.xml"/><Relationship Id="rId85" Type="http://schemas.openxmlformats.org/officeDocument/2006/relationships/customXml" Target="../ink/ink221.xml"/><Relationship Id="rId150" Type="http://schemas.openxmlformats.org/officeDocument/2006/relationships/image" Target="../media/image259.png"/><Relationship Id="rId171" Type="http://schemas.openxmlformats.org/officeDocument/2006/relationships/customXml" Target="../ink/ink264.xml"/><Relationship Id="rId192" Type="http://schemas.openxmlformats.org/officeDocument/2006/relationships/image" Target="../media/image280.png"/><Relationship Id="rId12" Type="http://schemas.openxmlformats.org/officeDocument/2006/relationships/image" Target="../media/image190.png"/><Relationship Id="rId33" Type="http://schemas.openxmlformats.org/officeDocument/2006/relationships/customXml" Target="../ink/ink195.xml"/><Relationship Id="rId108" Type="http://schemas.openxmlformats.org/officeDocument/2006/relationships/image" Target="../media/image238.png"/><Relationship Id="rId129" Type="http://schemas.openxmlformats.org/officeDocument/2006/relationships/customXml" Target="../ink/ink243.xml"/><Relationship Id="rId54" Type="http://schemas.openxmlformats.org/officeDocument/2006/relationships/image" Target="../media/image211.png"/><Relationship Id="rId75" Type="http://schemas.openxmlformats.org/officeDocument/2006/relationships/customXml" Target="../ink/ink216.xml"/><Relationship Id="rId96" Type="http://schemas.openxmlformats.org/officeDocument/2006/relationships/image" Target="../media/image232.png"/><Relationship Id="rId140" Type="http://schemas.openxmlformats.org/officeDocument/2006/relationships/image" Target="../media/image254.png"/><Relationship Id="rId161" Type="http://schemas.openxmlformats.org/officeDocument/2006/relationships/customXml" Target="../ink/ink259.xml"/><Relationship Id="rId182" Type="http://schemas.openxmlformats.org/officeDocument/2006/relationships/image" Target="../media/image275.png"/><Relationship Id="rId6" Type="http://schemas.openxmlformats.org/officeDocument/2006/relationships/image" Target="../media/image187.png"/><Relationship Id="rId23" Type="http://schemas.openxmlformats.org/officeDocument/2006/relationships/customXml" Target="../ink/ink190.xml"/><Relationship Id="rId119" Type="http://schemas.openxmlformats.org/officeDocument/2006/relationships/customXml" Target="../ink/ink238.xml"/><Relationship Id="rId44" Type="http://schemas.openxmlformats.org/officeDocument/2006/relationships/image" Target="../media/image206.png"/><Relationship Id="rId65" Type="http://schemas.openxmlformats.org/officeDocument/2006/relationships/customXml" Target="../ink/ink211.xml"/><Relationship Id="rId86" Type="http://schemas.openxmlformats.org/officeDocument/2006/relationships/image" Target="../media/image227.png"/><Relationship Id="rId130" Type="http://schemas.openxmlformats.org/officeDocument/2006/relationships/image" Target="../media/image249.png"/><Relationship Id="rId151" Type="http://schemas.openxmlformats.org/officeDocument/2006/relationships/customXml" Target="../ink/ink254.xml"/><Relationship Id="rId172" Type="http://schemas.openxmlformats.org/officeDocument/2006/relationships/image" Target="../media/image270.png"/><Relationship Id="rId193" Type="http://schemas.openxmlformats.org/officeDocument/2006/relationships/customXml" Target="../ink/ink275.xml"/><Relationship Id="rId13" Type="http://schemas.openxmlformats.org/officeDocument/2006/relationships/customXml" Target="../ink/ink185.xml"/><Relationship Id="rId109" Type="http://schemas.openxmlformats.org/officeDocument/2006/relationships/customXml" Target="../ink/ink233.xml"/><Relationship Id="rId34" Type="http://schemas.openxmlformats.org/officeDocument/2006/relationships/image" Target="../media/image201.png"/><Relationship Id="rId55" Type="http://schemas.openxmlformats.org/officeDocument/2006/relationships/customXml" Target="../ink/ink206.xml"/><Relationship Id="rId76" Type="http://schemas.openxmlformats.org/officeDocument/2006/relationships/image" Target="../media/image222.png"/><Relationship Id="rId97" Type="http://schemas.openxmlformats.org/officeDocument/2006/relationships/customXml" Target="../ink/ink227.xml"/><Relationship Id="rId120" Type="http://schemas.openxmlformats.org/officeDocument/2006/relationships/image" Target="../media/image244.png"/><Relationship Id="rId141" Type="http://schemas.openxmlformats.org/officeDocument/2006/relationships/customXml" Target="../ink/ink249.xml"/><Relationship Id="rId7" Type="http://schemas.openxmlformats.org/officeDocument/2006/relationships/customXml" Target="../ink/ink182.xml"/><Relationship Id="rId71" Type="http://schemas.openxmlformats.org/officeDocument/2006/relationships/customXml" Target="../ink/ink214.xml"/><Relationship Id="rId92" Type="http://schemas.openxmlformats.org/officeDocument/2006/relationships/image" Target="../media/image230.png"/><Relationship Id="rId162" Type="http://schemas.openxmlformats.org/officeDocument/2006/relationships/image" Target="../media/image265.png"/><Relationship Id="rId183" Type="http://schemas.openxmlformats.org/officeDocument/2006/relationships/customXml" Target="../ink/ink270.xml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93.xml"/><Relationship Id="rId24" Type="http://schemas.openxmlformats.org/officeDocument/2006/relationships/image" Target="../media/image196.png"/><Relationship Id="rId40" Type="http://schemas.openxmlformats.org/officeDocument/2006/relationships/image" Target="../media/image204.png"/><Relationship Id="rId45" Type="http://schemas.openxmlformats.org/officeDocument/2006/relationships/customXml" Target="../ink/ink201.xml"/><Relationship Id="rId66" Type="http://schemas.openxmlformats.org/officeDocument/2006/relationships/image" Target="../media/image217.png"/><Relationship Id="rId87" Type="http://schemas.openxmlformats.org/officeDocument/2006/relationships/customXml" Target="../ink/ink222.xml"/><Relationship Id="rId110" Type="http://schemas.openxmlformats.org/officeDocument/2006/relationships/image" Target="../media/image239.png"/><Relationship Id="rId115" Type="http://schemas.openxmlformats.org/officeDocument/2006/relationships/customXml" Target="../ink/ink236.xml"/><Relationship Id="rId131" Type="http://schemas.openxmlformats.org/officeDocument/2006/relationships/customXml" Target="../ink/ink244.xml"/><Relationship Id="rId136" Type="http://schemas.openxmlformats.org/officeDocument/2006/relationships/image" Target="../media/image252.png"/><Relationship Id="rId157" Type="http://schemas.openxmlformats.org/officeDocument/2006/relationships/customXml" Target="../ink/ink257.xml"/><Relationship Id="rId178" Type="http://schemas.openxmlformats.org/officeDocument/2006/relationships/image" Target="../media/image273.png"/><Relationship Id="rId61" Type="http://schemas.openxmlformats.org/officeDocument/2006/relationships/customXml" Target="../ink/ink209.xml"/><Relationship Id="rId82" Type="http://schemas.openxmlformats.org/officeDocument/2006/relationships/image" Target="../media/image225.png"/><Relationship Id="rId152" Type="http://schemas.openxmlformats.org/officeDocument/2006/relationships/image" Target="../media/image260.png"/><Relationship Id="rId173" Type="http://schemas.openxmlformats.org/officeDocument/2006/relationships/customXml" Target="../ink/ink265.xml"/><Relationship Id="rId194" Type="http://schemas.openxmlformats.org/officeDocument/2006/relationships/image" Target="../media/image281.png"/><Relationship Id="rId199" Type="http://schemas.openxmlformats.org/officeDocument/2006/relationships/customXml" Target="../ink/ink278.xml"/><Relationship Id="rId19" Type="http://schemas.openxmlformats.org/officeDocument/2006/relationships/customXml" Target="../ink/ink188.xml"/><Relationship Id="rId14" Type="http://schemas.openxmlformats.org/officeDocument/2006/relationships/image" Target="../media/image191.png"/><Relationship Id="rId30" Type="http://schemas.openxmlformats.org/officeDocument/2006/relationships/image" Target="../media/image199.png"/><Relationship Id="rId35" Type="http://schemas.openxmlformats.org/officeDocument/2006/relationships/customXml" Target="../ink/ink196.xml"/><Relationship Id="rId56" Type="http://schemas.openxmlformats.org/officeDocument/2006/relationships/image" Target="../media/image212.png"/><Relationship Id="rId77" Type="http://schemas.openxmlformats.org/officeDocument/2006/relationships/customXml" Target="../ink/ink217.xml"/><Relationship Id="rId100" Type="http://schemas.openxmlformats.org/officeDocument/2006/relationships/image" Target="../media/image234.png"/><Relationship Id="rId105" Type="http://schemas.openxmlformats.org/officeDocument/2006/relationships/customXml" Target="../ink/ink231.xml"/><Relationship Id="rId126" Type="http://schemas.openxmlformats.org/officeDocument/2006/relationships/image" Target="../media/image247.png"/><Relationship Id="rId147" Type="http://schemas.openxmlformats.org/officeDocument/2006/relationships/customXml" Target="../ink/ink252.xml"/><Relationship Id="rId168" Type="http://schemas.openxmlformats.org/officeDocument/2006/relationships/image" Target="../media/image268.png"/><Relationship Id="rId8" Type="http://schemas.openxmlformats.org/officeDocument/2006/relationships/image" Target="../media/image188.png"/><Relationship Id="rId51" Type="http://schemas.openxmlformats.org/officeDocument/2006/relationships/customXml" Target="../ink/ink204.xml"/><Relationship Id="rId72" Type="http://schemas.openxmlformats.org/officeDocument/2006/relationships/image" Target="../media/image220.png"/><Relationship Id="rId93" Type="http://schemas.openxmlformats.org/officeDocument/2006/relationships/customXml" Target="../ink/ink225.xml"/><Relationship Id="rId98" Type="http://schemas.openxmlformats.org/officeDocument/2006/relationships/image" Target="../media/image233.png"/><Relationship Id="rId121" Type="http://schemas.openxmlformats.org/officeDocument/2006/relationships/customXml" Target="../ink/ink239.xml"/><Relationship Id="rId142" Type="http://schemas.openxmlformats.org/officeDocument/2006/relationships/image" Target="../media/image255.png"/><Relationship Id="rId163" Type="http://schemas.openxmlformats.org/officeDocument/2006/relationships/customXml" Target="../ink/ink260.xml"/><Relationship Id="rId184" Type="http://schemas.openxmlformats.org/officeDocument/2006/relationships/image" Target="../media/image276.png"/><Relationship Id="rId189" Type="http://schemas.openxmlformats.org/officeDocument/2006/relationships/customXml" Target="../ink/ink273.xml"/><Relationship Id="rId3" Type="http://schemas.openxmlformats.org/officeDocument/2006/relationships/image" Target="../media/image185.svg"/><Relationship Id="rId25" Type="http://schemas.openxmlformats.org/officeDocument/2006/relationships/customXml" Target="../ink/ink191.xml"/><Relationship Id="rId46" Type="http://schemas.openxmlformats.org/officeDocument/2006/relationships/image" Target="../media/image207.png"/><Relationship Id="rId67" Type="http://schemas.openxmlformats.org/officeDocument/2006/relationships/customXml" Target="../ink/ink212.xml"/><Relationship Id="rId116" Type="http://schemas.openxmlformats.org/officeDocument/2006/relationships/image" Target="../media/image242.png"/><Relationship Id="rId137" Type="http://schemas.openxmlformats.org/officeDocument/2006/relationships/customXml" Target="../ink/ink247.xml"/><Relationship Id="rId158" Type="http://schemas.openxmlformats.org/officeDocument/2006/relationships/image" Target="../media/image263.png"/><Relationship Id="rId20" Type="http://schemas.openxmlformats.org/officeDocument/2006/relationships/image" Target="../media/image194.png"/><Relationship Id="rId41" Type="http://schemas.openxmlformats.org/officeDocument/2006/relationships/customXml" Target="../ink/ink199.xml"/><Relationship Id="rId62" Type="http://schemas.openxmlformats.org/officeDocument/2006/relationships/image" Target="../media/image215.png"/><Relationship Id="rId83" Type="http://schemas.openxmlformats.org/officeDocument/2006/relationships/customXml" Target="../ink/ink220.xml"/><Relationship Id="rId88" Type="http://schemas.openxmlformats.org/officeDocument/2006/relationships/image" Target="../media/image228.png"/><Relationship Id="rId111" Type="http://schemas.openxmlformats.org/officeDocument/2006/relationships/customXml" Target="../ink/ink234.xml"/><Relationship Id="rId132" Type="http://schemas.openxmlformats.org/officeDocument/2006/relationships/image" Target="../media/image250.png"/><Relationship Id="rId153" Type="http://schemas.openxmlformats.org/officeDocument/2006/relationships/customXml" Target="../ink/ink255.xml"/><Relationship Id="rId174" Type="http://schemas.openxmlformats.org/officeDocument/2006/relationships/image" Target="../media/image271.png"/><Relationship Id="rId179" Type="http://schemas.openxmlformats.org/officeDocument/2006/relationships/customXml" Target="../ink/ink268.xml"/><Relationship Id="rId195" Type="http://schemas.openxmlformats.org/officeDocument/2006/relationships/customXml" Target="../ink/ink276.xml"/><Relationship Id="rId190" Type="http://schemas.openxmlformats.org/officeDocument/2006/relationships/image" Target="../media/image279.png"/><Relationship Id="rId15" Type="http://schemas.openxmlformats.org/officeDocument/2006/relationships/customXml" Target="../ink/ink186.xml"/><Relationship Id="rId36" Type="http://schemas.openxmlformats.org/officeDocument/2006/relationships/image" Target="../media/image202.png"/><Relationship Id="rId57" Type="http://schemas.openxmlformats.org/officeDocument/2006/relationships/customXml" Target="../ink/ink207.xml"/><Relationship Id="rId106" Type="http://schemas.openxmlformats.org/officeDocument/2006/relationships/image" Target="../media/image237.png"/><Relationship Id="rId127" Type="http://schemas.openxmlformats.org/officeDocument/2006/relationships/customXml" Target="../ink/ink242.xml"/><Relationship Id="rId10" Type="http://schemas.openxmlformats.org/officeDocument/2006/relationships/image" Target="../media/image189.png"/><Relationship Id="rId31" Type="http://schemas.openxmlformats.org/officeDocument/2006/relationships/customXml" Target="../ink/ink194.xml"/><Relationship Id="rId52" Type="http://schemas.openxmlformats.org/officeDocument/2006/relationships/image" Target="../media/image210.png"/><Relationship Id="rId73" Type="http://schemas.openxmlformats.org/officeDocument/2006/relationships/customXml" Target="../ink/ink215.xml"/><Relationship Id="rId78" Type="http://schemas.openxmlformats.org/officeDocument/2006/relationships/image" Target="../media/image223.png"/><Relationship Id="rId94" Type="http://schemas.openxmlformats.org/officeDocument/2006/relationships/image" Target="../media/image231.png"/><Relationship Id="rId99" Type="http://schemas.openxmlformats.org/officeDocument/2006/relationships/customXml" Target="../ink/ink228.xml"/><Relationship Id="rId101" Type="http://schemas.openxmlformats.org/officeDocument/2006/relationships/customXml" Target="../ink/ink229.xml"/><Relationship Id="rId122" Type="http://schemas.openxmlformats.org/officeDocument/2006/relationships/image" Target="../media/image245.png"/><Relationship Id="rId143" Type="http://schemas.openxmlformats.org/officeDocument/2006/relationships/customXml" Target="../ink/ink250.xml"/><Relationship Id="rId148" Type="http://schemas.openxmlformats.org/officeDocument/2006/relationships/image" Target="../media/image258.png"/><Relationship Id="rId164" Type="http://schemas.openxmlformats.org/officeDocument/2006/relationships/image" Target="../media/image266.png"/><Relationship Id="rId169" Type="http://schemas.openxmlformats.org/officeDocument/2006/relationships/customXml" Target="../ink/ink263.xml"/><Relationship Id="rId185" Type="http://schemas.openxmlformats.org/officeDocument/2006/relationships/customXml" Target="../ink/ink271.xml"/><Relationship Id="rId4" Type="http://schemas.openxmlformats.org/officeDocument/2006/relationships/image" Target="../media/image186.svg"/><Relationship Id="rId9" Type="http://schemas.openxmlformats.org/officeDocument/2006/relationships/customXml" Target="../ink/ink183.xml"/><Relationship Id="rId180" Type="http://schemas.openxmlformats.org/officeDocument/2006/relationships/image" Target="../media/image274.png"/><Relationship Id="rId26" Type="http://schemas.openxmlformats.org/officeDocument/2006/relationships/image" Target="../media/image197.png"/><Relationship Id="rId47" Type="http://schemas.openxmlformats.org/officeDocument/2006/relationships/customXml" Target="../ink/ink202.xml"/><Relationship Id="rId68" Type="http://schemas.openxmlformats.org/officeDocument/2006/relationships/image" Target="../media/image218.png"/><Relationship Id="rId89" Type="http://schemas.openxmlformats.org/officeDocument/2006/relationships/customXml" Target="../ink/ink223.xml"/><Relationship Id="rId112" Type="http://schemas.openxmlformats.org/officeDocument/2006/relationships/image" Target="../media/image240.png"/><Relationship Id="rId133" Type="http://schemas.openxmlformats.org/officeDocument/2006/relationships/customXml" Target="../ink/ink245.xml"/><Relationship Id="rId154" Type="http://schemas.openxmlformats.org/officeDocument/2006/relationships/image" Target="../media/image261.png"/><Relationship Id="rId175" Type="http://schemas.openxmlformats.org/officeDocument/2006/relationships/customXml" Target="../ink/ink266.xml"/><Relationship Id="rId196" Type="http://schemas.openxmlformats.org/officeDocument/2006/relationships/image" Target="../media/image282.png"/><Relationship Id="rId200" Type="http://schemas.openxmlformats.org/officeDocument/2006/relationships/image" Target="../media/image284.png"/><Relationship Id="rId16" Type="http://schemas.openxmlformats.org/officeDocument/2006/relationships/image" Target="../media/image192.png"/><Relationship Id="rId37" Type="http://schemas.openxmlformats.org/officeDocument/2006/relationships/customXml" Target="../ink/ink197.xml"/><Relationship Id="rId58" Type="http://schemas.openxmlformats.org/officeDocument/2006/relationships/image" Target="../media/image213.png"/><Relationship Id="rId79" Type="http://schemas.openxmlformats.org/officeDocument/2006/relationships/customXml" Target="../ink/ink218.xml"/><Relationship Id="rId102" Type="http://schemas.openxmlformats.org/officeDocument/2006/relationships/image" Target="../media/image235.png"/><Relationship Id="rId123" Type="http://schemas.openxmlformats.org/officeDocument/2006/relationships/customXml" Target="../ink/ink240.xml"/><Relationship Id="rId144" Type="http://schemas.openxmlformats.org/officeDocument/2006/relationships/image" Target="../media/image256.png"/><Relationship Id="rId90" Type="http://schemas.openxmlformats.org/officeDocument/2006/relationships/image" Target="../media/image229.png"/><Relationship Id="rId165" Type="http://schemas.openxmlformats.org/officeDocument/2006/relationships/customXml" Target="../ink/ink261.xml"/><Relationship Id="rId186" Type="http://schemas.openxmlformats.org/officeDocument/2006/relationships/image" Target="../media/image277.png"/><Relationship Id="rId27" Type="http://schemas.openxmlformats.org/officeDocument/2006/relationships/customXml" Target="../ink/ink192.xml"/><Relationship Id="rId48" Type="http://schemas.openxmlformats.org/officeDocument/2006/relationships/image" Target="../media/image208.png"/><Relationship Id="rId69" Type="http://schemas.openxmlformats.org/officeDocument/2006/relationships/customXml" Target="../ink/ink213.xml"/><Relationship Id="rId113" Type="http://schemas.openxmlformats.org/officeDocument/2006/relationships/customXml" Target="../ink/ink235.xml"/><Relationship Id="rId134" Type="http://schemas.openxmlformats.org/officeDocument/2006/relationships/image" Target="../media/image251.png"/><Relationship Id="rId80" Type="http://schemas.openxmlformats.org/officeDocument/2006/relationships/image" Target="../media/image224.png"/><Relationship Id="rId155" Type="http://schemas.openxmlformats.org/officeDocument/2006/relationships/customXml" Target="../ink/ink256.xml"/><Relationship Id="rId176" Type="http://schemas.openxmlformats.org/officeDocument/2006/relationships/image" Target="../media/image272.png"/><Relationship Id="rId197" Type="http://schemas.openxmlformats.org/officeDocument/2006/relationships/customXml" Target="../ink/ink277.xml"/><Relationship Id="rId17" Type="http://schemas.openxmlformats.org/officeDocument/2006/relationships/customXml" Target="../ink/ink187.xml"/><Relationship Id="rId38" Type="http://schemas.openxmlformats.org/officeDocument/2006/relationships/image" Target="../media/image203.png"/><Relationship Id="rId59" Type="http://schemas.openxmlformats.org/officeDocument/2006/relationships/customXml" Target="../ink/ink208.xml"/><Relationship Id="rId103" Type="http://schemas.openxmlformats.org/officeDocument/2006/relationships/customXml" Target="../ink/ink230.xml"/><Relationship Id="rId124" Type="http://schemas.openxmlformats.org/officeDocument/2006/relationships/image" Target="../media/image246.png"/><Relationship Id="rId70" Type="http://schemas.openxmlformats.org/officeDocument/2006/relationships/image" Target="../media/image219.png"/><Relationship Id="rId91" Type="http://schemas.openxmlformats.org/officeDocument/2006/relationships/customXml" Target="../ink/ink224.xml"/><Relationship Id="rId145" Type="http://schemas.openxmlformats.org/officeDocument/2006/relationships/customXml" Target="../ink/ink251.xml"/><Relationship Id="rId166" Type="http://schemas.openxmlformats.org/officeDocument/2006/relationships/image" Target="../media/image267.png"/><Relationship Id="rId187" Type="http://schemas.openxmlformats.org/officeDocument/2006/relationships/customXml" Target="../ink/ink272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98.png"/><Relationship Id="rId49" Type="http://schemas.openxmlformats.org/officeDocument/2006/relationships/customXml" Target="../ink/ink203.xml"/><Relationship Id="rId114" Type="http://schemas.openxmlformats.org/officeDocument/2006/relationships/image" Target="../media/image241.png"/><Relationship Id="rId60" Type="http://schemas.openxmlformats.org/officeDocument/2006/relationships/image" Target="../media/image214.png"/><Relationship Id="rId81" Type="http://schemas.openxmlformats.org/officeDocument/2006/relationships/customXml" Target="../ink/ink219.xml"/><Relationship Id="rId135" Type="http://schemas.openxmlformats.org/officeDocument/2006/relationships/customXml" Target="../ink/ink246.xml"/><Relationship Id="rId156" Type="http://schemas.openxmlformats.org/officeDocument/2006/relationships/image" Target="../media/image262.png"/><Relationship Id="rId177" Type="http://schemas.openxmlformats.org/officeDocument/2006/relationships/customXml" Target="../ink/ink267.xml"/><Relationship Id="rId198" Type="http://schemas.openxmlformats.org/officeDocument/2006/relationships/image" Target="../media/image283.png"/><Relationship Id="rId18" Type="http://schemas.openxmlformats.org/officeDocument/2006/relationships/image" Target="../media/image193.png"/><Relationship Id="rId39" Type="http://schemas.openxmlformats.org/officeDocument/2006/relationships/customXml" Target="../ink/ink198.xml"/><Relationship Id="rId50" Type="http://schemas.openxmlformats.org/officeDocument/2006/relationships/image" Target="../media/image209.png"/><Relationship Id="rId104" Type="http://schemas.openxmlformats.org/officeDocument/2006/relationships/image" Target="../media/image236.png"/><Relationship Id="rId125" Type="http://schemas.openxmlformats.org/officeDocument/2006/relationships/customXml" Target="../ink/ink241.xml"/><Relationship Id="rId146" Type="http://schemas.openxmlformats.org/officeDocument/2006/relationships/image" Target="../media/image257.png"/><Relationship Id="rId167" Type="http://schemas.openxmlformats.org/officeDocument/2006/relationships/customXml" Target="../ink/ink262.xml"/><Relationship Id="rId188" Type="http://schemas.openxmlformats.org/officeDocument/2006/relationships/image" Target="../media/image27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2.png"/><Relationship Id="rId21" Type="http://schemas.openxmlformats.org/officeDocument/2006/relationships/image" Target="../media/image294.png"/><Relationship Id="rId63" Type="http://schemas.openxmlformats.org/officeDocument/2006/relationships/image" Target="../media/image315.png"/><Relationship Id="rId159" Type="http://schemas.openxmlformats.org/officeDocument/2006/relationships/image" Target="../media/image363.png"/><Relationship Id="rId170" Type="http://schemas.openxmlformats.org/officeDocument/2006/relationships/customXml" Target="../ink/ink362.xml"/><Relationship Id="rId226" Type="http://schemas.openxmlformats.org/officeDocument/2006/relationships/customXml" Target="../ink/ink390.xml"/><Relationship Id="rId107" Type="http://schemas.openxmlformats.org/officeDocument/2006/relationships/image" Target="../media/image337.png"/><Relationship Id="rId11" Type="http://schemas.openxmlformats.org/officeDocument/2006/relationships/image" Target="../media/image289.png"/><Relationship Id="rId32" Type="http://schemas.openxmlformats.org/officeDocument/2006/relationships/customXml" Target="../ink/ink293.xml"/><Relationship Id="rId53" Type="http://schemas.openxmlformats.org/officeDocument/2006/relationships/image" Target="../media/image310.png"/><Relationship Id="rId74" Type="http://schemas.openxmlformats.org/officeDocument/2006/relationships/customXml" Target="../ink/ink314.xml"/><Relationship Id="rId128" Type="http://schemas.openxmlformats.org/officeDocument/2006/relationships/customXml" Target="../ink/ink341.xml"/><Relationship Id="rId149" Type="http://schemas.openxmlformats.org/officeDocument/2006/relationships/image" Target="../media/image358.png"/><Relationship Id="rId5" Type="http://schemas.openxmlformats.org/officeDocument/2006/relationships/image" Target="../media/image286.png"/><Relationship Id="rId95" Type="http://schemas.openxmlformats.org/officeDocument/2006/relationships/image" Target="../media/image331.png"/><Relationship Id="rId160" Type="http://schemas.openxmlformats.org/officeDocument/2006/relationships/customXml" Target="../ink/ink357.xml"/><Relationship Id="rId181" Type="http://schemas.openxmlformats.org/officeDocument/2006/relationships/image" Target="../media/image374.png"/><Relationship Id="rId216" Type="http://schemas.openxmlformats.org/officeDocument/2006/relationships/customXml" Target="../ink/ink385.xml"/><Relationship Id="rId237" Type="http://schemas.openxmlformats.org/officeDocument/2006/relationships/image" Target="../media/image402.png"/><Relationship Id="rId258" Type="http://schemas.openxmlformats.org/officeDocument/2006/relationships/customXml" Target="../ink/ink406.xml"/><Relationship Id="rId22" Type="http://schemas.openxmlformats.org/officeDocument/2006/relationships/customXml" Target="../ink/ink288.xml"/><Relationship Id="rId43" Type="http://schemas.openxmlformats.org/officeDocument/2006/relationships/image" Target="../media/image305.png"/><Relationship Id="rId64" Type="http://schemas.openxmlformats.org/officeDocument/2006/relationships/customXml" Target="../ink/ink309.xml"/><Relationship Id="rId118" Type="http://schemas.openxmlformats.org/officeDocument/2006/relationships/customXml" Target="../ink/ink336.xml"/><Relationship Id="rId139" Type="http://schemas.openxmlformats.org/officeDocument/2006/relationships/image" Target="../media/image353.png"/><Relationship Id="rId85" Type="http://schemas.openxmlformats.org/officeDocument/2006/relationships/image" Target="../media/image326.png"/><Relationship Id="rId150" Type="http://schemas.openxmlformats.org/officeDocument/2006/relationships/customXml" Target="../ink/ink352.xml"/><Relationship Id="rId171" Type="http://schemas.openxmlformats.org/officeDocument/2006/relationships/image" Target="../media/image369.png"/><Relationship Id="rId192" Type="http://schemas.openxmlformats.org/officeDocument/2006/relationships/customXml" Target="../ink/ink373.xml"/><Relationship Id="rId206" Type="http://schemas.openxmlformats.org/officeDocument/2006/relationships/customXml" Target="../ink/ink380.xml"/><Relationship Id="rId227" Type="http://schemas.openxmlformats.org/officeDocument/2006/relationships/image" Target="../media/image397.png"/><Relationship Id="rId248" Type="http://schemas.openxmlformats.org/officeDocument/2006/relationships/customXml" Target="../ink/ink401.xml"/><Relationship Id="rId12" Type="http://schemas.openxmlformats.org/officeDocument/2006/relationships/customXml" Target="../ink/ink283.xml"/><Relationship Id="rId33" Type="http://schemas.openxmlformats.org/officeDocument/2006/relationships/image" Target="../media/image300.png"/><Relationship Id="rId108" Type="http://schemas.openxmlformats.org/officeDocument/2006/relationships/customXml" Target="../ink/ink331.xml"/><Relationship Id="rId129" Type="http://schemas.openxmlformats.org/officeDocument/2006/relationships/image" Target="../media/image348.png"/><Relationship Id="rId54" Type="http://schemas.openxmlformats.org/officeDocument/2006/relationships/customXml" Target="../ink/ink304.xml"/><Relationship Id="rId75" Type="http://schemas.openxmlformats.org/officeDocument/2006/relationships/image" Target="../media/image321.png"/><Relationship Id="rId96" Type="http://schemas.openxmlformats.org/officeDocument/2006/relationships/customXml" Target="../ink/ink325.xml"/><Relationship Id="rId140" Type="http://schemas.openxmlformats.org/officeDocument/2006/relationships/customXml" Target="../ink/ink347.xml"/><Relationship Id="rId161" Type="http://schemas.openxmlformats.org/officeDocument/2006/relationships/image" Target="../media/image364.png"/><Relationship Id="rId182" Type="http://schemas.openxmlformats.org/officeDocument/2006/relationships/customXml" Target="../ink/ink368.xml"/><Relationship Id="rId217" Type="http://schemas.openxmlformats.org/officeDocument/2006/relationships/image" Target="../media/image392.png"/><Relationship Id="rId6" Type="http://schemas.openxmlformats.org/officeDocument/2006/relationships/customXml" Target="../ink/ink280.xml"/><Relationship Id="rId238" Type="http://schemas.openxmlformats.org/officeDocument/2006/relationships/customXml" Target="../ink/ink396.xml"/><Relationship Id="rId259" Type="http://schemas.openxmlformats.org/officeDocument/2006/relationships/image" Target="../media/image413.png"/><Relationship Id="rId23" Type="http://schemas.openxmlformats.org/officeDocument/2006/relationships/image" Target="../media/image295.png"/><Relationship Id="rId119" Type="http://schemas.openxmlformats.org/officeDocument/2006/relationships/image" Target="../media/image343.png"/><Relationship Id="rId44" Type="http://schemas.openxmlformats.org/officeDocument/2006/relationships/customXml" Target="../ink/ink299.xml"/><Relationship Id="rId65" Type="http://schemas.openxmlformats.org/officeDocument/2006/relationships/image" Target="../media/image316.png"/><Relationship Id="rId86" Type="http://schemas.openxmlformats.org/officeDocument/2006/relationships/customXml" Target="../ink/ink320.xml"/><Relationship Id="rId130" Type="http://schemas.openxmlformats.org/officeDocument/2006/relationships/customXml" Target="../ink/ink342.xml"/><Relationship Id="rId151" Type="http://schemas.openxmlformats.org/officeDocument/2006/relationships/image" Target="../media/image359.png"/><Relationship Id="rId172" Type="http://schemas.openxmlformats.org/officeDocument/2006/relationships/customXml" Target="../ink/ink363.xml"/><Relationship Id="rId193" Type="http://schemas.openxmlformats.org/officeDocument/2006/relationships/image" Target="../media/image380.png"/><Relationship Id="rId207" Type="http://schemas.openxmlformats.org/officeDocument/2006/relationships/image" Target="../media/image387.png"/><Relationship Id="rId228" Type="http://schemas.openxmlformats.org/officeDocument/2006/relationships/customXml" Target="../ink/ink391.xml"/><Relationship Id="rId249" Type="http://schemas.openxmlformats.org/officeDocument/2006/relationships/image" Target="../media/image408.png"/><Relationship Id="rId13" Type="http://schemas.openxmlformats.org/officeDocument/2006/relationships/image" Target="../media/image290.png"/><Relationship Id="rId109" Type="http://schemas.openxmlformats.org/officeDocument/2006/relationships/image" Target="../media/image338.png"/><Relationship Id="rId260" Type="http://schemas.openxmlformats.org/officeDocument/2006/relationships/customXml" Target="../ink/ink407.xml"/><Relationship Id="rId34" Type="http://schemas.openxmlformats.org/officeDocument/2006/relationships/customXml" Target="../ink/ink294.xml"/><Relationship Id="rId55" Type="http://schemas.openxmlformats.org/officeDocument/2006/relationships/image" Target="../media/image311.png"/><Relationship Id="rId76" Type="http://schemas.openxmlformats.org/officeDocument/2006/relationships/customXml" Target="../ink/ink315.xml"/><Relationship Id="rId97" Type="http://schemas.openxmlformats.org/officeDocument/2006/relationships/image" Target="../media/image332.png"/><Relationship Id="rId120" Type="http://schemas.openxmlformats.org/officeDocument/2006/relationships/customXml" Target="../ink/ink337.xml"/><Relationship Id="rId141" Type="http://schemas.openxmlformats.org/officeDocument/2006/relationships/image" Target="../media/image354.png"/><Relationship Id="rId7" Type="http://schemas.openxmlformats.org/officeDocument/2006/relationships/image" Target="../media/image287.png"/><Relationship Id="rId162" Type="http://schemas.openxmlformats.org/officeDocument/2006/relationships/customXml" Target="../ink/ink358.xml"/><Relationship Id="rId183" Type="http://schemas.openxmlformats.org/officeDocument/2006/relationships/image" Target="../media/image375.png"/><Relationship Id="rId218" Type="http://schemas.openxmlformats.org/officeDocument/2006/relationships/customXml" Target="../ink/ink386.xml"/><Relationship Id="rId239" Type="http://schemas.openxmlformats.org/officeDocument/2006/relationships/image" Target="../media/image403.png"/><Relationship Id="rId250" Type="http://schemas.openxmlformats.org/officeDocument/2006/relationships/customXml" Target="../ink/ink402.xml"/><Relationship Id="rId24" Type="http://schemas.openxmlformats.org/officeDocument/2006/relationships/customXml" Target="../ink/ink289.xml"/><Relationship Id="rId45" Type="http://schemas.openxmlformats.org/officeDocument/2006/relationships/image" Target="../media/image306.png"/><Relationship Id="rId66" Type="http://schemas.openxmlformats.org/officeDocument/2006/relationships/customXml" Target="../ink/ink310.xml"/><Relationship Id="rId87" Type="http://schemas.openxmlformats.org/officeDocument/2006/relationships/image" Target="../media/image327.png"/><Relationship Id="rId110" Type="http://schemas.openxmlformats.org/officeDocument/2006/relationships/customXml" Target="../ink/ink332.xml"/><Relationship Id="rId131" Type="http://schemas.openxmlformats.org/officeDocument/2006/relationships/image" Target="../media/image349.png"/><Relationship Id="rId152" Type="http://schemas.openxmlformats.org/officeDocument/2006/relationships/customXml" Target="../ink/ink353.xml"/><Relationship Id="rId173" Type="http://schemas.openxmlformats.org/officeDocument/2006/relationships/image" Target="../media/image370.png"/><Relationship Id="rId194" Type="http://schemas.openxmlformats.org/officeDocument/2006/relationships/customXml" Target="../ink/ink374.xml"/><Relationship Id="rId208" Type="http://schemas.openxmlformats.org/officeDocument/2006/relationships/customXml" Target="../ink/ink381.xml"/><Relationship Id="rId229" Type="http://schemas.openxmlformats.org/officeDocument/2006/relationships/image" Target="../media/image398.png"/><Relationship Id="rId240" Type="http://schemas.openxmlformats.org/officeDocument/2006/relationships/customXml" Target="../ink/ink397.xml"/><Relationship Id="rId261" Type="http://schemas.openxmlformats.org/officeDocument/2006/relationships/image" Target="../media/image414.png"/><Relationship Id="rId14" Type="http://schemas.openxmlformats.org/officeDocument/2006/relationships/customXml" Target="../ink/ink284.xml"/><Relationship Id="rId35" Type="http://schemas.openxmlformats.org/officeDocument/2006/relationships/image" Target="../media/image301.png"/><Relationship Id="rId56" Type="http://schemas.openxmlformats.org/officeDocument/2006/relationships/customXml" Target="../ink/ink305.xml"/><Relationship Id="rId77" Type="http://schemas.openxmlformats.org/officeDocument/2006/relationships/image" Target="../media/image322.png"/><Relationship Id="rId100" Type="http://schemas.openxmlformats.org/officeDocument/2006/relationships/customXml" Target="../ink/ink327.xml"/><Relationship Id="rId8" Type="http://schemas.openxmlformats.org/officeDocument/2006/relationships/customXml" Target="../ink/ink281.xml"/><Relationship Id="rId98" Type="http://schemas.openxmlformats.org/officeDocument/2006/relationships/customXml" Target="../ink/ink326.xml"/><Relationship Id="rId121" Type="http://schemas.openxmlformats.org/officeDocument/2006/relationships/image" Target="../media/image344.png"/><Relationship Id="rId142" Type="http://schemas.openxmlformats.org/officeDocument/2006/relationships/customXml" Target="../ink/ink348.xml"/><Relationship Id="rId163" Type="http://schemas.openxmlformats.org/officeDocument/2006/relationships/image" Target="../media/image365.png"/><Relationship Id="rId184" Type="http://schemas.openxmlformats.org/officeDocument/2006/relationships/customXml" Target="../ink/ink369.xml"/><Relationship Id="rId219" Type="http://schemas.openxmlformats.org/officeDocument/2006/relationships/image" Target="../media/image393.png"/><Relationship Id="rId230" Type="http://schemas.openxmlformats.org/officeDocument/2006/relationships/customXml" Target="../ink/ink392.xml"/><Relationship Id="rId251" Type="http://schemas.openxmlformats.org/officeDocument/2006/relationships/image" Target="../media/image409.png"/><Relationship Id="rId25" Type="http://schemas.openxmlformats.org/officeDocument/2006/relationships/image" Target="../media/image296.png"/><Relationship Id="rId46" Type="http://schemas.openxmlformats.org/officeDocument/2006/relationships/customXml" Target="../ink/ink300.xml"/><Relationship Id="rId67" Type="http://schemas.openxmlformats.org/officeDocument/2006/relationships/image" Target="../media/image317.png"/><Relationship Id="rId88" Type="http://schemas.openxmlformats.org/officeDocument/2006/relationships/customXml" Target="../ink/ink321.xml"/><Relationship Id="rId111" Type="http://schemas.openxmlformats.org/officeDocument/2006/relationships/image" Target="../media/image339.png"/><Relationship Id="rId132" Type="http://schemas.openxmlformats.org/officeDocument/2006/relationships/customXml" Target="../ink/ink343.xml"/><Relationship Id="rId153" Type="http://schemas.openxmlformats.org/officeDocument/2006/relationships/image" Target="../media/image360.png"/><Relationship Id="rId174" Type="http://schemas.openxmlformats.org/officeDocument/2006/relationships/customXml" Target="../ink/ink364.xml"/><Relationship Id="rId195" Type="http://schemas.openxmlformats.org/officeDocument/2006/relationships/image" Target="../media/image381.png"/><Relationship Id="rId209" Type="http://schemas.openxmlformats.org/officeDocument/2006/relationships/image" Target="../media/image388.png"/><Relationship Id="rId220" Type="http://schemas.openxmlformats.org/officeDocument/2006/relationships/customXml" Target="../ink/ink387.xml"/><Relationship Id="rId241" Type="http://schemas.openxmlformats.org/officeDocument/2006/relationships/image" Target="../media/image404.png"/><Relationship Id="rId15" Type="http://schemas.openxmlformats.org/officeDocument/2006/relationships/image" Target="../media/image291.png"/><Relationship Id="rId36" Type="http://schemas.openxmlformats.org/officeDocument/2006/relationships/customXml" Target="../ink/ink295.xml"/><Relationship Id="rId57" Type="http://schemas.openxmlformats.org/officeDocument/2006/relationships/image" Target="../media/image312.png"/><Relationship Id="rId262" Type="http://schemas.openxmlformats.org/officeDocument/2006/relationships/customXml" Target="../ink/ink408.xml"/><Relationship Id="rId78" Type="http://schemas.openxmlformats.org/officeDocument/2006/relationships/customXml" Target="../ink/ink316.xml"/><Relationship Id="rId99" Type="http://schemas.openxmlformats.org/officeDocument/2006/relationships/image" Target="../media/image333.png"/><Relationship Id="rId101" Type="http://schemas.openxmlformats.org/officeDocument/2006/relationships/image" Target="../media/image334.png"/><Relationship Id="rId122" Type="http://schemas.openxmlformats.org/officeDocument/2006/relationships/customXml" Target="../ink/ink338.xml"/><Relationship Id="rId143" Type="http://schemas.openxmlformats.org/officeDocument/2006/relationships/image" Target="../media/image355.png"/><Relationship Id="rId164" Type="http://schemas.openxmlformats.org/officeDocument/2006/relationships/customXml" Target="../ink/ink359.xml"/><Relationship Id="rId185" Type="http://schemas.openxmlformats.org/officeDocument/2006/relationships/image" Target="../media/image376.png"/><Relationship Id="rId9" Type="http://schemas.openxmlformats.org/officeDocument/2006/relationships/image" Target="../media/image288.png"/><Relationship Id="rId210" Type="http://schemas.openxmlformats.org/officeDocument/2006/relationships/customXml" Target="../ink/ink382.xml"/><Relationship Id="rId26" Type="http://schemas.openxmlformats.org/officeDocument/2006/relationships/customXml" Target="../ink/ink290.xml"/><Relationship Id="rId231" Type="http://schemas.openxmlformats.org/officeDocument/2006/relationships/image" Target="../media/image399.png"/><Relationship Id="rId252" Type="http://schemas.openxmlformats.org/officeDocument/2006/relationships/customXml" Target="../ink/ink403.xml"/><Relationship Id="rId47" Type="http://schemas.openxmlformats.org/officeDocument/2006/relationships/image" Target="../media/image307.png"/><Relationship Id="rId68" Type="http://schemas.openxmlformats.org/officeDocument/2006/relationships/customXml" Target="../ink/ink311.xml"/><Relationship Id="rId89" Type="http://schemas.openxmlformats.org/officeDocument/2006/relationships/image" Target="../media/image328.png"/><Relationship Id="rId112" Type="http://schemas.openxmlformats.org/officeDocument/2006/relationships/customXml" Target="../ink/ink333.xml"/><Relationship Id="rId133" Type="http://schemas.openxmlformats.org/officeDocument/2006/relationships/image" Target="../media/image350.png"/><Relationship Id="rId154" Type="http://schemas.openxmlformats.org/officeDocument/2006/relationships/customXml" Target="../ink/ink354.xml"/><Relationship Id="rId175" Type="http://schemas.openxmlformats.org/officeDocument/2006/relationships/image" Target="../media/image371.png"/><Relationship Id="rId196" Type="http://schemas.openxmlformats.org/officeDocument/2006/relationships/customXml" Target="../ink/ink375.xml"/><Relationship Id="rId200" Type="http://schemas.openxmlformats.org/officeDocument/2006/relationships/customXml" Target="../ink/ink377.xml"/><Relationship Id="rId16" Type="http://schemas.openxmlformats.org/officeDocument/2006/relationships/customXml" Target="../ink/ink285.xml"/><Relationship Id="rId221" Type="http://schemas.openxmlformats.org/officeDocument/2006/relationships/image" Target="../media/image394.png"/><Relationship Id="rId242" Type="http://schemas.openxmlformats.org/officeDocument/2006/relationships/customXml" Target="../ink/ink398.xml"/><Relationship Id="rId263" Type="http://schemas.openxmlformats.org/officeDocument/2006/relationships/image" Target="../media/image415.png"/><Relationship Id="rId37" Type="http://schemas.openxmlformats.org/officeDocument/2006/relationships/image" Target="../media/image302.png"/><Relationship Id="rId58" Type="http://schemas.openxmlformats.org/officeDocument/2006/relationships/customXml" Target="../ink/ink306.xml"/><Relationship Id="rId79" Type="http://schemas.openxmlformats.org/officeDocument/2006/relationships/image" Target="../media/image323.png"/><Relationship Id="rId102" Type="http://schemas.openxmlformats.org/officeDocument/2006/relationships/customXml" Target="../ink/ink328.xml"/><Relationship Id="rId123" Type="http://schemas.openxmlformats.org/officeDocument/2006/relationships/image" Target="../media/image345.png"/><Relationship Id="rId144" Type="http://schemas.openxmlformats.org/officeDocument/2006/relationships/customXml" Target="../ink/ink349.xml"/><Relationship Id="rId90" Type="http://schemas.openxmlformats.org/officeDocument/2006/relationships/customXml" Target="../ink/ink322.xml"/><Relationship Id="rId165" Type="http://schemas.openxmlformats.org/officeDocument/2006/relationships/image" Target="../media/image366.png"/><Relationship Id="rId186" Type="http://schemas.openxmlformats.org/officeDocument/2006/relationships/customXml" Target="../ink/ink370.xml"/><Relationship Id="rId211" Type="http://schemas.openxmlformats.org/officeDocument/2006/relationships/image" Target="../media/image389.png"/><Relationship Id="rId232" Type="http://schemas.openxmlformats.org/officeDocument/2006/relationships/customXml" Target="../ink/ink393.xml"/><Relationship Id="rId253" Type="http://schemas.openxmlformats.org/officeDocument/2006/relationships/image" Target="../media/image410.png"/><Relationship Id="rId27" Type="http://schemas.openxmlformats.org/officeDocument/2006/relationships/image" Target="../media/image297.png"/><Relationship Id="rId48" Type="http://schemas.openxmlformats.org/officeDocument/2006/relationships/customXml" Target="../ink/ink301.xml"/><Relationship Id="rId69" Type="http://schemas.openxmlformats.org/officeDocument/2006/relationships/image" Target="../media/image318.png"/><Relationship Id="rId113" Type="http://schemas.openxmlformats.org/officeDocument/2006/relationships/image" Target="../media/image340.png"/><Relationship Id="rId134" Type="http://schemas.openxmlformats.org/officeDocument/2006/relationships/customXml" Target="../ink/ink344.xml"/><Relationship Id="rId80" Type="http://schemas.openxmlformats.org/officeDocument/2006/relationships/customXml" Target="../ink/ink317.xml"/><Relationship Id="rId155" Type="http://schemas.openxmlformats.org/officeDocument/2006/relationships/image" Target="../media/image361.png"/><Relationship Id="rId176" Type="http://schemas.openxmlformats.org/officeDocument/2006/relationships/customXml" Target="../ink/ink365.xml"/><Relationship Id="rId197" Type="http://schemas.openxmlformats.org/officeDocument/2006/relationships/image" Target="../media/image382.png"/><Relationship Id="rId201" Type="http://schemas.openxmlformats.org/officeDocument/2006/relationships/image" Target="../media/image384.png"/><Relationship Id="rId222" Type="http://schemas.openxmlformats.org/officeDocument/2006/relationships/customXml" Target="../ink/ink388.xml"/><Relationship Id="rId243" Type="http://schemas.openxmlformats.org/officeDocument/2006/relationships/image" Target="../media/image405.png"/><Relationship Id="rId264" Type="http://schemas.openxmlformats.org/officeDocument/2006/relationships/customXml" Target="../ink/ink409.xml"/><Relationship Id="rId17" Type="http://schemas.openxmlformats.org/officeDocument/2006/relationships/image" Target="../media/image292.png"/><Relationship Id="rId38" Type="http://schemas.openxmlformats.org/officeDocument/2006/relationships/customXml" Target="../ink/ink296.xml"/><Relationship Id="rId59" Type="http://schemas.openxmlformats.org/officeDocument/2006/relationships/image" Target="../media/image313.png"/><Relationship Id="rId103" Type="http://schemas.openxmlformats.org/officeDocument/2006/relationships/image" Target="../media/image335.png"/><Relationship Id="rId124" Type="http://schemas.openxmlformats.org/officeDocument/2006/relationships/customXml" Target="../ink/ink339.xml"/><Relationship Id="rId70" Type="http://schemas.openxmlformats.org/officeDocument/2006/relationships/customXml" Target="../ink/ink312.xml"/><Relationship Id="rId91" Type="http://schemas.openxmlformats.org/officeDocument/2006/relationships/image" Target="../media/image329.png"/><Relationship Id="rId145" Type="http://schemas.openxmlformats.org/officeDocument/2006/relationships/image" Target="../media/image356.png"/><Relationship Id="rId166" Type="http://schemas.openxmlformats.org/officeDocument/2006/relationships/customXml" Target="../ink/ink360.xml"/><Relationship Id="rId187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83.xml"/><Relationship Id="rId233" Type="http://schemas.openxmlformats.org/officeDocument/2006/relationships/image" Target="../media/image400.png"/><Relationship Id="rId254" Type="http://schemas.openxmlformats.org/officeDocument/2006/relationships/customXml" Target="../ink/ink404.xml"/><Relationship Id="rId28" Type="http://schemas.openxmlformats.org/officeDocument/2006/relationships/customXml" Target="../ink/ink291.xml"/><Relationship Id="rId49" Type="http://schemas.openxmlformats.org/officeDocument/2006/relationships/image" Target="../media/image308.png"/><Relationship Id="rId114" Type="http://schemas.openxmlformats.org/officeDocument/2006/relationships/customXml" Target="../ink/ink334.xml"/><Relationship Id="rId60" Type="http://schemas.openxmlformats.org/officeDocument/2006/relationships/customXml" Target="../ink/ink307.xml"/><Relationship Id="rId81" Type="http://schemas.openxmlformats.org/officeDocument/2006/relationships/image" Target="../media/image324.png"/><Relationship Id="rId135" Type="http://schemas.openxmlformats.org/officeDocument/2006/relationships/image" Target="../media/image351.png"/><Relationship Id="rId156" Type="http://schemas.openxmlformats.org/officeDocument/2006/relationships/customXml" Target="../ink/ink355.xml"/><Relationship Id="rId177" Type="http://schemas.openxmlformats.org/officeDocument/2006/relationships/image" Target="../media/image372.png"/><Relationship Id="rId198" Type="http://schemas.openxmlformats.org/officeDocument/2006/relationships/customXml" Target="../ink/ink376.xml"/><Relationship Id="rId202" Type="http://schemas.openxmlformats.org/officeDocument/2006/relationships/customXml" Target="../ink/ink378.xml"/><Relationship Id="rId223" Type="http://schemas.openxmlformats.org/officeDocument/2006/relationships/image" Target="../media/image395.png"/><Relationship Id="rId244" Type="http://schemas.openxmlformats.org/officeDocument/2006/relationships/customXml" Target="../ink/ink399.xml"/><Relationship Id="rId18" Type="http://schemas.openxmlformats.org/officeDocument/2006/relationships/customXml" Target="../ink/ink286.xml"/><Relationship Id="rId39" Type="http://schemas.openxmlformats.org/officeDocument/2006/relationships/image" Target="../media/image303.png"/><Relationship Id="rId265" Type="http://schemas.openxmlformats.org/officeDocument/2006/relationships/image" Target="../media/image416.png"/><Relationship Id="rId50" Type="http://schemas.openxmlformats.org/officeDocument/2006/relationships/customXml" Target="../ink/ink302.xml"/><Relationship Id="rId104" Type="http://schemas.openxmlformats.org/officeDocument/2006/relationships/customXml" Target="../ink/ink329.xml"/><Relationship Id="rId125" Type="http://schemas.openxmlformats.org/officeDocument/2006/relationships/image" Target="../media/image346.png"/><Relationship Id="rId146" Type="http://schemas.openxmlformats.org/officeDocument/2006/relationships/customXml" Target="../ink/ink350.xml"/><Relationship Id="rId167" Type="http://schemas.openxmlformats.org/officeDocument/2006/relationships/image" Target="../media/image367.png"/><Relationship Id="rId188" Type="http://schemas.openxmlformats.org/officeDocument/2006/relationships/customXml" Target="../ink/ink371.xml"/><Relationship Id="rId71" Type="http://schemas.openxmlformats.org/officeDocument/2006/relationships/image" Target="../media/image319.png"/><Relationship Id="rId92" Type="http://schemas.openxmlformats.org/officeDocument/2006/relationships/customXml" Target="../ink/ink323.xml"/><Relationship Id="rId213" Type="http://schemas.openxmlformats.org/officeDocument/2006/relationships/image" Target="../media/image390.png"/><Relationship Id="rId234" Type="http://schemas.openxmlformats.org/officeDocument/2006/relationships/customXml" Target="../ink/ink394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298.png"/><Relationship Id="rId255" Type="http://schemas.openxmlformats.org/officeDocument/2006/relationships/image" Target="../media/image411.png"/><Relationship Id="rId40" Type="http://schemas.openxmlformats.org/officeDocument/2006/relationships/customXml" Target="../ink/ink297.xml"/><Relationship Id="rId115" Type="http://schemas.openxmlformats.org/officeDocument/2006/relationships/image" Target="../media/image341.png"/><Relationship Id="rId136" Type="http://schemas.openxmlformats.org/officeDocument/2006/relationships/customXml" Target="../ink/ink345.xml"/><Relationship Id="rId157" Type="http://schemas.openxmlformats.org/officeDocument/2006/relationships/image" Target="../media/image362.png"/><Relationship Id="rId178" Type="http://schemas.openxmlformats.org/officeDocument/2006/relationships/customXml" Target="../ink/ink366.xml"/><Relationship Id="rId61" Type="http://schemas.openxmlformats.org/officeDocument/2006/relationships/image" Target="../media/image314.png"/><Relationship Id="rId82" Type="http://schemas.openxmlformats.org/officeDocument/2006/relationships/customXml" Target="../ink/ink318.xml"/><Relationship Id="rId199" Type="http://schemas.openxmlformats.org/officeDocument/2006/relationships/image" Target="../media/image383.png"/><Relationship Id="rId203" Type="http://schemas.openxmlformats.org/officeDocument/2006/relationships/image" Target="../media/image385.png"/><Relationship Id="rId19" Type="http://schemas.openxmlformats.org/officeDocument/2006/relationships/image" Target="../media/image293.png"/><Relationship Id="rId224" Type="http://schemas.openxmlformats.org/officeDocument/2006/relationships/customXml" Target="../ink/ink389.xml"/><Relationship Id="rId245" Type="http://schemas.openxmlformats.org/officeDocument/2006/relationships/image" Target="../media/image406.png"/><Relationship Id="rId266" Type="http://schemas.openxmlformats.org/officeDocument/2006/relationships/customXml" Target="../ink/ink410.xml"/><Relationship Id="rId30" Type="http://schemas.openxmlformats.org/officeDocument/2006/relationships/customXml" Target="../ink/ink292.xml"/><Relationship Id="rId105" Type="http://schemas.openxmlformats.org/officeDocument/2006/relationships/image" Target="../media/image336.png"/><Relationship Id="rId126" Type="http://schemas.openxmlformats.org/officeDocument/2006/relationships/customXml" Target="../ink/ink340.xml"/><Relationship Id="rId147" Type="http://schemas.openxmlformats.org/officeDocument/2006/relationships/image" Target="../media/image357.png"/><Relationship Id="rId168" Type="http://schemas.openxmlformats.org/officeDocument/2006/relationships/customXml" Target="../ink/ink361.xml"/><Relationship Id="rId51" Type="http://schemas.openxmlformats.org/officeDocument/2006/relationships/image" Target="../media/image309.png"/><Relationship Id="rId72" Type="http://schemas.openxmlformats.org/officeDocument/2006/relationships/customXml" Target="../ink/ink313.xml"/><Relationship Id="rId93" Type="http://schemas.openxmlformats.org/officeDocument/2006/relationships/image" Target="../media/image330.png"/><Relationship Id="rId189" Type="http://schemas.openxmlformats.org/officeDocument/2006/relationships/image" Target="../media/image378.png"/><Relationship Id="rId3" Type="http://schemas.openxmlformats.org/officeDocument/2006/relationships/image" Target="../media/image285.png"/><Relationship Id="rId214" Type="http://schemas.openxmlformats.org/officeDocument/2006/relationships/customXml" Target="../ink/ink384.xml"/><Relationship Id="rId235" Type="http://schemas.openxmlformats.org/officeDocument/2006/relationships/image" Target="../media/image401.png"/><Relationship Id="rId256" Type="http://schemas.openxmlformats.org/officeDocument/2006/relationships/customXml" Target="../ink/ink405.xml"/><Relationship Id="rId116" Type="http://schemas.openxmlformats.org/officeDocument/2006/relationships/customXml" Target="../ink/ink335.xml"/><Relationship Id="rId137" Type="http://schemas.openxmlformats.org/officeDocument/2006/relationships/image" Target="../media/image352.png"/><Relationship Id="rId158" Type="http://schemas.openxmlformats.org/officeDocument/2006/relationships/customXml" Target="../ink/ink356.xml"/><Relationship Id="rId20" Type="http://schemas.openxmlformats.org/officeDocument/2006/relationships/customXml" Target="../ink/ink287.xml"/><Relationship Id="rId41" Type="http://schemas.openxmlformats.org/officeDocument/2006/relationships/image" Target="../media/image304.png"/><Relationship Id="rId62" Type="http://schemas.openxmlformats.org/officeDocument/2006/relationships/customXml" Target="../ink/ink308.xml"/><Relationship Id="rId83" Type="http://schemas.openxmlformats.org/officeDocument/2006/relationships/image" Target="../media/image325.png"/><Relationship Id="rId179" Type="http://schemas.openxmlformats.org/officeDocument/2006/relationships/image" Target="../media/image373.png"/><Relationship Id="rId190" Type="http://schemas.openxmlformats.org/officeDocument/2006/relationships/customXml" Target="../ink/ink372.xml"/><Relationship Id="rId204" Type="http://schemas.openxmlformats.org/officeDocument/2006/relationships/customXml" Target="../ink/ink379.xml"/><Relationship Id="rId225" Type="http://schemas.openxmlformats.org/officeDocument/2006/relationships/image" Target="../media/image396.png"/><Relationship Id="rId246" Type="http://schemas.openxmlformats.org/officeDocument/2006/relationships/customXml" Target="../ink/ink400.xml"/><Relationship Id="rId267" Type="http://schemas.openxmlformats.org/officeDocument/2006/relationships/image" Target="../media/image417.png"/><Relationship Id="rId106" Type="http://schemas.openxmlformats.org/officeDocument/2006/relationships/customXml" Target="../ink/ink330.xml"/><Relationship Id="rId127" Type="http://schemas.openxmlformats.org/officeDocument/2006/relationships/image" Target="../media/image347.png"/><Relationship Id="rId10" Type="http://schemas.openxmlformats.org/officeDocument/2006/relationships/customXml" Target="../ink/ink282.xml"/><Relationship Id="rId31" Type="http://schemas.openxmlformats.org/officeDocument/2006/relationships/image" Target="../media/image299.png"/><Relationship Id="rId52" Type="http://schemas.openxmlformats.org/officeDocument/2006/relationships/customXml" Target="../ink/ink303.xml"/><Relationship Id="rId73" Type="http://schemas.openxmlformats.org/officeDocument/2006/relationships/image" Target="../media/image320.png"/><Relationship Id="rId94" Type="http://schemas.openxmlformats.org/officeDocument/2006/relationships/customXml" Target="../ink/ink324.xml"/><Relationship Id="rId148" Type="http://schemas.openxmlformats.org/officeDocument/2006/relationships/customXml" Target="../ink/ink351.xml"/><Relationship Id="rId169" Type="http://schemas.openxmlformats.org/officeDocument/2006/relationships/image" Target="../media/image368.png"/><Relationship Id="rId4" Type="http://schemas.openxmlformats.org/officeDocument/2006/relationships/customXml" Target="../ink/ink279.xml"/><Relationship Id="rId180" Type="http://schemas.openxmlformats.org/officeDocument/2006/relationships/customXml" Target="../ink/ink367.xml"/><Relationship Id="rId215" Type="http://schemas.openxmlformats.org/officeDocument/2006/relationships/image" Target="../media/image391.png"/><Relationship Id="rId236" Type="http://schemas.openxmlformats.org/officeDocument/2006/relationships/customXml" Target="../ink/ink395.xml"/><Relationship Id="rId257" Type="http://schemas.openxmlformats.org/officeDocument/2006/relationships/image" Target="../media/image412.png"/><Relationship Id="rId42" Type="http://schemas.openxmlformats.org/officeDocument/2006/relationships/customXml" Target="../ink/ink298.xml"/><Relationship Id="rId84" Type="http://schemas.openxmlformats.org/officeDocument/2006/relationships/customXml" Target="../ink/ink319.xml"/><Relationship Id="rId138" Type="http://schemas.openxmlformats.org/officeDocument/2006/relationships/customXml" Target="../ink/ink346.xml"/><Relationship Id="rId191" Type="http://schemas.openxmlformats.org/officeDocument/2006/relationships/image" Target="../media/image379.png"/><Relationship Id="rId205" Type="http://schemas.openxmlformats.org/officeDocument/2006/relationships/image" Target="../media/image386.png"/><Relationship Id="rId247" Type="http://schemas.openxmlformats.org/officeDocument/2006/relationships/image" Target="../media/image40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7.xml"/><Relationship Id="rId21" Type="http://schemas.openxmlformats.org/officeDocument/2006/relationships/customXml" Target="../ink/ink419.xml"/><Relationship Id="rId324" Type="http://schemas.openxmlformats.org/officeDocument/2006/relationships/image" Target="../media/image579.png"/><Relationship Id="rId531" Type="http://schemas.openxmlformats.org/officeDocument/2006/relationships/customXml" Target="../ink/ink674.xml"/><Relationship Id="rId170" Type="http://schemas.openxmlformats.org/officeDocument/2006/relationships/image" Target="../media/image502.png"/><Relationship Id="rId268" Type="http://schemas.openxmlformats.org/officeDocument/2006/relationships/image" Target="../media/image551.png"/><Relationship Id="rId475" Type="http://schemas.openxmlformats.org/officeDocument/2006/relationships/customXml" Target="../ink/ink646.xml"/><Relationship Id="rId32" Type="http://schemas.openxmlformats.org/officeDocument/2006/relationships/image" Target="../media/image433.png"/><Relationship Id="rId128" Type="http://schemas.openxmlformats.org/officeDocument/2006/relationships/image" Target="../media/image481.png"/><Relationship Id="rId335" Type="http://schemas.openxmlformats.org/officeDocument/2006/relationships/customXml" Target="../ink/ink576.xml"/><Relationship Id="rId542" Type="http://schemas.openxmlformats.org/officeDocument/2006/relationships/image" Target="../media/image687.png"/><Relationship Id="rId181" Type="http://schemas.openxmlformats.org/officeDocument/2006/relationships/customXml" Target="../ink/ink499.xml"/><Relationship Id="rId402" Type="http://schemas.openxmlformats.org/officeDocument/2006/relationships/image" Target="../media/image618.png"/><Relationship Id="rId279" Type="http://schemas.openxmlformats.org/officeDocument/2006/relationships/customXml" Target="../ink/ink548.xml"/><Relationship Id="rId486" Type="http://schemas.openxmlformats.org/officeDocument/2006/relationships/image" Target="../media/image660.png"/><Relationship Id="rId43" Type="http://schemas.openxmlformats.org/officeDocument/2006/relationships/customXml" Target="../ink/ink430.xml"/><Relationship Id="rId139" Type="http://schemas.openxmlformats.org/officeDocument/2006/relationships/customXml" Target="../ink/ink478.xml"/><Relationship Id="rId346" Type="http://schemas.openxmlformats.org/officeDocument/2006/relationships/image" Target="../media/image590.png"/><Relationship Id="rId553" Type="http://schemas.openxmlformats.org/officeDocument/2006/relationships/customXml" Target="../ink/ink685.xml"/><Relationship Id="rId192" Type="http://schemas.openxmlformats.org/officeDocument/2006/relationships/image" Target="../media/image513.png"/><Relationship Id="rId206" Type="http://schemas.openxmlformats.org/officeDocument/2006/relationships/image" Target="../media/image520.png"/><Relationship Id="rId413" Type="http://schemas.openxmlformats.org/officeDocument/2006/relationships/customXml" Target="../ink/ink615.xml"/><Relationship Id="rId497" Type="http://schemas.openxmlformats.org/officeDocument/2006/relationships/customXml" Target="../ink/ink657.xml"/><Relationship Id="rId357" Type="http://schemas.openxmlformats.org/officeDocument/2006/relationships/customXml" Target="../ink/ink587.xml"/><Relationship Id="rId54" Type="http://schemas.openxmlformats.org/officeDocument/2006/relationships/image" Target="../media/image444.png"/><Relationship Id="rId217" Type="http://schemas.openxmlformats.org/officeDocument/2006/relationships/customXml" Target="../ink/ink517.xml"/><Relationship Id="rId564" Type="http://schemas.openxmlformats.org/officeDocument/2006/relationships/image" Target="../media/image698.png"/><Relationship Id="rId424" Type="http://schemas.openxmlformats.org/officeDocument/2006/relationships/image" Target="../media/image629.png"/><Relationship Id="rId270" Type="http://schemas.openxmlformats.org/officeDocument/2006/relationships/image" Target="../media/image552.png"/><Relationship Id="rId65" Type="http://schemas.openxmlformats.org/officeDocument/2006/relationships/customXml" Target="../ink/ink441.xml"/><Relationship Id="rId130" Type="http://schemas.openxmlformats.org/officeDocument/2006/relationships/image" Target="../media/image482.png"/><Relationship Id="rId368" Type="http://schemas.openxmlformats.org/officeDocument/2006/relationships/image" Target="../media/image601.png"/><Relationship Id="rId575" Type="http://schemas.openxmlformats.org/officeDocument/2006/relationships/customXml" Target="../ink/ink696.xml"/><Relationship Id="rId228" Type="http://schemas.openxmlformats.org/officeDocument/2006/relationships/image" Target="../media/image531.png"/><Relationship Id="rId435" Type="http://schemas.openxmlformats.org/officeDocument/2006/relationships/customXml" Target="../ink/ink626.xml"/><Relationship Id="rId281" Type="http://schemas.openxmlformats.org/officeDocument/2006/relationships/customXml" Target="../ink/ink549.xml"/><Relationship Id="rId502" Type="http://schemas.openxmlformats.org/officeDocument/2006/relationships/image" Target="../media/image667.png"/><Relationship Id="rId76" Type="http://schemas.openxmlformats.org/officeDocument/2006/relationships/image" Target="../media/image455.png"/><Relationship Id="rId141" Type="http://schemas.openxmlformats.org/officeDocument/2006/relationships/customXml" Target="../ink/ink479.xml"/><Relationship Id="rId379" Type="http://schemas.openxmlformats.org/officeDocument/2006/relationships/customXml" Target="../ink/ink598.xml"/><Relationship Id="rId586" Type="http://schemas.openxmlformats.org/officeDocument/2006/relationships/image" Target="../media/image709.png"/><Relationship Id="rId7" Type="http://schemas.openxmlformats.org/officeDocument/2006/relationships/customXml" Target="../ink/ink412.xml"/><Relationship Id="rId239" Type="http://schemas.openxmlformats.org/officeDocument/2006/relationships/customXml" Target="../ink/ink528.xml"/><Relationship Id="rId446" Type="http://schemas.openxmlformats.org/officeDocument/2006/relationships/image" Target="../media/image640.png"/><Relationship Id="rId292" Type="http://schemas.openxmlformats.org/officeDocument/2006/relationships/image" Target="../media/image563.png"/><Relationship Id="rId306" Type="http://schemas.openxmlformats.org/officeDocument/2006/relationships/image" Target="../media/image570.png"/><Relationship Id="rId87" Type="http://schemas.openxmlformats.org/officeDocument/2006/relationships/customXml" Target="../ink/ink452.xml"/><Relationship Id="rId513" Type="http://schemas.openxmlformats.org/officeDocument/2006/relationships/customXml" Target="../ink/ink665.xml"/><Relationship Id="rId597" Type="http://schemas.openxmlformats.org/officeDocument/2006/relationships/customXml" Target="../ink/ink707.xml"/><Relationship Id="rId152" Type="http://schemas.openxmlformats.org/officeDocument/2006/relationships/image" Target="../media/image493.png"/><Relationship Id="rId457" Type="http://schemas.openxmlformats.org/officeDocument/2006/relationships/customXml" Target="../ink/ink637.xml"/><Relationship Id="rId14" Type="http://schemas.openxmlformats.org/officeDocument/2006/relationships/image" Target="../media/image424.png"/><Relationship Id="rId317" Type="http://schemas.openxmlformats.org/officeDocument/2006/relationships/customXml" Target="../ink/ink567.xml"/><Relationship Id="rId524" Type="http://schemas.openxmlformats.org/officeDocument/2006/relationships/image" Target="../media/image678.png"/><Relationship Id="rId98" Type="http://schemas.openxmlformats.org/officeDocument/2006/relationships/image" Target="../media/image466.png"/><Relationship Id="rId121" Type="http://schemas.openxmlformats.org/officeDocument/2006/relationships/customXml" Target="../ink/ink469.xml"/><Relationship Id="rId163" Type="http://schemas.openxmlformats.org/officeDocument/2006/relationships/customXml" Target="../ink/ink490.xml"/><Relationship Id="rId219" Type="http://schemas.openxmlformats.org/officeDocument/2006/relationships/customXml" Target="../ink/ink518.xml"/><Relationship Id="rId370" Type="http://schemas.openxmlformats.org/officeDocument/2006/relationships/image" Target="../media/image602.png"/><Relationship Id="rId426" Type="http://schemas.openxmlformats.org/officeDocument/2006/relationships/image" Target="../media/image630.png"/><Relationship Id="rId230" Type="http://schemas.openxmlformats.org/officeDocument/2006/relationships/image" Target="../media/image532.png"/><Relationship Id="rId468" Type="http://schemas.openxmlformats.org/officeDocument/2006/relationships/image" Target="../media/image651.png"/><Relationship Id="rId25" Type="http://schemas.openxmlformats.org/officeDocument/2006/relationships/customXml" Target="../ink/ink421.xml"/><Relationship Id="rId67" Type="http://schemas.openxmlformats.org/officeDocument/2006/relationships/customXml" Target="../ink/ink442.xml"/><Relationship Id="rId272" Type="http://schemas.openxmlformats.org/officeDocument/2006/relationships/image" Target="../media/image553.png"/><Relationship Id="rId328" Type="http://schemas.openxmlformats.org/officeDocument/2006/relationships/image" Target="../media/image581.png"/><Relationship Id="rId535" Type="http://schemas.openxmlformats.org/officeDocument/2006/relationships/customXml" Target="../ink/ink676.xml"/><Relationship Id="rId577" Type="http://schemas.openxmlformats.org/officeDocument/2006/relationships/customXml" Target="../ink/ink697.xml"/><Relationship Id="rId132" Type="http://schemas.openxmlformats.org/officeDocument/2006/relationships/image" Target="../media/image483.png"/><Relationship Id="rId174" Type="http://schemas.openxmlformats.org/officeDocument/2006/relationships/image" Target="../media/image504.png"/><Relationship Id="rId381" Type="http://schemas.openxmlformats.org/officeDocument/2006/relationships/customXml" Target="../ink/ink599.xml"/><Relationship Id="rId602" Type="http://schemas.openxmlformats.org/officeDocument/2006/relationships/image" Target="../media/image717.png"/><Relationship Id="rId241" Type="http://schemas.openxmlformats.org/officeDocument/2006/relationships/customXml" Target="../ink/ink529.xml"/><Relationship Id="rId437" Type="http://schemas.openxmlformats.org/officeDocument/2006/relationships/customXml" Target="../ink/ink627.xml"/><Relationship Id="rId479" Type="http://schemas.openxmlformats.org/officeDocument/2006/relationships/customXml" Target="../ink/ink648.xml"/><Relationship Id="rId36" Type="http://schemas.openxmlformats.org/officeDocument/2006/relationships/image" Target="../media/image435.png"/><Relationship Id="rId283" Type="http://schemas.openxmlformats.org/officeDocument/2006/relationships/customXml" Target="../ink/ink550.xml"/><Relationship Id="rId339" Type="http://schemas.openxmlformats.org/officeDocument/2006/relationships/customXml" Target="../ink/ink578.xml"/><Relationship Id="rId490" Type="http://schemas.openxmlformats.org/officeDocument/2006/relationships/image" Target="../media/image661.png"/><Relationship Id="rId504" Type="http://schemas.openxmlformats.org/officeDocument/2006/relationships/image" Target="../media/image668.png"/><Relationship Id="rId546" Type="http://schemas.openxmlformats.org/officeDocument/2006/relationships/image" Target="../media/image689.png"/><Relationship Id="rId78" Type="http://schemas.openxmlformats.org/officeDocument/2006/relationships/image" Target="../media/image456.png"/><Relationship Id="rId101" Type="http://schemas.openxmlformats.org/officeDocument/2006/relationships/customXml" Target="../ink/ink459.xml"/><Relationship Id="rId143" Type="http://schemas.openxmlformats.org/officeDocument/2006/relationships/customXml" Target="../ink/ink480.xml"/><Relationship Id="rId185" Type="http://schemas.openxmlformats.org/officeDocument/2006/relationships/customXml" Target="../ink/ink501.xml"/><Relationship Id="rId350" Type="http://schemas.openxmlformats.org/officeDocument/2006/relationships/image" Target="../media/image592.png"/><Relationship Id="rId406" Type="http://schemas.openxmlformats.org/officeDocument/2006/relationships/image" Target="../media/image620.png"/><Relationship Id="rId588" Type="http://schemas.openxmlformats.org/officeDocument/2006/relationships/image" Target="../media/image710.png"/><Relationship Id="rId9" Type="http://schemas.openxmlformats.org/officeDocument/2006/relationships/customXml" Target="../ink/ink413.xml"/><Relationship Id="rId210" Type="http://schemas.openxmlformats.org/officeDocument/2006/relationships/image" Target="../media/image522.png"/><Relationship Id="rId392" Type="http://schemas.openxmlformats.org/officeDocument/2006/relationships/image" Target="../media/image613.png"/><Relationship Id="rId448" Type="http://schemas.openxmlformats.org/officeDocument/2006/relationships/image" Target="../media/image641.png"/><Relationship Id="rId252" Type="http://schemas.openxmlformats.org/officeDocument/2006/relationships/image" Target="../media/image543.png"/><Relationship Id="rId294" Type="http://schemas.openxmlformats.org/officeDocument/2006/relationships/image" Target="../media/image564.png"/><Relationship Id="rId308" Type="http://schemas.openxmlformats.org/officeDocument/2006/relationships/image" Target="../media/image571.png"/><Relationship Id="rId515" Type="http://schemas.openxmlformats.org/officeDocument/2006/relationships/customXml" Target="../ink/ink666.xml"/><Relationship Id="rId47" Type="http://schemas.openxmlformats.org/officeDocument/2006/relationships/customXml" Target="../ink/ink432.xml"/><Relationship Id="rId89" Type="http://schemas.openxmlformats.org/officeDocument/2006/relationships/customXml" Target="../ink/ink453.xml"/><Relationship Id="rId112" Type="http://schemas.openxmlformats.org/officeDocument/2006/relationships/image" Target="../media/image473.png"/><Relationship Id="rId154" Type="http://schemas.openxmlformats.org/officeDocument/2006/relationships/image" Target="../media/image494.png"/><Relationship Id="rId361" Type="http://schemas.openxmlformats.org/officeDocument/2006/relationships/customXml" Target="../ink/ink589.xml"/><Relationship Id="rId557" Type="http://schemas.openxmlformats.org/officeDocument/2006/relationships/customXml" Target="../ink/ink687.xml"/><Relationship Id="rId599" Type="http://schemas.openxmlformats.org/officeDocument/2006/relationships/customXml" Target="../ink/ink708.xml"/><Relationship Id="rId196" Type="http://schemas.openxmlformats.org/officeDocument/2006/relationships/image" Target="../media/image515.png"/><Relationship Id="rId417" Type="http://schemas.openxmlformats.org/officeDocument/2006/relationships/customXml" Target="../ink/ink617.xml"/><Relationship Id="rId459" Type="http://schemas.openxmlformats.org/officeDocument/2006/relationships/customXml" Target="../ink/ink638.xml"/><Relationship Id="rId16" Type="http://schemas.openxmlformats.org/officeDocument/2006/relationships/image" Target="../media/image425.png"/><Relationship Id="rId221" Type="http://schemas.openxmlformats.org/officeDocument/2006/relationships/customXml" Target="../ink/ink519.xml"/><Relationship Id="rId263" Type="http://schemas.openxmlformats.org/officeDocument/2006/relationships/customXml" Target="../ink/ink540.xml"/><Relationship Id="rId319" Type="http://schemas.openxmlformats.org/officeDocument/2006/relationships/customXml" Target="../ink/ink568.xml"/><Relationship Id="rId470" Type="http://schemas.openxmlformats.org/officeDocument/2006/relationships/image" Target="../media/image652.png"/><Relationship Id="rId526" Type="http://schemas.openxmlformats.org/officeDocument/2006/relationships/image" Target="../media/image679.png"/><Relationship Id="rId58" Type="http://schemas.openxmlformats.org/officeDocument/2006/relationships/image" Target="../media/image446.png"/><Relationship Id="rId123" Type="http://schemas.openxmlformats.org/officeDocument/2006/relationships/customXml" Target="../ink/ink470.xml"/><Relationship Id="rId330" Type="http://schemas.openxmlformats.org/officeDocument/2006/relationships/image" Target="../media/image582.png"/><Relationship Id="rId568" Type="http://schemas.openxmlformats.org/officeDocument/2006/relationships/image" Target="../media/image700.png"/><Relationship Id="rId165" Type="http://schemas.openxmlformats.org/officeDocument/2006/relationships/customXml" Target="../ink/ink491.xml"/><Relationship Id="rId372" Type="http://schemas.openxmlformats.org/officeDocument/2006/relationships/image" Target="../media/image603.png"/><Relationship Id="rId428" Type="http://schemas.openxmlformats.org/officeDocument/2006/relationships/image" Target="../media/image631.png"/><Relationship Id="rId232" Type="http://schemas.openxmlformats.org/officeDocument/2006/relationships/image" Target="../media/image533.png"/><Relationship Id="rId274" Type="http://schemas.openxmlformats.org/officeDocument/2006/relationships/image" Target="../media/image554.png"/><Relationship Id="rId481" Type="http://schemas.openxmlformats.org/officeDocument/2006/relationships/customXml" Target="../ink/ink649.xml"/><Relationship Id="rId27" Type="http://schemas.openxmlformats.org/officeDocument/2006/relationships/customXml" Target="../ink/ink422.xml"/><Relationship Id="rId69" Type="http://schemas.openxmlformats.org/officeDocument/2006/relationships/customXml" Target="../ink/ink443.xml"/><Relationship Id="rId134" Type="http://schemas.openxmlformats.org/officeDocument/2006/relationships/image" Target="../media/image484.png"/><Relationship Id="rId537" Type="http://schemas.openxmlformats.org/officeDocument/2006/relationships/customXml" Target="../ink/ink677.xml"/><Relationship Id="rId579" Type="http://schemas.openxmlformats.org/officeDocument/2006/relationships/customXml" Target="../ink/ink698.xml"/><Relationship Id="rId80" Type="http://schemas.openxmlformats.org/officeDocument/2006/relationships/image" Target="../media/image457.png"/><Relationship Id="rId176" Type="http://schemas.openxmlformats.org/officeDocument/2006/relationships/image" Target="../media/image505.png"/><Relationship Id="rId341" Type="http://schemas.openxmlformats.org/officeDocument/2006/relationships/customXml" Target="../ink/ink579.xml"/><Relationship Id="rId383" Type="http://schemas.openxmlformats.org/officeDocument/2006/relationships/customXml" Target="../ink/ink600.xml"/><Relationship Id="rId439" Type="http://schemas.openxmlformats.org/officeDocument/2006/relationships/customXml" Target="../ink/ink628.xml"/><Relationship Id="rId590" Type="http://schemas.openxmlformats.org/officeDocument/2006/relationships/image" Target="../media/image711.png"/><Relationship Id="rId604" Type="http://schemas.openxmlformats.org/officeDocument/2006/relationships/image" Target="../media/image718.png"/><Relationship Id="rId201" Type="http://schemas.openxmlformats.org/officeDocument/2006/relationships/customXml" Target="../ink/ink509.xml"/><Relationship Id="rId243" Type="http://schemas.openxmlformats.org/officeDocument/2006/relationships/customXml" Target="../ink/ink530.xml"/><Relationship Id="rId285" Type="http://schemas.openxmlformats.org/officeDocument/2006/relationships/customXml" Target="../ink/ink551.xml"/><Relationship Id="rId450" Type="http://schemas.openxmlformats.org/officeDocument/2006/relationships/image" Target="../media/image642.png"/><Relationship Id="rId506" Type="http://schemas.openxmlformats.org/officeDocument/2006/relationships/image" Target="../media/image669.png"/><Relationship Id="rId38" Type="http://schemas.openxmlformats.org/officeDocument/2006/relationships/image" Target="../media/image436.png"/><Relationship Id="rId103" Type="http://schemas.openxmlformats.org/officeDocument/2006/relationships/customXml" Target="../ink/ink460.xml"/><Relationship Id="rId310" Type="http://schemas.openxmlformats.org/officeDocument/2006/relationships/image" Target="../media/image572.png"/><Relationship Id="rId492" Type="http://schemas.openxmlformats.org/officeDocument/2006/relationships/image" Target="../media/image662.png"/><Relationship Id="rId548" Type="http://schemas.openxmlformats.org/officeDocument/2006/relationships/image" Target="../media/image690.png"/><Relationship Id="rId91" Type="http://schemas.openxmlformats.org/officeDocument/2006/relationships/customXml" Target="../ink/ink454.xml"/><Relationship Id="rId145" Type="http://schemas.openxmlformats.org/officeDocument/2006/relationships/customXml" Target="../ink/ink481.xml"/><Relationship Id="rId187" Type="http://schemas.openxmlformats.org/officeDocument/2006/relationships/customXml" Target="../ink/ink502.xml"/><Relationship Id="rId352" Type="http://schemas.openxmlformats.org/officeDocument/2006/relationships/image" Target="../media/image593.png"/><Relationship Id="rId394" Type="http://schemas.openxmlformats.org/officeDocument/2006/relationships/image" Target="../media/image614.png"/><Relationship Id="rId408" Type="http://schemas.openxmlformats.org/officeDocument/2006/relationships/image" Target="../media/image621.png"/><Relationship Id="rId212" Type="http://schemas.openxmlformats.org/officeDocument/2006/relationships/image" Target="../media/image523.png"/><Relationship Id="rId254" Type="http://schemas.openxmlformats.org/officeDocument/2006/relationships/image" Target="../media/image544.png"/><Relationship Id="rId49" Type="http://schemas.openxmlformats.org/officeDocument/2006/relationships/customXml" Target="../ink/ink433.xml"/><Relationship Id="rId114" Type="http://schemas.openxmlformats.org/officeDocument/2006/relationships/image" Target="../media/image474.png"/><Relationship Id="rId296" Type="http://schemas.openxmlformats.org/officeDocument/2006/relationships/image" Target="../media/image565.png"/><Relationship Id="rId461" Type="http://schemas.openxmlformats.org/officeDocument/2006/relationships/customXml" Target="../ink/ink639.xml"/><Relationship Id="rId517" Type="http://schemas.openxmlformats.org/officeDocument/2006/relationships/customXml" Target="../ink/ink667.xml"/><Relationship Id="rId559" Type="http://schemas.openxmlformats.org/officeDocument/2006/relationships/customXml" Target="../ink/ink688.xml"/><Relationship Id="rId60" Type="http://schemas.openxmlformats.org/officeDocument/2006/relationships/image" Target="../media/image447.png"/><Relationship Id="rId156" Type="http://schemas.openxmlformats.org/officeDocument/2006/relationships/image" Target="../media/image495.png"/><Relationship Id="rId198" Type="http://schemas.openxmlformats.org/officeDocument/2006/relationships/image" Target="../media/image516.png"/><Relationship Id="rId321" Type="http://schemas.openxmlformats.org/officeDocument/2006/relationships/customXml" Target="../ink/ink569.xml"/><Relationship Id="rId363" Type="http://schemas.openxmlformats.org/officeDocument/2006/relationships/customXml" Target="../ink/ink590.xml"/><Relationship Id="rId419" Type="http://schemas.openxmlformats.org/officeDocument/2006/relationships/customXml" Target="../ink/ink618.xml"/><Relationship Id="rId570" Type="http://schemas.openxmlformats.org/officeDocument/2006/relationships/image" Target="../media/image701.png"/><Relationship Id="rId223" Type="http://schemas.openxmlformats.org/officeDocument/2006/relationships/customXml" Target="../ink/ink520.xml"/><Relationship Id="rId430" Type="http://schemas.openxmlformats.org/officeDocument/2006/relationships/image" Target="../media/image632.png"/><Relationship Id="rId18" Type="http://schemas.openxmlformats.org/officeDocument/2006/relationships/image" Target="../media/image426.png"/><Relationship Id="rId265" Type="http://schemas.openxmlformats.org/officeDocument/2006/relationships/customXml" Target="../ink/ink541.xml"/><Relationship Id="rId472" Type="http://schemas.openxmlformats.org/officeDocument/2006/relationships/image" Target="../media/image653.png"/><Relationship Id="rId528" Type="http://schemas.openxmlformats.org/officeDocument/2006/relationships/image" Target="../media/image680.png"/><Relationship Id="rId125" Type="http://schemas.openxmlformats.org/officeDocument/2006/relationships/customXml" Target="../ink/ink471.xml"/><Relationship Id="rId167" Type="http://schemas.openxmlformats.org/officeDocument/2006/relationships/customXml" Target="../ink/ink492.xml"/><Relationship Id="rId332" Type="http://schemas.openxmlformats.org/officeDocument/2006/relationships/image" Target="../media/image583.png"/><Relationship Id="rId374" Type="http://schemas.openxmlformats.org/officeDocument/2006/relationships/image" Target="../media/image604.png"/><Relationship Id="rId581" Type="http://schemas.openxmlformats.org/officeDocument/2006/relationships/customXml" Target="../ink/ink699.xml"/><Relationship Id="rId71" Type="http://schemas.openxmlformats.org/officeDocument/2006/relationships/customXml" Target="../ink/ink444.xml"/><Relationship Id="rId234" Type="http://schemas.openxmlformats.org/officeDocument/2006/relationships/image" Target="../media/image534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423.xml"/><Relationship Id="rId276" Type="http://schemas.openxmlformats.org/officeDocument/2006/relationships/image" Target="../media/image555.png"/><Relationship Id="rId441" Type="http://schemas.openxmlformats.org/officeDocument/2006/relationships/customXml" Target="../ink/ink629.xml"/><Relationship Id="rId483" Type="http://schemas.openxmlformats.org/officeDocument/2006/relationships/customXml" Target="../ink/ink650.xml"/><Relationship Id="rId539" Type="http://schemas.openxmlformats.org/officeDocument/2006/relationships/customXml" Target="../ink/ink678.xml"/><Relationship Id="rId40" Type="http://schemas.openxmlformats.org/officeDocument/2006/relationships/image" Target="../media/image437.png"/><Relationship Id="rId136" Type="http://schemas.openxmlformats.org/officeDocument/2006/relationships/image" Target="../media/image485.png"/><Relationship Id="rId178" Type="http://schemas.openxmlformats.org/officeDocument/2006/relationships/image" Target="../media/image506.png"/><Relationship Id="rId301" Type="http://schemas.openxmlformats.org/officeDocument/2006/relationships/customXml" Target="../ink/ink559.xml"/><Relationship Id="rId343" Type="http://schemas.openxmlformats.org/officeDocument/2006/relationships/customXml" Target="../ink/ink580.xml"/><Relationship Id="rId550" Type="http://schemas.openxmlformats.org/officeDocument/2006/relationships/image" Target="../media/image691.png"/><Relationship Id="rId82" Type="http://schemas.openxmlformats.org/officeDocument/2006/relationships/image" Target="../media/image458.png"/><Relationship Id="rId203" Type="http://schemas.openxmlformats.org/officeDocument/2006/relationships/customXml" Target="../ink/ink510.xml"/><Relationship Id="rId385" Type="http://schemas.openxmlformats.org/officeDocument/2006/relationships/customXml" Target="../ink/ink601.xml"/><Relationship Id="rId592" Type="http://schemas.openxmlformats.org/officeDocument/2006/relationships/image" Target="../media/image712.png"/><Relationship Id="rId606" Type="http://schemas.openxmlformats.org/officeDocument/2006/relationships/image" Target="../media/image719.png"/><Relationship Id="rId245" Type="http://schemas.openxmlformats.org/officeDocument/2006/relationships/customXml" Target="../ink/ink531.xml"/><Relationship Id="rId287" Type="http://schemas.openxmlformats.org/officeDocument/2006/relationships/customXml" Target="../ink/ink552.xml"/><Relationship Id="rId410" Type="http://schemas.openxmlformats.org/officeDocument/2006/relationships/image" Target="../media/image622.png"/><Relationship Id="rId452" Type="http://schemas.openxmlformats.org/officeDocument/2006/relationships/image" Target="../media/image643.png"/><Relationship Id="rId494" Type="http://schemas.openxmlformats.org/officeDocument/2006/relationships/image" Target="../media/image663.png"/><Relationship Id="rId508" Type="http://schemas.openxmlformats.org/officeDocument/2006/relationships/image" Target="../media/image670.png"/><Relationship Id="rId105" Type="http://schemas.openxmlformats.org/officeDocument/2006/relationships/customXml" Target="../ink/ink461.xml"/><Relationship Id="rId147" Type="http://schemas.openxmlformats.org/officeDocument/2006/relationships/customXml" Target="../ink/ink482.xml"/><Relationship Id="rId312" Type="http://schemas.openxmlformats.org/officeDocument/2006/relationships/image" Target="../media/image573.png"/><Relationship Id="rId354" Type="http://schemas.openxmlformats.org/officeDocument/2006/relationships/image" Target="../media/image594.png"/><Relationship Id="rId51" Type="http://schemas.openxmlformats.org/officeDocument/2006/relationships/customXml" Target="../ink/ink434.xml"/><Relationship Id="rId93" Type="http://schemas.openxmlformats.org/officeDocument/2006/relationships/customXml" Target="../ink/ink455.xml"/><Relationship Id="rId189" Type="http://schemas.openxmlformats.org/officeDocument/2006/relationships/customXml" Target="../ink/ink503.xml"/><Relationship Id="rId396" Type="http://schemas.openxmlformats.org/officeDocument/2006/relationships/image" Target="../media/image615.png"/><Relationship Id="rId561" Type="http://schemas.openxmlformats.org/officeDocument/2006/relationships/customXml" Target="../ink/ink689.xml"/><Relationship Id="rId214" Type="http://schemas.openxmlformats.org/officeDocument/2006/relationships/image" Target="../media/image524.png"/><Relationship Id="rId256" Type="http://schemas.openxmlformats.org/officeDocument/2006/relationships/image" Target="../media/image545.png"/><Relationship Id="rId298" Type="http://schemas.openxmlformats.org/officeDocument/2006/relationships/image" Target="../media/image566.png"/><Relationship Id="rId421" Type="http://schemas.openxmlformats.org/officeDocument/2006/relationships/customXml" Target="../ink/ink619.xml"/><Relationship Id="rId463" Type="http://schemas.openxmlformats.org/officeDocument/2006/relationships/customXml" Target="../ink/ink640.xml"/><Relationship Id="rId519" Type="http://schemas.openxmlformats.org/officeDocument/2006/relationships/customXml" Target="../ink/ink668.xml"/><Relationship Id="rId116" Type="http://schemas.openxmlformats.org/officeDocument/2006/relationships/image" Target="../media/image475.png"/><Relationship Id="rId158" Type="http://schemas.openxmlformats.org/officeDocument/2006/relationships/image" Target="../media/image496.png"/><Relationship Id="rId323" Type="http://schemas.openxmlformats.org/officeDocument/2006/relationships/customXml" Target="../ink/ink570.xml"/><Relationship Id="rId530" Type="http://schemas.openxmlformats.org/officeDocument/2006/relationships/image" Target="../media/image681.png"/><Relationship Id="rId20" Type="http://schemas.openxmlformats.org/officeDocument/2006/relationships/image" Target="../media/image427.png"/><Relationship Id="rId62" Type="http://schemas.openxmlformats.org/officeDocument/2006/relationships/image" Target="../media/image448.png"/><Relationship Id="rId365" Type="http://schemas.openxmlformats.org/officeDocument/2006/relationships/customXml" Target="../ink/ink591.xml"/><Relationship Id="rId572" Type="http://schemas.openxmlformats.org/officeDocument/2006/relationships/image" Target="../media/image702.png"/><Relationship Id="rId225" Type="http://schemas.openxmlformats.org/officeDocument/2006/relationships/customXml" Target="../ink/ink521.xml"/><Relationship Id="rId267" Type="http://schemas.openxmlformats.org/officeDocument/2006/relationships/customXml" Target="../ink/ink542.xml"/><Relationship Id="rId432" Type="http://schemas.openxmlformats.org/officeDocument/2006/relationships/image" Target="../media/image633.png"/><Relationship Id="rId474" Type="http://schemas.openxmlformats.org/officeDocument/2006/relationships/image" Target="../media/image654.png"/><Relationship Id="rId127" Type="http://schemas.openxmlformats.org/officeDocument/2006/relationships/customXml" Target="../ink/ink472.xml"/><Relationship Id="rId31" Type="http://schemas.openxmlformats.org/officeDocument/2006/relationships/customXml" Target="../ink/ink424.xml"/><Relationship Id="rId73" Type="http://schemas.openxmlformats.org/officeDocument/2006/relationships/customXml" Target="../ink/ink445.xml"/><Relationship Id="rId169" Type="http://schemas.openxmlformats.org/officeDocument/2006/relationships/customXml" Target="../ink/ink493.xml"/><Relationship Id="rId334" Type="http://schemas.openxmlformats.org/officeDocument/2006/relationships/image" Target="../media/image584.png"/><Relationship Id="rId376" Type="http://schemas.openxmlformats.org/officeDocument/2006/relationships/image" Target="../media/image605.png"/><Relationship Id="rId541" Type="http://schemas.openxmlformats.org/officeDocument/2006/relationships/customXml" Target="../ink/ink679.xml"/><Relationship Id="rId583" Type="http://schemas.openxmlformats.org/officeDocument/2006/relationships/customXml" Target="../ink/ink700.xml"/><Relationship Id="rId4" Type="http://schemas.openxmlformats.org/officeDocument/2006/relationships/image" Target="../media/image419.svg"/><Relationship Id="rId180" Type="http://schemas.openxmlformats.org/officeDocument/2006/relationships/image" Target="../media/image507.png"/><Relationship Id="rId236" Type="http://schemas.openxmlformats.org/officeDocument/2006/relationships/image" Target="../media/image535.png"/><Relationship Id="rId278" Type="http://schemas.openxmlformats.org/officeDocument/2006/relationships/image" Target="../media/image556.png"/><Relationship Id="rId401" Type="http://schemas.openxmlformats.org/officeDocument/2006/relationships/customXml" Target="../ink/ink609.xml"/><Relationship Id="rId443" Type="http://schemas.openxmlformats.org/officeDocument/2006/relationships/customXml" Target="../ink/ink630.xml"/><Relationship Id="rId303" Type="http://schemas.openxmlformats.org/officeDocument/2006/relationships/customXml" Target="../ink/ink560.xml"/><Relationship Id="rId485" Type="http://schemas.openxmlformats.org/officeDocument/2006/relationships/customXml" Target="../ink/ink651.xml"/><Relationship Id="rId42" Type="http://schemas.openxmlformats.org/officeDocument/2006/relationships/image" Target="../media/image438.png"/><Relationship Id="rId84" Type="http://schemas.openxmlformats.org/officeDocument/2006/relationships/image" Target="../media/image459.png"/><Relationship Id="rId138" Type="http://schemas.openxmlformats.org/officeDocument/2006/relationships/image" Target="../media/image486.png"/><Relationship Id="rId345" Type="http://schemas.openxmlformats.org/officeDocument/2006/relationships/customXml" Target="../ink/ink581.xml"/><Relationship Id="rId387" Type="http://schemas.openxmlformats.org/officeDocument/2006/relationships/customXml" Target="../ink/ink602.xml"/><Relationship Id="rId510" Type="http://schemas.openxmlformats.org/officeDocument/2006/relationships/image" Target="../media/image671.png"/><Relationship Id="rId552" Type="http://schemas.openxmlformats.org/officeDocument/2006/relationships/image" Target="../media/image692.png"/><Relationship Id="rId594" Type="http://schemas.openxmlformats.org/officeDocument/2006/relationships/image" Target="../media/image713.png"/><Relationship Id="rId608" Type="http://schemas.openxmlformats.org/officeDocument/2006/relationships/image" Target="../media/image720.png"/><Relationship Id="rId191" Type="http://schemas.openxmlformats.org/officeDocument/2006/relationships/customXml" Target="../ink/ink504.xml"/><Relationship Id="rId205" Type="http://schemas.openxmlformats.org/officeDocument/2006/relationships/customXml" Target="../ink/ink511.xml"/><Relationship Id="rId247" Type="http://schemas.openxmlformats.org/officeDocument/2006/relationships/customXml" Target="../ink/ink532.xml"/><Relationship Id="rId412" Type="http://schemas.openxmlformats.org/officeDocument/2006/relationships/image" Target="../media/image623.png"/><Relationship Id="rId107" Type="http://schemas.openxmlformats.org/officeDocument/2006/relationships/customXml" Target="../ink/ink462.xml"/><Relationship Id="rId289" Type="http://schemas.openxmlformats.org/officeDocument/2006/relationships/customXml" Target="../ink/ink553.xml"/><Relationship Id="rId454" Type="http://schemas.openxmlformats.org/officeDocument/2006/relationships/image" Target="../media/image644.png"/><Relationship Id="rId496" Type="http://schemas.openxmlformats.org/officeDocument/2006/relationships/image" Target="../media/image664.png"/><Relationship Id="rId11" Type="http://schemas.openxmlformats.org/officeDocument/2006/relationships/customXml" Target="../ink/ink414.xml"/><Relationship Id="rId53" Type="http://schemas.openxmlformats.org/officeDocument/2006/relationships/customXml" Target="../ink/ink435.xml"/><Relationship Id="rId149" Type="http://schemas.openxmlformats.org/officeDocument/2006/relationships/customXml" Target="../ink/ink483.xml"/><Relationship Id="rId314" Type="http://schemas.openxmlformats.org/officeDocument/2006/relationships/image" Target="../media/image574.png"/><Relationship Id="rId356" Type="http://schemas.openxmlformats.org/officeDocument/2006/relationships/image" Target="../media/image595.png"/><Relationship Id="rId398" Type="http://schemas.openxmlformats.org/officeDocument/2006/relationships/image" Target="../media/image616.png"/><Relationship Id="rId521" Type="http://schemas.openxmlformats.org/officeDocument/2006/relationships/customXml" Target="../ink/ink669.xml"/><Relationship Id="rId563" Type="http://schemas.openxmlformats.org/officeDocument/2006/relationships/customXml" Target="../ink/ink690.xml"/><Relationship Id="rId95" Type="http://schemas.openxmlformats.org/officeDocument/2006/relationships/customXml" Target="../ink/ink456.xml"/><Relationship Id="rId160" Type="http://schemas.openxmlformats.org/officeDocument/2006/relationships/image" Target="../media/image497.png"/><Relationship Id="rId216" Type="http://schemas.openxmlformats.org/officeDocument/2006/relationships/image" Target="../media/image525.png"/><Relationship Id="rId423" Type="http://schemas.openxmlformats.org/officeDocument/2006/relationships/customXml" Target="../ink/ink620.xml"/><Relationship Id="rId258" Type="http://schemas.openxmlformats.org/officeDocument/2006/relationships/image" Target="../media/image546.png"/><Relationship Id="rId465" Type="http://schemas.openxmlformats.org/officeDocument/2006/relationships/customXml" Target="../ink/ink641.xml"/><Relationship Id="rId22" Type="http://schemas.openxmlformats.org/officeDocument/2006/relationships/image" Target="../media/image428.png"/><Relationship Id="rId64" Type="http://schemas.openxmlformats.org/officeDocument/2006/relationships/image" Target="../media/image449.png"/><Relationship Id="rId118" Type="http://schemas.openxmlformats.org/officeDocument/2006/relationships/image" Target="../media/image476.png"/><Relationship Id="rId325" Type="http://schemas.openxmlformats.org/officeDocument/2006/relationships/customXml" Target="../ink/ink571.xml"/><Relationship Id="rId367" Type="http://schemas.openxmlformats.org/officeDocument/2006/relationships/customXml" Target="../ink/ink592.xml"/><Relationship Id="rId532" Type="http://schemas.openxmlformats.org/officeDocument/2006/relationships/image" Target="../media/image682.png"/><Relationship Id="rId574" Type="http://schemas.openxmlformats.org/officeDocument/2006/relationships/image" Target="../media/image703.png"/><Relationship Id="rId171" Type="http://schemas.openxmlformats.org/officeDocument/2006/relationships/customXml" Target="../ink/ink494.xml"/><Relationship Id="rId227" Type="http://schemas.openxmlformats.org/officeDocument/2006/relationships/customXml" Target="../ink/ink522.xml"/><Relationship Id="rId269" Type="http://schemas.openxmlformats.org/officeDocument/2006/relationships/customXml" Target="../ink/ink543.xml"/><Relationship Id="rId434" Type="http://schemas.openxmlformats.org/officeDocument/2006/relationships/image" Target="../media/image634.png"/><Relationship Id="rId476" Type="http://schemas.openxmlformats.org/officeDocument/2006/relationships/image" Target="../media/image655.png"/><Relationship Id="rId33" Type="http://schemas.openxmlformats.org/officeDocument/2006/relationships/customXml" Target="../ink/ink425.xml"/><Relationship Id="rId129" Type="http://schemas.openxmlformats.org/officeDocument/2006/relationships/customXml" Target="../ink/ink473.xml"/><Relationship Id="rId280" Type="http://schemas.openxmlformats.org/officeDocument/2006/relationships/image" Target="../media/image557.png"/><Relationship Id="rId336" Type="http://schemas.openxmlformats.org/officeDocument/2006/relationships/image" Target="../media/image585.png"/><Relationship Id="rId501" Type="http://schemas.openxmlformats.org/officeDocument/2006/relationships/customXml" Target="../ink/ink659.xml"/><Relationship Id="rId543" Type="http://schemas.openxmlformats.org/officeDocument/2006/relationships/customXml" Target="../ink/ink680.xml"/><Relationship Id="rId75" Type="http://schemas.openxmlformats.org/officeDocument/2006/relationships/customXml" Target="../ink/ink446.xml"/><Relationship Id="rId140" Type="http://schemas.openxmlformats.org/officeDocument/2006/relationships/image" Target="../media/image487.png"/><Relationship Id="rId182" Type="http://schemas.openxmlformats.org/officeDocument/2006/relationships/image" Target="../media/image508.png"/><Relationship Id="rId378" Type="http://schemas.openxmlformats.org/officeDocument/2006/relationships/image" Target="../media/image606.png"/><Relationship Id="rId403" Type="http://schemas.openxmlformats.org/officeDocument/2006/relationships/customXml" Target="../ink/ink610.xml"/><Relationship Id="rId585" Type="http://schemas.openxmlformats.org/officeDocument/2006/relationships/customXml" Target="../ink/ink701.xml"/><Relationship Id="rId6" Type="http://schemas.openxmlformats.org/officeDocument/2006/relationships/image" Target="../media/image420.png"/><Relationship Id="rId238" Type="http://schemas.openxmlformats.org/officeDocument/2006/relationships/image" Target="../media/image536.png"/><Relationship Id="rId445" Type="http://schemas.openxmlformats.org/officeDocument/2006/relationships/customXml" Target="../ink/ink631.xml"/><Relationship Id="rId487" Type="http://schemas.openxmlformats.org/officeDocument/2006/relationships/customXml" Target="../ink/ink652.xml"/><Relationship Id="rId291" Type="http://schemas.openxmlformats.org/officeDocument/2006/relationships/customXml" Target="../ink/ink554.xml"/><Relationship Id="rId305" Type="http://schemas.openxmlformats.org/officeDocument/2006/relationships/customXml" Target="../ink/ink561.xml"/><Relationship Id="rId347" Type="http://schemas.openxmlformats.org/officeDocument/2006/relationships/customXml" Target="../ink/ink582.xml"/><Relationship Id="rId512" Type="http://schemas.openxmlformats.org/officeDocument/2006/relationships/image" Target="../media/image672.png"/><Relationship Id="rId44" Type="http://schemas.openxmlformats.org/officeDocument/2006/relationships/image" Target="../media/image439.png"/><Relationship Id="rId86" Type="http://schemas.openxmlformats.org/officeDocument/2006/relationships/image" Target="../media/image460.png"/><Relationship Id="rId151" Type="http://schemas.openxmlformats.org/officeDocument/2006/relationships/customXml" Target="../ink/ink484.xml"/><Relationship Id="rId389" Type="http://schemas.openxmlformats.org/officeDocument/2006/relationships/customXml" Target="../ink/ink603.xml"/><Relationship Id="rId554" Type="http://schemas.openxmlformats.org/officeDocument/2006/relationships/image" Target="../media/image693.png"/><Relationship Id="rId596" Type="http://schemas.openxmlformats.org/officeDocument/2006/relationships/image" Target="../media/image714.png"/><Relationship Id="rId193" Type="http://schemas.openxmlformats.org/officeDocument/2006/relationships/customXml" Target="../ink/ink505.xml"/><Relationship Id="rId207" Type="http://schemas.openxmlformats.org/officeDocument/2006/relationships/customXml" Target="../ink/ink512.xml"/><Relationship Id="rId249" Type="http://schemas.openxmlformats.org/officeDocument/2006/relationships/customXml" Target="../ink/ink533.xml"/><Relationship Id="rId414" Type="http://schemas.openxmlformats.org/officeDocument/2006/relationships/image" Target="../media/image624.png"/><Relationship Id="rId456" Type="http://schemas.openxmlformats.org/officeDocument/2006/relationships/image" Target="../media/image645.png"/><Relationship Id="rId498" Type="http://schemas.openxmlformats.org/officeDocument/2006/relationships/image" Target="../media/image665.png"/><Relationship Id="rId13" Type="http://schemas.openxmlformats.org/officeDocument/2006/relationships/customXml" Target="../ink/ink415.xml"/><Relationship Id="rId109" Type="http://schemas.openxmlformats.org/officeDocument/2006/relationships/customXml" Target="../ink/ink463.xml"/><Relationship Id="rId260" Type="http://schemas.openxmlformats.org/officeDocument/2006/relationships/image" Target="../media/image547.png"/><Relationship Id="rId316" Type="http://schemas.openxmlformats.org/officeDocument/2006/relationships/image" Target="../media/image575.png"/><Relationship Id="rId523" Type="http://schemas.openxmlformats.org/officeDocument/2006/relationships/customXml" Target="../ink/ink670.xml"/><Relationship Id="rId55" Type="http://schemas.openxmlformats.org/officeDocument/2006/relationships/customXml" Target="../ink/ink436.xml"/><Relationship Id="rId97" Type="http://schemas.openxmlformats.org/officeDocument/2006/relationships/customXml" Target="../ink/ink457.xml"/><Relationship Id="rId120" Type="http://schemas.openxmlformats.org/officeDocument/2006/relationships/image" Target="../media/image477.png"/><Relationship Id="rId358" Type="http://schemas.openxmlformats.org/officeDocument/2006/relationships/image" Target="../media/image596.png"/><Relationship Id="rId565" Type="http://schemas.openxmlformats.org/officeDocument/2006/relationships/customXml" Target="../ink/ink691.xml"/><Relationship Id="rId162" Type="http://schemas.openxmlformats.org/officeDocument/2006/relationships/image" Target="../media/image498.png"/><Relationship Id="rId218" Type="http://schemas.openxmlformats.org/officeDocument/2006/relationships/image" Target="../media/image526.png"/><Relationship Id="rId425" Type="http://schemas.openxmlformats.org/officeDocument/2006/relationships/customXml" Target="../ink/ink621.xml"/><Relationship Id="rId467" Type="http://schemas.openxmlformats.org/officeDocument/2006/relationships/customXml" Target="../ink/ink642.xml"/><Relationship Id="rId271" Type="http://schemas.openxmlformats.org/officeDocument/2006/relationships/customXml" Target="../ink/ink544.xml"/><Relationship Id="rId24" Type="http://schemas.openxmlformats.org/officeDocument/2006/relationships/image" Target="../media/image429.png"/><Relationship Id="rId66" Type="http://schemas.openxmlformats.org/officeDocument/2006/relationships/image" Target="../media/image450.png"/><Relationship Id="rId131" Type="http://schemas.openxmlformats.org/officeDocument/2006/relationships/customXml" Target="../ink/ink474.xml"/><Relationship Id="rId327" Type="http://schemas.openxmlformats.org/officeDocument/2006/relationships/customXml" Target="../ink/ink572.xml"/><Relationship Id="rId369" Type="http://schemas.openxmlformats.org/officeDocument/2006/relationships/customXml" Target="../ink/ink593.xml"/><Relationship Id="rId534" Type="http://schemas.openxmlformats.org/officeDocument/2006/relationships/image" Target="../media/image683.png"/><Relationship Id="rId576" Type="http://schemas.openxmlformats.org/officeDocument/2006/relationships/image" Target="../media/image704.png"/><Relationship Id="rId173" Type="http://schemas.openxmlformats.org/officeDocument/2006/relationships/customXml" Target="../ink/ink495.xml"/><Relationship Id="rId229" Type="http://schemas.openxmlformats.org/officeDocument/2006/relationships/customXml" Target="../ink/ink523.xml"/><Relationship Id="rId380" Type="http://schemas.openxmlformats.org/officeDocument/2006/relationships/image" Target="../media/image607.png"/><Relationship Id="rId436" Type="http://schemas.openxmlformats.org/officeDocument/2006/relationships/image" Target="../media/image635.png"/><Relationship Id="rId601" Type="http://schemas.openxmlformats.org/officeDocument/2006/relationships/customXml" Target="../ink/ink709.xml"/><Relationship Id="rId240" Type="http://schemas.openxmlformats.org/officeDocument/2006/relationships/image" Target="../media/image537.png"/><Relationship Id="rId478" Type="http://schemas.openxmlformats.org/officeDocument/2006/relationships/image" Target="../media/image656.png"/><Relationship Id="rId35" Type="http://schemas.openxmlformats.org/officeDocument/2006/relationships/customXml" Target="../ink/ink426.xml"/><Relationship Id="rId77" Type="http://schemas.openxmlformats.org/officeDocument/2006/relationships/customXml" Target="../ink/ink447.xml"/><Relationship Id="rId100" Type="http://schemas.openxmlformats.org/officeDocument/2006/relationships/image" Target="../media/image467.png"/><Relationship Id="rId282" Type="http://schemas.openxmlformats.org/officeDocument/2006/relationships/image" Target="../media/image558.png"/><Relationship Id="rId338" Type="http://schemas.openxmlformats.org/officeDocument/2006/relationships/image" Target="../media/image586.png"/><Relationship Id="rId503" Type="http://schemas.openxmlformats.org/officeDocument/2006/relationships/customXml" Target="../ink/ink660.xml"/><Relationship Id="rId545" Type="http://schemas.openxmlformats.org/officeDocument/2006/relationships/customXml" Target="../ink/ink681.xml"/><Relationship Id="rId587" Type="http://schemas.openxmlformats.org/officeDocument/2006/relationships/customXml" Target="../ink/ink702.xml"/><Relationship Id="rId8" Type="http://schemas.openxmlformats.org/officeDocument/2006/relationships/image" Target="../media/image421.png"/><Relationship Id="rId142" Type="http://schemas.openxmlformats.org/officeDocument/2006/relationships/image" Target="../media/image488.png"/><Relationship Id="rId184" Type="http://schemas.openxmlformats.org/officeDocument/2006/relationships/image" Target="../media/image509.png"/><Relationship Id="rId391" Type="http://schemas.openxmlformats.org/officeDocument/2006/relationships/customXml" Target="../ink/ink604.xml"/><Relationship Id="rId405" Type="http://schemas.openxmlformats.org/officeDocument/2006/relationships/customXml" Target="../ink/ink611.xml"/><Relationship Id="rId447" Type="http://schemas.openxmlformats.org/officeDocument/2006/relationships/customXml" Target="../ink/ink632.xml"/><Relationship Id="rId251" Type="http://schemas.openxmlformats.org/officeDocument/2006/relationships/customXml" Target="../ink/ink534.xml"/><Relationship Id="rId489" Type="http://schemas.openxmlformats.org/officeDocument/2006/relationships/customXml" Target="../ink/ink653.xml"/><Relationship Id="rId46" Type="http://schemas.openxmlformats.org/officeDocument/2006/relationships/image" Target="../media/image440.png"/><Relationship Id="rId293" Type="http://schemas.openxmlformats.org/officeDocument/2006/relationships/customXml" Target="../ink/ink555.xml"/><Relationship Id="rId307" Type="http://schemas.openxmlformats.org/officeDocument/2006/relationships/customXml" Target="../ink/ink562.xml"/><Relationship Id="rId349" Type="http://schemas.openxmlformats.org/officeDocument/2006/relationships/customXml" Target="../ink/ink583.xml"/><Relationship Id="rId514" Type="http://schemas.openxmlformats.org/officeDocument/2006/relationships/image" Target="../media/image673.png"/><Relationship Id="rId556" Type="http://schemas.openxmlformats.org/officeDocument/2006/relationships/image" Target="../media/image694.png"/><Relationship Id="rId88" Type="http://schemas.openxmlformats.org/officeDocument/2006/relationships/image" Target="../media/image461.png"/><Relationship Id="rId111" Type="http://schemas.openxmlformats.org/officeDocument/2006/relationships/customXml" Target="../ink/ink464.xml"/><Relationship Id="rId153" Type="http://schemas.openxmlformats.org/officeDocument/2006/relationships/customXml" Target="../ink/ink485.xml"/><Relationship Id="rId195" Type="http://schemas.openxmlformats.org/officeDocument/2006/relationships/customXml" Target="../ink/ink506.xml"/><Relationship Id="rId209" Type="http://schemas.openxmlformats.org/officeDocument/2006/relationships/customXml" Target="../ink/ink513.xml"/><Relationship Id="rId360" Type="http://schemas.openxmlformats.org/officeDocument/2006/relationships/image" Target="../media/image597.png"/><Relationship Id="rId416" Type="http://schemas.openxmlformats.org/officeDocument/2006/relationships/image" Target="../media/image625.png"/><Relationship Id="rId598" Type="http://schemas.openxmlformats.org/officeDocument/2006/relationships/image" Target="../media/image715.png"/><Relationship Id="rId220" Type="http://schemas.openxmlformats.org/officeDocument/2006/relationships/image" Target="../media/image527.png"/><Relationship Id="rId458" Type="http://schemas.openxmlformats.org/officeDocument/2006/relationships/image" Target="../media/image646.png"/><Relationship Id="rId15" Type="http://schemas.openxmlformats.org/officeDocument/2006/relationships/customXml" Target="../ink/ink416.xml"/><Relationship Id="rId57" Type="http://schemas.openxmlformats.org/officeDocument/2006/relationships/customXml" Target="../ink/ink437.xml"/><Relationship Id="rId262" Type="http://schemas.openxmlformats.org/officeDocument/2006/relationships/image" Target="../media/image548.png"/><Relationship Id="rId318" Type="http://schemas.openxmlformats.org/officeDocument/2006/relationships/image" Target="../media/image576.png"/><Relationship Id="rId525" Type="http://schemas.openxmlformats.org/officeDocument/2006/relationships/customXml" Target="../ink/ink671.xml"/><Relationship Id="rId567" Type="http://schemas.openxmlformats.org/officeDocument/2006/relationships/customXml" Target="../ink/ink692.xml"/><Relationship Id="rId99" Type="http://schemas.openxmlformats.org/officeDocument/2006/relationships/customXml" Target="../ink/ink458.xml"/><Relationship Id="rId122" Type="http://schemas.openxmlformats.org/officeDocument/2006/relationships/image" Target="../media/image478.png"/><Relationship Id="rId164" Type="http://schemas.openxmlformats.org/officeDocument/2006/relationships/image" Target="../media/image499.png"/><Relationship Id="rId371" Type="http://schemas.openxmlformats.org/officeDocument/2006/relationships/customXml" Target="../ink/ink594.xml"/><Relationship Id="rId427" Type="http://schemas.openxmlformats.org/officeDocument/2006/relationships/customXml" Target="../ink/ink622.xml"/><Relationship Id="rId469" Type="http://schemas.openxmlformats.org/officeDocument/2006/relationships/customXml" Target="../ink/ink643.xml"/><Relationship Id="rId26" Type="http://schemas.openxmlformats.org/officeDocument/2006/relationships/image" Target="../media/image430.png"/><Relationship Id="rId231" Type="http://schemas.openxmlformats.org/officeDocument/2006/relationships/customXml" Target="../ink/ink524.xml"/><Relationship Id="rId273" Type="http://schemas.openxmlformats.org/officeDocument/2006/relationships/customXml" Target="../ink/ink545.xml"/><Relationship Id="rId329" Type="http://schemas.openxmlformats.org/officeDocument/2006/relationships/customXml" Target="../ink/ink573.xml"/><Relationship Id="rId480" Type="http://schemas.openxmlformats.org/officeDocument/2006/relationships/image" Target="../media/image657.png"/><Relationship Id="rId536" Type="http://schemas.openxmlformats.org/officeDocument/2006/relationships/image" Target="../media/image684.png"/><Relationship Id="rId68" Type="http://schemas.openxmlformats.org/officeDocument/2006/relationships/image" Target="../media/image451.png"/><Relationship Id="rId133" Type="http://schemas.openxmlformats.org/officeDocument/2006/relationships/customXml" Target="../ink/ink475.xml"/><Relationship Id="rId175" Type="http://schemas.openxmlformats.org/officeDocument/2006/relationships/customXml" Target="../ink/ink496.xml"/><Relationship Id="rId340" Type="http://schemas.openxmlformats.org/officeDocument/2006/relationships/image" Target="../media/image587.png"/><Relationship Id="rId578" Type="http://schemas.openxmlformats.org/officeDocument/2006/relationships/image" Target="../media/image705.png"/><Relationship Id="rId200" Type="http://schemas.openxmlformats.org/officeDocument/2006/relationships/image" Target="../media/image517.png"/><Relationship Id="rId382" Type="http://schemas.openxmlformats.org/officeDocument/2006/relationships/image" Target="../media/image608.png"/><Relationship Id="rId438" Type="http://schemas.openxmlformats.org/officeDocument/2006/relationships/image" Target="../media/image636.png"/><Relationship Id="rId603" Type="http://schemas.openxmlformats.org/officeDocument/2006/relationships/customXml" Target="../ink/ink710.xml"/><Relationship Id="rId242" Type="http://schemas.openxmlformats.org/officeDocument/2006/relationships/image" Target="../media/image538.png"/><Relationship Id="rId284" Type="http://schemas.openxmlformats.org/officeDocument/2006/relationships/image" Target="../media/image559.png"/><Relationship Id="rId491" Type="http://schemas.openxmlformats.org/officeDocument/2006/relationships/customXml" Target="../ink/ink654.xml"/><Relationship Id="rId505" Type="http://schemas.openxmlformats.org/officeDocument/2006/relationships/customXml" Target="../ink/ink661.xml"/><Relationship Id="rId37" Type="http://schemas.openxmlformats.org/officeDocument/2006/relationships/customXml" Target="../ink/ink427.xml"/><Relationship Id="rId79" Type="http://schemas.openxmlformats.org/officeDocument/2006/relationships/customXml" Target="../ink/ink448.xml"/><Relationship Id="rId102" Type="http://schemas.openxmlformats.org/officeDocument/2006/relationships/image" Target="../media/image468.png"/><Relationship Id="rId144" Type="http://schemas.openxmlformats.org/officeDocument/2006/relationships/image" Target="../media/image489.png"/><Relationship Id="rId547" Type="http://schemas.openxmlformats.org/officeDocument/2006/relationships/customXml" Target="../ink/ink682.xml"/><Relationship Id="rId589" Type="http://schemas.openxmlformats.org/officeDocument/2006/relationships/customXml" Target="../ink/ink703.xml"/><Relationship Id="rId90" Type="http://schemas.openxmlformats.org/officeDocument/2006/relationships/image" Target="../media/image462.png"/><Relationship Id="rId186" Type="http://schemas.openxmlformats.org/officeDocument/2006/relationships/image" Target="../media/image510.png"/><Relationship Id="rId351" Type="http://schemas.openxmlformats.org/officeDocument/2006/relationships/customXml" Target="../ink/ink584.xml"/><Relationship Id="rId393" Type="http://schemas.openxmlformats.org/officeDocument/2006/relationships/customXml" Target="../ink/ink605.xml"/><Relationship Id="rId407" Type="http://schemas.openxmlformats.org/officeDocument/2006/relationships/customXml" Target="../ink/ink612.xml"/><Relationship Id="rId449" Type="http://schemas.openxmlformats.org/officeDocument/2006/relationships/customXml" Target="../ink/ink633.xml"/><Relationship Id="rId211" Type="http://schemas.openxmlformats.org/officeDocument/2006/relationships/customXml" Target="../ink/ink514.xml"/><Relationship Id="rId253" Type="http://schemas.openxmlformats.org/officeDocument/2006/relationships/customXml" Target="../ink/ink535.xml"/><Relationship Id="rId295" Type="http://schemas.openxmlformats.org/officeDocument/2006/relationships/customXml" Target="../ink/ink556.xml"/><Relationship Id="rId309" Type="http://schemas.openxmlformats.org/officeDocument/2006/relationships/customXml" Target="../ink/ink563.xml"/><Relationship Id="rId460" Type="http://schemas.openxmlformats.org/officeDocument/2006/relationships/image" Target="../media/image647.png"/><Relationship Id="rId516" Type="http://schemas.openxmlformats.org/officeDocument/2006/relationships/image" Target="../media/image674.png"/><Relationship Id="rId48" Type="http://schemas.openxmlformats.org/officeDocument/2006/relationships/image" Target="../media/image441.png"/><Relationship Id="rId113" Type="http://schemas.openxmlformats.org/officeDocument/2006/relationships/customXml" Target="../ink/ink465.xml"/><Relationship Id="rId320" Type="http://schemas.openxmlformats.org/officeDocument/2006/relationships/image" Target="../media/image577.png"/><Relationship Id="rId558" Type="http://schemas.openxmlformats.org/officeDocument/2006/relationships/image" Target="../media/image695.png"/><Relationship Id="rId155" Type="http://schemas.openxmlformats.org/officeDocument/2006/relationships/customXml" Target="../ink/ink486.xml"/><Relationship Id="rId197" Type="http://schemas.openxmlformats.org/officeDocument/2006/relationships/customXml" Target="../ink/ink507.xml"/><Relationship Id="rId362" Type="http://schemas.openxmlformats.org/officeDocument/2006/relationships/image" Target="../media/image598.png"/><Relationship Id="rId418" Type="http://schemas.openxmlformats.org/officeDocument/2006/relationships/image" Target="../media/image626.png"/><Relationship Id="rId222" Type="http://schemas.openxmlformats.org/officeDocument/2006/relationships/image" Target="../media/image528.png"/><Relationship Id="rId264" Type="http://schemas.openxmlformats.org/officeDocument/2006/relationships/image" Target="../media/image549.png"/><Relationship Id="rId471" Type="http://schemas.openxmlformats.org/officeDocument/2006/relationships/customXml" Target="../ink/ink644.xml"/><Relationship Id="rId17" Type="http://schemas.openxmlformats.org/officeDocument/2006/relationships/customXml" Target="../ink/ink417.xml"/><Relationship Id="rId59" Type="http://schemas.openxmlformats.org/officeDocument/2006/relationships/customXml" Target="../ink/ink438.xml"/><Relationship Id="rId124" Type="http://schemas.openxmlformats.org/officeDocument/2006/relationships/image" Target="../media/image479.png"/><Relationship Id="rId527" Type="http://schemas.openxmlformats.org/officeDocument/2006/relationships/customXml" Target="../ink/ink672.xml"/><Relationship Id="rId569" Type="http://schemas.openxmlformats.org/officeDocument/2006/relationships/customXml" Target="../ink/ink693.xml"/><Relationship Id="rId70" Type="http://schemas.openxmlformats.org/officeDocument/2006/relationships/image" Target="../media/image452.png"/><Relationship Id="rId166" Type="http://schemas.openxmlformats.org/officeDocument/2006/relationships/image" Target="../media/image500.png"/><Relationship Id="rId331" Type="http://schemas.openxmlformats.org/officeDocument/2006/relationships/customXml" Target="../ink/ink574.xml"/><Relationship Id="rId373" Type="http://schemas.openxmlformats.org/officeDocument/2006/relationships/customXml" Target="../ink/ink595.xml"/><Relationship Id="rId429" Type="http://schemas.openxmlformats.org/officeDocument/2006/relationships/customXml" Target="../ink/ink623.xml"/><Relationship Id="rId580" Type="http://schemas.openxmlformats.org/officeDocument/2006/relationships/image" Target="../media/image706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525.xml"/><Relationship Id="rId440" Type="http://schemas.openxmlformats.org/officeDocument/2006/relationships/image" Target="../media/image637.png"/><Relationship Id="rId28" Type="http://schemas.openxmlformats.org/officeDocument/2006/relationships/image" Target="../media/image431.png"/><Relationship Id="rId275" Type="http://schemas.openxmlformats.org/officeDocument/2006/relationships/customXml" Target="../ink/ink546.xml"/><Relationship Id="rId300" Type="http://schemas.openxmlformats.org/officeDocument/2006/relationships/image" Target="../media/image567.png"/><Relationship Id="rId482" Type="http://schemas.openxmlformats.org/officeDocument/2006/relationships/image" Target="../media/image658.png"/><Relationship Id="rId538" Type="http://schemas.openxmlformats.org/officeDocument/2006/relationships/image" Target="../media/image685.png"/><Relationship Id="rId81" Type="http://schemas.openxmlformats.org/officeDocument/2006/relationships/customXml" Target="../ink/ink449.xml"/><Relationship Id="rId135" Type="http://schemas.openxmlformats.org/officeDocument/2006/relationships/customXml" Target="../ink/ink476.xml"/><Relationship Id="rId177" Type="http://schemas.openxmlformats.org/officeDocument/2006/relationships/customXml" Target="../ink/ink497.xml"/><Relationship Id="rId342" Type="http://schemas.openxmlformats.org/officeDocument/2006/relationships/image" Target="../media/image588.png"/><Relationship Id="rId384" Type="http://schemas.openxmlformats.org/officeDocument/2006/relationships/image" Target="../media/image609.png"/><Relationship Id="rId591" Type="http://schemas.openxmlformats.org/officeDocument/2006/relationships/customXml" Target="../ink/ink704.xml"/><Relationship Id="rId605" Type="http://schemas.openxmlformats.org/officeDocument/2006/relationships/customXml" Target="../ink/ink711.xml"/><Relationship Id="rId202" Type="http://schemas.openxmlformats.org/officeDocument/2006/relationships/image" Target="../media/image518.png"/><Relationship Id="rId244" Type="http://schemas.openxmlformats.org/officeDocument/2006/relationships/image" Target="../media/image539.png"/><Relationship Id="rId39" Type="http://schemas.openxmlformats.org/officeDocument/2006/relationships/customXml" Target="../ink/ink428.xml"/><Relationship Id="rId286" Type="http://schemas.openxmlformats.org/officeDocument/2006/relationships/image" Target="../media/image560.png"/><Relationship Id="rId451" Type="http://schemas.openxmlformats.org/officeDocument/2006/relationships/customXml" Target="../ink/ink634.xml"/><Relationship Id="rId493" Type="http://schemas.openxmlformats.org/officeDocument/2006/relationships/customXml" Target="../ink/ink655.xml"/><Relationship Id="rId507" Type="http://schemas.openxmlformats.org/officeDocument/2006/relationships/customXml" Target="../ink/ink662.xml"/><Relationship Id="rId549" Type="http://schemas.openxmlformats.org/officeDocument/2006/relationships/customXml" Target="../ink/ink683.xml"/><Relationship Id="rId50" Type="http://schemas.openxmlformats.org/officeDocument/2006/relationships/image" Target="../media/image442.png"/><Relationship Id="rId104" Type="http://schemas.openxmlformats.org/officeDocument/2006/relationships/image" Target="../media/image469.png"/><Relationship Id="rId146" Type="http://schemas.openxmlformats.org/officeDocument/2006/relationships/image" Target="../media/image490.png"/><Relationship Id="rId188" Type="http://schemas.openxmlformats.org/officeDocument/2006/relationships/image" Target="../media/image511.png"/><Relationship Id="rId311" Type="http://schemas.openxmlformats.org/officeDocument/2006/relationships/customXml" Target="../ink/ink564.xml"/><Relationship Id="rId353" Type="http://schemas.openxmlformats.org/officeDocument/2006/relationships/customXml" Target="../ink/ink585.xml"/><Relationship Id="rId395" Type="http://schemas.openxmlformats.org/officeDocument/2006/relationships/customXml" Target="../ink/ink606.xml"/><Relationship Id="rId409" Type="http://schemas.openxmlformats.org/officeDocument/2006/relationships/customXml" Target="../ink/ink613.xml"/><Relationship Id="rId560" Type="http://schemas.openxmlformats.org/officeDocument/2006/relationships/image" Target="../media/image696.png"/><Relationship Id="rId92" Type="http://schemas.openxmlformats.org/officeDocument/2006/relationships/image" Target="../media/image463.png"/><Relationship Id="rId213" Type="http://schemas.openxmlformats.org/officeDocument/2006/relationships/customXml" Target="../ink/ink515.xml"/><Relationship Id="rId420" Type="http://schemas.openxmlformats.org/officeDocument/2006/relationships/image" Target="../media/image627.png"/><Relationship Id="rId255" Type="http://schemas.openxmlformats.org/officeDocument/2006/relationships/customXml" Target="../ink/ink536.xml"/><Relationship Id="rId297" Type="http://schemas.openxmlformats.org/officeDocument/2006/relationships/customXml" Target="../ink/ink557.xml"/><Relationship Id="rId462" Type="http://schemas.openxmlformats.org/officeDocument/2006/relationships/image" Target="../media/image648.png"/><Relationship Id="rId518" Type="http://schemas.openxmlformats.org/officeDocument/2006/relationships/image" Target="../media/image675.png"/><Relationship Id="rId115" Type="http://schemas.openxmlformats.org/officeDocument/2006/relationships/customXml" Target="../ink/ink466.xml"/><Relationship Id="rId157" Type="http://schemas.openxmlformats.org/officeDocument/2006/relationships/customXml" Target="../ink/ink487.xml"/><Relationship Id="rId322" Type="http://schemas.openxmlformats.org/officeDocument/2006/relationships/image" Target="../media/image578.png"/><Relationship Id="rId364" Type="http://schemas.openxmlformats.org/officeDocument/2006/relationships/image" Target="../media/image599.png"/><Relationship Id="rId61" Type="http://schemas.openxmlformats.org/officeDocument/2006/relationships/customXml" Target="../ink/ink439.xml"/><Relationship Id="rId199" Type="http://schemas.openxmlformats.org/officeDocument/2006/relationships/customXml" Target="../ink/ink508.xml"/><Relationship Id="rId571" Type="http://schemas.openxmlformats.org/officeDocument/2006/relationships/customXml" Target="../ink/ink694.xml"/><Relationship Id="rId19" Type="http://schemas.openxmlformats.org/officeDocument/2006/relationships/customXml" Target="../ink/ink418.xml"/><Relationship Id="rId224" Type="http://schemas.openxmlformats.org/officeDocument/2006/relationships/image" Target="../media/image529.png"/><Relationship Id="rId266" Type="http://schemas.openxmlformats.org/officeDocument/2006/relationships/image" Target="../media/image550.png"/><Relationship Id="rId431" Type="http://schemas.openxmlformats.org/officeDocument/2006/relationships/customXml" Target="../ink/ink624.xml"/><Relationship Id="rId473" Type="http://schemas.openxmlformats.org/officeDocument/2006/relationships/customXml" Target="../ink/ink645.xml"/><Relationship Id="rId529" Type="http://schemas.openxmlformats.org/officeDocument/2006/relationships/customXml" Target="../ink/ink673.xml"/><Relationship Id="rId30" Type="http://schemas.openxmlformats.org/officeDocument/2006/relationships/image" Target="../media/image432.png"/><Relationship Id="rId126" Type="http://schemas.openxmlformats.org/officeDocument/2006/relationships/image" Target="../media/image480.png"/><Relationship Id="rId168" Type="http://schemas.openxmlformats.org/officeDocument/2006/relationships/image" Target="../media/image501.png"/><Relationship Id="rId333" Type="http://schemas.openxmlformats.org/officeDocument/2006/relationships/customXml" Target="../ink/ink575.xml"/><Relationship Id="rId540" Type="http://schemas.openxmlformats.org/officeDocument/2006/relationships/image" Target="../media/image686.png"/><Relationship Id="rId72" Type="http://schemas.openxmlformats.org/officeDocument/2006/relationships/image" Target="../media/image453.png"/><Relationship Id="rId375" Type="http://schemas.openxmlformats.org/officeDocument/2006/relationships/customXml" Target="../ink/ink596.xml"/><Relationship Id="rId582" Type="http://schemas.openxmlformats.org/officeDocument/2006/relationships/image" Target="../media/image707.png"/><Relationship Id="rId3" Type="http://schemas.openxmlformats.org/officeDocument/2006/relationships/image" Target="../media/image418.svg"/><Relationship Id="rId235" Type="http://schemas.openxmlformats.org/officeDocument/2006/relationships/customXml" Target="../ink/ink526.xml"/><Relationship Id="rId277" Type="http://schemas.openxmlformats.org/officeDocument/2006/relationships/customXml" Target="../ink/ink547.xml"/><Relationship Id="rId400" Type="http://schemas.openxmlformats.org/officeDocument/2006/relationships/image" Target="../media/image617.png"/><Relationship Id="rId442" Type="http://schemas.openxmlformats.org/officeDocument/2006/relationships/image" Target="../media/image638.png"/><Relationship Id="rId484" Type="http://schemas.openxmlformats.org/officeDocument/2006/relationships/image" Target="../media/image659.png"/><Relationship Id="rId137" Type="http://schemas.openxmlformats.org/officeDocument/2006/relationships/customXml" Target="../ink/ink477.xml"/><Relationship Id="rId302" Type="http://schemas.openxmlformats.org/officeDocument/2006/relationships/image" Target="../media/image568.png"/><Relationship Id="rId344" Type="http://schemas.openxmlformats.org/officeDocument/2006/relationships/image" Target="../media/image589.png"/><Relationship Id="rId41" Type="http://schemas.openxmlformats.org/officeDocument/2006/relationships/customXml" Target="../ink/ink429.xml"/><Relationship Id="rId83" Type="http://schemas.openxmlformats.org/officeDocument/2006/relationships/customXml" Target="../ink/ink450.xml"/><Relationship Id="rId179" Type="http://schemas.openxmlformats.org/officeDocument/2006/relationships/customXml" Target="../ink/ink498.xml"/><Relationship Id="rId386" Type="http://schemas.openxmlformats.org/officeDocument/2006/relationships/image" Target="../media/image610.png"/><Relationship Id="rId551" Type="http://schemas.openxmlformats.org/officeDocument/2006/relationships/customXml" Target="../ink/ink684.xml"/><Relationship Id="rId593" Type="http://schemas.openxmlformats.org/officeDocument/2006/relationships/customXml" Target="../ink/ink705.xml"/><Relationship Id="rId607" Type="http://schemas.openxmlformats.org/officeDocument/2006/relationships/customXml" Target="../ink/ink712.xml"/><Relationship Id="rId190" Type="http://schemas.openxmlformats.org/officeDocument/2006/relationships/image" Target="../media/image512.png"/><Relationship Id="rId204" Type="http://schemas.openxmlformats.org/officeDocument/2006/relationships/image" Target="../media/image519.png"/><Relationship Id="rId246" Type="http://schemas.openxmlformats.org/officeDocument/2006/relationships/image" Target="../media/image540.png"/><Relationship Id="rId288" Type="http://schemas.openxmlformats.org/officeDocument/2006/relationships/image" Target="../media/image561.png"/><Relationship Id="rId411" Type="http://schemas.openxmlformats.org/officeDocument/2006/relationships/customXml" Target="../ink/ink614.xml"/><Relationship Id="rId453" Type="http://schemas.openxmlformats.org/officeDocument/2006/relationships/customXml" Target="../ink/ink635.xml"/><Relationship Id="rId509" Type="http://schemas.openxmlformats.org/officeDocument/2006/relationships/customXml" Target="../ink/ink663.xml"/><Relationship Id="rId106" Type="http://schemas.openxmlformats.org/officeDocument/2006/relationships/image" Target="../media/image470.png"/><Relationship Id="rId313" Type="http://schemas.openxmlformats.org/officeDocument/2006/relationships/customXml" Target="../ink/ink565.xml"/><Relationship Id="rId495" Type="http://schemas.openxmlformats.org/officeDocument/2006/relationships/customXml" Target="../ink/ink656.xml"/><Relationship Id="rId10" Type="http://schemas.openxmlformats.org/officeDocument/2006/relationships/image" Target="../media/image422.png"/><Relationship Id="rId52" Type="http://schemas.openxmlformats.org/officeDocument/2006/relationships/image" Target="../media/image443.png"/><Relationship Id="rId94" Type="http://schemas.openxmlformats.org/officeDocument/2006/relationships/image" Target="../media/image464.png"/><Relationship Id="rId148" Type="http://schemas.openxmlformats.org/officeDocument/2006/relationships/image" Target="../media/image491.png"/><Relationship Id="rId355" Type="http://schemas.openxmlformats.org/officeDocument/2006/relationships/customXml" Target="../ink/ink586.xml"/><Relationship Id="rId397" Type="http://schemas.openxmlformats.org/officeDocument/2006/relationships/customXml" Target="../ink/ink607.xml"/><Relationship Id="rId520" Type="http://schemas.openxmlformats.org/officeDocument/2006/relationships/image" Target="../media/image676.png"/><Relationship Id="rId562" Type="http://schemas.openxmlformats.org/officeDocument/2006/relationships/image" Target="../media/image697.png"/><Relationship Id="rId215" Type="http://schemas.openxmlformats.org/officeDocument/2006/relationships/customXml" Target="../ink/ink516.xml"/><Relationship Id="rId257" Type="http://schemas.openxmlformats.org/officeDocument/2006/relationships/customXml" Target="../ink/ink537.xml"/><Relationship Id="rId422" Type="http://schemas.openxmlformats.org/officeDocument/2006/relationships/image" Target="../media/image628.png"/><Relationship Id="rId464" Type="http://schemas.openxmlformats.org/officeDocument/2006/relationships/image" Target="../media/image649.png"/><Relationship Id="rId299" Type="http://schemas.openxmlformats.org/officeDocument/2006/relationships/customXml" Target="../ink/ink558.xml"/><Relationship Id="rId63" Type="http://schemas.openxmlformats.org/officeDocument/2006/relationships/customXml" Target="../ink/ink440.xml"/><Relationship Id="rId159" Type="http://schemas.openxmlformats.org/officeDocument/2006/relationships/customXml" Target="../ink/ink488.xml"/><Relationship Id="rId366" Type="http://schemas.openxmlformats.org/officeDocument/2006/relationships/image" Target="../media/image600.png"/><Relationship Id="rId573" Type="http://schemas.openxmlformats.org/officeDocument/2006/relationships/customXml" Target="../ink/ink695.xml"/><Relationship Id="rId226" Type="http://schemas.openxmlformats.org/officeDocument/2006/relationships/image" Target="../media/image530.png"/><Relationship Id="rId433" Type="http://schemas.openxmlformats.org/officeDocument/2006/relationships/customXml" Target="../ink/ink625.xml"/><Relationship Id="rId74" Type="http://schemas.openxmlformats.org/officeDocument/2006/relationships/image" Target="../media/image454.png"/><Relationship Id="rId377" Type="http://schemas.openxmlformats.org/officeDocument/2006/relationships/customXml" Target="../ink/ink597.xml"/><Relationship Id="rId500" Type="http://schemas.openxmlformats.org/officeDocument/2006/relationships/image" Target="../media/image666.png"/><Relationship Id="rId584" Type="http://schemas.openxmlformats.org/officeDocument/2006/relationships/image" Target="../media/image708.png"/><Relationship Id="rId5" Type="http://schemas.openxmlformats.org/officeDocument/2006/relationships/customXml" Target="../ink/ink411.xml"/><Relationship Id="rId237" Type="http://schemas.openxmlformats.org/officeDocument/2006/relationships/customXml" Target="../ink/ink527.xml"/><Relationship Id="rId444" Type="http://schemas.openxmlformats.org/officeDocument/2006/relationships/image" Target="../media/image639.png"/><Relationship Id="rId290" Type="http://schemas.openxmlformats.org/officeDocument/2006/relationships/image" Target="../media/image562.png"/><Relationship Id="rId304" Type="http://schemas.openxmlformats.org/officeDocument/2006/relationships/image" Target="../media/image569.png"/><Relationship Id="rId388" Type="http://schemas.openxmlformats.org/officeDocument/2006/relationships/image" Target="../media/image611.png"/><Relationship Id="rId511" Type="http://schemas.openxmlformats.org/officeDocument/2006/relationships/customXml" Target="../ink/ink664.xml"/><Relationship Id="rId85" Type="http://schemas.openxmlformats.org/officeDocument/2006/relationships/customXml" Target="../ink/ink451.xml"/><Relationship Id="rId150" Type="http://schemas.openxmlformats.org/officeDocument/2006/relationships/image" Target="../media/image492.png"/><Relationship Id="rId595" Type="http://schemas.openxmlformats.org/officeDocument/2006/relationships/customXml" Target="../ink/ink706.xml"/><Relationship Id="rId248" Type="http://schemas.openxmlformats.org/officeDocument/2006/relationships/image" Target="../media/image541.png"/><Relationship Id="rId455" Type="http://schemas.openxmlformats.org/officeDocument/2006/relationships/customXml" Target="../ink/ink636.xml"/><Relationship Id="rId12" Type="http://schemas.openxmlformats.org/officeDocument/2006/relationships/image" Target="../media/image423.png"/><Relationship Id="rId108" Type="http://schemas.openxmlformats.org/officeDocument/2006/relationships/image" Target="../media/image471.png"/><Relationship Id="rId315" Type="http://schemas.openxmlformats.org/officeDocument/2006/relationships/customXml" Target="../ink/ink566.xml"/><Relationship Id="rId522" Type="http://schemas.openxmlformats.org/officeDocument/2006/relationships/image" Target="../media/image677.png"/><Relationship Id="rId96" Type="http://schemas.openxmlformats.org/officeDocument/2006/relationships/image" Target="../media/image465.png"/><Relationship Id="rId161" Type="http://schemas.openxmlformats.org/officeDocument/2006/relationships/customXml" Target="../ink/ink489.xml"/><Relationship Id="rId399" Type="http://schemas.openxmlformats.org/officeDocument/2006/relationships/customXml" Target="../ink/ink608.xml"/><Relationship Id="rId259" Type="http://schemas.openxmlformats.org/officeDocument/2006/relationships/customXml" Target="../ink/ink538.xml"/><Relationship Id="rId466" Type="http://schemas.openxmlformats.org/officeDocument/2006/relationships/image" Target="../media/image650.png"/><Relationship Id="rId23" Type="http://schemas.openxmlformats.org/officeDocument/2006/relationships/customXml" Target="../ink/ink420.xml"/><Relationship Id="rId119" Type="http://schemas.openxmlformats.org/officeDocument/2006/relationships/customXml" Target="../ink/ink468.xml"/><Relationship Id="rId326" Type="http://schemas.openxmlformats.org/officeDocument/2006/relationships/image" Target="../media/image580.png"/><Relationship Id="rId533" Type="http://schemas.openxmlformats.org/officeDocument/2006/relationships/customXml" Target="../ink/ink675.xml"/><Relationship Id="rId172" Type="http://schemas.openxmlformats.org/officeDocument/2006/relationships/image" Target="../media/image503.png"/><Relationship Id="rId477" Type="http://schemas.openxmlformats.org/officeDocument/2006/relationships/customXml" Target="../ink/ink647.xml"/><Relationship Id="rId600" Type="http://schemas.openxmlformats.org/officeDocument/2006/relationships/image" Target="../media/image716.png"/><Relationship Id="rId337" Type="http://schemas.openxmlformats.org/officeDocument/2006/relationships/customXml" Target="../ink/ink577.xml"/><Relationship Id="rId34" Type="http://schemas.openxmlformats.org/officeDocument/2006/relationships/image" Target="../media/image434.png"/><Relationship Id="rId544" Type="http://schemas.openxmlformats.org/officeDocument/2006/relationships/image" Target="../media/image688.png"/><Relationship Id="rId183" Type="http://schemas.openxmlformats.org/officeDocument/2006/relationships/customXml" Target="../ink/ink500.xml"/><Relationship Id="rId390" Type="http://schemas.openxmlformats.org/officeDocument/2006/relationships/image" Target="../media/image612.png"/><Relationship Id="rId404" Type="http://schemas.openxmlformats.org/officeDocument/2006/relationships/image" Target="../media/image619.png"/><Relationship Id="rId250" Type="http://schemas.openxmlformats.org/officeDocument/2006/relationships/image" Target="../media/image542.png"/><Relationship Id="rId488" Type="http://schemas.openxmlformats.org/officeDocument/2006/relationships/image" Target="../media/image154.png"/><Relationship Id="rId45" Type="http://schemas.openxmlformats.org/officeDocument/2006/relationships/customXml" Target="../ink/ink431.xml"/><Relationship Id="rId110" Type="http://schemas.openxmlformats.org/officeDocument/2006/relationships/image" Target="../media/image472.png"/><Relationship Id="rId348" Type="http://schemas.openxmlformats.org/officeDocument/2006/relationships/image" Target="../media/image591.png"/><Relationship Id="rId555" Type="http://schemas.openxmlformats.org/officeDocument/2006/relationships/customXml" Target="../ink/ink686.xml"/><Relationship Id="rId194" Type="http://schemas.openxmlformats.org/officeDocument/2006/relationships/image" Target="../media/image514.png"/><Relationship Id="rId208" Type="http://schemas.openxmlformats.org/officeDocument/2006/relationships/image" Target="../media/image521.png"/><Relationship Id="rId415" Type="http://schemas.openxmlformats.org/officeDocument/2006/relationships/customXml" Target="../ink/ink616.xml"/><Relationship Id="rId261" Type="http://schemas.openxmlformats.org/officeDocument/2006/relationships/customXml" Target="../ink/ink539.xml"/><Relationship Id="rId499" Type="http://schemas.openxmlformats.org/officeDocument/2006/relationships/customXml" Target="../ink/ink658.xml"/><Relationship Id="rId56" Type="http://schemas.openxmlformats.org/officeDocument/2006/relationships/image" Target="../media/image445.png"/><Relationship Id="rId359" Type="http://schemas.openxmlformats.org/officeDocument/2006/relationships/customXml" Target="../ink/ink588.xml"/><Relationship Id="rId566" Type="http://schemas.openxmlformats.org/officeDocument/2006/relationships/image" Target="../media/image69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69.xml"/><Relationship Id="rId299" Type="http://schemas.openxmlformats.org/officeDocument/2006/relationships/customXml" Target="../ink/ink860.xml"/><Relationship Id="rId21" Type="http://schemas.openxmlformats.org/officeDocument/2006/relationships/customXml" Target="../ink/ink721.xml"/><Relationship Id="rId63" Type="http://schemas.openxmlformats.org/officeDocument/2006/relationships/customXml" Target="../ink/ink742.xml"/><Relationship Id="rId159" Type="http://schemas.openxmlformats.org/officeDocument/2006/relationships/customXml" Target="../ink/ink790.xml"/><Relationship Id="rId324" Type="http://schemas.openxmlformats.org/officeDocument/2006/relationships/image" Target="../media/image882.png"/><Relationship Id="rId170" Type="http://schemas.openxmlformats.org/officeDocument/2006/relationships/image" Target="../media/image805.png"/><Relationship Id="rId226" Type="http://schemas.openxmlformats.org/officeDocument/2006/relationships/image" Target="../media/image833.png"/><Relationship Id="rId268" Type="http://schemas.openxmlformats.org/officeDocument/2006/relationships/image" Target="../media/image854.png"/><Relationship Id="rId32" Type="http://schemas.openxmlformats.org/officeDocument/2006/relationships/image" Target="../media/image736.png"/><Relationship Id="rId74" Type="http://schemas.openxmlformats.org/officeDocument/2006/relationships/image" Target="../media/image757.png"/><Relationship Id="rId128" Type="http://schemas.openxmlformats.org/officeDocument/2006/relationships/image" Target="../media/image784.png"/><Relationship Id="rId5" Type="http://schemas.openxmlformats.org/officeDocument/2006/relationships/customXml" Target="../ink/ink713.xml"/><Relationship Id="rId181" Type="http://schemas.openxmlformats.org/officeDocument/2006/relationships/customXml" Target="../ink/ink801.xml"/><Relationship Id="rId237" Type="http://schemas.openxmlformats.org/officeDocument/2006/relationships/customXml" Target="../ink/ink829.xml"/><Relationship Id="rId279" Type="http://schemas.openxmlformats.org/officeDocument/2006/relationships/customXml" Target="../ink/ink850.xml"/><Relationship Id="rId43" Type="http://schemas.openxmlformats.org/officeDocument/2006/relationships/customXml" Target="../ink/ink732.xml"/><Relationship Id="rId139" Type="http://schemas.openxmlformats.org/officeDocument/2006/relationships/customXml" Target="../ink/ink780.xml"/><Relationship Id="rId290" Type="http://schemas.openxmlformats.org/officeDocument/2006/relationships/image" Target="../media/image865.png"/><Relationship Id="rId304" Type="http://schemas.openxmlformats.org/officeDocument/2006/relationships/image" Target="../media/image872.png"/><Relationship Id="rId85" Type="http://schemas.openxmlformats.org/officeDocument/2006/relationships/customXml" Target="../ink/ink753.xml"/><Relationship Id="rId150" Type="http://schemas.openxmlformats.org/officeDocument/2006/relationships/image" Target="../media/image795.png"/><Relationship Id="rId192" Type="http://schemas.openxmlformats.org/officeDocument/2006/relationships/image" Target="../media/image816.png"/><Relationship Id="rId206" Type="http://schemas.openxmlformats.org/officeDocument/2006/relationships/image" Target="../media/image823.png"/><Relationship Id="rId248" Type="http://schemas.openxmlformats.org/officeDocument/2006/relationships/image" Target="../media/image844.png"/><Relationship Id="rId12" Type="http://schemas.openxmlformats.org/officeDocument/2006/relationships/image" Target="../media/image726.png"/><Relationship Id="rId108" Type="http://schemas.openxmlformats.org/officeDocument/2006/relationships/image" Target="../media/image774.png"/><Relationship Id="rId315" Type="http://schemas.openxmlformats.org/officeDocument/2006/relationships/customXml" Target="../ink/ink868.xml"/><Relationship Id="rId54" Type="http://schemas.openxmlformats.org/officeDocument/2006/relationships/image" Target="../media/image747.png"/><Relationship Id="rId96" Type="http://schemas.openxmlformats.org/officeDocument/2006/relationships/image" Target="../media/image768.png"/><Relationship Id="rId161" Type="http://schemas.openxmlformats.org/officeDocument/2006/relationships/customXml" Target="../ink/ink791.xml"/><Relationship Id="rId217" Type="http://schemas.openxmlformats.org/officeDocument/2006/relationships/customXml" Target="../ink/ink819.xml"/><Relationship Id="rId259" Type="http://schemas.openxmlformats.org/officeDocument/2006/relationships/customXml" Target="../ink/ink840.xml"/><Relationship Id="rId23" Type="http://schemas.openxmlformats.org/officeDocument/2006/relationships/customXml" Target="../ink/ink722.xml"/><Relationship Id="rId119" Type="http://schemas.openxmlformats.org/officeDocument/2006/relationships/customXml" Target="../ink/ink770.xml"/><Relationship Id="rId270" Type="http://schemas.openxmlformats.org/officeDocument/2006/relationships/image" Target="../media/image855.png"/><Relationship Id="rId326" Type="http://schemas.openxmlformats.org/officeDocument/2006/relationships/image" Target="../media/image883.png"/><Relationship Id="rId65" Type="http://schemas.openxmlformats.org/officeDocument/2006/relationships/customXml" Target="../ink/ink743.xml"/><Relationship Id="rId130" Type="http://schemas.openxmlformats.org/officeDocument/2006/relationships/image" Target="../media/image785.png"/><Relationship Id="rId172" Type="http://schemas.openxmlformats.org/officeDocument/2006/relationships/image" Target="../media/image806.png"/><Relationship Id="rId228" Type="http://schemas.openxmlformats.org/officeDocument/2006/relationships/image" Target="../media/image834.png"/><Relationship Id="rId281" Type="http://schemas.openxmlformats.org/officeDocument/2006/relationships/customXml" Target="../ink/ink851.xml"/><Relationship Id="rId34" Type="http://schemas.openxmlformats.org/officeDocument/2006/relationships/image" Target="../media/image737.png"/><Relationship Id="rId76" Type="http://schemas.openxmlformats.org/officeDocument/2006/relationships/image" Target="../media/image758.png"/><Relationship Id="rId141" Type="http://schemas.openxmlformats.org/officeDocument/2006/relationships/customXml" Target="../ink/ink781.xml"/><Relationship Id="rId7" Type="http://schemas.openxmlformats.org/officeDocument/2006/relationships/customXml" Target="../ink/ink714.xml"/><Relationship Id="rId183" Type="http://schemas.openxmlformats.org/officeDocument/2006/relationships/customXml" Target="../ink/ink802.xml"/><Relationship Id="rId239" Type="http://schemas.openxmlformats.org/officeDocument/2006/relationships/customXml" Target="../ink/ink830.xml"/><Relationship Id="rId250" Type="http://schemas.openxmlformats.org/officeDocument/2006/relationships/image" Target="../media/image845.png"/><Relationship Id="rId292" Type="http://schemas.openxmlformats.org/officeDocument/2006/relationships/image" Target="../media/image866.png"/><Relationship Id="rId306" Type="http://schemas.openxmlformats.org/officeDocument/2006/relationships/image" Target="../media/image873.png"/><Relationship Id="rId24" Type="http://schemas.openxmlformats.org/officeDocument/2006/relationships/image" Target="../media/image732.png"/><Relationship Id="rId45" Type="http://schemas.openxmlformats.org/officeDocument/2006/relationships/customXml" Target="../ink/ink733.xml"/><Relationship Id="rId66" Type="http://schemas.openxmlformats.org/officeDocument/2006/relationships/image" Target="../media/image753.png"/><Relationship Id="rId87" Type="http://schemas.openxmlformats.org/officeDocument/2006/relationships/customXml" Target="../ink/ink754.xml"/><Relationship Id="rId110" Type="http://schemas.openxmlformats.org/officeDocument/2006/relationships/image" Target="../media/image775.png"/><Relationship Id="rId131" Type="http://schemas.openxmlformats.org/officeDocument/2006/relationships/customXml" Target="../ink/ink776.xml"/><Relationship Id="rId327" Type="http://schemas.openxmlformats.org/officeDocument/2006/relationships/customXml" Target="../ink/ink874.xml"/><Relationship Id="rId152" Type="http://schemas.openxmlformats.org/officeDocument/2006/relationships/image" Target="../media/image796.png"/><Relationship Id="rId173" Type="http://schemas.openxmlformats.org/officeDocument/2006/relationships/customXml" Target="../ink/ink797.xml"/><Relationship Id="rId194" Type="http://schemas.openxmlformats.org/officeDocument/2006/relationships/image" Target="../media/image817.png"/><Relationship Id="rId208" Type="http://schemas.openxmlformats.org/officeDocument/2006/relationships/image" Target="../media/image824.png"/><Relationship Id="rId229" Type="http://schemas.openxmlformats.org/officeDocument/2006/relationships/customXml" Target="../ink/ink825.xml"/><Relationship Id="rId240" Type="http://schemas.openxmlformats.org/officeDocument/2006/relationships/image" Target="../media/image840.png"/><Relationship Id="rId261" Type="http://schemas.openxmlformats.org/officeDocument/2006/relationships/customXml" Target="../ink/ink841.xml"/><Relationship Id="rId14" Type="http://schemas.openxmlformats.org/officeDocument/2006/relationships/image" Target="../media/image727.png"/><Relationship Id="rId35" Type="http://schemas.openxmlformats.org/officeDocument/2006/relationships/customXml" Target="../ink/ink728.xml"/><Relationship Id="rId56" Type="http://schemas.openxmlformats.org/officeDocument/2006/relationships/image" Target="../media/image748.png"/><Relationship Id="rId77" Type="http://schemas.openxmlformats.org/officeDocument/2006/relationships/customXml" Target="../ink/ink749.xml"/><Relationship Id="rId100" Type="http://schemas.openxmlformats.org/officeDocument/2006/relationships/image" Target="../media/image770.png"/><Relationship Id="rId282" Type="http://schemas.openxmlformats.org/officeDocument/2006/relationships/image" Target="../media/image861.png"/><Relationship Id="rId317" Type="http://schemas.openxmlformats.org/officeDocument/2006/relationships/customXml" Target="../ink/ink869.xml"/><Relationship Id="rId8" Type="http://schemas.openxmlformats.org/officeDocument/2006/relationships/image" Target="../media/image724.png"/><Relationship Id="rId98" Type="http://schemas.openxmlformats.org/officeDocument/2006/relationships/image" Target="../media/image769.png"/><Relationship Id="rId121" Type="http://schemas.openxmlformats.org/officeDocument/2006/relationships/customXml" Target="../ink/ink771.xml"/><Relationship Id="rId142" Type="http://schemas.openxmlformats.org/officeDocument/2006/relationships/image" Target="../media/image791.png"/><Relationship Id="rId163" Type="http://schemas.openxmlformats.org/officeDocument/2006/relationships/customXml" Target="../ink/ink792.xml"/><Relationship Id="rId184" Type="http://schemas.openxmlformats.org/officeDocument/2006/relationships/image" Target="../media/image812.png"/><Relationship Id="rId219" Type="http://schemas.openxmlformats.org/officeDocument/2006/relationships/customXml" Target="../ink/ink820.xml"/><Relationship Id="rId230" Type="http://schemas.openxmlformats.org/officeDocument/2006/relationships/image" Target="../media/image835.png"/><Relationship Id="rId251" Type="http://schemas.openxmlformats.org/officeDocument/2006/relationships/customXml" Target="../ink/ink836.xml"/><Relationship Id="rId25" Type="http://schemas.openxmlformats.org/officeDocument/2006/relationships/customXml" Target="../ink/ink723.xml"/><Relationship Id="rId46" Type="http://schemas.openxmlformats.org/officeDocument/2006/relationships/image" Target="../media/image743.png"/><Relationship Id="rId67" Type="http://schemas.openxmlformats.org/officeDocument/2006/relationships/customXml" Target="../ink/ink744.xml"/><Relationship Id="rId272" Type="http://schemas.openxmlformats.org/officeDocument/2006/relationships/image" Target="../media/image856.png"/><Relationship Id="rId293" Type="http://schemas.openxmlformats.org/officeDocument/2006/relationships/customXml" Target="../ink/ink857.xml"/><Relationship Id="rId307" Type="http://schemas.openxmlformats.org/officeDocument/2006/relationships/customXml" Target="../ink/ink864.xml"/><Relationship Id="rId328" Type="http://schemas.openxmlformats.org/officeDocument/2006/relationships/image" Target="../media/image884.png"/><Relationship Id="rId88" Type="http://schemas.openxmlformats.org/officeDocument/2006/relationships/image" Target="../media/image764.png"/><Relationship Id="rId111" Type="http://schemas.openxmlformats.org/officeDocument/2006/relationships/customXml" Target="../ink/ink766.xml"/><Relationship Id="rId132" Type="http://schemas.openxmlformats.org/officeDocument/2006/relationships/image" Target="../media/image786.png"/><Relationship Id="rId153" Type="http://schemas.openxmlformats.org/officeDocument/2006/relationships/customXml" Target="../ink/ink787.xml"/><Relationship Id="rId174" Type="http://schemas.openxmlformats.org/officeDocument/2006/relationships/image" Target="../media/image807.png"/><Relationship Id="rId195" Type="http://schemas.openxmlformats.org/officeDocument/2006/relationships/customXml" Target="../ink/ink808.xml"/><Relationship Id="rId209" Type="http://schemas.openxmlformats.org/officeDocument/2006/relationships/customXml" Target="../ink/ink815.xml"/><Relationship Id="rId220" Type="http://schemas.openxmlformats.org/officeDocument/2006/relationships/image" Target="../media/image830.png"/><Relationship Id="rId241" Type="http://schemas.openxmlformats.org/officeDocument/2006/relationships/customXml" Target="../ink/ink831.xml"/><Relationship Id="rId15" Type="http://schemas.openxmlformats.org/officeDocument/2006/relationships/customXml" Target="../ink/ink718.xml"/><Relationship Id="rId36" Type="http://schemas.openxmlformats.org/officeDocument/2006/relationships/image" Target="../media/image738.png"/><Relationship Id="rId57" Type="http://schemas.openxmlformats.org/officeDocument/2006/relationships/customXml" Target="../ink/ink739.xml"/><Relationship Id="rId262" Type="http://schemas.openxmlformats.org/officeDocument/2006/relationships/image" Target="../media/image851.png"/><Relationship Id="rId283" Type="http://schemas.openxmlformats.org/officeDocument/2006/relationships/customXml" Target="../ink/ink852.xml"/><Relationship Id="rId318" Type="http://schemas.openxmlformats.org/officeDocument/2006/relationships/image" Target="../media/image879.png"/><Relationship Id="rId78" Type="http://schemas.openxmlformats.org/officeDocument/2006/relationships/image" Target="../media/image759.png"/><Relationship Id="rId99" Type="http://schemas.openxmlformats.org/officeDocument/2006/relationships/customXml" Target="../ink/ink760.xml"/><Relationship Id="rId101" Type="http://schemas.openxmlformats.org/officeDocument/2006/relationships/customXml" Target="../ink/ink761.xml"/><Relationship Id="rId122" Type="http://schemas.openxmlformats.org/officeDocument/2006/relationships/image" Target="../media/image781.png"/><Relationship Id="rId143" Type="http://schemas.openxmlformats.org/officeDocument/2006/relationships/customXml" Target="../ink/ink782.xml"/><Relationship Id="rId164" Type="http://schemas.openxmlformats.org/officeDocument/2006/relationships/image" Target="../media/image802.png"/><Relationship Id="rId185" Type="http://schemas.openxmlformats.org/officeDocument/2006/relationships/customXml" Target="../ink/ink803.xml"/><Relationship Id="rId9" Type="http://schemas.openxmlformats.org/officeDocument/2006/relationships/customXml" Target="../ink/ink715.xml"/><Relationship Id="rId210" Type="http://schemas.openxmlformats.org/officeDocument/2006/relationships/image" Target="../media/image825.png"/><Relationship Id="rId26" Type="http://schemas.openxmlformats.org/officeDocument/2006/relationships/image" Target="../media/image733.png"/><Relationship Id="rId231" Type="http://schemas.openxmlformats.org/officeDocument/2006/relationships/customXml" Target="../ink/ink826.xml"/><Relationship Id="rId252" Type="http://schemas.openxmlformats.org/officeDocument/2006/relationships/image" Target="../media/image846.png"/><Relationship Id="rId273" Type="http://schemas.openxmlformats.org/officeDocument/2006/relationships/customXml" Target="../ink/ink847.xml"/><Relationship Id="rId294" Type="http://schemas.openxmlformats.org/officeDocument/2006/relationships/image" Target="../media/image867.png"/><Relationship Id="rId308" Type="http://schemas.openxmlformats.org/officeDocument/2006/relationships/image" Target="../media/image874.png"/><Relationship Id="rId329" Type="http://schemas.openxmlformats.org/officeDocument/2006/relationships/customXml" Target="../ink/ink875.xml"/><Relationship Id="rId47" Type="http://schemas.openxmlformats.org/officeDocument/2006/relationships/customXml" Target="../ink/ink734.xml"/><Relationship Id="rId68" Type="http://schemas.openxmlformats.org/officeDocument/2006/relationships/image" Target="../media/image754.png"/><Relationship Id="rId89" Type="http://schemas.openxmlformats.org/officeDocument/2006/relationships/customXml" Target="../ink/ink755.xml"/><Relationship Id="rId112" Type="http://schemas.openxmlformats.org/officeDocument/2006/relationships/image" Target="../media/image776.png"/><Relationship Id="rId133" Type="http://schemas.openxmlformats.org/officeDocument/2006/relationships/customXml" Target="../ink/ink777.xml"/><Relationship Id="rId154" Type="http://schemas.openxmlformats.org/officeDocument/2006/relationships/image" Target="../media/image797.png"/><Relationship Id="rId175" Type="http://schemas.openxmlformats.org/officeDocument/2006/relationships/customXml" Target="../ink/ink798.xml"/><Relationship Id="rId196" Type="http://schemas.openxmlformats.org/officeDocument/2006/relationships/image" Target="../media/image818.png"/><Relationship Id="rId200" Type="http://schemas.openxmlformats.org/officeDocument/2006/relationships/image" Target="../media/image820.png"/><Relationship Id="rId16" Type="http://schemas.openxmlformats.org/officeDocument/2006/relationships/image" Target="../media/image728.png"/><Relationship Id="rId221" Type="http://schemas.openxmlformats.org/officeDocument/2006/relationships/customXml" Target="../ink/ink821.xml"/><Relationship Id="rId242" Type="http://schemas.openxmlformats.org/officeDocument/2006/relationships/image" Target="../media/image841.png"/><Relationship Id="rId263" Type="http://schemas.openxmlformats.org/officeDocument/2006/relationships/customXml" Target="../ink/ink842.xml"/><Relationship Id="rId284" Type="http://schemas.openxmlformats.org/officeDocument/2006/relationships/image" Target="../media/image862.png"/><Relationship Id="rId319" Type="http://schemas.openxmlformats.org/officeDocument/2006/relationships/customXml" Target="../ink/ink870.xml"/><Relationship Id="rId37" Type="http://schemas.openxmlformats.org/officeDocument/2006/relationships/customXml" Target="../ink/ink729.xml"/><Relationship Id="rId58" Type="http://schemas.openxmlformats.org/officeDocument/2006/relationships/image" Target="../media/image749.png"/><Relationship Id="rId79" Type="http://schemas.openxmlformats.org/officeDocument/2006/relationships/customXml" Target="../ink/ink750.xml"/><Relationship Id="rId102" Type="http://schemas.openxmlformats.org/officeDocument/2006/relationships/image" Target="../media/image771.png"/><Relationship Id="rId123" Type="http://schemas.openxmlformats.org/officeDocument/2006/relationships/customXml" Target="../ink/ink772.xml"/><Relationship Id="rId144" Type="http://schemas.openxmlformats.org/officeDocument/2006/relationships/image" Target="../media/image792.png"/><Relationship Id="rId330" Type="http://schemas.openxmlformats.org/officeDocument/2006/relationships/image" Target="../media/image885.png"/><Relationship Id="rId90" Type="http://schemas.openxmlformats.org/officeDocument/2006/relationships/image" Target="../media/image765.png"/><Relationship Id="rId165" Type="http://schemas.openxmlformats.org/officeDocument/2006/relationships/customXml" Target="../ink/ink793.xml"/><Relationship Id="rId186" Type="http://schemas.openxmlformats.org/officeDocument/2006/relationships/image" Target="../media/image813.png"/><Relationship Id="rId211" Type="http://schemas.openxmlformats.org/officeDocument/2006/relationships/customXml" Target="../ink/ink816.xml"/><Relationship Id="rId232" Type="http://schemas.openxmlformats.org/officeDocument/2006/relationships/image" Target="../media/image836.png"/><Relationship Id="rId253" Type="http://schemas.openxmlformats.org/officeDocument/2006/relationships/customXml" Target="../ink/ink837.xml"/><Relationship Id="rId274" Type="http://schemas.openxmlformats.org/officeDocument/2006/relationships/image" Target="../media/image857.png"/><Relationship Id="rId295" Type="http://schemas.openxmlformats.org/officeDocument/2006/relationships/customXml" Target="../ink/ink858.xml"/><Relationship Id="rId309" Type="http://schemas.openxmlformats.org/officeDocument/2006/relationships/customXml" Target="../ink/ink865.xml"/><Relationship Id="rId27" Type="http://schemas.openxmlformats.org/officeDocument/2006/relationships/customXml" Target="../ink/ink724.xml"/><Relationship Id="rId48" Type="http://schemas.openxmlformats.org/officeDocument/2006/relationships/image" Target="../media/image744.png"/><Relationship Id="rId69" Type="http://schemas.openxmlformats.org/officeDocument/2006/relationships/customXml" Target="../ink/ink745.xml"/><Relationship Id="rId113" Type="http://schemas.openxmlformats.org/officeDocument/2006/relationships/customXml" Target="../ink/ink767.xml"/><Relationship Id="rId134" Type="http://schemas.openxmlformats.org/officeDocument/2006/relationships/image" Target="../media/image787.png"/><Relationship Id="rId320" Type="http://schemas.openxmlformats.org/officeDocument/2006/relationships/image" Target="../media/image880.png"/><Relationship Id="rId80" Type="http://schemas.openxmlformats.org/officeDocument/2006/relationships/image" Target="../media/image760.png"/><Relationship Id="rId155" Type="http://schemas.openxmlformats.org/officeDocument/2006/relationships/customXml" Target="../ink/ink788.xml"/><Relationship Id="rId176" Type="http://schemas.openxmlformats.org/officeDocument/2006/relationships/image" Target="../media/image808.png"/><Relationship Id="rId197" Type="http://schemas.openxmlformats.org/officeDocument/2006/relationships/customXml" Target="../ink/ink809.xml"/><Relationship Id="rId201" Type="http://schemas.openxmlformats.org/officeDocument/2006/relationships/customXml" Target="../ink/ink811.xml"/><Relationship Id="rId222" Type="http://schemas.openxmlformats.org/officeDocument/2006/relationships/image" Target="../media/image831.png"/><Relationship Id="rId243" Type="http://schemas.openxmlformats.org/officeDocument/2006/relationships/customXml" Target="../ink/ink832.xml"/><Relationship Id="rId264" Type="http://schemas.openxmlformats.org/officeDocument/2006/relationships/image" Target="../media/image852.png"/><Relationship Id="rId285" Type="http://schemas.openxmlformats.org/officeDocument/2006/relationships/customXml" Target="../ink/ink853.xml"/><Relationship Id="rId17" Type="http://schemas.openxmlformats.org/officeDocument/2006/relationships/customXml" Target="../ink/ink719.xml"/><Relationship Id="rId38" Type="http://schemas.openxmlformats.org/officeDocument/2006/relationships/image" Target="../media/image739.png"/><Relationship Id="rId59" Type="http://schemas.openxmlformats.org/officeDocument/2006/relationships/customXml" Target="../ink/ink740.xml"/><Relationship Id="rId103" Type="http://schemas.openxmlformats.org/officeDocument/2006/relationships/customXml" Target="../ink/ink762.xml"/><Relationship Id="rId124" Type="http://schemas.openxmlformats.org/officeDocument/2006/relationships/image" Target="../media/image782.png"/><Relationship Id="rId310" Type="http://schemas.openxmlformats.org/officeDocument/2006/relationships/image" Target="../media/image875.png"/><Relationship Id="rId70" Type="http://schemas.openxmlformats.org/officeDocument/2006/relationships/image" Target="../media/image755.png"/><Relationship Id="rId91" Type="http://schemas.openxmlformats.org/officeDocument/2006/relationships/customXml" Target="../ink/ink756.xml"/><Relationship Id="rId145" Type="http://schemas.openxmlformats.org/officeDocument/2006/relationships/customXml" Target="../ink/ink783.xml"/><Relationship Id="rId166" Type="http://schemas.openxmlformats.org/officeDocument/2006/relationships/image" Target="../media/image803.png"/><Relationship Id="rId187" Type="http://schemas.openxmlformats.org/officeDocument/2006/relationships/customXml" Target="../ink/ink804.xml"/><Relationship Id="rId331" Type="http://schemas.openxmlformats.org/officeDocument/2006/relationships/customXml" Target="../ink/ink87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26.png"/><Relationship Id="rId233" Type="http://schemas.openxmlformats.org/officeDocument/2006/relationships/customXml" Target="../ink/ink827.xml"/><Relationship Id="rId254" Type="http://schemas.openxmlformats.org/officeDocument/2006/relationships/image" Target="../media/image847.png"/><Relationship Id="rId28" Type="http://schemas.openxmlformats.org/officeDocument/2006/relationships/image" Target="../media/image734.png"/><Relationship Id="rId49" Type="http://schemas.openxmlformats.org/officeDocument/2006/relationships/customXml" Target="../ink/ink735.xml"/><Relationship Id="rId114" Type="http://schemas.openxmlformats.org/officeDocument/2006/relationships/image" Target="../media/image777.png"/><Relationship Id="rId275" Type="http://schemas.openxmlformats.org/officeDocument/2006/relationships/customXml" Target="../ink/ink848.xml"/><Relationship Id="rId296" Type="http://schemas.openxmlformats.org/officeDocument/2006/relationships/image" Target="../media/image868.png"/><Relationship Id="rId300" Type="http://schemas.openxmlformats.org/officeDocument/2006/relationships/image" Target="../media/image870.png"/><Relationship Id="rId60" Type="http://schemas.openxmlformats.org/officeDocument/2006/relationships/image" Target="../media/image750.png"/><Relationship Id="rId81" Type="http://schemas.openxmlformats.org/officeDocument/2006/relationships/customXml" Target="../ink/ink751.xml"/><Relationship Id="rId135" Type="http://schemas.openxmlformats.org/officeDocument/2006/relationships/customXml" Target="../ink/ink778.xml"/><Relationship Id="rId156" Type="http://schemas.openxmlformats.org/officeDocument/2006/relationships/image" Target="../media/image798.png"/><Relationship Id="rId177" Type="http://schemas.openxmlformats.org/officeDocument/2006/relationships/customXml" Target="../ink/ink799.xml"/><Relationship Id="rId198" Type="http://schemas.openxmlformats.org/officeDocument/2006/relationships/image" Target="../media/image819.png"/><Relationship Id="rId321" Type="http://schemas.openxmlformats.org/officeDocument/2006/relationships/customXml" Target="../ink/ink871.xml"/><Relationship Id="rId202" Type="http://schemas.openxmlformats.org/officeDocument/2006/relationships/image" Target="../media/image821.png"/><Relationship Id="rId223" Type="http://schemas.openxmlformats.org/officeDocument/2006/relationships/customXml" Target="../ink/ink822.xml"/><Relationship Id="rId244" Type="http://schemas.openxmlformats.org/officeDocument/2006/relationships/image" Target="../media/image842.png"/><Relationship Id="rId18" Type="http://schemas.openxmlformats.org/officeDocument/2006/relationships/image" Target="../media/image729.png"/><Relationship Id="rId39" Type="http://schemas.openxmlformats.org/officeDocument/2006/relationships/customXml" Target="../ink/ink730.xml"/><Relationship Id="rId265" Type="http://schemas.openxmlformats.org/officeDocument/2006/relationships/customXml" Target="../ink/ink843.xml"/><Relationship Id="rId286" Type="http://schemas.openxmlformats.org/officeDocument/2006/relationships/image" Target="../media/image863.png"/><Relationship Id="rId50" Type="http://schemas.openxmlformats.org/officeDocument/2006/relationships/image" Target="../media/image745.png"/><Relationship Id="rId104" Type="http://schemas.openxmlformats.org/officeDocument/2006/relationships/image" Target="../media/image772.png"/><Relationship Id="rId125" Type="http://schemas.openxmlformats.org/officeDocument/2006/relationships/customXml" Target="../ink/ink773.xml"/><Relationship Id="rId146" Type="http://schemas.openxmlformats.org/officeDocument/2006/relationships/image" Target="../media/image793.png"/><Relationship Id="rId167" Type="http://schemas.openxmlformats.org/officeDocument/2006/relationships/customXml" Target="../ink/ink794.xml"/><Relationship Id="rId188" Type="http://schemas.openxmlformats.org/officeDocument/2006/relationships/image" Target="../media/image814.png"/><Relationship Id="rId311" Type="http://schemas.openxmlformats.org/officeDocument/2006/relationships/customXml" Target="../ink/ink866.xml"/><Relationship Id="rId332" Type="http://schemas.openxmlformats.org/officeDocument/2006/relationships/image" Target="../media/image886.png"/><Relationship Id="rId71" Type="http://schemas.openxmlformats.org/officeDocument/2006/relationships/customXml" Target="../ink/ink746.xml"/><Relationship Id="rId92" Type="http://schemas.openxmlformats.org/officeDocument/2006/relationships/image" Target="../media/image766.png"/><Relationship Id="rId213" Type="http://schemas.openxmlformats.org/officeDocument/2006/relationships/customXml" Target="../ink/ink817.xml"/><Relationship Id="rId234" Type="http://schemas.openxmlformats.org/officeDocument/2006/relationships/image" Target="../media/image837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725.xml"/><Relationship Id="rId255" Type="http://schemas.openxmlformats.org/officeDocument/2006/relationships/customXml" Target="../ink/ink838.xml"/><Relationship Id="rId276" Type="http://schemas.openxmlformats.org/officeDocument/2006/relationships/image" Target="../media/image858.png"/><Relationship Id="rId297" Type="http://schemas.openxmlformats.org/officeDocument/2006/relationships/customXml" Target="../ink/ink859.xml"/><Relationship Id="rId40" Type="http://schemas.openxmlformats.org/officeDocument/2006/relationships/image" Target="../media/image740.png"/><Relationship Id="rId115" Type="http://schemas.openxmlformats.org/officeDocument/2006/relationships/customXml" Target="../ink/ink768.xml"/><Relationship Id="rId136" Type="http://schemas.openxmlformats.org/officeDocument/2006/relationships/image" Target="../media/image788.png"/><Relationship Id="rId157" Type="http://schemas.openxmlformats.org/officeDocument/2006/relationships/customXml" Target="../ink/ink789.xml"/><Relationship Id="rId178" Type="http://schemas.openxmlformats.org/officeDocument/2006/relationships/image" Target="../media/image809.png"/><Relationship Id="rId301" Type="http://schemas.openxmlformats.org/officeDocument/2006/relationships/customXml" Target="../ink/ink861.xml"/><Relationship Id="rId322" Type="http://schemas.openxmlformats.org/officeDocument/2006/relationships/image" Target="../media/image881.png"/><Relationship Id="rId61" Type="http://schemas.openxmlformats.org/officeDocument/2006/relationships/customXml" Target="../ink/ink741.xml"/><Relationship Id="rId82" Type="http://schemas.openxmlformats.org/officeDocument/2006/relationships/image" Target="../media/image761.png"/><Relationship Id="rId199" Type="http://schemas.openxmlformats.org/officeDocument/2006/relationships/customXml" Target="../ink/ink810.xml"/><Relationship Id="rId203" Type="http://schemas.openxmlformats.org/officeDocument/2006/relationships/customXml" Target="../ink/ink812.xml"/><Relationship Id="rId19" Type="http://schemas.openxmlformats.org/officeDocument/2006/relationships/customXml" Target="../ink/ink720.xml"/><Relationship Id="rId224" Type="http://schemas.openxmlformats.org/officeDocument/2006/relationships/image" Target="../media/image832.png"/><Relationship Id="rId245" Type="http://schemas.openxmlformats.org/officeDocument/2006/relationships/customXml" Target="../ink/ink833.xml"/><Relationship Id="rId266" Type="http://schemas.openxmlformats.org/officeDocument/2006/relationships/image" Target="../media/image853.png"/><Relationship Id="rId287" Type="http://schemas.openxmlformats.org/officeDocument/2006/relationships/customXml" Target="../ink/ink854.xml"/><Relationship Id="rId30" Type="http://schemas.openxmlformats.org/officeDocument/2006/relationships/image" Target="../media/image735.png"/><Relationship Id="rId105" Type="http://schemas.openxmlformats.org/officeDocument/2006/relationships/customXml" Target="../ink/ink763.xml"/><Relationship Id="rId126" Type="http://schemas.openxmlformats.org/officeDocument/2006/relationships/image" Target="../media/image783.png"/><Relationship Id="rId147" Type="http://schemas.openxmlformats.org/officeDocument/2006/relationships/customXml" Target="../ink/ink784.xml"/><Relationship Id="rId168" Type="http://schemas.openxmlformats.org/officeDocument/2006/relationships/image" Target="../media/image804.png"/><Relationship Id="rId312" Type="http://schemas.openxmlformats.org/officeDocument/2006/relationships/image" Target="../media/image876.png"/><Relationship Id="rId333" Type="http://schemas.openxmlformats.org/officeDocument/2006/relationships/customXml" Target="../ink/ink877.xml"/><Relationship Id="rId51" Type="http://schemas.openxmlformats.org/officeDocument/2006/relationships/customXml" Target="../ink/ink736.xml"/><Relationship Id="rId72" Type="http://schemas.openxmlformats.org/officeDocument/2006/relationships/image" Target="../media/image756.png"/><Relationship Id="rId93" Type="http://schemas.openxmlformats.org/officeDocument/2006/relationships/customXml" Target="../ink/ink757.xml"/><Relationship Id="rId189" Type="http://schemas.openxmlformats.org/officeDocument/2006/relationships/customXml" Target="../ink/ink805.xml"/><Relationship Id="rId3" Type="http://schemas.openxmlformats.org/officeDocument/2006/relationships/image" Target="../media/image721.png"/><Relationship Id="rId214" Type="http://schemas.openxmlformats.org/officeDocument/2006/relationships/image" Target="../media/image827.png"/><Relationship Id="rId235" Type="http://schemas.openxmlformats.org/officeDocument/2006/relationships/customXml" Target="../ink/ink828.xml"/><Relationship Id="rId256" Type="http://schemas.openxmlformats.org/officeDocument/2006/relationships/image" Target="../media/image848.png"/><Relationship Id="rId277" Type="http://schemas.openxmlformats.org/officeDocument/2006/relationships/customXml" Target="../ink/ink849.xml"/><Relationship Id="rId298" Type="http://schemas.openxmlformats.org/officeDocument/2006/relationships/image" Target="../media/image869.png"/><Relationship Id="rId116" Type="http://schemas.openxmlformats.org/officeDocument/2006/relationships/image" Target="../media/image778.png"/><Relationship Id="rId137" Type="http://schemas.openxmlformats.org/officeDocument/2006/relationships/customXml" Target="../ink/ink779.xml"/><Relationship Id="rId158" Type="http://schemas.openxmlformats.org/officeDocument/2006/relationships/image" Target="../media/image799.png"/><Relationship Id="rId302" Type="http://schemas.openxmlformats.org/officeDocument/2006/relationships/image" Target="../media/image871.png"/><Relationship Id="rId323" Type="http://schemas.openxmlformats.org/officeDocument/2006/relationships/customXml" Target="../ink/ink872.xml"/><Relationship Id="rId20" Type="http://schemas.openxmlformats.org/officeDocument/2006/relationships/image" Target="../media/image730.png"/><Relationship Id="rId41" Type="http://schemas.openxmlformats.org/officeDocument/2006/relationships/customXml" Target="../ink/ink731.xml"/><Relationship Id="rId62" Type="http://schemas.openxmlformats.org/officeDocument/2006/relationships/image" Target="../media/image751.png"/><Relationship Id="rId83" Type="http://schemas.openxmlformats.org/officeDocument/2006/relationships/customXml" Target="../ink/ink752.xml"/><Relationship Id="rId179" Type="http://schemas.openxmlformats.org/officeDocument/2006/relationships/customXml" Target="../ink/ink800.xml"/><Relationship Id="rId190" Type="http://schemas.openxmlformats.org/officeDocument/2006/relationships/image" Target="../media/image815.png"/><Relationship Id="rId204" Type="http://schemas.openxmlformats.org/officeDocument/2006/relationships/image" Target="../media/image822.png"/><Relationship Id="rId225" Type="http://schemas.openxmlformats.org/officeDocument/2006/relationships/customXml" Target="../ink/ink823.xml"/><Relationship Id="rId246" Type="http://schemas.openxmlformats.org/officeDocument/2006/relationships/image" Target="../media/image843.png"/><Relationship Id="rId267" Type="http://schemas.openxmlformats.org/officeDocument/2006/relationships/customXml" Target="../ink/ink844.xml"/><Relationship Id="rId288" Type="http://schemas.openxmlformats.org/officeDocument/2006/relationships/image" Target="../media/image864.png"/><Relationship Id="rId106" Type="http://schemas.openxmlformats.org/officeDocument/2006/relationships/image" Target="../media/image773.png"/><Relationship Id="rId127" Type="http://schemas.openxmlformats.org/officeDocument/2006/relationships/customXml" Target="../ink/ink774.xml"/><Relationship Id="rId313" Type="http://schemas.openxmlformats.org/officeDocument/2006/relationships/customXml" Target="../ink/ink867.xml"/><Relationship Id="rId10" Type="http://schemas.openxmlformats.org/officeDocument/2006/relationships/image" Target="../media/image725.png"/><Relationship Id="rId31" Type="http://schemas.openxmlformats.org/officeDocument/2006/relationships/customXml" Target="../ink/ink726.xml"/><Relationship Id="rId52" Type="http://schemas.openxmlformats.org/officeDocument/2006/relationships/image" Target="../media/image746.png"/><Relationship Id="rId73" Type="http://schemas.openxmlformats.org/officeDocument/2006/relationships/customXml" Target="../ink/ink747.xml"/><Relationship Id="rId94" Type="http://schemas.openxmlformats.org/officeDocument/2006/relationships/image" Target="../media/image767.png"/><Relationship Id="rId148" Type="http://schemas.openxmlformats.org/officeDocument/2006/relationships/image" Target="../media/image794.png"/><Relationship Id="rId169" Type="http://schemas.openxmlformats.org/officeDocument/2006/relationships/customXml" Target="../ink/ink795.xml"/><Relationship Id="rId334" Type="http://schemas.openxmlformats.org/officeDocument/2006/relationships/image" Target="../media/image887.png"/><Relationship Id="rId4" Type="http://schemas.openxmlformats.org/officeDocument/2006/relationships/image" Target="../media/image722.svg"/><Relationship Id="rId180" Type="http://schemas.openxmlformats.org/officeDocument/2006/relationships/image" Target="../media/image810.png"/><Relationship Id="rId215" Type="http://schemas.openxmlformats.org/officeDocument/2006/relationships/customXml" Target="../ink/ink818.xml"/><Relationship Id="rId236" Type="http://schemas.openxmlformats.org/officeDocument/2006/relationships/image" Target="../media/image838.png"/><Relationship Id="rId257" Type="http://schemas.openxmlformats.org/officeDocument/2006/relationships/customXml" Target="../ink/ink839.xml"/><Relationship Id="rId278" Type="http://schemas.openxmlformats.org/officeDocument/2006/relationships/image" Target="../media/image859.png"/><Relationship Id="rId303" Type="http://schemas.openxmlformats.org/officeDocument/2006/relationships/customXml" Target="../ink/ink862.xml"/><Relationship Id="rId42" Type="http://schemas.openxmlformats.org/officeDocument/2006/relationships/image" Target="../media/image741.png"/><Relationship Id="rId84" Type="http://schemas.openxmlformats.org/officeDocument/2006/relationships/image" Target="../media/image762.png"/><Relationship Id="rId138" Type="http://schemas.openxmlformats.org/officeDocument/2006/relationships/image" Target="../media/image789.png"/><Relationship Id="rId191" Type="http://schemas.openxmlformats.org/officeDocument/2006/relationships/customXml" Target="../ink/ink806.xml"/><Relationship Id="rId205" Type="http://schemas.openxmlformats.org/officeDocument/2006/relationships/customXml" Target="../ink/ink813.xml"/><Relationship Id="rId247" Type="http://schemas.openxmlformats.org/officeDocument/2006/relationships/customXml" Target="../ink/ink834.xml"/><Relationship Id="rId107" Type="http://schemas.openxmlformats.org/officeDocument/2006/relationships/customXml" Target="../ink/ink764.xml"/><Relationship Id="rId289" Type="http://schemas.openxmlformats.org/officeDocument/2006/relationships/customXml" Target="../ink/ink855.xml"/><Relationship Id="rId11" Type="http://schemas.openxmlformats.org/officeDocument/2006/relationships/customXml" Target="../ink/ink716.xml"/><Relationship Id="rId53" Type="http://schemas.openxmlformats.org/officeDocument/2006/relationships/customXml" Target="../ink/ink737.xml"/><Relationship Id="rId149" Type="http://schemas.openxmlformats.org/officeDocument/2006/relationships/customXml" Target="../ink/ink785.xml"/><Relationship Id="rId314" Type="http://schemas.openxmlformats.org/officeDocument/2006/relationships/image" Target="../media/image877.png"/><Relationship Id="rId95" Type="http://schemas.openxmlformats.org/officeDocument/2006/relationships/customXml" Target="../ink/ink758.xml"/><Relationship Id="rId160" Type="http://schemas.openxmlformats.org/officeDocument/2006/relationships/image" Target="../media/image800.png"/><Relationship Id="rId216" Type="http://schemas.openxmlformats.org/officeDocument/2006/relationships/image" Target="../media/image828.png"/><Relationship Id="rId258" Type="http://schemas.openxmlformats.org/officeDocument/2006/relationships/image" Target="../media/image849.png"/><Relationship Id="rId22" Type="http://schemas.openxmlformats.org/officeDocument/2006/relationships/image" Target="../media/image731.png"/><Relationship Id="rId64" Type="http://schemas.openxmlformats.org/officeDocument/2006/relationships/image" Target="../media/image752.png"/><Relationship Id="rId118" Type="http://schemas.openxmlformats.org/officeDocument/2006/relationships/image" Target="../media/image779.png"/><Relationship Id="rId325" Type="http://schemas.openxmlformats.org/officeDocument/2006/relationships/customXml" Target="../ink/ink873.xml"/><Relationship Id="rId171" Type="http://schemas.openxmlformats.org/officeDocument/2006/relationships/customXml" Target="../ink/ink796.xml"/><Relationship Id="rId227" Type="http://schemas.openxmlformats.org/officeDocument/2006/relationships/customXml" Target="../ink/ink824.xml"/><Relationship Id="rId269" Type="http://schemas.openxmlformats.org/officeDocument/2006/relationships/customXml" Target="../ink/ink845.xml"/><Relationship Id="rId33" Type="http://schemas.openxmlformats.org/officeDocument/2006/relationships/customXml" Target="../ink/ink727.xml"/><Relationship Id="rId129" Type="http://schemas.openxmlformats.org/officeDocument/2006/relationships/customXml" Target="../ink/ink775.xml"/><Relationship Id="rId280" Type="http://schemas.openxmlformats.org/officeDocument/2006/relationships/image" Target="../media/image860.png"/><Relationship Id="rId75" Type="http://schemas.openxmlformats.org/officeDocument/2006/relationships/customXml" Target="../ink/ink748.xml"/><Relationship Id="rId140" Type="http://schemas.openxmlformats.org/officeDocument/2006/relationships/image" Target="../media/image790.png"/><Relationship Id="rId182" Type="http://schemas.openxmlformats.org/officeDocument/2006/relationships/image" Target="../media/image811.png"/><Relationship Id="rId6" Type="http://schemas.openxmlformats.org/officeDocument/2006/relationships/image" Target="../media/image723.png"/><Relationship Id="rId238" Type="http://schemas.openxmlformats.org/officeDocument/2006/relationships/image" Target="../media/image839.png"/><Relationship Id="rId291" Type="http://schemas.openxmlformats.org/officeDocument/2006/relationships/customXml" Target="../ink/ink856.xml"/><Relationship Id="rId305" Type="http://schemas.openxmlformats.org/officeDocument/2006/relationships/customXml" Target="../ink/ink863.xml"/><Relationship Id="rId44" Type="http://schemas.openxmlformats.org/officeDocument/2006/relationships/image" Target="../media/image742.png"/><Relationship Id="rId86" Type="http://schemas.openxmlformats.org/officeDocument/2006/relationships/image" Target="../media/image763.png"/><Relationship Id="rId151" Type="http://schemas.openxmlformats.org/officeDocument/2006/relationships/customXml" Target="../ink/ink786.xml"/><Relationship Id="rId193" Type="http://schemas.openxmlformats.org/officeDocument/2006/relationships/customXml" Target="../ink/ink807.xml"/><Relationship Id="rId207" Type="http://schemas.openxmlformats.org/officeDocument/2006/relationships/customXml" Target="../ink/ink814.xml"/><Relationship Id="rId249" Type="http://schemas.openxmlformats.org/officeDocument/2006/relationships/customXml" Target="../ink/ink835.xml"/><Relationship Id="rId13" Type="http://schemas.openxmlformats.org/officeDocument/2006/relationships/customXml" Target="../ink/ink717.xml"/><Relationship Id="rId109" Type="http://schemas.openxmlformats.org/officeDocument/2006/relationships/customXml" Target="../ink/ink765.xml"/><Relationship Id="rId260" Type="http://schemas.openxmlformats.org/officeDocument/2006/relationships/image" Target="../media/image850.png"/><Relationship Id="rId316" Type="http://schemas.openxmlformats.org/officeDocument/2006/relationships/image" Target="../media/image878.png"/><Relationship Id="rId55" Type="http://schemas.openxmlformats.org/officeDocument/2006/relationships/customXml" Target="../ink/ink738.xml"/><Relationship Id="rId97" Type="http://schemas.openxmlformats.org/officeDocument/2006/relationships/customXml" Target="../ink/ink759.xml"/><Relationship Id="rId120" Type="http://schemas.openxmlformats.org/officeDocument/2006/relationships/image" Target="../media/image780.png"/><Relationship Id="rId162" Type="http://schemas.openxmlformats.org/officeDocument/2006/relationships/image" Target="../media/image801.png"/><Relationship Id="rId218" Type="http://schemas.openxmlformats.org/officeDocument/2006/relationships/image" Target="../media/image829.png"/><Relationship Id="rId271" Type="http://schemas.openxmlformats.org/officeDocument/2006/relationships/customXml" Target="../ink/ink846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3.png"/><Relationship Id="rId21" Type="http://schemas.openxmlformats.org/officeDocument/2006/relationships/customXml" Target="../ink/ink887.xml"/><Relationship Id="rId324" Type="http://schemas.openxmlformats.org/officeDocument/2006/relationships/customXml" Target="../ink/ink1041.xml"/><Relationship Id="rId531" Type="http://schemas.openxmlformats.org/officeDocument/2006/relationships/customXml" Target="../ink/ink1145.xml"/><Relationship Id="rId170" Type="http://schemas.openxmlformats.org/officeDocument/2006/relationships/image" Target="../media/image969.png"/><Relationship Id="rId268" Type="http://schemas.openxmlformats.org/officeDocument/2006/relationships/image" Target="../media/image1017.png"/><Relationship Id="rId475" Type="http://schemas.openxmlformats.org/officeDocument/2006/relationships/customXml" Target="../ink/ink1117.xml"/><Relationship Id="rId32" Type="http://schemas.openxmlformats.org/officeDocument/2006/relationships/image" Target="../media/image901.png"/><Relationship Id="rId128" Type="http://schemas.openxmlformats.org/officeDocument/2006/relationships/customXml" Target="../ink/ink941.xml"/><Relationship Id="rId335" Type="http://schemas.openxmlformats.org/officeDocument/2006/relationships/image" Target="../media/image1050.png"/><Relationship Id="rId542" Type="http://schemas.openxmlformats.org/officeDocument/2006/relationships/image" Target="../media/image1153.png"/><Relationship Id="rId181" Type="http://schemas.openxmlformats.org/officeDocument/2006/relationships/image" Target="../media/image974.png"/><Relationship Id="rId402" Type="http://schemas.openxmlformats.org/officeDocument/2006/relationships/image" Target="../media/image1083.png"/><Relationship Id="rId279" Type="http://schemas.openxmlformats.org/officeDocument/2006/relationships/image" Target="../media/image1022.png"/><Relationship Id="rId486" Type="http://schemas.openxmlformats.org/officeDocument/2006/relationships/image" Target="../media/image1125.png"/><Relationship Id="rId43" Type="http://schemas.openxmlformats.org/officeDocument/2006/relationships/customXml" Target="../ink/ink898.xml"/><Relationship Id="rId139" Type="http://schemas.openxmlformats.org/officeDocument/2006/relationships/image" Target="../media/image954.png"/><Relationship Id="rId346" Type="http://schemas.openxmlformats.org/officeDocument/2006/relationships/customXml" Target="../ink/ink1052.xml"/><Relationship Id="rId553" Type="http://schemas.openxmlformats.org/officeDocument/2006/relationships/customXml" Target="../ink/ink1156.xml"/><Relationship Id="rId192" Type="http://schemas.openxmlformats.org/officeDocument/2006/relationships/customXml" Target="../ink/ink974.xml"/><Relationship Id="rId206" Type="http://schemas.openxmlformats.org/officeDocument/2006/relationships/customXml" Target="../ink/ink981.xml"/><Relationship Id="rId413" Type="http://schemas.openxmlformats.org/officeDocument/2006/relationships/customXml" Target="../ink/ink1086.xml"/><Relationship Id="rId497" Type="http://schemas.openxmlformats.org/officeDocument/2006/relationships/customXml" Target="../ink/ink1128.xml"/><Relationship Id="rId357" Type="http://schemas.openxmlformats.org/officeDocument/2006/relationships/image" Target="../media/image1061.png"/><Relationship Id="rId54" Type="http://schemas.openxmlformats.org/officeDocument/2006/relationships/image" Target="../media/image912.png"/><Relationship Id="rId217" Type="http://schemas.openxmlformats.org/officeDocument/2006/relationships/image" Target="../media/image992.png"/><Relationship Id="rId564" Type="http://schemas.openxmlformats.org/officeDocument/2006/relationships/image" Target="../media/image1164.png"/><Relationship Id="rId424" Type="http://schemas.openxmlformats.org/officeDocument/2006/relationships/image" Target="../media/image1094.png"/><Relationship Id="rId270" Type="http://schemas.openxmlformats.org/officeDocument/2006/relationships/image" Target="../media/image1018.png"/><Relationship Id="rId65" Type="http://schemas.openxmlformats.org/officeDocument/2006/relationships/customXml" Target="../ink/ink909.xml"/><Relationship Id="rId130" Type="http://schemas.openxmlformats.org/officeDocument/2006/relationships/customXml" Target="../ink/ink942.xml"/><Relationship Id="rId368" Type="http://schemas.openxmlformats.org/officeDocument/2006/relationships/customXml" Target="../ink/ink1063.xml"/><Relationship Id="rId575" Type="http://schemas.openxmlformats.org/officeDocument/2006/relationships/customXml" Target="../ink/ink1167.xml"/><Relationship Id="rId228" Type="http://schemas.openxmlformats.org/officeDocument/2006/relationships/customXml" Target="../ink/ink992.xml"/><Relationship Id="rId435" Type="http://schemas.openxmlformats.org/officeDocument/2006/relationships/customXml" Target="../ink/ink1097.xml"/><Relationship Id="rId281" Type="http://schemas.openxmlformats.org/officeDocument/2006/relationships/image" Target="../media/image1023.png"/><Relationship Id="rId502" Type="http://schemas.openxmlformats.org/officeDocument/2006/relationships/image" Target="../media/image1133.png"/><Relationship Id="rId76" Type="http://schemas.openxmlformats.org/officeDocument/2006/relationships/image" Target="../media/image923.png"/><Relationship Id="rId141" Type="http://schemas.openxmlformats.org/officeDocument/2006/relationships/image" Target="../media/image955.png"/><Relationship Id="rId379" Type="http://schemas.openxmlformats.org/officeDocument/2006/relationships/image" Target="../media/image1072.png"/><Relationship Id="rId586" Type="http://schemas.openxmlformats.org/officeDocument/2006/relationships/image" Target="../media/image1175.png"/><Relationship Id="rId7" Type="http://schemas.openxmlformats.org/officeDocument/2006/relationships/image" Target="../media/image889.png"/><Relationship Id="rId239" Type="http://schemas.openxmlformats.org/officeDocument/2006/relationships/image" Target="../media/image1003.png"/><Relationship Id="rId446" Type="http://schemas.openxmlformats.org/officeDocument/2006/relationships/image" Target="../media/image1105.png"/><Relationship Id="rId292" Type="http://schemas.openxmlformats.org/officeDocument/2006/relationships/customXml" Target="../ink/ink1025.xml"/><Relationship Id="rId306" Type="http://schemas.openxmlformats.org/officeDocument/2006/relationships/customXml" Target="../ink/ink1032.xml"/><Relationship Id="rId87" Type="http://schemas.openxmlformats.org/officeDocument/2006/relationships/image" Target="../media/image928.png"/><Relationship Id="rId513" Type="http://schemas.openxmlformats.org/officeDocument/2006/relationships/customXml" Target="../ink/ink1136.xml"/><Relationship Id="rId597" Type="http://schemas.openxmlformats.org/officeDocument/2006/relationships/customXml" Target="../ink/ink1178.xml"/><Relationship Id="rId152" Type="http://schemas.openxmlformats.org/officeDocument/2006/relationships/image" Target="../media/image960.png"/><Relationship Id="rId457" Type="http://schemas.openxmlformats.org/officeDocument/2006/relationships/customXml" Target="../ink/ink1108.xml"/><Relationship Id="rId261" Type="http://schemas.openxmlformats.org/officeDocument/2006/relationships/customXml" Target="../ink/ink1009.xml"/><Relationship Id="rId499" Type="http://schemas.openxmlformats.org/officeDocument/2006/relationships/customXml" Target="../ink/ink1129.xml"/><Relationship Id="rId14" Type="http://schemas.openxmlformats.org/officeDocument/2006/relationships/customXml" Target="../ink/ink883.xml"/><Relationship Id="rId56" Type="http://schemas.openxmlformats.org/officeDocument/2006/relationships/image" Target="../media/image913.png"/><Relationship Id="rId317" Type="http://schemas.openxmlformats.org/officeDocument/2006/relationships/image" Target="../media/image1041.png"/><Relationship Id="rId359" Type="http://schemas.openxmlformats.org/officeDocument/2006/relationships/image" Target="../media/image1062.png"/><Relationship Id="rId524" Type="http://schemas.openxmlformats.org/officeDocument/2006/relationships/image" Target="../media/image1144.png"/><Relationship Id="rId566" Type="http://schemas.openxmlformats.org/officeDocument/2006/relationships/image" Target="../media/image1165.png"/><Relationship Id="rId98" Type="http://schemas.openxmlformats.org/officeDocument/2006/relationships/customXml" Target="../ink/ink926.xml"/><Relationship Id="rId121" Type="http://schemas.openxmlformats.org/officeDocument/2006/relationships/image" Target="../media/image945.png"/><Relationship Id="rId163" Type="http://schemas.openxmlformats.org/officeDocument/2006/relationships/customXml" Target="../ink/ink959.xml"/><Relationship Id="rId219" Type="http://schemas.openxmlformats.org/officeDocument/2006/relationships/image" Target="../media/image993.png"/><Relationship Id="rId370" Type="http://schemas.openxmlformats.org/officeDocument/2006/relationships/customXml" Target="../ink/ink1064.xml"/><Relationship Id="rId426" Type="http://schemas.openxmlformats.org/officeDocument/2006/relationships/image" Target="../media/image1095.png"/><Relationship Id="rId230" Type="http://schemas.openxmlformats.org/officeDocument/2006/relationships/customXml" Target="../ink/ink993.xml"/><Relationship Id="rId468" Type="http://schemas.openxmlformats.org/officeDocument/2006/relationships/image" Target="../media/image1116.png"/><Relationship Id="rId25" Type="http://schemas.openxmlformats.org/officeDocument/2006/relationships/customXml" Target="../ink/ink889.xml"/><Relationship Id="rId67" Type="http://schemas.openxmlformats.org/officeDocument/2006/relationships/customXml" Target="../ink/ink910.xml"/><Relationship Id="rId272" Type="http://schemas.openxmlformats.org/officeDocument/2006/relationships/image" Target="../media/image1019.png"/><Relationship Id="rId328" Type="http://schemas.openxmlformats.org/officeDocument/2006/relationships/customXml" Target="../ink/ink1043.xml"/><Relationship Id="rId535" Type="http://schemas.openxmlformats.org/officeDocument/2006/relationships/customXml" Target="../ink/ink1147.xml"/><Relationship Id="rId577" Type="http://schemas.openxmlformats.org/officeDocument/2006/relationships/customXml" Target="../ink/ink1168.xml"/><Relationship Id="rId132" Type="http://schemas.openxmlformats.org/officeDocument/2006/relationships/customXml" Target="../ink/ink943.xml"/><Relationship Id="rId174" Type="http://schemas.openxmlformats.org/officeDocument/2006/relationships/image" Target="../media/image971.png"/><Relationship Id="rId381" Type="http://schemas.openxmlformats.org/officeDocument/2006/relationships/image" Target="../media/image1073.png"/><Relationship Id="rId241" Type="http://schemas.openxmlformats.org/officeDocument/2006/relationships/image" Target="../media/image1004.png"/><Relationship Id="rId437" Type="http://schemas.openxmlformats.org/officeDocument/2006/relationships/customXml" Target="../ink/ink1098.xml"/><Relationship Id="rId479" Type="http://schemas.openxmlformats.org/officeDocument/2006/relationships/customXml" Target="../ink/ink1119.xml"/><Relationship Id="rId36" Type="http://schemas.openxmlformats.org/officeDocument/2006/relationships/image" Target="../media/image903.png"/><Relationship Id="rId283" Type="http://schemas.openxmlformats.org/officeDocument/2006/relationships/image" Target="../media/image1024.png"/><Relationship Id="rId339" Type="http://schemas.openxmlformats.org/officeDocument/2006/relationships/image" Target="../media/image1052.png"/><Relationship Id="rId490" Type="http://schemas.openxmlformats.org/officeDocument/2006/relationships/image" Target="../media/image1127.png"/><Relationship Id="rId504" Type="http://schemas.openxmlformats.org/officeDocument/2006/relationships/image" Target="../media/image1134.png"/><Relationship Id="rId546" Type="http://schemas.openxmlformats.org/officeDocument/2006/relationships/image" Target="../media/image1155.png"/><Relationship Id="rId78" Type="http://schemas.openxmlformats.org/officeDocument/2006/relationships/image" Target="../media/image924.png"/><Relationship Id="rId101" Type="http://schemas.openxmlformats.org/officeDocument/2006/relationships/image" Target="../media/image935.png"/><Relationship Id="rId143" Type="http://schemas.openxmlformats.org/officeDocument/2006/relationships/image" Target="../media/image956.png"/><Relationship Id="rId185" Type="http://schemas.openxmlformats.org/officeDocument/2006/relationships/image" Target="../media/image976.png"/><Relationship Id="rId350" Type="http://schemas.openxmlformats.org/officeDocument/2006/relationships/customXml" Target="../ink/ink1054.xml"/><Relationship Id="rId406" Type="http://schemas.openxmlformats.org/officeDocument/2006/relationships/image" Target="../media/image1085.png"/><Relationship Id="rId588" Type="http://schemas.openxmlformats.org/officeDocument/2006/relationships/image" Target="../media/image1176.png"/><Relationship Id="rId9" Type="http://schemas.openxmlformats.org/officeDocument/2006/relationships/image" Target="../media/image890.png"/><Relationship Id="rId210" Type="http://schemas.openxmlformats.org/officeDocument/2006/relationships/customXml" Target="../ink/ink983.xml"/><Relationship Id="rId392" Type="http://schemas.openxmlformats.org/officeDocument/2006/relationships/image" Target="../media/image1078.png"/><Relationship Id="rId448" Type="http://schemas.openxmlformats.org/officeDocument/2006/relationships/image" Target="../media/image1106.png"/><Relationship Id="rId252" Type="http://schemas.openxmlformats.org/officeDocument/2006/relationships/customXml" Target="../ink/ink1004.xml"/><Relationship Id="rId294" Type="http://schemas.openxmlformats.org/officeDocument/2006/relationships/customXml" Target="../ink/ink1026.xml"/><Relationship Id="rId308" Type="http://schemas.openxmlformats.org/officeDocument/2006/relationships/customXml" Target="../ink/ink1033.xml"/><Relationship Id="rId515" Type="http://schemas.openxmlformats.org/officeDocument/2006/relationships/customXml" Target="../ink/ink1137.xml"/><Relationship Id="rId47" Type="http://schemas.openxmlformats.org/officeDocument/2006/relationships/customXml" Target="../ink/ink900.xml"/><Relationship Id="rId89" Type="http://schemas.openxmlformats.org/officeDocument/2006/relationships/image" Target="../media/image929.png"/><Relationship Id="rId112" Type="http://schemas.openxmlformats.org/officeDocument/2006/relationships/customXml" Target="../ink/ink933.xml"/><Relationship Id="rId154" Type="http://schemas.openxmlformats.org/officeDocument/2006/relationships/image" Target="../media/image961.png"/><Relationship Id="rId361" Type="http://schemas.openxmlformats.org/officeDocument/2006/relationships/image" Target="../media/image1063.png"/><Relationship Id="rId557" Type="http://schemas.openxmlformats.org/officeDocument/2006/relationships/customXml" Target="../ink/ink1158.xml"/><Relationship Id="rId599" Type="http://schemas.openxmlformats.org/officeDocument/2006/relationships/customXml" Target="../ink/ink1179.xml"/><Relationship Id="rId196" Type="http://schemas.openxmlformats.org/officeDocument/2006/relationships/customXml" Target="../ink/ink976.xml"/><Relationship Id="rId417" Type="http://schemas.openxmlformats.org/officeDocument/2006/relationships/customXml" Target="../ink/ink1088.xml"/><Relationship Id="rId459" Type="http://schemas.openxmlformats.org/officeDocument/2006/relationships/customXml" Target="../ink/ink1109.xml"/><Relationship Id="rId16" Type="http://schemas.openxmlformats.org/officeDocument/2006/relationships/customXml" Target="../ink/ink884.xml"/><Relationship Id="rId221" Type="http://schemas.openxmlformats.org/officeDocument/2006/relationships/image" Target="../media/image994.png"/><Relationship Id="rId263" Type="http://schemas.openxmlformats.org/officeDocument/2006/relationships/customXml" Target="../ink/ink1010.xml"/><Relationship Id="rId319" Type="http://schemas.openxmlformats.org/officeDocument/2006/relationships/image" Target="../media/image1042.png"/><Relationship Id="rId470" Type="http://schemas.openxmlformats.org/officeDocument/2006/relationships/image" Target="../media/image1117.png"/><Relationship Id="rId526" Type="http://schemas.openxmlformats.org/officeDocument/2006/relationships/image" Target="../media/image1145.png"/><Relationship Id="rId58" Type="http://schemas.openxmlformats.org/officeDocument/2006/relationships/image" Target="../media/image914.png"/><Relationship Id="rId123" Type="http://schemas.openxmlformats.org/officeDocument/2006/relationships/image" Target="../media/image946.png"/><Relationship Id="rId330" Type="http://schemas.openxmlformats.org/officeDocument/2006/relationships/customXml" Target="../ink/ink1044.xml"/><Relationship Id="rId568" Type="http://schemas.openxmlformats.org/officeDocument/2006/relationships/image" Target="../media/image1166.png"/><Relationship Id="rId165" Type="http://schemas.openxmlformats.org/officeDocument/2006/relationships/customXml" Target="../ink/ink960.xml"/><Relationship Id="rId372" Type="http://schemas.openxmlformats.org/officeDocument/2006/relationships/customXml" Target="../ink/ink1065.xml"/><Relationship Id="rId428" Type="http://schemas.openxmlformats.org/officeDocument/2006/relationships/image" Target="../media/image1096.png"/><Relationship Id="rId232" Type="http://schemas.openxmlformats.org/officeDocument/2006/relationships/customXml" Target="../ink/ink994.xml"/><Relationship Id="rId274" Type="http://schemas.openxmlformats.org/officeDocument/2006/relationships/image" Target="../media/image1020.png"/><Relationship Id="rId481" Type="http://schemas.openxmlformats.org/officeDocument/2006/relationships/customXml" Target="../ink/ink1120.xml"/><Relationship Id="rId27" Type="http://schemas.openxmlformats.org/officeDocument/2006/relationships/customXml" Target="../ink/ink890.xml"/><Relationship Id="rId69" Type="http://schemas.openxmlformats.org/officeDocument/2006/relationships/customXml" Target="../ink/ink911.xml"/><Relationship Id="rId134" Type="http://schemas.openxmlformats.org/officeDocument/2006/relationships/customXml" Target="../ink/ink944.xml"/><Relationship Id="rId537" Type="http://schemas.openxmlformats.org/officeDocument/2006/relationships/customXml" Target="../ink/ink1148.xml"/><Relationship Id="rId579" Type="http://schemas.openxmlformats.org/officeDocument/2006/relationships/customXml" Target="../ink/ink1169.xml"/><Relationship Id="rId80" Type="http://schemas.openxmlformats.org/officeDocument/2006/relationships/image" Target="../media/image925.png"/><Relationship Id="rId176" Type="http://schemas.openxmlformats.org/officeDocument/2006/relationships/image" Target="../media/image972.png"/><Relationship Id="rId341" Type="http://schemas.openxmlformats.org/officeDocument/2006/relationships/image" Target="../media/image1053.png"/><Relationship Id="rId383" Type="http://schemas.openxmlformats.org/officeDocument/2006/relationships/customXml" Target="../ink/ink1071.xml"/><Relationship Id="rId439" Type="http://schemas.openxmlformats.org/officeDocument/2006/relationships/customXml" Target="../ink/ink1099.xml"/><Relationship Id="rId590" Type="http://schemas.openxmlformats.org/officeDocument/2006/relationships/image" Target="../media/image1177.png"/><Relationship Id="rId201" Type="http://schemas.openxmlformats.org/officeDocument/2006/relationships/image" Target="../media/image984.png"/><Relationship Id="rId243" Type="http://schemas.openxmlformats.org/officeDocument/2006/relationships/image" Target="../media/image1005.png"/><Relationship Id="rId285" Type="http://schemas.openxmlformats.org/officeDocument/2006/relationships/image" Target="../media/image1025.png"/><Relationship Id="rId450" Type="http://schemas.openxmlformats.org/officeDocument/2006/relationships/image" Target="../media/image1107.png"/><Relationship Id="rId506" Type="http://schemas.openxmlformats.org/officeDocument/2006/relationships/image" Target="../media/image1135.png"/><Relationship Id="rId38" Type="http://schemas.openxmlformats.org/officeDocument/2006/relationships/image" Target="../media/image904.png"/><Relationship Id="rId103" Type="http://schemas.openxmlformats.org/officeDocument/2006/relationships/image" Target="../media/image936.png"/><Relationship Id="rId310" Type="http://schemas.openxmlformats.org/officeDocument/2006/relationships/customXml" Target="../ink/ink1034.xml"/><Relationship Id="rId492" Type="http://schemas.openxmlformats.org/officeDocument/2006/relationships/image" Target="../media/image1128.png"/><Relationship Id="rId548" Type="http://schemas.openxmlformats.org/officeDocument/2006/relationships/image" Target="../media/image1156.png"/><Relationship Id="rId91" Type="http://schemas.openxmlformats.org/officeDocument/2006/relationships/image" Target="../media/image930.png"/><Relationship Id="rId145" Type="http://schemas.openxmlformats.org/officeDocument/2006/relationships/customXml" Target="../ink/ink950.xml"/><Relationship Id="rId187" Type="http://schemas.openxmlformats.org/officeDocument/2006/relationships/image" Target="../media/image977.png"/><Relationship Id="rId352" Type="http://schemas.openxmlformats.org/officeDocument/2006/relationships/customXml" Target="../ink/ink1055.xml"/><Relationship Id="rId394" Type="http://schemas.openxmlformats.org/officeDocument/2006/relationships/image" Target="../media/image1079.png"/><Relationship Id="rId408" Type="http://schemas.openxmlformats.org/officeDocument/2006/relationships/image" Target="../media/image1086.png"/><Relationship Id="rId212" Type="http://schemas.openxmlformats.org/officeDocument/2006/relationships/customXml" Target="../ink/ink984.xml"/><Relationship Id="rId254" Type="http://schemas.openxmlformats.org/officeDocument/2006/relationships/customXml" Target="../ink/ink1005.xml"/><Relationship Id="rId49" Type="http://schemas.openxmlformats.org/officeDocument/2006/relationships/customXml" Target="../ink/ink901.xml"/><Relationship Id="rId114" Type="http://schemas.openxmlformats.org/officeDocument/2006/relationships/customXml" Target="../ink/ink934.xml"/><Relationship Id="rId296" Type="http://schemas.openxmlformats.org/officeDocument/2006/relationships/customXml" Target="../ink/ink1027.xml"/><Relationship Id="rId461" Type="http://schemas.openxmlformats.org/officeDocument/2006/relationships/customXml" Target="../ink/ink1110.xml"/><Relationship Id="rId517" Type="http://schemas.openxmlformats.org/officeDocument/2006/relationships/customXml" Target="../ink/ink1138.xml"/><Relationship Id="rId559" Type="http://schemas.openxmlformats.org/officeDocument/2006/relationships/customXml" Target="../ink/ink1159.xml"/><Relationship Id="rId60" Type="http://schemas.openxmlformats.org/officeDocument/2006/relationships/image" Target="../media/image915.png"/><Relationship Id="rId156" Type="http://schemas.openxmlformats.org/officeDocument/2006/relationships/image" Target="../media/image962.png"/><Relationship Id="rId198" Type="http://schemas.openxmlformats.org/officeDocument/2006/relationships/customXml" Target="../ink/ink977.xml"/><Relationship Id="rId321" Type="http://schemas.openxmlformats.org/officeDocument/2006/relationships/image" Target="../media/image1043.png"/><Relationship Id="rId363" Type="http://schemas.openxmlformats.org/officeDocument/2006/relationships/image" Target="../media/image1064.png"/><Relationship Id="rId419" Type="http://schemas.openxmlformats.org/officeDocument/2006/relationships/customXml" Target="../ink/ink1089.xml"/><Relationship Id="rId570" Type="http://schemas.openxmlformats.org/officeDocument/2006/relationships/image" Target="../media/image1167.png"/><Relationship Id="rId223" Type="http://schemas.openxmlformats.org/officeDocument/2006/relationships/image" Target="../media/image995.png"/><Relationship Id="rId430" Type="http://schemas.openxmlformats.org/officeDocument/2006/relationships/image" Target="../media/image1097.png"/><Relationship Id="rId18" Type="http://schemas.openxmlformats.org/officeDocument/2006/relationships/image" Target="../media/image894.png"/><Relationship Id="rId265" Type="http://schemas.openxmlformats.org/officeDocument/2006/relationships/customXml" Target="../ink/ink1011.xml"/><Relationship Id="rId472" Type="http://schemas.openxmlformats.org/officeDocument/2006/relationships/image" Target="../media/image1118.png"/><Relationship Id="rId528" Type="http://schemas.openxmlformats.org/officeDocument/2006/relationships/image" Target="../media/image1146.png"/><Relationship Id="rId125" Type="http://schemas.openxmlformats.org/officeDocument/2006/relationships/image" Target="../media/image947.png"/><Relationship Id="rId167" Type="http://schemas.openxmlformats.org/officeDocument/2006/relationships/customXml" Target="../ink/ink961.xml"/><Relationship Id="rId332" Type="http://schemas.openxmlformats.org/officeDocument/2006/relationships/customXml" Target="../ink/ink1045.xml"/><Relationship Id="rId374" Type="http://schemas.openxmlformats.org/officeDocument/2006/relationships/customXml" Target="../ink/ink1066.xml"/><Relationship Id="rId581" Type="http://schemas.openxmlformats.org/officeDocument/2006/relationships/customXml" Target="../ink/ink1170.xml"/><Relationship Id="rId71" Type="http://schemas.openxmlformats.org/officeDocument/2006/relationships/customXml" Target="../ink/ink912.xml"/><Relationship Id="rId234" Type="http://schemas.openxmlformats.org/officeDocument/2006/relationships/customXml" Target="../ink/ink995.xml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891.xml"/><Relationship Id="rId276" Type="http://schemas.openxmlformats.org/officeDocument/2006/relationships/customXml" Target="../ink/ink1017.xml"/><Relationship Id="rId441" Type="http://schemas.openxmlformats.org/officeDocument/2006/relationships/customXml" Target="../ink/ink1100.xml"/><Relationship Id="rId483" Type="http://schemas.openxmlformats.org/officeDocument/2006/relationships/customXml" Target="../ink/ink1121.xml"/><Relationship Id="rId539" Type="http://schemas.openxmlformats.org/officeDocument/2006/relationships/customXml" Target="../ink/ink1149.xml"/><Relationship Id="rId40" Type="http://schemas.openxmlformats.org/officeDocument/2006/relationships/image" Target="../media/image905.png"/><Relationship Id="rId136" Type="http://schemas.openxmlformats.org/officeDocument/2006/relationships/customXml" Target="../ink/ink945.xml"/><Relationship Id="rId178" Type="http://schemas.openxmlformats.org/officeDocument/2006/relationships/customXml" Target="../ink/ink967.xml"/><Relationship Id="rId301" Type="http://schemas.openxmlformats.org/officeDocument/2006/relationships/image" Target="../media/image1033.png"/><Relationship Id="rId343" Type="http://schemas.openxmlformats.org/officeDocument/2006/relationships/image" Target="../media/image1054.png"/><Relationship Id="rId550" Type="http://schemas.openxmlformats.org/officeDocument/2006/relationships/image" Target="../media/image1157.png"/><Relationship Id="rId82" Type="http://schemas.openxmlformats.org/officeDocument/2006/relationships/customXml" Target="../ink/ink918.xml"/><Relationship Id="rId203" Type="http://schemas.openxmlformats.org/officeDocument/2006/relationships/image" Target="../media/image985.png"/><Relationship Id="rId385" Type="http://schemas.openxmlformats.org/officeDocument/2006/relationships/customXml" Target="../ink/ink1072.xml"/><Relationship Id="rId592" Type="http://schemas.openxmlformats.org/officeDocument/2006/relationships/image" Target="../media/image1178.png"/><Relationship Id="rId245" Type="http://schemas.openxmlformats.org/officeDocument/2006/relationships/image" Target="../media/image1006.png"/><Relationship Id="rId287" Type="http://schemas.openxmlformats.org/officeDocument/2006/relationships/image" Target="../media/image1026.png"/><Relationship Id="rId410" Type="http://schemas.openxmlformats.org/officeDocument/2006/relationships/image" Target="../media/image1087.png"/><Relationship Id="rId452" Type="http://schemas.openxmlformats.org/officeDocument/2006/relationships/image" Target="../media/image1108.png"/><Relationship Id="rId494" Type="http://schemas.openxmlformats.org/officeDocument/2006/relationships/image" Target="../media/image1129.png"/><Relationship Id="rId508" Type="http://schemas.openxmlformats.org/officeDocument/2006/relationships/image" Target="../media/image1136.png"/><Relationship Id="rId105" Type="http://schemas.openxmlformats.org/officeDocument/2006/relationships/image" Target="../media/image937.png"/><Relationship Id="rId147" Type="http://schemas.openxmlformats.org/officeDocument/2006/relationships/customXml" Target="../ink/ink951.xml"/><Relationship Id="rId312" Type="http://schemas.openxmlformats.org/officeDocument/2006/relationships/customXml" Target="../ink/ink1035.xml"/><Relationship Id="rId354" Type="http://schemas.openxmlformats.org/officeDocument/2006/relationships/customXml" Target="../ink/ink1056.xml"/><Relationship Id="rId51" Type="http://schemas.openxmlformats.org/officeDocument/2006/relationships/customXml" Target="../ink/ink902.xml"/><Relationship Id="rId93" Type="http://schemas.openxmlformats.org/officeDocument/2006/relationships/image" Target="../media/image931.png"/><Relationship Id="rId189" Type="http://schemas.openxmlformats.org/officeDocument/2006/relationships/image" Target="../media/image978.png"/><Relationship Id="rId396" Type="http://schemas.openxmlformats.org/officeDocument/2006/relationships/image" Target="../media/image1080.png"/><Relationship Id="rId561" Type="http://schemas.openxmlformats.org/officeDocument/2006/relationships/customXml" Target="../ink/ink1160.xml"/><Relationship Id="rId214" Type="http://schemas.openxmlformats.org/officeDocument/2006/relationships/customXml" Target="../ink/ink985.xml"/><Relationship Id="rId256" Type="http://schemas.openxmlformats.org/officeDocument/2006/relationships/customXml" Target="../ink/ink1006.xml"/><Relationship Id="rId298" Type="http://schemas.openxmlformats.org/officeDocument/2006/relationships/customXml" Target="../ink/ink1028.xml"/><Relationship Id="rId421" Type="http://schemas.openxmlformats.org/officeDocument/2006/relationships/customXml" Target="../ink/ink1090.xml"/><Relationship Id="rId463" Type="http://schemas.openxmlformats.org/officeDocument/2006/relationships/customXml" Target="../ink/ink1111.xml"/><Relationship Id="rId519" Type="http://schemas.openxmlformats.org/officeDocument/2006/relationships/customXml" Target="../ink/ink1139.xml"/><Relationship Id="rId116" Type="http://schemas.openxmlformats.org/officeDocument/2006/relationships/customXml" Target="../ink/ink935.xml"/><Relationship Id="rId158" Type="http://schemas.openxmlformats.org/officeDocument/2006/relationships/image" Target="../media/image963.png"/><Relationship Id="rId323" Type="http://schemas.openxmlformats.org/officeDocument/2006/relationships/image" Target="../media/image1044.png"/><Relationship Id="rId530" Type="http://schemas.openxmlformats.org/officeDocument/2006/relationships/image" Target="../media/image1147.png"/><Relationship Id="rId20" Type="http://schemas.openxmlformats.org/officeDocument/2006/relationships/image" Target="../media/image895.png"/><Relationship Id="rId62" Type="http://schemas.openxmlformats.org/officeDocument/2006/relationships/image" Target="../media/image916.png"/><Relationship Id="rId365" Type="http://schemas.openxmlformats.org/officeDocument/2006/relationships/image" Target="../media/image1065.png"/><Relationship Id="rId572" Type="http://schemas.openxmlformats.org/officeDocument/2006/relationships/image" Target="../media/image1168.png"/><Relationship Id="rId225" Type="http://schemas.openxmlformats.org/officeDocument/2006/relationships/image" Target="../media/image996.png"/><Relationship Id="rId267" Type="http://schemas.openxmlformats.org/officeDocument/2006/relationships/customXml" Target="../ink/ink1012.xml"/><Relationship Id="rId432" Type="http://schemas.openxmlformats.org/officeDocument/2006/relationships/image" Target="../media/image1098.png"/><Relationship Id="rId474" Type="http://schemas.openxmlformats.org/officeDocument/2006/relationships/image" Target="../media/image1119.png"/><Relationship Id="rId127" Type="http://schemas.openxmlformats.org/officeDocument/2006/relationships/image" Target="../media/image948.png"/><Relationship Id="rId31" Type="http://schemas.openxmlformats.org/officeDocument/2006/relationships/customXml" Target="../ink/ink892.xml"/><Relationship Id="rId73" Type="http://schemas.openxmlformats.org/officeDocument/2006/relationships/customXml" Target="../ink/ink913.xml"/><Relationship Id="rId169" Type="http://schemas.openxmlformats.org/officeDocument/2006/relationships/customXml" Target="../ink/ink962.xml"/><Relationship Id="rId334" Type="http://schemas.openxmlformats.org/officeDocument/2006/relationships/customXml" Target="../ink/ink1046.xml"/><Relationship Id="rId376" Type="http://schemas.openxmlformats.org/officeDocument/2006/relationships/customXml" Target="../ink/ink1067.xml"/><Relationship Id="rId541" Type="http://schemas.openxmlformats.org/officeDocument/2006/relationships/customXml" Target="../ink/ink1150.xml"/><Relationship Id="rId583" Type="http://schemas.openxmlformats.org/officeDocument/2006/relationships/customXml" Target="../ink/ink1171.xml"/><Relationship Id="rId4" Type="http://schemas.openxmlformats.org/officeDocument/2006/relationships/customXml" Target="../ink/ink878.xml"/><Relationship Id="rId180" Type="http://schemas.openxmlformats.org/officeDocument/2006/relationships/customXml" Target="../ink/ink968.xml"/><Relationship Id="rId236" Type="http://schemas.openxmlformats.org/officeDocument/2006/relationships/customXml" Target="../ink/ink996.xml"/><Relationship Id="rId278" Type="http://schemas.openxmlformats.org/officeDocument/2006/relationships/customXml" Target="../ink/ink1018.xml"/><Relationship Id="rId401" Type="http://schemas.openxmlformats.org/officeDocument/2006/relationships/customXml" Target="../ink/ink1080.xml"/><Relationship Id="rId443" Type="http://schemas.openxmlformats.org/officeDocument/2006/relationships/customXml" Target="../ink/ink1101.xml"/><Relationship Id="rId303" Type="http://schemas.openxmlformats.org/officeDocument/2006/relationships/image" Target="../media/image1034.png"/><Relationship Id="rId485" Type="http://schemas.openxmlformats.org/officeDocument/2006/relationships/customXml" Target="../ink/ink1122.xml"/><Relationship Id="rId42" Type="http://schemas.openxmlformats.org/officeDocument/2006/relationships/image" Target="../media/image906.png"/><Relationship Id="rId84" Type="http://schemas.openxmlformats.org/officeDocument/2006/relationships/customXml" Target="../ink/ink919.xml"/><Relationship Id="rId138" Type="http://schemas.openxmlformats.org/officeDocument/2006/relationships/customXml" Target="../ink/ink946.xml"/><Relationship Id="rId345" Type="http://schemas.openxmlformats.org/officeDocument/2006/relationships/image" Target="../media/image1055.png"/><Relationship Id="rId387" Type="http://schemas.openxmlformats.org/officeDocument/2006/relationships/customXml" Target="../ink/ink1073.xml"/><Relationship Id="rId510" Type="http://schemas.openxmlformats.org/officeDocument/2006/relationships/image" Target="../media/image1137.png"/><Relationship Id="rId552" Type="http://schemas.openxmlformats.org/officeDocument/2006/relationships/image" Target="../media/image1158.png"/><Relationship Id="rId594" Type="http://schemas.openxmlformats.org/officeDocument/2006/relationships/image" Target="../media/image1179.png"/><Relationship Id="rId191" Type="http://schemas.openxmlformats.org/officeDocument/2006/relationships/image" Target="../media/image979.png"/><Relationship Id="rId205" Type="http://schemas.openxmlformats.org/officeDocument/2006/relationships/image" Target="../media/image986.png"/><Relationship Id="rId247" Type="http://schemas.openxmlformats.org/officeDocument/2006/relationships/image" Target="../media/image1007.png"/><Relationship Id="rId412" Type="http://schemas.openxmlformats.org/officeDocument/2006/relationships/image" Target="../media/image1088.png"/><Relationship Id="rId107" Type="http://schemas.openxmlformats.org/officeDocument/2006/relationships/image" Target="../media/image938.png"/><Relationship Id="rId289" Type="http://schemas.openxmlformats.org/officeDocument/2006/relationships/image" Target="../media/image1027.png"/><Relationship Id="rId454" Type="http://schemas.openxmlformats.org/officeDocument/2006/relationships/image" Target="../media/image1109.png"/><Relationship Id="rId496" Type="http://schemas.openxmlformats.org/officeDocument/2006/relationships/image" Target="../media/image1130.png"/><Relationship Id="rId11" Type="http://schemas.openxmlformats.org/officeDocument/2006/relationships/image" Target="../media/image891.png"/><Relationship Id="rId53" Type="http://schemas.openxmlformats.org/officeDocument/2006/relationships/customXml" Target="../ink/ink903.xml"/><Relationship Id="rId149" Type="http://schemas.openxmlformats.org/officeDocument/2006/relationships/customXml" Target="../ink/ink952.xml"/><Relationship Id="rId314" Type="http://schemas.openxmlformats.org/officeDocument/2006/relationships/customXml" Target="../ink/ink1036.xml"/><Relationship Id="rId356" Type="http://schemas.openxmlformats.org/officeDocument/2006/relationships/customXml" Target="../ink/ink1057.xml"/><Relationship Id="rId398" Type="http://schemas.openxmlformats.org/officeDocument/2006/relationships/image" Target="../media/image1081.png"/><Relationship Id="rId521" Type="http://schemas.openxmlformats.org/officeDocument/2006/relationships/customXml" Target="../ink/ink1140.xml"/><Relationship Id="rId563" Type="http://schemas.openxmlformats.org/officeDocument/2006/relationships/customXml" Target="../ink/ink1161.xml"/><Relationship Id="rId95" Type="http://schemas.openxmlformats.org/officeDocument/2006/relationships/image" Target="../media/image932.png"/><Relationship Id="rId160" Type="http://schemas.openxmlformats.org/officeDocument/2006/relationships/image" Target="../media/image964.png"/><Relationship Id="rId216" Type="http://schemas.openxmlformats.org/officeDocument/2006/relationships/customXml" Target="../ink/ink986.xml"/><Relationship Id="rId423" Type="http://schemas.openxmlformats.org/officeDocument/2006/relationships/customXml" Target="../ink/ink1091.xml"/><Relationship Id="rId258" Type="http://schemas.openxmlformats.org/officeDocument/2006/relationships/image" Target="../media/image1012.png"/><Relationship Id="rId465" Type="http://schemas.openxmlformats.org/officeDocument/2006/relationships/customXml" Target="../ink/ink1112.xml"/><Relationship Id="rId22" Type="http://schemas.openxmlformats.org/officeDocument/2006/relationships/image" Target="../media/image896.png"/><Relationship Id="rId64" Type="http://schemas.openxmlformats.org/officeDocument/2006/relationships/image" Target="../media/image917.png"/><Relationship Id="rId118" Type="http://schemas.openxmlformats.org/officeDocument/2006/relationships/customXml" Target="../ink/ink936.xml"/><Relationship Id="rId325" Type="http://schemas.openxmlformats.org/officeDocument/2006/relationships/image" Target="../media/image1045.png"/><Relationship Id="rId367" Type="http://schemas.openxmlformats.org/officeDocument/2006/relationships/image" Target="../media/image1066.png"/><Relationship Id="rId532" Type="http://schemas.openxmlformats.org/officeDocument/2006/relationships/image" Target="../media/image1148.png"/><Relationship Id="rId574" Type="http://schemas.openxmlformats.org/officeDocument/2006/relationships/image" Target="../media/image1169.png"/><Relationship Id="rId171" Type="http://schemas.openxmlformats.org/officeDocument/2006/relationships/customXml" Target="../ink/ink963.xml"/><Relationship Id="rId227" Type="http://schemas.openxmlformats.org/officeDocument/2006/relationships/image" Target="../media/image997.png"/><Relationship Id="rId269" Type="http://schemas.openxmlformats.org/officeDocument/2006/relationships/customXml" Target="../ink/ink1013.xml"/><Relationship Id="rId434" Type="http://schemas.openxmlformats.org/officeDocument/2006/relationships/image" Target="../media/image1099.png"/><Relationship Id="rId476" Type="http://schemas.openxmlformats.org/officeDocument/2006/relationships/image" Target="../media/image1120.png"/><Relationship Id="rId33" Type="http://schemas.openxmlformats.org/officeDocument/2006/relationships/customXml" Target="../ink/ink893.xml"/><Relationship Id="rId129" Type="http://schemas.openxmlformats.org/officeDocument/2006/relationships/image" Target="../media/image949.png"/><Relationship Id="rId280" Type="http://schemas.openxmlformats.org/officeDocument/2006/relationships/customXml" Target="../ink/ink1019.xml"/><Relationship Id="rId336" Type="http://schemas.openxmlformats.org/officeDocument/2006/relationships/customXml" Target="../ink/ink1047.xml"/><Relationship Id="rId501" Type="http://schemas.openxmlformats.org/officeDocument/2006/relationships/customXml" Target="../ink/ink1130.xml"/><Relationship Id="rId543" Type="http://schemas.openxmlformats.org/officeDocument/2006/relationships/customXml" Target="../ink/ink1151.xml"/><Relationship Id="rId75" Type="http://schemas.openxmlformats.org/officeDocument/2006/relationships/customXml" Target="../ink/ink914.xml"/><Relationship Id="rId140" Type="http://schemas.openxmlformats.org/officeDocument/2006/relationships/customXml" Target="../ink/ink947.xml"/><Relationship Id="rId182" Type="http://schemas.openxmlformats.org/officeDocument/2006/relationships/customXml" Target="../ink/ink969.xml"/><Relationship Id="rId378" Type="http://schemas.openxmlformats.org/officeDocument/2006/relationships/customXml" Target="../ink/ink1068.xml"/><Relationship Id="rId403" Type="http://schemas.openxmlformats.org/officeDocument/2006/relationships/customXml" Target="../ink/ink1081.xml"/><Relationship Id="rId585" Type="http://schemas.openxmlformats.org/officeDocument/2006/relationships/customXml" Target="../ink/ink1172.xml"/><Relationship Id="rId6" Type="http://schemas.openxmlformats.org/officeDocument/2006/relationships/customXml" Target="../ink/ink879.xml"/><Relationship Id="rId238" Type="http://schemas.openxmlformats.org/officeDocument/2006/relationships/customXml" Target="../ink/ink997.xml"/><Relationship Id="rId445" Type="http://schemas.openxmlformats.org/officeDocument/2006/relationships/customXml" Target="../ink/ink1102.xml"/><Relationship Id="rId487" Type="http://schemas.openxmlformats.org/officeDocument/2006/relationships/customXml" Target="../ink/ink1123.xml"/><Relationship Id="rId291" Type="http://schemas.openxmlformats.org/officeDocument/2006/relationships/image" Target="../media/image1028.png"/><Relationship Id="rId305" Type="http://schemas.openxmlformats.org/officeDocument/2006/relationships/image" Target="../media/image1035.png"/><Relationship Id="rId347" Type="http://schemas.openxmlformats.org/officeDocument/2006/relationships/image" Target="../media/image1056.png"/><Relationship Id="rId512" Type="http://schemas.openxmlformats.org/officeDocument/2006/relationships/image" Target="../media/image1138.png"/><Relationship Id="rId44" Type="http://schemas.openxmlformats.org/officeDocument/2006/relationships/image" Target="../media/image907.png"/><Relationship Id="rId86" Type="http://schemas.openxmlformats.org/officeDocument/2006/relationships/customXml" Target="../ink/ink920.xml"/><Relationship Id="rId151" Type="http://schemas.openxmlformats.org/officeDocument/2006/relationships/customXml" Target="../ink/ink953.xml"/><Relationship Id="rId389" Type="http://schemas.openxmlformats.org/officeDocument/2006/relationships/customXml" Target="../ink/ink1074.xml"/><Relationship Id="rId554" Type="http://schemas.openxmlformats.org/officeDocument/2006/relationships/image" Target="../media/image1159.png"/><Relationship Id="rId596" Type="http://schemas.openxmlformats.org/officeDocument/2006/relationships/image" Target="../media/image1180.png"/><Relationship Id="rId193" Type="http://schemas.openxmlformats.org/officeDocument/2006/relationships/image" Target="../media/image980.png"/><Relationship Id="rId207" Type="http://schemas.openxmlformats.org/officeDocument/2006/relationships/image" Target="../media/image987.png"/><Relationship Id="rId249" Type="http://schemas.openxmlformats.org/officeDocument/2006/relationships/image" Target="../media/image1008.png"/><Relationship Id="rId414" Type="http://schemas.openxmlformats.org/officeDocument/2006/relationships/image" Target="../media/image1089.png"/><Relationship Id="rId456" Type="http://schemas.openxmlformats.org/officeDocument/2006/relationships/image" Target="../media/image1110.png"/><Relationship Id="rId498" Type="http://schemas.openxmlformats.org/officeDocument/2006/relationships/image" Target="../media/image1131.png"/><Relationship Id="rId13" Type="http://schemas.openxmlformats.org/officeDocument/2006/relationships/image" Target="../media/image892.png"/><Relationship Id="rId109" Type="http://schemas.openxmlformats.org/officeDocument/2006/relationships/image" Target="../media/image939.png"/><Relationship Id="rId260" Type="http://schemas.openxmlformats.org/officeDocument/2006/relationships/image" Target="../media/image1013.png"/><Relationship Id="rId316" Type="http://schemas.openxmlformats.org/officeDocument/2006/relationships/customXml" Target="../ink/ink1037.xml"/><Relationship Id="rId523" Type="http://schemas.openxmlformats.org/officeDocument/2006/relationships/customXml" Target="../ink/ink1141.xml"/><Relationship Id="rId55" Type="http://schemas.openxmlformats.org/officeDocument/2006/relationships/customXml" Target="../ink/ink904.xml"/><Relationship Id="rId97" Type="http://schemas.openxmlformats.org/officeDocument/2006/relationships/image" Target="../media/image933.png"/><Relationship Id="rId120" Type="http://schemas.openxmlformats.org/officeDocument/2006/relationships/customXml" Target="../ink/ink937.xml"/><Relationship Id="rId358" Type="http://schemas.openxmlformats.org/officeDocument/2006/relationships/customXml" Target="../ink/ink1058.xml"/><Relationship Id="rId565" Type="http://schemas.openxmlformats.org/officeDocument/2006/relationships/customXml" Target="../ink/ink1162.xml"/><Relationship Id="rId162" Type="http://schemas.openxmlformats.org/officeDocument/2006/relationships/image" Target="../media/image965.png"/><Relationship Id="rId218" Type="http://schemas.openxmlformats.org/officeDocument/2006/relationships/customXml" Target="../ink/ink987.xml"/><Relationship Id="rId425" Type="http://schemas.openxmlformats.org/officeDocument/2006/relationships/customXml" Target="../ink/ink1092.xml"/><Relationship Id="rId467" Type="http://schemas.openxmlformats.org/officeDocument/2006/relationships/customXml" Target="../ink/ink1113.xml"/><Relationship Id="rId271" Type="http://schemas.openxmlformats.org/officeDocument/2006/relationships/customXml" Target="../ink/ink1014.xml"/><Relationship Id="rId24" Type="http://schemas.openxmlformats.org/officeDocument/2006/relationships/image" Target="../media/image897.png"/><Relationship Id="rId66" Type="http://schemas.openxmlformats.org/officeDocument/2006/relationships/image" Target="../media/image918.png"/><Relationship Id="rId131" Type="http://schemas.openxmlformats.org/officeDocument/2006/relationships/image" Target="../media/image950.png"/><Relationship Id="rId327" Type="http://schemas.openxmlformats.org/officeDocument/2006/relationships/image" Target="../media/image1046.png"/><Relationship Id="rId369" Type="http://schemas.openxmlformats.org/officeDocument/2006/relationships/image" Target="../media/image1067.png"/><Relationship Id="rId534" Type="http://schemas.openxmlformats.org/officeDocument/2006/relationships/image" Target="../media/image1149.png"/><Relationship Id="rId576" Type="http://schemas.openxmlformats.org/officeDocument/2006/relationships/image" Target="../media/image1170.png"/><Relationship Id="rId173" Type="http://schemas.openxmlformats.org/officeDocument/2006/relationships/customXml" Target="../ink/ink964.xml"/><Relationship Id="rId229" Type="http://schemas.openxmlformats.org/officeDocument/2006/relationships/image" Target="../media/image998.png"/><Relationship Id="rId380" Type="http://schemas.openxmlformats.org/officeDocument/2006/relationships/customXml" Target="../ink/ink1069.xml"/><Relationship Id="rId436" Type="http://schemas.openxmlformats.org/officeDocument/2006/relationships/image" Target="../media/image1100.png"/><Relationship Id="rId240" Type="http://schemas.openxmlformats.org/officeDocument/2006/relationships/customXml" Target="../ink/ink998.xml"/><Relationship Id="rId478" Type="http://schemas.openxmlformats.org/officeDocument/2006/relationships/image" Target="../media/image1121.png"/><Relationship Id="rId35" Type="http://schemas.openxmlformats.org/officeDocument/2006/relationships/customXml" Target="../ink/ink894.xml"/><Relationship Id="rId77" Type="http://schemas.openxmlformats.org/officeDocument/2006/relationships/customXml" Target="../ink/ink915.xml"/><Relationship Id="rId100" Type="http://schemas.openxmlformats.org/officeDocument/2006/relationships/customXml" Target="../ink/ink927.xml"/><Relationship Id="rId282" Type="http://schemas.openxmlformats.org/officeDocument/2006/relationships/customXml" Target="../ink/ink1020.xml"/><Relationship Id="rId338" Type="http://schemas.openxmlformats.org/officeDocument/2006/relationships/customXml" Target="../ink/ink1048.xml"/><Relationship Id="rId503" Type="http://schemas.openxmlformats.org/officeDocument/2006/relationships/customXml" Target="../ink/ink1131.xml"/><Relationship Id="rId545" Type="http://schemas.openxmlformats.org/officeDocument/2006/relationships/customXml" Target="../ink/ink1152.xml"/><Relationship Id="rId587" Type="http://schemas.openxmlformats.org/officeDocument/2006/relationships/customXml" Target="../ink/ink1173.xml"/><Relationship Id="rId8" Type="http://schemas.openxmlformats.org/officeDocument/2006/relationships/customXml" Target="../ink/ink880.xml"/><Relationship Id="rId142" Type="http://schemas.openxmlformats.org/officeDocument/2006/relationships/customXml" Target="../ink/ink948.xml"/><Relationship Id="rId184" Type="http://schemas.openxmlformats.org/officeDocument/2006/relationships/customXml" Target="../ink/ink970.xml"/><Relationship Id="rId391" Type="http://schemas.openxmlformats.org/officeDocument/2006/relationships/customXml" Target="../ink/ink1075.xml"/><Relationship Id="rId405" Type="http://schemas.openxmlformats.org/officeDocument/2006/relationships/customXml" Target="../ink/ink1082.xml"/><Relationship Id="rId447" Type="http://schemas.openxmlformats.org/officeDocument/2006/relationships/customXml" Target="../ink/ink1103.xml"/><Relationship Id="rId251" Type="http://schemas.openxmlformats.org/officeDocument/2006/relationships/image" Target="../media/image1009.png"/><Relationship Id="rId489" Type="http://schemas.openxmlformats.org/officeDocument/2006/relationships/customXml" Target="../ink/ink1124.xml"/><Relationship Id="rId46" Type="http://schemas.openxmlformats.org/officeDocument/2006/relationships/image" Target="../media/image908.png"/><Relationship Id="rId293" Type="http://schemas.openxmlformats.org/officeDocument/2006/relationships/image" Target="../media/image1029.png"/><Relationship Id="rId307" Type="http://schemas.openxmlformats.org/officeDocument/2006/relationships/image" Target="../media/image1036.png"/><Relationship Id="rId349" Type="http://schemas.openxmlformats.org/officeDocument/2006/relationships/image" Target="../media/image1057.png"/><Relationship Id="rId514" Type="http://schemas.openxmlformats.org/officeDocument/2006/relationships/image" Target="../media/image1139.png"/><Relationship Id="rId556" Type="http://schemas.openxmlformats.org/officeDocument/2006/relationships/image" Target="../media/image1160.png"/><Relationship Id="rId88" Type="http://schemas.openxmlformats.org/officeDocument/2006/relationships/customXml" Target="../ink/ink921.xml"/><Relationship Id="rId111" Type="http://schemas.openxmlformats.org/officeDocument/2006/relationships/image" Target="../media/image940.png"/><Relationship Id="rId153" Type="http://schemas.openxmlformats.org/officeDocument/2006/relationships/customXml" Target="../ink/ink954.xml"/><Relationship Id="rId195" Type="http://schemas.openxmlformats.org/officeDocument/2006/relationships/image" Target="../media/image981.png"/><Relationship Id="rId209" Type="http://schemas.openxmlformats.org/officeDocument/2006/relationships/image" Target="../media/image988.png"/><Relationship Id="rId360" Type="http://schemas.openxmlformats.org/officeDocument/2006/relationships/customXml" Target="../ink/ink1059.xml"/><Relationship Id="rId416" Type="http://schemas.openxmlformats.org/officeDocument/2006/relationships/image" Target="../media/image1090.png"/><Relationship Id="rId598" Type="http://schemas.openxmlformats.org/officeDocument/2006/relationships/image" Target="../media/image1181.png"/><Relationship Id="rId220" Type="http://schemas.openxmlformats.org/officeDocument/2006/relationships/customXml" Target="../ink/ink988.xml"/><Relationship Id="rId458" Type="http://schemas.openxmlformats.org/officeDocument/2006/relationships/image" Target="../media/image1111.png"/><Relationship Id="rId15" Type="http://schemas.openxmlformats.org/officeDocument/2006/relationships/image" Target="../media/image893.png"/><Relationship Id="rId57" Type="http://schemas.openxmlformats.org/officeDocument/2006/relationships/customXml" Target="../ink/ink905.xml"/><Relationship Id="rId262" Type="http://schemas.openxmlformats.org/officeDocument/2006/relationships/image" Target="../media/image1014.png"/><Relationship Id="rId318" Type="http://schemas.openxmlformats.org/officeDocument/2006/relationships/customXml" Target="../ink/ink1038.xml"/><Relationship Id="rId525" Type="http://schemas.openxmlformats.org/officeDocument/2006/relationships/customXml" Target="../ink/ink1142.xml"/><Relationship Id="rId567" Type="http://schemas.openxmlformats.org/officeDocument/2006/relationships/customXml" Target="../ink/ink1163.xml"/><Relationship Id="rId99" Type="http://schemas.openxmlformats.org/officeDocument/2006/relationships/image" Target="../media/image934.png"/><Relationship Id="rId122" Type="http://schemas.openxmlformats.org/officeDocument/2006/relationships/customXml" Target="../ink/ink938.xml"/><Relationship Id="rId164" Type="http://schemas.openxmlformats.org/officeDocument/2006/relationships/image" Target="../media/image966.png"/><Relationship Id="rId371" Type="http://schemas.openxmlformats.org/officeDocument/2006/relationships/image" Target="../media/image1068.png"/><Relationship Id="rId427" Type="http://schemas.openxmlformats.org/officeDocument/2006/relationships/customXml" Target="../ink/ink1093.xml"/><Relationship Id="rId469" Type="http://schemas.openxmlformats.org/officeDocument/2006/relationships/customXml" Target="../ink/ink1114.xml"/><Relationship Id="rId26" Type="http://schemas.openxmlformats.org/officeDocument/2006/relationships/image" Target="../media/image898.png"/><Relationship Id="rId231" Type="http://schemas.openxmlformats.org/officeDocument/2006/relationships/image" Target="../media/image999.png"/><Relationship Id="rId273" Type="http://schemas.openxmlformats.org/officeDocument/2006/relationships/customXml" Target="../ink/ink1015.xml"/><Relationship Id="rId329" Type="http://schemas.openxmlformats.org/officeDocument/2006/relationships/image" Target="../media/image1047.png"/><Relationship Id="rId480" Type="http://schemas.openxmlformats.org/officeDocument/2006/relationships/image" Target="../media/image1122.png"/><Relationship Id="rId536" Type="http://schemas.openxmlformats.org/officeDocument/2006/relationships/image" Target="../media/image1150.png"/><Relationship Id="rId68" Type="http://schemas.openxmlformats.org/officeDocument/2006/relationships/image" Target="../media/image919.png"/><Relationship Id="rId133" Type="http://schemas.openxmlformats.org/officeDocument/2006/relationships/image" Target="../media/image951.png"/><Relationship Id="rId175" Type="http://schemas.openxmlformats.org/officeDocument/2006/relationships/customXml" Target="../ink/ink965.xml"/><Relationship Id="rId340" Type="http://schemas.openxmlformats.org/officeDocument/2006/relationships/customXml" Target="../ink/ink1049.xml"/><Relationship Id="rId578" Type="http://schemas.openxmlformats.org/officeDocument/2006/relationships/image" Target="../media/image1171.png"/><Relationship Id="rId200" Type="http://schemas.openxmlformats.org/officeDocument/2006/relationships/customXml" Target="../ink/ink978.xml"/><Relationship Id="rId382" Type="http://schemas.openxmlformats.org/officeDocument/2006/relationships/customXml" Target="../ink/ink1070.xml"/><Relationship Id="rId438" Type="http://schemas.openxmlformats.org/officeDocument/2006/relationships/image" Target="../media/image1101.png"/><Relationship Id="rId242" Type="http://schemas.openxmlformats.org/officeDocument/2006/relationships/customXml" Target="../ink/ink999.xml"/><Relationship Id="rId284" Type="http://schemas.openxmlformats.org/officeDocument/2006/relationships/customXml" Target="../ink/ink1021.xml"/><Relationship Id="rId491" Type="http://schemas.openxmlformats.org/officeDocument/2006/relationships/customXml" Target="../ink/ink1125.xml"/><Relationship Id="rId505" Type="http://schemas.openxmlformats.org/officeDocument/2006/relationships/customXml" Target="../ink/ink1132.xml"/><Relationship Id="rId37" Type="http://schemas.openxmlformats.org/officeDocument/2006/relationships/customXml" Target="../ink/ink895.xml"/><Relationship Id="rId79" Type="http://schemas.openxmlformats.org/officeDocument/2006/relationships/customXml" Target="../ink/ink916.xml"/><Relationship Id="rId102" Type="http://schemas.openxmlformats.org/officeDocument/2006/relationships/customXml" Target="../ink/ink928.xml"/><Relationship Id="rId144" Type="http://schemas.openxmlformats.org/officeDocument/2006/relationships/customXml" Target="../ink/ink949.xml"/><Relationship Id="rId547" Type="http://schemas.openxmlformats.org/officeDocument/2006/relationships/customXml" Target="../ink/ink1153.xml"/><Relationship Id="rId589" Type="http://schemas.openxmlformats.org/officeDocument/2006/relationships/customXml" Target="../ink/ink1174.xml"/><Relationship Id="rId90" Type="http://schemas.openxmlformats.org/officeDocument/2006/relationships/customXml" Target="../ink/ink922.xml"/><Relationship Id="rId186" Type="http://schemas.openxmlformats.org/officeDocument/2006/relationships/customXml" Target="../ink/ink971.xml"/><Relationship Id="rId351" Type="http://schemas.openxmlformats.org/officeDocument/2006/relationships/image" Target="../media/image1058.png"/><Relationship Id="rId393" Type="http://schemas.openxmlformats.org/officeDocument/2006/relationships/customXml" Target="../ink/ink1076.xml"/><Relationship Id="rId407" Type="http://schemas.openxmlformats.org/officeDocument/2006/relationships/customXml" Target="../ink/ink1083.xml"/><Relationship Id="rId449" Type="http://schemas.openxmlformats.org/officeDocument/2006/relationships/customXml" Target="../ink/ink1104.xml"/><Relationship Id="rId211" Type="http://schemas.openxmlformats.org/officeDocument/2006/relationships/image" Target="../media/image989.png"/><Relationship Id="rId253" Type="http://schemas.openxmlformats.org/officeDocument/2006/relationships/image" Target="../media/image1010.png"/><Relationship Id="rId295" Type="http://schemas.openxmlformats.org/officeDocument/2006/relationships/image" Target="../media/image1030.png"/><Relationship Id="rId309" Type="http://schemas.openxmlformats.org/officeDocument/2006/relationships/image" Target="../media/image1037.png"/><Relationship Id="rId460" Type="http://schemas.openxmlformats.org/officeDocument/2006/relationships/image" Target="../media/image1112.png"/><Relationship Id="rId516" Type="http://schemas.openxmlformats.org/officeDocument/2006/relationships/image" Target="../media/image1140.png"/><Relationship Id="rId48" Type="http://schemas.openxmlformats.org/officeDocument/2006/relationships/image" Target="../media/image909.png"/><Relationship Id="rId113" Type="http://schemas.openxmlformats.org/officeDocument/2006/relationships/image" Target="../media/image941.png"/><Relationship Id="rId320" Type="http://schemas.openxmlformats.org/officeDocument/2006/relationships/customXml" Target="../ink/ink1039.xml"/><Relationship Id="rId558" Type="http://schemas.openxmlformats.org/officeDocument/2006/relationships/image" Target="../media/image1161.png"/><Relationship Id="rId155" Type="http://schemas.openxmlformats.org/officeDocument/2006/relationships/customXml" Target="../ink/ink955.xml"/><Relationship Id="rId197" Type="http://schemas.openxmlformats.org/officeDocument/2006/relationships/image" Target="../media/image982.png"/><Relationship Id="rId362" Type="http://schemas.openxmlformats.org/officeDocument/2006/relationships/customXml" Target="../ink/ink1060.xml"/><Relationship Id="rId418" Type="http://schemas.openxmlformats.org/officeDocument/2006/relationships/image" Target="../media/image1091.png"/><Relationship Id="rId222" Type="http://schemas.openxmlformats.org/officeDocument/2006/relationships/customXml" Target="../ink/ink989.xml"/><Relationship Id="rId264" Type="http://schemas.openxmlformats.org/officeDocument/2006/relationships/image" Target="../media/image1015.png"/><Relationship Id="rId471" Type="http://schemas.openxmlformats.org/officeDocument/2006/relationships/customXml" Target="../ink/ink1115.xml"/><Relationship Id="rId17" Type="http://schemas.openxmlformats.org/officeDocument/2006/relationships/customXml" Target="../ink/ink885.xml"/><Relationship Id="rId59" Type="http://schemas.openxmlformats.org/officeDocument/2006/relationships/customXml" Target="../ink/ink906.xml"/><Relationship Id="rId124" Type="http://schemas.openxmlformats.org/officeDocument/2006/relationships/customXml" Target="../ink/ink939.xml"/><Relationship Id="rId527" Type="http://schemas.openxmlformats.org/officeDocument/2006/relationships/customXml" Target="../ink/ink1143.xml"/><Relationship Id="rId569" Type="http://schemas.openxmlformats.org/officeDocument/2006/relationships/customXml" Target="../ink/ink1164.xml"/><Relationship Id="rId70" Type="http://schemas.openxmlformats.org/officeDocument/2006/relationships/image" Target="../media/image920.png"/><Relationship Id="rId166" Type="http://schemas.openxmlformats.org/officeDocument/2006/relationships/image" Target="../media/image967.png"/><Relationship Id="rId331" Type="http://schemas.openxmlformats.org/officeDocument/2006/relationships/image" Target="../media/image1048.png"/><Relationship Id="rId373" Type="http://schemas.openxmlformats.org/officeDocument/2006/relationships/image" Target="../media/image1069.png"/><Relationship Id="rId429" Type="http://schemas.openxmlformats.org/officeDocument/2006/relationships/customXml" Target="../ink/ink1094.xml"/><Relationship Id="rId580" Type="http://schemas.openxmlformats.org/officeDocument/2006/relationships/image" Target="../media/image117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000.png"/><Relationship Id="rId440" Type="http://schemas.openxmlformats.org/officeDocument/2006/relationships/image" Target="../media/image1102.png"/><Relationship Id="rId28" Type="http://schemas.openxmlformats.org/officeDocument/2006/relationships/image" Target="../media/image899.png"/><Relationship Id="rId275" Type="http://schemas.openxmlformats.org/officeDocument/2006/relationships/customXml" Target="../ink/ink1016.xml"/><Relationship Id="rId300" Type="http://schemas.openxmlformats.org/officeDocument/2006/relationships/customXml" Target="../ink/ink1029.xml"/><Relationship Id="rId482" Type="http://schemas.openxmlformats.org/officeDocument/2006/relationships/image" Target="../media/image1123.png"/><Relationship Id="rId538" Type="http://schemas.openxmlformats.org/officeDocument/2006/relationships/image" Target="../media/image1151.png"/><Relationship Id="rId81" Type="http://schemas.openxmlformats.org/officeDocument/2006/relationships/customXml" Target="../ink/ink917.xml"/><Relationship Id="rId135" Type="http://schemas.openxmlformats.org/officeDocument/2006/relationships/image" Target="../media/image952.png"/><Relationship Id="rId177" Type="http://schemas.openxmlformats.org/officeDocument/2006/relationships/customXml" Target="../ink/ink966.xml"/><Relationship Id="rId342" Type="http://schemas.openxmlformats.org/officeDocument/2006/relationships/customXml" Target="../ink/ink1050.xml"/><Relationship Id="rId384" Type="http://schemas.openxmlformats.org/officeDocument/2006/relationships/image" Target="../media/image1074.png"/><Relationship Id="rId591" Type="http://schemas.openxmlformats.org/officeDocument/2006/relationships/customXml" Target="../ink/ink1175.xml"/><Relationship Id="rId202" Type="http://schemas.openxmlformats.org/officeDocument/2006/relationships/customXml" Target="../ink/ink979.xml"/><Relationship Id="rId244" Type="http://schemas.openxmlformats.org/officeDocument/2006/relationships/customXml" Target="../ink/ink1000.xml"/><Relationship Id="rId39" Type="http://schemas.openxmlformats.org/officeDocument/2006/relationships/customXml" Target="../ink/ink896.xml"/><Relationship Id="rId286" Type="http://schemas.openxmlformats.org/officeDocument/2006/relationships/customXml" Target="../ink/ink1022.xml"/><Relationship Id="rId451" Type="http://schemas.openxmlformats.org/officeDocument/2006/relationships/customXml" Target="../ink/ink1105.xml"/><Relationship Id="rId493" Type="http://schemas.openxmlformats.org/officeDocument/2006/relationships/customXml" Target="../ink/ink1126.xml"/><Relationship Id="rId507" Type="http://schemas.openxmlformats.org/officeDocument/2006/relationships/customXml" Target="../ink/ink1133.xml"/><Relationship Id="rId549" Type="http://schemas.openxmlformats.org/officeDocument/2006/relationships/customXml" Target="../ink/ink1154.xml"/><Relationship Id="rId50" Type="http://schemas.openxmlformats.org/officeDocument/2006/relationships/image" Target="../media/image910.png"/><Relationship Id="rId104" Type="http://schemas.openxmlformats.org/officeDocument/2006/relationships/customXml" Target="../ink/ink929.xml"/><Relationship Id="rId146" Type="http://schemas.openxmlformats.org/officeDocument/2006/relationships/image" Target="../media/image957.png"/><Relationship Id="rId188" Type="http://schemas.openxmlformats.org/officeDocument/2006/relationships/customXml" Target="../ink/ink972.xml"/><Relationship Id="rId311" Type="http://schemas.openxmlformats.org/officeDocument/2006/relationships/image" Target="../media/image1038.png"/><Relationship Id="rId353" Type="http://schemas.openxmlformats.org/officeDocument/2006/relationships/image" Target="../media/image1059.png"/><Relationship Id="rId395" Type="http://schemas.openxmlformats.org/officeDocument/2006/relationships/customXml" Target="../ink/ink1077.xml"/><Relationship Id="rId409" Type="http://schemas.openxmlformats.org/officeDocument/2006/relationships/customXml" Target="../ink/ink1084.xml"/><Relationship Id="rId560" Type="http://schemas.openxmlformats.org/officeDocument/2006/relationships/image" Target="../media/image1162.png"/><Relationship Id="rId92" Type="http://schemas.openxmlformats.org/officeDocument/2006/relationships/customXml" Target="../ink/ink923.xml"/><Relationship Id="rId213" Type="http://schemas.openxmlformats.org/officeDocument/2006/relationships/image" Target="../media/image990.png"/><Relationship Id="rId420" Type="http://schemas.openxmlformats.org/officeDocument/2006/relationships/image" Target="../media/image1092.png"/><Relationship Id="rId255" Type="http://schemas.openxmlformats.org/officeDocument/2006/relationships/image" Target="../media/image1011.png"/><Relationship Id="rId297" Type="http://schemas.openxmlformats.org/officeDocument/2006/relationships/image" Target="../media/image1031.png"/><Relationship Id="rId462" Type="http://schemas.openxmlformats.org/officeDocument/2006/relationships/image" Target="../media/image1113.png"/><Relationship Id="rId518" Type="http://schemas.openxmlformats.org/officeDocument/2006/relationships/image" Target="../media/image1141.png"/><Relationship Id="rId115" Type="http://schemas.openxmlformats.org/officeDocument/2006/relationships/image" Target="../media/image942.png"/><Relationship Id="rId157" Type="http://schemas.openxmlformats.org/officeDocument/2006/relationships/customXml" Target="../ink/ink956.xml"/><Relationship Id="rId322" Type="http://schemas.openxmlformats.org/officeDocument/2006/relationships/customXml" Target="../ink/ink1040.xml"/><Relationship Id="rId364" Type="http://schemas.openxmlformats.org/officeDocument/2006/relationships/customXml" Target="../ink/ink1061.xml"/><Relationship Id="rId61" Type="http://schemas.openxmlformats.org/officeDocument/2006/relationships/customXml" Target="../ink/ink907.xml"/><Relationship Id="rId199" Type="http://schemas.openxmlformats.org/officeDocument/2006/relationships/image" Target="../media/image983.png"/><Relationship Id="rId571" Type="http://schemas.openxmlformats.org/officeDocument/2006/relationships/customXml" Target="../ink/ink1165.xml"/><Relationship Id="rId19" Type="http://schemas.openxmlformats.org/officeDocument/2006/relationships/customXml" Target="../ink/ink886.xml"/><Relationship Id="rId224" Type="http://schemas.openxmlformats.org/officeDocument/2006/relationships/customXml" Target="../ink/ink990.xml"/><Relationship Id="rId266" Type="http://schemas.openxmlformats.org/officeDocument/2006/relationships/image" Target="../media/image1016.png"/><Relationship Id="rId431" Type="http://schemas.openxmlformats.org/officeDocument/2006/relationships/customXml" Target="../ink/ink1095.xml"/><Relationship Id="rId473" Type="http://schemas.openxmlformats.org/officeDocument/2006/relationships/customXml" Target="../ink/ink1116.xml"/><Relationship Id="rId529" Type="http://schemas.openxmlformats.org/officeDocument/2006/relationships/customXml" Target="../ink/ink1144.xml"/><Relationship Id="rId30" Type="http://schemas.openxmlformats.org/officeDocument/2006/relationships/image" Target="../media/image900.png"/><Relationship Id="rId126" Type="http://schemas.openxmlformats.org/officeDocument/2006/relationships/customXml" Target="../ink/ink940.xml"/><Relationship Id="rId168" Type="http://schemas.openxmlformats.org/officeDocument/2006/relationships/image" Target="../media/image968.png"/><Relationship Id="rId333" Type="http://schemas.openxmlformats.org/officeDocument/2006/relationships/image" Target="../media/image1049.png"/><Relationship Id="rId540" Type="http://schemas.openxmlformats.org/officeDocument/2006/relationships/image" Target="../media/image1152.png"/><Relationship Id="rId72" Type="http://schemas.openxmlformats.org/officeDocument/2006/relationships/image" Target="../media/image921.png"/><Relationship Id="rId375" Type="http://schemas.openxmlformats.org/officeDocument/2006/relationships/image" Target="../media/image1070.png"/><Relationship Id="rId582" Type="http://schemas.openxmlformats.org/officeDocument/2006/relationships/image" Target="../media/image1173.png"/><Relationship Id="rId3" Type="http://schemas.openxmlformats.org/officeDocument/2006/relationships/image" Target="../media/image115.png"/><Relationship Id="rId235" Type="http://schemas.openxmlformats.org/officeDocument/2006/relationships/image" Target="../media/image1001.png"/><Relationship Id="rId277" Type="http://schemas.openxmlformats.org/officeDocument/2006/relationships/image" Target="../media/image1021.png"/><Relationship Id="rId400" Type="http://schemas.openxmlformats.org/officeDocument/2006/relationships/image" Target="../media/image1082.png"/><Relationship Id="rId442" Type="http://schemas.openxmlformats.org/officeDocument/2006/relationships/image" Target="../media/image1103.png"/><Relationship Id="rId484" Type="http://schemas.openxmlformats.org/officeDocument/2006/relationships/image" Target="../media/image1124.png"/><Relationship Id="rId137" Type="http://schemas.openxmlformats.org/officeDocument/2006/relationships/image" Target="../media/image953.png"/><Relationship Id="rId302" Type="http://schemas.openxmlformats.org/officeDocument/2006/relationships/customXml" Target="../ink/ink1030.xml"/><Relationship Id="rId344" Type="http://schemas.openxmlformats.org/officeDocument/2006/relationships/customXml" Target="../ink/ink1051.xml"/><Relationship Id="rId41" Type="http://schemas.openxmlformats.org/officeDocument/2006/relationships/customXml" Target="../ink/ink897.xml"/><Relationship Id="rId83" Type="http://schemas.openxmlformats.org/officeDocument/2006/relationships/image" Target="../media/image926.png"/><Relationship Id="rId179" Type="http://schemas.openxmlformats.org/officeDocument/2006/relationships/image" Target="../media/image973.png"/><Relationship Id="rId386" Type="http://schemas.openxmlformats.org/officeDocument/2006/relationships/image" Target="../media/image1075.png"/><Relationship Id="rId551" Type="http://schemas.openxmlformats.org/officeDocument/2006/relationships/customXml" Target="../ink/ink1155.xml"/><Relationship Id="rId593" Type="http://schemas.openxmlformats.org/officeDocument/2006/relationships/customXml" Target="../ink/ink1176.xml"/><Relationship Id="rId190" Type="http://schemas.openxmlformats.org/officeDocument/2006/relationships/customXml" Target="../ink/ink973.xml"/><Relationship Id="rId204" Type="http://schemas.openxmlformats.org/officeDocument/2006/relationships/customXml" Target="../ink/ink980.xml"/><Relationship Id="rId246" Type="http://schemas.openxmlformats.org/officeDocument/2006/relationships/customXml" Target="../ink/ink1001.xml"/><Relationship Id="rId288" Type="http://schemas.openxmlformats.org/officeDocument/2006/relationships/customXml" Target="../ink/ink1023.xml"/><Relationship Id="rId411" Type="http://schemas.openxmlformats.org/officeDocument/2006/relationships/customXml" Target="../ink/ink1085.xml"/><Relationship Id="rId453" Type="http://schemas.openxmlformats.org/officeDocument/2006/relationships/customXml" Target="../ink/ink1106.xml"/><Relationship Id="rId509" Type="http://schemas.openxmlformats.org/officeDocument/2006/relationships/customXml" Target="../ink/ink1134.xml"/><Relationship Id="rId106" Type="http://schemas.openxmlformats.org/officeDocument/2006/relationships/customXml" Target="../ink/ink930.xml"/><Relationship Id="rId313" Type="http://schemas.openxmlformats.org/officeDocument/2006/relationships/image" Target="../media/image1039.png"/><Relationship Id="rId495" Type="http://schemas.openxmlformats.org/officeDocument/2006/relationships/customXml" Target="../ink/ink1127.xml"/><Relationship Id="rId10" Type="http://schemas.openxmlformats.org/officeDocument/2006/relationships/customXml" Target="../ink/ink881.xml"/><Relationship Id="rId52" Type="http://schemas.openxmlformats.org/officeDocument/2006/relationships/image" Target="../media/image911.png"/><Relationship Id="rId94" Type="http://schemas.openxmlformats.org/officeDocument/2006/relationships/customXml" Target="../ink/ink924.xml"/><Relationship Id="rId148" Type="http://schemas.openxmlformats.org/officeDocument/2006/relationships/image" Target="../media/image958.png"/><Relationship Id="rId355" Type="http://schemas.openxmlformats.org/officeDocument/2006/relationships/image" Target="../media/image1060.png"/><Relationship Id="rId397" Type="http://schemas.openxmlformats.org/officeDocument/2006/relationships/customXml" Target="../ink/ink1078.xml"/><Relationship Id="rId520" Type="http://schemas.openxmlformats.org/officeDocument/2006/relationships/image" Target="../media/image1142.png"/><Relationship Id="rId562" Type="http://schemas.openxmlformats.org/officeDocument/2006/relationships/image" Target="../media/image1163.png"/><Relationship Id="rId215" Type="http://schemas.openxmlformats.org/officeDocument/2006/relationships/image" Target="../media/image991.png"/><Relationship Id="rId257" Type="http://schemas.openxmlformats.org/officeDocument/2006/relationships/customXml" Target="../ink/ink1007.xml"/><Relationship Id="rId422" Type="http://schemas.openxmlformats.org/officeDocument/2006/relationships/image" Target="../media/image1093.png"/><Relationship Id="rId464" Type="http://schemas.openxmlformats.org/officeDocument/2006/relationships/image" Target="../media/image1114.png"/><Relationship Id="rId299" Type="http://schemas.openxmlformats.org/officeDocument/2006/relationships/image" Target="../media/image1032.png"/><Relationship Id="rId63" Type="http://schemas.openxmlformats.org/officeDocument/2006/relationships/customXml" Target="../ink/ink908.xml"/><Relationship Id="rId159" Type="http://schemas.openxmlformats.org/officeDocument/2006/relationships/customXml" Target="../ink/ink957.xml"/><Relationship Id="rId366" Type="http://schemas.openxmlformats.org/officeDocument/2006/relationships/customXml" Target="../ink/ink1062.xml"/><Relationship Id="rId573" Type="http://schemas.openxmlformats.org/officeDocument/2006/relationships/customXml" Target="../ink/ink1166.xml"/><Relationship Id="rId226" Type="http://schemas.openxmlformats.org/officeDocument/2006/relationships/customXml" Target="../ink/ink991.xml"/><Relationship Id="rId433" Type="http://schemas.openxmlformats.org/officeDocument/2006/relationships/customXml" Target="../ink/ink1096.xml"/><Relationship Id="rId74" Type="http://schemas.openxmlformats.org/officeDocument/2006/relationships/image" Target="../media/image922.png"/><Relationship Id="rId377" Type="http://schemas.openxmlformats.org/officeDocument/2006/relationships/image" Target="../media/image1071.png"/><Relationship Id="rId500" Type="http://schemas.openxmlformats.org/officeDocument/2006/relationships/image" Target="../media/image1132.png"/><Relationship Id="rId584" Type="http://schemas.openxmlformats.org/officeDocument/2006/relationships/image" Target="../media/image1174.png"/><Relationship Id="rId5" Type="http://schemas.openxmlformats.org/officeDocument/2006/relationships/image" Target="../media/image888.png"/><Relationship Id="rId237" Type="http://schemas.openxmlformats.org/officeDocument/2006/relationships/image" Target="../media/image1002.png"/><Relationship Id="rId444" Type="http://schemas.openxmlformats.org/officeDocument/2006/relationships/image" Target="../media/image1104.png"/><Relationship Id="rId290" Type="http://schemas.openxmlformats.org/officeDocument/2006/relationships/customXml" Target="../ink/ink1024.xml"/><Relationship Id="rId304" Type="http://schemas.openxmlformats.org/officeDocument/2006/relationships/customXml" Target="../ink/ink1031.xml"/><Relationship Id="rId388" Type="http://schemas.openxmlformats.org/officeDocument/2006/relationships/image" Target="../media/image1076.png"/><Relationship Id="rId511" Type="http://schemas.openxmlformats.org/officeDocument/2006/relationships/customXml" Target="../ink/ink1135.xml"/><Relationship Id="rId85" Type="http://schemas.openxmlformats.org/officeDocument/2006/relationships/image" Target="../media/image927.png"/><Relationship Id="rId150" Type="http://schemas.openxmlformats.org/officeDocument/2006/relationships/image" Target="../media/image959.png"/><Relationship Id="rId595" Type="http://schemas.openxmlformats.org/officeDocument/2006/relationships/customXml" Target="../ink/ink1177.xml"/><Relationship Id="rId248" Type="http://schemas.openxmlformats.org/officeDocument/2006/relationships/customXml" Target="../ink/ink1002.xml"/><Relationship Id="rId455" Type="http://schemas.openxmlformats.org/officeDocument/2006/relationships/customXml" Target="../ink/ink1107.xml"/><Relationship Id="rId12" Type="http://schemas.openxmlformats.org/officeDocument/2006/relationships/customXml" Target="../ink/ink882.xml"/><Relationship Id="rId108" Type="http://schemas.openxmlformats.org/officeDocument/2006/relationships/customXml" Target="../ink/ink931.xml"/><Relationship Id="rId315" Type="http://schemas.openxmlformats.org/officeDocument/2006/relationships/image" Target="../media/image1040.png"/><Relationship Id="rId522" Type="http://schemas.openxmlformats.org/officeDocument/2006/relationships/image" Target="../media/image1143.png"/><Relationship Id="rId96" Type="http://schemas.openxmlformats.org/officeDocument/2006/relationships/customXml" Target="../ink/ink925.xml"/><Relationship Id="rId161" Type="http://schemas.openxmlformats.org/officeDocument/2006/relationships/customXml" Target="../ink/ink958.xml"/><Relationship Id="rId399" Type="http://schemas.openxmlformats.org/officeDocument/2006/relationships/customXml" Target="../ink/ink1079.xml"/><Relationship Id="rId259" Type="http://schemas.openxmlformats.org/officeDocument/2006/relationships/customXml" Target="../ink/ink1008.xml"/><Relationship Id="rId466" Type="http://schemas.openxmlformats.org/officeDocument/2006/relationships/image" Target="../media/image1115.png"/><Relationship Id="rId23" Type="http://schemas.openxmlformats.org/officeDocument/2006/relationships/customXml" Target="../ink/ink888.xml"/><Relationship Id="rId119" Type="http://schemas.openxmlformats.org/officeDocument/2006/relationships/image" Target="../media/image944.png"/><Relationship Id="rId326" Type="http://schemas.openxmlformats.org/officeDocument/2006/relationships/customXml" Target="../ink/ink1042.xml"/><Relationship Id="rId533" Type="http://schemas.openxmlformats.org/officeDocument/2006/relationships/customXml" Target="../ink/ink1146.xml"/><Relationship Id="rId172" Type="http://schemas.openxmlformats.org/officeDocument/2006/relationships/image" Target="../media/image970.png"/><Relationship Id="rId477" Type="http://schemas.openxmlformats.org/officeDocument/2006/relationships/customXml" Target="../ink/ink1118.xml"/><Relationship Id="rId600" Type="http://schemas.openxmlformats.org/officeDocument/2006/relationships/image" Target="../media/image1182.png"/><Relationship Id="rId337" Type="http://schemas.openxmlformats.org/officeDocument/2006/relationships/image" Target="../media/image1051.png"/><Relationship Id="rId34" Type="http://schemas.openxmlformats.org/officeDocument/2006/relationships/image" Target="../media/image902.png"/><Relationship Id="rId544" Type="http://schemas.openxmlformats.org/officeDocument/2006/relationships/image" Target="../media/image1154.png"/><Relationship Id="rId183" Type="http://schemas.openxmlformats.org/officeDocument/2006/relationships/image" Target="../media/image975.png"/><Relationship Id="rId390" Type="http://schemas.openxmlformats.org/officeDocument/2006/relationships/image" Target="../media/image1077.png"/><Relationship Id="rId404" Type="http://schemas.openxmlformats.org/officeDocument/2006/relationships/image" Target="../media/image1084.png"/><Relationship Id="rId250" Type="http://schemas.openxmlformats.org/officeDocument/2006/relationships/customXml" Target="../ink/ink1003.xml"/><Relationship Id="rId488" Type="http://schemas.openxmlformats.org/officeDocument/2006/relationships/image" Target="../media/image1126.png"/><Relationship Id="rId45" Type="http://schemas.openxmlformats.org/officeDocument/2006/relationships/customXml" Target="../ink/ink899.xml"/><Relationship Id="rId110" Type="http://schemas.openxmlformats.org/officeDocument/2006/relationships/customXml" Target="../ink/ink932.xml"/><Relationship Id="rId348" Type="http://schemas.openxmlformats.org/officeDocument/2006/relationships/customXml" Target="../ink/ink1053.xml"/><Relationship Id="rId555" Type="http://schemas.openxmlformats.org/officeDocument/2006/relationships/customXml" Target="../ink/ink1157.xml"/><Relationship Id="rId194" Type="http://schemas.openxmlformats.org/officeDocument/2006/relationships/customXml" Target="../ink/ink975.xml"/><Relationship Id="rId208" Type="http://schemas.openxmlformats.org/officeDocument/2006/relationships/customXml" Target="../ink/ink982.xml"/><Relationship Id="rId415" Type="http://schemas.openxmlformats.org/officeDocument/2006/relationships/customXml" Target="../ink/ink108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37.xml"/><Relationship Id="rId299" Type="http://schemas.openxmlformats.org/officeDocument/2006/relationships/customXml" Target="../ink/ink1328.xml"/><Relationship Id="rId21" Type="http://schemas.openxmlformats.org/officeDocument/2006/relationships/customXml" Target="../ink/ink1189.xml"/><Relationship Id="rId63" Type="http://schemas.openxmlformats.org/officeDocument/2006/relationships/customXml" Target="../ink/ink1210.xml"/><Relationship Id="rId159" Type="http://schemas.openxmlformats.org/officeDocument/2006/relationships/customXml" Target="../ink/ink1258.xml"/><Relationship Id="rId170" Type="http://schemas.openxmlformats.org/officeDocument/2006/relationships/image" Target="../media/image1266.png"/><Relationship Id="rId226" Type="http://schemas.openxmlformats.org/officeDocument/2006/relationships/image" Target="../media/image1294.png"/><Relationship Id="rId268" Type="http://schemas.openxmlformats.org/officeDocument/2006/relationships/image" Target="../media/image1314.png"/><Relationship Id="rId32" Type="http://schemas.openxmlformats.org/officeDocument/2006/relationships/image" Target="../media/image1197.png"/><Relationship Id="rId74" Type="http://schemas.openxmlformats.org/officeDocument/2006/relationships/image" Target="../media/image1218.png"/><Relationship Id="rId128" Type="http://schemas.openxmlformats.org/officeDocument/2006/relationships/image" Target="../media/image1245.png"/><Relationship Id="rId5" Type="http://schemas.openxmlformats.org/officeDocument/2006/relationships/customXml" Target="../ink/ink1181.xml"/><Relationship Id="rId181" Type="http://schemas.openxmlformats.org/officeDocument/2006/relationships/customXml" Target="../ink/ink1269.xml"/><Relationship Id="rId237" Type="http://schemas.openxmlformats.org/officeDocument/2006/relationships/customXml" Target="../ink/ink1297.xml"/><Relationship Id="rId279" Type="http://schemas.openxmlformats.org/officeDocument/2006/relationships/customXml" Target="../ink/ink1318.xml"/><Relationship Id="rId43" Type="http://schemas.openxmlformats.org/officeDocument/2006/relationships/customXml" Target="../ink/ink1200.xml"/><Relationship Id="rId139" Type="http://schemas.openxmlformats.org/officeDocument/2006/relationships/customXml" Target="../ink/ink1248.xml"/><Relationship Id="rId290" Type="http://schemas.openxmlformats.org/officeDocument/2006/relationships/image" Target="../media/image1325.png"/><Relationship Id="rId85" Type="http://schemas.openxmlformats.org/officeDocument/2006/relationships/customXml" Target="../ink/ink1221.xml"/><Relationship Id="rId150" Type="http://schemas.openxmlformats.org/officeDocument/2006/relationships/image" Target="../media/image1256.png"/><Relationship Id="rId192" Type="http://schemas.openxmlformats.org/officeDocument/2006/relationships/image" Target="../media/image1277.png"/><Relationship Id="rId206" Type="http://schemas.openxmlformats.org/officeDocument/2006/relationships/image" Target="../media/image1284.png"/><Relationship Id="rId248" Type="http://schemas.openxmlformats.org/officeDocument/2006/relationships/image" Target="../media/image1304.png"/><Relationship Id="rId12" Type="http://schemas.openxmlformats.org/officeDocument/2006/relationships/image" Target="../media/image1187.png"/><Relationship Id="rId108" Type="http://schemas.openxmlformats.org/officeDocument/2006/relationships/image" Target="../media/image1235.png"/><Relationship Id="rId54" Type="http://schemas.openxmlformats.org/officeDocument/2006/relationships/image" Target="../media/image1208.png"/><Relationship Id="rId96" Type="http://schemas.openxmlformats.org/officeDocument/2006/relationships/image" Target="../media/image1229.png"/><Relationship Id="rId161" Type="http://schemas.openxmlformats.org/officeDocument/2006/relationships/customXml" Target="../ink/ink1259.xml"/><Relationship Id="rId217" Type="http://schemas.openxmlformats.org/officeDocument/2006/relationships/customXml" Target="../ink/ink1287.xml"/><Relationship Id="rId6" Type="http://schemas.openxmlformats.org/officeDocument/2006/relationships/image" Target="../media/image1184.png"/><Relationship Id="rId238" Type="http://schemas.openxmlformats.org/officeDocument/2006/relationships/image" Target="../media/image1299.png"/><Relationship Id="rId259" Type="http://schemas.openxmlformats.org/officeDocument/2006/relationships/customXml" Target="../ink/ink1308.xml"/><Relationship Id="rId23" Type="http://schemas.openxmlformats.org/officeDocument/2006/relationships/customXml" Target="../ink/ink1190.xml"/><Relationship Id="rId119" Type="http://schemas.openxmlformats.org/officeDocument/2006/relationships/customXml" Target="../ink/ink1238.xml"/><Relationship Id="rId270" Type="http://schemas.openxmlformats.org/officeDocument/2006/relationships/image" Target="../media/image1315.png"/><Relationship Id="rId291" Type="http://schemas.openxmlformats.org/officeDocument/2006/relationships/customXml" Target="../ink/ink1324.xml"/><Relationship Id="rId44" Type="http://schemas.openxmlformats.org/officeDocument/2006/relationships/image" Target="../media/image1203.png"/><Relationship Id="rId65" Type="http://schemas.openxmlformats.org/officeDocument/2006/relationships/customXml" Target="../ink/ink1211.xml"/><Relationship Id="rId86" Type="http://schemas.openxmlformats.org/officeDocument/2006/relationships/image" Target="../media/image1224.png"/><Relationship Id="rId130" Type="http://schemas.openxmlformats.org/officeDocument/2006/relationships/image" Target="../media/image1246.png"/><Relationship Id="rId151" Type="http://schemas.openxmlformats.org/officeDocument/2006/relationships/customXml" Target="../ink/ink1254.xml"/><Relationship Id="rId172" Type="http://schemas.openxmlformats.org/officeDocument/2006/relationships/image" Target="../media/image1267.png"/><Relationship Id="rId193" Type="http://schemas.openxmlformats.org/officeDocument/2006/relationships/customXml" Target="../ink/ink1275.xml"/><Relationship Id="rId207" Type="http://schemas.openxmlformats.org/officeDocument/2006/relationships/customXml" Target="../ink/ink1282.xml"/><Relationship Id="rId228" Type="http://schemas.openxmlformats.org/officeDocument/2006/relationships/image" Target="../media/image1295.png"/><Relationship Id="rId249" Type="http://schemas.openxmlformats.org/officeDocument/2006/relationships/customXml" Target="../ink/ink1303.xml"/><Relationship Id="rId13" Type="http://schemas.openxmlformats.org/officeDocument/2006/relationships/customXml" Target="../ink/ink1185.xml"/><Relationship Id="rId109" Type="http://schemas.openxmlformats.org/officeDocument/2006/relationships/customXml" Target="../ink/ink1233.xml"/><Relationship Id="rId260" Type="http://schemas.openxmlformats.org/officeDocument/2006/relationships/image" Target="../media/image1310.png"/><Relationship Id="rId281" Type="http://schemas.openxmlformats.org/officeDocument/2006/relationships/customXml" Target="../ink/ink1319.xml"/><Relationship Id="rId34" Type="http://schemas.openxmlformats.org/officeDocument/2006/relationships/image" Target="../media/image1198.png"/><Relationship Id="rId55" Type="http://schemas.openxmlformats.org/officeDocument/2006/relationships/customXml" Target="../ink/ink1206.xml"/><Relationship Id="rId76" Type="http://schemas.openxmlformats.org/officeDocument/2006/relationships/image" Target="../media/image1219.png"/><Relationship Id="rId97" Type="http://schemas.openxmlformats.org/officeDocument/2006/relationships/customXml" Target="../ink/ink1227.xml"/><Relationship Id="rId120" Type="http://schemas.openxmlformats.org/officeDocument/2006/relationships/image" Target="../media/image1241.png"/><Relationship Id="rId141" Type="http://schemas.openxmlformats.org/officeDocument/2006/relationships/customXml" Target="../ink/ink1249.xml"/><Relationship Id="rId7" Type="http://schemas.openxmlformats.org/officeDocument/2006/relationships/customXml" Target="../ink/ink1182.xml"/><Relationship Id="rId162" Type="http://schemas.openxmlformats.org/officeDocument/2006/relationships/image" Target="../media/image1262.png"/><Relationship Id="rId183" Type="http://schemas.openxmlformats.org/officeDocument/2006/relationships/customXml" Target="../ink/ink1270.xml"/><Relationship Id="rId218" Type="http://schemas.openxmlformats.org/officeDocument/2006/relationships/image" Target="../media/image1290.png"/><Relationship Id="rId239" Type="http://schemas.openxmlformats.org/officeDocument/2006/relationships/customXml" Target="../ink/ink1298.xml"/><Relationship Id="rId250" Type="http://schemas.openxmlformats.org/officeDocument/2006/relationships/image" Target="../media/image1305.png"/><Relationship Id="rId271" Type="http://schemas.openxmlformats.org/officeDocument/2006/relationships/customXml" Target="../ink/ink1314.xml"/><Relationship Id="rId292" Type="http://schemas.openxmlformats.org/officeDocument/2006/relationships/image" Target="../media/image1326.png"/><Relationship Id="rId24" Type="http://schemas.openxmlformats.org/officeDocument/2006/relationships/image" Target="../media/image1193.png"/><Relationship Id="rId45" Type="http://schemas.openxmlformats.org/officeDocument/2006/relationships/customXml" Target="../ink/ink1201.xml"/><Relationship Id="rId66" Type="http://schemas.openxmlformats.org/officeDocument/2006/relationships/image" Target="../media/image1214.png"/><Relationship Id="rId87" Type="http://schemas.openxmlformats.org/officeDocument/2006/relationships/customXml" Target="../ink/ink1222.xml"/><Relationship Id="rId110" Type="http://schemas.openxmlformats.org/officeDocument/2006/relationships/image" Target="../media/image1236.png"/><Relationship Id="rId131" Type="http://schemas.openxmlformats.org/officeDocument/2006/relationships/customXml" Target="../ink/ink1244.xml"/><Relationship Id="rId152" Type="http://schemas.openxmlformats.org/officeDocument/2006/relationships/image" Target="../media/image1257.png"/><Relationship Id="rId173" Type="http://schemas.openxmlformats.org/officeDocument/2006/relationships/customXml" Target="../ink/ink1265.xml"/><Relationship Id="rId194" Type="http://schemas.openxmlformats.org/officeDocument/2006/relationships/image" Target="../media/image1278.png"/><Relationship Id="rId208" Type="http://schemas.openxmlformats.org/officeDocument/2006/relationships/image" Target="../media/image1285.png"/><Relationship Id="rId229" Type="http://schemas.openxmlformats.org/officeDocument/2006/relationships/customXml" Target="../ink/ink1293.xml"/><Relationship Id="rId240" Type="http://schemas.openxmlformats.org/officeDocument/2006/relationships/image" Target="../media/image1300.png"/><Relationship Id="rId261" Type="http://schemas.openxmlformats.org/officeDocument/2006/relationships/customXml" Target="../ink/ink1309.xml"/><Relationship Id="rId14" Type="http://schemas.openxmlformats.org/officeDocument/2006/relationships/image" Target="../media/image1188.png"/><Relationship Id="rId35" Type="http://schemas.openxmlformats.org/officeDocument/2006/relationships/customXml" Target="../ink/ink1196.xml"/><Relationship Id="rId56" Type="http://schemas.openxmlformats.org/officeDocument/2006/relationships/image" Target="../media/image1209.png"/><Relationship Id="rId77" Type="http://schemas.openxmlformats.org/officeDocument/2006/relationships/customXml" Target="../ink/ink1217.xml"/><Relationship Id="rId100" Type="http://schemas.openxmlformats.org/officeDocument/2006/relationships/image" Target="../media/image1231.png"/><Relationship Id="rId282" Type="http://schemas.openxmlformats.org/officeDocument/2006/relationships/image" Target="../media/image1321.png"/><Relationship Id="rId8" Type="http://schemas.openxmlformats.org/officeDocument/2006/relationships/image" Target="../media/image1185.png"/><Relationship Id="rId98" Type="http://schemas.openxmlformats.org/officeDocument/2006/relationships/image" Target="../media/image1230.png"/><Relationship Id="rId121" Type="http://schemas.openxmlformats.org/officeDocument/2006/relationships/customXml" Target="../ink/ink1239.xml"/><Relationship Id="rId142" Type="http://schemas.openxmlformats.org/officeDocument/2006/relationships/image" Target="../media/image1252.png"/><Relationship Id="rId163" Type="http://schemas.openxmlformats.org/officeDocument/2006/relationships/customXml" Target="../ink/ink1260.xml"/><Relationship Id="rId184" Type="http://schemas.openxmlformats.org/officeDocument/2006/relationships/image" Target="../media/image1273.png"/><Relationship Id="rId219" Type="http://schemas.openxmlformats.org/officeDocument/2006/relationships/customXml" Target="../ink/ink1288.xml"/><Relationship Id="rId230" Type="http://schemas.openxmlformats.org/officeDocument/2006/relationships/image" Target="../media/image1296.png"/><Relationship Id="rId251" Type="http://schemas.openxmlformats.org/officeDocument/2006/relationships/customXml" Target="../ink/ink1304.xml"/><Relationship Id="rId25" Type="http://schemas.openxmlformats.org/officeDocument/2006/relationships/customXml" Target="../ink/ink1191.xml"/><Relationship Id="rId46" Type="http://schemas.openxmlformats.org/officeDocument/2006/relationships/image" Target="../media/image1204.png"/><Relationship Id="rId67" Type="http://schemas.openxmlformats.org/officeDocument/2006/relationships/customXml" Target="../ink/ink1212.xml"/><Relationship Id="rId272" Type="http://schemas.openxmlformats.org/officeDocument/2006/relationships/image" Target="../media/image1316.png"/><Relationship Id="rId293" Type="http://schemas.openxmlformats.org/officeDocument/2006/relationships/customXml" Target="../ink/ink1325.xml"/><Relationship Id="rId88" Type="http://schemas.openxmlformats.org/officeDocument/2006/relationships/image" Target="../media/image1225.png"/><Relationship Id="rId111" Type="http://schemas.openxmlformats.org/officeDocument/2006/relationships/customXml" Target="../ink/ink1234.xml"/><Relationship Id="rId132" Type="http://schemas.openxmlformats.org/officeDocument/2006/relationships/image" Target="../media/image1247.png"/><Relationship Id="rId153" Type="http://schemas.openxmlformats.org/officeDocument/2006/relationships/customXml" Target="../ink/ink1255.xml"/><Relationship Id="rId174" Type="http://schemas.openxmlformats.org/officeDocument/2006/relationships/image" Target="../media/image1268.png"/><Relationship Id="rId195" Type="http://schemas.openxmlformats.org/officeDocument/2006/relationships/customXml" Target="../ink/ink1276.xml"/><Relationship Id="rId209" Type="http://schemas.openxmlformats.org/officeDocument/2006/relationships/customXml" Target="../ink/ink1283.xml"/><Relationship Id="rId220" Type="http://schemas.openxmlformats.org/officeDocument/2006/relationships/image" Target="../media/image1291.png"/><Relationship Id="rId241" Type="http://schemas.openxmlformats.org/officeDocument/2006/relationships/customXml" Target="../ink/ink1299.xml"/><Relationship Id="rId15" Type="http://schemas.openxmlformats.org/officeDocument/2006/relationships/customXml" Target="../ink/ink1186.xml"/><Relationship Id="rId36" Type="http://schemas.openxmlformats.org/officeDocument/2006/relationships/image" Target="../media/image1199.png"/><Relationship Id="rId57" Type="http://schemas.openxmlformats.org/officeDocument/2006/relationships/customXml" Target="../ink/ink1207.xml"/><Relationship Id="rId262" Type="http://schemas.openxmlformats.org/officeDocument/2006/relationships/image" Target="../media/image1311.png"/><Relationship Id="rId283" Type="http://schemas.openxmlformats.org/officeDocument/2006/relationships/customXml" Target="../ink/ink1320.xml"/><Relationship Id="rId78" Type="http://schemas.openxmlformats.org/officeDocument/2006/relationships/image" Target="../media/image1220.png"/><Relationship Id="rId99" Type="http://schemas.openxmlformats.org/officeDocument/2006/relationships/customXml" Target="../ink/ink1228.xml"/><Relationship Id="rId101" Type="http://schemas.openxmlformats.org/officeDocument/2006/relationships/customXml" Target="../ink/ink1229.xml"/><Relationship Id="rId122" Type="http://schemas.openxmlformats.org/officeDocument/2006/relationships/image" Target="../media/image1242.png"/><Relationship Id="rId143" Type="http://schemas.openxmlformats.org/officeDocument/2006/relationships/customXml" Target="../ink/ink1250.xml"/><Relationship Id="rId164" Type="http://schemas.openxmlformats.org/officeDocument/2006/relationships/image" Target="../media/image1263.png"/><Relationship Id="rId185" Type="http://schemas.openxmlformats.org/officeDocument/2006/relationships/customXml" Target="../ink/ink1271.xml"/><Relationship Id="rId9" Type="http://schemas.openxmlformats.org/officeDocument/2006/relationships/customXml" Target="../ink/ink1183.xml"/><Relationship Id="rId210" Type="http://schemas.openxmlformats.org/officeDocument/2006/relationships/image" Target="../media/image1286.png"/><Relationship Id="rId26" Type="http://schemas.openxmlformats.org/officeDocument/2006/relationships/image" Target="../media/image1194.png"/><Relationship Id="rId231" Type="http://schemas.openxmlformats.org/officeDocument/2006/relationships/customXml" Target="../ink/ink1294.xml"/><Relationship Id="rId252" Type="http://schemas.openxmlformats.org/officeDocument/2006/relationships/image" Target="../media/image1306.png"/><Relationship Id="rId273" Type="http://schemas.openxmlformats.org/officeDocument/2006/relationships/customXml" Target="../ink/ink1315.xml"/><Relationship Id="rId294" Type="http://schemas.openxmlformats.org/officeDocument/2006/relationships/image" Target="../media/image1327.png"/><Relationship Id="rId47" Type="http://schemas.openxmlformats.org/officeDocument/2006/relationships/customXml" Target="../ink/ink1202.xml"/><Relationship Id="rId68" Type="http://schemas.openxmlformats.org/officeDocument/2006/relationships/image" Target="../media/image1215.png"/><Relationship Id="rId89" Type="http://schemas.openxmlformats.org/officeDocument/2006/relationships/customXml" Target="../ink/ink1223.xml"/><Relationship Id="rId112" Type="http://schemas.openxmlformats.org/officeDocument/2006/relationships/image" Target="../media/image1237.png"/><Relationship Id="rId133" Type="http://schemas.openxmlformats.org/officeDocument/2006/relationships/customXml" Target="../ink/ink1245.xml"/><Relationship Id="rId154" Type="http://schemas.openxmlformats.org/officeDocument/2006/relationships/image" Target="../media/image1258.png"/><Relationship Id="rId175" Type="http://schemas.openxmlformats.org/officeDocument/2006/relationships/customXml" Target="../ink/ink1266.xml"/><Relationship Id="rId196" Type="http://schemas.openxmlformats.org/officeDocument/2006/relationships/image" Target="../media/image1279.png"/><Relationship Id="rId200" Type="http://schemas.openxmlformats.org/officeDocument/2006/relationships/image" Target="../media/image1281.png"/><Relationship Id="rId16" Type="http://schemas.openxmlformats.org/officeDocument/2006/relationships/image" Target="../media/image1189.png"/><Relationship Id="rId221" Type="http://schemas.openxmlformats.org/officeDocument/2006/relationships/customXml" Target="../ink/ink1289.xml"/><Relationship Id="rId242" Type="http://schemas.openxmlformats.org/officeDocument/2006/relationships/image" Target="../media/image1301.png"/><Relationship Id="rId263" Type="http://schemas.openxmlformats.org/officeDocument/2006/relationships/customXml" Target="../ink/ink1310.xml"/><Relationship Id="rId284" Type="http://schemas.openxmlformats.org/officeDocument/2006/relationships/image" Target="../media/image1322.png"/><Relationship Id="rId37" Type="http://schemas.openxmlformats.org/officeDocument/2006/relationships/customXml" Target="../ink/ink1197.xml"/><Relationship Id="rId58" Type="http://schemas.openxmlformats.org/officeDocument/2006/relationships/image" Target="../media/image1210.png"/><Relationship Id="rId79" Type="http://schemas.openxmlformats.org/officeDocument/2006/relationships/customXml" Target="../ink/ink1218.xml"/><Relationship Id="rId102" Type="http://schemas.openxmlformats.org/officeDocument/2006/relationships/image" Target="../media/image1232.png"/><Relationship Id="rId123" Type="http://schemas.openxmlformats.org/officeDocument/2006/relationships/customXml" Target="../ink/ink1240.xml"/><Relationship Id="rId144" Type="http://schemas.openxmlformats.org/officeDocument/2006/relationships/image" Target="../media/image1253.png"/><Relationship Id="rId90" Type="http://schemas.openxmlformats.org/officeDocument/2006/relationships/image" Target="../media/image1226.png"/><Relationship Id="rId165" Type="http://schemas.openxmlformats.org/officeDocument/2006/relationships/customXml" Target="../ink/ink1261.xml"/><Relationship Id="rId186" Type="http://schemas.openxmlformats.org/officeDocument/2006/relationships/image" Target="../media/image1274.png"/><Relationship Id="rId211" Type="http://schemas.openxmlformats.org/officeDocument/2006/relationships/customXml" Target="../ink/ink1284.xml"/><Relationship Id="rId232" Type="http://schemas.openxmlformats.org/officeDocument/2006/relationships/image" Target="../media/image488.png"/><Relationship Id="rId253" Type="http://schemas.openxmlformats.org/officeDocument/2006/relationships/customXml" Target="../ink/ink1305.xml"/><Relationship Id="rId274" Type="http://schemas.openxmlformats.org/officeDocument/2006/relationships/image" Target="../media/image1317.png"/><Relationship Id="rId295" Type="http://schemas.openxmlformats.org/officeDocument/2006/relationships/customXml" Target="../ink/ink1326.xml"/><Relationship Id="rId27" Type="http://schemas.openxmlformats.org/officeDocument/2006/relationships/customXml" Target="../ink/ink1192.xml"/><Relationship Id="rId48" Type="http://schemas.openxmlformats.org/officeDocument/2006/relationships/image" Target="../media/image1205.png"/><Relationship Id="rId69" Type="http://schemas.openxmlformats.org/officeDocument/2006/relationships/customXml" Target="../ink/ink1213.xml"/><Relationship Id="rId113" Type="http://schemas.openxmlformats.org/officeDocument/2006/relationships/customXml" Target="../ink/ink1235.xml"/><Relationship Id="rId134" Type="http://schemas.openxmlformats.org/officeDocument/2006/relationships/image" Target="../media/image1248.png"/><Relationship Id="rId80" Type="http://schemas.openxmlformats.org/officeDocument/2006/relationships/image" Target="../media/image1221.png"/><Relationship Id="rId155" Type="http://schemas.openxmlformats.org/officeDocument/2006/relationships/customXml" Target="../ink/ink1256.xml"/><Relationship Id="rId176" Type="http://schemas.openxmlformats.org/officeDocument/2006/relationships/image" Target="../media/image1269.png"/><Relationship Id="rId197" Type="http://schemas.openxmlformats.org/officeDocument/2006/relationships/customXml" Target="../ink/ink1277.xml"/><Relationship Id="rId201" Type="http://schemas.openxmlformats.org/officeDocument/2006/relationships/customXml" Target="../ink/ink1279.xml"/><Relationship Id="rId222" Type="http://schemas.openxmlformats.org/officeDocument/2006/relationships/image" Target="../media/image1292.png"/><Relationship Id="rId243" Type="http://schemas.openxmlformats.org/officeDocument/2006/relationships/customXml" Target="../ink/ink1300.xml"/><Relationship Id="rId264" Type="http://schemas.openxmlformats.org/officeDocument/2006/relationships/image" Target="../media/image1312.png"/><Relationship Id="rId285" Type="http://schemas.openxmlformats.org/officeDocument/2006/relationships/customXml" Target="../ink/ink1321.xml"/><Relationship Id="rId17" Type="http://schemas.openxmlformats.org/officeDocument/2006/relationships/customXml" Target="../ink/ink1187.xml"/><Relationship Id="rId38" Type="http://schemas.openxmlformats.org/officeDocument/2006/relationships/image" Target="../media/image1200.png"/><Relationship Id="rId59" Type="http://schemas.openxmlformats.org/officeDocument/2006/relationships/customXml" Target="../ink/ink1208.xml"/><Relationship Id="rId103" Type="http://schemas.openxmlformats.org/officeDocument/2006/relationships/customXml" Target="../ink/ink1230.xml"/><Relationship Id="rId124" Type="http://schemas.openxmlformats.org/officeDocument/2006/relationships/image" Target="../media/image1243.png"/><Relationship Id="rId70" Type="http://schemas.openxmlformats.org/officeDocument/2006/relationships/image" Target="../media/image1216.png"/><Relationship Id="rId91" Type="http://schemas.openxmlformats.org/officeDocument/2006/relationships/customXml" Target="../ink/ink1224.xml"/><Relationship Id="rId145" Type="http://schemas.openxmlformats.org/officeDocument/2006/relationships/customXml" Target="../ink/ink1251.xml"/><Relationship Id="rId166" Type="http://schemas.openxmlformats.org/officeDocument/2006/relationships/image" Target="../media/image1264.png"/><Relationship Id="rId187" Type="http://schemas.openxmlformats.org/officeDocument/2006/relationships/customXml" Target="../ink/ink127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87.png"/><Relationship Id="rId233" Type="http://schemas.openxmlformats.org/officeDocument/2006/relationships/customXml" Target="../ink/ink1295.xml"/><Relationship Id="rId254" Type="http://schemas.openxmlformats.org/officeDocument/2006/relationships/image" Target="../media/image1307.png"/><Relationship Id="rId28" Type="http://schemas.openxmlformats.org/officeDocument/2006/relationships/image" Target="../media/image1195.png"/><Relationship Id="rId49" Type="http://schemas.openxmlformats.org/officeDocument/2006/relationships/customXml" Target="../ink/ink1203.xml"/><Relationship Id="rId114" Type="http://schemas.openxmlformats.org/officeDocument/2006/relationships/image" Target="../media/image1238.png"/><Relationship Id="rId275" Type="http://schemas.openxmlformats.org/officeDocument/2006/relationships/customXml" Target="../ink/ink1316.xml"/><Relationship Id="rId296" Type="http://schemas.openxmlformats.org/officeDocument/2006/relationships/image" Target="../media/image1328.png"/><Relationship Id="rId300" Type="http://schemas.openxmlformats.org/officeDocument/2006/relationships/image" Target="../media/image1330.png"/><Relationship Id="rId60" Type="http://schemas.openxmlformats.org/officeDocument/2006/relationships/image" Target="../media/image1211.png"/><Relationship Id="rId81" Type="http://schemas.openxmlformats.org/officeDocument/2006/relationships/customXml" Target="../ink/ink1219.xml"/><Relationship Id="rId135" Type="http://schemas.openxmlformats.org/officeDocument/2006/relationships/customXml" Target="../ink/ink1246.xml"/><Relationship Id="rId156" Type="http://schemas.openxmlformats.org/officeDocument/2006/relationships/image" Target="../media/image1259.png"/><Relationship Id="rId177" Type="http://schemas.openxmlformats.org/officeDocument/2006/relationships/customXml" Target="../ink/ink1267.xml"/><Relationship Id="rId198" Type="http://schemas.openxmlformats.org/officeDocument/2006/relationships/image" Target="../media/image1280.png"/><Relationship Id="rId202" Type="http://schemas.openxmlformats.org/officeDocument/2006/relationships/image" Target="../media/image1282.png"/><Relationship Id="rId223" Type="http://schemas.openxmlformats.org/officeDocument/2006/relationships/customXml" Target="../ink/ink1290.xml"/><Relationship Id="rId244" Type="http://schemas.openxmlformats.org/officeDocument/2006/relationships/image" Target="../media/image1302.png"/><Relationship Id="rId18" Type="http://schemas.openxmlformats.org/officeDocument/2006/relationships/image" Target="../media/image1190.png"/><Relationship Id="rId39" Type="http://schemas.openxmlformats.org/officeDocument/2006/relationships/customXml" Target="../ink/ink1198.xml"/><Relationship Id="rId265" Type="http://schemas.openxmlformats.org/officeDocument/2006/relationships/customXml" Target="../ink/ink1311.xml"/><Relationship Id="rId286" Type="http://schemas.openxmlformats.org/officeDocument/2006/relationships/image" Target="../media/image1323.png"/><Relationship Id="rId50" Type="http://schemas.openxmlformats.org/officeDocument/2006/relationships/image" Target="../media/image1206.png"/><Relationship Id="rId104" Type="http://schemas.openxmlformats.org/officeDocument/2006/relationships/image" Target="../media/image1233.png"/><Relationship Id="rId125" Type="http://schemas.openxmlformats.org/officeDocument/2006/relationships/customXml" Target="../ink/ink1241.xml"/><Relationship Id="rId146" Type="http://schemas.openxmlformats.org/officeDocument/2006/relationships/image" Target="../media/image1254.png"/><Relationship Id="rId167" Type="http://schemas.openxmlformats.org/officeDocument/2006/relationships/customXml" Target="../ink/ink1262.xml"/><Relationship Id="rId188" Type="http://schemas.openxmlformats.org/officeDocument/2006/relationships/image" Target="../media/image1275.png"/><Relationship Id="rId71" Type="http://schemas.openxmlformats.org/officeDocument/2006/relationships/customXml" Target="../ink/ink1214.xml"/><Relationship Id="rId92" Type="http://schemas.openxmlformats.org/officeDocument/2006/relationships/image" Target="../media/image1227.png"/><Relationship Id="rId213" Type="http://schemas.openxmlformats.org/officeDocument/2006/relationships/customXml" Target="../ink/ink1285.xml"/><Relationship Id="rId234" Type="http://schemas.openxmlformats.org/officeDocument/2006/relationships/image" Target="../media/image1297.png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1193.xml"/><Relationship Id="rId255" Type="http://schemas.openxmlformats.org/officeDocument/2006/relationships/customXml" Target="../ink/ink1306.xml"/><Relationship Id="rId276" Type="http://schemas.openxmlformats.org/officeDocument/2006/relationships/image" Target="../media/image1318.png"/><Relationship Id="rId297" Type="http://schemas.openxmlformats.org/officeDocument/2006/relationships/customXml" Target="../ink/ink1327.xml"/><Relationship Id="rId40" Type="http://schemas.openxmlformats.org/officeDocument/2006/relationships/image" Target="../media/image1201.png"/><Relationship Id="rId115" Type="http://schemas.openxmlformats.org/officeDocument/2006/relationships/customXml" Target="../ink/ink1236.xml"/><Relationship Id="rId136" Type="http://schemas.openxmlformats.org/officeDocument/2006/relationships/image" Target="../media/image1249.png"/><Relationship Id="rId157" Type="http://schemas.openxmlformats.org/officeDocument/2006/relationships/customXml" Target="../ink/ink1257.xml"/><Relationship Id="rId178" Type="http://schemas.openxmlformats.org/officeDocument/2006/relationships/image" Target="../media/image1270.png"/><Relationship Id="rId301" Type="http://schemas.openxmlformats.org/officeDocument/2006/relationships/customXml" Target="../ink/ink1329.xml"/><Relationship Id="rId61" Type="http://schemas.openxmlformats.org/officeDocument/2006/relationships/customXml" Target="../ink/ink1209.xml"/><Relationship Id="rId82" Type="http://schemas.openxmlformats.org/officeDocument/2006/relationships/image" Target="../media/image1222.png"/><Relationship Id="rId199" Type="http://schemas.openxmlformats.org/officeDocument/2006/relationships/customXml" Target="../ink/ink1278.xml"/><Relationship Id="rId203" Type="http://schemas.openxmlformats.org/officeDocument/2006/relationships/customXml" Target="../ink/ink1280.xml"/><Relationship Id="rId19" Type="http://schemas.openxmlformats.org/officeDocument/2006/relationships/customXml" Target="../ink/ink1188.xml"/><Relationship Id="rId224" Type="http://schemas.openxmlformats.org/officeDocument/2006/relationships/image" Target="../media/image1293.png"/><Relationship Id="rId245" Type="http://schemas.openxmlformats.org/officeDocument/2006/relationships/customXml" Target="../ink/ink1301.xml"/><Relationship Id="rId266" Type="http://schemas.openxmlformats.org/officeDocument/2006/relationships/image" Target="../media/image1313.png"/><Relationship Id="rId287" Type="http://schemas.openxmlformats.org/officeDocument/2006/relationships/customXml" Target="../ink/ink1322.xml"/><Relationship Id="rId30" Type="http://schemas.openxmlformats.org/officeDocument/2006/relationships/image" Target="../media/image1196.png"/><Relationship Id="rId105" Type="http://schemas.openxmlformats.org/officeDocument/2006/relationships/customXml" Target="../ink/ink1231.xml"/><Relationship Id="rId126" Type="http://schemas.openxmlformats.org/officeDocument/2006/relationships/image" Target="../media/image1244.png"/><Relationship Id="rId147" Type="http://schemas.openxmlformats.org/officeDocument/2006/relationships/customXml" Target="../ink/ink1252.xml"/><Relationship Id="rId168" Type="http://schemas.openxmlformats.org/officeDocument/2006/relationships/image" Target="../media/image1265.png"/><Relationship Id="rId51" Type="http://schemas.openxmlformats.org/officeDocument/2006/relationships/customXml" Target="../ink/ink1204.xml"/><Relationship Id="rId72" Type="http://schemas.openxmlformats.org/officeDocument/2006/relationships/image" Target="../media/image1217.png"/><Relationship Id="rId93" Type="http://schemas.openxmlformats.org/officeDocument/2006/relationships/customXml" Target="../ink/ink1225.xml"/><Relationship Id="rId189" Type="http://schemas.openxmlformats.org/officeDocument/2006/relationships/customXml" Target="../ink/ink1273.xml"/><Relationship Id="rId3" Type="http://schemas.openxmlformats.org/officeDocument/2006/relationships/customXml" Target="../ink/ink1180.xml"/><Relationship Id="rId214" Type="http://schemas.openxmlformats.org/officeDocument/2006/relationships/image" Target="../media/image1288.png"/><Relationship Id="rId235" Type="http://schemas.openxmlformats.org/officeDocument/2006/relationships/customXml" Target="../ink/ink1296.xml"/><Relationship Id="rId256" Type="http://schemas.openxmlformats.org/officeDocument/2006/relationships/image" Target="../media/image1308.png"/><Relationship Id="rId277" Type="http://schemas.openxmlformats.org/officeDocument/2006/relationships/customXml" Target="../ink/ink1317.xml"/><Relationship Id="rId298" Type="http://schemas.openxmlformats.org/officeDocument/2006/relationships/image" Target="../media/image1329.png"/><Relationship Id="rId116" Type="http://schemas.openxmlformats.org/officeDocument/2006/relationships/image" Target="../media/image1239.png"/><Relationship Id="rId137" Type="http://schemas.openxmlformats.org/officeDocument/2006/relationships/customXml" Target="../ink/ink1247.xml"/><Relationship Id="rId158" Type="http://schemas.openxmlformats.org/officeDocument/2006/relationships/image" Target="../media/image1260.png"/><Relationship Id="rId302" Type="http://schemas.openxmlformats.org/officeDocument/2006/relationships/image" Target="../media/image1331.png"/><Relationship Id="rId20" Type="http://schemas.openxmlformats.org/officeDocument/2006/relationships/image" Target="../media/image1191.png"/><Relationship Id="rId41" Type="http://schemas.openxmlformats.org/officeDocument/2006/relationships/customXml" Target="../ink/ink1199.xml"/><Relationship Id="rId62" Type="http://schemas.openxmlformats.org/officeDocument/2006/relationships/image" Target="../media/image1212.png"/><Relationship Id="rId83" Type="http://schemas.openxmlformats.org/officeDocument/2006/relationships/customXml" Target="../ink/ink1220.xml"/><Relationship Id="rId179" Type="http://schemas.openxmlformats.org/officeDocument/2006/relationships/customXml" Target="../ink/ink1268.xml"/><Relationship Id="rId190" Type="http://schemas.openxmlformats.org/officeDocument/2006/relationships/image" Target="../media/image1276.png"/><Relationship Id="rId204" Type="http://schemas.openxmlformats.org/officeDocument/2006/relationships/image" Target="../media/image1283.png"/><Relationship Id="rId225" Type="http://schemas.openxmlformats.org/officeDocument/2006/relationships/customXml" Target="../ink/ink1291.xml"/><Relationship Id="rId246" Type="http://schemas.openxmlformats.org/officeDocument/2006/relationships/image" Target="../media/image1303.png"/><Relationship Id="rId267" Type="http://schemas.openxmlformats.org/officeDocument/2006/relationships/customXml" Target="../ink/ink1312.xml"/><Relationship Id="rId288" Type="http://schemas.openxmlformats.org/officeDocument/2006/relationships/image" Target="../media/image1324.png"/><Relationship Id="rId106" Type="http://schemas.openxmlformats.org/officeDocument/2006/relationships/image" Target="../media/image1234.png"/><Relationship Id="rId127" Type="http://schemas.openxmlformats.org/officeDocument/2006/relationships/customXml" Target="../ink/ink1242.xml"/><Relationship Id="rId10" Type="http://schemas.openxmlformats.org/officeDocument/2006/relationships/image" Target="../media/image1186.png"/><Relationship Id="rId31" Type="http://schemas.openxmlformats.org/officeDocument/2006/relationships/customXml" Target="../ink/ink1194.xml"/><Relationship Id="rId52" Type="http://schemas.openxmlformats.org/officeDocument/2006/relationships/image" Target="../media/image1207.png"/><Relationship Id="rId73" Type="http://schemas.openxmlformats.org/officeDocument/2006/relationships/customXml" Target="../ink/ink1215.xml"/><Relationship Id="rId94" Type="http://schemas.openxmlformats.org/officeDocument/2006/relationships/image" Target="../media/image1228.png"/><Relationship Id="rId148" Type="http://schemas.openxmlformats.org/officeDocument/2006/relationships/image" Target="../media/image1255.png"/><Relationship Id="rId169" Type="http://schemas.openxmlformats.org/officeDocument/2006/relationships/customXml" Target="../ink/ink1263.xml"/><Relationship Id="rId4" Type="http://schemas.openxmlformats.org/officeDocument/2006/relationships/image" Target="../media/image1183.png"/><Relationship Id="rId180" Type="http://schemas.openxmlformats.org/officeDocument/2006/relationships/image" Target="../media/image1271.png"/><Relationship Id="rId215" Type="http://schemas.openxmlformats.org/officeDocument/2006/relationships/customXml" Target="../ink/ink1286.xml"/><Relationship Id="rId236" Type="http://schemas.openxmlformats.org/officeDocument/2006/relationships/image" Target="../media/image1298.png"/><Relationship Id="rId257" Type="http://schemas.openxmlformats.org/officeDocument/2006/relationships/customXml" Target="../ink/ink1307.xml"/><Relationship Id="rId278" Type="http://schemas.openxmlformats.org/officeDocument/2006/relationships/image" Target="../media/image1319.png"/><Relationship Id="rId42" Type="http://schemas.openxmlformats.org/officeDocument/2006/relationships/image" Target="../media/image1202.png"/><Relationship Id="rId84" Type="http://schemas.openxmlformats.org/officeDocument/2006/relationships/image" Target="../media/image1223.png"/><Relationship Id="rId138" Type="http://schemas.openxmlformats.org/officeDocument/2006/relationships/image" Target="../media/image1250.png"/><Relationship Id="rId191" Type="http://schemas.openxmlformats.org/officeDocument/2006/relationships/customXml" Target="../ink/ink1274.xml"/><Relationship Id="rId205" Type="http://schemas.openxmlformats.org/officeDocument/2006/relationships/customXml" Target="../ink/ink1281.xml"/><Relationship Id="rId247" Type="http://schemas.openxmlformats.org/officeDocument/2006/relationships/customXml" Target="../ink/ink1302.xml"/><Relationship Id="rId107" Type="http://schemas.openxmlformats.org/officeDocument/2006/relationships/customXml" Target="../ink/ink1232.xml"/><Relationship Id="rId289" Type="http://schemas.openxmlformats.org/officeDocument/2006/relationships/customXml" Target="../ink/ink1323.xml"/><Relationship Id="rId11" Type="http://schemas.openxmlformats.org/officeDocument/2006/relationships/customXml" Target="../ink/ink1184.xml"/><Relationship Id="rId53" Type="http://schemas.openxmlformats.org/officeDocument/2006/relationships/customXml" Target="../ink/ink1205.xml"/><Relationship Id="rId149" Type="http://schemas.openxmlformats.org/officeDocument/2006/relationships/customXml" Target="../ink/ink1253.xml"/><Relationship Id="rId95" Type="http://schemas.openxmlformats.org/officeDocument/2006/relationships/customXml" Target="../ink/ink1226.xml"/><Relationship Id="rId160" Type="http://schemas.openxmlformats.org/officeDocument/2006/relationships/image" Target="../media/image1261.png"/><Relationship Id="rId216" Type="http://schemas.openxmlformats.org/officeDocument/2006/relationships/image" Target="../media/image1289.png"/><Relationship Id="rId258" Type="http://schemas.openxmlformats.org/officeDocument/2006/relationships/image" Target="../media/image1309.png"/><Relationship Id="rId22" Type="http://schemas.openxmlformats.org/officeDocument/2006/relationships/image" Target="../media/image1192.png"/><Relationship Id="rId64" Type="http://schemas.openxmlformats.org/officeDocument/2006/relationships/image" Target="../media/image1213.png"/><Relationship Id="rId118" Type="http://schemas.openxmlformats.org/officeDocument/2006/relationships/image" Target="../media/image1240.png"/><Relationship Id="rId171" Type="http://schemas.openxmlformats.org/officeDocument/2006/relationships/customXml" Target="../ink/ink1264.xml"/><Relationship Id="rId227" Type="http://schemas.openxmlformats.org/officeDocument/2006/relationships/customXml" Target="../ink/ink1292.xml"/><Relationship Id="rId269" Type="http://schemas.openxmlformats.org/officeDocument/2006/relationships/customXml" Target="../ink/ink1313.xml"/><Relationship Id="rId33" Type="http://schemas.openxmlformats.org/officeDocument/2006/relationships/customXml" Target="../ink/ink1195.xml"/><Relationship Id="rId129" Type="http://schemas.openxmlformats.org/officeDocument/2006/relationships/customXml" Target="../ink/ink1243.xml"/><Relationship Id="rId280" Type="http://schemas.openxmlformats.org/officeDocument/2006/relationships/image" Target="../media/image1320.png"/><Relationship Id="rId75" Type="http://schemas.openxmlformats.org/officeDocument/2006/relationships/customXml" Target="../ink/ink1216.xml"/><Relationship Id="rId140" Type="http://schemas.openxmlformats.org/officeDocument/2006/relationships/image" Target="../media/image1251.png"/><Relationship Id="rId182" Type="http://schemas.openxmlformats.org/officeDocument/2006/relationships/image" Target="../media/image12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3.png"/><Relationship Id="rId2" Type="http://schemas.openxmlformats.org/officeDocument/2006/relationships/image" Target="../media/image13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92.png"/><Relationship Id="rId299" Type="http://schemas.openxmlformats.org/officeDocument/2006/relationships/image" Target="../media/image1481.png"/><Relationship Id="rId21" Type="http://schemas.openxmlformats.org/officeDocument/2006/relationships/image" Target="../media/image1344.png"/><Relationship Id="rId63" Type="http://schemas.openxmlformats.org/officeDocument/2006/relationships/image" Target="../media/image1365.png"/><Relationship Id="rId159" Type="http://schemas.openxmlformats.org/officeDocument/2006/relationships/image" Target="../media/image1413.png"/><Relationship Id="rId324" Type="http://schemas.openxmlformats.org/officeDocument/2006/relationships/customXml" Target="../ink/ink1489.xml"/><Relationship Id="rId170" Type="http://schemas.openxmlformats.org/officeDocument/2006/relationships/customXml" Target="../ink/ink1412.xml"/><Relationship Id="rId226" Type="http://schemas.openxmlformats.org/officeDocument/2006/relationships/customXml" Target="../ink/ink1440.xml"/><Relationship Id="rId268" Type="http://schemas.openxmlformats.org/officeDocument/2006/relationships/customXml" Target="../ink/ink1461.xml"/><Relationship Id="rId32" Type="http://schemas.openxmlformats.org/officeDocument/2006/relationships/customXml" Target="../ink/ink1343.xml"/><Relationship Id="rId74" Type="http://schemas.openxmlformats.org/officeDocument/2006/relationships/customXml" Target="../ink/ink1364.xml"/><Relationship Id="rId128" Type="http://schemas.openxmlformats.org/officeDocument/2006/relationships/customXml" Target="../ink/ink1391.xml"/><Relationship Id="rId335" Type="http://schemas.openxmlformats.org/officeDocument/2006/relationships/image" Target="../media/image1498.png"/><Relationship Id="rId5" Type="http://schemas.openxmlformats.org/officeDocument/2006/relationships/image" Target="../media/image1336.png"/><Relationship Id="rId181" Type="http://schemas.openxmlformats.org/officeDocument/2006/relationships/image" Target="../media/image1423.png"/><Relationship Id="rId237" Type="http://schemas.openxmlformats.org/officeDocument/2006/relationships/image" Target="../media/image1450.png"/><Relationship Id="rId279" Type="http://schemas.openxmlformats.org/officeDocument/2006/relationships/image" Target="../media/image1471.png"/><Relationship Id="rId43" Type="http://schemas.openxmlformats.org/officeDocument/2006/relationships/image" Target="../media/image1355.png"/><Relationship Id="rId139" Type="http://schemas.openxmlformats.org/officeDocument/2006/relationships/image" Target="../media/image1403.png"/><Relationship Id="rId290" Type="http://schemas.openxmlformats.org/officeDocument/2006/relationships/customXml" Target="../ink/ink1472.xml"/><Relationship Id="rId304" Type="http://schemas.openxmlformats.org/officeDocument/2006/relationships/customXml" Target="../ink/ink1479.xml"/><Relationship Id="rId346" Type="http://schemas.openxmlformats.org/officeDocument/2006/relationships/customXml" Target="../ink/ink1500.xml"/><Relationship Id="rId85" Type="http://schemas.openxmlformats.org/officeDocument/2006/relationships/image" Target="../media/image1376.png"/><Relationship Id="rId150" Type="http://schemas.openxmlformats.org/officeDocument/2006/relationships/customXml" Target="../ink/ink1402.xml"/><Relationship Id="rId192" Type="http://schemas.openxmlformats.org/officeDocument/2006/relationships/customXml" Target="../ink/ink1423.xml"/><Relationship Id="rId206" Type="http://schemas.openxmlformats.org/officeDocument/2006/relationships/customXml" Target="../ink/ink1430.xml"/><Relationship Id="rId248" Type="http://schemas.openxmlformats.org/officeDocument/2006/relationships/customXml" Target="../ink/ink1451.xml"/><Relationship Id="rId12" Type="http://schemas.openxmlformats.org/officeDocument/2006/relationships/customXml" Target="../ink/ink1333.xml"/><Relationship Id="rId108" Type="http://schemas.openxmlformats.org/officeDocument/2006/relationships/customXml" Target="../ink/ink1381.xml"/><Relationship Id="rId315" Type="http://schemas.openxmlformats.org/officeDocument/2006/relationships/image" Target="../media/image1489.png"/><Relationship Id="rId357" Type="http://schemas.openxmlformats.org/officeDocument/2006/relationships/image" Target="../media/image1509.png"/><Relationship Id="rId54" Type="http://schemas.openxmlformats.org/officeDocument/2006/relationships/customXml" Target="../ink/ink1354.xml"/><Relationship Id="rId96" Type="http://schemas.openxmlformats.org/officeDocument/2006/relationships/customXml" Target="../ink/ink1375.xml"/><Relationship Id="rId161" Type="http://schemas.openxmlformats.org/officeDocument/2006/relationships/image" Target="../media/image1414.png"/><Relationship Id="rId217" Type="http://schemas.openxmlformats.org/officeDocument/2006/relationships/image" Target="../media/image1440.png"/><Relationship Id="rId259" Type="http://schemas.openxmlformats.org/officeDocument/2006/relationships/image" Target="../media/image1461.png"/><Relationship Id="rId23" Type="http://schemas.openxmlformats.org/officeDocument/2006/relationships/image" Target="../media/image1345.png"/><Relationship Id="rId119" Type="http://schemas.openxmlformats.org/officeDocument/2006/relationships/image" Target="../media/image1393.png"/><Relationship Id="rId270" Type="http://schemas.openxmlformats.org/officeDocument/2006/relationships/customXml" Target="../ink/ink1462.xml"/><Relationship Id="rId326" Type="http://schemas.openxmlformats.org/officeDocument/2006/relationships/customXml" Target="../ink/ink1490.xml"/><Relationship Id="rId65" Type="http://schemas.openxmlformats.org/officeDocument/2006/relationships/image" Target="../media/image1366.png"/><Relationship Id="rId130" Type="http://schemas.openxmlformats.org/officeDocument/2006/relationships/customXml" Target="../ink/ink1392.xml"/><Relationship Id="rId172" Type="http://schemas.openxmlformats.org/officeDocument/2006/relationships/customXml" Target="../ink/ink1413.xml"/><Relationship Id="rId228" Type="http://schemas.openxmlformats.org/officeDocument/2006/relationships/customXml" Target="../ink/ink1441.xml"/><Relationship Id="rId281" Type="http://schemas.openxmlformats.org/officeDocument/2006/relationships/image" Target="../media/image1472.png"/><Relationship Id="rId337" Type="http://schemas.openxmlformats.org/officeDocument/2006/relationships/image" Target="../media/image1499.png"/><Relationship Id="rId34" Type="http://schemas.openxmlformats.org/officeDocument/2006/relationships/customXml" Target="../ink/ink1344.xml"/><Relationship Id="rId76" Type="http://schemas.openxmlformats.org/officeDocument/2006/relationships/customXml" Target="../ink/ink1365.xml"/><Relationship Id="rId141" Type="http://schemas.openxmlformats.org/officeDocument/2006/relationships/image" Target="../media/image1404.png"/><Relationship Id="rId7" Type="http://schemas.openxmlformats.org/officeDocument/2006/relationships/image" Target="../media/image1337.png"/><Relationship Id="rId183" Type="http://schemas.openxmlformats.org/officeDocument/2006/relationships/image" Target="../media/image1424.png"/><Relationship Id="rId239" Type="http://schemas.openxmlformats.org/officeDocument/2006/relationships/image" Target="../media/image1451.png"/><Relationship Id="rId250" Type="http://schemas.openxmlformats.org/officeDocument/2006/relationships/customXml" Target="../ink/ink1452.xml"/><Relationship Id="rId292" Type="http://schemas.openxmlformats.org/officeDocument/2006/relationships/customXml" Target="../ink/ink1473.xml"/><Relationship Id="rId306" Type="http://schemas.openxmlformats.org/officeDocument/2006/relationships/customXml" Target="../ink/ink1480.xml"/><Relationship Id="rId45" Type="http://schemas.openxmlformats.org/officeDocument/2006/relationships/image" Target="../media/image1356.png"/><Relationship Id="rId87" Type="http://schemas.openxmlformats.org/officeDocument/2006/relationships/image" Target="../media/image1377.png"/><Relationship Id="rId110" Type="http://schemas.openxmlformats.org/officeDocument/2006/relationships/customXml" Target="../ink/ink1382.xml"/><Relationship Id="rId348" Type="http://schemas.openxmlformats.org/officeDocument/2006/relationships/customXml" Target="../ink/ink1501.xml"/><Relationship Id="rId152" Type="http://schemas.openxmlformats.org/officeDocument/2006/relationships/customXml" Target="../ink/ink1403.xml"/><Relationship Id="rId194" Type="http://schemas.openxmlformats.org/officeDocument/2006/relationships/customXml" Target="../ink/ink1424.xml"/><Relationship Id="rId208" Type="http://schemas.openxmlformats.org/officeDocument/2006/relationships/customXml" Target="../ink/ink1431.xml"/><Relationship Id="rId261" Type="http://schemas.openxmlformats.org/officeDocument/2006/relationships/image" Target="../media/image1462.png"/><Relationship Id="rId14" Type="http://schemas.openxmlformats.org/officeDocument/2006/relationships/customXml" Target="../ink/ink1334.xml"/><Relationship Id="rId56" Type="http://schemas.openxmlformats.org/officeDocument/2006/relationships/customXml" Target="../ink/ink1355.xml"/><Relationship Id="rId317" Type="http://schemas.openxmlformats.org/officeDocument/2006/relationships/image" Target="../media/image1490.png"/><Relationship Id="rId98" Type="http://schemas.openxmlformats.org/officeDocument/2006/relationships/customXml" Target="../ink/ink1376.xml"/><Relationship Id="rId121" Type="http://schemas.openxmlformats.org/officeDocument/2006/relationships/image" Target="../media/image1394.png"/><Relationship Id="rId163" Type="http://schemas.openxmlformats.org/officeDocument/2006/relationships/image" Target="../media/image1415.png"/><Relationship Id="rId219" Type="http://schemas.openxmlformats.org/officeDocument/2006/relationships/image" Target="../media/image1441.png"/><Relationship Id="rId230" Type="http://schemas.openxmlformats.org/officeDocument/2006/relationships/customXml" Target="../ink/ink1442.xml"/><Relationship Id="rId25" Type="http://schemas.openxmlformats.org/officeDocument/2006/relationships/image" Target="../media/image1346.png"/><Relationship Id="rId46" Type="http://schemas.openxmlformats.org/officeDocument/2006/relationships/customXml" Target="../ink/ink1350.xml"/><Relationship Id="rId67" Type="http://schemas.openxmlformats.org/officeDocument/2006/relationships/image" Target="../media/image1367.png"/><Relationship Id="rId272" Type="http://schemas.openxmlformats.org/officeDocument/2006/relationships/customXml" Target="../ink/ink1463.xml"/><Relationship Id="rId293" Type="http://schemas.openxmlformats.org/officeDocument/2006/relationships/image" Target="../media/image1478.png"/><Relationship Id="rId307" Type="http://schemas.openxmlformats.org/officeDocument/2006/relationships/image" Target="../media/image1485.png"/><Relationship Id="rId328" Type="http://schemas.openxmlformats.org/officeDocument/2006/relationships/customXml" Target="../ink/ink1491.xml"/><Relationship Id="rId349" Type="http://schemas.openxmlformats.org/officeDocument/2006/relationships/image" Target="../media/image1505.png"/><Relationship Id="rId88" Type="http://schemas.openxmlformats.org/officeDocument/2006/relationships/customXml" Target="../ink/ink1371.xml"/><Relationship Id="rId111" Type="http://schemas.openxmlformats.org/officeDocument/2006/relationships/image" Target="../media/image1389.png"/><Relationship Id="rId132" Type="http://schemas.openxmlformats.org/officeDocument/2006/relationships/customXml" Target="../ink/ink1393.xml"/><Relationship Id="rId153" Type="http://schemas.openxmlformats.org/officeDocument/2006/relationships/image" Target="../media/image1410.png"/><Relationship Id="rId174" Type="http://schemas.openxmlformats.org/officeDocument/2006/relationships/customXml" Target="../ink/ink1414.xml"/><Relationship Id="rId195" Type="http://schemas.openxmlformats.org/officeDocument/2006/relationships/image" Target="../media/image1430.png"/><Relationship Id="rId209" Type="http://schemas.openxmlformats.org/officeDocument/2006/relationships/image" Target="../media/image1436.png"/><Relationship Id="rId220" Type="http://schemas.openxmlformats.org/officeDocument/2006/relationships/customXml" Target="../ink/ink1437.xml"/><Relationship Id="rId241" Type="http://schemas.openxmlformats.org/officeDocument/2006/relationships/image" Target="../media/image1452.png"/><Relationship Id="rId15" Type="http://schemas.openxmlformats.org/officeDocument/2006/relationships/image" Target="../media/image1341.png"/><Relationship Id="rId36" Type="http://schemas.openxmlformats.org/officeDocument/2006/relationships/customXml" Target="../ink/ink1345.xml"/><Relationship Id="rId57" Type="http://schemas.openxmlformats.org/officeDocument/2006/relationships/image" Target="../media/image1362.png"/><Relationship Id="rId262" Type="http://schemas.openxmlformats.org/officeDocument/2006/relationships/customXml" Target="../ink/ink1458.xml"/><Relationship Id="rId283" Type="http://schemas.openxmlformats.org/officeDocument/2006/relationships/image" Target="../media/image1473.png"/><Relationship Id="rId318" Type="http://schemas.openxmlformats.org/officeDocument/2006/relationships/customXml" Target="../ink/ink1486.xml"/><Relationship Id="rId339" Type="http://schemas.openxmlformats.org/officeDocument/2006/relationships/image" Target="../media/image1500.png"/><Relationship Id="rId78" Type="http://schemas.openxmlformats.org/officeDocument/2006/relationships/customXml" Target="../ink/ink1366.xml"/><Relationship Id="rId99" Type="http://schemas.openxmlformats.org/officeDocument/2006/relationships/image" Target="../media/image1383.png"/><Relationship Id="rId101" Type="http://schemas.openxmlformats.org/officeDocument/2006/relationships/image" Target="../media/image1384.png"/><Relationship Id="rId122" Type="http://schemas.openxmlformats.org/officeDocument/2006/relationships/customXml" Target="../ink/ink1388.xml"/><Relationship Id="rId143" Type="http://schemas.openxmlformats.org/officeDocument/2006/relationships/image" Target="../media/image1405.png"/><Relationship Id="rId164" Type="http://schemas.openxmlformats.org/officeDocument/2006/relationships/customXml" Target="../ink/ink1409.xml"/><Relationship Id="rId185" Type="http://schemas.openxmlformats.org/officeDocument/2006/relationships/image" Target="../media/image1425.png"/><Relationship Id="rId350" Type="http://schemas.openxmlformats.org/officeDocument/2006/relationships/customXml" Target="../ink/ink1502.xml"/><Relationship Id="rId9" Type="http://schemas.openxmlformats.org/officeDocument/2006/relationships/image" Target="../media/image1338.png"/><Relationship Id="rId210" Type="http://schemas.openxmlformats.org/officeDocument/2006/relationships/customXml" Target="../ink/ink1432.xml"/><Relationship Id="rId26" Type="http://schemas.openxmlformats.org/officeDocument/2006/relationships/customXml" Target="../ink/ink1340.xml"/><Relationship Id="rId231" Type="http://schemas.openxmlformats.org/officeDocument/2006/relationships/image" Target="../media/image1447.png"/><Relationship Id="rId252" Type="http://schemas.openxmlformats.org/officeDocument/2006/relationships/customXml" Target="../ink/ink1453.xml"/><Relationship Id="rId273" Type="http://schemas.openxmlformats.org/officeDocument/2006/relationships/image" Target="../media/image1468.png"/><Relationship Id="rId294" Type="http://schemas.openxmlformats.org/officeDocument/2006/relationships/customXml" Target="../ink/ink1474.xml"/><Relationship Id="rId308" Type="http://schemas.openxmlformats.org/officeDocument/2006/relationships/customXml" Target="../ink/ink1481.xml"/><Relationship Id="rId329" Type="http://schemas.openxmlformats.org/officeDocument/2006/relationships/image" Target="../media/image1495.png"/><Relationship Id="rId47" Type="http://schemas.openxmlformats.org/officeDocument/2006/relationships/image" Target="../media/image1357.png"/><Relationship Id="rId68" Type="http://schemas.openxmlformats.org/officeDocument/2006/relationships/customXml" Target="../ink/ink1361.xml"/><Relationship Id="rId89" Type="http://schemas.openxmlformats.org/officeDocument/2006/relationships/image" Target="../media/image1378.png"/><Relationship Id="rId112" Type="http://schemas.openxmlformats.org/officeDocument/2006/relationships/customXml" Target="../ink/ink1383.xml"/><Relationship Id="rId133" Type="http://schemas.openxmlformats.org/officeDocument/2006/relationships/image" Target="../media/image1400.png"/><Relationship Id="rId154" Type="http://schemas.openxmlformats.org/officeDocument/2006/relationships/customXml" Target="../ink/ink1404.xml"/><Relationship Id="rId175" Type="http://schemas.openxmlformats.org/officeDocument/2006/relationships/image" Target="../media/image1421.png"/><Relationship Id="rId340" Type="http://schemas.openxmlformats.org/officeDocument/2006/relationships/customXml" Target="../ink/ink1497.xml"/><Relationship Id="rId196" Type="http://schemas.openxmlformats.org/officeDocument/2006/relationships/customXml" Target="../ink/ink1425.xml"/><Relationship Id="rId200" Type="http://schemas.openxmlformats.org/officeDocument/2006/relationships/customXml" Target="../ink/ink1427.xml"/><Relationship Id="rId16" Type="http://schemas.openxmlformats.org/officeDocument/2006/relationships/customXml" Target="../ink/ink1335.xml"/><Relationship Id="rId221" Type="http://schemas.openxmlformats.org/officeDocument/2006/relationships/image" Target="../media/image1442.png"/><Relationship Id="rId242" Type="http://schemas.openxmlformats.org/officeDocument/2006/relationships/customXml" Target="../ink/ink1448.xml"/><Relationship Id="rId263" Type="http://schemas.openxmlformats.org/officeDocument/2006/relationships/image" Target="../media/image1463.png"/><Relationship Id="rId284" Type="http://schemas.openxmlformats.org/officeDocument/2006/relationships/customXml" Target="../ink/ink1469.xml"/><Relationship Id="rId319" Type="http://schemas.openxmlformats.org/officeDocument/2006/relationships/image" Target="../media/image1491.png"/><Relationship Id="rId37" Type="http://schemas.openxmlformats.org/officeDocument/2006/relationships/image" Target="../media/image1352.png"/><Relationship Id="rId58" Type="http://schemas.openxmlformats.org/officeDocument/2006/relationships/customXml" Target="../ink/ink1356.xml"/><Relationship Id="rId79" Type="http://schemas.openxmlformats.org/officeDocument/2006/relationships/image" Target="../media/image1373.png"/><Relationship Id="rId102" Type="http://schemas.openxmlformats.org/officeDocument/2006/relationships/customXml" Target="../ink/ink1378.xml"/><Relationship Id="rId123" Type="http://schemas.openxmlformats.org/officeDocument/2006/relationships/image" Target="../media/image1395.png"/><Relationship Id="rId144" Type="http://schemas.openxmlformats.org/officeDocument/2006/relationships/customXml" Target="../ink/ink1399.xml"/><Relationship Id="rId330" Type="http://schemas.openxmlformats.org/officeDocument/2006/relationships/customXml" Target="../ink/ink1492.xml"/><Relationship Id="rId90" Type="http://schemas.openxmlformats.org/officeDocument/2006/relationships/customXml" Target="../ink/ink1372.xml"/><Relationship Id="rId165" Type="http://schemas.openxmlformats.org/officeDocument/2006/relationships/image" Target="../media/image1416.png"/><Relationship Id="rId186" Type="http://schemas.openxmlformats.org/officeDocument/2006/relationships/customXml" Target="../ink/ink1420.xml"/><Relationship Id="rId351" Type="http://schemas.openxmlformats.org/officeDocument/2006/relationships/image" Target="../media/image1506.png"/><Relationship Id="rId211" Type="http://schemas.openxmlformats.org/officeDocument/2006/relationships/image" Target="../media/image1437.png"/><Relationship Id="rId232" Type="http://schemas.openxmlformats.org/officeDocument/2006/relationships/customXml" Target="../ink/ink1443.xml"/><Relationship Id="rId253" Type="http://schemas.openxmlformats.org/officeDocument/2006/relationships/image" Target="../media/image1458.png"/><Relationship Id="rId274" Type="http://schemas.openxmlformats.org/officeDocument/2006/relationships/customXml" Target="../ink/ink1464.xml"/><Relationship Id="rId295" Type="http://schemas.openxmlformats.org/officeDocument/2006/relationships/image" Target="../media/image1479.png"/><Relationship Id="rId309" Type="http://schemas.openxmlformats.org/officeDocument/2006/relationships/image" Target="../media/image1486.png"/><Relationship Id="rId27" Type="http://schemas.openxmlformats.org/officeDocument/2006/relationships/image" Target="../media/image1347.png"/><Relationship Id="rId48" Type="http://schemas.openxmlformats.org/officeDocument/2006/relationships/customXml" Target="../ink/ink1351.xml"/><Relationship Id="rId69" Type="http://schemas.openxmlformats.org/officeDocument/2006/relationships/image" Target="../media/image1368.png"/><Relationship Id="rId113" Type="http://schemas.openxmlformats.org/officeDocument/2006/relationships/image" Target="../media/image1390.png"/><Relationship Id="rId134" Type="http://schemas.openxmlformats.org/officeDocument/2006/relationships/customXml" Target="../ink/ink1394.xml"/><Relationship Id="rId320" Type="http://schemas.openxmlformats.org/officeDocument/2006/relationships/customXml" Target="../ink/ink1487.xml"/><Relationship Id="rId80" Type="http://schemas.openxmlformats.org/officeDocument/2006/relationships/customXml" Target="../ink/ink1367.xml"/><Relationship Id="rId155" Type="http://schemas.openxmlformats.org/officeDocument/2006/relationships/image" Target="../media/image1411.png"/><Relationship Id="rId176" Type="http://schemas.openxmlformats.org/officeDocument/2006/relationships/customXml" Target="../ink/ink1415.xml"/><Relationship Id="rId197" Type="http://schemas.openxmlformats.org/officeDocument/2006/relationships/image" Target="../media/image1431.png"/><Relationship Id="rId341" Type="http://schemas.openxmlformats.org/officeDocument/2006/relationships/image" Target="../media/image1501.png"/><Relationship Id="rId201" Type="http://schemas.openxmlformats.org/officeDocument/2006/relationships/image" Target="../media/image1433.png"/><Relationship Id="rId222" Type="http://schemas.openxmlformats.org/officeDocument/2006/relationships/customXml" Target="../ink/ink1438.xml"/><Relationship Id="rId243" Type="http://schemas.openxmlformats.org/officeDocument/2006/relationships/image" Target="../media/image1453.png"/><Relationship Id="rId264" Type="http://schemas.openxmlformats.org/officeDocument/2006/relationships/customXml" Target="../ink/ink1459.xml"/><Relationship Id="rId285" Type="http://schemas.openxmlformats.org/officeDocument/2006/relationships/image" Target="../media/image1474.png"/><Relationship Id="rId17" Type="http://schemas.openxmlformats.org/officeDocument/2006/relationships/image" Target="../media/image1342.png"/><Relationship Id="rId38" Type="http://schemas.openxmlformats.org/officeDocument/2006/relationships/customXml" Target="../ink/ink1346.xml"/><Relationship Id="rId59" Type="http://schemas.openxmlformats.org/officeDocument/2006/relationships/image" Target="../media/image1363.png"/><Relationship Id="rId103" Type="http://schemas.openxmlformats.org/officeDocument/2006/relationships/image" Target="../media/image1385.png"/><Relationship Id="rId124" Type="http://schemas.openxmlformats.org/officeDocument/2006/relationships/customXml" Target="../ink/ink1389.xml"/><Relationship Id="rId310" Type="http://schemas.openxmlformats.org/officeDocument/2006/relationships/customXml" Target="../ink/ink1482.xml"/><Relationship Id="rId70" Type="http://schemas.openxmlformats.org/officeDocument/2006/relationships/customXml" Target="../ink/ink1362.xml"/><Relationship Id="rId91" Type="http://schemas.openxmlformats.org/officeDocument/2006/relationships/image" Target="../media/image1379.png"/><Relationship Id="rId145" Type="http://schemas.openxmlformats.org/officeDocument/2006/relationships/image" Target="../media/image1406.png"/><Relationship Id="rId166" Type="http://schemas.openxmlformats.org/officeDocument/2006/relationships/customXml" Target="../ink/ink1410.xml"/><Relationship Id="rId187" Type="http://schemas.openxmlformats.org/officeDocument/2006/relationships/image" Target="../media/image1426.png"/><Relationship Id="rId331" Type="http://schemas.openxmlformats.org/officeDocument/2006/relationships/image" Target="../media/image1496.png"/><Relationship Id="rId352" Type="http://schemas.openxmlformats.org/officeDocument/2006/relationships/customXml" Target="../ink/ink1503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33.xml"/><Relationship Id="rId233" Type="http://schemas.openxmlformats.org/officeDocument/2006/relationships/image" Target="../media/image1448.png"/><Relationship Id="rId254" Type="http://schemas.openxmlformats.org/officeDocument/2006/relationships/customXml" Target="../ink/ink1454.xml"/><Relationship Id="rId28" Type="http://schemas.openxmlformats.org/officeDocument/2006/relationships/customXml" Target="../ink/ink1341.xml"/><Relationship Id="rId49" Type="http://schemas.openxmlformats.org/officeDocument/2006/relationships/image" Target="../media/image1358.png"/><Relationship Id="rId114" Type="http://schemas.openxmlformats.org/officeDocument/2006/relationships/customXml" Target="../ink/ink1384.xml"/><Relationship Id="rId275" Type="http://schemas.openxmlformats.org/officeDocument/2006/relationships/image" Target="../media/image1469.png"/><Relationship Id="rId296" Type="http://schemas.openxmlformats.org/officeDocument/2006/relationships/customXml" Target="../ink/ink1475.xml"/><Relationship Id="rId300" Type="http://schemas.openxmlformats.org/officeDocument/2006/relationships/customXml" Target="../ink/ink1477.xml"/><Relationship Id="rId60" Type="http://schemas.openxmlformats.org/officeDocument/2006/relationships/customXml" Target="../ink/ink1357.xml"/><Relationship Id="rId81" Type="http://schemas.openxmlformats.org/officeDocument/2006/relationships/image" Target="../media/image1374.png"/><Relationship Id="rId135" Type="http://schemas.openxmlformats.org/officeDocument/2006/relationships/image" Target="../media/image1401.png"/><Relationship Id="rId156" Type="http://schemas.openxmlformats.org/officeDocument/2006/relationships/customXml" Target="../ink/ink1405.xml"/><Relationship Id="rId177" Type="http://schemas.openxmlformats.org/officeDocument/2006/relationships/image" Target="../media/image1422.png"/><Relationship Id="rId198" Type="http://schemas.openxmlformats.org/officeDocument/2006/relationships/customXml" Target="../ink/ink1426.xml"/><Relationship Id="rId321" Type="http://schemas.openxmlformats.org/officeDocument/2006/relationships/image" Target="../media/image1492.png"/><Relationship Id="rId342" Type="http://schemas.openxmlformats.org/officeDocument/2006/relationships/customXml" Target="../ink/ink1498.xml"/><Relationship Id="rId202" Type="http://schemas.openxmlformats.org/officeDocument/2006/relationships/customXml" Target="../ink/ink1428.xml"/><Relationship Id="rId223" Type="http://schemas.openxmlformats.org/officeDocument/2006/relationships/image" Target="../media/image1443.png"/><Relationship Id="rId244" Type="http://schemas.openxmlformats.org/officeDocument/2006/relationships/customXml" Target="../ink/ink1449.xml"/><Relationship Id="rId18" Type="http://schemas.openxmlformats.org/officeDocument/2006/relationships/customXml" Target="../ink/ink1336.xml"/><Relationship Id="rId39" Type="http://schemas.openxmlformats.org/officeDocument/2006/relationships/image" Target="../media/image1353.png"/><Relationship Id="rId265" Type="http://schemas.openxmlformats.org/officeDocument/2006/relationships/image" Target="../media/image1464.png"/><Relationship Id="rId286" Type="http://schemas.openxmlformats.org/officeDocument/2006/relationships/customXml" Target="../ink/ink1470.xml"/><Relationship Id="rId50" Type="http://schemas.openxmlformats.org/officeDocument/2006/relationships/customXml" Target="../ink/ink1352.xml"/><Relationship Id="rId104" Type="http://schemas.openxmlformats.org/officeDocument/2006/relationships/customXml" Target="../ink/ink1379.xml"/><Relationship Id="rId125" Type="http://schemas.openxmlformats.org/officeDocument/2006/relationships/image" Target="../media/image1396.png"/><Relationship Id="rId146" Type="http://schemas.openxmlformats.org/officeDocument/2006/relationships/customXml" Target="../ink/ink1400.xml"/><Relationship Id="rId167" Type="http://schemas.openxmlformats.org/officeDocument/2006/relationships/image" Target="../media/image1417.png"/><Relationship Id="rId188" Type="http://schemas.openxmlformats.org/officeDocument/2006/relationships/customXml" Target="../ink/ink1421.xml"/><Relationship Id="rId311" Type="http://schemas.openxmlformats.org/officeDocument/2006/relationships/image" Target="../media/image1487.png"/><Relationship Id="rId332" Type="http://schemas.openxmlformats.org/officeDocument/2006/relationships/customXml" Target="../ink/ink1493.xml"/><Relationship Id="rId353" Type="http://schemas.openxmlformats.org/officeDocument/2006/relationships/image" Target="../media/image1507.png"/><Relationship Id="rId71" Type="http://schemas.openxmlformats.org/officeDocument/2006/relationships/image" Target="../media/image1369.png"/><Relationship Id="rId92" Type="http://schemas.openxmlformats.org/officeDocument/2006/relationships/customXml" Target="../ink/ink1373.xml"/><Relationship Id="rId213" Type="http://schemas.openxmlformats.org/officeDocument/2006/relationships/image" Target="../media/image1438.png"/><Relationship Id="rId234" Type="http://schemas.openxmlformats.org/officeDocument/2006/relationships/customXml" Target="../ink/ink1444.xml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348.png"/><Relationship Id="rId255" Type="http://schemas.openxmlformats.org/officeDocument/2006/relationships/image" Target="../media/image1459.png"/><Relationship Id="rId276" Type="http://schemas.openxmlformats.org/officeDocument/2006/relationships/customXml" Target="../ink/ink1465.xml"/><Relationship Id="rId297" Type="http://schemas.openxmlformats.org/officeDocument/2006/relationships/image" Target="../media/image1480.png"/><Relationship Id="rId40" Type="http://schemas.openxmlformats.org/officeDocument/2006/relationships/customXml" Target="../ink/ink1347.xml"/><Relationship Id="rId115" Type="http://schemas.openxmlformats.org/officeDocument/2006/relationships/image" Target="../media/image1391.png"/><Relationship Id="rId136" Type="http://schemas.openxmlformats.org/officeDocument/2006/relationships/customXml" Target="../ink/ink1395.xml"/><Relationship Id="rId157" Type="http://schemas.openxmlformats.org/officeDocument/2006/relationships/image" Target="../media/image1412.png"/><Relationship Id="rId178" Type="http://schemas.openxmlformats.org/officeDocument/2006/relationships/customXml" Target="../ink/ink1416.xml"/><Relationship Id="rId301" Type="http://schemas.openxmlformats.org/officeDocument/2006/relationships/image" Target="../media/image1482.png"/><Relationship Id="rId322" Type="http://schemas.openxmlformats.org/officeDocument/2006/relationships/customXml" Target="../ink/ink1488.xml"/><Relationship Id="rId343" Type="http://schemas.openxmlformats.org/officeDocument/2006/relationships/image" Target="../media/image1502.png"/><Relationship Id="rId61" Type="http://schemas.openxmlformats.org/officeDocument/2006/relationships/image" Target="../media/image1364.png"/><Relationship Id="rId82" Type="http://schemas.openxmlformats.org/officeDocument/2006/relationships/customXml" Target="../ink/ink1368.xml"/><Relationship Id="rId199" Type="http://schemas.openxmlformats.org/officeDocument/2006/relationships/image" Target="../media/image1432.png"/><Relationship Id="rId203" Type="http://schemas.openxmlformats.org/officeDocument/2006/relationships/image" Target="../media/image1434.png"/><Relationship Id="rId19" Type="http://schemas.openxmlformats.org/officeDocument/2006/relationships/image" Target="../media/image1343.png"/><Relationship Id="rId224" Type="http://schemas.openxmlformats.org/officeDocument/2006/relationships/customXml" Target="../ink/ink1439.xml"/><Relationship Id="rId245" Type="http://schemas.openxmlformats.org/officeDocument/2006/relationships/image" Target="../media/image1454.png"/><Relationship Id="rId266" Type="http://schemas.openxmlformats.org/officeDocument/2006/relationships/customXml" Target="../ink/ink1460.xml"/><Relationship Id="rId287" Type="http://schemas.openxmlformats.org/officeDocument/2006/relationships/image" Target="../media/image1475.png"/><Relationship Id="rId30" Type="http://schemas.openxmlformats.org/officeDocument/2006/relationships/customXml" Target="../ink/ink1342.xml"/><Relationship Id="rId105" Type="http://schemas.openxmlformats.org/officeDocument/2006/relationships/image" Target="../media/image1386.png"/><Relationship Id="rId126" Type="http://schemas.openxmlformats.org/officeDocument/2006/relationships/customXml" Target="../ink/ink1390.xml"/><Relationship Id="rId147" Type="http://schemas.openxmlformats.org/officeDocument/2006/relationships/image" Target="../media/image1407.png"/><Relationship Id="rId168" Type="http://schemas.openxmlformats.org/officeDocument/2006/relationships/customXml" Target="../ink/ink1411.xml"/><Relationship Id="rId312" Type="http://schemas.openxmlformats.org/officeDocument/2006/relationships/customXml" Target="../ink/ink1483.xml"/><Relationship Id="rId333" Type="http://schemas.openxmlformats.org/officeDocument/2006/relationships/image" Target="../media/image1497.png"/><Relationship Id="rId354" Type="http://schemas.openxmlformats.org/officeDocument/2006/relationships/customXml" Target="../ink/ink1504.xml"/><Relationship Id="rId51" Type="http://schemas.openxmlformats.org/officeDocument/2006/relationships/image" Target="../media/image1359.png"/><Relationship Id="rId72" Type="http://schemas.openxmlformats.org/officeDocument/2006/relationships/customXml" Target="../ink/ink1363.xml"/><Relationship Id="rId93" Type="http://schemas.openxmlformats.org/officeDocument/2006/relationships/image" Target="../media/image1380.png"/><Relationship Id="rId189" Type="http://schemas.openxmlformats.org/officeDocument/2006/relationships/image" Target="../media/image1427.png"/><Relationship Id="rId3" Type="http://schemas.openxmlformats.org/officeDocument/2006/relationships/image" Target="../media/image1334.svg"/><Relationship Id="rId214" Type="http://schemas.openxmlformats.org/officeDocument/2006/relationships/customXml" Target="../ink/ink1434.xml"/><Relationship Id="rId235" Type="http://schemas.openxmlformats.org/officeDocument/2006/relationships/image" Target="../media/image1449.png"/><Relationship Id="rId256" Type="http://schemas.openxmlformats.org/officeDocument/2006/relationships/customXml" Target="../ink/ink1455.xml"/><Relationship Id="rId277" Type="http://schemas.openxmlformats.org/officeDocument/2006/relationships/image" Target="../media/image1470.png"/><Relationship Id="rId298" Type="http://schemas.openxmlformats.org/officeDocument/2006/relationships/customXml" Target="../ink/ink1476.xml"/><Relationship Id="rId116" Type="http://schemas.openxmlformats.org/officeDocument/2006/relationships/customXml" Target="../ink/ink1385.xml"/><Relationship Id="rId137" Type="http://schemas.openxmlformats.org/officeDocument/2006/relationships/image" Target="../media/image1402.png"/><Relationship Id="rId158" Type="http://schemas.openxmlformats.org/officeDocument/2006/relationships/customXml" Target="../ink/ink1406.xml"/><Relationship Id="rId302" Type="http://schemas.openxmlformats.org/officeDocument/2006/relationships/customXml" Target="../ink/ink1478.xml"/><Relationship Id="rId323" Type="http://schemas.openxmlformats.org/officeDocument/2006/relationships/image" Target="../media/image1493.png"/><Relationship Id="rId344" Type="http://schemas.openxmlformats.org/officeDocument/2006/relationships/customXml" Target="../ink/ink1499.xml"/><Relationship Id="rId20" Type="http://schemas.openxmlformats.org/officeDocument/2006/relationships/customXml" Target="../ink/ink1337.xml"/><Relationship Id="rId41" Type="http://schemas.openxmlformats.org/officeDocument/2006/relationships/image" Target="../media/image1354.png"/><Relationship Id="rId62" Type="http://schemas.openxmlformats.org/officeDocument/2006/relationships/customXml" Target="../ink/ink1358.xml"/><Relationship Id="rId83" Type="http://schemas.openxmlformats.org/officeDocument/2006/relationships/image" Target="../media/image1375.png"/><Relationship Id="rId179" Type="http://schemas.openxmlformats.org/officeDocument/2006/relationships/image" Target="../media/image890.png"/><Relationship Id="rId190" Type="http://schemas.openxmlformats.org/officeDocument/2006/relationships/customXml" Target="../ink/ink1422.xml"/><Relationship Id="rId204" Type="http://schemas.openxmlformats.org/officeDocument/2006/relationships/customXml" Target="../ink/ink1429.xml"/><Relationship Id="rId225" Type="http://schemas.openxmlformats.org/officeDocument/2006/relationships/image" Target="../media/image1444.png"/><Relationship Id="rId246" Type="http://schemas.openxmlformats.org/officeDocument/2006/relationships/customXml" Target="../ink/ink1450.xml"/><Relationship Id="rId267" Type="http://schemas.openxmlformats.org/officeDocument/2006/relationships/image" Target="../media/image1465.png"/><Relationship Id="rId288" Type="http://schemas.openxmlformats.org/officeDocument/2006/relationships/customXml" Target="../ink/ink1471.xml"/><Relationship Id="rId106" Type="http://schemas.openxmlformats.org/officeDocument/2006/relationships/customXml" Target="../ink/ink1380.xml"/><Relationship Id="rId127" Type="http://schemas.openxmlformats.org/officeDocument/2006/relationships/image" Target="../media/image1397.png"/><Relationship Id="rId313" Type="http://schemas.openxmlformats.org/officeDocument/2006/relationships/image" Target="../media/image1488.png"/><Relationship Id="rId10" Type="http://schemas.openxmlformats.org/officeDocument/2006/relationships/customXml" Target="../ink/ink1332.xml"/><Relationship Id="rId31" Type="http://schemas.openxmlformats.org/officeDocument/2006/relationships/image" Target="../media/image1349.png"/><Relationship Id="rId52" Type="http://schemas.openxmlformats.org/officeDocument/2006/relationships/customXml" Target="../ink/ink1353.xml"/><Relationship Id="rId73" Type="http://schemas.openxmlformats.org/officeDocument/2006/relationships/image" Target="../media/image1370.png"/><Relationship Id="rId94" Type="http://schemas.openxmlformats.org/officeDocument/2006/relationships/customXml" Target="../ink/ink1374.xml"/><Relationship Id="rId148" Type="http://schemas.openxmlformats.org/officeDocument/2006/relationships/customXml" Target="../ink/ink1401.xml"/><Relationship Id="rId169" Type="http://schemas.openxmlformats.org/officeDocument/2006/relationships/image" Target="../media/image1418.png"/><Relationship Id="rId334" Type="http://schemas.openxmlformats.org/officeDocument/2006/relationships/customXml" Target="../ink/ink1494.xml"/><Relationship Id="rId355" Type="http://schemas.openxmlformats.org/officeDocument/2006/relationships/image" Target="../media/image1508.png"/><Relationship Id="rId4" Type="http://schemas.openxmlformats.org/officeDocument/2006/relationships/image" Target="../media/image1335.svg"/><Relationship Id="rId180" Type="http://schemas.openxmlformats.org/officeDocument/2006/relationships/customXml" Target="../ink/ink1417.xml"/><Relationship Id="rId215" Type="http://schemas.openxmlformats.org/officeDocument/2006/relationships/image" Target="../media/image1439.png"/><Relationship Id="rId236" Type="http://schemas.openxmlformats.org/officeDocument/2006/relationships/customXml" Target="../ink/ink1445.xml"/><Relationship Id="rId257" Type="http://schemas.openxmlformats.org/officeDocument/2006/relationships/image" Target="../media/image1460.png"/><Relationship Id="rId278" Type="http://schemas.openxmlformats.org/officeDocument/2006/relationships/customXml" Target="../ink/ink1466.xml"/><Relationship Id="rId303" Type="http://schemas.openxmlformats.org/officeDocument/2006/relationships/image" Target="../media/image1483.png"/><Relationship Id="rId42" Type="http://schemas.openxmlformats.org/officeDocument/2006/relationships/customXml" Target="../ink/ink1348.xml"/><Relationship Id="rId84" Type="http://schemas.openxmlformats.org/officeDocument/2006/relationships/customXml" Target="../ink/ink1369.xml"/><Relationship Id="rId138" Type="http://schemas.openxmlformats.org/officeDocument/2006/relationships/customXml" Target="../ink/ink1396.xml"/><Relationship Id="rId345" Type="http://schemas.openxmlformats.org/officeDocument/2006/relationships/image" Target="../media/image1503.png"/><Relationship Id="rId191" Type="http://schemas.openxmlformats.org/officeDocument/2006/relationships/image" Target="../media/image1428.png"/><Relationship Id="rId205" Type="http://schemas.openxmlformats.org/officeDocument/2006/relationships/image" Target="../media/image941.png"/><Relationship Id="rId247" Type="http://schemas.openxmlformats.org/officeDocument/2006/relationships/image" Target="../media/image1455.png"/><Relationship Id="rId107" Type="http://schemas.openxmlformats.org/officeDocument/2006/relationships/image" Target="../media/image1387.png"/><Relationship Id="rId289" Type="http://schemas.openxmlformats.org/officeDocument/2006/relationships/image" Target="../media/image1476.png"/><Relationship Id="rId11" Type="http://schemas.openxmlformats.org/officeDocument/2006/relationships/image" Target="../media/image1339.png"/><Relationship Id="rId53" Type="http://schemas.openxmlformats.org/officeDocument/2006/relationships/image" Target="../media/image1360.png"/><Relationship Id="rId149" Type="http://schemas.openxmlformats.org/officeDocument/2006/relationships/image" Target="../media/image1408.png"/><Relationship Id="rId314" Type="http://schemas.openxmlformats.org/officeDocument/2006/relationships/customXml" Target="../ink/ink1484.xml"/><Relationship Id="rId356" Type="http://schemas.openxmlformats.org/officeDocument/2006/relationships/customXml" Target="../ink/ink1505.xml"/><Relationship Id="rId95" Type="http://schemas.openxmlformats.org/officeDocument/2006/relationships/image" Target="../media/image1381.png"/><Relationship Id="rId160" Type="http://schemas.openxmlformats.org/officeDocument/2006/relationships/customXml" Target="../ink/ink1407.xml"/><Relationship Id="rId216" Type="http://schemas.openxmlformats.org/officeDocument/2006/relationships/customXml" Target="../ink/ink1435.xml"/><Relationship Id="rId258" Type="http://schemas.openxmlformats.org/officeDocument/2006/relationships/customXml" Target="../ink/ink1456.xml"/><Relationship Id="rId22" Type="http://schemas.openxmlformats.org/officeDocument/2006/relationships/customXml" Target="../ink/ink1338.xml"/><Relationship Id="rId64" Type="http://schemas.openxmlformats.org/officeDocument/2006/relationships/customXml" Target="../ink/ink1359.xml"/><Relationship Id="rId118" Type="http://schemas.openxmlformats.org/officeDocument/2006/relationships/customXml" Target="../ink/ink1386.xml"/><Relationship Id="rId325" Type="http://schemas.openxmlformats.org/officeDocument/2006/relationships/image" Target="../media/image928.png"/><Relationship Id="rId171" Type="http://schemas.openxmlformats.org/officeDocument/2006/relationships/image" Target="../media/image1419.png"/><Relationship Id="rId227" Type="http://schemas.openxmlformats.org/officeDocument/2006/relationships/image" Target="../media/image1445.png"/><Relationship Id="rId269" Type="http://schemas.openxmlformats.org/officeDocument/2006/relationships/image" Target="../media/image1466.png"/><Relationship Id="rId33" Type="http://schemas.openxmlformats.org/officeDocument/2006/relationships/image" Target="../media/image1350.png"/><Relationship Id="rId129" Type="http://schemas.openxmlformats.org/officeDocument/2006/relationships/image" Target="../media/image1398.png"/><Relationship Id="rId280" Type="http://schemas.openxmlformats.org/officeDocument/2006/relationships/customXml" Target="../ink/ink1467.xml"/><Relationship Id="rId336" Type="http://schemas.openxmlformats.org/officeDocument/2006/relationships/customXml" Target="../ink/ink1495.xml"/><Relationship Id="rId75" Type="http://schemas.openxmlformats.org/officeDocument/2006/relationships/image" Target="../media/image1371.png"/><Relationship Id="rId140" Type="http://schemas.openxmlformats.org/officeDocument/2006/relationships/customXml" Target="../ink/ink1397.xml"/><Relationship Id="rId182" Type="http://schemas.openxmlformats.org/officeDocument/2006/relationships/customXml" Target="../ink/ink1418.xml"/><Relationship Id="rId6" Type="http://schemas.openxmlformats.org/officeDocument/2006/relationships/customXml" Target="../ink/ink1330.xml"/><Relationship Id="rId238" Type="http://schemas.openxmlformats.org/officeDocument/2006/relationships/customXml" Target="../ink/ink1446.xml"/><Relationship Id="rId291" Type="http://schemas.openxmlformats.org/officeDocument/2006/relationships/image" Target="../media/image1477.png"/><Relationship Id="rId305" Type="http://schemas.openxmlformats.org/officeDocument/2006/relationships/image" Target="../media/image1484.png"/><Relationship Id="rId347" Type="http://schemas.openxmlformats.org/officeDocument/2006/relationships/image" Target="../media/image1504.png"/><Relationship Id="rId44" Type="http://schemas.openxmlformats.org/officeDocument/2006/relationships/customXml" Target="../ink/ink1349.xml"/><Relationship Id="rId86" Type="http://schemas.openxmlformats.org/officeDocument/2006/relationships/customXml" Target="../ink/ink1370.xml"/><Relationship Id="rId151" Type="http://schemas.openxmlformats.org/officeDocument/2006/relationships/image" Target="../media/image1409.png"/><Relationship Id="rId193" Type="http://schemas.openxmlformats.org/officeDocument/2006/relationships/image" Target="../media/image1429.png"/><Relationship Id="rId207" Type="http://schemas.openxmlformats.org/officeDocument/2006/relationships/image" Target="../media/image1435.png"/><Relationship Id="rId249" Type="http://schemas.openxmlformats.org/officeDocument/2006/relationships/image" Target="../media/image1456.png"/><Relationship Id="rId13" Type="http://schemas.openxmlformats.org/officeDocument/2006/relationships/image" Target="../media/image1340.png"/><Relationship Id="rId109" Type="http://schemas.openxmlformats.org/officeDocument/2006/relationships/image" Target="../media/image1388.png"/><Relationship Id="rId260" Type="http://schemas.openxmlformats.org/officeDocument/2006/relationships/customXml" Target="../ink/ink1457.xml"/><Relationship Id="rId316" Type="http://schemas.openxmlformats.org/officeDocument/2006/relationships/customXml" Target="../ink/ink1485.xml"/><Relationship Id="rId55" Type="http://schemas.openxmlformats.org/officeDocument/2006/relationships/image" Target="../media/image1361.png"/><Relationship Id="rId97" Type="http://schemas.openxmlformats.org/officeDocument/2006/relationships/image" Target="../media/image1382.png"/><Relationship Id="rId120" Type="http://schemas.openxmlformats.org/officeDocument/2006/relationships/customXml" Target="../ink/ink1387.xml"/><Relationship Id="rId162" Type="http://schemas.openxmlformats.org/officeDocument/2006/relationships/customXml" Target="../ink/ink1408.xml"/><Relationship Id="rId218" Type="http://schemas.openxmlformats.org/officeDocument/2006/relationships/customXml" Target="../ink/ink1436.xml"/><Relationship Id="rId271" Type="http://schemas.openxmlformats.org/officeDocument/2006/relationships/image" Target="../media/image1467.png"/><Relationship Id="rId24" Type="http://schemas.openxmlformats.org/officeDocument/2006/relationships/customXml" Target="../ink/ink1339.xml"/><Relationship Id="rId66" Type="http://schemas.openxmlformats.org/officeDocument/2006/relationships/customXml" Target="../ink/ink1360.xml"/><Relationship Id="rId131" Type="http://schemas.openxmlformats.org/officeDocument/2006/relationships/image" Target="../media/image1399.png"/><Relationship Id="rId327" Type="http://schemas.openxmlformats.org/officeDocument/2006/relationships/image" Target="../media/image1494.png"/><Relationship Id="rId173" Type="http://schemas.openxmlformats.org/officeDocument/2006/relationships/image" Target="../media/image1420.png"/><Relationship Id="rId229" Type="http://schemas.openxmlformats.org/officeDocument/2006/relationships/image" Target="../media/image1446.png"/><Relationship Id="rId240" Type="http://schemas.openxmlformats.org/officeDocument/2006/relationships/customXml" Target="../ink/ink1447.xml"/><Relationship Id="rId35" Type="http://schemas.openxmlformats.org/officeDocument/2006/relationships/image" Target="../media/image1351.png"/><Relationship Id="rId77" Type="http://schemas.openxmlformats.org/officeDocument/2006/relationships/image" Target="../media/image1372.png"/><Relationship Id="rId100" Type="http://schemas.openxmlformats.org/officeDocument/2006/relationships/customXml" Target="../ink/ink1377.xml"/><Relationship Id="rId282" Type="http://schemas.openxmlformats.org/officeDocument/2006/relationships/customXml" Target="../ink/ink1468.xml"/><Relationship Id="rId338" Type="http://schemas.openxmlformats.org/officeDocument/2006/relationships/customXml" Target="../ink/ink1496.xml"/><Relationship Id="rId8" Type="http://schemas.openxmlformats.org/officeDocument/2006/relationships/customXml" Target="../ink/ink1331.xml"/><Relationship Id="rId142" Type="http://schemas.openxmlformats.org/officeDocument/2006/relationships/customXml" Target="../ink/ink1398.xml"/><Relationship Id="rId184" Type="http://schemas.openxmlformats.org/officeDocument/2006/relationships/customXml" Target="../ink/ink1419.xml"/><Relationship Id="rId251" Type="http://schemas.openxmlformats.org/officeDocument/2006/relationships/image" Target="../media/image1457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22.png"/><Relationship Id="rId21" Type="http://schemas.openxmlformats.org/officeDocument/2006/relationships/customXml" Target="../ink/ink1514.xml"/><Relationship Id="rId34" Type="http://schemas.openxmlformats.org/officeDocument/2006/relationships/image" Target="../media/image1526.png"/><Relationship Id="rId42" Type="http://schemas.openxmlformats.org/officeDocument/2006/relationships/image" Target="../media/image1530.png"/><Relationship Id="rId47" Type="http://schemas.openxmlformats.org/officeDocument/2006/relationships/customXml" Target="../ink/ink1527.xml"/><Relationship Id="rId50" Type="http://schemas.openxmlformats.org/officeDocument/2006/relationships/image" Target="../media/image1534.png"/><Relationship Id="rId55" Type="http://schemas.openxmlformats.org/officeDocument/2006/relationships/customXml" Target="../ink/ink1531.xml"/><Relationship Id="rId63" Type="http://schemas.openxmlformats.org/officeDocument/2006/relationships/customXml" Target="../ink/ink1535.xml"/><Relationship Id="rId7" Type="http://schemas.openxmlformats.org/officeDocument/2006/relationships/customXml" Target="../ink/ink1507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17.png"/><Relationship Id="rId29" Type="http://schemas.openxmlformats.org/officeDocument/2006/relationships/customXml" Target="../ink/ink1518.xml"/><Relationship Id="rId11" Type="http://schemas.openxmlformats.org/officeDocument/2006/relationships/customXml" Target="../ink/ink1509.xml"/><Relationship Id="rId24" Type="http://schemas.openxmlformats.org/officeDocument/2006/relationships/image" Target="../media/image1521.png"/><Relationship Id="rId32" Type="http://schemas.openxmlformats.org/officeDocument/2006/relationships/image" Target="../media/image1525.png"/><Relationship Id="rId37" Type="http://schemas.openxmlformats.org/officeDocument/2006/relationships/customXml" Target="../ink/ink1522.xml"/><Relationship Id="rId40" Type="http://schemas.openxmlformats.org/officeDocument/2006/relationships/image" Target="../media/image1529.png"/><Relationship Id="rId45" Type="http://schemas.openxmlformats.org/officeDocument/2006/relationships/customXml" Target="../ink/ink1526.xml"/><Relationship Id="rId53" Type="http://schemas.openxmlformats.org/officeDocument/2006/relationships/customXml" Target="../ink/ink1530.xml"/><Relationship Id="rId58" Type="http://schemas.openxmlformats.org/officeDocument/2006/relationships/image" Target="../media/image1538.png"/><Relationship Id="rId66" Type="http://schemas.openxmlformats.org/officeDocument/2006/relationships/image" Target="../media/image1542.png"/><Relationship Id="rId5" Type="http://schemas.openxmlformats.org/officeDocument/2006/relationships/customXml" Target="../ink/ink1506.xml"/><Relationship Id="rId61" Type="http://schemas.openxmlformats.org/officeDocument/2006/relationships/customXml" Target="../ink/ink1534.xml"/><Relationship Id="rId19" Type="http://schemas.openxmlformats.org/officeDocument/2006/relationships/customXml" Target="../ink/ink1513.xml"/><Relationship Id="rId14" Type="http://schemas.openxmlformats.org/officeDocument/2006/relationships/image" Target="../media/image1516.png"/><Relationship Id="rId22" Type="http://schemas.openxmlformats.org/officeDocument/2006/relationships/image" Target="../media/image1520.png"/><Relationship Id="rId27" Type="http://schemas.openxmlformats.org/officeDocument/2006/relationships/customXml" Target="../ink/ink1517.xml"/><Relationship Id="rId30" Type="http://schemas.openxmlformats.org/officeDocument/2006/relationships/image" Target="../media/image1524.png"/><Relationship Id="rId35" Type="http://schemas.openxmlformats.org/officeDocument/2006/relationships/customXml" Target="../ink/ink1521.xml"/><Relationship Id="rId43" Type="http://schemas.openxmlformats.org/officeDocument/2006/relationships/customXml" Target="../ink/ink1525.xml"/><Relationship Id="rId48" Type="http://schemas.openxmlformats.org/officeDocument/2006/relationships/image" Target="../media/image1533.png"/><Relationship Id="rId56" Type="http://schemas.openxmlformats.org/officeDocument/2006/relationships/image" Target="../media/image1537.png"/><Relationship Id="rId64" Type="http://schemas.openxmlformats.org/officeDocument/2006/relationships/image" Target="../media/image1541.png"/><Relationship Id="rId8" Type="http://schemas.openxmlformats.org/officeDocument/2006/relationships/image" Target="../media/image1513.png"/><Relationship Id="rId51" Type="http://schemas.openxmlformats.org/officeDocument/2006/relationships/customXml" Target="../ink/ink1529.xml"/><Relationship Id="rId3" Type="http://schemas.openxmlformats.org/officeDocument/2006/relationships/image" Target="../media/image1510.svg"/><Relationship Id="rId12" Type="http://schemas.openxmlformats.org/officeDocument/2006/relationships/image" Target="../media/image1515.png"/><Relationship Id="rId17" Type="http://schemas.openxmlformats.org/officeDocument/2006/relationships/customXml" Target="../ink/ink1512.xml"/><Relationship Id="rId25" Type="http://schemas.openxmlformats.org/officeDocument/2006/relationships/customXml" Target="../ink/ink1516.xml"/><Relationship Id="rId33" Type="http://schemas.openxmlformats.org/officeDocument/2006/relationships/customXml" Target="../ink/ink1520.xml"/><Relationship Id="rId38" Type="http://schemas.openxmlformats.org/officeDocument/2006/relationships/image" Target="../media/image1528.png"/><Relationship Id="rId46" Type="http://schemas.openxmlformats.org/officeDocument/2006/relationships/image" Target="../media/image1532.png"/><Relationship Id="rId59" Type="http://schemas.openxmlformats.org/officeDocument/2006/relationships/customXml" Target="../ink/ink1533.xml"/><Relationship Id="rId20" Type="http://schemas.openxmlformats.org/officeDocument/2006/relationships/image" Target="../media/image1519.png"/><Relationship Id="rId41" Type="http://schemas.openxmlformats.org/officeDocument/2006/relationships/customXml" Target="../ink/ink1524.xml"/><Relationship Id="rId54" Type="http://schemas.openxmlformats.org/officeDocument/2006/relationships/image" Target="../media/image1536.png"/><Relationship Id="rId62" Type="http://schemas.openxmlformats.org/officeDocument/2006/relationships/image" Target="../media/image1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2.png"/><Relationship Id="rId15" Type="http://schemas.openxmlformats.org/officeDocument/2006/relationships/customXml" Target="../ink/ink1511.xml"/><Relationship Id="rId23" Type="http://schemas.openxmlformats.org/officeDocument/2006/relationships/customXml" Target="../ink/ink1515.xml"/><Relationship Id="rId28" Type="http://schemas.openxmlformats.org/officeDocument/2006/relationships/image" Target="../media/image1523.png"/><Relationship Id="rId36" Type="http://schemas.openxmlformats.org/officeDocument/2006/relationships/image" Target="../media/image1527.png"/><Relationship Id="rId49" Type="http://schemas.openxmlformats.org/officeDocument/2006/relationships/customXml" Target="../ink/ink1528.xml"/><Relationship Id="rId57" Type="http://schemas.openxmlformats.org/officeDocument/2006/relationships/customXml" Target="../ink/ink1532.xml"/><Relationship Id="rId10" Type="http://schemas.openxmlformats.org/officeDocument/2006/relationships/image" Target="../media/image1514.png"/><Relationship Id="rId31" Type="http://schemas.openxmlformats.org/officeDocument/2006/relationships/customXml" Target="../ink/ink1519.xml"/><Relationship Id="rId44" Type="http://schemas.openxmlformats.org/officeDocument/2006/relationships/image" Target="../media/image1531.png"/><Relationship Id="rId52" Type="http://schemas.openxmlformats.org/officeDocument/2006/relationships/image" Target="../media/image1535.png"/><Relationship Id="rId60" Type="http://schemas.openxmlformats.org/officeDocument/2006/relationships/image" Target="../media/image1539.png"/><Relationship Id="rId65" Type="http://schemas.openxmlformats.org/officeDocument/2006/relationships/customXml" Target="../ink/ink1536.xml"/><Relationship Id="rId4" Type="http://schemas.openxmlformats.org/officeDocument/2006/relationships/image" Target="../media/image1511.svg"/><Relationship Id="rId9" Type="http://schemas.openxmlformats.org/officeDocument/2006/relationships/customXml" Target="../ink/ink1508.xml"/><Relationship Id="rId13" Type="http://schemas.openxmlformats.org/officeDocument/2006/relationships/customXml" Target="../ink/ink1510.xml"/><Relationship Id="rId18" Type="http://schemas.openxmlformats.org/officeDocument/2006/relationships/image" Target="../media/image1518.png"/><Relationship Id="rId39" Type="http://schemas.openxmlformats.org/officeDocument/2006/relationships/customXml" Target="../ink/ink15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39.xml"/><Relationship Id="rId13" Type="http://schemas.openxmlformats.org/officeDocument/2006/relationships/image" Target="../media/image1548.png"/><Relationship Id="rId18" Type="http://schemas.openxmlformats.org/officeDocument/2006/relationships/customXml" Target="../ink/ink1544.xml"/><Relationship Id="rId3" Type="http://schemas.openxmlformats.org/officeDocument/2006/relationships/image" Target="../media/image1543.png"/><Relationship Id="rId7" Type="http://schemas.openxmlformats.org/officeDocument/2006/relationships/image" Target="../media/image1545.png"/><Relationship Id="rId12" Type="http://schemas.openxmlformats.org/officeDocument/2006/relationships/customXml" Target="../ink/ink1541.xml"/><Relationship Id="rId17" Type="http://schemas.openxmlformats.org/officeDocument/2006/relationships/image" Target="../media/image1550.png"/><Relationship Id="rId2" Type="http://schemas.openxmlformats.org/officeDocument/2006/relationships/notesSlide" Target="../notesSlides/notesSlide12.xml"/><Relationship Id="rId16" Type="http://schemas.openxmlformats.org/officeDocument/2006/relationships/customXml" Target="../ink/ink15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38.xml"/><Relationship Id="rId11" Type="http://schemas.openxmlformats.org/officeDocument/2006/relationships/image" Target="../media/image1547.png"/><Relationship Id="rId5" Type="http://schemas.openxmlformats.org/officeDocument/2006/relationships/image" Target="../media/image1544.png"/><Relationship Id="rId15" Type="http://schemas.openxmlformats.org/officeDocument/2006/relationships/image" Target="../media/image1549.png"/><Relationship Id="rId10" Type="http://schemas.openxmlformats.org/officeDocument/2006/relationships/customXml" Target="../ink/ink1540.xml"/><Relationship Id="rId19" Type="http://schemas.openxmlformats.org/officeDocument/2006/relationships/image" Target="../media/image1551.png"/><Relationship Id="rId4" Type="http://schemas.openxmlformats.org/officeDocument/2006/relationships/customXml" Target="../ink/ink1537.xml"/><Relationship Id="rId9" Type="http://schemas.openxmlformats.org/officeDocument/2006/relationships/image" Target="../media/image1546.png"/><Relationship Id="rId14" Type="http://schemas.openxmlformats.org/officeDocument/2006/relationships/customXml" Target="../ink/ink154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63.png"/><Relationship Id="rId117" Type="http://schemas.openxmlformats.org/officeDocument/2006/relationships/customXml" Target="../ink/ink1602.xml"/><Relationship Id="rId21" Type="http://schemas.openxmlformats.org/officeDocument/2006/relationships/customXml" Target="../ink/ink1554.xml"/><Relationship Id="rId42" Type="http://schemas.openxmlformats.org/officeDocument/2006/relationships/image" Target="../media/image1571.png"/><Relationship Id="rId47" Type="http://schemas.openxmlformats.org/officeDocument/2006/relationships/customXml" Target="../ink/ink1567.xml"/><Relationship Id="rId63" Type="http://schemas.openxmlformats.org/officeDocument/2006/relationships/customXml" Target="../ink/ink1575.xml"/><Relationship Id="rId68" Type="http://schemas.openxmlformats.org/officeDocument/2006/relationships/image" Target="../media/image1584.png"/><Relationship Id="rId84" Type="http://schemas.openxmlformats.org/officeDocument/2006/relationships/image" Target="../media/image1592.png"/><Relationship Id="rId89" Type="http://schemas.openxmlformats.org/officeDocument/2006/relationships/customXml" Target="../ink/ink1588.xml"/><Relationship Id="rId112" Type="http://schemas.openxmlformats.org/officeDocument/2006/relationships/image" Target="../media/image1606.png"/><Relationship Id="rId16" Type="http://schemas.openxmlformats.org/officeDocument/2006/relationships/image" Target="../media/image1558.png"/><Relationship Id="rId107" Type="http://schemas.openxmlformats.org/officeDocument/2006/relationships/customXml" Target="../ink/ink1597.xml"/><Relationship Id="rId11" Type="http://schemas.openxmlformats.org/officeDocument/2006/relationships/customXml" Target="../ink/ink1549.xml"/><Relationship Id="rId32" Type="http://schemas.openxmlformats.org/officeDocument/2006/relationships/image" Target="../media/image1566.png"/><Relationship Id="rId37" Type="http://schemas.openxmlformats.org/officeDocument/2006/relationships/customXml" Target="../ink/ink1562.xml"/><Relationship Id="rId53" Type="http://schemas.openxmlformats.org/officeDocument/2006/relationships/customXml" Target="../ink/ink1570.xml"/><Relationship Id="rId58" Type="http://schemas.openxmlformats.org/officeDocument/2006/relationships/image" Target="../media/image1579.png"/><Relationship Id="rId74" Type="http://schemas.openxmlformats.org/officeDocument/2006/relationships/image" Target="../media/image1587.png"/><Relationship Id="rId79" Type="http://schemas.openxmlformats.org/officeDocument/2006/relationships/customXml" Target="../ink/ink1583.xml"/><Relationship Id="rId102" Type="http://schemas.openxmlformats.org/officeDocument/2006/relationships/image" Target="../media/image1601.png"/><Relationship Id="rId123" Type="http://schemas.openxmlformats.org/officeDocument/2006/relationships/customXml" Target="../ink/ink1605.xml"/><Relationship Id="rId5" Type="http://schemas.openxmlformats.org/officeDocument/2006/relationships/customXml" Target="../ink/ink1546.xml"/><Relationship Id="rId90" Type="http://schemas.openxmlformats.org/officeDocument/2006/relationships/image" Target="../media/image1595.png"/><Relationship Id="rId95" Type="http://schemas.openxmlformats.org/officeDocument/2006/relationships/customXml" Target="../ink/ink1591.xml"/><Relationship Id="rId22" Type="http://schemas.openxmlformats.org/officeDocument/2006/relationships/image" Target="../media/image1561.png"/><Relationship Id="rId27" Type="http://schemas.openxmlformats.org/officeDocument/2006/relationships/customXml" Target="../ink/ink1557.xml"/><Relationship Id="rId43" Type="http://schemas.openxmlformats.org/officeDocument/2006/relationships/customXml" Target="../ink/ink1565.xml"/><Relationship Id="rId48" Type="http://schemas.openxmlformats.org/officeDocument/2006/relationships/image" Target="../media/image1574.png"/><Relationship Id="rId64" Type="http://schemas.openxmlformats.org/officeDocument/2006/relationships/image" Target="../media/image1582.png"/><Relationship Id="rId69" Type="http://schemas.openxmlformats.org/officeDocument/2006/relationships/customXml" Target="../ink/ink1578.xml"/><Relationship Id="rId113" Type="http://schemas.openxmlformats.org/officeDocument/2006/relationships/customXml" Target="../ink/ink1600.xml"/><Relationship Id="rId118" Type="http://schemas.openxmlformats.org/officeDocument/2006/relationships/image" Target="../media/image1609.png"/><Relationship Id="rId80" Type="http://schemas.openxmlformats.org/officeDocument/2006/relationships/image" Target="../media/image1590.png"/><Relationship Id="rId85" Type="http://schemas.openxmlformats.org/officeDocument/2006/relationships/customXml" Target="../ink/ink1586.xml"/><Relationship Id="rId12" Type="http://schemas.openxmlformats.org/officeDocument/2006/relationships/image" Target="../media/image1556.png"/><Relationship Id="rId17" Type="http://schemas.openxmlformats.org/officeDocument/2006/relationships/customXml" Target="../ink/ink1552.xml"/><Relationship Id="rId33" Type="http://schemas.openxmlformats.org/officeDocument/2006/relationships/customXml" Target="../ink/ink1560.xml"/><Relationship Id="rId38" Type="http://schemas.openxmlformats.org/officeDocument/2006/relationships/image" Target="../media/image1569.png"/><Relationship Id="rId59" Type="http://schemas.openxmlformats.org/officeDocument/2006/relationships/customXml" Target="../ink/ink1573.xml"/><Relationship Id="rId103" Type="http://schemas.openxmlformats.org/officeDocument/2006/relationships/customXml" Target="../ink/ink1595.xml"/><Relationship Id="rId108" Type="http://schemas.openxmlformats.org/officeDocument/2006/relationships/image" Target="../media/image1604.png"/><Relationship Id="rId124" Type="http://schemas.openxmlformats.org/officeDocument/2006/relationships/image" Target="../media/image1612.png"/><Relationship Id="rId54" Type="http://schemas.openxmlformats.org/officeDocument/2006/relationships/image" Target="../media/image1577.png"/><Relationship Id="rId70" Type="http://schemas.openxmlformats.org/officeDocument/2006/relationships/image" Target="../media/image1585.png"/><Relationship Id="rId75" Type="http://schemas.openxmlformats.org/officeDocument/2006/relationships/customXml" Target="../ink/ink1581.xml"/><Relationship Id="rId91" Type="http://schemas.openxmlformats.org/officeDocument/2006/relationships/customXml" Target="../ink/ink1589.xml"/><Relationship Id="rId96" Type="http://schemas.openxmlformats.org/officeDocument/2006/relationships/image" Target="../media/image15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3.png"/><Relationship Id="rId23" Type="http://schemas.openxmlformats.org/officeDocument/2006/relationships/customXml" Target="../ink/ink1555.xml"/><Relationship Id="rId28" Type="http://schemas.openxmlformats.org/officeDocument/2006/relationships/image" Target="../media/image1564.png"/><Relationship Id="rId49" Type="http://schemas.openxmlformats.org/officeDocument/2006/relationships/customXml" Target="../ink/ink1568.xml"/><Relationship Id="rId114" Type="http://schemas.openxmlformats.org/officeDocument/2006/relationships/image" Target="../media/image1607.png"/><Relationship Id="rId119" Type="http://schemas.openxmlformats.org/officeDocument/2006/relationships/customXml" Target="../ink/ink1603.xml"/><Relationship Id="rId44" Type="http://schemas.openxmlformats.org/officeDocument/2006/relationships/image" Target="../media/image1572.png"/><Relationship Id="rId60" Type="http://schemas.openxmlformats.org/officeDocument/2006/relationships/image" Target="../media/image1580.png"/><Relationship Id="rId65" Type="http://schemas.openxmlformats.org/officeDocument/2006/relationships/customXml" Target="../ink/ink1576.xml"/><Relationship Id="rId81" Type="http://schemas.openxmlformats.org/officeDocument/2006/relationships/customXml" Target="../ink/ink1584.xml"/><Relationship Id="rId86" Type="http://schemas.openxmlformats.org/officeDocument/2006/relationships/image" Target="../media/image1593.png"/><Relationship Id="rId13" Type="http://schemas.openxmlformats.org/officeDocument/2006/relationships/customXml" Target="../ink/ink1550.xml"/><Relationship Id="rId18" Type="http://schemas.openxmlformats.org/officeDocument/2006/relationships/image" Target="../media/image1559.png"/><Relationship Id="rId39" Type="http://schemas.openxmlformats.org/officeDocument/2006/relationships/customXml" Target="../ink/ink1563.xml"/><Relationship Id="rId109" Type="http://schemas.openxmlformats.org/officeDocument/2006/relationships/customXml" Target="../ink/ink1598.xml"/><Relationship Id="rId34" Type="http://schemas.openxmlformats.org/officeDocument/2006/relationships/image" Target="../media/image1567.png"/><Relationship Id="rId50" Type="http://schemas.openxmlformats.org/officeDocument/2006/relationships/image" Target="../media/image1575.png"/><Relationship Id="rId55" Type="http://schemas.openxmlformats.org/officeDocument/2006/relationships/customXml" Target="../ink/ink1571.xml"/><Relationship Id="rId76" Type="http://schemas.openxmlformats.org/officeDocument/2006/relationships/image" Target="../media/image1588.png"/><Relationship Id="rId97" Type="http://schemas.openxmlformats.org/officeDocument/2006/relationships/customXml" Target="../ink/ink1592.xml"/><Relationship Id="rId104" Type="http://schemas.openxmlformats.org/officeDocument/2006/relationships/image" Target="../media/image1602.png"/><Relationship Id="rId120" Type="http://schemas.openxmlformats.org/officeDocument/2006/relationships/image" Target="../media/image1610.png"/><Relationship Id="rId125" Type="http://schemas.openxmlformats.org/officeDocument/2006/relationships/customXml" Target="../ink/ink1606.xml"/><Relationship Id="rId7" Type="http://schemas.openxmlformats.org/officeDocument/2006/relationships/customXml" Target="../ink/ink1547.xml"/><Relationship Id="rId71" Type="http://schemas.openxmlformats.org/officeDocument/2006/relationships/customXml" Target="../ink/ink1579.xml"/><Relationship Id="rId92" Type="http://schemas.openxmlformats.org/officeDocument/2006/relationships/image" Target="../media/image1596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558.xml"/><Relationship Id="rId24" Type="http://schemas.openxmlformats.org/officeDocument/2006/relationships/image" Target="../media/image1562.png"/><Relationship Id="rId40" Type="http://schemas.openxmlformats.org/officeDocument/2006/relationships/image" Target="../media/image1570.png"/><Relationship Id="rId45" Type="http://schemas.openxmlformats.org/officeDocument/2006/relationships/customXml" Target="../ink/ink1566.xml"/><Relationship Id="rId66" Type="http://schemas.openxmlformats.org/officeDocument/2006/relationships/image" Target="../media/image1583.png"/><Relationship Id="rId87" Type="http://schemas.openxmlformats.org/officeDocument/2006/relationships/customXml" Target="../ink/ink1587.xml"/><Relationship Id="rId110" Type="http://schemas.openxmlformats.org/officeDocument/2006/relationships/image" Target="../media/image1605.png"/><Relationship Id="rId115" Type="http://schemas.openxmlformats.org/officeDocument/2006/relationships/customXml" Target="../ink/ink1601.xml"/><Relationship Id="rId61" Type="http://schemas.openxmlformats.org/officeDocument/2006/relationships/customXml" Target="../ink/ink1574.xml"/><Relationship Id="rId82" Type="http://schemas.openxmlformats.org/officeDocument/2006/relationships/image" Target="../media/image1591.png"/><Relationship Id="rId19" Type="http://schemas.openxmlformats.org/officeDocument/2006/relationships/customXml" Target="../ink/ink1553.xml"/><Relationship Id="rId14" Type="http://schemas.openxmlformats.org/officeDocument/2006/relationships/image" Target="../media/image1557.png"/><Relationship Id="rId30" Type="http://schemas.openxmlformats.org/officeDocument/2006/relationships/image" Target="../media/image1565.png"/><Relationship Id="rId35" Type="http://schemas.openxmlformats.org/officeDocument/2006/relationships/customXml" Target="../ink/ink1561.xml"/><Relationship Id="rId56" Type="http://schemas.openxmlformats.org/officeDocument/2006/relationships/image" Target="../media/image1578.png"/><Relationship Id="rId77" Type="http://schemas.openxmlformats.org/officeDocument/2006/relationships/customXml" Target="../ink/ink1582.xml"/><Relationship Id="rId100" Type="http://schemas.openxmlformats.org/officeDocument/2006/relationships/image" Target="../media/image1600.png"/><Relationship Id="rId105" Type="http://schemas.openxmlformats.org/officeDocument/2006/relationships/customXml" Target="../ink/ink1596.xml"/><Relationship Id="rId126" Type="http://schemas.openxmlformats.org/officeDocument/2006/relationships/image" Target="../media/image1613.png"/><Relationship Id="rId8" Type="http://schemas.openxmlformats.org/officeDocument/2006/relationships/image" Target="../media/image1554.png"/><Relationship Id="rId51" Type="http://schemas.openxmlformats.org/officeDocument/2006/relationships/customXml" Target="../ink/ink1569.xml"/><Relationship Id="rId72" Type="http://schemas.openxmlformats.org/officeDocument/2006/relationships/image" Target="../media/image1586.png"/><Relationship Id="rId93" Type="http://schemas.openxmlformats.org/officeDocument/2006/relationships/customXml" Target="../ink/ink1590.xml"/><Relationship Id="rId98" Type="http://schemas.openxmlformats.org/officeDocument/2006/relationships/image" Target="../media/image1599.png"/><Relationship Id="rId121" Type="http://schemas.openxmlformats.org/officeDocument/2006/relationships/customXml" Target="../ink/ink1604.xml"/><Relationship Id="rId3" Type="http://schemas.openxmlformats.org/officeDocument/2006/relationships/customXml" Target="../ink/ink1545.xml"/><Relationship Id="rId25" Type="http://schemas.openxmlformats.org/officeDocument/2006/relationships/customXml" Target="../ink/ink1556.xml"/><Relationship Id="rId46" Type="http://schemas.openxmlformats.org/officeDocument/2006/relationships/image" Target="../media/image1573.png"/><Relationship Id="rId67" Type="http://schemas.openxmlformats.org/officeDocument/2006/relationships/customXml" Target="../ink/ink1577.xml"/><Relationship Id="rId116" Type="http://schemas.openxmlformats.org/officeDocument/2006/relationships/image" Target="../media/image1608.png"/><Relationship Id="rId20" Type="http://schemas.openxmlformats.org/officeDocument/2006/relationships/image" Target="../media/image1560.png"/><Relationship Id="rId41" Type="http://schemas.openxmlformats.org/officeDocument/2006/relationships/customXml" Target="../ink/ink1564.xml"/><Relationship Id="rId62" Type="http://schemas.openxmlformats.org/officeDocument/2006/relationships/image" Target="../media/image1581.png"/><Relationship Id="rId83" Type="http://schemas.openxmlformats.org/officeDocument/2006/relationships/customXml" Target="../ink/ink1585.xml"/><Relationship Id="rId88" Type="http://schemas.openxmlformats.org/officeDocument/2006/relationships/image" Target="../media/image1594.png"/><Relationship Id="rId111" Type="http://schemas.openxmlformats.org/officeDocument/2006/relationships/customXml" Target="../ink/ink1599.xml"/><Relationship Id="rId15" Type="http://schemas.openxmlformats.org/officeDocument/2006/relationships/customXml" Target="../ink/ink1551.xml"/><Relationship Id="rId36" Type="http://schemas.openxmlformats.org/officeDocument/2006/relationships/image" Target="../media/image1568.png"/><Relationship Id="rId57" Type="http://schemas.openxmlformats.org/officeDocument/2006/relationships/customXml" Target="../ink/ink1572.xml"/><Relationship Id="rId106" Type="http://schemas.openxmlformats.org/officeDocument/2006/relationships/image" Target="../media/image1603.png"/><Relationship Id="rId10" Type="http://schemas.openxmlformats.org/officeDocument/2006/relationships/image" Target="../media/image1555.png"/><Relationship Id="rId31" Type="http://schemas.openxmlformats.org/officeDocument/2006/relationships/customXml" Target="../ink/ink1559.xml"/><Relationship Id="rId52" Type="http://schemas.openxmlformats.org/officeDocument/2006/relationships/image" Target="../media/image1576.png"/><Relationship Id="rId73" Type="http://schemas.openxmlformats.org/officeDocument/2006/relationships/customXml" Target="../ink/ink1580.xml"/><Relationship Id="rId78" Type="http://schemas.openxmlformats.org/officeDocument/2006/relationships/image" Target="../media/image1589.png"/><Relationship Id="rId94" Type="http://schemas.openxmlformats.org/officeDocument/2006/relationships/image" Target="../media/image1597.png"/><Relationship Id="rId99" Type="http://schemas.openxmlformats.org/officeDocument/2006/relationships/customXml" Target="../ink/ink1593.xml"/><Relationship Id="rId101" Type="http://schemas.openxmlformats.org/officeDocument/2006/relationships/customXml" Target="../ink/ink1594.xml"/><Relationship Id="rId122" Type="http://schemas.openxmlformats.org/officeDocument/2006/relationships/image" Target="../media/image1611.png"/><Relationship Id="rId4" Type="http://schemas.openxmlformats.org/officeDocument/2006/relationships/image" Target="../media/image1552.png"/><Relationship Id="rId9" Type="http://schemas.openxmlformats.org/officeDocument/2006/relationships/customXml" Target="../ink/ink1548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72.png"/><Relationship Id="rId21" Type="http://schemas.openxmlformats.org/officeDocument/2006/relationships/image" Target="../media/image1624.png"/><Relationship Id="rId42" Type="http://schemas.openxmlformats.org/officeDocument/2006/relationships/customXml" Target="../ink/ink1625.xml"/><Relationship Id="rId63" Type="http://schemas.openxmlformats.org/officeDocument/2006/relationships/image" Target="../media/image1645.png"/><Relationship Id="rId84" Type="http://schemas.openxmlformats.org/officeDocument/2006/relationships/customXml" Target="../ink/ink1646.xml"/><Relationship Id="rId138" Type="http://schemas.openxmlformats.org/officeDocument/2006/relationships/customXml" Target="../ink/ink1673.xml"/><Relationship Id="rId107" Type="http://schemas.openxmlformats.org/officeDocument/2006/relationships/image" Target="../media/image1667.png"/><Relationship Id="rId11" Type="http://schemas.openxmlformats.org/officeDocument/2006/relationships/image" Target="../media/image1619.png"/><Relationship Id="rId32" Type="http://schemas.openxmlformats.org/officeDocument/2006/relationships/customXml" Target="../ink/ink1620.xml"/><Relationship Id="rId53" Type="http://schemas.openxmlformats.org/officeDocument/2006/relationships/image" Target="../media/image1640.png"/><Relationship Id="rId74" Type="http://schemas.openxmlformats.org/officeDocument/2006/relationships/customXml" Target="../ink/ink1641.xml"/><Relationship Id="rId128" Type="http://schemas.openxmlformats.org/officeDocument/2006/relationships/customXml" Target="../ink/ink1668.xml"/><Relationship Id="rId149" Type="http://schemas.openxmlformats.org/officeDocument/2006/relationships/image" Target="../media/image1688.png"/><Relationship Id="rId5" Type="http://schemas.openxmlformats.org/officeDocument/2006/relationships/image" Target="../media/image1616.svg"/><Relationship Id="rId95" Type="http://schemas.openxmlformats.org/officeDocument/2006/relationships/image" Target="../media/image1661.png"/><Relationship Id="rId22" Type="http://schemas.openxmlformats.org/officeDocument/2006/relationships/customXml" Target="../ink/ink1615.xml"/><Relationship Id="rId43" Type="http://schemas.openxmlformats.org/officeDocument/2006/relationships/image" Target="../media/image1635.png"/><Relationship Id="rId64" Type="http://schemas.openxmlformats.org/officeDocument/2006/relationships/customXml" Target="../ink/ink1636.xml"/><Relationship Id="rId118" Type="http://schemas.openxmlformats.org/officeDocument/2006/relationships/customXml" Target="../ink/ink1663.xml"/><Relationship Id="rId139" Type="http://schemas.openxmlformats.org/officeDocument/2006/relationships/image" Target="../media/image1683.png"/><Relationship Id="rId80" Type="http://schemas.openxmlformats.org/officeDocument/2006/relationships/customXml" Target="../ink/ink1644.xml"/><Relationship Id="rId85" Type="http://schemas.openxmlformats.org/officeDocument/2006/relationships/image" Target="../media/image1656.png"/><Relationship Id="rId150" Type="http://schemas.openxmlformats.org/officeDocument/2006/relationships/customXml" Target="../ink/ink1679.xml"/><Relationship Id="rId155" Type="http://schemas.openxmlformats.org/officeDocument/2006/relationships/image" Target="../media/image1691.png"/><Relationship Id="rId12" Type="http://schemas.openxmlformats.org/officeDocument/2006/relationships/customXml" Target="../ink/ink1610.xml"/><Relationship Id="rId17" Type="http://schemas.openxmlformats.org/officeDocument/2006/relationships/image" Target="../media/image1622.png"/><Relationship Id="rId33" Type="http://schemas.openxmlformats.org/officeDocument/2006/relationships/image" Target="../media/image1630.png"/><Relationship Id="rId38" Type="http://schemas.openxmlformats.org/officeDocument/2006/relationships/customXml" Target="../ink/ink1623.xml"/><Relationship Id="rId59" Type="http://schemas.openxmlformats.org/officeDocument/2006/relationships/image" Target="../media/image1643.png"/><Relationship Id="rId103" Type="http://schemas.openxmlformats.org/officeDocument/2006/relationships/image" Target="../media/image1665.png"/><Relationship Id="rId108" Type="http://schemas.openxmlformats.org/officeDocument/2006/relationships/customXml" Target="../ink/ink1658.xml"/><Relationship Id="rId124" Type="http://schemas.openxmlformats.org/officeDocument/2006/relationships/customXml" Target="../ink/ink1666.xml"/><Relationship Id="rId129" Type="http://schemas.openxmlformats.org/officeDocument/2006/relationships/image" Target="../media/image1678.png"/><Relationship Id="rId54" Type="http://schemas.openxmlformats.org/officeDocument/2006/relationships/customXml" Target="../ink/ink1631.xml"/><Relationship Id="rId70" Type="http://schemas.openxmlformats.org/officeDocument/2006/relationships/customXml" Target="../ink/ink1639.xml"/><Relationship Id="rId75" Type="http://schemas.openxmlformats.org/officeDocument/2006/relationships/image" Target="../media/image1651.png"/><Relationship Id="rId91" Type="http://schemas.openxmlformats.org/officeDocument/2006/relationships/image" Target="../media/image1659.png"/><Relationship Id="rId96" Type="http://schemas.openxmlformats.org/officeDocument/2006/relationships/customXml" Target="../ink/ink1652.xml"/><Relationship Id="rId140" Type="http://schemas.openxmlformats.org/officeDocument/2006/relationships/customXml" Target="../ink/ink1674.xml"/><Relationship Id="rId145" Type="http://schemas.openxmlformats.org/officeDocument/2006/relationships/image" Target="../media/image168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07.xml"/><Relationship Id="rId23" Type="http://schemas.openxmlformats.org/officeDocument/2006/relationships/image" Target="../media/image1625.png"/><Relationship Id="rId28" Type="http://schemas.openxmlformats.org/officeDocument/2006/relationships/customXml" Target="../ink/ink1618.xml"/><Relationship Id="rId49" Type="http://schemas.openxmlformats.org/officeDocument/2006/relationships/image" Target="../media/image1638.png"/><Relationship Id="rId114" Type="http://schemas.openxmlformats.org/officeDocument/2006/relationships/customXml" Target="../ink/ink1661.xml"/><Relationship Id="rId119" Type="http://schemas.openxmlformats.org/officeDocument/2006/relationships/image" Target="../media/image1673.png"/><Relationship Id="rId44" Type="http://schemas.openxmlformats.org/officeDocument/2006/relationships/customXml" Target="../ink/ink1626.xml"/><Relationship Id="rId60" Type="http://schemas.openxmlformats.org/officeDocument/2006/relationships/customXml" Target="../ink/ink1634.xml"/><Relationship Id="rId65" Type="http://schemas.openxmlformats.org/officeDocument/2006/relationships/image" Target="../media/image1646.png"/><Relationship Id="rId81" Type="http://schemas.openxmlformats.org/officeDocument/2006/relationships/image" Target="../media/image1654.png"/><Relationship Id="rId86" Type="http://schemas.openxmlformats.org/officeDocument/2006/relationships/customXml" Target="../ink/ink1647.xml"/><Relationship Id="rId130" Type="http://schemas.openxmlformats.org/officeDocument/2006/relationships/customXml" Target="../ink/ink1669.xml"/><Relationship Id="rId135" Type="http://schemas.openxmlformats.org/officeDocument/2006/relationships/image" Target="../media/image1681.png"/><Relationship Id="rId151" Type="http://schemas.openxmlformats.org/officeDocument/2006/relationships/image" Target="../media/image1689.png"/><Relationship Id="rId156" Type="http://schemas.openxmlformats.org/officeDocument/2006/relationships/customXml" Target="../ink/ink1682.xml"/><Relationship Id="rId13" Type="http://schemas.openxmlformats.org/officeDocument/2006/relationships/image" Target="../media/image1620.png"/><Relationship Id="rId18" Type="http://schemas.openxmlformats.org/officeDocument/2006/relationships/customXml" Target="../ink/ink1613.xml"/><Relationship Id="rId39" Type="http://schemas.openxmlformats.org/officeDocument/2006/relationships/image" Target="../media/image1633.png"/><Relationship Id="rId109" Type="http://schemas.openxmlformats.org/officeDocument/2006/relationships/image" Target="../media/image1668.png"/><Relationship Id="rId34" Type="http://schemas.openxmlformats.org/officeDocument/2006/relationships/customXml" Target="../ink/ink1621.xml"/><Relationship Id="rId50" Type="http://schemas.openxmlformats.org/officeDocument/2006/relationships/customXml" Target="../ink/ink1629.xml"/><Relationship Id="rId55" Type="http://schemas.openxmlformats.org/officeDocument/2006/relationships/image" Target="../media/image1641.png"/><Relationship Id="rId76" Type="http://schemas.openxmlformats.org/officeDocument/2006/relationships/customXml" Target="../ink/ink1642.xml"/><Relationship Id="rId97" Type="http://schemas.openxmlformats.org/officeDocument/2006/relationships/image" Target="../media/image1662.png"/><Relationship Id="rId104" Type="http://schemas.openxmlformats.org/officeDocument/2006/relationships/customXml" Target="../ink/ink1656.xml"/><Relationship Id="rId120" Type="http://schemas.openxmlformats.org/officeDocument/2006/relationships/customXml" Target="../ink/ink1664.xml"/><Relationship Id="rId125" Type="http://schemas.openxmlformats.org/officeDocument/2006/relationships/image" Target="../media/image1676.png"/><Relationship Id="rId141" Type="http://schemas.openxmlformats.org/officeDocument/2006/relationships/image" Target="../media/image1684.png"/><Relationship Id="rId146" Type="http://schemas.openxmlformats.org/officeDocument/2006/relationships/customXml" Target="../ink/ink1677.xml"/><Relationship Id="rId7" Type="http://schemas.openxmlformats.org/officeDocument/2006/relationships/image" Target="../media/image1617.png"/><Relationship Id="rId71" Type="http://schemas.openxmlformats.org/officeDocument/2006/relationships/image" Target="../media/image1649.png"/><Relationship Id="rId92" Type="http://schemas.openxmlformats.org/officeDocument/2006/relationships/customXml" Target="../ink/ink1650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1628.png"/><Relationship Id="rId24" Type="http://schemas.openxmlformats.org/officeDocument/2006/relationships/customXml" Target="../ink/ink1616.xml"/><Relationship Id="rId40" Type="http://schemas.openxmlformats.org/officeDocument/2006/relationships/customXml" Target="../ink/ink1624.xml"/><Relationship Id="rId45" Type="http://schemas.openxmlformats.org/officeDocument/2006/relationships/image" Target="../media/image1636.png"/><Relationship Id="rId66" Type="http://schemas.openxmlformats.org/officeDocument/2006/relationships/customXml" Target="../ink/ink1637.xml"/><Relationship Id="rId87" Type="http://schemas.openxmlformats.org/officeDocument/2006/relationships/image" Target="../media/image1657.png"/><Relationship Id="rId110" Type="http://schemas.openxmlformats.org/officeDocument/2006/relationships/customXml" Target="../ink/ink1659.xml"/><Relationship Id="rId115" Type="http://schemas.openxmlformats.org/officeDocument/2006/relationships/image" Target="../media/image1671.png"/><Relationship Id="rId131" Type="http://schemas.openxmlformats.org/officeDocument/2006/relationships/image" Target="../media/image1679.png"/><Relationship Id="rId136" Type="http://schemas.openxmlformats.org/officeDocument/2006/relationships/customXml" Target="../ink/ink1672.xml"/><Relationship Id="rId157" Type="http://schemas.openxmlformats.org/officeDocument/2006/relationships/image" Target="../media/image1692.png"/><Relationship Id="rId61" Type="http://schemas.openxmlformats.org/officeDocument/2006/relationships/image" Target="../media/image1644.png"/><Relationship Id="rId82" Type="http://schemas.openxmlformats.org/officeDocument/2006/relationships/customXml" Target="../ink/ink1645.xml"/><Relationship Id="rId152" Type="http://schemas.openxmlformats.org/officeDocument/2006/relationships/customXml" Target="../ink/ink1680.xml"/><Relationship Id="rId19" Type="http://schemas.openxmlformats.org/officeDocument/2006/relationships/image" Target="../media/image1623.png"/><Relationship Id="rId14" Type="http://schemas.openxmlformats.org/officeDocument/2006/relationships/customXml" Target="../ink/ink1611.xml"/><Relationship Id="rId30" Type="http://schemas.openxmlformats.org/officeDocument/2006/relationships/customXml" Target="../ink/ink1619.xml"/><Relationship Id="rId35" Type="http://schemas.openxmlformats.org/officeDocument/2006/relationships/image" Target="../media/image1631.png"/><Relationship Id="rId56" Type="http://schemas.openxmlformats.org/officeDocument/2006/relationships/customXml" Target="../ink/ink1632.xml"/><Relationship Id="rId77" Type="http://schemas.openxmlformats.org/officeDocument/2006/relationships/image" Target="../media/image1652.png"/><Relationship Id="rId100" Type="http://schemas.openxmlformats.org/officeDocument/2006/relationships/customXml" Target="../ink/ink1654.xml"/><Relationship Id="rId105" Type="http://schemas.openxmlformats.org/officeDocument/2006/relationships/image" Target="../media/image1666.png"/><Relationship Id="rId126" Type="http://schemas.openxmlformats.org/officeDocument/2006/relationships/customXml" Target="../ink/ink1667.xml"/><Relationship Id="rId147" Type="http://schemas.openxmlformats.org/officeDocument/2006/relationships/image" Target="../media/image1687.png"/><Relationship Id="rId8" Type="http://schemas.openxmlformats.org/officeDocument/2006/relationships/customXml" Target="../ink/ink1608.xml"/><Relationship Id="rId51" Type="http://schemas.openxmlformats.org/officeDocument/2006/relationships/image" Target="../media/image1639.png"/><Relationship Id="rId72" Type="http://schemas.openxmlformats.org/officeDocument/2006/relationships/customXml" Target="../ink/ink1640.xml"/><Relationship Id="rId93" Type="http://schemas.openxmlformats.org/officeDocument/2006/relationships/image" Target="../media/image1660.png"/><Relationship Id="rId98" Type="http://schemas.openxmlformats.org/officeDocument/2006/relationships/customXml" Target="../ink/ink1653.xml"/><Relationship Id="rId121" Type="http://schemas.openxmlformats.org/officeDocument/2006/relationships/image" Target="../media/image1674.png"/><Relationship Id="rId142" Type="http://schemas.openxmlformats.org/officeDocument/2006/relationships/customXml" Target="../ink/ink1675.xml"/><Relationship Id="rId3" Type="http://schemas.openxmlformats.org/officeDocument/2006/relationships/image" Target="../media/image1614.png"/><Relationship Id="rId25" Type="http://schemas.openxmlformats.org/officeDocument/2006/relationships/image" Target="../media/image1626.png"/><Relationship Id="rId46" Type="http://schemas.openxmlformats.org/officeDocument/2006/relationships/customXml" Target="../ink/ink1627.xml"/><Relationship Id="rId67" Type="http://schemas.openxmlformats.org/officeDocument/2006/relationships/image" Target="../media/image1647.png"/><Relationship Id="rId116" Type="http://schemas.openxmlformats.org/officeDocument/2006/relationships/customXml" Target="../ink/ink1662.xml"/><Relationship Id="rId137" Type="http://schemas.openxmlformats.org/officeDocument/2006/relationships/image" Target="../media/image1682.png"/><Relationship Id="rId20" Type="http://schemas.openxmlformats.org/officeDocument/2006/relationships/customXml" Target="../ink/ink1614.xml"/><Relationship Id="rId41" Type="http://schemas.openxmlformats.org/officeDocument/2006/relationships/image" Target="../media/image1634.png"/><Relationship Id="rId62" Type="http://schemas.openxmlformats.org/officeDocument/2006/relationships/customXml" Target="../ink/ink1635.xml"/><Relationship Id="rId83" Type="http://schemas.openxmlformats.org/officeDocument/2006/relationships/image" Target="../media/image1655.png"/><Relationship Id="rId88" Type="http://schemas.openxmlformats.org/officeDocument/2006/relationships/customXml" Target="../ink/ink1648.xml"/><Relationship Id="rId111" Type="http://schemas.openxmlformats.org/officeDocument/2006/relationships/image" Target="../media/image1669.png"/><Relationship Id="rId132" Type="http://schemas.openxmlformats.org/officeDocument/2006/relationships/customXml" Target="../ink/ink1670.xml"/><Relationship Id="rId153" Type="http://schemas.openxmlformats.org/officeDocument/2006/relationships/image" Target="../media/image1690.png"/><Relationship Id="rId15" Type="http://schemas.openxmlformats.org/officeDocument/2006/relationships/image" Target="../media/image1621.png"/><Relationship Id="rId36" Type="http://schemas.openxmlformats.org/officeDocument/2006/relationships/customXml" Target="../ink/ink1622.xml"/><Relationship Id="rId57" Type="http://schemas.openxmlformats.org/officeDocument/2006/relationships/image" Target="../media/image1642.png"/><Relationship Id="rId106" Type="http://schemas.openxmlformats.org/officeDocument/2006/relationships/customXml" Target="../ink/ink1657.xml"/><Relationship Id="rId127" Type="http://schemas.openxmlformats.org/officeDocument/2006/relationships/image" Target="../media/image1677.png"/><Relationship Id="rId10" Type="http://schemas.openxmlformats.org/officeDocument/2006/relationships/customXml" Target="../ink/ink1609.xml"/><Relationship Id="rId31" Type="http://schemas.openxmlformats.org/officeDocument/2006/relationships/image" Target="../media/image1629.png"/><Relationship Id="rId52" Type="http://schemas.openxmlformats.org/officeDocument/2006/relationships/customXml" Target="../ink/ink1630.xml"/><Relationship Id="rId73" Type="http://schemas.openxmlformats.org/officeDocument/2006/relationships/image" Target="../media/image1650.png"/><Relationship Id="rId78" Type="http://schemas.openxmlformats.org/officeDocument/2006/relationships/customXml" Target="../ink/ink1643.xml"/><Relationship Id="rId94" Type="http://schemas.openxmlformats.org/officeDocument/2006/relationships/customXml" Target="../ink/ink1651.xml"/><Relationship Id="rId99" Type="http://schemas.openxmlformats.org/officeDocument/2006/relationships/image" Target="../media/image1663.png"/><Relationship Id="rId101" Type="http://schemas.openxmlformats.org/officeDocument/2006/relationships/image" Target="../media/image1664.png"/><Relationship Id="rId122" Type="http://schemas.openxmlformats.org/officeDocument/2006/relationships/customXml" Target="../ink/ink1665.xml"/><Relationship Id="rId143" Type="http://schemas.openxmlformats.org/officeDocument/2006/relationships/image" Target="../media/image1685.png"/><Relationship Id="rId148" Type="http://schemas.openxmlformats.org/officeDocument/2006/relationships/customXml" Target="../ink/ink1678.xml"/><Relationship Id="rId4" Type="http://schemas.openxmlformats.org/officeDocument/2006/relationships/image" Target="../media/image1615.svg"/><Relationship Id="rId9" Type="http://schemas.openxmlformats.org/officeDocument/2006/relationships/image" Target="../media/image1618.png"/><Relationship Id="rId26" Type="http://schemas.openxmlformats.org/officeDocument/2006/relationships/customXml" Target="../ink/ink1617.xml"/><Relationship Id="rId47" Type="http://schemas.openxmlformats.org/officeDocument/2006/relationships/image" Target="../media/image1637.png"/><Relationship Id="rId68" Type="http://schemas.openxmlformats.org/officeDocument/2006/relationships/customXml" Target="../ink/ink1638.xml"/><Relationship Id="rId89" Type="http://schemas.openxmlformats.org/officeDocument/2006/relationships/image" Target="../media/image1658.png"/><Relationship Id="rId112" Type="http://schemas.openxmlformats.org/officeDocument/2006/relationships/customXml" Target="../ink/ink1660.xml"/><Relationship Id="rId133" Type="http://schemas.openxmlformats.org/officeDocument/2006/relationships/image" Target="../media/image1680.png"/><Relationship Id="rId154" Type="http://schemas.openxmlformats.org/officeDocument/2006/relationships/customXml" Target="../ink/ink1681.xml"/><Relationship Id="rId16" Type="http://schemas.openxmlformats.org/officeDocument/2006/relationships/customXml" Target="../ink/ink1612.xml"/><Relationship Id="rId37" Type="http://schemas.openxmlformats.org/officeDocument/2006/relationships/image" Target="../media/image1632.png"/><Relationship Id="rId58" Type="http://schemas.openxmlformats.org/officeDocument/2006/relationships/customXml" Target="../ink/ink1633.xml"/><Relationship Id="rId79" Type="http://schemas.openxmlformats.org/officeDocument/2006/relationships/image" Target="../media/image1653.png"/><Relationship Id="rId102" Type="http://schemas.openxmlformats.org/officeDocument/2006/relationships/customXml" Target="../ink/ink1655.xml"/><Relationship Id="rId123" Type="http://schemas.openxmlformats.org/officeDocument/2006/relationships/image" Target="../media/image1675.png"/><Relationship Id="rId144" Type="http://schemas.openxmlformats.org/officeDocument/2006/relationships/customXml" Target="../ink/ink1676.xml"/><Relationship Id="rId90" Type="http://schemas.openxmlformats.org/officeDocument/2006/relationships/customXml" Target="../ink/ink1649.xml"/><Relationship Id="rId27" Type="http://schemas.openxmlformats.org/officeDocument/2006/relationships/image" Target="../media/image1627.png"/><Relationship Id="rId48" Type="http://schemas.openxmlformats.org/officeDocument/2006/relationships/customXml" Target="../ink/ink1628.xml"/><Relationship Id="rId69" Type="http://schemas.openxmlformats.org/officeDocument/2006/relationships/image" Target="../media/image1648.png"/><Relationship Id="rId113" Type="http://schemas.openxmlformats.org/officeDocument/2006/relationships/image" Target="../media/image1670.png"/><Relationship Id="rId134" Type="http://schemas.openxmlformats.org/officeDocument/2006/relationships/customXml" Target="../ink/ink1671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38.xml"/><Relationship Id="rId21" Type="http://schemas.openxmlformats.org/officeDocument/2006/relationships/customXml" Target="../ink/ink1690.xml"/><Relationship Id="rId42" Type="http://schemas.openxmlformats.org/officeDocument/2006/relationships/image" Target="../media/image1714.png"/><Relationship Id="rId63" Type="http://schemas.openxmlformats.org/officeDocument/2006/relationships/customXml" Target="../ink/ink1711.xml"/><Relationship Id="rId84" Type="http://schemas.openxmlformats.org/officeDocument/2006/relationships/image" Target="../media/image1735.png"/><Relationship Id="rId138" Type="http://schemas.openxmlformats.org/officeDocument/2006/relationships/image" Target="../media/image1762.png"/><Relationship Id="rId159" Type="http://schemas.openxmlformats.org/officeDocument/2006/relationships/customXml" Target="../ink/ink1759.xml"/><Relationship Id="rId170" Type="http://schemas.openxmlformats.org/officeDocument/2006/relationships/image" Target="../media/image1778.png"/><Relationship Id="rId107" Type="http://schemas.openxmlformats.org/officeDocument/2006/relationships/customXml" Target="../ink/ink1733.xml"/><Relationship Id="rId11" Type="http://schemas.openxmlformats.org/officeDocument/2006/relationships/customXml" Target="../ink/ink1685.xml"/><Relationship Id="rId32" Type="http://schemas.openxmlformats.org/officeDocument/2006/relationships/image" Target="../media/image1709.png"/><Relationship Id="rId53" Type="http://schemas.openxmlformats.org/officeDocument/2006/relationships/customXml" Target="../ink/ink1706.xml"/><Relationship Id="rId74" Type="http://schemas.openxmlformats.org/officeDocument/2006/relationships/image" Target="../media/image1730.png"/><Relationship Id="rId128" Type="http://schemas.openxmlformats.org/officeDocument/2006/relationships/image" Target="../media/image1757.png"/><Relationship Id="rId149" Type="http://schemas.openxmlformats.org/officeDocument/2006/relationships/customXml" Target="../ink/ink1754.xml"/><Relationship Id="rId5" Type="http://schemas.openxmlformats.org/officeDocument/2006/relationships/image" Target="../media/image1695.svg"/><Relationship Id="rId95" Type="http://schemas.openxmlformats.org/officeDocument/2006/relationships/customXml" Target="../ink/ink1727.xml"/><Relationship Id="rId160" Type="http://schemas.openxmlformats.org/officeDocument/2006/relationships/image" Target="../media/image1773.png"/><Relationship Id="rId22" Type="http://schemas.openxmlformats.org/officeDocument/2006/relationships/image" Target="../media/image1704.png"/><Relationship Id="rId43" Type="http://schemas.openxmlformats.org/officeDocument/2006/relationships/customXml" Target="../ink/ink1701.xml"/><Relationship Id="rId64" Type="http://schemas.openxmlformats.org/officeDocument/2006/relationships/image" Target="../media/image1725.png"/><Relationship Id="rId118" Type="http://schemas.openxmlformats.org/officeDocument/2006/relationships/image" Target="../media/image1752.png"/><Relationship Id="rId139" Type="http://schemas.openxmlformats.org/officeDocument/2006/relationships/customXml" Target="../ink/ink1749.xml"/><Relationship Id="rId85" Type="http://schemas.openxmlformats.org/officeDocument/2006/relationships/customXml" Target="../ink/ink1722.xml"/><Relationship Id="rId150" Type="http://schemas.openxmlformats.org/officeDocument/2006/relationships/image" Target="../media/image1768.png"/><Relationship Id="rId171" Type="http://schemas.openxmlformats.org/officeDocument/2006/relationships/customXml" Target="../ink/ink1765.xml"/><Relationship Id="rId12" Type="http://schemas.openxmlformats.org/officeDocument/2006/relationships/image" Target="../media/image1699.png"/><Relationship Id="rId33" Type="http://schemas.openxmlformats.org/officeDocument/2006/relationships/customXml" Target="../ink/ink1696.xml"/><Relationship Id="rId108" Type="http://schemas.openxmlformats.org/officeDocument/2006/relationships/image" Target="../media/image1747.png"/><Relationship Id="rId129" Type="http://schemas.openxmlformats.org/officeDocument/2006/relationships/customXml" Target="../ink/ink1744.xml"/><Relationship Id="rId54" Type="http://schemas.openxmlformats.org/officeDocument/2006/relationships/image" Target="../media/image1720.png"/><Relationship Id="rId75" Type="http://schemas.openxmlformats.org/officeDocument/2006/relationships/customXml" Target="../ink/ink1717.xml"/><Relationship Id="rId96" Type="http://schemas.openxmlformats.org/officeDocument/2006/relationships/image" Target="../media/image1741.png"/><Relationship Id="rId140" Type="http://schemas.openxmlformats.org/officeDocument/2006/relationships/image" Target="../media/image1763.png"/><Relationship Id="rId161" Type="http://schemas.openxmlformats.org/officeDocument/2006/relationships/customXml" Target="../ink/ink17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6.png"/><Relationship Id="rId23" Type="http://schemas.openxmlformats.org/officeDocument/2006/relationships/customXml" Target="../ink/ink1691.xml"/><Relationship Id="rId28" Type="http://schemas.openxmlformats.org/officeDocument/2006/relationships/image" Target="../media/image1707.png"/><Relationship Id="rId49" Type="http://schemas.openxmlformats.org/officeDocument/2006/relationships/customXml" Target="../ink/ink1704.xml"/><Relationship Id="rId114" Type="http://schemas.openxmlformats.org/officeDocument/2006/relationships/image" Target="../media/image1750.png"/><Relationship Id="rId119" Type="http://schemas.openxmlformats.org/officeDocument/2006/relationships/customXml" Target="../ink/ink1739.xml"/><Relationship Id="rId44" Type="http://schemas.openxmlformats.org/officeDocument/2006/relationships/image" Target="../media/image1715.png"/><Relationship Id="rId60" Type="http://schemas.openxmlformats.org/officeDocument/2006/relationships/image" Target="../media/image1723.png"/><Relationship Id="rId65" Type="http://schemas.openxmlformats.org/officeDocument/2006/relationships/customXml" Target="../ink/ink1712.xml"/><Relationship Id="rId81" Type="http://schemas.openxmlformats.org/officeDocument/2006/relationships/customXml" Target="../ink/ink1720.xml"/><Relationship Id="rId86" Type="http://schemas.openxmlformats.org/officeDocument/2006/relationships/image" Target="../media/image1736.png"/><Relationship Id="rId130" Type="http://schemas.openxmlformats.org/officeDocument/2006/relationships/image" Target="../media/image1758.png"/><Relationship Id="rId135" Type="http://schemas.openxmlformats.org/officeDocument/2006/relationships/customXml" Target="../ink/ink1747.xml"/><Relationship Id="rId151" Type="http://schemas.openxmlformats.org/officeDocument/2006/relationships/customXml" Target="../ink/ink1755.xml"/><Relationship Id="rId156" Type="http://schemas.openxmlformats.org/officeDocument/2006/relationships/image" Target="../media/image1771.png"/><Relationship Id="rId172" Type="http://schemas.openxmlformats.org/officeDocument/2006/relationships/image" Target="../media/image1779.png"/><Relationship Id="rId13" Type="http://schemas.openxmlformats.org/officeDocument/2006/relationships/customXml" Target="../ink/ink1686.xml"/><Relationship Id="rId18" Type="http://schemas.openxmlformats.org/officeDocument/2006/relationships/image" Target="../media/image1702.png"/><Relationship Id="rId39" Type="http://schemas.openxmlformats.org/officeDocument/2006/relationships/customXml" Target="../ink/ink1699.xml"/><Relationship Id="rId109" Type="http://schemas.openxmlformats.org/officeDocument/2006/relationships/customXml" Target="../ink/ink1734.xml"/><Relationship Id="rId34" Type="http://schemas.openxmlformats.org/officeDocument/2006/relationships/image" Target="../media/image1710.png"/><Relationship Id="rId50" Type="http://schemas.openxmlformats.org/officeDocument/2006/relationships/image" Target="../media/image1718.png"/><Relationship Id="rId55" Type="http://schemas.openxmlformats.org/officeDocument/2006/relationships/customXml" Target="../ink/ink1707.xml"/><Relationship Id="rId76" Type="http://schemas.openxmlformats.org/officeDocument/2006/relationships/image" Target="../media/image1731.png"/><Relationship Id="rId97" Type="http://schemas.openxmlformats.org/officeDocument/2006/relationships/customXml" Target="../ink/ink1728.xml"/><Relationship Id="rId104" Type="http://schemas.openxmlformats.org/officeDocument/2006/relationships/image" Target="../media/image1745.png"/><Relationship Id="rId120" Type="http://schemas.openxmlformats.org/officeDocument/2006/relationships/image" Target="../media/image1753.png"/><Relationship Id="rId125" Type="http://schemas.openxmlformats.org/officeDocument/2006/relationships/customXml" Target="../ink/ink1742.xml"/><Relationship Id="rId141" Type="http://schemas.openxmlformats.org/officeDocument/2006/relationships/customXml" Target="../ink/ink1750.xml"/><Relationship Id="rId146" Type="http://schemas.openxmlformats.org/officeDocument/2006/relationships/image" Target="../media/image1766.png"/><Relationship Id="rId167" Type="http://schemas.openxmlformats.org/officeDocument/2006/relationships/customXml" Target="../ink/ink1763.xml"/><Relationship Id="rId7" Type="http://schemas.openxmlformats.org/officeDocument/2006/relationships/customXml" Target="../ink/ink1683.xml"/><Relationship Id="rId71" Type="http://schemas.openxmlformats.org/officeDocument/2006/relationships/customXml" Target="../ink/ink1715.xml"/><Relationship Id="rId92" Type="http://schemas.openxmlformats.org/officeDocument/2006/relationships/image" Target="../media/image1739.png"/><Relationship Id="rId162" Type="http://schemas.openxmlformats.org/officeDocument/2006/relationships/image" Target="../media/image1774.png"/><Relationship Id="rId2" Type="http://schemas.openxmlformats.org/officeDocument/2006/relationships/notesSlide" Target="../notesSlides/notesSlide15.xml"/><Relationship Id="rId29" Type="http://schemas.openxmlformats.org/officeDocument/2006/relationships/customXml" Target="../ink/ink1694.xml"/><Relationship Id="rId24" Type="http://schemas.openxmlformats.org/officeDocument/2006/relationships/image" Target="../media/image1705.png"/><Relationship Id="rId40" Type="http://schemas.openxmlformats.org/officeDocument/2006/relationships/image" Target="../media/image1713.png"/><Relationship Id="rId45" Type="http://schemas.openxmlformats.org/officeDocument/2006/relationships/customXml" Target="../ink/ink1702.xml"/><Relationship Id="rId66" Type="http://schemas.openxmlformats.org/officeDocument/2006/relationships/image" Target="../media/image1726.png"/><Relationship Id="rId87" Type="http://schemas.openxmlformats.org/officeDocument/2006/relationships/customXml" Target="../ink/ink1723.xml"/><Relationship Id="rId110" Type="http://schemas.openxmlformats.org/officeDocument/2006/relationships/image" Target="../media/image1748.png"/><Relationship Id="rId115" Type="http://schemas.openxmlformats.org/officeDocument/2006/relationships/customXml" Target="../ink/ink1737.xml"/><Relationship Id="rId131" Type="http://schemas.openxmlformats.org/officeDocument/2006/relationships/customXml" Target="../ink/ink1745.xml"/><Relationship Id="rId136" Type="http://schemas.openxmlformats.org/officeDocument/2006/relationships/image" Target="../media/image1761.png"/><Relationship Id="rId157" Type="http://schemas.openxmlformats.org/officeDocument/2006/relationships/customXml" Target="../ink/ink1758.xml"/><Relationship Id="rId61" Type="http://schemas.openxmlformats.org/officeDocument/2006/relationships/customXml" Target="../ink/ink1710.xml"/><Relationship Id="rId82" Type="http://schemas.openxmlformats.org/officeDocument/2006/relationships/image" Target="../media/image1734.png"/><Relationship Id="rId152" Type="http://schemas.openxmlformats.org/officeDocument/2006/relationships/image" Target="../media/image1769.png"/><Relationship Id="rId173" Type="http://schemas.openxmlformats.org/officeDocument/2006/relationships/customXml" Target="../ink/ink1766.xml"/><Relationship Id="rId19" Type="http://schemas.openxmlformats.org/officeDocument/2006/relationships/customXml" Target="../ink/ink1689.xml"/><Relationship Id="rId14" Type="http://schemas.openxmlformats.org/officeDocument/2006/relationships/image" Target="../media/image1700.png"/><Relationship Id="rId30" Type="http://schemas.openxmlformats.org/officeDocument/2006/relationships/image" Target="../media/image1708.png"/><Relationship Id="rId35" Type="http://schemas.openxmlformats.org/officeDocument/2006/relationships/customXml" Target="../ink/ink1697.xml"/><Relationship Id="rId56" Type="http://schemas.openxmlformats.org/officeDocument/2006/relationships/image" Target="../media/image1721.png"/><Relationship Id="rId77" Type="http://schemas.openxmlformats.org/officeDocument/2006/relationships/customXml" Target="../ink/ink1718.xml"/><Relationship Id="rId100" Type="http://schemas.openxmlformats.org/officeDocument/2006/relationships/image" Target="../media/image1743.png"/><Relationship Id="rId105" Type="http://schemas.openxmlformats.org/officeDocument/2006/relationships/customXml" Target="../ink/ink1732.xml"/><Relationship Id="rId126" Type="http://schemas.openxmlformats.org/officeDocument/2006/relationships/image" Target="../media/image1756.png"/><Relationship Id="rId147" Type="http://schemas.openxmlformats.org/officeDocument/2006/relationships/customXml" Target="../ink/ink1753.xml"/><Relationship Id="rId168" Type="http://schemas.openxmlformats.org/officeDocument/2006/relationships/image" Target="../media/image1777.png"/><Relationship Id="rId8" Type="http://schemas.openxmlformats.org/officeDocument/2006/relationships/image" Target="../media/image1697.png"/><Relationship Id="rId51" Type="http://schemas.openxmlformats.org/officeDocument/2006/relationships/customXml" Target="../ink/ink1705.xml"/><Relationship Id="rId72" Type="http://schemas.openxmlformats.org/officeDocument/2006/relationships/image" Target="../media/image1729.png"/><Relationship Id="rId93" Type="http://schemas.openxmlformats.org/officeDocument/2006/relationships/customXml" Target="../ink/ink1726.xml"/><Relationship Id="rId98" Type="http://schemas.openxmlformats.org/officeDocument/2006/relationships/image" Target="../media/image1742.png"/><Relationship Id="rId121" Type="http://schemas.openxmlformats.org/officeDocument/2006/relationships/customXml" Target="../ink/ink1740.xml"/><Relationship Id="rId142" Type="http://schemas.openxmlformats.org/officeDocument/2006/relationships/image" Target="../media/image1764.png"/><Relationship Id="rId163" Type="http://schemas.openxmlformats.org/officeDocument/2006/relationships/customXml" Target="../ink/ink1761.xml"/><Relationship Id="rId3" Type="http://schemas.openxmlformats.org/officeDocument/2006/relationships/image" Target="../media/image1693.svg"/><Relationship Id="rId25" Type="http://schemas.openxmlformats.org/officeDocument/2006/relationships/customXml" Target="../ink/ink1692.xml"/><Relationship Id="rId46" Type="http://schemas.openxmlformats.org/officeDocument/2006/relationships/image" Target="../media/image1716.png"/><Relationship Id="rId67" Type="http://schemas.openxmlformats.org/officeDocument/2006/relationships/customXml" Target="../ink/ink1713.xml"/><Relationship Id="rId116" Type="http://schemas.openxmlformats.org/officeDocument/2006/relationships/image" Target="../media/image1751.png"/><Relationship Id="rId137" Type="http://schemas.openxmlformats.org/officeDocument/2006/relationships/customXml" Target="../ink/ink1748.xml"/><Relationship Id="rId158" Type="http://schemas.openxmlformats.org/officeDocument/2006/relationships/image" Target="../media/image1772.png"/><Relationship Id="rId20" Type="http://schemas.openxmlformats.org/officeDocument/2006/relationships/image" Target="../media/image1703.png"/><Relationship Id="rId41" Type="http://schemas.openxmlformats.org/officeDocument/2006/relationships/customXml" Target="../ink/ink1700.xml"/><Relationship Id="rId62" Type="http://schemas.openxmlformats.org/officeDocument/2006/relationships/image" Target="../media/image1724.png"/><Relationship Id="rId83" Type="http://schemas.openxmlformats.org/officeDocument/2006/relationships/customXml" Target="../ink/ink1721.xml"/><Relationship Id="rId88" Type="http://schemas.openxmlformats.org/officeDocument/2006/relationships/image" Target="../media/image1737.png"/><Relationship Id="rId111" Type="http://schemas.openxmlformats.org/officeDocument/2006/relationships/customXml" Target="../ink/ink1735.xml"/><Relationship Id="rId132" Type="http://schemas.openxmlformats.org/officeDocument/2006/relationships/image" Target="../media/image1759.png"/><Relationship Id="rId153" Type="http://schemas.openxmlformats.org/officeDocument/2006/relationships/customXml" Target="../ink/ink1756.xml"/><Relationship Id="rId174" Type="http://schemas.openxmlformats.org/officeDocument/2006/relationships/image" Target="../media/image1780.png"/><Relationship Id="rId15" Type="http://schemas.openxmlformats.org/officeDocument/2006/relationships/customXml" Target="../ink/ink1687.xml"/><Relationship Id="rId36" Type="http://schemas.openxmlformats.org/officeDocument/2006/relationships/image" Target="../media/image1711.png"/><Relationship Id="rId57" Type="http://schemas.openxmlformats.org/officeDocument/2006/relationships/customXml" Target="../ink/ink1708.xml"/><Relationship Id="rId106" Type="http://schemas.openxmlformats.org/officeDocument/2006/relationships/image" Target="../media/image1746.png"/><Relationship Id="rId127" Type="http://schemas.openxmlformats.org/officeDocument/2006/relationships/customXml" Target="../ink/ink1743.xml"/><Relationship Id="rId10" Type="http://schemas.openxmlformats.org/officeDocument/2006/relationships/image" Target="../media/image1698.png"/><Relationship Id="rId31" Type="http://schemas.openxmlformats.org/officeDocument/2006/relationships/customXml" Target="../ink/ink1695.xml"/><Relationship Id="rId52" Type="http://schemas.openxmlformats.org/officeDocument/2006/relationships/image" Target="../media/image1719.png"/><Relationship Id="rId73" Type="http://schemas.openxmlformats.org/officeDocument/2006/relationships/customXml" Target="../ink/ink1716.xml"/><Relationship Id="rId78" Type="http://schemas.openxmlformats.org/officeDocument/2006/relationships/image" Target="../media/image1732.png"/><Relationship Id="rId94" Type="http://schemas.openxmlformats.org/officeDocument/2006/relationships/image" Target="../media/image1740.png"/><Relationship Id="rId99" Type="http://schemas.openxmlformats.org/officeDocument/2006/relationships/customXml" Target="../ink/ink1729.xml"/><Relationship Id="rId101" Type="http://schemas.openxmlformats.org/officeDocument/2006/relationships/customXml" Target="../ink/ink1730.xml"/><Relationship Id="rId122" Type="http://schemas.openxmlformats.org/officeDocument/2006/relationships/image" Target="../media/image1754.png"/><Relationship Id="rId143" Type="http://schemas.openxmlformats.org/officeDocument/2006/relationships/customXml" Target="../ink/ink1751.xml"/><Relationship Id="rId148" Type="http://schemas.openxmlformats.org/officeDocument/2006/relationships/image" Target="../media/image1767.png"/><Relationship Id="rId164" Type="http://schemas.openxmlformats.org/officeDocument/2006/relationships/image" Target="../media/image1775.png"/><Relationship Id="rId169" Type="http://schemas.openxmlformats.org/officeDocument/2006/relationships/customXml" Target="../ink/ink1764.xml"/><Relationship Id="rId4" Type="http://schemas.openxmlformats.org/officeDocument/2006/relationships/image" Target="../media/image1694.svg"/><Relationship Id="rId9" Type="http://schemas.openxmlformats.org/officeDocument/2006/relationships/customXml" Target="../ink/ink1684.xml"/><Relationship Id="rId26" Type="http://schemas.openxmlformats.org/officeDocument/2006/relationships/image" Target="../media/image1706.png"/><Relationship Id="rId47" Type="http://schemas.openxmlformats.org/officeDocument/2006/relationships/customXml" Target="../ink/ink1703.xml"/><Relationship Id="rId68" Type="http://schemas.openxmlformats.org/officeDocument/2006/relationships/image" Target="../media/image1727.png"/><Relationship Id="rId89" Type="http://schemas.openxmlformats.org/officeDocument/2006/relationships/customXml" Target="../ink/ink1724.xml"/><Relationship Id="rId112" Type="http://schemas.openxmlformats.org/officeDocument/2006/relationships/image" Target="../media/image1749.png"/><Relationship Id="rId133" Type="http://schemas.openxmlformats.org/officeDocument/2006/relationships/customXml" Target="../ink/ink1746.xml"/><Relationship Id="rId154" Type="http://schemas.openxmlformats.org/officeDocument/2006/relationships/image" Target="../media/image1770.png"/><Relationship Id="rId175" Type="http://schemas.openxmlformats.org/officeDocument/2006/relationships/customXml" Target="../ink/ink1767.xml"/><Relationship Id="rId16" Type="http://schemas.openxmlformats.org/officeDocument/2006/relationships/image" Target="../media/image1701.png"/><Relationship Id="rId37" Type="http://schemas.openxmlformats.org/officeDocument/2006/relationships/customXml" Target="../ink/ink1698.xml"/><Relationship Id="rId58" Type="http://schemas.openxmlformats.org/officeDocument/2006/relationships/image" Target="../media/image1722.png"/><Relationship Id="rId79" Type="http://schemas.openxmlformats.org/officeDocument/2006/relationships/customXml" Target="../ink/ink1719.xml"/><Relationship Id="rId102" Type="http://schemas.openxmlformats.org/officeDocument/2006/relationships/image" Target="../media/image1744.png"/><Relationship Id="rId123" Type="http://schemas.openxmlformats.org/officeDocument/2006/relationships/customXml" Target="../ink/ink1741.xml"/><Relationship Id="rId144" Type="http://schemas.openxmlformats.org/officeDocument/2006/relationships/image" Target="../media/image1765.png"/><Relationship Id="rId90" Type="http://schemas.openxmlformats.org/officeDocument/2006/relationships/image" Target="../media/image1738.png"/><Relationship Id="rId165" Type="http://schemas.openxmlformats.org/officeDocument/2006/relationships/customXml" Target="../ink/ink1762.xml"/><Relationship Id="rId27" Type="http://schemas.openxmlformats.org/officeDocument/2006/relationships/customXml" Target="../ink/ink1693.xml"/><Relationship Id="rId48" Type="http://schemas.openxmlformats.org/officeDocument/2006/relationships/image" Target="../media/image1717.png"/><Relationship Id="rId69" Type="http://schemas.openxmlformats.org/officeDocument/2006/relationships/customXml" Target="../ink/ink1714.xml"/><Relationship Id="rId113" Type="http://schemas.openxmlformats.org/officeDocument/2006/relationships/customXml" Target="../ink/ink1736.xml"/><Relationship Id="rId134" Type="http://schemas.openxmlformats.org/officeDocument/2006/relationships/image" Target="../media/image1760.png"/><Relationship Id="rId80" Type="http://schemas.openxmlformats.org/officeDocument/2006/relationships/image" Target="../media/image1733.png"/><Relationship Id="rId155" Type="http://schemas.openxmlformats.org/officeDocument/2006/relationships/customXml" Target="../ink/ink1757.xml"/><Relationship Id="rId176" Type="http://schemas.openxmlformats.org/officeDocument/2006/relationships/image" Target="../media/image1781.png"/><Relationship Id="rId17" Type="http://schemas.openxmlformats.org/officeDocument/2006/relationships/customXml" Target="../ink/ink1688.xml"/><Relationship Id="rId38" Type="http://schemas.openxmlformats.org/officeDocument/2006/relationships/image" Target="../media/image1712.png"/><Relationship Id="rId59" Type="http://schemas.openxmlformats.org/officeDocument/2006/relationships/customXml" Target="../ink/ink1709.xml"/><Relationship Id="rId103" Type="http://schemas.openxmlformats.org/officeDocument/2006/relationships/customXml" Target="../ink/ink1731.xml"/><Relationship Id="rId124" Type="http://schemas.openxmlformats.org/officeDocument/2006/relationships/image" Target="../media/image1755.png"/><Relationship Id="rId70" Type="http://schemas.openxmlformats.org/officeDocument/2006/relationships/image" Target="../media/image1728.png"/><Relationship Id="rId91" Type="http://schemas.openxmlformats.org/officeDocument/2006/relationships/customXml" Target="../ink/ink1725.xml"/><Relationship Id="rId145" Type="http://schemas.openxmlformats.org/officeDocument/2006/relationships/customXml" Target="../ink/ink1752.xml"/><Relationship Id="rId166" Type="http://schemas.openxmlformats.org/officeDocument/2006/relationships/image" Target="../media/image1776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4.png"/><Relationship Id="rId21" Type="http://schemas.openxmlformats.org/officeDocument/2006/relationships/customXml" Target="../ink/ink1776.xml"/><Relationship Id="rId42" Type="http://schemas.openxmlformats.org/officeDocument/2006/relationships/image" Target="../media/image1802.png"/><Relationship Id="rId47" Type="http://schemas.openxmlformats.org/officeDocument/2006/relationships/customXml" Target="../ink/ink1789.xml"/><Relationship Id="rId63" Type="http://schemas.openxmlformats.org/officeDocument/2006/relationships/customXml" Target="../ink/ink1797.xml"/><Relationship Id="rId68" Type="http://schemas.openxmlformats.org/officeDocument/2006/relationships/image" Target="../media/image1815.png"/><Relationship Id="rId7" Type="http://schemas.openxmlformats.org/officeDocument/2006/relationships/customXml" Target="../ink/ink1769.xml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789.png"/><Relationship Id="rId29" Type="http://schemas.openxmlformats.org/officeDocument/2006/relationships/customXml" Target="../ink/ink1780.xml"/><Relationship Id="rId11" Type="http://schemas.openxmlformats.org/officeDocument/2006/relationships/customXml" Target="../ink/ink1771.xml"/><Relationship Id="rId24" Type="http://schemas.openxmlformats.org/officeDocument/2006/relationships/image" Target="../media/image1793.png"/><Relationship Id="rId32" Type="http://schemas.openxmlformats.org/officeDocument/2006/relationships/image" Target="../media/image1797.png"/><Relationship Id="rId37" Type="http://schemas.openxmlformats.org/officeDocument/2006/relationships/customXml" Target="../ink/ink1784.xml"/><Relationship Id="rId40" Type="http://schemas.openxmlformats.org/officeDocument/2006/relationships/image" Target="../media/image1801.png"/><Relationship Id="rId45" Type="http://schemas.openxmlformats.org/officeDocument/2006/relationships/customXml" Target="../ink/ink1788.xml"/><Relationship Id="rId53" Type="http://schemas.openxmlformats.org/officeDocument/2006/relationships/customXml" Target="../ink/ink1792.xml"/><Relationship Id="rId58" Type="http://schemas.openxmlformats.org/officeDocument/2006/relationships/image" Target="../media/image1810.png"/><Relationship Id="rId66" Type="http://schemas.openxmlformats.org/officeDocument/2006/relationships/image" Target="../media/image1814.png"/><Relationship Id="rId5" Type="http://schemas.openxmlformats.org/officeDocument/2006/relationships/customXml" Target="../ink/ink1768.xml"/><Relationship Id="rId61" Type="http://schemas.openxmlformats.org/officeDocument/2006/relationships/customXml" Target="../ink/ink1796.xml"/><Relationship Id="rId19" Type="http://schemas.openxmlformats.org/officeDocument/2006/relationships/customXml" Target="../ink/ink1775.xml"/><Relationship Id="rId14" Type="http://schemas.openxmlformats.org/officeDocument/2006/relationships/image" Target="../media/image1788.png"/><Relationship Id="rId22" Type="http://schemas.openxmlformats.org/officeDocument/2006/relationships/image" Target="../media/image1792.png"/><Relationship Id="rId27" Type="http://schemas.openxmlformats.org/officeDocument/2006/relationships/customXml" Target="../ink/ink1779.xml"/><Relationship Id="rId30" Type="http://schemas.openxmlformats.org/officeDocument/2006/relationships/image" Target="../media/image1796.png"/><Relationship Id="rId35" Type="http://schemas.openxmlformats.org/officeDocument/2006/relationships/customXml" Target="../ink/ink1783.xml"/><Relationship Id="rId43" Type="http://schemas.openxmlformats.org/officeDocument/2006/relationships/customXml" Target="../ink/ink1787.xml"/><Relationship Id="rId48" Type="http://schemas.openxmlformats.org/officeDocument/2006/relationships/image" Target="../media/image1805.png"/><Relationship Id="rId56" Type="http://schemas.openxmlformats.org/officeDocument/2006/relationships/image" Target="../media/image1809.png"/><Relationship Id="rId64" Type="http://schemas.openxmlformats.org/officeDocument/2006/relationships/image" Target="../media/image1813.png"/><Relationship Id="rId69" Type="http://schemas.openxmlformats.org/officeDocument/2006/relationships/customXml" Target="../ink/ink1800.xml"/><Relationship Id="rId8" Type="http://schemas.openxmlformats.org/officeDocument/2006/relationships/image" Target="../media/image1785.png"/><Relationship Id="rId51" Type="http://schemas.openxmlformats.org/officeDocument/2006/relationships/customXml" Target="../ink/ink1791.xml"/><Relationship Id="rId3" Type="http://schemas.openxmlformats.org/officeDocument/2006/relationships/image" Target="../media/image1782.svg"/><Relationship Id="rId12" Type="http://schemas.openxmlformats.org/officeDocument/2006/relationships/image" Target="../media/image1787.png"/><Relationship Id="rId17" Type="http://schemas.openxmlformats.org/officeDocument/2006/relationships/customXml" Target="../ink/ink1774.xml"/><Relationship Id="rId25" Type="http://schemas.openxmlformats.org/officeDocument/2006/relationships/customXml" Target="../ink/ink1778.xml"/><Relationship Id="rId33" Type="http://schemas.openxmlformats.org/officeDocument/2006/relationships/customXml" Target="../ink/ink1782.xml"/><Relationship Id="rId38" Type="http://schemas.openxmlformats.org/officeDocument/2006/relationships/image" Target="../media/image1800.png"/><Relationship Id="rId46" Type="http://schemas.openxmlformats.org/officeDocument/2006/relationships/image" Target="../media/image1804.png"/><Relationship Id="rId59" Type="http://schemas.openxmlformats.org/officeDocument/2006/relationships/customXml" Target="../ink/ink1795.xml"/><Relationship Id="rId67" Type="http://schemas.openxmlformats.org/officeDocument/2006/relationships/customXml" Target="../ink/ink1799.xml"/><Relationship Id="rId20" Type="http://schemas.openxmlformats.org/officeDocument/2006/relationships/image" Target="../media/image1791.png"/><Relationship Id="rId41" Type="http://schemas.openxmlformats.org/officeDocument/2006/relationships/customXml" Target="../ink/ink1786.xml"/><Relationship Id="rId54" Type="http://schemas.openxmlformats.org/officeDocument/2006/relationships/image" Target="../media/image1808.png"/><Relationship Id="rId62" Type="http://schemas.openxmlformats.org/officeDocument/2006/relationships/image" Target="../media/image1812.png"/><Relationship Id="rId70" Type="http://schemas.openxmlformats.org/officeDocument/2006/relationships/image" Target="../media/image18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4.png"/><Relationship Id="rId15" Type="http://schemas.openxmlformats.org/officeDocument/2006/relationships/customXml" Target="../ink/ink1773.xml"/><Relationship Id="rId23" Type="http://schemas.openxmlformats.org/officeDocument/2006/relationships/customXml" Target="../ink/ink1777.xml"/><Relationship Id="rId28" Type="http://schemas.openxmlformats.org/officeDocument/2006/relationships/image" Target="../media/image1795.png"/><Relationship Id="rId36" Type="http://schemas.openxmlformats.org/officeDocument/2006/relationships/image" Target="../media/image1799.png"/><Relationship Id="rId49" Type="http://schemas.openxmlformats.org/officeDocument/2006/relationships/customXml" Target="../ink/ink1790.xml"/><Relationship Id="rId57" Type="http://schemas.openxmlformats.org/officeDocument/2006/relationships/customXml" Target="../ink/ink1794.xml"/><Relationship Id="rId10" Type="http://schemas.openxmlformats.org/officeDocument/2006/relationships/image" Target="../media/image1786.png"/><Relationship Id="rId31" Type="http://schemas.openxmlformats.org/officeDocument/2006/relationships/customXml" Target="../ink/ink1781.xml"/><Relationship Id="rId44" Type="http://schemas.openxmlformats.org/officeDocument/2006/relationships/image" Target="../media/image1803.png"/><Relationship Id="rId52" Type="http://schemas.openxmlformats.org/officeDocument/2006/relationships/image" Target="../media/image1807.png"/><Relationship Id="rId60" Type="http://schemas.openxmlformats.org/officeDocument/2006/relationships/image" Target="../media/image1811.png"/><Relationship Id="rId65" Type="http://schemas.openxmlformats.org/officeDocument/2006/relationships/customXml" Target="../ink/ink1798.xml"/><Relationship Id="rId4" Type="http://schemas.openxmlformats.org/officeDocument/2006/relationships/image" Target="../media/image1783.svg"/><Relationship Id="rId9" Type="http://schemas.openxmlformats.org/officeDocument/2006/relationships/customXml" Target="../ink/ink1770.xml"/><Relationship Id="rId13" Type="http://schemas.openxmlformats.org/officeDocument/2006/relationships/customXml" Target="../ink/ink1772.xml"/><Relationship Id="rId18" Type="http://schemas.openxmlformats.org/officeDocument/2006/relationships/image" Target="../media/image1790.png"/><Relationship Id="rId39" Type="http://schemas.openxmlformats.org/officeDocument/2006/relationships/customXml" Target="../ink/ink1785.xml"/><Relationship Id="rId34" Type="http://schemas.openxmlformats.org/officeDocument/2006/relationships/image" Target="../media/image1798.png"/><Relationship Id="rId50" Type="http://schemas.openxmlformats.org/officeDocument/2006/relationships/image" Target="../media/image1806.png"/><Relationship Id="rId55" Type="http://schemas.openxmlformats.org/officeDocument/2006/relationships/customXml" Target="../ink/ink1793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5.png"/><Relationship Id="rId21" Type="http://schemas.openxmlformats.org/officeDocument/2006/relationships/image" Target="../media/image1827.png"/><Relationship Id="rId63" Type="http://schemas.openxmlformats.org/officeDocument/2006/relationships/image" Target="../media/image1848.png"/><Relationship Id="rId159" Type="http://schemas.openxmlformats.org/officeDocument/2006/relationships/image" Target="../media/image1896.png"/><Relationship Id="rId170" Type="http://schemas.openxmlformats.org/officeDocument/2006/relationships/customXml" Target="../ink/ink1883.xml"/><Relationship Id="rId226" Type="http://schemas.openxmlformats.org/officeDocument/2006/relationships/customXml" Target="../ink/ink1911.xml"/><Relationship Id="rId268" Type="http://schemas.openxmlformats.org/officeDocument/2006/relationships/customXml" Target="../ink/ink1932.xml"/><Relationship Id="rId32" Type="http://schemas.openxmlformats.org/officeDocument/2006/relationships/customXml" Target="../ink/ink1814.xml"/><Relationship Id="rId74" Type="http://schemas.openxmlformats.org/officeDocument/2006/relationships/customXml" Target="../ink/ink1835.xml"/><Relationship Id="rId128" Type="http://schemas.openxmlformats.org/officeDocument/2006/relationships/customXml" Target="../ink/ink1862.xml"/><Relationship Id="rId5" Type="http://schemas.openxmlformats.org/officeDocument/2006/relationships/image" Target="../media/image1819.svg"/><Relationship Id="rId181" Type="http://schemas.openxmlformats.org/officeDocument/2006/relationships/image" Target="../media/image1907.png"/><Relationship Id="rId237" Type="http://schemas.openxmlformats.org/officeDocument/2006/relationships/image" Target="../media/image1935.png"/><Relationship Id="rId258" Type="http://schemas.openxmlformats.org/officeDocument/2006/relationships/customXml" Target="../ink/ink1927.xml"/><Relationship Id="rId279" Type="http://schemas.openxmlformats.org/officeDocument/2006/relationships/image" Target="../media/image1956.png"/><Relationship Id="rId22" Type="http://schemas.openxmlformats.org/officeDocument/2006/relationships/customXml" Target="../ink/ink1809.xml"/><Relationship Id="rId43" Type="http://schemas.openxmlformats.org/officeDocument/2006/relationships/image" Target="../media/image1838.png"/><Relationship Id="rId64" Type="http://schemas.openxmlformats.org/officeDocument/2006/relationships/customXml" Target="../ink/ink1830.xml"/><Relationship Id="rId118" Type="http://schemas.openxmlformats.org/officeDocument/2006/relationships/customXml" Target="../ink/ink1857.xml"/><Relationship Id="rId139" Type="http://schemas.openxmlformats.org/officeDocument/2006/relationships/image" Target="../media/image1886.png"/><Relationship Id="rId85" Type="http://schemas.openxmlformats.org/officeDocument/2006/relationships/image" Target="../media/image1859.png"/><Relationship Id="rId150" Type="http://schemas.openxmlformats.org/officeDocument/2006/relationships/customXml" Target="../ink/ink1873.xml"/><Relationship Id="rId171" Type="http://schemas.openxmlformats.org/officeDocument/2006/relationships/image" Target="../media/image1902.png"/><Relationship Id="rId192" Type="http://schemas.openxmlformats.org/officeDocument/2006/relationships/customXml" Target="../ink/ink1894.xml"/><Relationship Id="rId206" Type="http://schemas.openxmlformats.org/officeDocument/2006/relationships/customXml" Target="../ink/ink1901.xml"/><Relationship Id="rId227" Type="http://schemas.openxmlformats.org/officeDocument/2006/relationships/image" Target="../media/image1930.png"/><Relationship Id="rId248" Type="http://schemas.openxmlformats.org/officeDocument/2006/relationships/customXml" Target="../ink/ink1922.xml"/><Relationship Id="rId269" Type="http://schemas.openxmlformats.org/officeDocument/2006/relationships/image" Target="../media/image1951.png"/><Relationship Id="rId12" Type="http://schemas.openxmlformats.org/officeDocument/2006/relationships/customXml" Target="../ink/ink1804.xml"/><Relationship Id="rId33" Type="http://schemas.openxmlformats.org/officeDocument/2006/relationships/image" Target="../media/image1833.png"/><Relationship Id="rId108" Type="http://schemas.openxmlformats.org/officeDocument/2006/relationships/customXml" Target="../ink/ink1852.xml"/><Relationship Id="rId129" Type="http://schemas.openxmlformats.org/officeDocument/2006/relationships/image" Target="../media/image1881.png"/><Relationship Id="rId54" Type="http://schemas.openxmlformats.org/officeDocument/2006/relationships/customXml" Target="../ink/ink1825.xml"/><Relationship Id="rId75" Type="http://schemas.openxmlformats.org/officeDocument/2006/relationships/image" Target="../media/image1854.png"/><Relationship Id="rId96" Type="http://schemas.openxmlformats.org/officeDocument/2006/relationships/customXml" Target="../ink/ink1846.xml"/><Relationship Id="rId140" Type="http://schemas.openxmlformats.org/officeDocument/2006/relationships/customXml" Target="../ink/ink1868.xml"/><Relationship Id="rId161" Type="http://schemas.openxmlformats.org/officeDocument/2006/relationships/image" Target="../media/image1897.png"/><Relationship Id="rId182" Type="http://schemas.openxmlformats.org/officeDocument/2006/relationships/customXml" Target="../ink/ink1889.xml"/><Relationship Id="rId217" Type="http://schemas.openxmlformats.org/officeDocument/2006/relationships/image" Target="../media/image1925.png"/><Relationship Id="rId6" Type="http://schemas.openxmlformats.org/officeDocument/2006/relationships/customXml" Target="../ink/ink1801.xml"/><Relationship Id="rId238" Type="http://schemas.openxmlformats.org/officeDocument/2006/relationships/customXml" Target="../ink/ink1917.xml"/><Relationship Id="rId259" Type="http://schemas.openxmlformats.org/officeDocument/2006/relationships/image" Target="../media/image1946.png"/><Relationship Id="rId23" Type="http://schemas.openxmlformats.org/officeDocument/2006/relationships/image" Target="../media/image1828.png"/><Relationship Id="rId119" Type="http://schemas.openxmlformats.org/officeDocument/2006/relationships/image" Target="../media/image1876.png"/><Relationship Id="rId270" Type="http://schemas.openxmlformats.org/officeDocument/2006/relationships/customXml" Target="../ink/ink1933.xml"/><Relationship Id="rId44" Type="http://schemas.openxmlformats.org/officeDocument/2006/relationships/customXml" Target="../ink/ink1820.xml"/><Relationship Id="rId65" Type="http://schemas.openxmlformats.org/officeDocument/2006/relationships/image" Target="../media/image1849.png"/><Relationship Id="rId86" Type="http://schemas.openxmlformats.org/officeDocument/2006/relationships/customXml" Target="../ink/ink1841.xml"/><Relationship Id="rId130" Type="http://schemas.openxmlformats.org/officeDocument/2006/relationships/customXml" Target="../ink/ink1863.xml"/><Relationship Id="rId151" Type="http://schemas.openxmlformats.org/officeDocument/2006/relationships/image" Target="../media/image1892.png"/><Relationship Id="rId172" Type="http://schemas.openxmlformats.org/officeDocument/2006/relationships/customXml" Target="../ink/ink1884.xml"/><Relationship Id="rId193" Type="http://schemas.openxmlformats.org/officeDocument/2006/relationships/image" Target="../media/image1913.png"/><Relationship Id="rId207" Type="http://schemas.openxmlformats.org/officeDocument/2006/relationships/image" Target="../media/image1920.png"/><Relationship Id="rId228" Type="http://schemas.openxmlformats.org/officeDocument/2006/relationships/customXml" Target="../ink/ink1912.xml"/><Relationship Id="rId249" Type="http://schemas.openxmlformats.org/officeDocument/2006/relationships/image" Target="../media/image1941.png"/><Relationship Id="rId13" Type="http://schemas.openxmlformats.org/officeDocument/2006/relationships/image" Target="../media/image1823.png"/><Relationship Id="rId109" Type="http://schemas.openxmlformats.org/officeDocument/2006/relationships/image" Target="../media/image1871.png"/><Relationship Id="rId260" Type="http://schemas.openxmlformats.org/officeDocument/2006/relationships/customXml" Target="../ink/ink1928.xml"/><Relationship Id="rId34" Type="http://schemas.openxmlformats.org/officeDocument/2006/relationships/customXml" Target="../ink/ink1815.xml"/><Relationship Id="rId55" Type="http://schemas.openxmlformats.org/officeDocument/2006/relationships/image" Target="../media/image1844.png"/><Relationship Id="rId76" Type="http://schemas.openxmlformats.org/officeDocument/2006/relationships/customXml" Target="../ink/ink1836.xml"/><Relationship Id="rId97" Type="http://schemas.openxmlformats.org/officeDocument/2006/relationships/image" Target="../media/image1865.png"/><Relationship Id="rId120" Type="http://schemas.openxmlformats.org/officeDocument/2006/relationships/customXml" Target="../ink/ink1858.xml"/><Relationship Id="rId141" Type="http://schemas.openxmlformats.org/officeDocument/2006/relationships/image" Target="../media/image1887.png"/><Relationship Id="rId7" Type="http://schemas.openxmlformats.org/officeDocument/2006/relationships/image" Target="../media/image1820.png"/><Relationship Id="rId162" Type="http://schemas.openxmlformats.org/officeDocument/2006/relationships/customXml" Target="../ink/ink1879.xml"/><Relationship Id="rId183" Type="http://schemas.openxmlformats.org/officeDocument/2006/relationships/image" Target="../media/image1908.png"/><Relationship Id="rId218" Type="http://schemas.openxmlformats.org/officeDocument/2006/relationships/customXml" Target="../ink/ink1907.xml"/><Relationship Id="rId239" Type="http://schemas.openxmlformats.org/officeDocument/2006/relationships/image" Target="../media/image1936.png"/><Relationship Id="rId250" Type="http://schemas.openxmlformats.org/officeDocument/2006/relationships/customXml" Target="../ink/ink1923.xml"/><Relationship Id="rId271" Type="http://schemas.openxmlformats.org/officeDocument/2006/relationships/image" Target="../media/image1952.png"/><Relationship Id="rId24" Type="http://schemas.openxmlformats.org/officeDocument/2006/relationships/customXml" Target="../ink/ink1810.xml"/><Relationship Id="rId45" Type="http://schemas.openxmlformats.org/officeDocument/2006/relationships/image" Target="../media/image1839.png"/><Relationship Id="rId66" Type="http://schemas.openxmlformats.org/officeDocument/2006/relationships/customXml" Target="../ink/ink1831.xml"/><Relationship Id="rId87" Type="http://schemas.openxmlformats.org/officeDocument/2006/relationships/image" Target="../media/image1860.png"/><Relationship Id="rId110" Type="http://schemas.openxmlformats.org/officeDocument/2006/relationships/customXml" Target="../ink/ink1853.xml"/><Relationship Id="rId131" Type="http://schemas.openxmlformats.org/officeDocument/2006/relationships/image" Target="../media/image1882.png"/><Relationship Id="rId152" Type="http://schemas.openxmlformats.org/officeDocument/2006/relationships/customXml" Target="../ink/ink1874.xml"/><Relationship Id="rId173" Type="http://schemas.openxmlformats.org/officeDocument/2006/relationships/image" Target="../media/image1903.png"/><Relationship Id="rId194" Type="http://schemas.openxmlformats.org/officeDocument/2006/relationships/customXml" Target="../ink/ink1895.xml"/><Relationship Id="rId208" Type="http://schemas.openxmlformats.org/officeDocument/2006/relationships/customXml" Target="../ink/ink1902.xml"/><Relationship Id="rId229" Type="http://schemas.openxmlformats.org/officeDocument/2006/relationships/image" Target="../media/image1931.png"/><Relationship Id="rId240" Type="http://schemas.openxmlformats.org/officeDocument/2006/relationships/customXml" Target="../ink/ink1918.xml"/><Relationship Id="rId261" Type="http://schemas.openxmlformats.org/officeDocument/2006/relationships/image" Target="../media/image1947.png"/><Relationship Id="rId14" Type="http://schemas.openxmlformats.org/officeDocument/2006/relationships/customXml" Target="../ink/ink1805.xml"/><Relationship Id="rId35" Type="http://schemas.openxmlformats.org/officeDocument/2006/relationships/image" Target="../media/image1834.png"/><Relationship Id="rId56" Type="http://schemas.openxmlformats.org/officeDocument/2006/relationships/customXml" Target="../ink/ink1826.xml"/><Relationship Id="rId77" Type="http://schemas.openxmlformats.org/officeDocument/2006/relationships/image" Target="../media/image1855.png"/><Relationship Id="rId100" Type="http://schemas.openxmlformats.org/officeDocument/2006/relationships/customXml" Target="../ink/ink1848.xml"/><Relationship Id="rId8" Type="http://schemas.openxmlformats.org/officeDocument/2006/relationships/customXml" Target="../ink/ink1802.xml"/><Relationship Id="rId98" Type="http://schemas.openxmlformats.org/officeDocument/2006/relationships/customXml" Target="../ink/ink1847.xml"/><Relationship Id="rId121" Type="http://schemas.openxmlformats.org/officeDocument/2006/relationships/image" Target="../media/image1877.png"/><Relationship Id="rId142" Type="http://schemas.openxmlformats.org/officeDocument/2006/relationships/customXml" Target="../ink/ink1869.xml"/><Relationship Id="rId163" Type="http://schemas.openxmlformats.org/officeDocument/2006/relationships/image" Target="../media/image1898.png"/><Relationship Id="rId184" Type="http://schemas.openxmlformats.org/officeDocument/2006/relationships/customXml" Target="../ink/ink1890.xml"/><Relationship Id="rId219" Type="http://schemas.openxmlformats.org/officeDocument/2006/relationships/image" Target="../media/image1926.png"/><Relationship Id="rId230" Type="http://schemas.openxmlformats.org/officeDocument/2006/relationships/customXml" Target="../ink/ink1913.xml"/><Relationship Id="rId251" Type="http://schemas.openxmlformats.org/officeDocument/2006/relationships/image" Target="../media/image1942.png"/><Relationship Id="rId25" Type="http://schemas.openxmlformats.org/officeDocument/2006/relationships/image" Target="../media/image1829.png"/><Relationship Id="rId46" Type="http://schemas.openxmlformats.org/officeDocument/2006/relationships/customXml" Target="../ink/ink1821.xml"/><Relationship Id="rId67" Type="http://schemas.openxmlformats.org/officeDocument/2006/relationships/image" Target="../media/image1850.png"/><Relationship Id="rId272" Type="http://schemas.openxmlformats.org/officeDocument/2006/relationships/customXml" Target="../ink/ink1934.xml"/><Relationship Id="rId88" Type="http://schemas.openxmlformats.org/officeDocument/2006/relationships/customXml" Target="../ink/ink1842.xml"/><Relationship Id="rId111" Type="http://schemas.openxmlformats.org/officeDocument/2006/relationships/image" Target="../media/image1872.png"/><Relationship Id="rId132" Type="http://schemas.openxmlformats.org/officeDocument/2006/relationships/customXml" Target="../ink/ink1864.xml"/><Relationship Id="rId153" Type="http://schemas.openxmlformats.org/officeDocument/2006/relationships/image" Target="../media/image1893.png"/><Relationship Id="rId174" Type="http://schemas.openxmlformats.org/officeDocument/2006/relationships/customXml" Target="../ink/ink1885.xml"/><Relationship Id="rId195" Type="http://schemas.openxmlformats.org/officeDocument/2006/relationships/image" Target="../media/image1914.png"/><Relationship Id="rId209" Type="http://schemas.openxmlformats.org/officeDocument/2006/relationships/image" Target="../media/image1921.png"/><Relationship Id="rId220" Type="http://schemas.openxmlformats.org/officeDocument/2006/relationships/customXml" Target="../ink/ink1908.xml"/><Relationship Id="rId241" Type="http://schemas.openxmlformats.org/officeDocument/2006/relationships/image" Target="../media/image1937.png"/><Relationship Id="rId15" Type="http://schemas.openxmlformats.org/officeDocument/2006/relationships/image" Target="../media/image1824.png"/><Relationship Id="rId36" Type="http://schemas.openxmlformats.org/officeDocument/2006/relationships/customXml" Target="../ink/ink1816.xml"/><Relationship Id="rId57" Type="http://schemas.openxmlformats.org/officeDocument/2006/relationships/image" Target="../media/image1845.png"/><Relationship Id="rId262" Type="http://schemas.openxmlformats.org/officeDocument/2006/relationships/customXml" Target="../ink/ink1929.xml"/><Relationship Id="rId78" Type="http://schemas.openxmlformats.org/officeDocument/2006/relationships/customXml" Target="../ink/ink1837.xml"/><Relationship Id="rId99" Type="http://schemas.openxmlformats.org/officeDocument/2006/relationships/image" Target="../media/image1866.png"/><Relationship Id="rId101" Type="http://schemas.openxmlformats.org/officeDocument/2006/relationships/image" Target="../media/image1867.png"/><Relationship Id="rId122" Type="http://schemas.openxmlformats.org/officeDocument/2006/relationships/customXml" Target="../ink/ink1859.xml"/><Relationship Id="rId143" Type="http://schemas.openxmlformats.org/officeDocument/2006/relationships/image" Target="../media/image1888.png"/><Relationship Id="rId164" Type="http://schemas.openxmlformats.org/officeDocument/2006/relationships/customXml" Target="../ink/ink1880.xml"/><Relationship Id="rId185" Type="http://schemas.openxmlformats.org/officeDocument/2006/relationships/image" Target="../media/image1909.png"/><Relationship Id="rId9" Type="http://schemas.openxmlformats.org/officeDocument/2006/relationships/image" Target="../media/image1821.png"/><Relationship Id="rId210" Type="http://schemas.openxmlformats.org/officeDocument/2006/relationships/customXml" Target="../ink/ink1903.xml"/><Relationship Id="rId26" Type="http://schemas.openxmlformats.org/officeDocument/2006/relationships/customXml" Target="../ink/ink1811.xml"/><Relationship Id="rId231" Type="http://schemas.openxmlformats.org/officeDocument/2006/relationships/image" Target="../media/image1932.png"/><Relationship Id="rId252" Type="http://schemas.openxmlformats.org/officeDocument/2006/relationships/customXml" Target="../ink/ink1924.xml"/><Relationship Id="rId273" Type="http://schemas.openxmlformats.org/officeDocument/2006/relationships/image" Target="../media/image1953.png"/><Relationship Id="rId47" Type="http://schemas.openxmlformats.org/officeDocument/2006/relationships/image" Target="../media/image1840.png"/><Relationship Id="rId68" Type="http://schemas.openxmlformats.org/officeDocument/2006/relationships/customXml" Target="../ink/ink1832.xml"/><Relationship Id="rId89" Type="http://schemas.openxmlformats.org/officeDocument/2006/relationships/image" Target="../media/image1861.png"/><Relationship Id="rId112" Type="http://schemas.openxmlformats.org/officeDocument/2006/relationships/customXml" Target="../ink/ink1854.xml"/><Relationship Id="rId133" Type="http://schemas.openxmlformats.org/officeDocument/2006/relationships/image" Target="../media/image1883.png"/><Relationship Id="rId154" Type="http://schemas.openxmlformats.org/officeDocument/2006/relationships/customXml" Target="../ink/ink1875.xml"/><Relationship Id="rId175" Type="http://schemas.openxmlformats.org/officeDocument/2006/relationships/image" Target="../media/image1904.png"/><Relationship Id="rId196" Type="http://schemas.openxmlformats.org/officeDocument/2006/relationships/customXml" Target="../ink/ink1896.xml"/><Relationship Id="rId200" Type="http://schemas.openxmlformats.org/officeDocument/2006/relationships/customXml" Target="../ink/ink1898.xml"/><Relationship Id="rId16" Type="http://schemas.openxmlformats.org/officeDocument/2006/relationships/customXml" Target="../ink/ink1806.xml"/><Relationship Id="rId221" Type="http://schemas.openxmlformats.org/officeDocument/2006/relationships/image" Target="../media/image1927.png"/><Relationship Id="rId242" Type="http://schemas.openxmlformats.org/officeDocument/2006/relationships/customXml" Target="../ink/ink1919.xml"/><Relationship Id="rId263" Type="http://schemas.openxmlformats.org/officeDocument/2006/relationships/image" Target="../media/image1948.png"/><Relationship Id="rId37" Type="http://schemas.openxmlformats.org/officeDocument/2006/relationships/image" Target="../media/image1835.png"/><Relationship Id="rId58" Type="http://schemas.openxmlformats.org/officeDocument/2006/relationships/customXml" Target="../ink/ink1827.xml"/><Relationship Id="rId79" Type="http://schemas.openxmlformats.org/officeDocument/2006/relationships/image" Target="../media/image1856.png"/><Relationship Id="rId102" Type="http://schemas.openxmlformats.org/officeDocument/2006/relationships/customXml" Target="../ink/ink1849.xml"/><Relationship Id="rId123" Type="http://schemas.openxmlformats.org/officeDocument/2006/relationships/image" Target="../media/image1878.png"/><Relationship Id="rId144" Type="http://schemas.openxmlformats.org/officeDocument/2006/relationships/customXml" Target="../ink/ink1870.xml"/><Relationship Id="rId90" Type="http://schemas.openxmlformats.org/officeDocument/2006/relationships/customXml" Target="../ink/ink1843.xml"/><Relationship Id="rId165" Type="http://schemas.openxmlformats.org/officeDocument/2006/relationships/image" Target="../media/image1899.png"/><Relationship Id="rId186" Type="http://schemas.openxmlformats.org/officeDocument/2006/relationships/customXml" Target="../ink/ink1891.xml"/><Relationship Id="rId211" Type="http://schemas.openxmlformats.org/officeDocument/2006/relationships/image" Target="../media/image1922.png"/><Relationship Id="rId232" Type="http://schemas.openxmlformats.org/officeDocument/2006/relationships/customXml" Target="../ink/ink1914.xml"/><Relationship Id="rId253" Type="http://schemas.openxmlformats.org/officeDocument/2006/relationships/image" Target="../media/image1943.png"/><Relationship Id="rId274" Type="http://schemas.openxmlformats.org/officeDocument/2006/relationships/customXml" Target="../ink/ink1935.xml"/><Relationship Id="rId27" Type="http://schemas.openxmlformats.org/officeDocument/2006/relationships/image" Target="../media/image1830.png"/><Relationship Id="rId48" Type="http://schemas.openxmlformats.org/officeDocument/2006/relationships/customXml" Target="../ink/ink1822.xml"/><Relationship Id="rId69" Type="http://schemas.openxmlformats.org/officeDocument/2006/relationships/image" Target="../media/image1851.png"/><Relationship Id="rId113" Type="http://schemas.openxmlformats.org/officeDocument/2006/relationships/image" Target="../media/image1873.png"/><Relationship Id="rId134" Type="http://schemas.openxmlformats.org/officeDocument/2006/relationships/customXml" Target="../ink/ink1865.xml"/><Relationship Id="rId80" Type="http://schemas.openxmlformats.org/officeDocument/2006/relationships/customXml" Target="../ink/ink1838.xml"/><Relationship Id="rId155" Type="http://schemas.openxmlformats.org/officeDocument/2006/relationships/image" Target="../media/image1894.png"/><Relationship Id="rId176" Type="http://schemas.openxmlformats.org/officeDocument/2006/relationships/customXml" Target="../ink/ink1886.xml"/><Relationship Id="rId197" Type="http://schemas.openxmlformats.org/officeDocument/2006/relationships/image" Target="../media/image1915.png"/><Relationship Id="rId201" Type="http://schemas.openxmlformats.org/officeDocument/2006/relationships/image" Target="../media/image1917.png"/><Relationship Id="rId222" Type="http://schemas.openxmlformats.org/officeDocument/2006/relationships/customXml" Target="../ink/ink1909.xml"/><Relationship Id="rId243" Type="http://schemas.openxmlformats.org/officeDocument/2006/relationships/image" Target="../media/image1938.png"/><Relationship Id="rId264" Type="http://schemas.openxmlformats.org/officeDocument/2006/relationships/customXml" Target="../ink/ink1930.xml"/><Relationship Id="rId17" Type="http://schemas.openxmlformats.org/officeDocument/2006/relationships/image" Target="../media/image1825.png"/><Relationship Id="rId38" Type="http://schemas.openxmlformats.org/officeDocument/2006/relationships/customXml" Target="../ink/ink1817.xml"/><Relationship Id="rId59" Type="http://schemas.openxmlformats.org/officeDocument/2006/relationships/image" Target="../media/image1846.png"/><Relationship Id="rId103" Type="http://schemas.openxmlformats.org/officeDocument/2006/relationships/image" Target="../media/image1868.png"/><Relationship Id="rId124" Type="http://schemas.openxmlformats.org/officeDocument/2006/relationships/customXml" Target="../ink/ink1860.xml"/><Relationship Id="rId70" Type="http://schemas.openxmlformats.org/officeDocument/2006/relationships/customXml" Target="../ink/ink1833.xml"/><Relationship Id="rId91" Type="http://schemas.openxmlformats.org/officeDocument/2006/relationships/image" Target="../media/image1862.png"/><Relationship Id="rId145" Type="http://schemas.openxmlformats.org/officeDocument/2006/relationships/image" Target="../media/image1889.png"/><Relationship Id="rId166" Type="http://schemas.openxmlformats.org/officeDocument/2006/relationships/customXml" Target="../ink/ink1881.xml"/><Relationship Id="rId187" Type="http://schemas.openxmlformats.org/officeDocument/2006/relationships/image" Target="../media/image19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04.xml"/><Relationship Id="rId233" Type="http://schemas.openxmlformats.org/officeDocument/2006/relationships/image" Target="../media/image1933.png"/><Relationship Id="rId254" Type="http://schemas.openxmlformats.org/officeDocument/2006/relationships/customXml" Target="../ink/ink1925.xml"/><Relationship Id="rId28" Type="http://schemas.openxmlformats.org/officeDocument/2006/relationships/customXml" Target="../ink/ink1812.xml"/><Relationship Id="rId49" Type="http://schemas.openxmlformats.org/officeDocument/2006/relationships/image" Target="../media/image1841.png"/><Relationship Id="rId114" Type="http://schemas.openxmlformats.org/officeDocument/2006/relationships/customXml" Target="../ink/ink1855.xml"/><Relationship Id="rId275" Type="http://schemas.openxmlformats.org/officeDocument/2006/relationships/image" Target="../media/image1954.png"/><Relationship Id="rId60" Type="http://schemas.openxmlformats.org/officeDocument/2006/relationships/customXml" Target="../ink/ink1828.xml"/><Relationship Id="rId81" Type="http://schemas.openxmlformats.org/officeDocument/2006/relationships/image" Target="../media/image1857.png"/><Relationship Id="rId135" Type="http://schemas.openxmlformats.org/officeDocument/2006/relationships/image" Target="../media/image1884.png"/><Relationship Id="rId156" Type="http://schemas.openxmlformats.org/officeDocument/2006/relationships/customXml" Target="../ink/ink1876.xml"/><Relationship Id="rId177" Type="http://schemas.openxmlformats.org/officeDocument/2006/relationships/image" Target="../media/image1905.png"/><Relationship Id="rId198" Type="http://schemas.openxmlformats.org/officeDocument/2006/relationships/customXml" Target="../ink/ink1897.xml"/><Relationship Id="rId202" Type="http://schemas.openxmlformats.org/officeDocument/2006/relationships/customXml" Target="../ink/ink1899.xml"/><Relationship Id="rId223" Type="http://schemas.openxmlformats.org/officeDocument/2006/relationships/image" Target="../media/image1928.png"/><Relationship Id="rId244" Type="http://schemas.openxmlformats.org/officeDocument/2006/relationships/customXml" Target="../ink/ink1920.xml"/><Relationship Id="rId18" Type="http://schemas.openxmlformats.org/officeDocument/2006/relationships/customXml" Target="../ink/ink1807.xml"/><Relationship Id="rId39" Type="http://schemas.openxmlformats.org/officeDocument/2006/relationships/image" Target="../media/image1836.png"/><Relationship Id="rId265" Type="http://schemas.openxmlformats.org/officeDocument/2006/relationships/image" Target="../media/image1949.png"/><Relationship Id="rId50" Type="http://schemas.openxmlformats.org/officeDocument/2006/relationships/customXml" Target="../ink/ink1823.xml"/><Relationship Id="rId104" Type="http://schemas.openxmlformats.org/officeDocument/2006/relationships/customXml" Target="../ink/ink1850.xml"/><Relationship Id="rId125" Type="http://schemas.openxmlformats.org/officeDocument/2006/relationships/image" Target="../media/image1879.png"/><Relationship Id="rId146" Type="http://schemas.openxmlformats.org/officeDocument/2006/relationships/customXml" Target="../ink/ink1871.xml"/><Relationship Id="rId167" Type="http://schemas.openxmlformats.org/officeDocument/2006/relationships/image" Target="../media/image1900.png"/><Relationship Id="rId188" Type="http://schemas.openxmlformats.org/officeDocument/2006/relationships/customXml" Target="../ink/ink1892.xml"/><Relationship Id="rId71" Type="http://schemas.openxmlformats.org/officeDocument/2006/relationships/image" Target="../media/image1852.png"/><Relationship Id="rId92" Type="http://schemas.openxmlformats.org/officeDocument/2006/relationships/customXml" Target="../ink/ink1844.xml"/><Relationship Id="rId213" Type="http://schemas.openxmlformats.org/officeDocument/2006/relationships/image" Target="../media/image1923.png"/><Relationship Id="rId234" Type="http://schemas.openxmlformats.org/officeDocument/2006/relationships/customXml" Target="../ink/ink1915.xml"/><Relationship Id="rId2" Type="http://schemas.openxmlformats.org/officeDocument/2006/relationships/notesSlide" Target="../notesSlides/notesSlide17.xml"/><Relationship Id="rId29" Type="http://schemas.openxmlformats.org/officeDocument/2006/relationships/image" Target="../media/image1831.png"/><Relationship Id="rId255" Type="http://schemas.openxmlformats.org/officeDocument/2006/relationships/image" Target="../media/image1944.png"/><Relationship Id="rId276" Type="http://schemas.openxmlformats.org/officeDocument/2006/relationships/customXml" Target="../ink/ink1936.xml"/><Relationship Id="rId40" Type="http://schemas.openxmlformats.org/officeDocument/2006/relationships/customXml" Target="../ink/ink1818.xml"/><Relationship Id="rId115" Type="http://schemas.openxmlformats.org/officeDocument/2006/relationships/image" Target="../media/image1874.png"/><Relationship Id="rId136" Type="http://schemas.openxmlformats.org/officeDocument/2006/relationships/customXml" Target="../ink/ink1866.xml"/><Relationship Id="rId157" Type="http://schemas.openxmlformats.org/officeDocument/2006/relationships/image" Target="../media/image1895.png"/><Relationship Id="rId178" Type="http://schemas.openxmlformats.org/officeDocument/2006/relationships/customXml" Target="../ink/ink1887.xml"/><Relationship Id="rId61" Type="http://schemas.openxmlformats.org/officeDocument/2006/relationships/image" Target="../media/image1847.png"/><Relationship Id="rId82" Type="http://schemas.openxmlformats.org/officeDocument/2006/relationships/customXml" Target="../ink/ink1839.xml"/><Relationship Id="rId199" Type="http://schemas.openxmlformats.org/officeDocument/2006/relationships/image" Target="../media/image1916.png"/><Relationship Id="rId203" Type="http://schemas.openxmlformats.org/officeDocument/2006/relationships/image" Target="../media/image1918.png"/><Relationship Id="rId19" Type="http://schemas.openxmlformats.org/officeDocument/2006/relationships/image" Target="../media/image1826.png"/><Relationship Id="rId224" Type="http://schemas.openxmlformats.org/officeDocument/2006/relationships/customXml" Target="../ink/ink1910.xml"/><Relationship Id="rId245" Type="http://schemas.openxmlformats.org/officeDocument/2006/relationships/image" Target="../media/image1939.png"/><Relationship Id="rId266" Type="http://schemas.openxmlformats.org/officeDocument/2006/relationships/customXml" Target="../ink/ink1931.xml"/><Relationship Id="rId30" Type="http://schemas.openxmlformats.org/officeDocument/2006/relationships/customXml" Target="../ink/ink1813.xml"/><Relationship Id="rId105" Type="http://schemas.openxmlformats.org/officeDocument/2006/relationships/image" Target="../media/image1869.png"/><Relationship Id="rId126" Type="http://schemas.openxmlformats.org/officeDocument/2006/relationships/customXml" Target="../ink/ink1861.xml"/><Relationship Id="rId147" Type="http://schemas.openxmlformats.org/officeDocument/2006/relationships/image" Target="../media/image1890.png"/><Relationship Id="rId168" Type="http://schemas.openxmlformats.org/officeDocument/2006/relationships/customXml" Target="../ink/ink1882.xml"/><Relationship Id="rId51" Type="http://schemas.openxmlformats.org/officeDocument/2006/relationships/image" Target="../media/image1842.png"/><Relationship Id="rId72" Type="http://schemas.openxmlformats.org/officeDocument/2006/relationships/customXml" Target="../ink/ink1834.xml"/><Relationship Id="rId93" Type="http://schemas.openxmlformats.org/officeDocument/2006/relationships/image" Target="../media/image1863.png"/><Relationship Id="rId189" Type="http://schemas.openxmlformats.org/officeDocument/2006/relationships/image" Target="../media/image1911.png"/><Relationship Id="rId3" Type="http://schemas.openxmlformats.org/officeDocument/2006/relationships/image" Target="../media/image1817.svg"/><Relationship Id="rId214" Type="http://schemas.openxmlformats.org/officeDocument/2006/relationships/customXml" Target="../ink/ink1905.xml"/><Relationship Id="rId235" Type="http://schemas.openxmlformats.org/officeDocument/2006/relationships/image" Target="../media/image1934.png"/><Relationship Id="rId256" Type="http://schemas.openxmlformats.org/officeDocument/2006/relationships/customXml" Target="../ink/ink1926.xml"/><Relationship Id="rId277" Type="http://schemas.openxmlformats.org/officeDocument/2006/relationships/image" Target="../media/image1955.png"/><Relationship Id="rId116" Type="http://schemas.openxmlformats.org/officeDocument/2006/relationships/customXml" Target="../ink/ink1856.xml"/><Relationship Id="rId137" Type="http://schemas.openxmlformats.org/officeDocument/2006/relationships/image" Target="../media/image1885.png"/><Relationship Id="rId158" Type="http://schemas.openxmlformats.org/officeDocument/2006/relationships/customXml" Target="../ink/ink1877.xml"/><Relationship Id="rId20" Type="http://schemas.openxmlformats.org/officeDocument/2006/relationships/customXml" Target="../ink/ink1808.xml"/><Relationship Id="rId41" Type="http://schemas.openxmlformats.org/officeDocument/2006/relationships/image" Target="../media/image1837.png"/><Relationship Id="rId62" Type="http://schemas.openxmlformats.org/officeDocument/2006/relationships/customXml" Target="../ink/ink1829.xml"/><Relationship Id="rId83" Type="http://schemas.openxmlformats.org/officeDocument/2006/relationships/image" Target="../media/image1858.png"/><Relationship Id="rId179" Type="http://schemas.openxmlformats.org/officeDocument/2006/relationships/image" Target="../media/image1906.png"/><Relationship Id="rId190" Type="http://schemas.openxmlformats.org/officeDocument/2006/relationships/customXml" Target="../ink/ink1893.xml"/><Relationship Id="rId204" Type="http://schemas.openxmlformats.org/officeDocument/2006/relationships/customXml" Target="../ink/ink1900.xml"/><Relationship Id="rId225" Type="http://schemas.openxmlformats.org/officeDocument/2006/relationships/image" Target="../media/image1929.png"/><Relationship Id="rId246" Type="http://schemas.openxmlformats.org/officeDocument/2006/relationships/customXml" Target="../ink/ink1921.xml"/><Relationship Id="rId267" Type="http://schemas.openxmlformats.org/officeDocument/2006/relationships/image" Target="../media/image1950.png"/><Relationship Id="rId106" Type="http://schemas.openxmlformats.org/officeDocument/2006/relationships/customXml" Target="../ink/ink1851.xml"/><Relationship Id="rId127" Type="http://schemas.openxmlformats.org/officeDocument/2006/relationships/image" Target="../media/image1880.png"/><Relationship Id="rId10" Type="http://schemas.openxmlformats.org/officeDocument/2006/relationships/customXml" Target="../ink/ink1803.xml"/><Relationship Id="rId31" Type="http://schemas.openxmlformats.org/officeDocument/2006/relationships/image" Target="../media/image1832.png"/><Relationship Id="rId52" Type="http://schemas.openxmlformats.org/officeDocument/2006/relationships/customXml" Target="../ink/ink1824.xml"/><Relationship Id="rId73" Type="http://schemas.openxmlformats.org/officeDocument/2006/relationships/image" Target="../media/image1853.png"/><Relationship Id="rId94" Type="http://schemas.openxmlformats.org/officeDocument/2006/relationships/customXml" Target="../ink/ink1845.xml"/><Relationship Id="rId148" Type="http://schemas.openxmlformats.org/officeDocument/2006/relationships/customXml" Target="../ink/ink1872.xml"/><Relationship Id="rId169" Type="http://schemas.openxmlformats.org/officeDocument/2006/relationships/image" Target="../media/image1901.png"/><Relationship Id="rId4" Type="http://schemas.openxmlformats.org/officeDocument/2006/relationships/image" Target="../media/image1818.svg"/><Relationship Id="rId180" Type="http://schemas.openxmlformats.org/officeDocument/2006/relationships/customXml" Target="../ink/ink1888.xml"/><Relationship Id="rId215" Type="http://schemas.openxmlformats.org/officeDocument/2006/relationships/image" Target="../media/image1924.png"/><Relationship Id="rId236" Type="http://schemas.openxmlformats.org/officeDocument/2006/relationships/customXml" Target="../ink/ink1916.xml"/><Relationship Id="rId257" Type="http://schemas.openxmlformats.org/officeDocument/2006/relationships/image" Target="../media/image1945.png"/><Relationship Id="rId278" Type="http://schemas.openxmlformats.org/officeDocument/2006/relationships/customXml" Target="../ink/ink1937.xml"/><Relationship Id="rId42" Type="http://schemas.openxmlformats.org/officeDocument/2006/relationships/customXml" Target="../ink/ink1819.xml"/><Relationship Id="rId84" Type="http://schemas.openxmlformats.org/officeDocument/2006/relationships/customXml" Target="../ink/ink1840.xml"/><Relationship Id="rId138" Type="http://schemas.openxmlformats.org/officeDocument/2006/relationships/customXml" Target="../ink/ink1867.xml"/><Relationship Id="rId191" Type="http://schemas.openxmlformats.org/officeDocument/2006/relationships/image" Target="../media/image1912.png"/><Relationship Id="rId205" Type="http://schemas.openxmlformats.org/officeDocument/2006/relationships/image" Target="../media/image1919.png"/><Relationship Id="rId247" Type="http://schemas.openxmlformats.org/officeDocument/2006/relationships/image" Target="../media/image1940.png"/><Relationship Id="rId107" Type="http://schemas.openxmlformats.org/officeDocument/2006/relationships/image" Target="../media/image1870.png"/><Relationship Id="rId11" Type="http://schemas.openxmlformats.org/officeDocument/2006/relationships/image" Target="../media/image1822.png"/><Relationship Id="rId53" Type="http://schemas.openxmlformats.org/officeDocument/2006/relationships/image" Target="../media/image1843.png"/><Relationship Id="rId149" Type="http://schemas.openxmlformats.org/officeDocument/2006/relationships/image" Target="../media/image1891.png"/><Relationship Id="rId95" Type="http://schemas.openxmlformats.org/officeDocument/2006/relationships/image" Target="../media/image1864.png"/><Relationship Id="rId160" Type="http://schemas.openxmlformats.org/officeDocument/2006/relationships/customXml" Target="../ink/ink1878.xml"/><Relationship Id="rId216" Type="http://schemas.openxmlformats.org/officeDocument/2006/relationships/customXml" Target="../ink/ink190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7.png"/><Relationship Id="rId7" Type="http://schemas.openxmlformats.org/officeDocument/2006/relationships/image" Target="../media/image19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39.xml"/><Relationship Id="rId5" Type="http://schemas.openxmlformats.org/officeDocument/2006/relationships/image" Target="../media/image1958.png"/><Relationship Id="rId4" Type="http://schemas.openxmlformats.org/officeDocument/2006/relationships/customXml" Target="../ink/ink1938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72.png"/><Relationship Id="rId21" Type="http://schemas.openxmlformats.org/officeDocument/2006/relationships/customXml" Target="../ink/ink1948.xml"/><Relationship Id="rId42" Type="http://schemas.openxmlformats.org/officeDocument/2006/relationships/image" Target="../media/image1980.png"/><Relationship Id="rId47" Type="http://schemas.openxmlformats.org/officeDocument/2006/relationships/customXml" Target="../ink/ink1961.xml"/><Relationship Id="rId63" Type="http://schemas.openxmlformats.org/officeDocument/2006/relationships/customXml" Target="../ink/ink1969.xml"/><Relationship Id="rId68" Type="http://schemas.openxmlformats.org/officeDocument/2006/relationships/image" Target="../media/image1993.png"/><Relationship Id="rId84" Type="http://schemas.openxmlformats.org/officeDocument/2006/relationships/image" Target="../media/image2001.png"/><Relationship Id="rId16" Type="http://schemas.openxmlformats.org/officeDocument/2006/relationships/image" Target="../media/image1967.png"/><Relationship Id="rId11" Type="http://schemas.openxmlformats.org/officeDocument/2006/relationships/customXml" Target="../ink/ink1943.xml"/><Relationship Id="rId32" Type="http://schemas.openxmlformats.org/officeDocument/2006/relationships/image" Target="../media/image1975.png"/><Relationship Id="rId37" Type="http://schemas.openxmlformats.org/officeDocument/2006/relationships/customXml" Target="../ink/ink1956.xml"/><Relationship Id="rId53" Type="http://schemas.openxmlformats.org/officeDocument/2006/relationships/customXml" Target="../ink/ink1964.xml"/><Relationship Id="rId58" Type="http://schemas.openxmlformats.org/officeDocument/2006/relationships/image" Target="../media/image1988.png"/><Relationship Id="rId74" Type="http://schemas.openxmlformats.org/officeDocument/2006/relationships/image" Target="../media/image1996.png"/><Relationship Id="rId79" Type="http://schemas.openxmlformats.org/officeDocument/2006/relationships/customXml" Target="../ink/ink1977.xml"/><Relationship Id="rId5" Type="http://schemas.openxmlformats.org/officeDocument/2006/relationships/customXml" Target="../ink/ink1940.xml"/><Relationship Id="rId61" Type="http://schemas.openxmlformats.org/officeDocument/2006/relationships/customXml" Target="../ink/ink1968.xml"/><Relationship Id="rId82" Type="http://schemas.openxmlformats.org/officeDocument/2006/relationships/image" Target="../media/image2000.png"/><Relationship Id="rId19" Type="http://schemas.openxmlformats.org/officeDocument/2006/relationships/customXml" Target="../ink/ink1947.xml"/><Relationship Id="rId14" Type="http://schemas.openxmlformats.org/officeDocument/2006/relationships/image" Target="../media/image1966.png"/><Relationship Id="rId22" Type="http://schemas.openxmlformats.org/officeDocument/2006/relationships/image" Target="../media/image1970.png"/><Relationship Id="rId27" Type="http://schemas.openxmlformats.org/officeDocument/2006/relationships/customXml" Target="../ink/ink1951.xml"/><Relationship Id="rId30" Type="http://schemas.openxmlformats.org/officeDocument/2006/relationships/image" Target="../media/image1974.png"/><Relationship Id="rId35" Type="http://schemas.openxmlformats.org/officeDocument/2006/relationships/customXml" Target="../ink/ink1955.xml"/><Relationship Id="rId43" Type="http://schemas.openxmlformats.org/officeDocument/2006/relationships/customXml" Target="../ink/ink1959.xml"/><Relationship Id="rId48" Type="http://schemas.openxmlformats.org/officeDocument/2006/relationships/image" Target="../media/image1983.png"/><Relationship Id="rId56" Type="http://schemas.openxmlformats.org/officeDocument/2006/relationships/image" Target="../media/image1987.png"/><Relationship Id="rId64" Type="http://schemas.openxmlformats.org/officeDocument/2006/relationships/image" Target="../media/image1991.png"/><Relationship Id="rId69" Type="http://schemas.openxmlformats.org/officeDocument/2006/relationships/customXml" Target="../ink/ink1972.xml"/><Relationship Id="rId77" Type="http://schemas.openxmlformats.org/officeDocument/2006/relationships/customXml" Target="../ink/ink1976.xml"/><Relationship Id="rId8" Type="http://schemas.openxmlformats.org/officeDocument/2006/relationships/image" Target="../media/image1963.png"/><Relationship Id="rId51" Type="http://schemas.openxmlformats.org/officeDocument/2006/relationships/customXml" Target="../ink/ink1963.xml"/><Relationship Id="rId72" Type="http://schemas.openxmlformats.org/officeDocument/2006/relationships/image" Target="../media/image1995.png"/><Relationship Id="rId80" Type="http://schemas.openxmlformats.org/officeDocument/2006/relationships/image" Target="../media/image1999.png"/><Relationship Id="rId3" Type="http://schemas.openxmlformats.org/officeDocument/2006/relationships/image" Target="../media/image1960.svg"/><Relationship Id="rId12" Type="http://schemas.openxmlformats.org/officeDocument/2006/relationships/image" Target="../media/image1965.png"/><Relationship Id="rId17" Type="http://schemas.openxmlformats.org/officeDocument/2006/relationships/customXml" Target="../ink/ink1946.xml"/><Relationship Id="rId25" Type="http://schemas.openxmlformats.org/officeDocument/2006/relationships/customXml" Target="../ink/ink1950.xml"/><Relationship Id="rId33" Type="http://schemas.openxmlformats.org/officeDocument/2006/relationships/customXml" Target="../ink/ink1954.xml"/><Relationship Id="rId38" Type="http://schemas.openxmlformats.org/officeDocument/2006/relationships/image" Target="../media/image1978.png"/><Relationship Id="rId46" Type="http://schemas.openxmlformats.org/officeDocument/2006/relationships/image" Target="../media/image1982.png"/><Relationship Id="rId59" Type="http://schemas.openxmlformats.org/officeDocument/2006/relationships/customXml" Target="../ink/ink1967.xml"/><Relationship Id="rId67" Type="http://schemas.openxmlformats.org/officeDocument/2006/relationships/customXml" Target="../ink/ink1971.xml"/><Relationship Id="rId20" Type="http://schemas.openxmlformats.org/officeDocument/2006/relationships/image" Target="../media/image1969.png"/><Relationship Id="rId41" Type="http://schemas.openxmlformats.org/officeDocument/2006/relationships/customXml" Target="../ink/ink1958.xml"/><Relationship Id="rId54" Type="http://schemas.openxmlformats.org/officeDocument/2006/relationships/image" Target="../media/image1986.png"/><Relationship Id="rId62" Type="http://schemas.openxmlformats.org/officeDocument/2006/relationships/image" Target="../media/image1990.png"/><Relationship Id="rId70" Type="http://schemas.openxmlformats.org/officeDocument/2006/relationships/image" Target="../media/image1994.png"/><Relationship Id="rId75" Type="http://schemas.openxmlformats.org/officeDocument/2006/relationships/customXml" Target="../ink/ink1975.xml"/><Relationship Id="rId83" Type="http://schemas.openxmlformats.org/officeDocument/2006/relationships/customXml" Target="../ink/ink19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2.png"/><Relationship Id="rId15" Type="http://schemas.openxmlformats.org/officeDocument/2006/relationships/customXml" Target="../ink/ink1945.xml"/><Relationship Id="rId23" Type="http://schemas.openxmlformats.org/officeDocument/2006/relationships/customXml" Target="../ink/ink1949.xml"/><Relationship Id="rId28" Type="http://schemas.openxmlformats.org/officeDocument/2006/relationships/image" Target="../media/image1973.png"/><Relationship Id="rId36" Type="http://schemas.openxmlformats.org/officeDocument/2006/relationships/image" Target="../media/image1977.png"/><Relationship Id="rId49" Type="http://schemas.openxmlformats.org/officeDocument/2006/relationships/customXml" Target="../ink/ink1962.xml"/><Relationship Id="rId57" Type="http://schemas.openxmlformats.org/officeDocument/2006/relationships/customXml" Target="../ink/ink1966.xml"/><Relationship Id="rId10" Type="http://schemas.openxmlformats.org/officeDocument/2006/relationships/image" Target="../media/image1964.png"/><Relationship Id="rId31" Type="http://schemas.openxmlformats.org/officeDocument/2006/relationships/customXml" Target="../ink/ink1953.xml"/><Relationship Id="rId44" Type="http://schemas.openxmlformats.org/officeDocument/2006/relationships/image" Target="../media/image1981.png"/><Relationship Id="rId52" Type="http://schemas.openxmlformats.org/officeDocument/2006/relationships/image" Target="../media/image1985.png"/><Relationship Id="rId60" Type="http://schemas.openxmlformats.org/officeDocument/2006/relationships/image" Target="../media/image1989.png"/><Relationship Id="rId65" Type="http://schemas.openxmlformats.org/officeDocument/2006/relationships/customXml" Target="../ink/ink1970.xml"/><Relationship Id="rId73" Type="http://schemas.openxmlformats.org/officeDocument/2006/relationships/customXml" Target="../ink/ink1974.xml"/><Relationship Id="rId78" Type="http://schemas.openxmlformats.org/officeDocument/2006/relationships/image" Target="../media/image1998.png"/><Relationship Id="rId81" Type="http://schemas.openxmlformats.org/officeDocument/2006/relationships/customXml" Target="../ink/ink1978.xml"/><Relationship Id="rId4" Type="http://schemas.openxmlformats.org/officeDocument/2006/relationships/image" Target="../media/image1961.svg"/><Relationship Id="rId9" Type="http://schemas.openxmlformats.org/officeDocument/2006/relationships/customXml" Target="../ink/ink1942.xml"/><Relationship Id="rId13" Type="http://schemas.openxmlformats.org/officeDocument/2006/relationships/customXml" Target="../ink/ink1944.xml"/><Relationship Id="rId18" Type="http://schemas.openxmlformats.org/officeDocument/2006/relationships/image" Target="../media/image1968.png"/><Relationship Id="rId39" Type="http://schemas.openxmlformats.org/officeDocument/2006/relationships/customXml" Target="../ink/ink1957.xml"/><Relationship Id="rId34" Type="http://schemas.openxmlformats.org/officeDocument/2006/relationships/image" Target="../media/image1976.png"/><Relationship Id="rId50" Type="http://schemas.openxmlformats.org/officeDocument/2006/relationships/image" Target="../media/image1984.png"/><Relationship Id="rId55" Type="http://schemas.openxmlformats.org/officeDocument/2006/relationships/customXml" Target="../ink/ink1965.xml"/><Relationship Id="rId76" Type="http://schemas.openxmlformats.org/officeDocument/2006/relationships/image" Target="../media/image1997.png"/><Relationship Id="rId7" Type="http://schemas.openxmlformats.org/officeDocument/2006/relationships/customXml" Target="../ink/ink1941.xml"/><Relationship Id="rId71" Type="http://schemas.openxmlformats.org/officeDocument/2006/relationships/customXml" Target="../ink/ink1973.xml"/><Relationship Id="rId2" Type="http://schemas.openxmlformats.org/officeDocument/2006/relationships/notesSlide" Target="../notesSlides/notesSlide19.xml"/><Relationship Id="rId29" Type="http://schemas.openxmlformats.org/officeDocument/2006/relationships/customXml" Target="../ink/ink1952.xml"/><Relationship Id="rId24" Type="http://schemas.openxmlformats.org/officeDocument/2006/relationships/image" Target="../media/image1971.png"/><Relationship Id="rId40" Type="http://schemas.openxmlformats.org/officeDocument/2006/relationships/image" Target="../media/image1979.png"/><Relationship Id="rId45" Type="http://schemas.openxmlformats.org/officeDocument/2006/relationships/customXml" Target="../ink/ink1960.xml"/><Relationship Id="rId66" Type="http://schemas.openxmlformats.org/officeDocument/2006/relationships/image" Target="../media/image199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8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3.png"/><Relationship Id="rId5" Type="http://schemas.openxmlformats.org/officeDocument/2006/relationships/customXml" Target="../ink/ink1981.xml"/><Relationship Id="rId4" Type="http://schemas.openxmlformats.org/officeDocument/2006/relationships/image" Target="../media/image200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4, 9-03-26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70AB8-F949-F2BA-C553-07A8AE74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75" y="613578"/>
            <a:ext cx="8334229" cy="5787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EC28F8-D35D-EAB6-8D9B-CAD4805C8119}"/>
              </a:ext>
            </a:extLst>
          </p:cNvPr>
          <p:cNvSpPr txBox="1"/>
          <p:nvPr/>
        </p:nvSpPr>
        <p:spPr>
          <a:xfrm>
            <a:off x="7091796" y="192232"/>
            <a:ext cx="472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https://michaelbach.de/ot/mot-wagonWheel/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BF1805-AEEC-7943-78A1-97D432CEAB51}"/>
              </a:ext>
            </a:extLst>
          </p:cNvPr>
          <p:cNvGrpSpPr/>
          <p:nvPr/>
        </p:nvGrpSpPr>
        <p:grpSpPr>
          <a:xfrm>
            <a:off x="9646380" y="1633328"/>
            <a:ext cx="421560" cy="195120"/>
            <a:chOff x="9646380" y="1633328"/>
            <a:chExt cx="42156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E4D650-DBE5-4E46-795C-198D16A0CC0A}"/>
                    </a:ext>
                  </a:extLst>
                </p14:cNvPr>
                <p14:cNvContentPartPr/>
                <p14:nvPr/>
              </p14:nvContentPartPr>
              <p14:xfrm>
                <a:off x="9646380" y="1668248"/>
                <a:ext cx="41400" cy="15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E4D650-DBE5-4E46-795C-198D16A0CC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37740" y="1659248"/>
                  <a:ext cx="59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B933E63-7A36-F7C9-8893-C85C10E039A4}"/>
                    </a:ext>
                  </a:extLst>
                </p14:cNvPr>
                <p14:cNvContentPartPr/>
                <p14:nvPr/>
              </p14:nvContentPartPr>
              <p14:xfrm>
                <a:off x="9745020" y="1666088"/>
                <a:ext cx="131400" cy="162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B933E63-7A36-F7C9-8893-C85C10E039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36380" y="1657088"/>
                  <a:ext cx="149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35373A-2AF7-550C-5FA9-3DD10CB7D1B6}"/>
                    </a:ext>
                  </a:extLst>
                </p14:cNvPr>
                <p14:cNvContentPartPr/>
                <p14:nvPr/>
              </p14:nvContentPartPr>
              <p14:xfrm>
                <a:off x="9725580" y="1633328"/>
                <a:ext cx="113400" cy="2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35373A-2AF7-550C-5FA9-3DD10CB7D1B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16940" y="1624328"/>
                  <a:ext cx="131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884ED5-6F06-651D-8286-B5967CF560CD}"/>
                    </a:ext>
                  </a:extLst>
                </p14:cNvPr>
                <p14:cNvContentPartPr/>
                <p14:nvPr/>
              </p14:nvContentPartPr>
              <p14:xfrm>
                <a:off x="9948060" y="1697048"/>
                <a:ext cx="119880" cy="114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884ED5-6F06-651D-8286-B5967CF560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39060" y="1688408"/>
                  <a:ext cx="13752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EBBCDF-C186-E883-3171-54D2F89C7999}"/>
              </a:ext>
            </a:extLst>
          </p:cNvPr>
          <p:cNvGrpSpPr/>
          <p:nvPr/>
        </p:nvGrpSpPr>
        <p:grpSpPr>
          <a:xfrm>
            <a:off x="10219500" y="1621808"/>
            <a:ext cx="1621440" cy="316080"/>
            <a:chOff x="10219500" y="1621808"/>
            <a:chExt cx="162144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342D42-924C-EEDC-E257-59CECBC9FD18}"/>
                    </a:ext>
                  </a:extLst>
                </p14:cNvPr>
                <p14:cNvContentPartPr/>
                <p14:nvPr/>
              </p14:nvContentPartPr>
              <p14:xfrm>
                <a:off x="10219500" y="1708208"/>
                <a:ext cx="61200" cy="140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342D42-924C-EEDC-E257-59CECBC9FD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10500" y="1699208"/>
                  <a:ext cx="78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A0D092-479A-CD35-1076-37A12B924EA0}"/>
                    </a:ext>
                  </a:extLst>
                </p14:cNvPr>
                <p14:cNvContentPartPr/>
                <p14:nvPr/>
              </p14:nvContentPartPr>
              <p14:xfrm>
                <a:off x="10296900" y="1713248"/>
                <a:ext cx="133560" cy="224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A0D092-479A-CD35-1076-37A12B924E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88260" y="1704248"/>
                  <a:ext cx="151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6F4C9D7-C26B-F865-3169-7ADA6B3C4211}"/>
                    </a:ext>
                  </a:extLst>
                </p14:cNvPr>
                <p14:cNvContentPartPr/>
                <p14:nvPr/>
              </p14:nvContentPartPr>
              <p14:xfrm>
                <a:off x="10468620" y="1719368"/>
                <a:ext cx="244800" cy="8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6F4C9D7-C26B-F865-3169-7ADA6B3C42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980" y="1710728"/>
                  <a:ext cx="26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CEAFAE-614E-5EC4-5CF5-BCC8438A7AD1}"/>
                    </a:ext>
                  </a:extLst>
                </p14:cNvPr>
                <p14:cNvContentPartPr/>
                <p14:nvPr/>
              </p14:nvContentPartPr>
              <p14:xfrm>
                <a:off x="10883700" y="1740248"/>
                <a:ext cx="83880" cy="5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CEAFAE-614E-5EC4-5CF5-BCC8438A7A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75060" y="1731608"/>
                  <a:ext cx="101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25760C-8759-4F23-68E6-0976D962A44C}"/>
                    </a:ext>
                  </a:extLst>
                </p14:cNvPr>
                <p14:cNvContentPartPr/>
                <p14:nvPr/>
              </p14:nvContentPartPr>
              <p14:xfrm>
                <a:off x="10833660" y="1668248"/>
                <a:ext cx="102960" cy="20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25760C-8759-4F23-68E6-0976D962A4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24660" y="1659608"/>
                  <a:ext cx="120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004B11C-FE94-0A5C-9937-F85503E0CB43}"/>
                    </a:ext>
                  </a:extLst>
                </p14:cNvPr>
                <p14:cNvContentPartPr/>
                <p14:nvPr/>
              </p14:nvContentPartPr>
              <p14:xfrm>
                <a:off x="11066220" y="1621808"/>
                <a:ext cx="107640" cy="18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004B11C-FE94-0A5C-9937-F85503E0CB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57220" y="1613168"/>
                  <a:ext cx="125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E94AD2-F2ED-3B86-AFA2-C91BB886F3DC}"/>
                    </a:ext>
                  </a:extLst>
                </p14:cNvPr>
                <p14:cNvContentPartPr/>
                <p14:nvPr/>
              </p14:nvContentPartPr>
              <p14:xfrm>
                <a:off x="11232540" y="1782008"/>
                <a:ext cx="8280" cy="2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E94AD2-F2ED-3B86-AFA2-C91BB886F3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23540" y="1773008"/>
                  <a:ext cx="25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9AC9F5-E62D-CAB5-A9CD-3FE200A4656E}"/>
                    </a:ext>
                  </a:extLst>
                </p14:cNvPr>
                <p14:cNvContentPartPr/>
                <p14:nvPr/>
              </p14:nvContentPartPr>
              <p14:xfrm>
                <a:off x="11277900" y="1641608"/>
                <a:ext cx="120960" cy="172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9AC9F5-E62D-CAB5-A9CD-3FE200A465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68900" y="1632608"/>
                  <a:ext cx="138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B2997A-0F45-C702-D162-07E6D59EA953}"/>
                    </a:ext>
                  </a:extLst>
                </p14:cNvPr>
                <p14:cNvContentPartPr/>
                <p14:nvPr/>
              </p14:nvContentPartPr>
              <p14:xfrm>
                <a:off x="11268900" y="1636568"/>
                <a:ext cx="10404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B2997A-0F45-C702-D162-07E6D59EA9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259900" y="1627568"/>
                  <a:ext cx="121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FB486F-EC8C-9A4E-35CE-AF890B54DC11}"/>
                    </a:ext>
                  </a:extLst>
                </p14:cNvPr>
                <p14:cNvContentPartPr/>
                <p14:nvPr/>
              </p14:nvContentPartPr>
              <p14:xfrm>
                <a:off x="11512980" y="1703888"/>
                <a:ext cx="88200" cy="87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FB486F-EC8C-9A4E-35CE-AF890B54DC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503980" y="1695248"/>
                  <a:ext cx="105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EFF570-0A41-C3FF-F28E-753C011BD23D}"/>
                    </a:ext>
                  </a:extLst>
                </p14:cNvPr>
                <p14:cNvContentPartPr/>
                <p14:nvPr/>
              </p14:nvContentPartPr>
              <p14:xfrm>
                <a:off x="11636820" y="1744568"/>
                <a:ext cx="73440" cy="158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EFF570-0A41-C3FF-F28E-753C011BD2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28180" y="1735928"/>
                  <a:ext cx="91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37D34F7-958C-DD61-3E3F-067D68459237}"/>
                    </a:ext>
                  </a:extLst>
                </p14:cNvPr>
                <p14:cNvContentPartPr/>
                <p14:nvPr/>
              </p14:nvContentPartPr>
              <p14:xfrm>
                <a:off x="11755620" y="1692008"/>
                <a:ext cx="85320" cy="13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37D34F7-958C-DD61-3E3F-067D684592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746620" y="1683368"/>
                  <a:ext cx="10296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4091494-E70C-7891-2E75-E08A6FBD5724}"/>
              </a:ext>
            </a:extLst>
          </p:cNvPr>
          <p:cNvGrpSpPr/>
          <p:nvPr/>
        </p:nvGrpSpPr>
        <p:grpSpPr>
          <a:xfrm>
            <a:off x="9637380" y="2197448"/>
            <a:ext cx="1213920" cy="282600"/>
            <a:chOff x="9637380" y="2197448"/>
            <a:chExt cx="121392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1BDA52-3FF7-C5E9-90BE-35F937430A07}"/>
                    </a:ext>
                  </a:extLst>
                </p14:cNvPr>
                <p14:cNvContentPartPr/>
                <p14:nvPr/>
              </p14:nvContentPartPr>
              <p14:xfrm>
                <a:off x="9637380" y="2259728"/>
                <a:ext cx="50400" cy="147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1BDA52-3FF7-C5E9-90BE-35F937430A0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28380" y="2251088"/>
                  <a:ext cx="68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97A1B3-374F-8C25-F3D5-AE629D9B90D9}"/>
                    </a:ext>
                  </a:extLst>
                </p14:cNvPr>
                <p14:cNvContentPartPr/>
                <p14:nvPr/>
              </p14:nvContentPartPr>
              <p14:xfrm>
                <a:off x="9715500" y="2260088"/>
                <a:ext cx="195480" cy="132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97A1B3-374F-8C25-F3D5-AE629D9B90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06500" y="2251448"/>
                  <a:ext cx="213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74C0130-0334-3343-9B27-BD463BD9F43B}"/>
                    </a:ext>
                  </a:extLst>
                </p14:cNvPr>
                <p14:cNvContentPartPr/>
                <p14:nvPr/>
              </p14:nvContentPartPr>
              <p14:xfrm>
                <a:off x="10039860" y="2286008"/>
                <a:ext cx="106920" cy="9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74C0130-0334-3343-9B27-BD463BD9F4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31220" y="2277368"/>
                  <a:ext cx="124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F7A6F4-C5C3-C506-9455-ABD0E68D189A}"/>
                    </a:ext>
                  </a:extLst>
                </p14:cNvPr>
                <p14:cNvContentPartPr/>
                <p14:nvPr/>
              </p14:nvContentPartPr>
              <p14:xfrm>
                <a:off x="10166580" y="2310848"/>
                <a:ext cx="138960" cy="16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F7A6F4-C5C3-C506-9455-ABD0E68D189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57940" y="2302208"/>
                  <a:ext cx="156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830D1F-B1D8-6B2E-9F6C-BFB8F48907D5}"/>
                    </a:ext>
                  </a:extLst>
                </p14:cNvPr>
                <p14:cNvContentPartPr/>
                <p14:nvPr/>
              </p14:nvContentPartPr>
              <p14:xfrm>
                <a:off x="10345140" y="2337488"/>
                <a:ext cx="93600" cy="59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830D1F-B1D8-6B2E-9F6C-BFB8F48907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36140" y="2328488"/>
                  <a:ext cx="111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DAF8109-EC56-3284-D01A-A6B020FEA9E9}"/>
                    </a:ext>
                  </a:extLst>
                </p14:cNvPr>
                <p14:cNvContentPartPr/>
                <p14:nvPr/>
              </p14:nvContentPartPr>
              <p14:xfrm>
                <a:off x="10458180" y="2197448"/>
                <a:ext cx="70200" cy="179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DAF8109-EC56-3284-D01A-A6B020FEA9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49540" y="2188808"/>
                  <a:ext cx="87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41D3A6-CDE1-BB0D-1A22-E2D13FA24ECA}"/>
                    </a:ext>
                  </a:extLst>
                </p14:cNvPr>
                <p14:cNvContentPartPr/>
                <p14:nvPr/>
              </p14:nvContentPartPr>
              <p14:xfrm>
                <a:off x="10540260" y="2275928"/>
                <a:ext cx="195480" cy="8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241D3A6-CDE1-BB0D-1A22-E2D13FA24E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31260" y="2267288"/>
                  <a:ext cx="213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71E4F0-7E98-655E-44A0-B24BC947906D}"/>
                    </a:ext>
                  </a:extLst>
                </p14:cNvPr>
                <p14:cNvContentPartPr/>
                <p14:nvPr/>
              </p14:nvContentPartPr>
              <p14:xfrm>
                <a:off x="10787580" y="2280608"/>
                <a:ext cx="63720" cy="115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71E4F0-7E98-655E-44A0-B24BC94790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778940" y="2271968"/>
                  <a:ext cx="8136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58BF090-1E03-20D9-38F0-21F91E29CA74}"/>
              </a:ext>
            </a:extLst>
          </p:cNvPr>
          <p:cNvGrpSpPr/>
          <p:nvPr/>
        </p:nvGrpSpPr>
        <p:grpSpPr>
          <a:xfrm>
            <a:off x="9647820" y="2810168"/>
            <a:ext cx="1004400" cy="167040"/>
            <a:chOff x="9647820" y="2810168"/>
            <a:chExt cx="100440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63B17CB-4BBE-7982-EBC2-6971EB616153}"/>
                    </a:ext>
                  </a:extLst>
                </p14:cNvPr>
                <p14:cNvContentPartPr/>
                <p14:nvPr/>
              </p14:nvContentPartPr>
              <p14:xfrm>
                <a:off x="9647820" y="2831408"/>
                <a:ext cx="44280" cy="121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63B17CB-4BBE-7982-EBC2-6971EB6161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38820" y="2822408"/>
                  <a:ext cx="61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D3AC500-EF15-B6F2-68B4-1B175E0E5FF8}"/>
                    </a:ext>
                  </a:extLst>
                </p14:cNvPr>
                <p14:cNvContentPartPr/>
                <p14:nvPr/>
              </p14:nvContentPartPr>
              <p14:xfrm>
                <a:off x="9746460" y="2840408"/>
                <a:ext cx="190080" cy="132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D3AC500-EF15-B6F2-68B4-1B175E0E5F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7820" y="2831768"/>
                  <a:ext cx="207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E99D13C-FFDA-76CF-2116-7B8452FC26A6}"/>
                    </a:ext>
                  </a:extLst>
                </p14:cNvPr>
                <p14:cNvContentPartPr/>
                <p14:nvPr/>
              </p14:nvContentPartPr>
              <p14:xfrm>
                <a:off x="10016820" y="2862368"/>
                <a:ext cx="133200" cy="75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E99D13C-FFDA-76CF-2116-7B8452FC26A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07820" y="2853728"/>
                  <a:ext cx="150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1BA425-FDAE-F6EA-4750-81D381B85E6E}"/>
                    </a:ext>
                  </a:extLst>
                </p14:cNvPr>
                <p14:cNvContentPartPr/>
                <p14:nvPr/>
              </p14:nvContentPartPr>
              <p14:xfrm>
                <a:off x="10053900" y="2872808"/>
                <a:ext cx="61920" cy="66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1BA425-FDAE-F6EA-4750-81D381B85E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44900" y="2864168"/>
                  <a:ext cx="79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CE8934-374D-49FB-BB25-0D426FE685D2}"/>
                    </a:ext>
                  </a:extLst>
                </p14:cNvPr>
                <p14:cNvContentPartPr/>
                <p14:nvPr/>
              </p14:nvContentPartPr>
              <p14:xfrm>
                <a:off x="10219140" y="2810168"/>
                <a:ext cx="150480" cy="129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CE8934-374D-49FB-BB25-0D426FE685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10500" y="2801528"/>
                  <a:ext cx="168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06310D6-A369-7B61-3FCC-EFDC1750DE7D}"/>
                    </a:ext>
                  </a:extLst>
                </p14:cNvPr>
                <p14:cNvContentPartPr/>
                <p14:nvPr/>
              </p14:nvContentPartPr>
              <p14:xfrm>
                <a:off x="10468620" y="2945528"/>
                <a:ext cx="360" cy="19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06310D6-A369-7B61-3FCC-EFDC1750DE7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59980" y="2936888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C157328-AF71-E918-B13A-7D8966630F0B}"/>
                    </a:ext>
                  </a:extLst>
                </p14:cNvPr>
                <p14:cNvContentPartPr/>
                <p14:nvPr/>
              </p14:nvContentPartPr>
              <p14:xfrm>
                <a:off x="10540980" y="2836448"/>
                <a:ext cx="93600" cy="140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C157328-AF71-E918-B13A-7D8966630F0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32340" y="2827808"/>
                  <a:ext cx="1112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CA20EE-83DF-9046-DDD5-2F92436B3037}"/>
                    </a:ext>
                  </a:extLst>
                </p14:cNvPr>
                <p14:cNvContentPartPr/>
                <p14:nvPr/>
              </p14:nvContentPartPr>
              <p14:xfrm>
                <a:off x="10536300" y="2817008"/>
                <a:ext cx="115920" cy="14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CA20EE-83DF-9046-DDD5-2F92436B303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27300" y="2808008"/>
                  <a:ext cx="1335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9CBEEC-CC06-EAD4-A17C-92D59FEA82EB}"/>
              </a:ext>
            </a:extLst>
          </p:cNvPr>
          <p:cNvGrpSpPr/>
          <p:nvPr/>
        </p:nvGrpSpPr>
        <p:grpSpPr>
          <a:xfrm>
            <a:off x="10843380" y="2792168"/>
            <a:ext cx="571320" cy="160200"/>
            <a:chOff x="10843380" y="2792168"/>
            <a:chExt cx="57132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AAF680-3F70-021A-A3B5-6F6F0EE59837}"/>
                    </a:ext>
                  </a:extLst>
                </p14:cNvPr>
                <p14:cNvContentPartPr/>
                <p14:nvPr/>
              </p14:nvContentPartPr>
              <p14:xfrm>
                <a:off x="10886220" y="2935088"/>
                <a:ext cx="55800" cy="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AAF680-3F70-021A-A3B5-6F6F0EE5983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77220" y="2926448"/>
                  <a:ext cx="73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3899BAB-5594-FE22-9E5C-2B78DB2EDA4E}"/>
                    </a:ext>
                  </a:extLst>
                </p14:cNvPr>
                <p14:cNvContentPartPr/>
                <p14:nvPr/>
              </p14:nvContentPartPr>
              <p14:xfrm>
                <a:off x="10843380" y="2876768"/>
                <a:ext cx="82800" cy="6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3899BAB-5594-FE22-9E5C-2B78DB2EDA4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34740" y="2867768"/>
                  <a:ext cx="100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9EFBA7-E748-D22A-34F8-EDEBD28AB4F6}"/>
                    </a:ext>
                  </a:extLst>
                </p14:cNvPr>
                <p14:cNvContentPartPr/>
                <p14:nvPr/>
              </p14:nvContentPartPr>
              <p14:xfrm>
                <a:off x="11034900" y="2792168"/>
                <a:ext cx="185040" cy="160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9EFBA7-E748-D22A-34F8-EDEBD28AB4F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26260" y="2783528"/>
                  <a:ext cx="202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C07D7C-033F-B96A-F602-3A7E53F6EC51}"/>
                    </a:ext>
                  </a:extLst>
                </p14:cNvPr>
                <p14:cNvContentPartPr/>
                <p14:nvPr/>
              </p14:nvContentPartPr>
              <p14:xfrm>
                <a:off x="11253060" y="2811968"/>
                <a:ext cx="161640" cy="109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C07D7C-033F-B96A-F602-3A7E53F6EC5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44420" y="2803328"/>
                  <a:ext cx="17928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06DCAFB-D04A-5018-3A3E-ACAE178D2A14}"/>
              </a:ext>
            </a:extLst>
          </p:cNvPr>
          <p:cNvGrpSpPr/>
          <p:nvPr/>
        </p:nvGrpSpPr>
        <p:grpSpPr>
          <a:xfrm>
            <a:off x="9456300" y="3408128"/>
            <a:ext cx="398160" cy="189720"/>
            <a:chOff x="9456300" y="3408128"/>
            <a:chExt cx="398160" cy="1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FF3FEF-CC9A-22CE-73DE-942B302F31E3}"/>
                    </a:ext>
                  </a:extLst>
                </p14:cNvPr>
                <p14:cNvContentPartPr/>
                <p14:nvPr/>
              </p14:nvContentPartPr>
              <p14:xfrm>
                <a:off x="9456300" y="3525488"/>
                <a:ext cx="274680" cy="12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FF3FEF-CC9A-22CE-73DE-942B302F31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47660" y="3516488"/>
                  <a:ext cx="292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BBD19C-5273-6F7F-3A7E-7D52D21835F2}"/>
                    </a:ext>
                  </a:extLst>
                </p14:cNvPr>
                <p14:cNvContentPartPr/>
                <p14:nvPr/>
              </p14:nvContentPartPr>
              <p14:xfrm>
                <a:off x="9489780" y="3475088"/>
                <a:ext cx="194760" cy="11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BBD19C-5273-6F7F-3A7E-7D52D21835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80780" y="3466448"/>
                  <a:ext cx="21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F0941E8-A826-6121-E689-82E5B4ECA1B2}"/>
                    </a:ext>
                  </a:extLst>
                </p14:cNvPr>
                <p14:cNvContentPartPr/>
                <p14:nvPr/>
              </p14:nvContentPartPr>
              <p14:xfrm>
                <a:off x="9652860" y="3408128"/>
                <a:ext cx="201600" cy="18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F0941E8-A826-6121-E689-82E5B4ECA1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44220" y="3399128"/>
                  <a:ext cx="21924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D029548-A313-137D-B533-7CCC270246A3}"/>
              </a:ext>
            </a:extLst>
          </p:cNvPr>
          <p:cNvGrpSpPr/>
          <p:nvPr/>
        </p:nvGrpSpPr>
        <p:grpSpPr>
          <a:xfrm>
            <a:off x="10062180" y="3336488"/>
            <a:ext cx="1637640" cy="729720"/>
            <a:chOff x="10062180" y="3336488"/>
            <a:chExt cx="1637640" cy="72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00FCA9-E519-C865-A90D-A1D55A1D2D9F}"/>
                    </a:ext>
                  </a:extLst>
                </p14:cNvPr>
                <p14:cNvContentPartPr/>
                <p14:nvPr/>
              </p14:nvContentPartPr>
              <p14:xfrm>
                <a:off x="10062180" y="3336488"/>
                <a:ext cx="115560" cy="200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00FCA9-E519-C865-A90D-A1D55A1D2D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53540" y="3327488"/>
                  <a:ext cx="133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731A81-4DDE-073D-9A09-5663A4AA1D0D}"/>
                    </a:ext>
                  </a:extLst>
                </p14:cNvPr>
                <p14:cNvContentPartPr/>
                <p14:nvPr/>
              </p14:nvContentPartPr>
              <p14:xfrm>
                <a:off x="10240020" y="3470408"/>
                <a:ext cx="30960" cy="54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731A81-4DDE-073D-9A09-5663A4AA1D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31380" y="3461408"/>
                  <a:ext cx="48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CF27F3-3A21-C875-5DB5-1CF780F8BFAA}"/>
                    </a:ext>
                  </a:extLst>
                </p14:cNvPr>
                <p14:cNvContentPartPr/>
                <p14:nvPr/>
              </p14:nvContentPartPr>
              <p14:xfrm>
                <a:off x="10198620" y="3345848"/>
                <a:ext cx="4320" cy="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CF27F3-3A21-C875-5DB5-1CF780F8BF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89620" y="333684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6BEEF4-EA2E-B6B1-E86B-B31F5730CDE2}"/>
                    </a:ext>
                  </a:extLst>
                </p14:cNvPr>
                <p14:cNvContentPartPr/>
                <p14:nvPr/>
              </p14:nvContentPartPr>
              <p14:xfrm>
                <a:off x="10323180" y="3415688"/>
                <a:ext cx="78840" cy="117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6BEEF4-EA2E-B6B1-E86B-B31F5730CDE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14540" y="3407048"/>
                  <a:ext cx="96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AE6F0E-6F69-B307-C35F-19E8BE9ADD53}"/>
                    </a:ext>
                  </a:extLst>
                </p14:cNvPr>
                <p14:cNvContentPartPr/>
                <p14:nvPr/>
              </p14:nvContentPartPr>
              <p14:xfrm>
                <a:off x="10436940" y="3428648"/>
                <a:ext cx="117000" cy="20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AE6F0E-6F69-B307-C35F-19E8BE9ADD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28300" y="3420008"/>
                  <a:ext cx="134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72F979B-8460-C9EC-9571-108ED7F8A3CD}"/>
                    </a:ext>
                  </a:extLst>
                </p14:cNvPr>
                <p14:cNvContentPartPr/>
                <p14:nvPr/>
              </p14:nvContentPartPr>
              <p14:xfrm>
                <a:off x="10567620" y="3344408"/>
                <a:ext cx="86400" cy="165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72F979B-8460-C9EC-9571-108ED7F8A3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58620" y="3335768"/>
                  <a:ext cx="104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3F15B6-F85B-C36D-CC1A-C3F917CEE40B}"/>
                    </a:ext>
                  </a:extLst>
                </p14:cNvPr>
                <p14:cNvContentPartPr/>
                <p14:nvPr/>
              </p14:nvContentPartPr>
              <p14:xfrm>
                <a:off x="10742580" y="3417848"/>
                <a:ext cx="120960" cy="69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3F15B6-F85B-C36D-CC1A-C3F917CEE4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733580" y="3408848"/>
                  <a:ext cx="138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C3607E3-BEFD-75BB-1D96-7BA1BE963231}"/>
                    </a:ext>
                  </a:extLst>
                </p14:cNvPr>
                <p14:cNvContentPartPr/>
                <p14:nvPr/>
              </p14:nvContentPartPr>
              <p14:xfrm>
                <a:off x="10894860" y="3423608"/>
                <a:ext cx="146160" cy="223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C3607E3-BEFD-75BB-1D96-7BA1BE96323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885860" y="3414968"/>
                  <a:ext cx="163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B6A11B9-5E31-EEDE-6990-343E592030D4}"/>
                    </a:ext>
                  </a:extLst>
                </p14:cNvPr>
                <p14:cNvContentPartPr/>
                <p14:nvPr/>
              </p14:nvContentPartPr>
              <p14:xfrm>
                <a:off x="10098900" y="3844088"/>
                <a:ext cx="272160" cy="136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B6A11B9-5E31-EEDE-6990-343E592030D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0260" y="3835448"/>
                  <a:ext cx="2898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06B30C-921A-993B-0E3A-B1695D8F43BE}"/>
                    </a:ext>
                  </a:extLst>
                </p14:cNvPr>
                <p14:cNvContentPartPr/>
                <p14:nvPr/>
              </p14:nvContentPartPr>
              <p14:xfrm>
                <a:off x="10399500" y="3766688"/>
                <a:ext cx="97200" cy="299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06B30C-921A-993B-0E3A-B1695D8F43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90860" y="3757688"/>
                  <a:ext cx="1148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2F45A67-0BF3-9811-0420-FE32578FC579}"/>
                    </a:ext>
                  </a:extLst>
                </p14:cNvPr>
                <p14:cNvContentPartPr/>
                <p14:nvPr/>
              </p14:nvContentPartPr>
              <p14:xfrm>
                <a:off x="10380060" y="3947048"/>
                <a:ext cx="104400" cy="32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2F45A67-0BF3-9811-0420-FE32578FC5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71060" y="3938048"/>
                  <a:ext cx="122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78660B-A018-428D-1F13-9FEDE42BAB81}"/>
                    </a:ext>
                  </a:extLst>
                </p14:cNvPr>
                <p14:cNvContentPartPr/>
                <p14:nvPr/>
              </p14:nvContentPartPr>
              <p14:xfrm>
                <a:off x="10521540" y="3836528"/>
                <a:ext cx="214560" cy="141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78660B-A018-428D-1F13-9FEDE42BAB8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12900" y="3827528"/>
                  <a:ext cx="232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226B0B7-8DB0-3F4F-6B43-F409FB48D97A}"/>
                    </a:ext>
                  </a:extLst>
                </p14:cNvPr>
                <p14:cNvContentPartPr/>
                <p14:nvPr/>
              </p14:nvContentPartPr>
              <p14:xfrm>
                <a:off x="10749420" y="3843008"/>
                <a:ext cx="85320" cy="126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226B0B7-8DB0-3F4F-6B43-F409FB48D9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40780" y="3834368"/>
                  <a:ext cx="102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BC0236-1F55-E4DF-D585-7E56ACF406FE}"/>
                    </a:ext>
                  </a:extLst>
                </p14:cNvPr>
                <p14:cNvContentPartPr/>
                <p14:nvPr/>
              </p14:nvContentPartPr>
              <p14:xfrm>
                <a:off x="10858500" y="3735368"/>
                <a:ext cx="181800" cy="214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BC0236-1F55-E4DF-D585-7E56ACF406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49500" y="3726368"/>
                  <a:ext cx="199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E3F125-D3C6-8C8B-987F-51B869290FE7}"/>
                    </a:ext>
                  </a:extLst>
                </p14:cNvPr>
                <p14:cNvContentPartPr/>
                <p14:nvPr/>
              </p14:nvContentPartPr>
              <p14:xfrm>
                <a:off x="11187900" y="3808088"/>
                <a:ext cx="73440" cy="118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E3F125-D3C6-8C8B-987F-51B869290FE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78900" y="3799448"/>
                  <a:ext cx="91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47A88F3-35F3-AE97-471C-D1A9F41C2387}"/>
                    </a:ext>
                  </a:extLst>
                </p14:cNvPr>
                <p14:cNvContentPartPr/>
                <p14:nvPr/>
              </p14:nvContentPartPr>
              <p14:xfrm>
                <a:off x="11321460" y="3841928"/>
                <a:ext cx="144720" cy="124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47A88F3-35F3-AE97-471C-D1A9F41C238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12820" y="3833288"/>
                  <a:ext cx="162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6C52C0E-8620-E237-5575-E2AAFA83CDE1}"/>
                    </a:ext>
                  </a:extLst>
                </p14:cNvPr>
                <p14:cNvContentPartPr/>
                <p14:nvPr/>
              </p14:nvContentPartPr>
              <p14:xfrm>
                <a:off x="11414340" y="3667688"/>
                <a:ext cx="101880" cy="265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6C52C0E-8620-E237-5575-E2AAFA83CD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405340" y="3659048"/>
                  <a:ext cx="119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5CC711-95D4-4A2E-3104-3EF515444315}"/>
                    </a:ext>
                  </a:extLst>
                </p14:cNvPr>
                <p14:cNvContentPartPr/>
                <p14:nvPr/>
              </p14:nvContentPartPr>
              <p14:xfrm>
                <a:off x="11445300" y="3793688"/>
                <a:ext cx="254520" cy="145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5CC711-95D4-4A2E-3104-3EF51544431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36660" y="3785048"/>
                  <a:ext cx="27216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72C5CEF-A10D-8924-CA31-51849830D318}"/>
              </a:ext>
            </a:extLst>
          </p:cNvPr>
          <p:cNvGrpSpPr/>
          <p:nvPr/>
        </p:nvGrpSpPr>
        <p:grpSpPr>
          <a:xfrm>
            <a:off x="10063260" y="4268168"/>
            <a:ext cx="218880" cy="189720"/>
            <a:chOff x="10063260" y="4268168"/>
            <a:chExt cx="218880" cy="1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7270AAF-BBCA-ED95-533A-7970DF376F5B}"/>
                    </a:ext>
                  </a:extLst>
                </p14:cNvPr>
                <p14:cNvContentPartPr/>
                <p14:nvPr/>
              </p14:nvContentPartPr>
              <p14:xfrm>
                <a:off x="10091340" y="4379408"/>
                <a:ext cx="26640" cy="73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7270AAF-BBCA-ED95-533A-7970DF376F5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82700" y="4370768"/>
                  <a:ext cx="44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196A2E-C7BC-D6E7-1519-D1C9DE11C17D}"/>
                    </a:ext>
                  </a:extLst>
                </p14:cNvPr>
                <p14:cNvContentPartPr/>
                <p14:nvPr/>
              </p14:nvContentPartPr>
              <p14:xfrm>
                <a:off x="10063260" y="4268168"/>
                <a:ext cx="1440" cy="2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196A2E-C7BC-D6E7-1519-D1C9DE11C1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54620" y="4259528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B0A1ABA-58C9-88FF-5635-069B161D2237}"/>
                    </a:ext>
                  </a:extLst>
                </p14:cNvPr>
                <p14:cNvContentPartPr/>
                <p14:nvPr/>
              </p14:nvContentPartPr>
              <p14:xfrm>
                <a:off x="10165500" y="4343408"/>
                <a:ext cx="116640" cy="114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0A1ABA-58C9-88FF-5635-069B161D223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56500" y="4334408"/>
                  <a:ext cx="1342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04A6FE0-A763-63FC-F742-42EDE99C03B6}"/>
              </a:ext>
            </a:extLst>
          </p:cNvPr>
          <p:cNvGrpSpPr/>
          <p:nvPr/>
        </p:nvGrpSpPr>
        <p:grpSpPr>
          <a:xfrm>
            <a:off x="10502820" y="4269968"/>
            <a:ext cx="319320" cy="178200"/>
            <a:chOff x="10502820" y="4269968"/>
            <a:chExt cx="31932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9FE1854-21C5-8049-B427-143B9FCCEF42}"/>
                    </a:ext>
                  </a:extLst>
                </p14:cNvPr>
                <p14:cNvContentPartPr/>
                <p14:nvPr/>
              </p14:nvContentPartPr>
              <p14:xfrm>
                <a:off x="10502820" y="4269968"/>
                <a:ext cx="209520" cy="178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9FE1854-21C5-8049-B427-143B9FCCEF4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94180" y="4260968"/>
                  <a:ext cx="227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3273BA-1FAD-D7DA-B0E4-4D514F198B5C}"/>
                    </a:ext>
                  </a:extLst>
                </p14:cNvPr>
                <p14:cNvContentPartPr/>
                <p14:nvPr/>
              </p14:nvContentPartPr>
              <p14:xfrm>
                <a:off x="10719180" y="4300928"/>
                <a:ext cx="102960" cy="85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3273BA-1FAD-D7DA-B0E4-4D514F198B5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10180" y="4291928"/>
                  <a:ext cx="1206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C82C1EE-FE1F-3EA7-E936-A3DEC9BEFD05}"/>
              </a:ext>
            </a:extLst>
          </p:cNvPr>
          <p:cNvGrpSpPr/>
          <p:nvPr/>
        </p:nvGrpSpPr>
        <p:grpSpPr>
          <a:xfrm>
            <a:off x="11024460" y="4208408"/>
            <a:ext cx="421200" cy="222480"/>
            <a:chOff x="11024460" y="4208408"/>
            <a:chExt cx="42120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CD33B54-1C48-317C-0A47-4A3D2C56B464}"/>
                    </a:ext>
                  </a:extLst>
                </p14:cNvPr>
                <p14:cNvContentPartPr/>
                <p14:nvPr/>
              </p14:nvContentPartPr>
              <p14:xfrm>
                <a:off x="11024460" y="4208408"/>
                <a:ext cx="170280" cy="218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CD33B54-1C48-317C-0A47-4A3D2C56B46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15820" y="4199768"/>
                  <a:ext cx="187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29E7109-F759-F7A5-D137-A4FD234100CF}"/>
                    </a:ext>
                  </a:extLst>
                </p14:cNvPr>
                <p14:cNvContentPartPr/>
                <p14:nvPr/>
              </p14:nvContentPartPr>
              <p14:xfrm>
                <a:off x="11211660" y="4273928"/>
                <a:ext cx="234000" cy="156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29E7109-F759-F7A5-D137-A4FD234100C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02660" y="4265288"/>
                  <a:ext cx="251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BBAE9D-8D09-D0EE-805A-E50800CAFAC2}"/>
                    </a:ext>
                  </a:extLst>
                </p14:cNvPr>
                <p14:cNvContentPartPr/>
                <p14:nvPr/>
              </p14:nvContentPartPr>
              <p14:xfrm>
                <a:off x="11331180" y="4358528"/>
                <a:ext cx="82080" cy="6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BBAE9D-8D09-D0EE-805A-E50800CAFA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322180" y="4349888"/>
                  <a:ext cx="997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4304BEC-EA5C-CCE4-1482-022B585FE8C6}"/>
              </a:ext>
            </a:extLst>
          </p:cNvPr>
          <p:cNvGrpSpPr/>
          <p:nvPr/>
        </p:nvGrpSpPr>
        <p:grpSpPr>
          <a:xfrm>
            <a:off x="10038420" y="4691168"/>
            <a:ext cx="1329480" cy="301320"/>
            <a:chOff x="10038420" y="4691168"/>
            <a:chExt cx="132948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C4AA91D-65D8-06F2-44A6-D443D5441FB5}"/>
                    </a:ext>
                  </a:extLst>
                </p14:cNvPr>
                <p14:cNvContentPartPr/>
                <p14:nvPr/>
              </p14:nvContentPartPr>
              <p14:xfrm>
                <a:off x="10038420" y="4788728"/>
                <a:ext cx="98280" cy="84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C4AA91D-65D8-06F2-44A6-D443D5441FB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29420" y="4780088"/>
                  <a:ext cx="115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E886A45-93F2-B244-684C-9589E82C131E}"/>
                    </a:ext>
                  </a:extLst>
                </p14:cNvPr>
                <p14:cNvContentPartPr/>
                <p14:nvPr/>
              </p14:nvContentPartPr>
              <p14:xfrm>
                <a:off x="10198260" y="4758488"/>
                <a:ext cx="66960" cy="87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E886A45-93F2-B244-684C-9589E82C131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89620" y="4749488"/>
                  <a:ext cx="84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AD9AD9A-88A1-16C4-BDB9-6B671DCDE22A}"/>
                    </a:ext>
                  </a:extLst>
                </p14:cNvPr>
                <p14:cNvContentPartPr/>
                <p14:nvPr/>
              </p14:nvContentPartPr>
              <p14:xfrm>
                <a:off x="10415700" y="4778648"/>
                <a:ext cx="109800" cy="213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AD9AD9A-88A1-16C4-BDB9-6B671DCDE2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07060" y="4769648"/>
                  <a:ext cx="127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07E0A64-5653-5893-3756-27C0DE1F1EB9}"/>
                    </a:ext>
                  </a:extLst>
                </p14:cNvPr>
                <p14:cNvContentPartPr/>
                <p14:nvPr/>
              </p14:nvContentPartPr>
              <p14:xfrm>
                <a:off x="10562940" y="4765688"/>
                <a:ext cx="194400" cy="109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07E0A64-5653-5893-3756-27C0DE1F1EB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53940" y="4757048"/>
                  <a:ext cx="212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9F17E34-4114-CD55-E6FE-9C0FB17B0510}"/>
                    </a:ext>
                  </a:extLst>
                </p14:cNvPr>
                <p14:cNvContentPartPr/>
                <p14:nvPr/>
              </p14:nvContentPartPr>
              <p14:xfrm>
                <a:off x="10790820" y="4691168"/>
                <a:ext cx="228600" cy="203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9F17E34-4114-CD55-E6FE-9C0FB17B051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81820" y="4682528"/>
                  <a:ext cx="246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06DA5D-59EF-19C1-A715-B046FFB07EF2}"/>
                    </a:ext>
                  </a:extLst>
                </p14:cNvPr>
                <p14:cNvContentPartPr/>
                <p14:nvPr/>
              </p14:nvContentPartPr>
              <p14:xfrm>
                <a:off x="11004300" y="4791608"/>
                <a:ext cx="77760" cy="86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06DA5D-59EF-19C1-A715-B046FFB07EF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95300" y="4782608"/>
                  <a:ext cx="95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AC2A5E4-3AEB-EE26-92EA-6D30A1219F11}"/>
                    </a:ext>
                  </a:extLst>
                </p14:cNvPr>
                <p14:cNvContentPartPr/>
                <p14:nvPr/>
              </p14:nvContentPartPr>
              <p14:xfrm>
                <a:off x="11097540" y="4757768"/>
                <a:ext cx="82800" cy="195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AC2A5E4-3AEB-EE26-92EA-6D30A1219F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088900" y="4749128"/>
                  <a:ext cx="100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15F74D-802A-6078-A2B0-0DA7D5C2200F}"/>
                    </a:ext>
                  </a:extLst>
                </p14:cNvPr>
                <p14:cNvContentPartPr/>
                <p14:nvPr/>
              </p14:nvContentPartPr>
              <p14:xfrm>
                <a:off x="11239740" y="4743728"/>
                <a:ext cx="128160" cy="119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15F74D-802A-6078-A2B0-0DA7D5C2200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30740" y="4735088"/>
                  <a:ext cx="1458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0A67A82-0B47-DBEC-34C0-4CF6D07B7318}"/>
              </a:ext>
            </a:extLst>
          </p:cNvPr>
          <p:cNvGrpSpPr/>
          <p:nvPr/>
        </p:nvGrpSpPr>
        <p:grpSpPr>
          <a:xfrm>
            <a:off x="10562940" y="5128208"/>
            <a:ext cx="363600" cy="177480"/>
            <a:chOff x="10562940" y="5128208"/>
            <a:chExt cx="36360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BF5EE5-DE17-CC57-59F9-3A9A3EF003C8}"/>
                    </a:ext>
                  </a:extLst>
                </p14:cNvPr>
                <p14:cNvContentPartPr/>
                <p14:nvPr/>
              </p14:nvContentPartPr>
              <p14:xfrm>
                <a:off x="10562940" y="5128208"/>
                <a:ext cx="166320" cy="177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BF5EE5-DE17-CC57-59F9-3A9A3EF003C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54300" y="5119568"/>
                  <a:ext cx="183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F24510-0A32-3B59-367C-F5F065F2B1E7}"/>
                    </a:ext>
                  </a:extLst>
                </p14:cNvPr>
                <p14:cNvContentPartPr/>
                <p14:nvPr/>
              </p14:nvContentPartPr>
              <p14:xfrm>
                <a:off x="10823940" y="5184008"/>
                <a:ext cx="102600" cy="121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F24510-0A32-3B59-367C-F5F065F2B1E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815300" y="5175008"/>
                  <a:ext cx="12024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6842B1-0AB7-1581-3DFD-7D0435669EAF}"/>
              </a:ext>
            </a:extLst>
          </p:cNvPr>
          <p:cNvGrpSpPr/>
          <p:nvPr/>
        </p:nvGrpSpPr>
        <p:grpSpPr>
          <a:xfrm>
            <a:off x="11133540" y="5067008"/>
            <a:ext cx="340920" cy="206640"/>
            <a:chOff x="11133540" y="5067008"/>
            <a:chExt cx="34092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3153987-CFCE-9612-CFD8-ED2B6DA5D3C2}"/>
                    </a:ext>
                  </a:extLst>
                </p14:cNvPr>
                <p14:cNvContentPartPr/>
                <p14:nvPr/>
              </p14:nvContentPartPr>
              <p14:xfrm>
                <a:off x="11133540" y="5101928"/>
                <a:ext cx="57960" cy="135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3153987-CFCE-9612-CFD8-ED2B6DA5D3C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124900" y="5092928"/>
                  <a:ext cx="75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01FDE8-CA3F-4AA5-7796-6D4561A0EC1D}"/>
                    </a:ext>
                  </a:extLst>
                </p14:cNvPr>
                <p14:cNvContentPartPr/>
                <p14:nvPr/>
              </p14:nvContentPartPr>
              <p14:xfrm>
                <a:off x="11149380" y="5067008"/>
                <a:ext cx="123840" cy="192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01FDE8-CA3F-4AA5-7796-6D4561A0EC1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140380" y="5058368"/>
                  <a:ext cx="141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775A84E-0952-C911-5235-21ED382D1C7C}"/>
                    </a:ext>
                  </a:extLst>
                </p14:cNvPr>
                <p14:cNvContentPartPr/>
                <p14:nvPr/>
              </p14:nvContentPartPr>
              <p14:xfrm>
                <a:off x="11325780" y="5124968"/>
                <a:ext cx="148680" cy="148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775A84E-0952-C911-5235-21ED382D1C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317140" y="5116328"/>
                  <a:ext cx="166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043BA29-CF3A-7FB7-E0BF-7CCC59BCB979}"/>
                    </a:ext>
                  </a:extLst>
                </p14:cNvPr>
                <p14:cNvContentPartPr/>
                <p14:nvPr/>
              </p14:nvContentPartPr>
              <p14:xfrm>
                <a:off x="11362140" y="5213888"/>
                <a:ext cx="72360" cy="7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043BA29-CF3A-7FB7-E0BF-7CCC59BCB9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53500" y="5204888"/>
                  <a:ext cx="900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3CE8C66-5C96-2089-8FC1-E0DC4A086F8E}"/>
              </a:ext>
            </a:extLst>
          </p:cNvPr>
          <p:cNvGrpSpPr/>
          <p:nvPr/>
        </p:nvGrpSpPr>
        <p:grpSpPr>
          <a:xfrm>
            <a:off x="9066420" y="5605568"/>
            <a:ext cx="2908800" cy="761040"/>
            <a:chOff x="9066420" y="5605568"/>
            <a:chExt cx="2908800" cy="76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FFD65C6-39C4-9644-4F26-0D0FAFF55EA2}"/>
                    </a:ext>
                  </a:extLst>
                </p14:cNvPr>
                <p14:cNvContentPartPr/>
                <p14:nvPr/>
              </p14:nvContentPartPr>
              <p14:xfrm>
                <a:off x="9066420" y="5766488"/>
                <a:ext cx="150480" cy="119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FFD65C6-39C4-9644-4F26-0D0FAFF55EA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57420" y="5757848"/>
                  <a:ext cx="168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B1C7FC-D5C3-FB6C-BD72-69AC8C9B7055}"/>
                    </a:ext>
                  </a:extLst>
                </p14:cNvPr>
                <p14:cNvContentPartPr/>
                <p14:nvPr/>
              </p14:nvContentPartPr>
              <p14:xfrm>
                <a:off x="9262620" y="5780888"/>
                <a:ext cx="77400" cy="198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B1C7FC-D5C3-FB6C-BD72-69AC8C9B70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253980" y="5771888"/>
                  <a:ext cx="95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A578AD6-46AA-BBD1-C422-13E0EAB9E712}"/>
                    </a:ext>
                  </a:extLst>
                </p14:cNvPr>
                <p14:cNvContentPartPr/>
                <p14:nvPr/>
              </p14:nvContentPartPr>
              <p14:xfrm>
                <a:off x="9387540" y="5757848"/>
                <a:ext cx="104760" cy="190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A578AD6-46AA-BBD1-C422-13E0EAB9E71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78900" y="5749208"/>
                  <a:ext cx="122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098A25-296B-8D81-136B-1F73A7E7B4E4}"/>
                    </a:ext>
                  </a:extLst>
                </p14:cNvPr>
                <p14:cNvContentPartPr/>
                <p14:nvPr/>
              </p14:nvContentPartPr>
              <p14:xfrm>
                <a:off x="9548820" y="5648048"/>
                <a:ext cx="180000" cy="260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098A25-296B-8D81-136B-1F73A7E7B4E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39820" y="5639408"/>
                  <a:ext cx="1976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B1B6FBD-0445-7EDB-05DC-6E9A927559A4}"/>
                    </a:ext>
                  </a:extLst>
                </p14:cNvPr>
                <p14:cNvContentPartPr/>
                <p14:nvPr/>
              </p14:nvContentPartPr>
              <p14:xfrm>
                <a:off x="9642420" y="5678288"/>
                <a:ext cx="37800" cy="46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B1B6FBD-0445-7EDB-05DC-6E9A927559A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33780" y="5669648"/>
                  <a:ext cx="55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F56AE09-BBC9-7725-6397-DE072684F3F6}"/>
                    </a:ext>
                  </a:extLst>
                </p14:cNvPr>
                <p14:cNvContentPartPr/>
                <p14:nvPr/>
              </p14:nvContentPartPr>
              <p14:xfrm>
                <a:off x="9776700" y="5772248"/>
                <a:ext cx="111240" cy="113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F56AE09-BBC9-7725-6397-DE072684F3F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68060" y="5763608"/>
                  <a:ext cx="128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17CBA65-0552-6E63-2629-A08177F0BB04}"/>
                    </a:ext>
                  </a:extLst>
                </p14:cNvPr>
                <p14:cNvContentPartPr/>
                <p14:nvPr/>
              </p14:nvContentPartPr>
              <p14:xfrm>
                <a:off x="9912060" y="5778008"/>
                <a:ext cx="141480" cy="82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17CBA65-0552-6E63-2629-A08177F0BB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03420" y="5769008"/>
                  <a:ext cx="159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FA0BF53-5343-7FCD-8A57-7E8541E4BEC7}"/>
                    </a:ext>
                  </a:extLst>
                </p14:cNvPr>
                <p14:cNvContentPartPr/>
                <p14:nvPr/>
              </p14:nvContentPartPr>
              <p14:xfrm>
                <a:off x="10011420" y="5605568"/>
                <a:ext cx="201600" cy="241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FA0BF53-5343-7FCD-8A57-7E8541E4BEC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02780" y="5596928"/>
                  <a:ext cx="219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8EACB56-02B5-630F-0F38-67162DC7AD30}"/>
                    </a:ext>
                  </a:extLst>
                </p14:cNvPr>
                <p14:cNvContentPartPr/>
                <p14:nvPr/>
              </p14:nvContentPartPr>
              <p14:xfrm>
                <a:off x="10105020" y="5631848"/>
                <a:ext cx="40320" cy="38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8EACB56-02B5-630F-0F38-67162DC7AD3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96020" y="5622848"/>
                  <a:ext cx="579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2B8A0E-E78A-D433-25C1-4EBF0E5329DF}"/>
                    </a:ext>
                  </a:extLst>
                </p14:cNvPr>
                <p14:cNvContentPartPr/>
                <p14:nvPr/>
              </p14:nvContentPartPr>
              <p14:xfrm>
                <a:off x="10292580" y="5776568"/>
                <a:ext cx="331920" cy="80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2B8A0E-E78A-D433-25C1-4EBF0E5329D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83940" y="5767568"/>
                  <a:ext cx="349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CEFC481-22C7-D6E2-4D28-3B17B7C7B5EF}"/>
                    </a:ext>
                  </a:extLst>
                </p14:cNvPr>
                <p14:cNvContentPartPr/>
                <p14:nvPr/>
              </p14:nvContentPartPr>
              <p14:xfrm>
                <a:off x="10731780" y="5740928"/>
                <a:ext cx="7560" cy="3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CEFC481-22C7-D6E2-4D28-3B17B7C7B5E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23140" y="5731928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9910D3-3D57-179D-B9F0-86C7C3E91C32}"/>
                    </a:ext>
                  </a:extLst>
                </p14:cNvPr>
                <p14:cNvContentPartPr/>
                <p14:nvPr/>
              </p14:nvContentPartPr>
              <p14:xfrm>
                <a:off x="10734660" y="5829128"/>
                <a:ext cx="4320" cy="13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9910D3-3D57-179D-B9F0-86C7C3E91C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26020" y="5820128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107E5B4-EC6B-3235-530D-013AF5428463}"/>
                    </a:ext>
                  </a:extLst>
                </p14:cNvPr>
                <p14:cNvContentPartPr/>
                <p14:nvPr/>
              </p14:nvContentPartPr>
              <p14:xfrm>
                <a:off x="10911060" y="5644448"/>
                <a:ext cx="388080" cy="202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107E5B4-EC6B-3235-530D-013AF542846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02420" y="5635808"/>
                  <a:ext cx="405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C5C91E-ACDA-5122-2C59-00B19200DF3D}"/>
                    </a:ext>
                  </a:extLst>
                </p14:cNvPr>
                <p14:cNvContentPartPr/>
                <p14:nvPr/>
              </p14:nvContentPartPr>
              <p14:xfrm>
                <a:off x="11297700" y="5727968"/>
                <a:ext cx="141120" cy="93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C5C91E-ACDA-5122-2C59-00B19200DF3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288700" y="5719328"/>
                  <a:ext cx="158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D85D6E-D694-B8FC-DBFB-C870E893FA44}"/>
                    </a:ext>
                  </a:extLst>
                </p14:cNvPr>
                <p14:cNvContentPartPr/>
                <p14:nvPr/>
              </p14:nvContentPartPr>
              <p14:xfrm>
                <a:off x="11474100" y="5686928"/>
                <a:ext cx="69840" cy="138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D85D6E-D694-B8FC-DBFB-C870E893FA4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465100" y="5677928"/>
                  <a:ext cx="87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983F69B-D352-9359-E469-98329A78A885}"/>
                    </a:ext>
                  </a:extLst>
                </p14:cNvPr>
                <p14:cNvContentPartPr/>
                <p14:nvPr/>
              </p14:nvContentPartPr>
              <p14:xfrm>
                <a:off x="11593980" y="5761448"/>
                <a:ext cx="117720" cy="50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983F69B-D352-9359-E469-98329A78A88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585340" y="5752448"/>
                  <a:ext cx="135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80B10E2-DC96-77D9-B261-3804C8CA2027}"/>
                    </a:ext>
                  </a:extLst>
                </p14:cNvPr>
                <p14:cNvContentPartPr/>
                <p14:nvPr/>
              </p14:nvContentPartPr>
              <p14:xfrm>
                <a:off x="11773260" y="5721128"/>
                <a:ext cx="201960" cy="99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80B10E2-DC96-77D9-B261-3804C8CA202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764620" y="5712128"/>
                  <a:ext cx="219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AFBE81A-57F6-942B-82EE-38382BBB31CB}"/>
                    </a:ext>
                  </a:extLst>
                </p14:cNvPr>
                <p14:cNvContentPartPr/>
                <p14:nvPr/>
              </p14:nvContentPartPr>
              <p14:xfrm>
                <a:off x="9138780" y="6140528"/>
                <a:ext cx="145800" cy="115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AFBE81A-57F6-942B-82EE-38382BBB31C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29780" y="6131888"/>
                  <a:ext cx="163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9D2C188-1546-81C2-3590-B09FBAC74893}"/>
                    </a:ext>
                  </a:extLst>
                </p14:cNvPr>
                <p14:cNvContentPartPr/>
                <p14:nvPr/>
              </p14:nvContentPartPr>
              <p14:xfrm>
                <a:off x="9291420" y="6167888"/>
                <a:ext cx="114840" cy="198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9D2C188-1546-81C2-3590-B09FBAC748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82420" y="6159248"/>
                  <a:ext cx="132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ABD9032-D2B7-C00C-D2FB-B39AE771813F}"/>
                    </a:ext>
                  </a:extLst>
                </p14:cNvPr>
                <p14:cNvContentPartPr/>
                <p14:nvPr/>
              </p14:nvContentPartPr>
              <p14:xfrm>
                <a:off x="9439380" y="6135488"/>
                <a:ext cx="262440" cy="137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ABD9032-D2B7-C00C-D2FB-B39AE77181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30740" y="6126488"/>
                  <a:ext cx="280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9EE82C9-347E-DF63-1A73-0D6F4AD7A85D}"/>
                    </a:ext>
                  </a:extLst>
                </p14:cNvPr>
                <p14:cNvContentPartPr/>
                <p14:nvPr/>
              </p14:nvContentPartPr>
              <p14:xfrm>
                <a:off x="9720180" y="5990408"/>
                <a:ext cx="114840" cy="271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9EE82C9-347E-DF63-1A73-0D6F4AD7A85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11540" y="5981408"/>
                  <a:ext cx="1324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B5102F0-4C53-A8B0-6ED6-174518675887}"/>
                    </a:ext>
                  </a:extLst>
                </p14:cNvPr>
                <p14:cNvContentPartPr/>
                <p14:nvPr/>
              </p14:nvContentPartPr>
              <p14:xfrm>
                <a:off x="10056420" y="6140528"/>
                <a:ext cx="91800" cy="62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B5102F0-4C53-A8B0-6ED6-17451867588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47420" y="6131888"/>
                  <a:ext cx="109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DBA7B33-3B76-BE84-AB29-4EE1843A7490}"/>
                    </a:ext>
                  </a:extLst>
                </p14:cNvPr>
                <p14:cNvContentPartPr/>
                <p14:nvPr/>
              </p14:nvContentPartPr>
              <p14:xfrm>
                <a:off x="10177380" y="5989328"/>
                <a:ext cx="141120" cy="360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DBA7B33-3B76-BE84-AB29-4EE1843A749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168380" y="5980328"/>
                  <a:ext cx="158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B580A7B-AF7D-70E3-06CC-798E1827FF92}"/>
                    </a:ext>
                  </a:extLst>
                </p14:cNvPr>
                <p14:cNvContentPartPr/>
                <p14:nvPr/>
              </p14:nvContentPartPr>
              <p14:xfrm>
                <a:off x="10187460" y="6224048"/>
                <a:ext cx="115200" cy="5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B580A7B-AF7D-70E3-06CC-798E1827FF9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178820" y="6215048"/>
                  <a:ext cx="132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357E24A-4D09-0A8C-11C4-8E544DE54288}"/>
                    </a:ext>
                  </a:extLst>
                </p14:cNvPr>
                <p14:cNvContentPartPr/>
                <p14:nvPr/>
              </p14:nvContentPartPr>
              <p14:xfrm>
                <a:off x="10536660" y="6030728"/>
                <a:ext cx="68040" cy="223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357E24A-4D09-0A8C-11C4-8E544DE5428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527660" y="6022088"/>
                  <a:ext cx="85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F652CAE-F5A3-6539-05D9-54D5380905FB}"/>
                    </a:ext>
                  </a:extLst>
                </p14:cNvPr>
                <p14:cNvContentPartPr/>
                <p14:nvPr/>
              </p14:nvContentPartPr>
              <p14:xfrm>
                <a:off x="10489860" y="6166808"/>
                <a:ext cx="155880" cy="16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F652CAE-F5A3-6539-05D9-54D5380905F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81220" y="6158168"/>
                  <a:ext cx="173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D4F7C13-B324-D36B-30EB-95DFBE39550E}"/>
                    </a:ext>
                  </a:extLst>
                </p14:cNvPr>
                <p14:cNvContentPartPr/>
                <p14:nvPr/>
              </p14:nvContentPartPr>
              <p14:xfrm>
                <a:off x="10651860" y="6187688"/>
                <a:ext cx="101160" cy="53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D4F7C13-B324-D36B-30EB-95DFBE39550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43220" y="6178688"/>
                  <a:ext cx="118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A417EF1-5E81-34F7-A12E-5B45190B03A7}"/>
                    </a:ext>
                  </a:extLst>
                </p14:cNvPr>
                <p14:cNvContentPartPr/>
                <p14:nvPr/>
              </p14:nvContentPartPr>
              <p14:xfrm>
                <a:off x="10815660" y="6115328"/>
                <a:ext cx="56520" cy="129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A417EF1-5E81-34F7-A12E-5B45190B03A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807020" y="6106328"/>
                  <a:ext cx="74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FF07769-6284-B459-90A3-580AB8A929D1}"/>
                    </a:ext>
                  </a:extLst>
                </p14:cNvPr>
                <p14:cNvContentPartPr/>
                <p14:nvPr/>
              </p14:nvContentPartPr>
              <p14:xfrm>
                <a:off x="10915380" y="5995448"/>
                <a:ext cx="131400" cy="219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FF07769-6284-B459-90A3-580AB8A929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906740" y="5986448"/>
                  <a:ext cx="149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1938A81-87B5-9CC0-DB98-5B388B29B4A7}"/>
                    </a:ext>
                  </a:extLst>
                </p14:cNvPr>
                <p14:cNvContentPartPr/>
                <p14:nvPr/>
              </p14:nvContentPartPr>
              <p14:xfrm>
                <a:off x="11127420" y="6161768"/>
                <a:ext cx="20160" cy="59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1938A81-87B5-9CC0-DB98-5B388B29B4A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118420" y="6152768"/>
                  <a:ext cx="37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FEB961E-10E6-54B6-C583-3E10E41351FF}"/>
                    </a:ext>
                  </a:extLst>
                </p14:cNvPr>
                <p14:cNvContentPartPr/>
                <p14:nvPr/>
              </p14:nvContentPartPr>
              <p14:xfrm>
                <a:off x="11087100" y="6010928"/>
                <a:ext cx="5400" cy="24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FEB961E-10E6-54B6-C583-3E10E41351F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078100" y="6002288"/>
                  <a:ext cx="23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C4CB88E-FFBB-C017-60C4-AFA74BD348B7}"/>
                    </a:ext>
                  </a:extLst>
                </p14:cNvPr>
                <p14:cNvContentPartPr/>
                <p14:nvPr/>
              </p14:nvContentPartPr>
              <p14:xfrm>
                <a:off x="11196180" y="6151328"/>
                <a:ext cx="170640" cy="83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C4CB88E-FFBB-C017-60C4-AFA74BD348B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187180" y="6142328"/>
                  <a:ext cx="188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A0C43E-35BA-770C-E395-65BB9542A7A4}"/>
                    </a:ext>
                  </a:extLst>
                </p14:cNvPr>
                <p14:cNvContentPartPr/>
                <p14:nvPr/>
              </p14:nvContentPartPr>
              <p14:xfrm>
                <a:off x="11367180" y="6119288"/>
                <a:ext cx="193320" cy="141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A0C43E-35BA-770C-E395-65BB9542A7A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358180" y="6110288"/>
                  <a:ext cx="21096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55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Reconstruction, D/A,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Quantization Noise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interpolation gives the theory; ZOH and finite bit depth explain what hardware actually does.</a:t>
            </a:r>
            <a:endParaRPr lang="en-US" sz="2000" dirty="0"/>
          </a:p>
        </p:txBody>
      </p:sp>
      <p:pic>
        <p:nvPicPr>
          <p:cNvPr id="6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78" y="960120"/>
            <a:ext cx="4898605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25196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36168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ideal D/C • sinc interpolation • zero-order hold • quantization • SQNR • PyTorch dtype bridge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Recap: after Lecture 3, we trust the sample times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ask how to reconstruct between samples and represent amplitudes.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4301"/>
            <a:ext cx="10789920" cy="2734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error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1707857"/>
            <a:ext cx="23447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error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moves energy to the wrong frequency. It is fundamentally non-unique.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2636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99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maps a continuous amplitude to one of finitely many levels.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5005718-6BCA-1B52-E0F9-00FC7795755C}"/>
                  </a:ext>
                </a:extLst>
              </p14:cNvPr>
              <p14:cNvContentPartPr/>
              <p14:nvPr/>
            </p14:nvContentPartPr>
            <p14:xfrm>
              <a:off x="1340820" y="5415488"/>
              <a:ext cx="97920" cy="155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5005718-6BCA-1B52-E0F9-00FC779575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2180" y="5406488"/>
                <a:ext cx="1155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265E051-0C8B-6389-CED9-FF28764CEF02}"/>
                  </a:ext>
                </a:extLst>
              </p14:cNvPr>
              <p14:cNvContentPartPr/>
              <p14:nvPr/>
            </p14:nvContentPartPr>
            <p14:xfrm>
              <a:off x="1494900" y="5480648"/>
              <a:ext cx="129600" cy="80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265E051-0C8B-6389-CED9-FF28764CEF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86260" y="5471648"/>
                <a:ext cx="147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E38B57C-9BA8-D8E4-67B4-FF85A68EE959}"/>
                  </a:ext>
                </a:extLst>
              </p14:cNvPr>
              <p14:cNvContentPartPr/>
              <p14:nvPr/>
            </p14:nvContentPartPr>
            <p14:xfrm>
              <a:off x="1677780" y="5501888"/>
              <a:ext cx="251280" cy="45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E38B57C-9BA8-D8E4-67B4-FF85A68EE9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9140" y="5492888"/>
                <a:ext cx="2689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CF87A2-764F-594F-81DC-D3B68CA793D8}"/>
                  </a:ext>
                </a:extLst>
              </p14:cNvPr>
              <p14:cNvContentPartPr/>
              <p14:nvPr/>
            </p14:nvContentPartPr>
            <p14:xfrm>
              <a:off x="2023380" y="5453648"/>
              <a:ext cx="84960" cy="238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CF87A2-764F-594F-81DC-D3B68CA793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14380" y="5444648"/>
                <a:ext cx="1026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D836156-A517-84D1-A508-07D45018DE98}"/>
                  </a:ext>
                </a:extLst>
              </p14:cNvPr>
              <p14:cNvContentPartPr/>
              <p14:nvPr/>
            </p14:nvContentPartPr>
            <p14:xfrm>
              <a:off x="2140380" y="5266448"/>
              <a:ext cx="228240" cy="285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D836156-A517-84D1-A508-07D45018DE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31380" y="5257808"/>
                <a:ext cx="2458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45EF4B-5208-2FD0-7D31-1AB0BB1386A0}"/>
                  </a:ext>
                </a:extLst>
              </p14:cNvPr>
              <p14:cNvContentPartPr/>
              <p14:nvPr/>
            </p14:nvContentPartPr>
            <p14:xfrm>
              <a:off x="2296260" y="5358248"/>
              <a:ext cx="9000" cy="12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45EF4B-5208-2FD0-7D31-1AB0BB1386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87260" y="5349248"/>
                <a:ext cx="266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248A957-CA68-CE05-8004-43EE82D6A184}"/>
                  </a:ext>
                </a:extLst>
              </p14:cNvPr>
              <p14:cNvContentPartPr/>
              <p14:nvPr/>
            </p14:nvContentPartPr>
            <p14:xfrm>
              <a:off x="2374020" y="5465528"/>
              <a:ext cx="212760" cy="81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248A957-CA68-CE05-8004-43EE82D6A1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65380" y="5456528"/>
                <a:ext cx="2304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45E7675-4C57-D35F-3F6D-07124F6957F1}"/>
                  </a:ext>
                </a:extLst>
              </p14:cNvPr>
              <p14:cNvContentPartPr/>
              <p14:nvPr/>
            </p14:nvContentPartPr>
            <p14:xfrm>
              <a:off x="2565540" y="5444288"/>
              <a:ext cx="203760" cy="240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45E7675-4C57-D35F-3F6D-07124F6957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56540" y="5435288"/>
                <a:ext cx="22140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9136E8D-1737-FAD9-C5B0-B8E42C3C97C3}"/>
              </a:ext>
            </a:extLst>
          </p:cNvPr>
          <p:cNvGrpSpPr/>
          <p:nvPr/>
        </p:nvGrpSpPr>
        <p:grpSpPr>
          <a:xfrm>
            <a:off x="1470420" y="5886368"/>
            <a:ext cx="374400" cy="188280"/>
            <a:chOff x="1470420" y="5886368"/>
            <a:chExt cx="37440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6D3637-382E-8375-876B-613F4C247536}"/>
                    </a:ext>
                  </a:extLst>
                </p14:cNvPr>
                <p14:cNvContentPartPr/>
                <p14:nvPr/>
              </p14:nvContentPartPr>
              <p14:xfrm>
                <a:off x="1470420" y="5886368"/>
                <a:ext cx="161640" cy="188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6D3637-382E-8375-876B-613F4C2475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61780" y="5877368"/>
                  <a:ext cx="1792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F6E13B-DCE0-1867-13EE-0045BECBAA20}"/>
                    </a:ext>
                  </a:extLst>
                </p14:cNvPr>
                <p14:cNvContentPartPr/>
                <p14:nvPr/>
              </p14:nvContentPartPr>
              <p14:xfrm>
                <a:off x="1760940" y="5927048"/>
                <a:ext cx="25200" cy="13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F6E13B-DCE0-1867-13EE-0045BECBAA2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52300" y="5918048"/>
                  <a:ext cx="428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06F9EE-87BB-CF2B-2456-4C734F1FD444}"/>
                    </a:ext>
                  </a:extLst>
                </p14:cNvPr>
                <p14:cNvContentPartPr/>
                <p14:nvPr/>
              </p14:nvContentPartPr>
              <p14:xfrm>
                <a:off x="1680660" y="5896088"/>
                <a:ext cx="164160" cy="16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06F9EE-87BB-CF2B-2456-4C734F1FD4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71660" y="5887088"/>
                  <a:ext cx="1818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F5306B-BD4C-1205-C649-7C54AA299BA9}"/>
              </a:ext>
            </a:extLst>
          </p:cNvPr>
          <p:cNvGrpSpPr/>
          <p:nvPr/>
        </p:nvGrpSpPr>
        <p:grpSpPr>
          <a:xfrm>
            <a:off x="2032740" y="5858288"/>
            <a:ext cx="276480" cy="136080"/>
            <a:chOff x="2032740" y="5858288"/>
            <a:chExt cx="27648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E32CFF-D16D-CAB0-D3A7-0036C33DB45B}"/>
                    </a:ext>
                  </a:extLst>
                </p14:cNvPr>
                <p14:cNvContentPartPr/>
                <p14:nvPr/>
              </p14:nvContentPartPr>
              <p14:xfrm>
                <a:off x="2032740" y="5953328"/>
                <a:ext cx="203040" cy="12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E32CFF-D16D-CAB0-D3A7-0036C33DB45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24100" y="5944688"/>
                  <a:ext cx="22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F002671-F0E6-9838-03ED-98C591B364BD}"/>
                    </a:ext>
                  </a:extLst>
                </p14:cNvPr>
                <p14:cNvContentPartPr/>
                <p14:nvPr/>
              </p14:nvContentPartPr>
              <p14:xfrm>
                <a:off x="2184300" y="5858288"/>
                <a:ext cx="124920" cy="13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F002671-F0E6-9838-03ED-98C591B364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75300" y="5849288"/>
                  <a:ext cx="14256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BD90C9-70EF-EC6A-53F3-B50295463515}"/>
              </a:ext>
            </a:extLst>
          </p:cNvPr>
          <p:cNvGrpSpPr/>
          <p:nvPr/>
        </p:nvGrpSpPr>
        <p:grpSpPr>
          <a:xfrm>
            <a:off x="2514060" y="5823728"/>
            <a:ext cx="390240" cy="204120"/>
            <a:chOff x="2514060" y="5823728"/>
            <a:chExt cx="390240" cy="2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19459C5-03DA-DA51-B1A2-5A0839B62B0B}"/>
                    </a:ext>
                  </a:extLst>
                </p14:cNvPr>
                <p14:cNvContentPartPr/>
                <p14:nvPr/>
              </p14:nvContentPartPr>
              <p14:xfrm>
                <a:off x="2514060" y="5833448"/>
                <a:ext cx="152640" cy="194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19459C5-03DA-DA51-B1A2-5A0839B62B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05060" y="5824448"/>
                  <a:ext cx="170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2362B66-9A84-5E4A-669B-29487DABA674}"/>
                    </a:ext>
                  </a:extLst>
                </p14:cNvPr>
                <p14:cNvContentPartPr/>
                <p14:nvPr/>
              </p14:nvContentPartPr>
              <p14:xfrm>
                <a:off x="2833020" y="5860448"/>
                <a:ext cx="48600" cy="134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2362B66-9A84-5E4A-669B-29487DABA6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24380" y="5851448"/>
                  <a:ext cx="66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A9DA59-1201-7D0B-0254-ED2E6ADA5EB1}"/>
                    </a:ext>
                  </a:extLst>
                </p14:cNvPr>
                <p14:cNvContentPartPr/>
                <p14:nvPr/>
              </p14:nvContentPartPr>
              <p14:xfrm>
                <a:off x="2707740" y="5823728"/>
                <a:ext cx="196560" cy="5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A9DA59-1201-7D0B-0254-ED2E6ADA5E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99100" y="5814728"/>
                  <a:ext cx="214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65F89F-CF6D-1ADF-D00D-6D34C568F329}"/>
              </a:ext>
            </a:extLst>
          </p:cNvPr>
          <p:cNvGrpSpPr/>
          <p:nvPr/>
        </p:nvGrpSpPr>
        <p:grpSpPr>
          <a:xfrm>
            <a:off x="6389100" y="5288768"/>
            <a:ext cx="2111040" cy="367560"/>
            <a:chOff x="6389100" y="5288768"/>
            <a:chExt cx="211104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387893-D00C-6570-C1F5-78F706E34B4A}"/>
                    </a:ext>
                  </a:extLst>
                </p14:cNvPr>
                <p14:cNvContentPartPr/>
                <p14:nvPr/>
              </p14:nvContentPartPr>
              <p14:xfrm>
                <a:off x="6389100" y="5412608"/>
                <a:ext cx="157320" cy="243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387893-D00C-6570-C1F5-78F706E34B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0100" y="5403968"/>
                  <a:ext cx="174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FF00ED6-1BE2-F9E5-3296-8FF4B6C9B1AB}"/>
                    </a:ext>
                  </a:extLst>
                </p14:cNvPr>
                <p14:cNvContentPartPr/>
                <p14:nvPr/>
              </p14:nvContentPartPr>
              <p14:xfrm>
                <a:off x="6549660" y="5468048"/>
                <a:ext cx="162360" cy="71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FF00ED6-1BE2-F9E5-3296-8FF4B6C9B1A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41020" y="5459048"/>
                  <a:ext cx="180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71DC47-51B3-897B-D443-8EAA63E7D713}"/>
                    </a:ext>
                  </a:extLst>
                </p14:cNvPr>
                <p14:cNvContentPartPr/>
                <p14:nvPr/>
              </p14:nvContentPartPr>
              <p14:xfrm>
                <a:off x="6748020" y="5423408"/>
                <a:ext cx="136440" cy="10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71DC47-51B3-897B-D443-8EAA63E7D7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39380" y="5414768"/>
                  <a:ext cx="154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D9343B-8D2F-F8DF-115F-4FACD54767A5}"/>
                    </a:ext>
                  </a:extLst>
                </p14:cNvPr>
                <p14:cNvContentPartPr/>
                <p14:nvPr/>
              </p14:nvContentPartPr>
              <p14:xfrm>
                <a:off x="6915060" y="5465168"/>
                <a:ext cx="177120" cy="70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D9343B-8D2F-F8DF-115F-4FACD54767A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06060" y="5456168"/>
                  <a:ext cx="194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9F774C3-6ECF-3C0F-821A-FE8CAA51C7CA}"/>
                    </a:ext>
                  </a:extLst>
                </p14:cNvPr>
                <p14:cNvContentPartPr/>
                <p14:nvPr/>
              </p14:nvContentPartPr>
              <p14:xfrm>
                <a:off x="7138260" y="5309648"/>
                <a:ext cx="87480" cy="18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9F774C3-6ECF-3C0F-821A-FE8CAA51C7C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29620" y="5300648"/>
                  <a:ext cx="105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620C28-E037-16A1-6CB4-6C9D1F874605}"/>
                    </a:ext>
                  </a:extLst>
                </p14:cNvPr>
                <p14:cNvContentPartPr/>
                <p14:nvPr/>
              </p14:nvContentPartPr>
              <p14:xfrm>
                <a:off x="7112340" y="5430968"/>
                <a:ext cx="276840" cy="71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5620C28-E037-16A1-6CB4-6C9D1F8746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03700" y="5422328"/>
                  <a:ext cx="294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41B9747-1C27-525B-B023-63837742D9F1}"/>
                    </a:ext>
                  </a:extLst>
                </p14:cNvPr>
                <p14:cNvContentPartPr/>
                <p14:nvPr/>
              </p14:nvContentPartPr>
              <p14:xfrm>
                <a:off x="7294140" y="5310728"/>
                <a:ext cx="21240" cy="26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41B9747-1C27-525B-B023-63837742D9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85500" y="5302088"/>
                  <a:ext cx="3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3C1D8B-8A9C-4563-CF2F-D1D1459C4EF7}"/>
                    </a:ext>
                  </a:extLst>
                </p14:cNvPr>
                <p14:cNvContentPartPr/>
                <p14:nvPr/>
              </p14:nvContentPartPr>
              <p14:xfrm>
                <a:off x="7450020" y="5366168"/>
                <a:ext cx="177840" cy="172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3C1D8B-8A9C-4563-CF2F-D1D1459C4EF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41380" y="5357168"/>
                  <a:ext cx="195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0A142D-9FC1-65FC-5CD0-165428543F0C}"/>
                    </a:ext>
                  </a:extLst>
                </p14:cNvPr>
                <p14:cNvContentPartPr/>
                <p14:nvPr/>
              </p14:nvContentPartPr>
              <p14:xfrm>
                <a:off x="7507260" y="5469488"/>
                <a:ext cx="191160" cy="2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E0A142D-9FC1-65FC-5CD0-165428543F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98260" y="5460848"/>
                  <a:ext cx="208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8BFA67-41E8-4A3A-40DC-42565D69AF3B}"/>
                    </a:ext>
                  </a:extLst>
                </p14:cNvPr>
                <p14:cNvContentPartPr/>
                <p14:nvPr/>
              </p14:nvContentPartPr>
              <p14:xfrm>
                <a:off x="7727580" y="5460848"/>
                <a:ext cx="137520" cy="82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8BFA67-41E8-4A3A-40DC-42565D69AF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18580" y="5452208"/>
                  <a:ext cx="155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3857C9-2613-B534-456B-1D17BC8CBB46}"/>
                    </a:ext>
                  </a:extLst>
                </p14:cNvPr>
                <p14:cNvContentPartPr/>
                <p14:nvPr/>
              </p14:nvContentPartPr>
              <p14:xfrm>
                <a:off x="7844940" y="5288768"/>
                <a:ext cx="86400" cy="212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3857C9-2613-B534-456B-1D17BC8CBB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36300" y="5280128"/>
                  <a:ext cx="104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F52CD75-0025-F709-B377-44EF5DFCBECA}"/>
                    </a:ext>
                  </a:extLst>
                </p14:cNvPr>
                <p14:cNvContentPartPr/>
                <p14:nvPr/>
              </p14:nvContentPartPr>
              <p14:xfrm>
                <a:off x="7849980" y="5414048"/>
                <a:ext cx="213120" cy="5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F52CD75-0025-F709-B377-44EF5DFCBEC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41340" y="5405048"/>
                  <a:ext cx="230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409964C-00FA-DB37-C277-6CAF1551A90E}"/>
                    </a:ext>
                  </a:extLst>
                </p14:cNvPr>
                <p14:cNvContentPartPr/>
                <p14:nvPr/>
              </p14:nvContentPartPr>
              <p14:xfrm>
                <a:off x="8005860" y="5288768"/>
                <a:ext cx="12960" cy="40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409964C-00FA-DB37-C277-6CAF1551A9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97220" y="5280128"/>
                  <a:ext cx="30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BEA446F-C476-9B50-938C-67AEF2B8535B}"/>
                    </a:ext>
                  </a:extLst>
                </p14:cNvPr>
                <p14:cNvContentPartPr/>
                <p14:nvPr/>
              </p14:nvContentPartPr>
              <p14:xfrm>
                <a:off x="8176140" y="5382368"/>
                <a:ext cx="92520" cy="100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BEA446F-C476-9B50-938C-67AEF2B8535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67500" y="5373728"/>
                  <a:ext cx="110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855EC7E-C414-60EA-4984-D60DF90E00FD}"/>
                    </a:ext>
                  </a:extLst>
                </p14:cNvPr>
                <p14:cNvContentPartPr/>
                <p14:nvPr/>
              </p14:nvContentPartPr>
              <p14:xfrm>
                <a:off x="8332740" y="5402888"/>
                <a:ext cx="167400" cy="49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855EC7E-C414-60EA-4984-D60DF90E00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24100" y="5393888"/>
                  <a:ext cx="18504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E31AF8E-91E0-813F-7402-063A265B2754}"/>
              </a:ext>
            </a:extLst>
          </p:cNvPr>
          <p:cNvGrpSpPr/>
          <p:nvPr/>
        </p:nvGrpSpPr>
        <p:grpSpPr>
          <a:xfrm>
            <a:off x="6467580" y="5766848"/>
            <a:ext cx="1414080" cy="214560"/>
            <a:chOff x="6467580" y="5766848"/>
            <a:chExt cx="141408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CF05414-DE3F-657D-F52E-F772D4C35609}"/>
                    </a:ext>
                  </a:extLst>
                </p14:cNvPr>
                <p14:cNvContentPartPr/>
                <p14:nvPr/>
              </p14:nvContentPartPr>
              <p14:xfrm>
                <a:off x="6467580" y="5877368"/>
                <a:ext cx="104040" cy="104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CF05414-DE3F-657D-F52E-F772D4C356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58940" y="5868368"/>
                  <a:ext cx="121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528B09-0227-3A57-73D0-B4FB82D3687D}"/>
                    </a:ext>
                  </a:extLst>
                </p14:cNvPr>
                <p14:cNvContentPartPr/>
                <p14:nvPr/>
              </p14:nvContentPartPr>
              <p14:xfrm>
                <a:off x="6625260" y="5902928"/>
                <a:ext cx="77040" cy="61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528B09-0227-3A57-73D0-B4FB82D368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16620" y="5894288"/>
                  <a:ext cx="94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D711CC9-F11A-E281-6227-30D20DD314D7}"/>
                    </a:ext>
                  </a:extLst>
                </p14:cNvPr>
                <p14:cNvContentPartPr/>
                <p14:nvPr/>
              </p14:nvContentPartPr>
              <p14:xfrm>
                <a:off x="6764220" y="5922728"/>
                <a:ext cx="145440" cy="51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D711CC9-F11A-E281-6227-30D20DD314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55580" y="5913728"/>
                  <a:ext cx="163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6248071-37F5-345F-6DCC-10D5B0453D22}"/>
                    </a:ext>
                  </a:extLst>
                </p14:cNvPr>
                <p14:cNvContentPartPr/>
                <p14:nvPr/>
              </p14:nvContentPartPr>
              <p14:xfrm>
                <a:off x="6909660" y="5766848"/>
                <a:ext cx="83520" cy="185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6248071-37F5-345F-6DCC-10D5B0453D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01020" y="5757848"/>
                  <a:ext cx="101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4CACCE-1758-0D25-4296-EA42651067B0}"/>
                    </a:ext>
                  </a:extLst>
                </p14:cNvPr>
                <p14:cNvContentPartPr/>
                <p14:nvPr/>
              </p14:nvContentPartPr>
              <p14:xfrm>
                <a:off x="6894180" y="5891408"/>
                <a:ext cx="114840" cy="2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4CACCE-1758-0D25-4296-EA42651067B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85180" y="5882768"/>
                  <a:ext cx="132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E229388-9A72-A9A0-B0AF-5B73E7A23FA5}"/>
                    </a:ext>
                  </a:extLst>
                </p14:cNvPr>
                <p14:cNvContentPartPr/>
                <p14:nvPr/>
              </p14:nvContentPartPr>
              <p14:xfrm>
                <a:off x="7070940" y="5938208"/>
                <a:ext cx="9000" cy="16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E229388-9A72-A9A0-B0AF-5B73E7A23F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61940" y="5929568"/>
                  <a:ext cx="26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BA9F170-7315-0014-0171-3BAFABE2F4BB}"/>
                    </a:ext>
                  </a:extLst>
                </p14:cNvPr>
                <p14:cNvContentPartPr/>
                <p14:nvPr/>
              </p14:nvContentPartPr>
              <p14:xfrm>
                <a:off x="7008660" y="5770808"/>
                <a:ext cx="360" cy="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BA9F170-7315-0014-0171-3BAFABE2F4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9660" y="576180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205C93-FC19-A132-C784-B9A77BF6291A}"/>
                    </a:ext>
                  </a:extLst>
                </p14:cNvPr>
                <p14:cNvContentPartPr/>
                <p14:nvPr/>
              </p14:nvContentPartPr>
              <p14:xfrm>
                <a:off x="7122780" y="5900408"/>
                <a:ext cx="149400" cy="70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205C93-FC19-A132-C784-B9A77BF629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14140" y="5891768"/>
                  <a:ext cx="167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3B5ACDF-FA24-D934-3126-32FF46776191}"/>
                    </a:ext>
                  </a:extLst>
                </p14:cNvPr>
                <p14:cNvContentPartPr/>
                <p14:nvPr/>
              </p14:nvContentPartPr>
              <p14:xfrm>
                <a:off x="7315020" y="5901848"/>
                <a:ext cx="96120" cy="41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3B5ACDF-FA24-D934-3126-32FF4677619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06020" y="5892848"/>
                  <a:ext cx="113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1077F6B-0244-608D-CAFA-FC383C98386C}"/>
                    </a:ext>
                  </a:extLst>
                </p14:cNvPr>
                <p14:cNvContentPartPr/>
                <p14:nvPr/>
              </p14:nvContentPartPr>
              <p14:xfrm>
                <a:off x="7460100" y="5858288"/>
                <a:ext cx="95040" cy="9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1077F6B-0244-608D-CAFA-FC383C9838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51460" y="5849648"/>
                  <a:ext cx="112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CEE292-2251-AD99-0994-87E75C23C590}"/>
                    </a:ext>
                  </a:extLst>
                </p14:cNvPr>
                <p14:cNvContentPartPr/>
                <p14:nvPr/>
              </p14:nvContentPartPr>
              <p14:xfrm>
                <a:off x="7631820" y="5880968"/>
                <a:ext cx="137160" cy="86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CEE292-2251-AD99-0994-87E75C23C5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23180" y="5872328"/>
                  <a:ext cx="154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BD6251-49CD-7242-D5BA-72818C7598FE}"/>
                    </a:ext>
                  </a:extLst>
                </p14:cNvPr>
                <p14:cNvContentPartPr/>
                <p14:nvPr/>
              </p14:nvContentPartPr>
              <p14:xfrm>
                <a:off x="7791660" y="5819048"/>
                <a:ext cx="90000" cy="130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BD6251-49CD-7242-D5BA-72818C7598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82660" y="5810408"/>
                  <a:ext cx="10764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647E9A9-01A1-4B49-4357-C11A804081DB}"/>
                  </a:ext>
                </a:extLst>
              </p14:cNvPr>
              <p14:cNvContentPartPr/>
              <p14:nvPr/>
            </p14:nvContentPartPr>
            <p14:xfrm>
              <a:off x="8010540" y="5819408"/>
              <a:ext cx="395280" cy="1090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647E9A9-01A1-4B49-4357-C11A804081D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001540" y="5810768"/>
                <a:ext cx="4129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EBFF1507-DDF1-719B-EC56-53422566C830}"/>
              </a:ext>
            </a:extLst>
          </p:cNvPr>
          <p:cNvGrpSpPr/>
          <p:nvPr/>
        </p:nvGrpSpPr>
        <p:grpSpPr>
          <a:xfrm>
            <a:off x="8603820" y="5735528"/>
            <a:ext cx="997200" cy="253800"/>
            <a:chOff x="8603820" y="5735528"/>
            <a:chExt cx="99720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93857DD-FB21-9E63-F5D7-D076F38F30D5}"/>
                    </a:ext>
                  </a:extLst>
                </p14:cNvPr>
                <p14:cNvContentPartPr/>
                <p14:nvPr/>
              </p14:nvContentPartPr>
              <p14:xfrm>
                <a:off x="8603820" y="5735528"/>
                <a:ext cx="128160" cy="223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93857DD-FB21-9E63-F5D7-D076F38F30D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94820" y="5726888"/>
                  <a:ext cx="145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F0B0959-D852-2A68-8207-AAB421164C59}"/>
                    </a:ext>
                  </a:extLst>
                </p14:cNvPr>
                <p14:cNvContentPartPr/>
                <p14:nvPr/>
              </p14:nvContentPartPr>
              <p14:xfrm>
                <a:off x="8780220" y="5886368"/>
                <a:ext cx="55800" cy="7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F0B0959-D852-2A68-8207-AAB421164C5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71220" y="5877368"/>
                  <a:ext cx="73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809623-7F56-789B-E4C8-FD7E8BD27783}"/>
                    </a:ext>
                  </a:extLst>
                </p14:cNvPr>
                <p14:cNvContentPartPr/>
                <p14:nvPr/>
              </p14:nvContentPartPr>
              <p14:xfrm>
                <a:off x="8780220" y="5791688"/>
                <a:ext cx="12600" cy="15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809623-7F56-789B-E4C8-FD7E8BD277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71220" y="5782688"/>
                  <a:ext cx="30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DE12335-236E-9DF2-DE95-FA5DDFFB74CC}"/>
                    </a:ext>
                  </a:extLst>
                </p14:cNvPr>
                <p14:cNvContentPartPr/>
                <p14:nvPr/>
              </p14:nvContentPartPr>
              <p14:xfrm>
                <a:off x="8844660" y="5835968"/>
                <a:ext cx="105480" cy="129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DE12335-236E-9DF2-DE95-FA5DDFFB74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35660" y="5827328"/>
                  <a:ext cx="123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46296A5-611C-077E-5664-86BBF48397D5}"/>
                    </a:ext>
                  </a:extLst>
                </p14:cNvPr>
                <p14:cNvContentPartPr/>
                <p14:nvPr/>
              </p14:nvContentPartPr>
              <p14:xfrm>
                <a:off x="8996580" y="5843888"/>
                <a:ext cx="105840" cy="111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46296A5-611C-077E-5664-86BBF48397D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87940" y="5834888"/>
                  <a:ext cx="123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31F2869-2BC4-26F2-12FA-538AE997C125}"/>
                    </a:ext>
                  </a:extLst>
                </p14:cNvPr>
                <p14:cNvContentPartPr/>
                <p14:nvPr/>
              </p14:nvContentPartPr>
              <p14:xfrm>
                <a:off x="9141300" y="5828768"/>
                <a:ext cx="202680" cy="131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31F2869-2BC4-26F2-12FA-538AE997C1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132300" y="5819768"/>
                  <a:ext cx="220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5226127-19FD-501B-F7A5-6F260CE15A8E}"/>
                    </a:ext>
                  </a:extLst>
                </p14:cNvPr>
                <p14:cNvContentPartPr/>
                <p14:nvPr/>
              </p14:nvContentPartPr>
              <p14:xfrm>
                <a:off x="9387900" y="5771888"/>
                <a:ext cx="91800" cy="217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5226127-19FD-501B-F7A5-6F260CE15A8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79260" y="5763248"/>
                  <a:ext cx="109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B8727A-5C21-F60B-C51E-F05507FAB4EC}"/>
                    </a:ext>
                  </a:extLst>
                </p14:cNvPr>
                <p14:cNvContentPartPr/>
                <p14:nvPr/>
              </p14:nvContentPartPr>
              <p14:xfrm>
                <a:off x="9398340" y="5850008"/>
                <a:ext cx="202680" cy="105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2B8727A-5C21-F60B-C51E-F05507FAB4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89700" y="5841368"/>
                  <a:ext cx="2203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12B8FDF-4534-A157-B819-803226C73ABE}"/>
              </a:ext>
            </a:extLst>
          </p:cNvPr>
          <p:cNvGrpSpPr/>
          <p:nvPr/>
        </p:nvGrpSpPr>
        <p:grpSpPr>
          <a:xfrm>
            <a:off x="9944460" y="5684048"/>
            <a:ext cx="1412280" cy="372960"/>
            <a:chOff x="9944460" y="5684048"/>
            <a:chExt cx="141228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21EF36-3E00-32D6-6FB9-B94004215875}"/>
                    </a:ext>
                  </a:extLst>
                </p14:cNvPr>
                <p14:cNvContentPartPr/>
                <p14:nvPr/>
              </p14:nvContentPartPr>
              <p14:xfrm>
                <a:off x="9944460" y="5848928"/>
                <a:ext cx="140040" cy="90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21EF36-3E00-32D6-6FB9-B9400421587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35460" y="5839928"/>
                  <a:ext cx="157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80FDE3-1733-B262-988F-275F566DBE9D}"/>
                    </a:ext>
                  </a:extLst>
                </p14:cNvPr>
                <p14:cNvContentPartPr/>
                <p14:nvPr/>
              </p14:nvContentPartPr>
              <p14:xfrm>
                <a:off x="10125900" y="5861888"/>
                <a:ext cx="280440" cy="75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80FDE3-1733-B262-988F-275F566DBE9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6900" y="5852888"/>
                  <a:ext cx="298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7AE4AA4-A7D5-F30C-F4A5-748AD65F3720}"/>
                    </a:ext>
                  </a:extLst>
                </p14:cNvPr>
                <p14:cNvContentPartPr/>
                <p14:nvPr/>
              </p14:nvContentPartPr>
              <p14:xfrm>
                <a:off x="10458180" y="5838488"/>
                <a:ext cx="79200" cy="218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7AE4AA4-A7D5-F30C-F4A5-748AD65F37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49540" y="5829488"/>
                  <a:ext cx="96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67C03A2-A97C-D84B-A552-CD7A7576EE3B}"/>
                    </a:ext>
                  </a:extLst>
                </p14:cNvPr>
                <p14:cNvContentPartPr/>
                <p14:nvPr/>
              </p14:nvContentPartPr>
              <p14:xfrm>
                <a:off x="10535940" y="5707448"/>
                <a:ext cx="172080" cy="272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67C03A2-A97C-D84B-A552-CD7A7576EE3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26940" y="5698448"/>
                  <a:ext cx="189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436002-7C35-7D5E-BB22-EB6DB9D2B2F8}"/>
                    </a:ext>
                  </a:extLst>
                </p14:cNvPr>
                <p14:cNvContentPartPr/>
                <p14:nvPr/>
              </p14:nvContentPartPr>
              <p14:xfrm>
                <a:off x="10639980" y="5700968"/>
                <a:ext cx="360" cy="22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436002-7C35-7D5E-BB22-EB6DB9D2B2F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31340" y="5692328"/>
                  <a:ext cx="18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ACED94-1BDB-3721-9FD7-D3113701C35C}"/>
                    </a:ext>
                  </a:extLst>
                </p14:cNvPr>
                <p14:cNvContentPartPr/>
                <p14:nvPr/>
              </p14:nvContentPartPr>
              <p14:xfrm>
                <a:off x="10754460" y="5720048"/>
                <a:ext cx="89280" cy="223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ACED94-1BDB-3721-9FD7-D3113701C35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45460" y="5711048"/>
                  <a:ext cx="106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5B40958-735B-88B3-6D60-B6E3D31D8B5E}"/>
                    </a:ext>
                  </a:extLst>
                </p14:cNvPr>
                <p14:cNvContentPartPr/>
                <p14:nvPr/>
              </p14:nvContentPartPr>
              <p14:xfrm>
                <a:off x="10740780" y="5870168"/>
                <a:ext cx="123120" cy="1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5B40958-735B-88B3-6D60-B6E3D31D8B5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731780" y="5861168"/>
                  <a:ext cx="140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4AA4328-0CC3-58F5-E2BF-066318C624AC}"/>
                    </a:ext>
                  </a:extLst>
                </p14:cNvPr>
                <p14:cNvContentPartPr/>
                <p14:nvPr/>
              </p14:nvContentPartPr>
              <p14:xfrm>
                <a:off x="10899180" y="5864048"/>
                <a:ext cx="131400" cy="58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4AA4328-0CC3-58F5-E2BF-066318C624A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90180" y="5855408"/>
                  <a:ext cx="149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EDD35A3-2932-6970-93D4-1A920D8B2CC3}"/>
                    </a:ext>
                  </a:extLst>
                </p14:cNvPr>
                <p14:cNvContentPartPr/>
                <p14:nvPr/>
              </p14:nvContentPartPr>
              <p14:xfrm>
                <a:off x="11112300" y="5684048"/>
                <a:ext cx="244440" cy="235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EDD35A3-2932-6970-93D4-1A920D8B2CC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03660" y="5675408"/>
                  <a:ext cx="262080" cy="252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4, students should be able to move between ideal theory and real hardware.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ideal bandlimited interpolation formula from the reconstruction low-pass filter.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zero-order hold behavior in time and its sinc-shaped magnitude droop.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 uniform B-bit quantizer and compute Δ and quantization-error variance.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and use SQNR ≈ 6.02B + 1.76 dB for a full-scale sine.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16-bit PCM storage and float32 computation in PyTorch.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2B52DE-7B92-3B41-6322-0B79262B743A}"/>
                  </a:ext>
                </a:extLst>
              </p14:cNvPr>
              <p14:cNvContentPartPr/>
              <p14:nvPr/>
            </p14:nvContentPartPr>
            <p14:xfrm>
              <a:off x="4597740" y="1898288"/>
              <a:ext cx="1251000" cy="39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2B52DE-7B92-3B41-6322-0B79262B74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9100" y="1889288"/>
                <a:ext cx="12686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1921BBD-B963-6B8C-4B38-458FB505C2B8}"/>
                  </a:ext>
                </a:extLst>
              </p14:cNvPr>
              <p14:cNvContentPartPr/>
              <p14:nvPr/>
            </p14:nvContentPartPr>
            <p14:xfrm>
              <a:off x="2083860" y="2440808"/>
              <a:ext cx="1509480" cy="38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1921BBD-B963-6B8C-4B38-458FB505C2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5220" y="2431808"/>
                <a:ext cx="15271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81ADB7-D654-5440-DF6B-FA9C8762EE50}"/>
                  </a:ext>
                </a:extLst>
              </p14:cNvPr>
              <p14:cNvContentPartPr/>
              <p14:nvPr/>
            </p14:nvContentPartPr>
            <p14:xfrm>
              <a:off x="3799620" y="2831048"/>
              <a:ext cx="1061640" cy="26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81ADB7-D654-5440-DF6B-FA9C8762EE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90620" y="2822408"/>
                <a:ext cx="1079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9F70AF3-BE44-C524-1342-8A0136CF410F}"/>
                  </a:ext>
                </a:extLst>
              </p14:cNvPr>
              <p14:cNvContentPartPr/>
              <p14:nvPr/>
            </p14:nvContentPartPr>
            <p14:xfrm>
              <a:off x="2971980" y="3166568"/>
              <a:ext cx="603360" cy="54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9F70AF3-BE44-C524-1342-8A0136CF41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63340" y="3157568"/>
                <a:ext cx="62100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306C29C-F1D4-4314-4B4E-ADD55168C358}"/>
              </a:ext>
            </a:extLst>
          </p:cNvPr>
          <p:cNvGrpSpPr/>
          <p:nvPr/>
        </p:nvGrpSpPr>
        <p:grpSpPr>
          <a:xfrm>
            <a:off x="4990500" y="3505328"/>
            <a:ext cx="1252800" cy="53640"/>
            <a:chOff x="4990500" y="3505328"/>
            <a:chExt cx="1252800" cy="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FC124E-BC6E-2A8E-DC2E-DCBBCACC9886}"/>
                    </a:ext>
                  </a:extLst>
                </p14:cNvPr>
                <p14:cNvContentPartPr/>
                <p14:nvPr/>
              </p14:nvContentPartPr>
              <p14:xfrm>
                <a:off x="4990500" y="3505328"/>
                <a:ext cx="631800" cy="43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FC124E-BC6E-2A8E-DC2E-DCBBCACC988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1500" y="3496688"/>
                  <a:ext cx="649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0A9DD0B-5112-7F0D-0831-43575CEBD5C7}"/>
                    </a:ext>
                  </a:extLst>
                </p14:cNvPr>
                <p14:cNvContentPartPr/>
                <p14:nvPr/>
              </p14:nvContentPartPr>
              <p14:xfrm>
                <a:off x="5563980" y="3531968"/>
                <a:ext cx="679320" cy="27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0A9DD0B-5112-7F0D-0831-43575CEBD5C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55340" y="3523328"/>
                  <a:ext cx="69696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00BA314-B7A9-03C5-8D92-E66F882FDDA0}"/>
                  </a:ext>
                </a:extLst>
              </p14:cNvPr>
              <p14:cNvContentPartPr/>
              <p14:nvPr/>
            </p14:nvContentPartPr>
            <p14:xfrm>
              <a:off x="7771860" y="3542408"/>
              <a:ext cx="805320" cy="11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00BA314-B7A9-03C5-8D92-E66F882FDDA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62860" y="3533408"/>
                <a:ext cx="822960" cy="2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reconstruction in the frequency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spectral replicas do not overlap, simply isolate the baseband copy.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5907024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746" y="1280160"/>
            <a:ext cx="4017388" cy="7132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369554"/>
            <a:ext cx="4754880" cy="10033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0" y="173736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72784" y="184708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 T cancels the 1/T introduced by ideal sampling.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301752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72784" y="312724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Ω_M &lt; Ω_c &lt; Ω_s − Ω_M so only one replica passes.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0AA0165-7EA4-3E6E-D5BC-171D55644351}"/>
                  </a:ext>
                </a:extLst>
              </p14:cNvPr>
              <p14:cNvContentPartPr/>
              <p14:nvPr/>
            </p14:nvContentPartPr>
            <p14:xfrm>
              <a:off x="721980" y="4083488"/>
              <a:ext cx="157320" cy="147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0AA0165-7EA4-3E6E-D5BC-171D556443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340" y="4074488"/>
                <a:ext cx="1749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67B94EE-52EF-CF2C-6EB7-F8C63BE8D561}"/>
                  </a:ext>
                </a:extLst>
              </p14:cNvPr>
              <p14:cNvContentPartPr/>
              <p14:nvPr/>
            </p14:nvContentPartPr>
            <p14:xfrm>
              <a:off x="742860" y="4104008"/>
              <a:ext cx="89640" cy="123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67B94EE-52EF-CF2C-6EB7-F8C63BE8D5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3860" y="4095008"/>
                <a:ext cx="1072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84EA38-0A72-0380-C0D1-C22D3AFDF98E}"/>
                  </a:ext>
                </a:extLst>
              </p14:cNvPr>
              <p14:cNvContentPartPr/>
              <p14:nvPr/>
            </p14:nvContentPartPr>
            <p14:xfrm>
              <a:off x="914220" y="3952808"/>
              <a:ext cx="120600" cy="284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84EA38-0A72-0380-C0D1-C22D3AFDF98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5220" y="3944168"/>
                <a:ext cx="1382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9E4E788-94AF-3DFF-D574-657633C6FF58}"/>
                  </a:ext>
                </a:extLst>
              </p14:cNvPr>
              <p14:cNvContentPartPr/>
              <p14:nvPr/>
            </p14:nvContentPartPr>
            <p14:xfrm>
              <a:off x="1018260" y="4113728"/>
              <a:ext cx="159120" cy="76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9E4E788-94AF-3DFF-D574-657633C6FF5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9260" y="4105088"/>
                <a:ext cx="176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92B22F8-939F-2F12-9618-2D0CDC03E2A1}"/>
                  </a:ext>
                </a:extLst>
              </p14:cNvPr>
              <p14:cNvContentPartPr/>
              <p14:nvPr/>
            </p14:nvContentPartPr>
            <p14:xfrm>
              <a:off x="1200060" y="3962888"/>
              <a:ext cx="115560" cy="302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92B22F8-939F-2F12-9618-2D0CDC03E2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91060" y="3953888"/>
                <a:ext cx="133200" cy="32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B0597DEF-83DF-70D0-A44B-8145D3D54266}"/>
              </a:ext>
            </a:extLst>
          </p:cNvPr>
          <p:cNvGrpSpPr/>
          <p:nvPr/>
        </p:nvGrpSpPr>
        <p:grpSpPr>
          <a:xfrm>
            <a:off x="1540620" y="3919688"/>
            <a:ext cx="1096920" cy="352080"/>
            <a:chOff x="1540620" y="3919688"/>
            <a:chExt cx="109692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950309-CCF2-C018-DD5B-1CB125CB4154}"/>
                    </a:ext>
                  </a:extLst>
                </p14:cNvPr>
                <p14:cNvContentPartPr/>
                <p14:nvPr/>
              </p14:nvContentPartPr>
              <p14:xfrm>
                <a:off x="1553580" y="4166648"/>
                <a:ext cx="831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950309-CCF2-C018-DD5B-1CB125CB415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44940" y="4157648"/>
                  <a:ext cx="100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C819A6-B887-AF07-371C-A188D7E53B4E}"/>
                    </a:ext>
                  </a:extLst>
                </p14:cNvPr>
                <p14:cNvContentPartPr/>
                <p14:nvPr/>
              </p14:nvContentPartPr>
              <p14:xfrm>
                <a:off x="1540620" y="4114808"/>
                <a:ext cx="90720" cy="10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C819A6-B887-AF07-371C-A188D7E53B4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31980" y="4105808"/>
                  <a:ext cx="108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681A64-37A4-4A18-B781-F951BFAB9F58}"/>
                    </a:ext>
                  </a:extLst>
                </p14:cNvPr>
                <p14:cNvContentPartPr/>
                <p14:nvPr/>
              </p14:nvContentPartPr>
              <p14:xfrm>
                <a:off x="1784340" y="4051088"/>
                <a:ext cx="108000" cy="10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681A64-37A4-4A18-B781-F951BFAB9F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75700" y="4042448"/>
                  <a:ext cx="125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2C6E13-8844-D5B6-C0F3-14E47FD20D4B}"/>
                    </a:ext>
                  </a:extLst>
                </p14:cNvPr>
                <p14:cNvContentPartPr/>
                <p14:nvPr/>
              </p14:nvContentPartPr>
              <p14:xfrm>
                <a:off x="1814580" y="4057568"/>
                <a:ext cx="40320" cy="126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2C6E13-8844-D5B6-C0F3-14E47FD20D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05940" y="4048568"/>
                  <a:ext cx="57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48C906-D35E-14D7-F925-D3C836C8863B}"/>
                    </a:ext>
                  </a:extLst>
                </p14:cNvPr>
                <p14:cNvContentPartPr/>
                <p14:nvPr/>
              </p14:nvContentPartPr>
              <p14:xfrm>
                <a:off x="1943460" y="4156208"/>
                <a:ext cx="110160" cy="115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48C906-D35E-14D7-F925-D3C836C886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34460" y="4147208"/>
                  <a:ext cx="127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F7D0D6-BED0-8BEA-8C35-7B6ADB366A30}"/>
                    </a:ext>
                  </a:extLst>
                </p14:cNvPr>
                <p14:cNvContentPartPr/>
                <p14:nvPr/>
              </p14:nvContentPartPr>
              <p14:xfrm>
                <a:off x="2061900" y="3944168"/>
                <a:ext cx="123480" cy="289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F7D0D6-BED0-8BEA-8C35-7B6ADB366A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53260" y="3935528"/>
                  <a:ext cx="141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F54A74B-43BD-9B8B-6848-29B48D36526D}"/>
                    </a:ext>
                  </a:extLst>
                </p14:cNvPr>
                <p14:cNvContentPartPr/>
                <p14:nvPr/>
              </p14:nvContentPartPr>
              <p14:xfrm>
                <a:off x="2182140" y="4092848"/>
                <a:ext cx="146520" cy="84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F54A74B-43BD-9B8B-6848-29B48D36526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73140" y="4084208"/>
                  <a:ext cx="164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1555B9-740A-1EBC-0562-279B466CC77C}"/>
                    </a:ext>
                  </a:extLst>
                </p14:cNvPr>
                <p14:cNvContentPartPr/>
                <p14:nvPr/>
              </p14:nvContentPartPr>
              <p14:xfrm>
                <a:off x="2408220" y="4019048"/>
                <a:ext cx="23760" cy="172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1555B9-740A-1EBC-0562-279B466CC77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99580" y="4010048"/>
                  <a:ext cx="41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812532-A7DB-A488-2C44-E6F2EEDB0DD7}"/>
                    </a:ext>
                  </a:extLst>
                </p14:cNvPr>
                <p14:cNvContentPartPr/>
                <p14:nvPr/>
              </p14:nvContentPartPr>
              <p14:xfrm>
                <a:off x="2267100" y="3989168"/>
                <a:ext cx="216720" cy="29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812532-A7DB-A488-2C44-E6F2EEDB0DD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58100" y="3980168"/>
                  <a:ext cx="234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B993E6E-DEB2-D401-618A-39591D3B2F8A}"/>
                    </a:ext>
                  </a:extLst>
                </p14:cNvPr>
                <p14:cNvContentPartPr/>
                <p14:nvPr/>
              </p14:nvContentPartPr>
              <p14:xfrm>
                <a:off x="2493540" y="3919688"/>
                <a:ext cx="144000" cy="32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B993E6E-DEB2-D401-618A-39591D3B2F8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84900" y="3910688"/>
                  <a:ext cx="16164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89085F-E88B-35FA-D890-3DF4AF409698}"/>
              </a:ext>
            </a:extLst>
          </p:cNvPr>
          <p:cNvGrpSpPr/>
          <p:nvPr/>
        </p:nvGrpSpPr>
        <p:grpSpPr>
          <a:xfrm>
            <a:off x="2842380" y="3828968"/>
            <a:ext cx="1184760" cy="380880"/>
            <a:chOff x="2842380" y="3828968"/>
            <a:chExt cx="118476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96A5FB-B3F6-6BD6-EA6D-9A95B0F03291}"/>
                    </a:ext>
                  </a:extLst>
                </p14:cNvPr>
                <p14:cNvContentPartPr/>
                <p14:nvPr/>
              </p14:nvContentPartPr>
              <p14:xfrm>
                <a:off x="2871540" y="4116608"/>
                <a:ext cx="86400" cy="8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96A5FB-B3F6-6BD6-EA6D-9A95B0F032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62540" y="4107968"/>
                  <a:ext cx="104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4C9F3E-E910-20BA-C99E-23B84616DBEC}"/>
                    </a:ext>
                  </a:extLst>
                </p14:cNvPr>
                <p14:cNvContentPartPr/>
                <p14:nvPr/>
              </p14:nvContentPartPr>
              <p14:xfrm>
                <a:off x="2842380" y="4052168"/>
                <a:ext cx="93240" cy="7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4C9F3E-E910-20BA-C99E-23B84616DB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33380" y="4043168"/>
                  <a:ext cx="110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FED91C-1745-2FDF-1BEE-2863D6BB1004}"/>
                    </a:ext>
                  </a:extLst>
                </p14:cNvPr>
                <p14:cNvContentPartPr/>
                <p14:nvPr/>
              </p14:nvContentPartPr>
              <p14:xfrm>
                <a:off x="3081060" y="4004288"/>
                <a:ext cx="150840" cy="13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FED91C-1745-2FDF-1BEE-2863D6BB10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72060" y="3995288"/>
                  <a:ext cx="168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7642F3C-E487-ECEB-1E60-C9B3AEBD4A70}"/>
                    </a:ext>
                  </a:extLst>
                </p14:cNvPr>
                <p14:cNvContentPartPr/>
                <p14:nvPr/>
              </p14:nvContentPartPr>
              <p14:xfrm>
                <a:off x="3077100" y="3987008"/>
                <a:ext cx="108000" cy="12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7642F3C-E487-ECEB-1E60-C9B3AEBD4A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68100" y="3978008"/>
                  <a:ext cx="1256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470097-EBC7-7693-DC99-92E36A381E07}"/>
                    </a:ext>
                  </a:extLst>
                </p14:cNvPr>
                <p14:cNvContentPartPr/>
                <p14:nvPr/>
              </p14:nvContentPartPr>
              <p14:xfrm>
                <a:off x="3293460" y="4132088"/>
                <a:ext cx="109440" cy="77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470097-EBC7-7693-DC99-92E36A381E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84460" y="4123088"/>
                  <a:ext cx="127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B6EB7C-2DBA-7509-5A11-C5E1980A6B11}"/>
                    </a:ext>
                  </a:extLst>
                </p14:cNvPr>
                <p14:cNvContentPartPr/>
                <p14:nvPr/>
              </p14:nvContentPartPr>
              <p14:xfrm>
                <a:off x="3438900" y="3891608"/>
                <a:ext cx="73800" cy="227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B6EB7C-2DBA-7509-5A11-C5E1980A6B1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29900" y="3882608"/>
                  <a:ext cx="91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8CE42BC-ADF8-09C7-D55C-23F14ADA0263}"/>
                    </a:ext>
                  </a:extLst>
                </p14:cNvPr>
                <p14:cNvContentPartPr/>
                <p14:nvPr/>
              </p14:nvContentPartPr>
              <p14:xfrm>
                <a:off x="3537900" y="4010768"/>
                <a:ext cx="154800" cy="88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CE42BC-ADF8-09C7-D55C-23F14ADA026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29260" y="4001768"/>
                  <a:ext cx="172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4508BD-21BE-372D-7CBB-1C453D3E6339}"/>
                    </a:ext>
                  </a:extLst>
                </p14:cNvPr>
                <p14:cNvContentPartPr/>
                <p14:nvPr/>
              </p14:nvContentPartPr>
              <p14:xfrm>
                <a:off x="3797820" y="3966128"/>
                <a:ext cx="46080" cy="122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4508BD-21BE-372D-7CBB-1C453D3E63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88820" y="3957488"/>
                  <a:ext cx="63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4C55FD4-1CAC-5159-DAC5-117C32F01861}"/>
                    </a:ext>
                  </a:extLst>
                </p14:cNvPr>
                <p14:cNvContentPartPr/>
                <p14:nvPr/>
              </p14:nvContentPartPr>
              <p14:xfrm>
                <a:off x="3688740" y="3943088"/>
                <a:ext cx="228600" cy="18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4C55FD4-1CAC-5159-DAC5-117C32F0186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80100" y="3934448"/>
                  <a:ext cx="246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9023348-692D-2AA7-9EFF-11E5C73DE552}"/>
                    </a:ext>
                  </a:extLst>
                </p14:cNvPr>
                <p14:cNvContentPartPr/>
                <p14:nvPr/>
              </p14:nvContentPartPr>
              <p14:xfrm>
                <a:off x="3844620" y="3828968"/>
                <a:ext cx="182520" cy="352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9023348-692D-2AA7-9EFF-11E5C73DE55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35620" y="3819968"/>
                  <a:ext cx="200160" cy="37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3D66709-6593-1C42-004A-371140855613}"/>
                  </a:ext>
                </a:extLst>
              </p14:cNvPr>
              <p14:cNvContentPartPr/>
              <p14:nvPr/>
            </p14:nvContentPartPr>
            <p14:xfrm>
              <a:off x="4228740" y="4264208"/>
              <a:ext cx="135000" cy="540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3D66709-6593-1C42-004A-37114085561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220100" y="4255208"/>
                <a:ext cx="15264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ABCB1AF-CEF0-4322-576A-556BB53FEA2F}"/>
              </a:ext>
            </a:extLst>
          </p:cNvPr>
          <p:cNvGrpSpPr/>
          <p:nvPr/>
        </p:nvGrpSpPr>
        <p:grpSpPr>
          <a:xfrm>
            <a:off x="4144500" y="3730328"/>
            <a:ext cx="1750320" cy="358560"/>
            <a:chOff x="4144500" y="3730328"/>
            <a:chExt cx="175032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DC9A08-9FB4-C26E-7A84-4E0A88E98AD7}"/>
                    </a:ext>
                  </a:extLst>
                </p14:cNvPr>
                <p14:cNvContentPartPr/>
                <p14:nvPr/>
              </p14:nvContentPartPr>
              <p14:xfrm>
                <a:off x="4144500" y="3807728"/>
                <a:ext cx="401040" cy="281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DC9A08-9FB4-C26E-7A84-4E0A88E98AD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135500" y="3799088"/>
                  <a:ext cx="418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2B7431E-EBE2-999D-326D-C5B439008A25}"/>
                    </a:ext>
                  </a:extLst>
                </p14:cNvPr>
                <p14:cNvContentPartPr/>
                <p14:nvPr/>
              </p14:nvContentPartPr>
              <p14:xfrm>
                <a:off x="4701420" y="3839408"/>
                <a:ext cx="175680" cy="209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2B7431E-EBE2-999D-326D-C5B439008A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92420" y="3830408"/>
                  <a:ext cx="193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45142E-7D6A-B282-4F53-C6FF74161F83}"/>
                    </a:ext>
                  </a:extLst>
                </p14:cNvPr>
                <p14:cNvContentPartPr/>
                <p14:nvPr/>
              </p14:nvContentPartPr>
              <p14:xfrm>
                <a:off x="4945140" y="3801608"/>
                <a:ext cx="46440" cy="216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45142E-7D6A-B282-4F53-C6FF74161F8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36140" y="3792968"/>
                  <a:ext cx="64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71CD48-2EF3-2C02-7C7D-F6D454AA3878}"/>
                    </a:ext>
                  </a:extLst>
                </p14:cNvPr>
                <p14:cNvContentPartPr/>
                <p14:nvPr/>
              </p14:nvContentPartPr>
              <p14:xfrm>
                <a:off x="5075820" y="3814208"/>
                <a:ext cx="77760" cy="217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71CD48-2EF3-2C02-7C7D-F6D454AA387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66820" y="3805208"/>
                  <a:ext cx="95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952B6C4-5811-64B5-9457-8A1C77442020}"/>
                    </a:ext>
                  </a:extLst>
                </p14:cNvPr>
                <p14:cNvContentPartPr/>
                <p14:nvPr/>
              </p14:nvContentPartPr>
              <p14:xfrm>
                <a:off x="5038380" y="3931568"/>
                <a:ext cx="105120" cy="17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952B6C4-5811-64B5-9457-8A1C774420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029740" y="3922928"/>
                  <a:ext cx="122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E20DBC-6960-608D-0871-8D0B92D07673}"/>
                    </a:ext>
                  </a:extLst>
                </p14:cNvPr>
                <p14:cNvContentPartPr/>
                <p14:nvPr/>
              </p14:nvContentPartPr>
              <p14:xfrm>
                <a:off x="5273460" y="3944168"/>
                <a:ext cx="72720" cy="1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E20DBC-6960-608D-0871-8D0B92D076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64820" y="3935168"/>
                  <a:ext cx="90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605608-191D-56DD-C0F8-644112083CDB}"/>
                    </a:ext>
                  </a:extLst>
                </p14:cNvPr>
                <p14:cNvContentPartPr/>
                <p14:nvPr/>
              </p14:nvContentPartPr>
              <p14:xfrm>
                <a:off x="5428980" y="3906728"/>
                <a:ext cx="152280" cy="86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605608-191D-56DD-C0F8-644112083CD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20340" y="3898088"/>
                  <a:ext cx="169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0956557-1BF0-7005-76A8-A3D8EE562930}"/>
                    </a:ext>
                  </a:extLst>
                </p14:cNvPr>
                <p14:cNvContentPartPr/>
                <p14:nvPr/>
              </p14:nvContentPartPr>
              <p14:xfrm>
                <a:off x="5642100" y="3834008"/>
                <a:ext cx="66600" cy="131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0956557-1BF0-7005-76A8-A3D8EE56293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33100" y="3825368"/>
                  <a:ext cx="84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0745D6-1E54-D9DE-101C-21AF6D5D9B80}"/>
                    </a:ext>
                  </a:extLst>
                </p14:cNvPr>
                <p14:cNvContentPartPr/>
                <p14:nvPr/>
              </p14:nvContentPartPr>
              <p14:xfrm>
                <a:off x="5517900" y="3798368"/>
                <a:ext cx="207720" cy="25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0745D6-1E54-D9DE-101C-21AF6D5D9B8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09260" y="3789728"/>
                  <a:ext cx="225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FA567B7-020E-55AC-F922-102A1A4D92D4}"/>
                    </a:ext>
                  </a:extLst>
                </p14:cNvPr>
                <p14:cNvContentPartPr/>
                <p14:nvPr/>
              </p14:nvContentPartPr>
              <p14:xfrm>
                <a:off x="5740740" y="3730328"/>
                <a:ext cx="154080" cy="342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FA567B7-020E-55AC-F922-102A1A4D92D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32100" y="3721328"/>
                  <a:ext cx="17172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1565408-30E4-385A-15DE-A0A855B76515}"/>
              </a:ext>
            </a:extLst>
          </p:cNvPr>
          <p:cNvGrpSpPr/>
          <p:nvPr/>
        </p:nvGrpSpPr>
        <p:grpSpPr>
          <a:xfrm>
            <a:off x="8202780" y="4155848"/>
            <a:ext cx="299520" cy="373320"/>
            <a:chOff x="8202780" y="4155848"/>
            <a:chExt cx="2995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EE7212-3E58-861E-0FBC-069EE684EEB4}"/>
                    </a:ext>
                  </a:extLst>
                </p14:cNvPr>
                <p14:cNvContentPartPr/>
                <p14:nvPr/>
              </p14:nvContentPartPr>
              <p14:xfrm>
                <a:off x="8223300" y="4155848"/>
                <a:ext cx="141840" cy="373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5EE7212-3E58-861E-0FBC-069EE684EEB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14300" y="4147208"/>
                  <a:ext cx="1594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678764-1131-B0C6-FB35-1632DC2A4222}"/>
                    </a:ext>
                  </a:extLst>
                </p14:cNvPr>
                <p14:cNvContentPartPr/>
                <p14:nvPr/>
              </p14:nvContentPartPr>
              <p14:xfrm>
                <a:off x="8202780" y="4342688"/>
                <a:ext cx="151560" cy="2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678764-1131-B0C6-FB35-1632DC2A422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94140" y="4334048"/>
                  <a:ext cx="169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F1DC20-340A-62F3-4C0A-71F5450C41BC}"/>
                    </a:ext>
                  </a:extLst>
                </p14:cNvPr>
                <p14:cNvContentPartPr/>
                <p14:nvPr/>
              </p14:nvContentPartPr>
              <p14:xfrm>
                <a:off x="8382420" y="4347728"/>
                <a:ext cx="119880" cy="121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F1DC20-340A-62F3-4C0A-71F5450C41B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73780" y="4339088"/>
                  <a:ext cx="1375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DEDB2D6-5529-9A5C-76A7-8932B858E532}"/>
              </a:ext>
            </a:extLst>
          </p:cNvPr>
          <p:cNvGrpSpPr/>
          <p:nvPr/>
        </p:nvGrpSpPr>
        <p:grpSpPr>
          <a:xfrm>
            <a:off x="8701740" y="4295888"/>
            <a:ext cx="136080" cy="78840"/>
            <a:chOff x="8701740" y="4295888"/>
            <a:chExt cx="13608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36EF84E-F590-47D9-56D1-7C5E79DF77D8}"/>
                    </a:ext>
                  </a:extLst>
                </p14:cNvPr>
                <p14:cNvContentPartPr/>
                <p14:nvPr/>
              </p14:nvContentPartPr>
              <p14:xfrm>
                <a:off x="8707860" y="4368968"/>
                <a:ext cx="129960" cy="5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36EF84E-F590-47D9-56D1-7C5E79DF77D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98860" y="4360328"/>
                  <a:ext cx="147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763F8A-08B8-84FF-089F-1F8C8B5B6D65}"/>
                    </a:ext>
                  </a:extLst>
                </p14:cNvPr>
                <p14:cNvContentPartPr/>
                <p14:nvPr/>
              </p14:nvContentPartPr>
              <p14:xfrm>
                <a:off x="8701740" y="4295888"/>
                <a:ext cx="120240" cy="21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763F8A-08B8-84FF-089F-1F8C8B5B6D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92740" y="4287248"/>
                  <a:ext cx="1378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FA2AF6D-ACAF-720A-3102-FE92EE858FEE}"/>
                  </a:ext>
                </a:extLst>
              </p14:cNvPr>
              <p14:cNvContentPartPr/>
              <p14:nvPr/>
            </p14:nvContentPartPr>
            <p14:xfrm>
              <a:off x="9044460" y="4074488"/>
              <a:ext cx="45360" cy="964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FA2AF6D-ACAF-720A-3102-FE92EE858FE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035460" y="4065848"/>
                <a:ext cx="630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66732EA-E9E3-ABC7-592F-FDE615125E3B}"/>
                  </a:ext>
                </a:extLst>
              </p14:cNvPr>
              <p14:cNvContentPartPr/>
              <p14:nvPr/>
            </p14:nvContentPartPr>
            <p14:xfrm>
              <a:off x="9025020" y="4291208"/>
              <a:ext cx="228240" cy="108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66732EA-E9E3-ABC7-592F-FDE615125E3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016380" y="4282208"/>
                <a:ext cx="2458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0513EB3-52D7-8A7F-63FB-3E85A721D5EB}"/>
              </a:ext>
            </a:extLst>
          </p:cNvPr>
          <p:cNvGrpSpPr/>
          <p:nvPr/>
        </p:nvGrpSpPr>
        <p:grpSpPr>
          <a:xfrm>
            <a:off x="9017460" y="4402448"/>
            <a:ext cx="215280" cy="149040"/>
            <a:chOff x="9017460" y="4402448"/>
            <a:chExt cx="21528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B48DB6-4D16-BE01-D616-45DB4AF8D245}"/>
                    </a:ext>
                  </a:extLst>
                </p14:cNvPr>
                <p14:cNvContentPartPr/>
                <p14:nvPr/>
              </p14:nvContentPartPr>
              <p14:xfrm>
                <a:off x="9133380" y="4410728"/>
                <a:ext cx="40320" cy="140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B48DB6-4D16-BE01-D616-45DB4AF8D24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24740" y="4402088"/>
                  <a:ext cx="57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FAD2784-458C-7ED6-E522-5B13ABCF2D80}"/>
                    </a:ext>
                  </a:extLst>
                </p14:cNvPr>
                <p14:cNvContentPartPr/>
                <p14:nvPr/>
              </p14:nvContentPartPr>
              <p14:xfrm>
                <a:off x="9017460" y="4402448"/>
                <a:ext cx="215280" cy="9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FAD2784-458C-7ED6-E522-5B13ABCF2D8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08460" y="4393808"/>
                  <a:ext cx="2329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FB7EA8C-BB24-D33C-F125-BAFA3A86A12D}"/>
              </a:ext>
            </a:extLst>
          </p:cNvPr>
          <p:cNvGrpSpPr/>
          <p:nvPr/>
        </p:nvGrpSpPr>
        <p:grpSpPr>
          <a:xfrm>
            <a:off x="9674460" y="4078448"/>
            <a:ext cx="1379160" cy="473040"/>
            <a:chOff x="9674460" y="4078448"/>
            <a:chExt cx="137916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69298B-3635-85F1-64E9-9BED55AD1A3C}"/>
                    </a:ext>
                  </a:extLst>
                </p14:cNvPr>
                <p14:cNvContentPartPr/>
                <p14:nvPr/>
              </p14:nvContentPartPr>
              <p14:xfrm>
                <a:off x="9674460" y="4254128"/>
                <a:ext cx="124560" cy="131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69298B-3635-85F1-64E9-9BED55AD1A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65460" y="4245128"/>
                  <a:ext cx="1422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4CEFBB-D1D3-7C0E-EEB5-E7ABB87E5B19}"/>
                    </a:ext>
                  </a:extLst>
                </p14:cNvPr>
                <p14:cNvContentPartPr/>
                <p14:nvPr/>
              </p14:nvContentPartPr>
              <p14:xfrm>
                <a:off x="9821700" y="4307768"/>
                <a:ext cx="347400" cy="66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4CEFBB-D1D3-7C0E-EEB5-E7ABB87E5B1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13060" y="4299128"/>
                  <a:ext cx="365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8BAED3E-E130-B290-B648-3D35348906C7}"/>
                    </a:ext>
                  </a:extLst>
                </p14:cNvPr>
                <p14:cNvContentPartPr/>
                <p14:nvPr/>
              </p14:nvContentPartPr>
              <p14:xfrm>
                <a:off x="10198620" y="4320008"/>
                <a:ext cx="65880" cy="32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8BAED3E-E130-B290-B648-3D35348906C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89620" y="4311368"/>
                  <a:ext cx="8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5483D09-FCDC-E17B-5430-19D36B9AAA9B}"/>
                    </a:ext>
                  </a:extLst>
                </p14:cNvPr>
                <p14:cNvContentPartPr/>
                <p14:nvPr/>
              </p14:nvContentPartPr>
              <p14:xfrm>
                <a:off x="10302300" y="4245128"/>
                <a:ext cx="88200" cy="228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5483D09-FCDC-E17B-5430-19D36B9AAA9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93660" y="4236488"/>
                  <a:ext cx="105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7A0F19-F9F2-4E1E-E00B-D79086571FD4}"/>
                    </a:ext>
                  </a:extLst>
                </p14:cNvPr>
                <p14:cNvContentPartPr/>
                <p14:nvPr/>
              </p14:nvContentPartPr>
              <p14:xfrm>
                <a:off x="10395540" y="4078448"/>
                <a:ext cx="240840" cy="293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7A0F19-F9F2-4E1E-E00B-D79086571FD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86540" y="4069448"/>
                  <a:ext cx="2584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30BA115-77AB-7B47-0D45-C05C67B8BE0C}"/>
                    </a:ext>
                  </a:extLst>
                </p14:cNvPr>
                <p14:cNvContentPartPr/>
                <p14:nvPr/>
              </p14:nvContentPartPr>
              <p14:xfrm>
                <a:off x="10572660" y="4186088"/>
                <a:ext cx="1080" cy="3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30BA115-77AB-7B47-0D45-C05C67B8BE0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63660" y="4177448"/>
                  <a:ext cx="18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43C8978-C3CE-8754-21BE-C063DF77CA20}"/>
                    </a:ext>
                  </a:extLst>
                </p14:cNvPr>
                <p14:cNvContentPartPr/>
                <p14:nvPr/>
              </p14:nvContentPartPr>
              <p14:xfrm>
                <a:off x="10686780" y="4292288"/>
                <a:ext cx="140040" cy="50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43C8978-C3CE-8754-21BE-C063DF77CA2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78140" y="4283648"/>
                  <a:ext cx="157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052D4D-4325-9BBA-84F2-89C610991A23}"/>
                    </a:ext>
                  </a:extLst>
                </p14:cNvPr>
                <p14:cNvContentPartPr/>
                <p14:nvPr/>
              </p14:nvContentPartPr>
              <p14:xfrm>
                <a:off x="10923300" y="4273568"/>
                <a:ext cx="130320" cy="259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052D4D-4325-9BBA-84F2-89C610991A2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914660" y="4264928"/>
                  <a:ext cx="1479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DA8800F-E371-B87A-F688-9336CBD21979}"/>
                    </a:ext>
                  </a:extLst>
                </p14:cNvPr>
                <p14:cNvContentPartPr/>
                <p14:nvPr/>
              </p14:nvContentPartPr>
              <p14:xfrm>
                <a:off x="10992060" y="4451048"/>
                <a:ext cx="58680" cy="100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DA8800F-E371-B87A-F688-9336CBD2197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983420" y="4442048"/>
                  <a:ext cx="7632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6DDD29A-F85C-4C61-9E83-9D6807B11BFD}"/>
              </a:ext>
            </a:extLst>
          </p:cNvPr>
          <p:cNvGrpSpPr/>
          <p:nvPr/>
        </p:nvGrpSpPr>
        <p:grpSpPr>
          <a:xfrm>
            <a:off x="11278980" y="4104368"/>
            <a:ext cx="515160" cy="285840"/>
            <a:chOff x="11278980" y="4104368"/>
            <a:chExt cx="51516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21B59DC-D559-150D-196A-6A083091A91C}"/>
                    </a:ext>
                  </a:extLst>
                </p14:cNvPr>
                <p14:cNvContentPartPr/>
                <p14:nvPr/>
              </p14:nvContentPartPr>
              <p14:xfrm>
                <a:off x="11278980" y="4251608"/>
                <a:ext cx="43560" cy="138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21B59DC-D559-150D-196A-6A083091A91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70340" y="4242608"/>
                  <a:ext cx="61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5CE2861-C1DE-E32A-E31D-9C191C9C22FF}"/>
                    </a:ext>
                  </a:extLst>
                </p14:cNvPr>
                <p14:cNvContentPartPr/>
                <p14:nvPr/>
              </p14:nvContentPartPr>
              <p14:xfrm>
                <a:off x="11422980" y="4282568"/>
                <a:ext cx="122040" cy="93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5CE2861-C1DE-E32A-E31D-9C191C9C22F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413980" y="4273928"/>
                  <a:ext cx="139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C0E486D-44D8-21AB-AB44-FD227FAEC2DF}"/>
                    </a:ext>
                  </a:extLst>
                </p14:cNvPr>
                <p14:cNvContentPartPr/>
                <p14:nvPr/>
              </p14:nvContentPartPr>
              <p14:xfrm>
                <a:off x="11512980" y="4104368"/>
                <a:ext cx="281160" cy="244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C0E486D-44D8-21AB-AB44-FD227FAEC2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503980" y="4095368"/>
                  <a:ext cx="29880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EF67145-7D70-4D15-6365-21E4B88BCF54}"/>
              </a:ext>
            </a:extLst>
          </p:cNvPr>
          <p:cNvGrpSpPr/>
          <p:nvPr/>
        </p:nvGrpSpPr>
        <p:grpSpPr>
          <a:xfrm>
            <a:off x="724140" y="4822928"/>
            <a:ext cx="720000" cy="393480"/>
            <a:chOff x="724140" y="4822928"/>
            <a:chExt cx="72000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241A43D-3A54-DA1B-7C82-53C78B767841}"/>
                    </a:ext>
                  </a:extLst>
                </p14:cNvPr>
                <p14:cNvContentPartPr/>
                <p14:nvPr/>
              </p14:nvContentPartPr>
              <p14:xfrm>
                <a:off x="724140" y="4822928"/>
                <a:ext cx="160200" cy="393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241A43D-3A54-DA1B-7C82-53C78B76784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5140" y="4813928"/>
                  <a:ext cx="1778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076F582-F737-5992-230F-ECC32046088B}"/>
                    </a:ext>
                  </a:extLst>
                </p14:cNvPr>
                <p14:cNvContentPartPr/>
                <p14:nvPr/>
              </p14:nvContentPartPr>
              <p14:xfrm>
                <a:off x="890100" y="5009048"/>
                <a:ext cx="30600" cy="85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076F582-F737-5992-230F-ECC32046088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1460" y="5000408"/>
                  <a:ext cx="48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752DBE2-EF96-FF51-6022-A7588E633342}"/>
                    </a:ext>
                  </a:extLst>
                </p14:cNvPr>
                <p14:cNvContentPartPr/>
                <p14:nvPr/>
              </p14:nvContentPartPr>
              <p14:xfrm>
                <a:off x="1041660" y="5008688"/>
                <a:ext cx="77760" cy="81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752DBE2-EF96-FF51-6022-A7588E6333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32660" y="5000048"/>
                  <a:ext cx="95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17632D-D7B0-757F-5434-24DF9ABFE090}"/>
                    </a:ext>
                  </a:extLst>
                </p14:cNvPr>
                <p14:cNvContentPartPr/>
                <p14:nvPr/>
              </p14:nvContentPartPr>
              <p14:xfrm>
                <a:off x="1163700" y="5014088"/>
                <a:ext cx="280440" cy="59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17632D-D7B0-757F-5434-24DF9ABFE09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4700" y="5005088"/>
                  <a:ext cx="2980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C54A295-CF79-9182-0AA6-28707DAB82E4}"/>
              </a:ext>
            </a:extLst>
          </p:cNvPr>
          <p:cNvGrpSpPr/>
          <p:nvPr/>
        </p:nvGrpSpPr>
        <p:grpSpPr>
          <a:xfrm>
            <a:off x="1681740" y="4823648"/>
            <a:ext cx="657000" cy="315360"/>
            <a:chOff x="1681740" y="4823648"/>
            <a:chExt cx="65700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00A1183-C640-C6FF-7E41-C4C27925B265}"/>
                    </a:ext>
                  </a:extLst>
                </p14:cNvPr>
                <p14:cNvContentPartPr/>
                <p14:nvPr/>
              </p14:nvContentPartPr>
              <p14:xfrm>
                <a:off x="1681740" y="4934528"/>
                <a:ext cx="142200" cy="107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00A1183-C640-C6FF-7E41-C4C27925B26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672740" y="4925528"/>
                  <a:ext cx="159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C3E5720-5240-92D2-812B-5424718EF58E}"/>
                    </a:ext>
                  </a:extLst>
                </p14:cNvPr>
                <p14:cNvContentPartPr/>
                <p14:nvPr/>
              </p14:nvContentPartPr>
              <p14:xfrm>
                <a:off x="1707660" y="4950008"/>
                <a:ext cx="95400" cy="113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C3E5720-5240-92D2-812B-5424718EF58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698660" y="4941008"/>
                  <a:ext cx="113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E0B8BE4-6CAE-BFE4-FD17-C8156319395B}"/>
                    </a:ext>
                  </a:extLst>
                </p14:cNvPr>
                <p14:cNvContentPartPr/>
                <p14:nvPr/>
              </p14:nvContentPartPr>
              <p14:xfrm>
                <a:off x="1899180" y="4867928"/>
                <a:ext cx="112680" cy="271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E0B8BE4-6CAE-BFE4-FD17-C8156319395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890180" y="4859288"/>
                  <a:ext cx="130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D6950A-5ACA-1B79-5345-CC6689D37DEB}"/>
                    </a:ext>
                  </a:extLst>
                </p14:cNvPr>
                <p14:cNvContentPartPr/>
                <p14:nvPr/>
              </p14:nvContentPartPr>
              <p14:xfrm>
                <a:off x="2010420" y="4986368"/>
                <a:ext cx="183600" cy="77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D6950A-5ACA-1B79-5345-CC6689D37DE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01420" y="4977728"/>
                  <a:ext cx="201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32C32B2-CF82-6683-9A3B-516B1432A751}"/>
                    </a:ext>
                  </a:extLst>
                </p14:cNvPr>
                <p14:cNvContentPartPr/>
                <p14:nvPr/>
              </p14:nvContentPartPr>
              <p14:xfrm>
                <a:off x="2192220" y="4823648"/>
                <a:ext cx="146520" cy="284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32C32B2-CF82-6683-9A3B-516B1432A75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183580" y="4814648"/>
                  <a:ext cx="16416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DD06A5-49C9-E604-5E3E-44F0D7E3330E}"/>
              </a:ext>
            </a:extLst>
          </p:cNvPr>
          <p:cNvGrpSpPr/>
          <p:nvPr/>
        </p:nvGrpSpPr>
        <p:grpSpPr>
          <a:xfrm>
            <a:off x="2587140" y="4731848"/>
            <a:ext cx="1316880" cy="288000"/>
            <a:chOff x="2587140" y="4731848"/>
            <a:chExt cx="131688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588803-FD8E-E4C9-D05B-605527622FEA}"/>
                    </a:ext>
                  </a:extLst>
                </p14:cNvPr>
                <p14:cNvContentPartPr/>
                <p14:nvPr/>
              </p14:nvContentPartPr>
              <p14:xfrm>
                <a:off x="2587140" y="4790168"/>
                <a:ext cx="212760" cy="229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588803-FD8E-E4C9-D05B-605527622FE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578500" y="4781168"/>
                  <a:ext cx="230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C3D4366-C432-213E-7172-EF0DC1164698}"/>
                    </a:ext>
                  </a:extLst>
                </p14:cNvPr>
                <p14:cNvContentPartPr/>
                <p14:nvPr/>
              </p14:nvContentPartPr>
              <p14:xfrm>
                <a:off x="2824020" y="4919768"/>
                <a:ext cx="126000" cy="72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C3D4366-C432-213E-7172-EF0DC116469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15380" y="4911128"/>
                  <a:ext cx="143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4CF54AC-D26D-3E68-C088-25CF0BB3658C}"/>
                    </a:ext>
                  </a:extLst>
                </p14:cNvPr>
                <p14:cNvContentPartPr/>
                <p14:nvPr/>
              </p14:nvContentPartPr>
              <p14:xfrm>
                <a:off x="3036060" y="4925168"/>
                <a:ext cx="149760" cy="89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4CF54AC-D26D-3E68-C088-25CF0BB3658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027060" y="4916168"/>
                  <a:ext cx="167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893E5D3-1ECC-BFB6-9153-14366DF83942}"/>
                    </a:ext>
                  </a:extLst>
                </p14:cNvPr>
                <p14:cNvContentPartPr/>
                <p14:nvPr/>
              </p14:nvContentPartPr>
              <p14:xfrm>
                <a:off x="3122460" y="4758848"/>
                <a:ext cx="91440" cy="210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893E5D3-1ECC-BFB6-9153-14366DF8394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113460" y="4750208"/>
                  <a:ext cx="109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A69819D-27F2-B04C-657E-9AB29F8BD554}"/>
                    </a:ext>
                  </a:extLst>
                </p14:cNvPr>
                <p14:cNvContentPartPr/>
                <p14:nvPr/>
              </p14:nvContentPartPr>
              <p14:xfrm>
                <a:off x="3179340" y="4867928"/>
                <a:ext cx="205920" cy="104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A69819D-27F2-B04C-657E-9AB29F8BD55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170340" y="4859288"/>
                  <a:ext cx="223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A0B3366-0985-C89F-1828-C62AFA13F9F5}"/>
                    </a:ext>
                  </a:extLst>
                </p14:cNvPr>
                <p14:cNvContentPartPr/>
                <p14:nvPr/>
              </p14:nvContentPartPr>
              <p14:xfrm>
                <a:off x="3594420" y="4731848"/>
                <a:ext cx="84600" cy="213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A0B3366-0985-C89F-1828-C62AFA13F9F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585780" y="4723208"/>
                  <a:ext cx="102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011CD9-AEDF-8254-8490-862BDF9FC578}"/>
                    </a:ext>
                  </a:extLst>
                </p14:cNvPr>
                <p14:cNvContentPartPr/>
                <p14:nvPr/>
              </p14:nvContentPartPr>
              <p14:xfrm>
                <a:off x="3542220" y="4847048"/>
                <a:ext cx="162360" cy="21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011CD9-AEDF-8254-8490-862BDF9FC57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533220" y="4838408"/>
                  <a:ext cx="180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BACF21-FB17-502F-EE4D-C8BEC07C8EFD}"/>
                    </a:ext>
                  </a:extLst>
                </p14:cNvPr>
                <p14:cNvContentPartPr/>
                <p14:nvPr/>
              </p14:nvContentPartPr>
              <p14:xfrm>
                <a:off x="3759300" y="4875128"/>
                <a:ext cx="144720" cy="93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BACF21-FB17-502F-EE4D-C8BEC07C8EF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50300" y="4866128"/>
                  <a:ext cx="1623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1071486-960D-7083-339A-E23176F0D9CB}"/>
              </a:ext>
            </a:extLst>
          </p:cNvPr>
          <p:cNvGrpSpPr/>
          <p:nvPr/>
        </p:nvGrpSpPr>
        <p:grpSpPr>
          <a:xfrm>
            <a:off x="4184820" y="4278608"/>
            <a:ext cx="2362680" cy="759240"/>
            <a:chOff x="4184820" y="4278608"/>
            <a:chExt cx="2362680" cy="75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42AA025-3E01-280D-9045-EC6DD588B9B9}"/>
                    </a:ext>
                  </a:extLst>
                </p14:cNvPr>
                <p14:cNvContentPartPr/>
                <p14:nvPr/>
              </p14:nvContentPartPr>
              <p14:xfrm>
                <a:off x="4184820" y="4804928"/>
                <a:ext cx="198360" cy="164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42AA025-3E01-280D-9045-EC6DD588B9B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176180" y="4796288"/>
                  <a:ext cx="216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0B52DE-F0E0-BA5B-0CB9-EF69C6CCFEF2}"/>
                    </a:ext>
                  </a:extLst>
                </p14:cNvPr>
                <p14:cNvContentPartPr/>
                <p14:nvPr/>
              </p14:nvContentPartPr>
              <p14:xfrm>
                <a:off x="4240260" y="4822928"/>
                <a:ext cx="92880" cy="11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0B52DE-F0E0-BA5B-0CB9-EF69C6CCFE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231260" y="4813928"/>
                  <a:ext cx="110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CE4B6E-8FE5-29E8-25BC-0EC898781D34}"/>
                    </a:ext>
                  </a:extLst>
                </p14:cNvPr>
                <p14:cNvContentPartPr/>
                <p14:nvPr/>
              </p14:nvContentPartPr>
              <p14:xfrm>
                <a:off x="4426740" y="4929488"/>
                <a:ext cx="91080" cy="108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CE4B6E-8FE5-29E8-25BC-0EC898781D3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18100" y="4920488"/>
                  <a:ext cx="108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3614B49-5833-215C-9F85-D103E58E29BD}"/>
                    </a:ext>
                  </a:extLst>
                </p14:cNvPr>
                <p14:cNvContentPartPr/>
                <p14:nvPr/>
              </p14:nvContentPartPr>
              <p14:xfrm>
                <a:off x="4581180" y="4678568"/>
                <a:ext cx="102960" cy="307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3614B49-5833-215C-9F85-D103E58E29B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72180" y="4669928"/>
                  <a:ext cx="120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2589F65-0600-A3F8-F49E-708612B803BD}"/>
                    </a:ext>
                  </a:extLst>
                </p14:cNvPr>
                <p14:cNvContentPartPr/>
                <p14:nvPr/>
              </p14:nvContentPartPr>
              <p14:xfrm>
                <a:off x="4706820" y="4710608"/>
                <a:ext cx="142920" cy="231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2589F65-0600-A3F8-F49E-708612B803B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98180" y="4701608"/>
                  <a:ext cx="160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0D240C8-DD7C-5928-8E87-93F4F2E3BAFE}"/>
                    </a:ext>
                  </a:extLst>
                </p14:cNvPr>
                <p14:cNvContentPartPr/>
                <p14:nvPr/>
              </p14:nvContentPartPr>
              <p14:xfrm>
                <a:off x="4685580" y="4816088"/>
                <a:ext cx="109800" cy="36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0D240C8-DD7C-5928-8E87-93F4F2E3BAF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76940" y="4807088"/>
                  <a:ext cx="127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5DCFD20-F8A5-889C-2462-D56574689DE3}"/>
                    </a:ext>
                  </a:extLst>
                </p14:cNvPr>
                <p14:cNvContentPartPr/>
                <p14:nvPr/>
              </p14:nvContentPartPr>
              <p14:xfrm>
                <a:off x="4815900" y="4665248"/>
                <a:ext cx="137880" cy="347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5DCFD20-F8A5-889C-2462-D56574689DE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07260" y="4656608"/>
                  <a:ext cx="1555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A799FEE-5F8E-2634-2D05-2FB900A149F6}"/>
                    </a:ext>
                  </a:extLst>
                </p14:cNvPr>
                <p14:cNvContentPartPr/>
                <p14:nvPr/>
              </p14:nvContentPartPr>
              <p14:xfrm>
                <a:off x="5293980" y="4893848"/>
                <a:ext cx="152280" cy="11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A799FEE-5F8E-2634-2D05-2FB900A149F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84980" y="4885208"/>
                  <a:ext cx="169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93A8B1C-8A92-11C0-1F52-555B427D791D}"/>
                    </a:ext>
                  </a:extLst>
                </p14:cNvPr>
                <p14:cNvContentPartPr/>
                <p14:nvPr/>
              </p14:nvContentPartPr>
              <p14:xfrm>
                <a:off x="5270220" y="4822208"/>
                <a:ext cx="141120" cy="10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93A8B1C-8A92-11C0-1F52-555B427D79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261580" y="4813568"/>
                  <a:ext cx="158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72460CA-D34A-CBEE-A35C-DB85AF4F7574}"/>
                    </a:ext>
                  </a:extLst>
                </p14:cNvPr>
                <p14:cNvContentPartPr/>
                <p14:nvPr/>
              </p14:nvContentPartPr>
              <p14:xfrm>
                <a:off x="5003820" y="4390568"/>
                <a:ext cx="144000" cy="157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72460CA-D34A-CBEE-A35C-DB85AF4F757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995180" y="4381928"/>
                  <a:ext cx="161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5D9FF16-6786-0D59-11A8-01746DD9AFAE}"/>
                    </a:ext>
                  </a:extLst>
                </p14:cNvPr>
                <p14:cNvContentPartPr/>
                <p14:nvPr/>
              </p14:nvContentPartPr>
              <p14:xfrm>
                <a:off x="5199660" y="4462568"/>
                <a:ext cx="125640" cy="73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5D9FF16-6786-0D59-11A8-01746DD9AFA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191020" y="4453568"/>
                  <a:ext cx="1432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3058712-0D2F-FB92-42A6-22BD367EF932}"/>
                    </a:ext>
                  </a:extLst>
                </p14:cNvPr>
                <p14:cNvContentPartPr/>
                <p14:nvPr/>
              </p14:nvContentPartPr>
              <p14:xfrm>
                <a:off x="5339340" y="4473368"/>
                <a:ext cx="66240" cy="115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3058712-0D2F-FB92-42A6-22BD367EF93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30340" y="4464368"/>
                  <a:ext cx="83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E5C9211-3094-81D1-07E7-B0FCACA90D45}"/>
                    </a:ext>
                  </a:extLst>
                </p14:cNvPr>
                <p14:cNvContentPartPr/>
                <p14:nvPr/>
              </p14:nvContentPartPr>
              <p14:xfrm>
                <a:off x="5470380" y="4418648"/>
                <a:ext cx="107280" cy="87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E5C9211-3094-81D1-07E7-B0FCACA90D4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461740" y="4410008"/>
                  <a:ext cx="124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658CBF3-D4E4-8308-1DBF-0E983FA1F1A7}"/>
                    </a:ext>
                  </a:extLst>
                </p14:cNvPr>
                <p14:cNvContentPartPr/>
                <p14:nvPr/>
              </p14:nvContentPartPr>
              <p14:xfrm>
                <a:off x="5561460" y="4318928"/>
                <a:ext cx="123480" cy="219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658CBF3-D4E4-8308-1DBF-0E983FA1F1A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52820" y="4310288"/>
                  <a:ext cx="141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869E98E-EAF0-A3CA-A576-9DAC54CF2BF5}"/>
                    </a:ext>
                  </a:extLst>
                </p14:cNvPr>
                <p14:cNvContentPartPr/>
                <p14:nvPr/>
              </p14:nvContentPartPr>
              <p14:xfrm>
                <a:off x="5688900" y="4418648"/>
                <a:ext cx="145440" cy="47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869E98E-EAF0-A3CA-A576-9DAC54CF2BF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679900" y="4410008"/>
                  <a:ext cx="163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1D6600-F4A3-DB66-4AF1-176DB5E5EF55}"/>
                    </a:ext>
                  </a:extLst>
                </p14:cNvPr>
                <p14:cNvContentPartPr/>
                <p14:nvPr/>
              </p14:nvContentPartPr>
              <p14:xfrm>
                <a:off x="5830740" y="4278608"/>
                <a:ext cx="336600" cy="283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1D6600-F4A3-DB66-4AF1-176DB5E5EF5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822100" y="4269968"/>
                  <a:ext cx="354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32EB16E-6C8F-5D8E-BF29-9B2EA7D1D64B}"/>
                    </a:ext>
                  </a:extLst>
                </p14:cNvPr>
                <p14:cNvContentPartPr/>
                <p14:nvPr/>
              </p14:nvContentPartPr>
              <p14:xfrm>
                <a:off x="5735340" y="4773968"/>
                <a:ext cx="179640" cy="148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32EB16E-6C8F-5D8E-BF29-9B2EA7D1D64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26700" y="4765328"/>
                  <a:ext cx="197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C60A3C3-1FD2-8408-8A31-C3D28215DCDA}"/>
                    </a:ext>
                  </a:extLst>
                </p14:cNvPr>
                <p14:cNvContentPartPr/>
                <p14:nvPr/>
              </p14:nvContentPartPr>
              <p14:xfrm>
                <a:off x="5780700" y="4787648"/>
                <a:ext cx="79920" cy="132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C60A3C3-1FD2-8408-8A31-C3D28215DCD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72060" y="4778648"/>
                  <a:ext cx="97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DB8410-BAF9-27D0-BBAF-F23B1FD7985F}"/>
                    </a:ext>
                  </a:extLst>
                </p14:cNvPr>
                <p14:cNvContentPartPr/>
                <p14:nvPr/>
              </p14:nvContentPartPr>
              <p14:xfrm>
                <a:off x="5999940" y="4896368"/>
                <a:ext cx="131040" cy="101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DB8410-BAF9-27D0-BBAF-F23B1FD798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990940" y="4887728"/>
                  <a:ext cx="148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D2E33EF-ABC0-495A-C7A3-165F1F72E123}"/>
                    </a:ext>
                  </a:extLst>
                </p14:cNvPr>
                <p14:cNvContentPartPr/>
                <p14:nvPr/>
              </p14:nvContentPartPr>
              <p14:xfrm>
                <a:off x="6170940" y="4687568"/>
                <a:ext cx="92160" cy="252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D2E33EF-ABC0-495A-C7A3-165F1F72E12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161940" y="4678928"/>
                  <a:ext cx="1098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D849017-EE80-804E-3E6B-9B9E83F945C3}"/>
                    </a:ext>
                  </a:extLst>
                </p14:cNvPr>
                <p14:cNvContentPartPr/>
                <p14:nvPr/>
              </p14:nvContentPartPr>
              <p14:xfrm>
                <a:off x="6338340" y="4689008"/>
                <a:ext cx="83880" cy="206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D849017-EE80-804E-3E6B-9B9E83F945C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329340" y="4680368"/>
                  <a:ext cx="101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FE51BF9-2602-FC1A-D1F1-03434F3510E2}"/>
                    </a:ext>
                  </a:extLst>
                </p14:cNvPr>
                <p14:cNvContentPartPr/>
                <p14:nvPr/>
              </p14:nvContentPartPr>
              <p14:xfrm>
                <a:off x="6264180" y="4794848"/>
                <a:ext cx="131400" cy="7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FE51BF9-2602-FC1A-D1F1-03434F3510E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255540" y="4786208"/>
                  <a:ext cx="149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2D92132-AA08-2511-C542-6A0308632C30}"/>
                    </a:ext>
                  </a:extLst>
                </p14:cNvPr>
                <p14:cNvContentPartPr/>
                <p14:nvPr/>
              </p14:nvContentPartPr>
              <p14:xfrm>
                <a:off x="6395580" y="4665248"/>
                <a:ext cx="151920" cy="284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2D92132-AA08-2511-C542-6A0308632C3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386580" y="4656608"/>
                  <a:ext cx="169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D5036B8-575D-AB03-56C2-8E9F00301AA9}"/>
                    </a:ext>
                  </a:extLst>
                </p14:cNvPr>
                <p14:cNvContentPartPr/>
                <p14:nvPr/>
              </p14:nvContentPartPr>
              <p14:xfrm>
                <a:off x="5250780" y="4605488"/>
                <a:ext cx="83880" cy="122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D5036B8-575D-AB03-56C2-8E9F00301AA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241780" y="4596488"/>
                  <a:ext cx="101520" cy="139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2ADE71-D454-3BED-BF3B-8E5D56D62E02}"/>
              </a:ext>
            </a:extLst>
          </p:cNvPr>
          <p:cNvGrpSpPr/>
          <p:nvPr/>
        </p:nvGrpSpPr>
        <p:grpSpPr>
          <a:xfrm>
            <a:off x="10656180" y="4524128"/>
            <a:ext cx="618120" cy="492120"/>
            <a:chOff x="10656180" y="4524128"/>
            <a:chExt cx="618120" cy="49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E91332-FC78-CED7-0556-F1901DB74F08}"/>
                    </a:ext>
                  </a:extLst>
                </p14:cNvPr>
                <p14:cNvContentPartPr/>
                <p14:nvPr/>
              </p14:nvContentPartPr>
              <p14:xfrm>
                <a:off x="10656180" y="4919768"/>
                <a:ext cx="454680" cy="26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E91332-FC78-CED7-0556-F1901DB74F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47540" y="4910768"/>
                  <a:ext cx="472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20429E-25E4-3DF0-8910-EB3BF2C3DDF4}"/>
                    </a:ext>
                  </a:extLst>
                </p14:cNvPr>
                <p14:cNvContentPartPr/>
                <p14:nvPr/>
              </p14:nvContentPartPr>
              <p14:xfrm>
                <a:off x="10979100" y="4849568"/>
                <a:ext cx="204480" cy="166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20429E-25E4-3DF0-8910-EB3BF2C3DD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70100" y="4840928"/>
                  <a:ext cx="222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45E477-C771-B06C-08EE-E68CB2D31EED}"/>
                    </a:ext>
                  </a:extLst>
                </p14:cNvPr>
                <p14:cNvContentPartPr/>
                <p14:nvPr/>
              </p14:nvContentPartPr>
              <p14:xfrm>
                <a:off x="11163780" y="4524128"/>
                <a:ext cx="95040" cy="302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45E477-C771-B06C-08EE-E68CB2D31EE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154780" y="4515488"/>
                  <a:ext cx="1126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03720E-878E-8663-19B3-B20EE06C3935}"/>
                    </a:ext>
                  </a:extLst>
                </p14:cNvPr>
                <p14:cNvContentPartPr/>
                <p14:nvPr/>
              </p14:nvContentPartPr>
              <p14:xfrm>
                <a:off x="11159100" y="4705568"/>
                <a:ext cx="115200" cy="17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03720E-878E-8663-19B3-B20EE06C39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50100" y="4696928"/>
                  <a:ext cx="13284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3FDC668-8A68-7587-42E5-6A5AEAD357F0}"/>
                  </a:ext>
                </a:extLst>
              </p14:cNvPr>
              <p14:cNvContentPartPr/>
              <p14:nvPr/>
            </p14:nvContentPartPr>
            <p14:xfrm>
              <a:off x="4415940" y="1803248"/>
              <a:ext cx="54720" cy="183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3FDC668-8A68-7587-42E5-6A5AEAD357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07300" y="1794248"/>
                <a:ext cx="72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7D6013D-05A3-7AD7-9834-044402EF0A15}"/>
                  </a:ext>
                </a:extLst>
              </p14:cNvPr>
              <p14:cNvContentPartPr/>
              <p14:nvPr/>
            </p14:nvContentPartPr>
            <p14:xfrm>
              <a:off x="4452300" y="1908728"/>
              <a:ext cx="75240" cy="24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7D6013D-05A3-7AD7-9834-044402EF0A1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43660" y="1899728"/>
                <a:ext cx="928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E6CDFA4-F5A0-2FF4-AB5D-CBEE8096C244}"/>
                  </a:ext>
                </a:extLst>
              </p14:cNvPr>
              <p14:cNvContentPartPr/>
              <p14:nvPr/>
            </p14:nvContentPartPr>
            <p14:xfrm>
              <a:off x="4518900" y="1804328"/>
              <a:ext cx="51120" cy="140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E6CDFA4-F5A0-2FF4-AB5D-CBEE8096C2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10260" y="1795688"/>
                <a:ext cx="687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169546B-BBFA-5351-55EA-751BF2C2A514}"/>
                  </a:ext>
                </a:extLst>
              </p14:cNvPr>
              <p14:cNvContentPartPr/>
              <p14:nvPr/>
            </p14:nvContentPartPr>
            <p14:xfrm>
              <a:off x="4608180" y="1909448"/>
              <a:ext cx="70560" cy="666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169546B-BBFA-5351-55EA-751BF2C2A51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99540" y="1900808"/>
                <a:ext cx="882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70EFD7E-C721-1B70-8964-A1CBC33AC2C6}"/>
                  </a:ext>
                </a:extLst>
              </p14:cNvPr>
              <p14:cNvContentPartPr/>
              <p14:nvPr/>
            </p14:nvContentPartPr>
            <p14:xfrm>
              <a:off x="4732740" y="1728368"/>
              <a:ext cx="101160" cy="229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70EFD7E-C721-1B70-8964-A1CBC33AC2C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24100" y="1719728"/>
                <a:ext cx="1188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B66ACE9-22B4-1C65-9A2A-A4E07993F712}"/>
                  </a:ext>
                </a:extLst>
              </p14:cNvPr>
              <p14:cNvContentPartPr/>
              <p14:nvPr/>
            </p14:nvContentPartPr>
            <p14:xfrm>
              <a:off x="4862700" y="1755728"/>
              <a:ext cx="75600" cy="233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B66ACE9-22B4-1C65-9A2A-A4E07993F71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54060" y="1747088"/>
                <a:ext cx="9324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D2802D1-F354-7548-EC62-965ACC2D474D}"/>
                  </a:ext>
                </a:extLst>
              </p14:cNvPr>
              <p14:cNvContentPartPr/>
              <p14:nvPr/>
            </p14:nvContentPartPr>
            <p14:xfrm>
              <a:off x="4834980" y="1897208"/>
              <a:ext cx="90360" cy="57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D2802D1-F354-7548-EC62-965ACC2D474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26340" y="1888568"/>
                <a:ext cx="108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42CF5D-C67B-59E8-8AC6-3E23501B7C86}"/>
                  </a:ext>
                </a:extLst>
              </p14:cNvPr>
              <p14:cNvContentPartPr/>
              <p14:nvPr/>
            </p14:nvContentPartPr>
            <p14:xfrm>
              <a:off x="4951260" y="1698848"/>
              <a:ext cx="110520" cy="227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42CF5D-C67B-59E8-8AC6-3E23501B7C8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42260" y="1689848"/>
                <a:ext cx="1281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1EBF39B-9C5F-7F1A-9F41-2F7EBBB81E74}"/>
                  </a:ext>
                </a:extLst>
              </p14:cNvPr>
              <p14:cNvContentPartPr/>
              <p14:nvPr/>
            </p14:nvContentPartPr>
            <p14:xfrm>
              <a:off x="1927260" y="1095488"/>
              <a:ext cx="210600" cy="1465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1EBF39B-9C5F-7F1A-9F41-2F7EBBB81E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18620" y="1086848"/>
                <a:ext cx="2282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E2D5A39-5E70-99DD-B8B7-FD6AEEDA3F2A}"/>
                  </a:ext>
                </a:extLst>
              </p14:cNvPr>
              <p14:cNvContentPartPr/>
              <p14:nvPr/>
            </p14:nvContentPartPr>
            <p14:xfrm>
              <a:off x="2208060" y="1116728"/>
              <a:ext cx="108000" cy="63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E2D5A39-5E70-99DD-B8B7-FD6AEEDA3F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99060" y="1108088"/>
                <a:ext cx="1256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0F2A0EE-F4EC-BF3F-1B05-4D0D2A7715F6}"/>
                  </a:ext>
                </a:extLst>
              </p14:cNvPr>
              <p14:cNvContentPartPr/>
              <p14:nvPr/>
            </p14:nvContentPartPr>
            <p14:xfrm>
              <a:off x="2405340" y="1117448"/>
              <a:ext cx="221040" cy="113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0F2A0EE-F4EC-BF3F-1B05-4D0D2A7715F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96340" y="1108808"/>
                <a:ext cx="238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269E190-7AAF-1502-EDA7-BA55C161761F}"/>
                  </a:ext>
                </a:extLst>
              </p14:cNvPr>
              <p14:cNvContentPartPr/>
              <p14:nvPr/>
            </p14:nvContentPartPr>
            <p14:xfrm>
              <a:off x="2638980" y="1158128"/>
              <a:ext cx="99000" cy="777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269E190-7AAF-1502-EDA7-BA55C16176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30340" y="1149488"/>
                <a:ext cx="1166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45223C-04E1-B2AD-D709-1099CFD0E041}"/>
                  </a:ext>
                </a:extLst>
              </p14:cNvPr>
              <p14:cNvContentPartPr/>
              <p14:nvPr/>
            </p14:nvContentPartPr>
            <p14:xfrm>
              <a:off x="1599300" y="1526048"/>
              <a:ext cx="163080" cy="106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45223C-04E1-B2AD-D709-1099CFD0E04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90300" y="1517408"/>
                <a:ext cx="1807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EF7CD30-FD45-35E2-1682-7692FF8B00BA}"/>
                  </a:ext>
                </a:extLst>
              </p14:cNvPr>
              <p14:cNvContentPartPr/>
              <p14:nvPr/>
            </p14:nvContentPartPr>
            <p14:xfrm>
              <a:off x="1890900" y="1506248"/>
              <a:ext cx="105480" cy="47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EF7CD30-FD45-35E2-1682-7692FF8B00B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81900" y="1497248"/>
                <a:ext cx="1231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4D98E48-35D4-B880-13A8-FFAA7BE0E3DF}"/>
                  </a:ext>
                </a:extLst>
              </p14:cNvPr>
              <p14:cNvContentPartPr/>
              <p14:nvPr/>
            </p14:nvContentPartPr>
            <p14:xfrm>
              <a:off x="1999980" y="1387088"/>
              <a:ext cx="89280" cy="130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4D98E48-35D4-B880-13A8-FFAA7BE0E3D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91340" y="1378088"/>
                <a:ext cx="1069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31DE5F9-57B8-BF97-9B7D-FE76911CEA06}"/>
                  </a:ext>
                </a:extLst>
              </p14:cNvPr>
              <p14:cNvContentPartPr/>
              <p14:nvPr/>
            </p14:nvContentPartPr>
            <p14:xfrm>
              <a:off x="1974780" y="1480688"/>
              <a:ext cx="108720" cy="7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31DE5F9-57B8-BF97-9B7D-FE76911CEA0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65780" y="1471688"/>
                <a:ext cx="1263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1BB9956-39C9-93B0-8A3D-9A8BFD1951E7}"/>
                  </a:ext>
                </a:extLst>
              </p14:cNvPr>
              <p14:cNvContentPartPr/>
              <p14:nvPr/>
            </p14:nvContentPartPr>
            <p14:xfrm>
              <a:off x="2062260" y="1379528"/>
              <a:ext cx="325440" cy="1087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1BB9956-39C9-93B0-8A3D-9A8BFD1951E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53620" y="1370888"/>
                <a:ext cx="3430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E7F6B26-B3A8-BA54-B9EC-1F4546E50724}"/>
                  </a:ext>
                </a:extLst>
              </p14:cNvPr>
              <p14:cNvContentPartPr/>
              <p14:nvPr/>
            </p14:nvContentPartPr>
            <p14:xfrm>
              <a:off x="2415780" y="1350008"/>
              <a:ext cx="176760" cy="92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E7F6B26-B3A8-BA54-B9EC-1F4546E5072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06780" y="1341008"/>
                <a:ext cx="1944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1AE6808-B493-6BBF-BCFE-DF09C5BCC4AC}"/>
                  </a:ext>
                </a:extLst>
              </p14:cNvPr>
              <p14:cNvContentPartPr/>
              <p14:nvPr/>
            </p14:nvContentPartPr>
            <p14:xfrm>
              <a:off x="2659860" y="1371248"/>
              <a:ext cx="63360" cy="50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1AE6808-B493-6BBF-BCFE-DF09C5BCC4A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51220" y="1362608"/>
                <a:ext cx="810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8CEBF73-95D4-466C-03A8-BDFCA33232C8}"/>
                  </a:ext>
                </a:extLst>
              </p14:cNvPr>
              <p14:cNvContentPartPr/>
              <p14:nvPr/>
            </p14:nvContentPartPr>
            <p14:xfrm>
              <a:off x="2623500" y="1288448"/>
              <a:ext cx="28800" cy="97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8CEBF73-95D4-466C-03A8-BDFCA33232C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14860" y="1279448"/>
                <a:ext cx="464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A9C3552-4896-D9B0-D2B8-E6967B0B3AC9}"/>
                  </a:ext>
                </a:extLst>
              </p14:cNvPr>
              <p14:cNvContentPartPr/>
              <p14:nvPr/>
            </p14:nvContentPartPr>
            <p14:xfrm>
              <a:off x="2737980" y="1297448"/>
              <a:ext cx="105840" cy="1242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1A9C3552-4896-D9B0-D2B8-E6967B0B3A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28980" y="1288808"/>
                <a:ext cx="1234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3AB695F-E08E-58F3-52CC-D7F8DEE80617}"/>
                  </a:ext>
                </a:extLst>
              </p14:cNvPr>
              <p14:cNvContentPartPr/>
              <p14:nvPr/>
            </p14:nvContentPartPr>
            <p14:xfrm>
              <a:off x="2826180" y="1265768"/>
              <a:ext cx="121320" cy="1062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3AB695F-E08E-58F3-52CC-D7F8DEE8061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17180" y="1256768"/>
                <a:ext cx="1389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CBC94F6-3E67-D962-8F4B-5588ED03A5E6}"/>
                  </a:ext>
                </a:extLst>
              </p14:cNvPr>
              <p14:cNvContentPartPr/>
              <p14:nvPr/>
            </p14:nvContentPartPr>
            <p14:xfrm>
              <a:off x="2803500" y="1248848"/>
              <a:ext cx="111240" cy="414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CBC94F6-3E67-D962-8F4B-5588ED03A5E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794860" y="1239848"/>
                <a:ext cx="1288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5AFEFC1-39E9-E30E-8555-1F0849E981D8}"/>
                  </a:ext>
                </a:extLst>
              </p14:cNvPr>
              <p14:cNvContentPartPr/>
              <p14:nvPr/>
            </p14:nvContentPartPr>
            <p14:xfrm>
              <a:off x="2852820" y="1271168"/>
              <a:ext cx="48600" cy="205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5AFEFC1-39E9-E30E-8555-1F0849E981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44180" y="1262168"/>
                <a:ext cx="6624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87E9A207-DED6-CE37-BC54-94D558C92165}"/>
              </a:ext>
            </a:extLst>
          </p:cNvPr>
          <p:cNvGrpSpPr/>
          <p:nvPr/>
        </p:nvGrpSpPr>
        <p:grpSpPr>
          <a:xfrm>
            <a:off x="228780" y="1140488"/>
            <a:ext cx="1417680" cy="1224000"/>
            <a:chOff x="228780" y="1140488"/>
            <a:chExt cx="1417680" cy="12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4EDF89-5B56-5356-BA8F-A7522E2CB8CA}"/>
                    </a:ext>
                  </a:extLst>
                </p14:cNvPr>
                <p14:cNvContentPartPr/>
                <p14:nvPr/>
              </p14:nvContentPartPr>
              <p14:xfrm>
                <a:off x="331380" y="1515968"/>
                <a:ext cx="87840" cy="237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4EDF89-5B56-5356-BA8F-A7522E2CB8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2380" y="1507328"/>
                  <a:ext cx="105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99FE6C-F310-7B26-34F9-51A4D52121CF}"/>
                    </a:ext>
                  </a:extLst>
                </p14:cNvPr>
                <p14:cNvContentPartPr/>
                <p14:nvPr/>
              </p14:nvContentPartPr>
              <p14:xfrm>
                <a:off x="358380" y="1654208"/>
                <a:ext cx="119880" cy="13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99FE6C-F310-7B26-34F9-51A4D52121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9380" y="1645208"/>
                  <a:ext cx="137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424CED-3418-5863-AE80-AD874906B15E}"/>
                    </a:ext>
                  </a:extLst>
                </p14:cNvPr>
                <p14:cNvContentPartPr/>
                <p14:nvPr/>
              </p14:nvContentPartPr>
              <p14:xfrm>
                <a:off x="437940" y="1524608"/>
                <a:ext cx="63360" cy="162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424CED-3418-5863-AE80-AD874906B1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8940" y="1515608"/>
                  <a:ext cx="81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3BE7B5-5662-D63F-8C60-DDD7E4057418}"/>
                    </a:ext>
                  </a:extLst>
                </p14:cNvPr>
                <p14:cNvContentPartPr/>
                <p14:nvPr/>
              </p14:nvContentPartPr>
              <p14:xfrm>
                <a:off x="546300" y="1640888"/>
                <a:ext cx="66960" cy="111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3BE7B5-5662-D63F-8C60-DDD7E40574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7300" y="1632248"/>
                  <a:ext cx="84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2CA8AB-55C7-2CF6-ECEE-9D27D5815369}"/>
                    </a:ext>
                  </a:extLst>
                </p14:cNvPr>
                <p14:cNvContentPartPr/>
                <p14:nvPr/>
              </p14:nvContentPartPr>
              <p14:xfrm>
                <a:off x="638460" y="1431008"/>
                <a:ext cx="67680" cy="21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2CA8AB-55C7-2CF6-ECEE-9D27D58153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9820" y="1422008"/>
                  <a:ext cx="85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EBACBC-06DF-D18C-B1F0-ED02E5C005AB}"/>
                    </a:ext>
                  </a:extLst>
                </p14:cNvPr>
                <p14:cNvContentPartPr/>
                <p14:nvPr/>
              </p14:nvContentPartPr>
              <p14:xfrm>
                <a:off x="724500" y="1568888"/>
                <a:ext cx="73440" cy="15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EBACBC-06DF-D18C-B1F0-ED02E5C005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5860" y="1559888"/>
                  <a:ext cx="910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716B624-1C06-EA8A-C171-A281DE73A5CE}"/>
                    </a:ext>
                  </a:extLst>
                </p14:cNvPr>
                <p14:cNvContentPartPr/>
                <p14:nvPr/>
              </p14:nvContentPartPr>
              <p14:xfrm>
                <a:off x="721980" y="1458728"/>
                <a:ext cx="360" cy="1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716B624-1C06-EA8A-C171-A281DE73A5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3340" y="144972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8F05014-8566-1190-A5C9-A30F96DE28AB}"/>
                    </a:ext>
                  </a:extLst>
                </p14:cNvPr>
                <p14:cNvContentPartPr/>
                <p14:nvPr/>
              </p14:nvContentPartPr>
              <p14:xfrm>
                <a:off x="809820" y="1412288"/>
                <a:ext cx="221760" cy="198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8F05014-8566-1190-A5C9-A30F96DE28A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0820" y="1403648"/>
                  <a:ext cx="239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B02BCE-BCE7-A143-C9CA-B5885FB03F90}"/>
                    </a:ext>
                  </a:extLst>
                </p14:cNvPr>
                <p14:cNvContentPartPr/>
                <p14:nvPr/>
              </p14:nvContentPartPr>
              <p14:xfrm>
                <a:off x="971460" y="1357208"/>
                <a:ext cx="150840" cy="264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B02BCE-BCE7-A143-C9CA-B5885FB03F9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2460" y="1348208"/>
                  <a:ext cx="168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06BFFE-5F84-6125-01AD-01299BE03C68}"/>
                    </a:ext>
                  </a:extLst>
                </p14:cNvPr>
                <p14:cNvContentPartPr/>
                <p14:nvPr/>
              </p14:nvContentPartPr>
              <p14:xfrm>
                <a:off x="1274580" y="1558448"/>
                <a:ext cx="87120" cy="7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06BFFE-5F84-6125-01AD-01299BE03C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265580" y="1549808"/>
                  <a:ext cx="104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9F88A69-8E37-2F4C-F84E-197374C599DE}"/>
                    </a:ext>
                  </a:extLst>
                </p14:cNvPr>
                <p14:cNvContentPartPr/>
                <p14:nvPr/>
              </p14:nvContentPartPr>
              <p14:xfrm>
                <a:off x="1247220" y="1511648"/>
                <a:ext cx="67320" cy="8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9F88A69-8E37-2F4C-F84E-197374C599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38580" y="1503008"/>
                  <a:ext cx="84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EDC18B-9F63-DDDE-7311-3B91EF181C47}"/>
                    </a:ext>
                  </a:extLst>
                </p14:cNvPr>
                <p14:cNvContentPartPr/>
                <p14:nvPr/>
              </p14:nvContentPartPr>
              <p14:xfrm>
                <a:off x="1395900" y="1140488"/>
                <a:ext cx="180720" cy="575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EDC18B-9F63-DDDE-7311-3B91EF181C4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87260" y="1131488"/>
                  <a:ext cx="1983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B56DD3-1256-597A-18F0-1DA39EA5564B}"/>
                    </a:ext>
                  </a:extLst>
                </p14:cNvPr>
                <p14:cNvContentPartPr/>
                <p14:nvPr/>
              </p14:nvContentPartPr>
              <p14:xfrm>
                <a:off x="1584540" y="1194848"/>
                <a:ext cx="61920" cy="123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B56DD3-1256-597A-18F0-1DA39EA5564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75540" y="1185848"/>
                  <a:ext cx="79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C9DB5C-42DA-7655-E38E-A57F242A1248}"/>
                    </a:ext>
                  </a:extLst>
                </p14:cNvPr>
                <p14:cNvContentPartPr/>
                <p14:nvPr/>
              </p14:nvContentPartPr>
              <p14:xfrm>
                <a:off x="1474740" y="1167128"/>
                <a:ext cx="168840" cy="47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C9DB5C-42DA-7655-E38E-A57F242A124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65740" y="1158128"/>
                  <a:ext cx="186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4738B61-B94F-6BAA-E92E-0EB0B7DF557F}"/>
                    </a:ext>
                  </a:extLst>
                </p14:cNvPr>
                <p14:cNvContentPartPr/>
                <p14:nvPr/>
              </p14:nvContentPartPr>
              <p14:xfrm>
                <a:off x="228780" y="2175488"/>
                <a:ext cx="171360" cy="189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4738B61-B94F-6BAA-E92E-0EB0B7DF55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9780" y="2166848"/>
                  <a:ext cx="189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EAF798-F1BC-7595-19B9-AE9CA2ECE556}"/>
                    </a:ext>
                  </a:extLst>
                </p14:cNvPr>
                <p14:cNvContentPartPr/>
                <p14:nvPr/>
              </p14:nvContentPartPr>
              <p14:xfrm>
                <a:off x="388980" y="2198888"/>
                <a:ext cx="39960" cy="96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EAF798-F1BC-7595-19B9-AE9CA2ECE5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0340" y="2190248"/>
                  <a:ext cx="57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515809-1922-CEDE-7F80-06F9E92AAA47}"/>
                    </a:ext>
                  </a:extLst>
                </p14:cNvPr>
                <p14:cNvContentPartPr/>
                <p14:nvPr/>
              </p14:nvContentPartPr>
              <p14:xfrm>
                <a:off x="488340" y="2223368"/>
                <a:ext cx="51480" cy="67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515809-1922-CEDE-7F80-06F9E92AAA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9340" y="2214728"/>
                  <a:ext cx="691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43A40B-D97E-B1B2-7BD5-387483CC3D39}"/>
                    </a:ext>
                  </a:extLst>
                </p14:cNvPr>
                <p14:cNvContentPartPr/>
                <p14:nvPr/>
              </p14:nvContentPartPr>
              <p14:xfrm>
                <a:off x="420660" y="2139488"/>
                <a:ext cx="9000" cy="11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43A40B-D97E-B1B2-7BD5-387483CC3D3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1660" y="2130848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102553-794D-0B1C-F593-834DCF305126}"/>
                    </a:ext>
                  </a:extLst>
                </p14:cNvPr>
                <p14:cNvContentPartPr/>
                <p14:nvPr/>
              </p14:nvContentPartPr>
              <p14:xfrm>
                <a:off x="581580" y="2171528"/>
                <a:ext cx="104040" cy="64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102553-794D-0B1C-F593-834DCF30512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2940" y="2162528"/>
                  <a:ext cx="121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3B8746-598F-3948-9FB0-47FA96F7DDED}"/>
                    </a:ext>
                  </a:extLst>
                </p14:cNvPr>
                <p14:cNvContentPartPr/>
                <p14:nvPr/>
              </p14:nvContentPartPr>
              <p14:xfrm>
                <a:off x="573300" y="2020688"/>
                <a:ext cx="149760" cy="171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3B8746-598F-3948-9FB0-47FA96F7DDE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4300" y="2011688"/>
                  <a:ext cx="167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4713A9-7A4D-2C41-7B9D-B805C80C0116}"/>
                    </a:ext>
                  </a:extLst>
                </p14:cNvPr>
                <p14:cNvContentPartPr/>
                <p14:nvPr/>
              </p14:nvContentPartPr>
              <p14:xfrm>
                <a:off x="698220" y="2110328"/>
                <a:ext cx="98640" cy="5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4713A9-7A4D-2C41-7B9D-B805C80C011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9220" y="2101328"/>
                  <a:ext cx="116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7FC996-20C8-5BC9-306D-67C2AE298A7B}"/>
                    </a:ext>
                  </a:extLst>
                </p14:cNvPr>
                <p14:cNvContentPartPr/>
                <p14:nvPr/>
              </p14:nvContentPartPr>
              <p14:xfrm>
                <a:off x="794700" y="2009168"/>
                <a:ext cx="199080" cy="126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7FC996-20C8-5BC9-306D-67C2AE298A7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6060" y="2000528"/>
                  <a:ext cx="216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989BE1-D7E4-2577-324A-1FFF591522AF}"/>
                    </a:ext>
                  </a:extLst>
                </p14:cNvPr>
                <p14:cNvContentPartPr/>
                <p14:nvPr/>
              </p14:nvContentPartPr>
              <p14:xfrm>
                <a:off x="1039140" y="1780928"/>
                <a:ext cx="306720" cy="285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989BE1-D7E4-2577-324A-1FFF591522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30140" y="1772288"/>
                  <a:ext cx="32436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2B997A0-6C1B-4134-A302-6F0B562725FB}"/>
              </a:ext>
            </a:extLst>
          </p:cNvPr>
          <p:cNvGrpSpPr/>
          <p:nvPr/>
        </p:nvGrpSpPr>
        <p:grpSpPr>
          <a:xfrm>
            <a:off x="209340" y="2417048"/>
            <a:ext cx="694440" cy="437760"/>
            <a:chOff x="209340" y="2417048"/>
            <a:chExt cx="69444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D8808C-61F1-AC87-F2DE-1C2A18E2A4D9}"/>
                    </a:ext>
                  </a:extLst>
                </p14:cNvPr>
                <p14:cNvContentPartPr/>
                <p14:nvPr/>
              </p14:nvContentPartPr>
              <p14:xfrm>
                <a:off x="209340" y="2582648"/>
                <a:ext cx="201600" cy="272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D8808C-61F1-AC87-F2DE-1C2A18E2A4D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0340" y="2574008"/>
                  <a:ext cx="2192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2F03957-DD1A-6C60-F7E7-402B0BE36FE2}"/>
                    </a:ext>
                  </a:extLst>
                </p14:cNvPr>
                <p14:cNvContentPartPr/>
                <p14:nvPr/>
              </p14:nvContentPartPr>
              <p14:xfrm>
                <a:off x="257940" y="2727368"/>
                <a:ext cx="121320" cy="31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2F03957-DD1A-6C60-F7E7-402B0BE36FE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9300" y="2718728"/>
                  <a:ext cx="138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2D1992-AC08-B5E1-FF87-B9DA07865185}"/>
                    </a:ext>
                  </a:extLst>
                </p14:cNvPr>
                <p14:cNvContentPartPr/>
                <p14:nvPr/>
              </p14:nvContentPartPr>
              <p14:xfrm>
                <a:off x="436140" y="2732768"/>
                <a:ext cx="39960" cy="23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2D1992-AC08-B5E1-FF87-B9DA0786518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7500" y="2723768"/>
                  <a:ext cx="57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2550073-3227-4CF4-7138-549EE4D42B85}"/>
                    </a:ext>
                  </a:extLst>
                </p14:cNvPr>
                <p14:cNvContentPartPr/>
                <p14:nvPr/>
              </p14:nvContentPartPr>
              <p14:xfrm>
                <a:off x="342900" y="2576888"/>
                <a:ext cx="40320" cy="18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2550073-3227-4CF4-7138-549EE4D42B8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3900" y="2567888"/>
                  <a:ext cx="57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4B30E2E-3D01-B927-E454-C8A4D0BA29FE}"/>
                    </a:ext>
                  </a:extLst>
                </p14:cNvPr>
                <p14:cNvContentPartPr/>
                <p14:nvPr/>
              </p14:nvContentPartPr>
              <p14:xfrm>
                <a:off x="410220" y="2475008"/>
                <a:ext cx="229320" cy="231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4B30E2E-3D01-B927-E454-C8A4D0BA29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1220" y="2466368"/>
                  <a:ext cx="246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717C404-71EA-342A-1680-3D45B8E2D0AD}"/>
                    </a:ext>
                  </a:extLst>
                </p14:cNvPr>
                <p14:cNvContentPartPr/>
                <p14:nvPr/>
              </p14:nvContentPartPr>
              <p14:xfrm>
                <a:off x="540180" y="2467808"/>
                <a:ext cx="154800" cy="165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717C404-71EA-342A-1680-3D45B8E2D0A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1180" y="2458808"/>
                  <a:ext cx="172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2FAD423-10E1-5D5A-6A43-A0066F148593}"/>
                    </a:ext>
                  </a:extLst>
                </p14:cNvPr>
                <p14:cNvContentPartPr/>
                <p14:nvPr/>
              </p14:nvContentPartPr>
              <p14:xfrm>
                <a:off x="576540" y="2417048"/>
                <a:ext cx="327240" cy="170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2FAD423-10E1-5D5A-6A43-A0066F14859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7540" y="2408408"/>
                  <a:ext cx="344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F616277-5544-BF34-3A3B-D6B6FC745094}"/>
                    </a:ext>
                  </a:extLst>
                </p14:cNvPr>
                <p14:cNvContentPartPr/>
                <p14:nvPr/>
              </p14:nvContentPartPr>
              <p14:xfrm>
                <a:off x="741780" y="2489408"/>
                <a:ext cx="21960" cy="23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F616277-5544-BF34-3A3B-D6B6FC74509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3140" y="2480768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CAC6C0F-B375-3AD9-7EC3-B6F13C356F95}"/>
                  </a:ext>
                </a:extLst>
              </p14:cNvPr>
              <p14:cNvContentPartPr/>
              <p14:nvPr/>
            </p14:nvContentPartPr>
            <p14:xfrm>
              <a:off x="7050060" y="1843568"/>
              <a:ext cx="235080" cy="684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CAC6C0F-B375-3AD9-7EC3-B6F13C356F9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041060" y="1834928"/>
                <a:ext cx="25272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D319DBE3-FC71-5436-5070-C17044946D30}"/>
              </a:ext>
            </a:extLst>
          </p:cNvPr>
          <p:cNvGrpSpPr/>
          <p:nvPr/>
        </p:nvGrpSpPr>
        <p:grpSpPr>
          <a:xfrm>
            <a:off x="5205420" y="1776608"/>
            <a:ext cx="2366280" cy="3107520"/>
            <a:chOff x="5205420" y="1776608"/>
            <a:chExt cx="2366280" cy="31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977EE3-EBA2-EC57-33E2-1B5B8C298E85}"/>
                    </a:ext>
                  </a:extLst>
                </p14:cNvPr>
                <p14:cNvContentPartPr/>
                <p14:nvPr/>
              </p14:nvContentPartPr>
              <p14:xfrm>
                <a:off x="7226100" y="2073608"/>
                <a:ext cx="43200" cy="281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977EE3-EBA2-EC57-33E2-1B5B8C298E8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17100" y="2064608"/>
                  <a:ext cx="60840" cy="28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AE44603-0FE0-2B71-CBAC-992CD6BC3C47}"/>
                    </a:ext>
                  </a:extLst>
                </p14:cNvPr>
                <p14:cNvContentPartPr/>
                <p14:nvPr/>
              </p14:nvContentPartPr>
              <p14:xfrm>
                <a:off x="5844420" y="2015288"/>
                <a:ext cx="1440000" cy="3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AE44603-0FE0-2B71-CBAC-992CD6BC3C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35420" y="2006648"/>
                  <a:ext cx="1457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CBCD6C-6C73-8FE0-7DC3-3486E7CB4D76}"/>
                    </a:ext>
                  </a:extLst>
                </p14:cNvPr>
                <p14:cNvContentPartPr/>
                <p14:nvPr/>
              </p14:nvContentPartPr>
              <p14:xfrm>
                <a:off x="5646780" y="1999808"/>
                <a:ext cx="278280" cy="42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CBCD6C-6C73-8FE0-7DC3-3486E7CB4D7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38140" y="1991168"/>
                  <a:ext cx="295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8C6CBF-CAD5-96DB-5A34-DA44505C0AA5}"/>
                    </a:ext>
                  </a:extLst>
                </p14:cNvPr>
                <p14:cNvContentPartPr/>
                <p14:nvPr/>
              </p14:nvContentPartPr>
              <p14:xfrm>
                <a:off x="5631660" y="2035448"/>
                <a:ext cx="53280" cy="2774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8C6CBF-CAD5-96DB-5A34-DA44505C0A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23020" y="2026808"/>
                  <a:ext cx="70920" cy="27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5BC16E-1432-2367-2961-CF4AD2A10578}"/>
                    </a:ext>
                  </a:extLst>
                </p14:cNvPr>
                <p14:cNvContentPartPr/>
                <p14:nvPr/>
              </p14:nvContentPartPr>
              <p14:xfrm>
                <a:off x="5205420" y="2037968"/>
                <a:ext cx="380160" cy="13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5BC16E-1432-2367-2961-CF4AD2A1057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96780" y="2028968"/>
                  <a:ext cx="3978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962685-2947-949C-F18F-874ED963BED9}"/>
                    </a:ext>
                  </a:extLst>
                </p14:cNvPr>
                <p14:cNvContentPartPr/>
                <p14:nvPr/>
              </p14:nvContentPartPr>
              <p14:xfrm>
                <a:off x="7070580" y="1822688"/>
                <a:ext cx="198000" cy="80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962685-2947-949C-F18F-874ED963BED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61580" y="1813688"/>
                  <a:ext cx="215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7E6804-8305-4D53-87DC-4EEBFCC1F104}"/>
                    </a:ext>
                  </a:extLst>
                </p14:cNvPr>
                <p14:cNvContentPartPr/>
                <p14:nvPr/>
              </p14:nvContentPartPr>
              <p14:xfrm>
                <a:off x="7475940" y="1796408"/>
                <a:ext cx="68400" cy="154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7E6804-8305-4D53-87DC-4EEBFCC1F10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67300" y="1787408"/>
                  <a:ext cx="86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1FBFA1A-6F5D-CA46-3F78-A244EFFCBE4B}"/>
                    </a:ext>
                  </a:extLst>
                </p14:cNvPr>
                <p14:cNvContentPartPr/>
                <p14:nvPr/>
              </p14:nvContentPartPr>
              <p14:xfrm>
                <a:off x="7358580" y="1776608"/>
                <a:ext cx="213120" cy="15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1FBFA1A-6F5D-CA46-3F78-A244EFFCBE4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49580" y="1767608"/>
                  <a:ext cx="230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E278894-428A-7136-B107-0650AD2DDF59}"/>
                    </a:ext>
                  </a:extLst>
                </p14:cNvPr>
                <p14:cNvContentPartPr/>
                <p14:nvPr/>
              </p14:nvContentPartPr>
              <p14:xfrm>
                <a:off x="7496820" y="1818368"/>
                <a:ext cx="53640" cy="135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E278894-428A-7136-B107-0650AD2DDF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88180" y="1809368"/>
                  <a:ext cx="712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F04C281-0274-B184-6296-54AD08D85F6F}"/>
              </a:ext>
            </a:extLst>
          </p:cNvPr>
          <p:cNvGrpSpPr/>
          <p:nvPr/>
        </p:nvGrpSpPr>
        <p:grpSpPr>
          <a:xfrm>
            <a:off x="5533740" y="5002208"/>
            <a:ext cx="397080" cy="239760"/>
            <a:chOff x="5533740" y="5002208"/>
            <a:chExt cx="39708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5D8692D-8469-F044-75AA-295D8758E5F1}"/>
                    </a:ext>
                  </a:extLst>
                </p14:cNvPr>
                <p14:cNvContentPartPr/>
                <p14:nvPr/>
              </p14:nvContentPartPr>
              <p14:xfrm>
                <a:off x="5533740" y="5122448"/>
                <a:ext cx="66600" cy="16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5D8692D-8469-F044-75AA-295D8758E5F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24740" y="5113808"/>
                  <a:ext cx="84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B190EB-62D4-CEC7-4888-E282BA9E410C}"/>
                    </a:ext>
                  </a:extLst>
                </p14:cNvPr>
                <p14:cNvContentPartPr/>
                <p14:nvPr/>
              </p14:nvContentPartPr>
              <p14:xfrm>
                <a:off x="5712660" y="5002208"/>
                <a:ext cx="70200" cy="2397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B190EB-62D4-CEC7-4888-E282BA9E410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03660" y="4993208"/>
                  <a:ext cx="87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4FC46F0-3E69-A595-8F44-E8AE8A005C4C}"/>
                    </a:ext>
                  </a:extLst>
                </p14:cNvPr>
                <p14:cNvContentPartPr/>
                <p14:nvPr/>
              </p14:nvContentPartPr>
              <p14:xfrm>
                <a:off x="5694660" y="5148008"/>
                <a:ext cx="119520" cy="11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4FC46F0-3E69-A595-8F44-E8AE8A005C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85660" y="5139368"/>
                  <a:ext cx="137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3FB24C7-F106-99E7-980A-AEF48D399632}"/>
                    </a:ext>
                  </a:extLst>
                </p14:cNvPr>
                <p14:cNvContentPartPr/>
                <p14:nvPr/>
              </p14:nvContentPartPr>
              <p14:xfrm>
                <a:off x="5860260" y="5139368"/>
                <a:ext cx="70560" cy="72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3FB24C7-F106-99E7-980A-AEF48D39963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51260" y="5130728"/>
                  <a:ext cx="8820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A4A87D-1DCA-E55E-05E4-BF7D0BA1692D}"/>
              </a:ext>
            </a:extLst>
          </p:cNvPr>
          <p:cNvGrpSpPr/>
          <p:nvPr/>
        </p:nvGrpSpPr>
        <p:grpSpPr>
          <a:xfrm>
            <a:off x="6794100" y="4958648"/>
            <a:ext cx="601920" cy="298800"/>
            <a:chOff x="6794100" y="4958648"/>
            <a:chExt cx="60192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596E20-BE1D-0AC8-E3FC-F7FE729FD48D}"/>
                    </a:ext>
                  </a:extLst>
                </p14:cNvPr>
                <p14:cNvContentPartPr/>
                <p14:nvPr/>
              </p14:nvContentPartPr>
              <p14:xfrm>
                <a:off x="7173540" y="5018048"/>
                <a:ext cx="48600" cy="234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596E20-BE1D-0AC8-E3FC-F7FE729FD48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64900" y="5009408"/>
                  <a:ext cx="66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A9702F-32A5-F473-F7D8-C89D75E4CC59}"/>
                    </a:ext>
                  </a:extLst>
                </p14:cNvPr>
                <p14:cNvContentPartPr/>
                <p14:nvPr/>
              </p14:nvContentPartPr>
              <p14:xfrm>
                <a:off x="7140780" y="5148008"/>
                <a:ext cx="101880" cy="16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A9702F-32A5-F473-F7D8-C89D75E4CC5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31780" y="5139008"/>
                  <a:ext cx="119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EC4644D-5375-9C7B-4558-0CC53F0D557D}"/>
                    </a:ext>
                  </a:extLst>
                </p14:cNvPr>
                <p14:cNvContentPartPr/>
                <p14:nvPr/>
              </p14:nvContentPartPr>
              <p14:xfrm>
                <a:off x="7313940" y="5164208"/>
                <a:ext cx="82080" cy="73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EC4644D-5375-9C7B-4558-0CC53F0D557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305300" y="5155208"/>
                  <a:ext cx="997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8129832-2696-846A-A2B2-4565921875C3}"/>
                    </a:ext>
                  </a:extLst>
                </p14:cNvPr>
                <p14:cNvContentPartPr/>
                <p14:nvPr/>
              </p14:nvContentPartPr>
              <p14:xfrm>
                <a:off x="6998580" y="4958648"/>
                <a:ext cx="114120" cy="86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8129832-2696-846A-A2B2-4565921875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89580" y="4949648"/>
                  <a:ext cx="1317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AEEA569-E02A-9091-6075-A83E58609F95}"/>
                    </a:ext>
                  </a:extLst>
                </p14:cNvPr>
                <p14:cNvContentPartPr/>
                <p14:nvPr/>
              </p14:nvContentPartPr>
              <p14:xfrm>
                <a:off x="6798420" y="5039288"/>
                <a:ext cx="54360" cy="218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AEEA569-E02A-9091-6075-A83E58609F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89780" y="5030648"/>
                  <a:ext cx="72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58868CD-0991-5678-2786-5CE9A0415F94}"/>
                    </a:ext>
                  </a:extLst>
                </p14:cNvPr>
                <p14:cNvContentPartPr/>
                <p14:nvPr/>
              </p14:nvContentPartPr>
              <p14:xfrm>
                <a:off x="6794100" y="5168528"/>
                <a:ext cx="100440" cy="16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58868CD-0991-5678-2786-5CE9A0415F9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85460" y="5159888"/>
                  <a:ext cx="11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CC34999-A739-373C-483A-F88979F6B827}"/>
                    </a:ext>
                  </a:extLst>
                </p14:cNvPr>
                <p14:cNvContentPartPr/>
                <p14:nvPr/>
              </p14:nvContentPartPr>
              <p14:xfrm>
                <a:off x="6914700" y="5154848"/>
                <a:ext cx="98640" cy="81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CC34999-A739-373C-483A-F88979F6B82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05700" y="5146208"/>
                  <a:ext cx="1162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0D4CCB3-FC9D-C173-0F43-84CEE7A73A05}"/>
              </a:ext>
            </a:extLst>
          </p:cNvPr>
          <p:cNvGrpSpPr/>
          <p:nvPr/>
        </p:nvGrpSpPr>
        <p:grpSpPr>
          <a:xfrm>
            <a:off x="4593060" y="6051608"/>
            <a:ext cx="320400" cy="342720"/>
            <a:chOff x="4593060" y="6051608"/>
            <a:chExt cx="32040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40F45B-EB90-0770-0DD2-8D6C7B5DC605}"/>
                    </a:ext>
                  </a:extLst>
                </p14:cNvPr>
                <p14:cNvContentPartPr/>
                <p14:nvPr/>
              </p14:nvContentPartPr>
              <p14:xfrm>
                <a:off x="4608540" y="6051608"/>
                <a:ext cx="129600" cy="342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40F45B-EB90-0770-0DD2-8D6C7B5DC6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99900" y="6042608"/>
                  <a:ext cx="1472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DC0CA96-6A41-638F-AB62-BC7BD15CDA1B}"/>
                    </a:ext>
                  </a:extLst>
                </p14:cNvPr>
                <p14:cNvContentPartPr/>
                <p14:nvPr/>
              </p14:nvContentPartPr>
              <p14:xfrm>
                <a:off x="4593060" y="6254648"/>
                <a:ext cx="135000" cy="11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DC0CA96-6A41-638F-AB62-BC7BD15CDA1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84060" y="6246008"/>
                  <a:ext cx="15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87F7808-F0AE-4A68-2A4F-D9F939E93C23}"/>
                    </a:ext>
                  </a:extLst>
                </p14:cNvPr>
                <p14:cNvContentPartPr/>
                <p14:nvPr/>
              </p14:nvContentPartPr>
              <p14:xfrm>
                <a:off x="4746060" y="6224408"/>
                <a:ext cx="167400" cy="124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87F7808-F0AE-4A68-2A4F-D9F939E93C2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37420" y="6215768"/>
                  <a:ext cx="1850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03C0CBF-3DA6-6D7D-4029-4812110FD86C}"/>
                  </a:ext>
                </a:extLst>
              </p14:cNvPr>
              <p14:cNvContentPartPr/>
              <p14:nvPr/>
            </p14:nvContentPartPr>
            <p14:xfrm>
              <a:off x="5064660" y="6121808"/>
              <a:ext cx="180360" cy="1393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03C0CBF-3DA6-6D7D-4029-4812110FD86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055660" y="6112808"/>
                <a:ext cx="19800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77F03CC-E3B8-855D-56B8-9CEF46896E5A}"/>
              </a:ext>
            </a:extLst>
          </p:cNvPr>
          <p:cNvGrpSpPr/>
          <p:nvPr/>
        </p:nvGrpSpPr>
        <p:grpSpPr>
          <a:xfrm>
            <a:off x="5414220" y="6042608"/>
            <a:ext cx="285120" cy="340200"/>
            <a:chOff x="5414220" y="6042608"/>
            <a:chExt cx="28512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0C945ED-BCD2-E725-CC16-CF1A7A3BF37B}"/>
                    </a:ext>
                  </a:extLst>
                </p14:cNvPr>
                <p14:cNvContentPartPr/>
                <p14:nvPr/>
              </p14:nvContentPartPr>
              <p14:xfrm>
                <a:off x="5423220" y="6042608"/>
                <a:ext cx="94320" cy="340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0C945ED-BCD2-E725-CC16-CF1A7A3BF37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14580" y="6033608"/>
                  <a:ext cx="1119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5C9D65A-2C5F-B3F0-07F2-53E5B8F9833C}"/>
                    </a:ext>
                  </a:extLst>
                </p14:cNvPr>
                <p14:cNvContentPartPr/>
                <p14:nvPr/>
              </p14:nvContentPartPr>
              <p14:xfrm>
                <a:off x="5414220" y="6248888"/>
                <a:ext cx="135000" cy="27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5C9D65A-2C5F-B3F0-07F2-53E5B8F983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05220" y="6239888"/>
                  <a:ext cx="152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1111450-A4C0-AFA5-F7B7-D0BA080EED86}"/>
                    </a:ext>
                  </a:extLst>
                </p14:cNvPr>
                <p14:cNvContentPartPr/>
                <p14:nvPr/>
              </p14:nvContentPartPr>
              <p14:xfrm>
                <a:off x="5588820" y="6252128"/>
                <a:ext cx="110520" cy="86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1111450-A4C0-AFA5-F7B7-D0BA080EED8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80180" y="6243488"/>
                  <a:ext cx="12816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5D2DA2F-38E3-B93A-76F3-265C58E42325}"/>
              </a:ext>
            </a:extLst>
          </p:cNvPr>
          <p:cNvGrpSpPr/>
          <p:nvPr/>
        </p:nvGrpSpPr>
        <p:grpSpPr>
          <a:xfrm>
            <a:off x="8042940" y="4971968"/>
            <a:ext cx="1158120" cy="495360"/>
            <a:chOff x="8042940" y="4971968"/>
            <a:chExt cx="1158120" cy="49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C3F0B76-24CA-D529-5C67-C01B0E85C4EA}"/>
                    </a:ext>
                  </a:extLst>
                </p14:cNvPr>
                <p14:cNvContentPartPr/>
                <p14:nvPr/>
              </p14:nvContentPartPr>
              <p14:xfrm>
                <a:off x="8073540" y="4987448"/>
                <a:ext cx="73440" cy="228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C3F0B76-24CA-D529-5C67-C01B0E85C4E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64900" y="4978808"/>
                  <a:ext cx="91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9D70C27-E54D-6BC7-5A00-FEEE3C324FBC}"/>
                    </a:ext>
                  </a:extLst>
                </p14:cNvPr>
                <p14:cNvContentPartPr/>
                <p14:nvPr/>
              </p14:nvContentPartPr>
              <p14:xfrm>
                <a:off x="8042940" y="4971968"/>
                <a:ext cx="99000" cy="74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9D70C27-E54D-6BC7-5A00-FEEE3C324FB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33940" y="4962968"/>
                  <a:ext cx="11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3B6751A-B4AE-2AB4-8177-3448CD04371C}"/>
                    </a:ext>
                  </a:extLst>
                </p14:cNvPr>
                <p14:cNvContentPartPr/>
                <p14:nvPr/>
              </p14:nvContentPartPr>
              <p14:xfrm>
                <a:off x="8296380" y="5128208"/>
                <a:ext cx="89280" cy="300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3B6751A-B4AE-2AB4-8177-3448CD04371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87380" y="5119568"/>
                  <a:ext cx="106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CA1FCAD-53D9-2B59-1FDB-48F7E9348F83}"/>
                    </a:ext>
                  </a:extLst>
                </p14:cNvPr>
                <p14:cNvContentPartPr/>
                <p14:nvPr/>
              </p14:nvContentPartPr>
              <p14:xfrm>
                <a:off x="8301060" y="5309648"/>
                <a:ext cx="95040" cy="10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CA1FCAD-53D9-2B59-1FDB-48F7E9348F8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92060" y="5301008"/>
                  <a:ext cx="112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B940902-7826-306B-8861-142A3C86CE29}"/>
                    </a:ext>
                  </a:extLst>
                </p14:cNvPr>
                <p14:cNvContentPartPr/>
                <p14:nvPr/>
              </p14:nvContentPartPr>
              <p14:xfrm>
                <a:off x="8427780" y="5334848"/>
                <a:ext cx="66960" cy="102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B940902-7826-306B-8861-142A3C86CE2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18780" y="5325848"/>
                  <a:ext cx="84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142A2E-5A27-700F-0E87-4897E2A45DEB}"/>
                    </a:ext>
                  </a:extLst>
                </p14:cNvPr>
                <p14:cNvContentPartPr/>
                <p14:nvPr/>
              </p14:nvContentPartPr>
              <p14:xfrm>
                <a:off x="8557020" y="5322968"/>
                <a:ext cx="140400" cy="9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142A2E-5A27-700F-0E87-4897E2A45DE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48020" y="5314328"/>
                  <a:ext cx="158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89409D4-2A0A-8D98-1397-E1E01A672F02}"/>
                    </a:ext>
                  </a:extLst>
                </p14:cNvPr>
                <p14:cNvContentPartPr/>
                <p14:nvPr/>
              </p14:nvContentPartPr>
              <p14:xfrm>
                <a:off x="8868060" y="5188688"/>
                <a:ext cx="98280" cy="278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89409D4-2A0A-8D98-1397-E1E01A672F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59060" y="5179688"/>
                  <a:ext cx="1159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90ACFB6-C7D0-13F9-61C2-5BBB3D89ECE2}"/>
                    </a:ext>
                  </a:extLst>
                </p14:cNvPr>
                <p14:cNvContentPartPr/>
                <p14:nvPr/>
              </p14:nvContentPartPr>
              <p14:xfrm>
                <a:off x="8873820" y="5325488"/>
                <a:ext cx="104040" cy="31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90ACFB6-C7D0-13F9-61C2-5BBB3D89EC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65180" y="5316488"/>
                  <a:ext cx="121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1B24255-905B-C31F-1ACD-40BE3197EC22}"/>
                    </a:ext>
                  </a:extLst>
                </p14:cNvPr>
                <p14:cNvContentPartPr/>
                <p14:nvPr/>
              </p14:nvContentPartPr>
              <p14:xfrm>
                <a:off x="9000900" y="5277248"/>
                <a:ext cx="200160" cy="131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1B24255-905B-C31F-1ACD-40BE3197EC2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92260" y="5268608"/>
                  <a:ext cx="217800" cy="14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C8D330F-1FA3-4E7C-0FC0-5C4AFB6779B0}"/>
                  </a:ext>
                </a:extLst>
              </p14:cNvPr>
              <p14:cNvContentPartPr/>
              <p14:nvPr/>
            </p14:nvContentPartPr>
            <p14:xfrm>
              <a:off x="5909220" y="6130448"/>
              <a:ext cx="187200" cy="1018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C8D330F-1FA3-4E7C-0FC0-5C4AFB6779B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900220" y="6121448"/>
                <a:ext cx="20484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9880F06-CD29-41CA-2F00-A308FB56124B}"/>
              </a:ext>
            </a:extLst>
          </p:cNvPr>
          <p:cNvGrpSpPr/>
          <p:nvPr/>
        </p:nvGrpSpPr>
        <p:grpSpPr>
          <a:xfrm>
            <a:off x="6291180" y="6012728"/>
            <a:ext cx="952920" cy="338400"/>
            <a:chOff x="6291180" y="6012728"/>
            <a:chExt cx="95292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881D35C-8802-9954-4A8B-DF5D49D8B9F2}"/>
                    </a:ext>
                  </a:extLst>
                </p14:cNvPr>
                <p14:cNvContentPartPr/>
                <p14:nvPr/>
              </p14:nvContentPartPr>
              <p14:xfrm>
                <a:off x="6322140" y="6026408"/>
                <a:ext cx="100800" cy="324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881D35C-8802-9954-4A8B-DF5D49D8B9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13500" y="6017768"/>
                  <a:ext cx="118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9B0868D-16F5-27CB-EF07-EBE1DE9F834E}"/>
                    </a:ext>
                  </a:extLst>
                </p14:cNvPr>
                <p14:cNvContentPartPr/>
                <p14:nvPr/>
              </p14:nvContentPartPr>
              <p14:xfrm>
                <a:off x="6291180" y="6197048"/>
                <a:ext cx="130680" cy="37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9B0868D-16F5-27CB-EF07-EBE1DE9F834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82180" y="6188408"/>
                  <a:ext cx="148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30F410B-73A9-C8CA-D3C2-B5536935CDC8}"/>
                    </a:ext>
                  </a:extLst>
                </p14:cNvPr>
                <p14:cNvContentPartPr/>
                <p14:nvPr/>
              </p14:nvContentPartPr>
              <p14:xfrm>
                <a:off x="6480540" y="6192368"/>
                <a:ext cx="91800" cy="105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30F410B-73A9-C8CA-D3C2-B5536935CDC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71540" y="6183368"/>
                  <a:ext cx="109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D165C20-E6E8-029A-81AB-27C25B11EFD9}"/>
                    </a:ext>
                  </a:extLst>
                </p14:cNvPr>
                <p14:cNvContentPartPr/>
                <p14:nvPr/>
              </p14:nvContentPartPr>
              <p14:xfrm>
                <a:off x="6681060" y="6177248"/>
                <a:ext cx="118800" cy="15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D165C20-E6E8-029A-81AB-27C25B11EFD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72420" y="6168248"/>
                  <a:ext cx="136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5C383B3-318E-A222-6C5D-34D3ACAB1DF2}"/>
                    </a:ext>
                  </a:extLst>
                </p14:cNvPr>
                <p14:cNvContentPartPr/>
                <p14:nvPr/>
              </p14:nvContentPartPr>
              <p14:xfrm>
                <a:off x="6903540" y="6012728"/>
                <a:ext cx="100080" cy="293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5C383B3-318E-A222-6C5D-34D3ACAB1DF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94900" y="6004088"/>
                  <a:ext cx="1177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985DA46-6170-EAE1-D48F-95ED07B0C140}"/>
                    </a:ext>
                  </a:extLst>
                </p14:cNvPr>
                <p14:cNvContentPartPr/>
                <p14:nvPr/>
              </p14:nvContentPartPr>
              <p14:xfrm>
                <a:off x="6868260" y="6223688"/>
                <a:ext cx="151200" cy="5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985DA46-6170-EAE1-D48F-95ED07B0C14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59260" y="6215048"/>
                  <a:ext cx="168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EBEBA25-11CD-6D2B-8678-7D1D3732EB44}"/>
                    </a:ext>
                  </a:extLst>
                </p14:cNvPr>
                <p14:cNvContentPartPr/>
                <p14:nvPr/>
              </p14:nvContentPartPr>
              <p14:xfrm>
                <a:off x="7039620" y="6176528"/>
                <a:ext cx="204480" cy="121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EBEBA25-11CD-6D2B-8678-7D1D3732EB4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030620" y="6167888"/>
                  <a:ext cx="2221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707592C-4E21-F4D6-65E3-0E88DF4B1C21}"/>
              </a:ext>
            </a:extLst>
          </p:cNvPr>
          <p:cNvGrpSpPr/>
          <p:nvPr/>
        </p:nvGrpSpPr>
        <p:grpSpPr>
          <a:xfrm>
            <a:off x="8753220" y="6035768"/>
            <a:ext cx="593280" cy="402840"/>
            <a:chOff x="8753220" y="6035768"/>
            <a:chExt cx="59328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8ED038C-91AE-86A1-9A82-F8064E91A072}"/>
                    </a:ext>
                  </a:extLst>
                </p14:cNvPr>
                <p14:cNvContentPartPr/>
                <p14:nvPr/>
              </p14:nvContentPartPr>
              <p14:xfrm>
                <a:off x="8753220" y="6035768"/>
                <a:ext cx="119880" cy="296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8ED038C-91AE-86A1-9A82-F8064E91A07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44580" y="6026768"/>
                  <a:ext cx="1375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E4A9B89-6FBD-DFAF-5A4A-172B99E46DDA}"/>
                    </a:ext>
                  </a:extLst>
                </p14:cNvPr>
                <p14:cNvContentPartPr/>
                <p14:nvPr/>
              </p14:nvContentPartPr>
              <p14:xfrm>
                <a:off x="8754660" y="6226208"/>
                <a:ext cx="119160" cy="14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E4A9B89-6FBD-DFAF-5A4A-172B99E46DD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46020" y="6217208"/>
                  <a:ext cx="136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B4F5156-B95C-E0B4-3230-2EF97FAA80F5}"/>
                    </a:ext>
                  </a:extLst>
                </p14:cNvPr>
                <p14:cNvContentPartPr/>
                <p14:nvPr/>
              </p14:nvContentPartPr>
              <p14:xfrm>
                <a:off x="8951580" y="6182288"/>
                <a:ext cx="78120" cy="105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B4F5156-B95C-E0B4-3230-2EF97FAA80F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42940" y="6173288"/>
                  <a:ext cx="95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B80083D-EE43-02AC-3E3E-D7879C5BC457}"/>
                    </a:ext>
                  </a:extLst>
                </p14:cNvPr>
                <p14:cNvContentPartPr/>
                <p14:nvPr/>
              </p14:nvContentPartPr>
              <p14:xfrm>
                <a:off x="9061740" y="6161408"/>
                <a:ext cx="149760" cy="230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B80083D-EE43-02AC-3E3E-D7879C5BC45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53100" y="6152768"/>
                  <a:ext cx="167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B938F7D-EE35-8987-9685-8F5866E722D0}"/>
                    </a:ext>
                  </a:extLst>
                </p14:cNvPr>
                <p14:cNvContentPartPr/>
                <p14:nvPr/>
              </p14:nvContentPartPr>
              <p14:xfrm>
                <a:off x="9194940" y="6316208"/>
                <a:ext cx="151560" cy="122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B938F7D-EE35-8987-9685-8F5866E722D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86300" y="6307568"/>
                  <a:ext cx="16920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6E32DE3-D111-F4A7-0088-40CF803F042E}"/>
              </a:ext>
            </a:extLst>
          </p:cNvPr>
          <p:cNvGrpSpPr/>
          <p:nvPr/>
        </p:nvGrpSpPr>
        <p:grpSpPr>
          <a:xfrm>
            <a:off x="9500580" y="6028928"/>
            <a:ext cx="1117800" cy="341280"/>
            <a:chOff x="9500580" y="6028928"/>
            <a:chExt cx="111780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4D05D24-7FAB-3873-B901-5A65CAF57E6A}"/>
                    </a:ext>
                  </a:extLst>
                </p14:cNvPr>
                <p14:cNvContentPartPr/>
                <p14:nvPr/>
              </p14:nvContentPartPr>
              <p14:xfrm>
                <a:off x="9500580" y="6181928"/>
                <a:ext cx="139680" cy="105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4D05D24-7FAB-3873-B901-5A65CAF57E6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91580" y="6173288"/>
                  <a:ext cx="157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A2B006E-41FF-CCF2-02C3-5B9302A1A20E}"/>
                    </a:ext>
                  </a:extLst>
                </p14:cNvPr>
                <p14:cNvContentPartPr/>
                <p14:nvPr/>
              </p14:nvContentPartPr>
              <p14:xfrm>
                <a:off x="9672300" y="6201008"/>
                <a:ext cx="148680" cy="115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A2B006E-41FF-CCF2-02C3-5B9302A1A20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63660" y="6192008"/>
                  <a:ext cx="166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2ACCEBD-F83A-3EB7-CC31-C72B0D4076AC}"/>
                    </a:ext>
                  </a:extLst>
                </p14:cNvPr>
                <p14:cNvContentPartPr/>
                <p14:nvPr/>
              </p14:nvContentPartPr>
              <p14:xfrm>
                <a:off x="9846540" y="6036848"/>
                <a:ext cx="166680" cy="236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2ACCEBD-F83A-3EB7-CC31-C72B0D4076A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37900" y="6028208"/>
                  <a:ext cx="1843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5A8A6FA-7A09-C2DC-62C2-084F9CD920A3}"/>
                    </a:ext>
                  </a:extLst>
                </p14:cNvPr>
                <p14:cNvContentPartPr/>
                <p14:nvPr/>
              </p14:nvContentPartPr>
              <p14:xfrm>
                <a:off x="9954180" y="6078608"/>
                <a:ext cx="27000" cy="13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5A8A6FA-7A09-C2DC-62C2-084F9CD920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45540" y="6069608"/>
                  <a:ext cx="44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ED45B37-85C2-BFBF-974B-1E90CAE8D3D4}"/>
                    </a:ext>
                  </a:extLst>
                </p14:cNvPr>
                <p14:cNvContentPartPr/>
                <p14:nvPr/>
              </p14:nvContentPartPr>
              <p14:xfrm>
                <a:off x="10039500" y="6132248"/>
                <a:ext cx="138600" cy="144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ED45B37-85C2-BFBF-974B-1E90CAE8D3D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30500" y="6123248"/>
                  <a:ext cx="156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683EF30-49F5-B349-84E0-4A4EC53524FF}"/>
                    </a:ext>
                  </a:extLst>
                </p14:cNvPr>
                <p14:cNvContentPartPr/>
                <p14:nvPr/>
              </p14:nvContentPartPr>
              <p14:xfrm>
                <a:off x="10171980" y="6028928"/>
                <a:ext cx="99360" cy="341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683EF30-49F5-B349-84E0-4A4EC53524F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63340" y="6020288"/>
                  <a:ext cx="1170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F619923-DDB7-9434-5A9E-1358D8812198}"/>
                    </a:ext>
                  </a:extLst>
                </p14:cNvPr>
                <p14:cNvContentPartPr/>
                <p14:nvPr/>
              </p14:nvContentPartPr>
              <p14:xfrm>
                <a:off x="10156860" y="6254648"/>
                <a:ext cx="156240" cy="16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F619923-DDB7-9434-5A9E-1358D881219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148220" y="6245648"/>
                  <a:ext cx="173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4617239-7CC7-A28C-70D7-AB0740595BDE}"/>
                    </a:ext>
                  </a:extLst>
                </p14:cNvPr>
                <p14:cNvContentPartPr/>
                <p14:nvPr/>
              </p14:nvContentPartPr>
              <p14:xfrm>
                <a:off x="10343340" y="6229088"/>
                <a:ext cx="11520" cy="57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4617239-7CC7-A28C-70D7-AB0740595B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334340" y="6220448"/>
                  <a:ext cx="2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927B031-34F6-92DB-7F4B-B56780DAA4CE}"/>
                    </a:ext>
                  </a:extLst>
                </p14:cNvPr>
                <p14:cNvContentPartPr/>
                <p14:nvPr/>
              </p14:nvContentPartPr>
              <p14:xfrm>
                <a:off x="10297260" y="6083648"/>
                <a:ext cx="19440" cy="37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927B031-34F6-92DB-7F4B-B56780DAA4C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88260" y="6075008"/>
                  <a:ext cx="37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7354928-A80B-5143-8BE3-C73C802B6D25}"/>
                    </a:ext>
                  </a:extLst>
                </p14:cNvPr>
                <p14:cNvContentPartPr/>
                <p14:nvPr/>
              </p14:nvContentPartPr>
              <p14:xfrm>
                <a:off x="10411020" y="6158168"/>
                <a:ext cx="96120" cy="129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7354928-A80B-5143-8BE3-C73C802B6D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02020" y="6149528"/>
                  <a:ext cx="113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578FE09-D43B-491A-4A44-151FEE800B87}"/>
                    </a:ext>
                  </a:extLst>
                </p14:cNvPr>
                <p14:cNvContentPartPr/>
                <p14:nvPr/>
              </p14:nvContentPartPr>
              <p14:xfrm>
                <a:off x="10568340" y="6145928"/>
                <a:ext cx="50040" cy="132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578FE09-D43B-491A-4A44-151FEE800B8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559700" y="6137288"/>
                  <a:ext cx="67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BBB28DE-4E00-C2F2-029A-D0A3B36DE141}"/>
                    </a:ext>
                  </a:extLst>
                </p14:cNvPr>
                <p14:cNvContentPartPr/>
                <p14:nvPr/>
              </p14:nvContentPartPr>
              <p14:xfrm>
                <a:off x="10421820" y="6156368"/>
                <a:ext cx="21240" cy="277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BBB28DE-4E00-C2F2-029A-D0A3B36DE14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13180" y="6147728"/>
                  <a:ext cx="388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BABAA54-A01C-E754-9AF4-258B3DD229A7}"/>
              </a:ext>
            </a:extLst>
          </p:cNvPr>
          <p:cNvGrpSpPr/>
          <p:nvPr/>
        </p:nvGrpSpPr>
        <p:grpSpPr>
          <a:xfrm>
            <a:off x="10893420" y="5985008"/>
            <a:ext cx="1080720" cy="254520"/>
            <a:chOff x="10893420" y="5985008"/>
            <a:chExt cx="108072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279ACC5-7657-F621-DF27-EDB3C53DE04A}"/>
                    </a:ext>
                  </a:extLst>
                </p14:cNvPr>
                <p14:cNvContentPartPr/>
                <p14:nvPr/>
              </p14:nvContentPartPr>
              <p14:xfrm>
                <a:off x="10893420" y="6128648"/>
                <a:ext cx="90000" cy="110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279ACC5-7657-F621-DF27-EDB3C53DE04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84780" y="6120008"/>
                  <a:ext cx="107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26D303F-5FE5-B0C9-DD68-0F41D2D7C66A}"/>
                    </a:ext>
                  </a:extLst>
                </p14:cNvPr>
                <p14:cNvContentPartPr/>
                <p14:nvPr/>
              </p14:nvContentPartPr>
              <p14:xfrm>
                <a:off x="11030220" y="6166088"/>
                <a:ext cx="72000" cy="63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26D303F-5FE5-B0C9-DD68-0F41D2D7C66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21580" y="6157088"/>
                  <a:ext cx="89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EDAA19B-3763-65CE-2CF3-625CF3C2472E}"/>
                    </a:ext>
                  </a:extLst>
                </p14:cNvPr>
                <p14:cNvContentPartPr/>
                <p14:nvPr/>
              </p14:nvContentPartPr>
              <p14:xfrm>
                <a:off x="11127780" y="6165728"/>
                <a:ext cx="116640" cy="51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EDAA19B-3763-65CE-2CF3-625CF3C2472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118780" y="6157088"/>
                  <a:ext cx="1342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2609ACF-C853-6149-6D43-4AD19161E2E5}"/>
                    </a:ext>
                  </a:extLst>
                </p14:cNvPr>
                <p14:cNvContentPartPr/>
                <p14:nvPr/>
              </p14:nvContentPartPr>
              <p14:xfrm>
                <a:off x="11307780" y="6004448"/>
                <a:ext cx="176040" cy="230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2609ACF-C853-6149-6D43-4AD19161E2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98780" y="5995448"/>
                  <a:ext cx="1936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B8C3CF8-BEA9-ABEF-AA4D-49A5B684CC45}"/>
                    </a:ext>
                  </a:extLst>
                </p14:cNvPr>
                <p14:cNvContentPartPr/>
                <p14:nvPr/>
              </p14:nvContentPartPr>
              <p14:xfrm>
                <a:off x="11443500" y="6049448"/>
                <a:ext cx="2520" cy="3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B8C3CF8-BEA9-ABEF-AA4D-49A5B684CC4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34500" y="6040448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8628BB9-4F2E-F3CA-DF33-F91B85A42F77}"/>
                    </a:ext>
                  </a:extLst>
                </p14:cNvPr>
                <p14:cNvContentPartPr/>
                <p14:nvPr/>
              </p14:nvContentPartPr>
              <p14:xfrm>
                <a:off x="11492100" y="5985008"/>
                <a:ext cx="149040" cy="228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8628BB9-4F2E-F3CA-DF33-F91B85A42F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83460" y="5976008"/>
                  <a:ext cx="166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E09A90D-6E59-5C72-A955-AEF215FBA4AE}"/>
                    </a:ext>
                  </a:extLst>
                </p14:cNvPr>
                <p14:cNvContentPartPr/>
                <p14:nvPr/>
              </p14:nvContentPartPr>
              <p14:xfrm>
                <a:off x="11622060" y="6005888"/>
                <a:ext cx="6480" cy="22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E09A90D-6E59-5C72-A955-AEF215FBA4A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13060" y="5996888"/>
                  <a:ext cx="24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141E06-33DC-D062-6D9B-005C1DD8C84F}"/>
                    </a:ext>
                  </a:extLst>
                </p14:cNvPr>
                <p14:cNvContentPartPr/>
                <p14:nvPr/>
              </p14:nvContentPartPr>
              <p14:xfrm>
                <a:off x="11672460" y="6103808"/>
                <a:ext cx="203040" cy="79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141E06-33DC-D062-6D9B-005C1DD8C84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663820" y="6094808"/>
                  <a:ext cx="220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ADC31D0-2FBA-29B0-6E1F-F8AF2AB36BEA}"/>
                    </a:ext>
                  </a:extLst>
                </p14:cNvPr>
                <p14:cNvContentPartPr/>
                <p14:nvPr/>
              </p14:nvContentPartPr>
              <p14:xfrm>
                <a:off x="11924100" y="6069608"/>
                <a:ext cx="50040" cy="145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ADC31D0-2FBA-29B0-6E1F-F8AF2AB36BE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915100" y="6060608"/>
                  <a:ext cx="67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A8D3E87-AF8A-5B08-EE31-77E9CA4B16C9}"/>
                    </a:ext>
                  </a:extLst>
                </p14:cNvPr>
                <p14:cNvContentPartPr/>
                <p14:nvPr/>
              </p14:nvContentPartPr>
              <p14:xfrm>
                <a:off x="11803860" y="6115688"/>
                <a:ext cx="97200" cy="56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A8D3E87-AF8A-5B08-EE31-77E9CA4B16C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795220" y="6106688"/>
                  <a:ext cx="11484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41F288C-8BC4-4DED-A6F5-10D3C9437683}"/>
                  </a:ext>
                </a:extLst>
              </p14:cNvPr>
              <p14:cNvContentPartPr/>
              <p14:nvPr/>
            </p14:nvContentPartPr>
            <p14:xfrm>
              <a:off x="8671860" y="6525368"/>
              <a:ext cx="680040" cy="475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41F288C-8BC4-4DED-A6F5-10D3C943768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663220" y="6516368"/>
                <a:ext cx="697680" cy="6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ideal low-pass filtering to sinc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transform of a brick-wall low-pass filter is a sinc.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04790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369" y="1325880"/>
            <a:ext cx="8794143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741" y="2423160"/>
            <a:ext cx="4380839" cy="841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840480"/>
            <a:ext cx="98755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3950208"/>
            <a:ext cx="9582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sinc(u)=sin(πu)/(πu). Every sample contributes one shifted, scaled interpolation kernel.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506076E-DDD8-0042-B3C7-BCFEDE769E4C}"/>
              </a:ext>
            </a:extLst>
          </p:cNvPr>
          <p:cNvGrpSpPr/>
          <p:nvPr/>
        </p:nvGrpSpPr>
        <p:grpSpPr>
          <a:xfrm>
            <a:off x="437580" y="2362328"/>
            <a:ext cx="1568160" cy="735120"/>
            <a:chOff x="437580" y="2362328"/>
            <a:chExt cx="1568160" cy="73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84BF74-36BB-59C5-58E1-080A3C4E123E}"/>
                    </a:ext>
                  </a:extLst>
                </p14:cNvPr>
                <p14:cNvContentPartPr/>
                <p14:nvPr/>
              </p14:nvContentPartPr>
              <p14:xfrm>
                <a:off x="437580" y="2727368"/>
                <a:ext cx="66960" cy="23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84BF74-36BB-59C5-58E1-080A3C4E12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8580" y="2718728"/>
                  <a:ext cx="84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06E845-BE27-E337-910E-6CFBE424C06A}"/>
                    </a:ext>
                  </a:extLst>
                </p14:cNvPr>
                <p14:cNvContentPartPr/>
                <p14:nvPr/>
              </p14:nvContentPartPr>
              <p14:xfrm>
                <a:off x="498420" y="2864168"/>
                <a:ext cx="86760" cy="24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06E845-BE27-E337-910E-6CFBE424C0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9780" y="2855168"/>
                  <a:ext cx="104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4E869D2-775F-F438-BABC-3F4DF66644C2}"/>
                    </a:ext>
                  </a:extLst>
                </p14:cNvPr>
                <p14:cNvContentPartPr/>
                <p14:nvPr/>
              </p14:nvContentPartPr>
              <p14:xfrm>
                <a:off x="543420" y="2739968"/>
                <a:ext cx="67320" cy="198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4E869D2-775F-F438-BABC-3F4DF66644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780" y="2730968"/>
                  <a:ext cx="84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73A324-C638-5254-E818-A86DB6A2556B}"/>
                    </a:ext>
                  </a:extLst>
                </p14:cNvPr>
                <p14:cNvContentPartPr/>
                <p14:nvPr/>
              </p14:nvContentPartPr>
              <p14:xfrm>
                <a:off x="645300" y="2867408"/>
                <a:ext cx="61200" cy="10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73A324-C638-5254-E818-A86DB6A2556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6300" y="2858408"/>
                  <a:ext cx="788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FD037A-E5A9-9FCE-8146-C64661CA8728}"/>
                    </a:ext>
                  </a:extLst>
                </p14:cNvPr>
                <p14:cNvContentPartPr/>
                <p14:nvPr/>
              </p14:nvContentPartPr>
              <p14:xfrm>
                <a:off x="774180" y="2623328"/>
                <a:ext cx="64080" cy="241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FD037A-E5A9-9FCE-8146-C64661CA87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5180" y="2614688"/>
                  <a:ext cx="81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C665DB-427F-8BD7-3EBB-39F55D305A59}"/>
                    </a:ext>
                  </a:extLst>
                </p14:cNvPr>
                <p14:cNvContentPartPr/>
                <p14:nvPr/>
              </p14:nvContentPartPr>
              <p14:xfrm>
                <a:off x="878940" y="2795048"/>
                <a:ext cx="106920" cy="213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C665DB-427F-8BD7-3EBB-39F55D305A5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9940" y="2786048"/>
                  <a:ext cx="124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B14337-8C51-F697-DC91-97240286D06D}"/>
                    </a:ext>
                  </a:extLst>
                </p14:cNvPr>
                <p14:cNvContentPartPr/>
                <p14:nvPr/>
              </p14:nvContentPartPr>
              <p14:xfrm>
                <a:off x="868500" y="2670128"/>
                <a:ext cx="4320" cy="14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B14337-8C51-F697-DC91-97240286D0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9860" y="2661488"/>
                  <a:ext cx="21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8ECB40-B8AA-CC38-01C2-4BFA3DBC4D65}"/>
                    </a:ext>
                  </a:extLst>
                </p14:cNvPr>
                <p14:cNvContentPartPr/>
                <p14:nvPr/>
              </p14:nvContentPartPr>
              <p14:xfrm>
                <a:off x="1026900" y="2660408"/>
                <a:ext cx="204480" cy="176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8ECB40-B8AA-CC38-01C2-4BFA3DBC4D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7900" y="2651768"/>
                  <a:ext cx="222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7C77ED-4033-1AC1-DDA2-20AA44C8F020}"/>
                    </a:ext>
                  </a:extLst>
                </p14:cNvPr>
                <p14:cNvContentPartPr/>
                <p14:nvPr/>
              </p14:nvContentPartPr>
              <p14:xfrm>
                <a:off x="1174140" y="2557088"/>
                <a:ext cx="162000" cy="371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7C77ED-4033-1AC1-DDA2-20AA44C8F02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65140" y="2548448"/>
                  <a:ext cx="1796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F76FB1-848D-0EF5-CDE5-0ECA57FD51D9}"/>
                    </a:ext>
                  </a:extLst>
                </p14:cNvPr>
                <p14:cNvContentPartPr/>
                <p14:nvPr/>
              </p14:nvContentPartPr>
              <p14:xfrm>
                <a:off x="1434420" y="2763728"/>
                <a:ext cx="93240" cy="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F76FB1-848D-0EF5-CDE5-0ECA57FD51D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25420" y="2755088"/>
                  <a:ext cx="11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0CA371-C38C-7C52-D38D-5813B96CC2CE}"/>
                    </a:ext>
                  </a:extLst>
                </p14:cNvPr>
                <p14:cNvContentPartPr/>
                <p14:nvPr/>
              </p14:nvContentPartPr>
              <p14:xfrm>
                <a:off x="1421100" y="2711168"/>
                <a:ext cx="101520" cy="1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0CA371-C38C-7C52-D38D-5813B96CC2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12100" y="2702528"/>
                  <a:ext cx="11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1603A1-6753-1C26-20E3-09F2D8752030}"/>
                    </a:ext>
                  </a:extLst>
                </p14:cNvPr>
                <p14:cNvContentPartPr/>
                <p14:nvPr/>
              </p14:nvContentPartPr>
              <p14:xfrm>
                <a:off x="1634940" y="2362328"/>
                <a:ext cx="147240" cy="73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1603A1-6753-1C26-20E3-09F2D875203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25940" y="2353688"/>
                  <a:ext cx="16488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D1F74B-F6BD-7B0E-53B9-C213C71B5F39}"/>
                    </a:ext>
                  </a:extLst>
                </p14:cNvPr>
                <p14:cNvContentPartPr/>
                <p14:nvPr/>
              </p14:nvContentPartPr>
              <p14:xfrm>
                <a:off x="1916820" y="2485088"/>
                <a:ext cx="43920" cy="12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D1F74B-F6BD-7B0E-53B9-C213C71B5F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08180" y="2476088"/>
                  <a:ext cx="61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46DCD7-1258-6EEC-B55C-B77DBE36AAEA}"/>
                    </a:ext>
                  </a:extLst>
                </p14:cNvPr>
                <p14:cNvContentPartPr/>
                <p14:nvPr/>
              </p14:nvContentPartPr>
              <p14:xfrm>
                <a:off x="1798020" y="2441528"/>
                <a:ext cx="207720" cy="1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46DCD7-1258-6EEC-B55C-B77DBE36AAE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89380" y="2432528"/>
                  <a:ext cx="22536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3C8C99F-C56F-FB6D-E4D4-ED4F95558A84}"/>
                  </a:ext>
                </a:extLst>
              </p14:cNvPr>
              <p14:cNvContentPartPr/>
              <p14:nvPr/>
            </p14:nvContentPartPr>
            <p14:xfrm>
              <a:off x="1907820" y="2856968"/>
              <a:ext cx="145440" cy="161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3C8C99F-C56F-FB6D-E4D4-ED4F95558A8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98820" y="2848328"/>
                <a:ext cx="16308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386E03FF-905B-738F-7AA8-D972FCAF1FB8}"/>
              </a:ext>
            </a:extLst>
          </p:cNvPr>
          <p:cNvGrpSpPr/>
          <p:nvPr/>
        </p:nvGrpSpPr>
        <p:grpSpPr>
          <a:xfrm>
            <a:off x="503820" y="5091488"/>
            <a:ext cx="713520" cy="339120"/>
            <a:chOff x="503820" y="5091488"/>
            <a:chExt cx="71352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C94A84-93A6-6338-23BA-DBB5601D8102}"/>
                    </a:ext>
                  </a:extLst>
                </p14:cNvPr>
                <p14:cNvContentPartPr/>
                <p14:nvPr/>
              </p14:nvContentPartPr>
              <p14:xfrm>
                <a:off x="503820" y="5117408"/>
                <a:ext cx="194040" cy="296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C94A84-93A6-6338-23BA-DBB5601D81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4820" y="5108408"/>
                  <a:ext cx="211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06FBDB-AC6A-484A-1449-E5812710140C}"/>
                    </a:ext>
                  </a:extLst>
                </p14:cNvPr>
                <p14:cNvContentPartPr/>
                <p14:nvPr/>
              </p14:nvContentPartPr>
              <p14:xfrm>
                <a:off x="737460" y="5345288"/>
                <a:ext cx="61560" cy="8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06FBDB-AC6A-484A-1449-E5812710140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8820" y="5336648"/>
                  <a:ext cx="79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D8E1165-BB8F-5562-1FCE-1738CD6BF611}"/>
                    </a:ext>
                  </a:extLst>
                </p14:cNvPr>
                <p14:cNvContentPartPr/>
                <p14:nvPr/>
              </p14:nvContentPartPr>
              <p14:xfrm>
                <a:off x="856980" y="5155568"/>
                <a:ext cx="127800" cy="226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D8E1165-BB8F-5562-1FCE-1738CD6BF6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8340" y="5146568"/>
                  <a:ext cx="145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C172352-C593-53A4-4069-B67C697BFDFC}"/>
                    </a:ext>
                  </a:extLst>
                </p14:cNvPr>
                <p14:cNvContentPartPr/>
                <p14:nvPr/>
              </p14:nvContentPartPr>
              <p14:xfrm>
                <a:off x="1012860" y="5142968"/>
                <a:ext cx="123480" cy="230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C172352-C593-53A4-4069-B67C697BFDF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3860" y="5134328"/>
                  <a:ext cx="1411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EB324AB-A7CB-54BD-49EA-976BAFC21473}"/>
                    </a:ext>
                  </a:extLst>
                </p14:cNvPr>
                <p14:cNvContentPartPr/>
                <p14:nvPr/>
              </p14:nvContentPartPr>
              <p14:xfrm>
                <a:off x="1017180" y="5247368"/>
                <a:ext cx="84600" cy="36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EB324AB-A7CB-54BD-49EA-976BAFC2147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08180" y="5238368"/>
                  <a:ext cx="102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B078A9-40C0-CCF1-9E82-BEF1A5CCFB33}"/>
                    </a:ext>
                  </a:extLst>
                </p14:cNvPr>
                <p14:cNvContentPartPr/>
                <p14:nvPr/>
              </p14:nvContentPartPr>
              <p14:xfrm>
                <a:off x="1075140" y="5091488"/>
                <a:ext cx="142200" cy="328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B078A9-40C0-CCF1-9E82-BEF1A5CCFB3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6500" y="5082488"/>
                  <a:ext cx="15984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D498BF-AB1B-18B2-6553-424ECF4B5110}"/>
              </a:ext>
            </a:extLst>
          </p:cNvPr>
          <p:cNvGrpSpPr/>
          <p:nvPr/>
        </p:nvGrpSpPr>
        <p:grpSpPr>
          <a:xfrm>
            <a:off x="1407780" y="5258888"/>
            <a:ext cx="93240" cy="82440"/>
            <a:chOff x="1407780" y="5258888"/>
            <a:chExt cx="93240" cy="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4DAE35-2469-C6C6-AD6B-E000D5CED9AE}"/>
                    </a:ext>
                  </a:extLst>
                </p14:cNvPr>
                <p14:cNvContentPartPr/>
                <p14:nvPr/>
              </p14:nvContentPartPr>
              <p14:xfrm>
                <a:off x="1410300" y="5329808"/>
                <a:ext cx="90720" cy="11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4DAE35-2469-C6C6-AD6B-E000D5CED9A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01660" y="5321168"/>
                  <a:ext cx="108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6BDBC2-8B00-0C86-0DBD-4EBC4D1803E4}"/>
                    </a:ext>
                  </a:extLst>
                </p14:cNvPr>
                <p14:cNvContentPartPr/>
                <p14:nvPr/>
              </p14:nvContentPartPr>
              <p14:xfrm>
                <a:off x="1407780" y="5258888"/>
                <a:ext cx="83520" cy="14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6BDBC2-8B00-0C86-0DBD-4EBC4D1803E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399140" y="5249888"/>
                  <a:ext cx="1011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8B9D9D2-51B5-C558-B8A3-7F643F222A14}"/>
              </a:ext>
            </a:extLst>
          </p:cNvPr>
          <p:cNvGrpSpPr/>
          <p:nvPr/>
        </p:nvGrpSpPr>
        <p:grpSpPr>
          <a:xfrm>
            <a:off x="1821420" y="5067008"/>
            <a:ext cx="158400" cy="222120"/>
            <a:chOff x="1821420" y="5067008"/>
            <a:chExt cx="15840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CBA0E0D-D956-7E9A-5183-D4DA7E989973}"/>
                    </a:ext>
                  </a:extLst>
                </p14:cNvPr>
                <p14:cNvContentPartPr/>
                <p14:nvPr/>
              </p14:nvContentPartPr>
              <p14:xfrm>
                <a:off x="1845540" y="5067008"/>
                <a:ext cx="26280" cy="120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CBA0E0D-D956-7E9A-5183-D4DA7E9899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836540" y="5058368"/>
                  <a:ext cx="43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785AB7D-D879-B9C9-412F-C22BF7BCD607}"/>
                    </a:ext>
                  </a:extLst>
                </p14:cNvPr>
                <p14:cNvContentPartPr/>
                <p14:nvPr/>
              </p14:nvContentPartPr>
              <p14:xfrm>
                <a:off x="1821420" y="5277968"/>
                <a:ext cx="158400" cy="1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785AB7D-D879-B9C9-412F-C22BF7BCD60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12420" y="5269328"/>
                  <a:ext cx="1760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5B20A6-3E17-CAB1-129A-602C044B2B78}"/>
              </a:ext>
            </a:extLst>
          </p:cNvPr>
          <p:cNvGrpSpPr/>
          <p:nvPr/>
        </p:nvGrpSpPr>
        <p:grpSpPr>
          <a:xfrm>
            <a:off x="1698660" y="5402528"/>
            <a:ext cx="319680" cy="105480"/>
            <a:chOff x="1698660" y="5402528"/>
            <a:chExt cx="31968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AC2ED8D-F060-A3F6-22FD-4AE4C3EA7424}"/>
                    </a:ext>
                  </a:extLst>
                </p14:cNvPr>
                <p14:cNvContentPartPr/>
                <p14:nvPr/>
              </p14:nvContentPartPr>
              <p14:xfrm>
                <a:off x="1698660" y="5402528"/>
                <a:ext cx="158760" cy="105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AC2ED8D-F060-A3F6-22FD-4AE4C3EA742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690020" y="5393888"/>
                  <a:ext cx="176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4A89A9A-9F86-9CAD-F948-6C9D8C08373F}"/>
                    </a:ext>
                  </a:extLst>
                </p14:cNvPr>
                <p14:cNvContentPartPr/>
                <p14:nvPr/>
              </p14:nvContentPartPr>
              <p14:xfrm>
                <a:off x="1924020" y="5438168"/>
                <a:ext cx="33120" cy="45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4A89A9A-9F86-9CAD-F948-6C9D8C08373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15380" y="5429528"/>
                  <a:ext cx="50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83D5420-65AE-CA49-3C53-A38DC87269E4}"/>
                    </a:ext>
                  </a:extLst>
                </p14:cNvPr>
                <p14:cNvContentPartPr/>
                <p14:nvPr/>
              </p14:nvContentPartPr>
              <p14:xfrm>
                <a:off x="1989540" y="5429168"/>
                <a:ext cx="28800" cy="72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83D5420-65AE-CA49-3C53-A38DC87269E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980900" y="5420168"/>
                  <a:ext cx="46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E29D3C8-D69F-D692-6890-77E909DCD531}"/>
                    </a:ext>
                  </a:extLst>
                </p14:cNvPr>
                <p14:cNvContentPartPr/>
                <p14:nvPr/>
              </p14:nvContentPartPr>
              <p14:xfrm>
                <a:off x="1852380" y="5403248"/>
                <a:ext cx="153360" cy="4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E29D3C8-D69F-D692-6890-77E909DCD53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43380" y="5394248"/>
                  <a:ext cx="17100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9E26021-AC26-1A4B-200A-1F815A5ED3A9}"/>
                  </a:ext>
                </a:extLst>
              </p14:cNvPr>
              <p14:cNvContentPartPr/>
              <p14:nvPr/>
            </p14:nvContentPartPr>
            <p14:xfrm>
              <a:off x="2295900" y="5021648"/>
              <a:ext cx="94320" cy="4226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9E26021-AC26-1A4B-200A-1F815A5ED3A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286900" y="5012648"/>
                <a:ext cx="111960" cy="44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E057C013-F8D9-ECC7-7946-C17B8A33CB8D}"/>
              </a:ext>
            </a:extLst>
          </p:cNvPr>
          <p:cNvGrpSpPr/>
          <p:nvPr/>
        </p:nvGrpSpPr>
        <p:grpSpPr>
          <a:xfrm>
            <a:off x="2146140" y="5570288"/>
            <a:ext cx="732240" cy="255240"/>
            <a:chOff x="2146140" y="5570288"/>
            <a:chExt cx="7322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813050A-722C-70ED-929E-EEB46A497177}"/>
                    </a:ext>
                  </a:extLst>
                </p14:cNvPr>
                <p14:cNvContentPartPr/>
                <p14:nvPr/>
              </p14:nvContentPartPr>
              <p14:xfrm>
                <a:off x="2146140" y="5657768"/>
                <a:ext cx="55080" cy="1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813050A-722C-70ED-929E-EEB46A49717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37500" y="5648768"/>
                  <a:ext cx="72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E8C6FF-BFBF-3ED0-4E49-B3F1957F3120}"/>
                    </a:ext>
                  </a:extLst>
                </p14:cNvPr>
                <p14:cNvContentPartPr/>
                <p14:nvPr/>
              </p14:nvContentPartPr>
              <p14:xfrm>
                <a:off x="2302740" y="5570288"/>
                <a:ext cx="230760" cy="119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E8C6FF-BFBF-3ED0-4E49-B3F1957F312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93740" y="5561648"/>
                  <a:ext cx="248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F55A83-5BB5-C31B-3367-6BFA92B1B6F7}"/>
                    </a:ext>
                  </a:extLst>
                </p14:cNvPr>
                <p14:cNvContentPartPr/>
                <p14:nvPr/>
              </p14:nvContentPartPr>
              <p14:xfrm>
                <a:off x="2545740" y="5634368"/>
                <a:ext cx="95040" cy="9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F55A83-5BB5-C31B-3367-6BFA92B1B6F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37100" y="5625368"/>
                  <a:ext cx="1126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C45362-1C5A-DFBA-3FFF-D322D4F6E9B4}"/>
                    </a:ext>
                  </a:extLst>
                </p14:cNvPr>
                <p14:cNvContentPartPr/>
                <p14:nvPr/>
              </p14:nvContentPartPr>
              <p14:xfrm>
                <a:off x="2684700" y="5585048"/>
                <a:ext cx="79200" cy="195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C45362-1C5A-DFBA-3FFF-D322D4F6E9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676060" y="5576048"/>
                  <a:ext cx="96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1F5C81-7249-E8A3-C8B9-4B8C45F0D7D5}"/>
                    </a:ext>
                  </a:extLst>
                </p14:cNvPr>
                <p14:cNvContentPartPr/>
                <p14:nvPr/>
              </p14:nvContentPartPr>
              <p14:xfrm>
                <a:off x="2753460" y="5742008"/>
                <a:ext cx="124920" cy="83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1F5C81-7249-E8A3-C8B9-4B8C45F0D7D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744460" y="5733008"/>
                  <a:ext cx="14256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31A2ACB-0734-267B-7834-69236E2A1A87}"/>
              </a:ext>
            </a:extLst>
          </p:cNvPr>
          <p:cNvGrpSpPr/>
          <p:nvPr/>
        </p:nvGrpSpPr>
        <p:grpSpPr>
          <a:xfrm>
            <a:off x="2177100" y="2227328"/>
            <a:ext cx="1005840" cy="435960"/>
            <a:chOff x="2177100" y="2227328"/>
            <a:chExt cx="100584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1B2D17-396F-769A-8FB3-1A9DF3F32A9E}"/>
                    </a:ext>
                  </a:extLst>
                </p14:cNvPr>
                <p14:cNvContentPartPr/>
                <p14:nvPr/>
              </p14:nvContentPartPr>
              <p14:xfrm>
                <a:off x="2296260" y="2384648"/>
                <a:ext cx="213120" cy="17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1B2D17-396F-769A-8FB3-1A9DF3F32A9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87260" y="2375648"/>
                  <a:ext cx="230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6E8F26-28D3-F912-520E-C6941079EB20}"/>
                    </a:ext>
                  </a:extLst>
                </p14:cNvPr>
                <p14:cNvContentPartPr/>
                <p14:nvPr/>
              </p14:nvContentPartPr>
              <p14:xfrm>
                <a:off x="2582820" y="2415248"/>
                <a:ext cx="109080" cy="93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6E8F26-28D3-F912-520E-C6941079EB2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74180" y="2406608"/>
                  <a:ext cx="126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6C8A80-3D45-D222-8CC4-095032E1662A}"/>
                    </a:ext>
                  </a:extLst>
                </p14:cNvPr>
                <p14:cNvContentPartPr/>
                <p14:nvPr/>
              </p14:nvContentPartPr>
              <p14:xfrm>
                <a:off x="2847060" y="2227328"/>
                <a:ext cx="194040" cy="15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6C8A80-3D45-D222-8CC4-095032E1662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838060" y="2218328"/>
                  <a:ext cx="211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0A7781-81C9-E9B9-D32E-A3A30F925CD3}"/>
                    </a:ext>
                  </a:extLst>
                </p14:cNvPr>
                <p14:cNvContentPartPr/>
                <p14:nvPr/>
              </p14:nvContentPartPr>
              <p14:xfrm>
                <a:off x="3070980" y="2320928"/>
                <a:ext cx="111960" cy="87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0A7781-81C9-E9B9-D32E-A3A30F925CD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62340" y="2311928"/>
                  <a:ext cx="129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F248D2-3DC5-E79F-D136-BA3B387420BF}"/>
                    </a:ext>
                  </a:extLst>
                </p14:cNvPr>
                <p14:cNvContentPartPr/>
                <p14:nvPr/>
              </p14:nvContentPartPr>
              <p14:xfrm>
                <a:off x="2874060" y="2472488"/>
                <a:ext cx="232920" cy="1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F248D2-3DC5-E79F-D136-BA3B387420B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865060" y="2463848"/>
                  <a:ext cx="250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75AF03-FC99-04A2-3CDB-1483D44EA247}"/>
                    </a:ext>
                  </a:extLst>
                </p14:cNvPr>
                <p14:cNvContentPartPr/>
                <p14:nvPr/>
              </p14:nvContentPartPr>
              <p14:xfrm>
                <a:off x="2924820" y="2554928"/>
                <a:ext cx="158400" cy="108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75AF03-FC99-04A2-3CDB-1483D44EA24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16180" y="2546288"/>
                  <a:ext cx="176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D23EDA0-1BF4-AA34-C9C2-4EDCA9C2CF42}"/>
                    </a:ext>
                  </a:extLst>
                </p14:cNvPr>
                <p14:cNvContentPartPr/>
                <p14:nvPr/>
              </p14:nvContentPartPr>
              <p14:xfrm>
                <a:off x="2177100" y="2345048"/>
                <a:ext cx="31320" cy="210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D23EDA0-1BF4-AA34-C9C2-4EDCA9C2CF4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68460" y="2336408"/>
                  <a:ext cx="48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4C1887-8041-6207-C8D4-824D6F147261}"/>
                    </a:ext>
                  </a:extLst>
                </p14:cNvPr>
                <p14:cNvContentPartPr/>
                <p14:nvPr/>
              </p14:nvContentPartPr>
              <p14:xfrm>
                <a:off x="2516580" y="2324528"/>
                <a:ext cx="21240" cy="214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4C1887-8041-6207-C8D4-824D6F14726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07580" y="2315528"/>
                  <a:ext cx="388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30A1FE6-4DA0-0866-02B5-754B43F5E62C}"/>
              </a:ext>
            </a:extLst>
          </p:cNvPr>
          <p:cNvGrpSpPr/>
          <p:nvPr/>
        </p:nvGrpSpPr>
        <p:grpSpPr>
          <a:xfrm>
            <a:off x="2514420" y="4812848"/>
            <a:ext cx="1428840" cy="591120"/>
            <a:chOff x="2514420" y="4812848"/>
            <a:chExt cx="1428840" cy="5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5D00B05-0504-C628-5A73-160AA75C47B9}"/>
                    </a:ext>
                  </a:extLst>
                </p14:cNvPr>
                <p14:cNvContentPartPr/>
                <p14:nvPr/>
              </p14:nvContentPartPr>
              <p14:xfrm>
                <a:off x="2514420" y="4831208"/>
                <a:ext cx="254880" cy="130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5D00B05-0504-C628-5A73-160AA75C47B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05420" y="4822208"/>
                  <a:ext cx="272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FAE22A4-1A09-BD27-0E71-137FD04FEC92}"/>
                    </a:ext>
                  </a:extLst>
                </p14:cNvPr>
                <p14:cNvContentPartPr/>
                <p14:nvPr/>
              </p14:nvContentPartPr>
              <p14:xfrm>
                <a:off x="2790180" y="4904648"/>
                <a:ext cx="75240" cy="97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FAE22A4-1A09-BD27-0E71-137FD04FEC9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81180" y="4896008"/>
                  <a:ext cx="92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4DD325-583C-E3C9-EED4-BD4E3E6DB266}"/>
                    </a:ext>
                  </a:extLst>
                </p14:cNvPr>
                <p14:cNvContentPartPr/>
                <p14:nvPr/>
              </p14:nvContentPartPr>
              <p14:xfrm>
                <a:off x="2940300" y="4812848"/>
                <a:ext cx="57600" cy="139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4DD325-583C-E3C9-EED4-BD4E3E6DB26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31660" y="4803848"/>
                  <a:ext cx="75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3A712A-F3EE-CC50-5445-719E683642B7}"/>
                    </a:ext>
                  </a:extLst>
                </p14:cNvPr>
                <p14:cNvContentPartPr/>
                <p14:nvPr/>
              </p14:nvContentPartPr>
              <p14:xfrm>
                <a:off x="3047940" y="4888088"/>
                <a:ext cx="126720" cy="117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3A712A-F3EE-CC50-5445-719E683642B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39300" y="4879088"/>
                  <a:ext cx="144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A80656-63F5-5FBB-2E1B-C11AD5FB0E6D}"/>
                    </a:ext>
                  </a:extLst>
                </p14:cNvPr>
                <p14:cNvContentPartPr/>
                <p14:nvPr/>
              </p14:nvContentPartPr>
              <p14:xfrm>
                <a:off x="2696220" y="5236568"/>
                <a:ext cx="60480" cy="159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A80656-63F5-5FBB-2E1B-C11AD5FB0E6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687580" y="5227928"/>
                  <a:ext cx="78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323A90-5013-AA10-8EBA-3C12D00D3AC5}"/>
                    </a:ext>
                  </a:extLst>
                </p14:cNvPr>
                <p14:cNvContentPartPr/>
                <p14:nvPr/>
              </p14:nvContentPartPr>
              <p14:xfrm>
                <a:off x="2573820" y="5179688"/>
                <a:ext cx="237240" cy="10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323A90-5013-AA10-8EBA-3C12D00D3AC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65180" y="5170688"/>
                  <a:ext cx="254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064A5A-8781-2C6E-320F-17902ADA9A72}"/>
                    </a:ext>
                  </a:extLst>
                </p14:cNvPr>
                <p14:cNvContentPartPr/>
                <p14:nvPr/>
              </p14:nvContentPartPr>
              <p14:xfrm>
                <a:off x="3085740" y="5283008"/>
                <a:ext cx="171720" cy="12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064A5A-8781-2C6E-320F-17902ADA9A7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77100" y="5274008"/>
                  <a:ext cx="189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FFC816-C8A6-6B13-CDF9-7659585A810C}"/>
                    </a:ext>
                  </a:extLst>
                </p14:cNvPr>
                <p14:cNvContentPartPr/>
                <p14:nvPr/>
              </p14:nvContentPartPr>
              <p14:xfrm>
                <a:off x="3367260" y="5091128"/>
                <a:ext cx="102600" cy="183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FFC816-C8A6-6B13-CDF9-7659585A810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358620" y="5082128"/>
                  <a:ext cx="120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A7BF6F-2582-58DD-2A19-3020EC2A7620}"/>
                    </a:ext>
                  </a:extLst>
                </p14:cNvPr>
                <p14:cNvContentPartPr/>
                <p14:nvPr/>
              </p14:nvContentPartPr>
              <p14:xfrm>
                <a:off x="3348180" y="4972328"/>
                <a:ext cx="8280" cy="46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A7BF6F-2582-58DD-2A19-3020EC2A762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339180" y="4963688"/>
                  <a:ext cx="25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6C3D02A-8006-9F28-8FE8-0475CE16428B}"/>
                    </a:ext>
                  </a:extLst>
                </p14:cNvPr>
                <p14:cNvContentPartPr/>
                <p14:nvPr/>
              </p14:nvContentPartPr>
              <p14:xfrm>
                <a:off x="3497220" y="4978088"/>
                <a:ext cx="233280" cy="150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6C3D02A-8006-9F28-8FE8-0475CE16428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88220" y="4969088"/>
                  <a:ext cx="250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48ED8D0-655A-5313-F4F0-285592185E98}"/>
                    </a:ext>
                  </a:extLst>
                </p14:cNvPr>
                <p14:cNvContentPartPr/>
                <p14:nvPr/>
              </p14:nvContentPartPr>
              <p14:xfrm>
                <a:off x="3787380" y="4881248"/>
                <a:ext cx="155880" cy="216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48ED8D0-655A-5313-F4F0-285592185E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778380" y="4872608"/>
                  <a:ext cx="173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010087-9AC0-9583-3199-826E349E769B}"/>
                    </a:ext>
                  </a:extLst>
                </p14:cNvPr>
                <p14:cNvContentPartPr/>
                <p14:nvPr/>
              </p14:nvContentPartPr>
              <p14:xfrm>
                <a:off x="3792060" y="4998968"/>
                <a:ext cx="109800" cy="14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010087-9AC0-9583-3199-826E349E769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783420" y="4989968"/>
                  <a:ext cx="12744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3473E7F-78B8-A80D-1092-B3678CEF467E}"/>
              </a:ext>
            </a:extLst>
          </p:cNvPr>
          <p:cNvGrpSpPr/>
          <p:nvPr/>
        </p:nvGrpSpPr>
        <p:grpSpPr>
          <a:xfrm>
            <a:off x="4126140" y="5164208"/>
            <a:ext cx="471960" cy="215640"/>
            <a:chOff x="4126140" y="5164208"/>
            <a:chExt cx="4719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F1400DB-8740-DBE1-0D39-1F3F16CE3B32}"/>
                    </a:ext>
                  </a:extLst>
                </p14:cNvPr>
                <p14:cNvContentPartPr/>
                <p14:nvPr/>
              </p14:nvContentPartPr>
              <p14:xfrm>
                <a:off x="4126140" y="5164208"/>
                <a:ext cx="122760" cy="215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F1400DB-8740-DBE1-0D39-1F3F16CE3B3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117500" y="5155208"/>
                  <a:ext cx="140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ED01C6F-A890-3647-F364-5F09B44B6A22}"/>
                    </a:ext>
                  </a:extLst>
                </p14:cNvPr>
                <p14:cNvContentPartPr/>
                <p14:nvPr/>
              </p14:nvContentPartPr>
              <p14:xfrm>
                <a:off x="4301460" y="5189408"/>
                <a:ext cx="296640" cy="172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ED01C6F-A890-3647-F364-5F09B44B6A2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92460" y="5180408"/>
                  <a:ext cx="3142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ACF8461-8AAB-C26B-E306-69E206DE747E}"/>
              </a:ext>
            </a:extLst>
          </p:cNvPr>
          <p:cNvGrpSpPr/>
          <p:nvPr/>
        </p:nvGrpSpPr>
        <p:grpSpPr>
          <a:xfrm>
            <a:off x="4790340" y="5241608"/>
            <a:ext cx="135000" cy="74160"/>
            <a:chOff x="4790340" y="5241608"/>
            <a:chExt cx="135000" cy="7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DB5A6CE-C8C3-6E55-145B-6147DFD77E11}"/>
                    </a:ext>
                  </a:extLst>
                </p14:cNvPr>
                <p14:cNvContentPartPr/>
                <p14:nvPr/>
              </p14:nvContentPartPr>
              <p14:xfrm>
                <a:off x="4831020" y="5299208"/>
                <a:ext cx="82800" cy="16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DB5A6CE-C8C3-6E55-145B-6147DFD77E1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822380" y="5290208"/>
                  <a:ext cx="100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1C5132E-0D2D-405E-A6FA-983BA4F36C4E}"/>
                    </a:ext>
                  </a:extLst>
                </p14:cNvPr>
                <p14:cNvContentPartPr/>
                <p14:nvPr/>
              </p14:nvContentPartPr>
              <p14:xfrm>
                <a:off x="4790340" y="5241608"/>
                <a:ext cx="135000" cy="17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1C5132E-0D2D-405E-A6FA-983BA4F36C4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81340" y="5232968"/>
                  <a:ext cx="1526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255AA88-3844-B67E-6F19-5944FBD02DD1}"/>
              </a:ext>
            </a:extLst>
          </p:cNvPr>
          <p:cNvGrpSpPr/>
          <p:nvPr/>
        </p:nvGrpSpPr>
        <p:grpSpPr>
          <a:xfrm>
            <a:off x="5138100" y="5014088"/>
            <a:ext cx="322560" cy="257400"/>
            <a:chOff x="5138100" y="5014088"/>
            <a:chExt cx="32256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B39863B-E507-E337-E07F-FCE94862DCEA}"/>
                    </a:ext>
                  </a:extLst>
                </p14:cNvPr>
                <p14:cNvContentPartPr/>
                <p14:nvPr/>
              </p14:nvContentPartPr>
              <p14:xfrm>
                <a:off x="5269860" y="5050448"/>
                <a:ext cx="38520" cy="114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B39863B-E507-E337-E07F-FCE94862DCE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60860" y="5041808"/>
                  <a:ext cx="5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8527B0-C855-9C2D-03CF-E6AC3471B628}"/>
                    </a:ext>
                  </a:extLst>
                </p14:cNvPr>
                <p14:cNvContentPartPr/>
                <p14:nvPr/>
              </p14:nvContentPartPr>
              <p14:xfrm>
                <a:off x="5139180" y="5014088"/>
                <a:ext cx="238320" cy="14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8527B0-C855-9C2D-03CF-E6AC3471B62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30540" y="5005088"/>
                  <a:ext cx="255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BC2CE4A-2195-5F74-C461-8E04D5792B0D}"/>
                    </a:ext>
                  </a:extLst>
                </p14:cNvPr>
                <p14:cNvContentPartPr/>
                <p14:nvPr/>
              </p14:nvContentPartPr>
              <p14:xfrm>
                <a:off x="5138100" y="5247008"/>
                <a:ext cx="322560" cy="2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BC2CE4A-2195-5F74-C461-8E04D5792B0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29100" y="5238008"/>
                  <a:ext cx="3402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86FFC66-A58D-9F8D-5806-4D4DE570D152}"/>
              </a:ext>
            </a:extLst>
          </p:cNvPr>
          <p:cNvGrpSpPr/>
          <p:nvPr/>
        </p:nvGrpSpPr>
        <p:grpSpPr>
          <a:xfrm>
            <a:off x="5122620" y="5356088"/>
            <a:ext cx="282960" cy="137160"/>
            <a:chOff x="5122620" y="5356088"/>
            <a:chExt cx="282960" cy="1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C4721A0-4461-EC9A-66F6-A9E779DA4AD7}"/>
                    </a:ext>
                  </a:extLst>
                </p14:cNvPr>
                <p14:cNvContentPartPr/>
                <p14:nvPr/>
              </p14:nvContentPartPr>
              <p14:xfrm>
                <a:off x="5122620" y="5371568"/>
                <a:ext cx="162360" cy="121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C4721A0-4461-EC9A-66F6-A9E779DA4A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13620" y="5362928"/>
                  <a:ext cx="180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0453C8-F20B-C564-5C22-5567700C907F}"/>
                    </a:ext>
                  </a:extLst>
                </p14:cNvPr>
                <p14:cNvContentPartPr/>
                <p14:nvPr/>
              </p14:nvContentPartPr>
              <p14:xfrm>
                <a:off x="5317020" y="5417648"/>
                <a:ext cx="33840" cy="48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0453C8-F20B-C564-5C22-5567700C907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08380" y="5408648"/>
                  <a:ext cx="51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08ADFD7-7F23-4FEA-6211-AF9CF76525C6}"/>
                    </a:ext>
                  </a:extLst>
                </p14:cNvPr>
                <p14:cNvContentPartPr/>
                <p14:nvPr/>
              </p14:nvContentPartPr>
              <p14:xfrm>
                <a:off x="5381100" y="5403248"/>
                <a:ext cx="24480" cy="62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08ADFD7-7F23-4FEA-6211-AF9CF76525C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72460" y="5394248"/>
                  <a:ext cx="42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3EB1EF-522F-6799-FCA7-2B2F9E3DD5D8}"/>
                    </a:ext>
                  </a:extLst>
                </p14:cNvPr>
                <p14:cNvContentPartPr/>
                <p14:nvPr/>
              </p14:nvContentPartPr>
              <p14:xfrm>
                <a:off x="5247900" y="5356088"/>
                <a:ext cx="129600" cy="7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3EB1EF-522F-6799-FCA7-2B2F9E3DD5D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239260" y="5347448"/>
                  <a:ext cx="1472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BC07684-2570-A879-6CF8-4C48F65E81E9}"/>
              </a:ext>
            </a:extLst>
          </p:cNvPr>
          <p:cNvGrpSpPr/>
          <p:nvPr/>
        </p:nvGrpSpPr>
        <p:grpSpPr>
          <a:xfrm>
            <a:off x="5626620" y="4774328"/>
            <a:ext cx="1501920" cy="910800"/>
            <a:chOff x="5626620" y="4774328"/>
            <a:chExt cx="1501920" cy="91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3EC591B-B203-E67A-58DB-41B03543D50C}"/>
                    </a:ext>
                  </a:extLst>
                </p14:cNvPr>
                <p14:cNvContentPartPr/>
                <p14:nvPr/>
              </p14:nvContentPartPr>
              <p14:xfrm>
                <a:off x="5750100" y="5085008"/>
                <a:ext cx="142560" cy="116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3EC591B-B203-E67A-58DB-41B03543D50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741100" y="5076368"/>
                  <a:ext cx="160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83FCDB4-B4ED-F6BC-5523-1E1722D4D2EB}"/>
                    </a:ext>
                  </a:extLst>
                </p14:cNvPr>
                <p14:cNvContentPartPr/>
                <p14:nvPr/>
              </p14:nvContentPartPr>
              <p14:xfrm>
                <a:off x="5902380" y="4982408"/>
                <a:ext cx="98640" cy="162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83FCDB4-B4ED-F6BC-5523-1E1722D4D2E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93380" y="4973408"/>
                  <a:ext cx="116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BF5241F-A861-597E-02ED-19E8565A8BA4}"/>
                    </a:ext>
                  </a:extLst>
                </p14:cNvPr>
                <p14:cNvContentPartPr/>
                <p14:nvPr/>
              </p14:nvContentPartPr>
              <p14:xfrm>
                <a:off x="5865660" y="4890608"/>
                <a:ext cx="2520" cy="3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BF5241F-A861-597E-02ED-19E8565A8BA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56660" y="4881608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A4F6690-A683-2E85-01F7-73974D783247}"/>
                    </a:ext>
                  </a:extLst>
                </p14:cNvPr>
                <p14:cNvContentPartPr/>
                <p14:nvPr/>
              </p14:nvContentPartPr>
              <p14:xfrm>
                <a:off x="6021180" y="4816448"/>
                <a:ext cx="181800" cy="160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A4F6690-A683-2E85-01F7-73974D78324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12540" y="4807808"/>
                  <a:ext cx="199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913F43F-452B-4ECE-1161-F5CD6218C502}"/>
                    </a:ext>
                  </a:extLst>
                </p14:cNvPr>
                <p14:cNvContentPartPr/>
                <p14:nvPr/>
              </p14:nvContentPartPr>
              <p14:xfrm>
                <a:off x="6291900" y="4813208"/>
                <a:ext cx="139680" cy="1814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913F43F-452B-4ECE-1161-F5CD6218C50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283260" y="4804568"/>
                  <a:ext cx="157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809AF7F-C15F-B7ED-C154-21941A651C02}"/>
                    </a:ext>
                  </a:extLst>
                </p14:cNvPr>
                <p14:cNvContentPartPr/>
                <p14:nvPr/>
              </p14:nvContentPartPr>
              <p14:xfrm>
                <a:off x="6304140" y="4903928"/>
                <a:ext cx="107280" cy="11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809AF7F-C15F-B7ED-C154-21941A651C0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95500" y="4895288"/>
                  <a:ext cx="12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478385-081C-97DF-A7AF-6692462D76A8}"/>
                    </a:ext>
                  </a:extLst>
                </p14:cNvPr>
                <p14:cNvContentPartPr/>
                <p14:nvPr/>
              </p14:nvContentPartPr>
              <p14:xfrm>
                <a:off x="5626620" y="5244128"/>
                <a:ext cx="724680" cy="40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478385-081C-97DF-A7AF-6692462D76A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17620" y="5235488"/>
                  <a:ext cx="742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63817C0-94CB-3F41-5ECC-CAF5ED0B3E4B}"/>
                    </a:ext>
                  </a:extLst>
                </p14:cNvPr>
                <p14:cNvContentPartPr/>
                <p14:nvPr/>
              </p14:nvContentPartPr>
              <p14:xfrm>
                <a:off x="5834340" y="5454368"/>
                <a:ext cx="110160" cy="230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3817C0-94CB-3F41-5ECC-CAF5ED0B3E4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25700" y="5445728"/>
                  <a:ext cx="1278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730F8A-510D-9AF6-DD42-321B3AD4C212}"/>
                    </a:ext>
                  </a:extLst>
                </p14:cNvPr>
                <p14:cNvContentPartPr/>
                <p14:nvPr/>
              </p14:nvContentPartPr>
              <p14:xfrm>
                <a:off x="5789700" y="5370848"/>
                <a:ext cx="3600" cy="3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730F8A-510D-9AF6-DD42-321B3AD4C21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80700" y="5361848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F343914-0FE6-5E52-518E-85433479FFC0}"/>
                    </a:ext>
                  </a:extLst>
                </p14:cNvPr>
                <p14:cNvContentPartPr/>
                <p14:nvPr/>
              </p14:nvContentPartPr>
              <p14:xfrm>
                <a:off x="5944500" y="5337368"/>
                <a:ext cx="123480" cy="185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F343914-0FE6-5E52-518E-85433479FFC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35500" y="5328368"/>
                  <a:ext cx="141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C114872-6226-81ED-A77C-09AAC1EF00F3}"/>
                    </a:ext>
                  </a:extLst>
                </p14:cNvPr>
                <p14:cNvContentPartPr/>
                <p14:nvPr/>
              </p14:nvContentPartPr>
              <p14:xfrm>
                <a:off x="5964300" y="5434208"/>
                <a:ext cx="83520" cy="23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C114872-6226-81ED-A77C-09AAC1EF00F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955300" y="5425568"/>
                  <a:ext cx="101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2081662-EE03-8D9C-F5BA-39B7B17D0515}"/>
                    </a:ext>
                  </a:extLst>
                </p14:cNvPr>
                <p14:cNvContentPartPr/>
                <p14:nvPr/>
              </p14:nvContentPartPr>
              <p14:xfrm>
                <a:off x="6613740" y="5023808"/>
                <a:ext cx="78840" cy="37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2081662-EE03-8D9C-F5BA-39B7B17D051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04740" y="5014808"/>
                  <a:ext cx="964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F0284A8-2B3D-8F47-B5CD-BC5497FEE410}"/>
                    </a:ext>
                  </a:extLst>
                </p14:cNvPr>
                <p14:cNvContentPartPr/>
                <p14:nvPr/>
              </p14:nvContentPartPr>
              <p14:xfrm>
                <a:off x="6375060" y="5564168"/>
                <a:ext cx="93240" cy="15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F0284A8-2B3D-8F47-B5CD-BC5497FEE41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66420" y="5555168"/>
                  <a:ext cx="110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17B52A-98D1-287E-D46A-2BB8A5FE914B}"/>
                    </a:ext>
                  </a:extLst>
                </p14:cNvPr>
                <p14:cNvContentPartPr/>
                <p14:nvPr/>
              </p14:nvContentPartPr>
              <p14:xfrm>
                <a:off x="6550380" y="5484968"/>
                <a:ext cx="187920" cy="112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17B52A-98D1-287E-D46A-2BB8A5FE914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541380" y="5475968"/>
                  <a:ext cx="205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4186C75-0AA3-8980-E31D-E36855A52B0B}"/>
                    </a:ext>
                  </a:extLst>
                </p14:cNvPr>
                <p14:cNvContentPartPr/>
                <p14:nvPr/>
              </p14:nvContentPartPr>
              <p14:xfrm>
                <a:off x="6769980" y="5538968"/>
                <a:ext cx="64800" cy="83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4186C75-0AA3-8980-E31D-E36855A52B0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61340" y="5529968"/>
                  <a:ext cx="82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F3651DC-ACB5-DBA8-8D78-241E0F306F61}"/>
                    </a:ext>
                  </a:extLst>
                </p14:cNvPr>
                <p14:cNvContentPartPr/>
                <p14:nvPr/>
              </p14:nvContentPartPr>
              <p14:xfrm>
                <a:off x="6901380" y="5449688"/>
                <a:ext cx="39960" cy="163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F3651DC-ACB5-DBA8-8D78-241E0F306F6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892380" y="5441048"/>
                  <a:ext cx="57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A12FA4-2CE2-C72A-B2A9-9DCC5B551B08}"/>
                    </a:ext>
                  </a:extLst>
                </p14:cNvPr>
                <p14:cNvContentPartPr/>
                <p14:nvPr/>
              </p14:nvContentPartPr>
              <p14:xfrm>
                <a:off x="6977340" y="5572088"/>
                <a:ext cx="88560" cy="102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A12FA4-2CE2-C72A-B2A9-9DCC5B551B0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968340" y="5563448"/>
                  <a:ext cx="106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C1A50A6-4712-8911-3800-7C0EEB371A11}"/>
                    </a:ext>
                  </a:extLst>
                </p14:cNvPr>
                <p14:cNvContentPartPr/>
                <p14:nvPr/>
              </p14:nvContentPartPr>
              <p14:xfrm>
                <a:off x="6551820" y="5600168"/>
                <a:ext cx="52560" cy="37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C1A50A6-4712-8911-3800-7C0EEB371A1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542820" y="5591528"/>
                  <a:ext cx="70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F78CF2D-9479-9B94-8D3B-DBA0C8CD0649}"/>
                    </a:ext>
                  </a:extLst>
                </p14:cNvPr>
                <p14:cNvContentPartPr/>
                <p14:nvPr/>
              </p14:nvContentPartPr>
              <p14:xfrm>
                <a:off x="6576660" y="4799528"/>
                <a:ext cx="215640" cy="131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F78CF2D-9479-9B94-8D3B-DBA0C8CD064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568020" y="4790888"/>
                  <a:ext cx="233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69EBB38-7188-85B3-0955-A4984886B38A}"/>
                    </a:ext>
                  </a:extLst>
                </p14:cNvPr>
                <p14:cNvContentPartPr/>
                <p14:nvPr/>
              </p14:nvContentPartPr>
              <p14:xfrm>
                <a:off x="6821100" y="4866488"/>
                <a:ext cx="60480" cy="78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69EBB38-7188-85B3-0955-A4984886B38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812100" y="4857848"/>
                  <a:ext cx="78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A402B16-B2E4-3763-C3D2-215FA701C80D}"/>
                    </a:ext>
                  </a:extLst>
                </p14:cNvPr>
                <p14:cNvContentPartPr/>
                <p14:nvPr/>
              </p14:nvContentPartPr>
              <p14:xfrm>
                <a:off x="6587100" y="4903928"/>
                <a:ext cx="42480" cy="16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A402B16-B2E4-3763-C3D2-215FA701C80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578460" y="4895288"/>
                  <a:ext cx="60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2827829-E741-9528-1C18-16735870E896}"/>
                    </a:ext>
                  </a:extLst>
                </p14:cNvPr>
                <p14:cNvContentPartPr/>
                <p14:nvPr/>
              </p14:nvContentPartPr>
              <p14:xfrm>
                <a:off x="6906420" y="4774328"/>
                <a:ext cx="71280" cy="163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2827829-E741-9528-1C18-16735870E89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97780" y="4765688"/>
                  <a:ext cx="88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BA4B64B-3E7E-C4F3-8707-7BE7CC903E89}"/>
                    </a:ext>
                  </a:extLst>
                </p14:cNvPr>
                <p14:cNvContentPartPr/>
                <p14:nvPr/>
              </p14:nvContentPartPr>
              <p14:xfrm>
                <a:off x="7003260" y="4867928"/>
                <a:ext cx="125280" cy="95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BA4B64B-3E7E-C4F3-8707-7BE7CC903E8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994620" y="4859288"/>
                  <a:ext cx="14292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C537AAC-32E4-A649-DA96-52884267C2FD}"/>
              </a:ext>
            </a:extLst>
          </p:cNvPr>
          <p:cNvGrpSpPr/>
          <p:nvPr/>
        </p:nvGrpSpPr>
        <p:grpSpPr>
          <a:xfrm>
            <a:off x="7263540" y="5205968"/>
            <a:ext cx="119520" cy="89640"/>
            <a:chOff x="7263540" y="5205968"/>
            <a:chExt cx="11952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29DDFDC-3219-2632-5A70-C19362772CDF}"/>
                    </a:ext>
                  </a:extLst>
                </p14:cNvPr>
                <p14:cNvContentPartPr/>
                <p14:nvPr/>
              </p14:nvContentPartPr>
              <p14:xfrm>
                <a:off x="7263540" y="5271488"/>
                <a:ext cx="103680" cy="24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29DDFDC-3219-2632-5A70-C19362772CD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254900" y="5262488"/>
                  <a:ext cx="121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7FE65FE-DD63-C0BB-9AC2-9A237CC7913D}"/>
                    </a:ext>
                  </a:extLst>
                </p14:cNvPr>
                <p14:cNvContentPartPr/>
                <p14:nvPr/>
              </p14:nvContentPartPr>
              <p14:xfrm>
                <a:off x="7295940" y="5205968"/>
                <a:ext cx="87120" cy="20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7FE65FE-DD63-C0BB-9AC2-9A237CC7913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86940" y="5196968"/>
                  <a:ext cx="10476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018296C-9DEE-7A2B-FA91-EFA5436B3EBE}"/>
              </a:ext>
            </a:extLst>
          </p:cNvPr>
          <p:cNvGrpSpPr/>
          <p:nvPr/>
        </p:nvGrpSpPr>
        <p:grpSpPr>
          <a:xfrm>
            <a:off x="7642260" y="4952888"/>
            <a:ext cx="161280" cy="147600"/>
            <a:chOff x="7642260" y="4952888"/>
            <a:chExt cx="161280" cy="1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393551-9417-BA33-FEA5-A2F567ED8B25}"/>
                    </a:ext>
                  </a:extLst>
                </p14:cNvPr>
                <p14:cNvContentPartPr/>
                <p14:nvPr/>
              </p14:nvContentPartPr>
              <p14:xfrm>
                <a:off x="7725420" y="4991048"/>
                <a:ext cx="28800" cy="109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393551-9417-BA33-FEA5-A2F567ED8B2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716780" y="4982048"/>
                  <a:ext cx="46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C2A6BED-F586-87F1-E614-9C9B91445F7A}"/>
                    </a:ext>
                  </a:extLst>
                </p14:cNvPr>
                <p14:cNvContentPartPr/>
                <p14:nvPr/>
              </p14:nvContentPartPr>
              <p14:xfrm>
                <a:off x="7642260" y="4952888"/>
                <a:ext cx="161280" cy="27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C2A6BED-F586-87F1-E614-9C9B91445F7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33620" y="4944248"/>
                  <a:ext cx="1789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5A60D85-090C-793E-3BE8-0F91BF8A3091}"/>
                  </a:ext>
                </a:extLst>
              </p14:cNvPr>
              <p14:cNvContentPartPr/>
              <p14:nvPr/>
            </p14:nvContentPartPr>
            <p14:xfrm>
              <a:off x="7653420" y="5241608"/>
              <a:ext cx="222840" cy="154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5A60D85-090C-793E-3BE8-0F91BF8A3091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7644780" y="5232608"/>
                <a:ext cx="24048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48474C8-6BDB-ABA2-9C5A-74E2DB349D9C}"/>
              </a:ext>
            </a:extLst>
          </p:cNvPr>
          <p:cNvGrpSpPr/>
          <p:nvPr/>
        </p:nvGrpSpPr>
        <p:grpSpPr>
          <a:xfrm>
            <a:off x="7590420" y="5378768"/>
            <a:ext cx="328680" cy="122400"/>
            <a:chOff x="7590420" y="5378768"/>
            <a:chExt cx="32868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F20BDDF-6BF2-DD7C-0099-149FAA75F94B}"/>
                    </a:ext>
                  </a:extLst>
                </p14:cNvPr>
                <p14:cNvContentPartPr/>
                <p14:nvPr/>
              </p14:nvContentPartPr>
              <p14:xfrm>
                <a:off x="7590420" y="5378768"/>
                <a:ext cx="154080" cy="122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F20BDDF-6BF2-DD7C-0099-149FAA75F94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581420" y="5370128"/>
                  <a:ext cx="171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BF6221D-BD3D-6E49-BA52-212351A53300}"/>
                    </a:ext>
                  </a:extLst>
                </p14:cNvPr>
                <p14:cNvContentPartPr/>
                <p14:nvPr/>
              </p14:nvContentPartPr>
              <p14:xfrm>
                <a:off x="7811460" y="5429168"/>
                <a:ext cx="39240" cy="52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BF6221D-BD3D-6E49-BA52-212351A5330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802820" y="5420168"/>
                  <a:ext cx="56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03CCB9F-656C-64C0-CB83-867AF441F3EA}"/>
                    </a:ext>
                  </a:extLst>
                </p14:cNvPr>
                <p14:cNvContentPartPr/>
                <p14:nvPr/>
              </p14:nvContentPartPr>
              <p14:xfrm>
                <a:off x="7865820" y="5418728"/>
                <a:ext cx="53280" cy="67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03CCB9F-656C-64C0-CB83-867AF441F3E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856820" y="5409728"/>
                  <a:ext cx="70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9F473F9-FAE7-711B-34EB-CF275983CCD0}"/>
                    </a:ext>
                  </a:extLst>
                </p14:cNvPr>
                <p14:cNvContentPartPr/>
                <p14:nvPr/>
              </p14:nvContentPartPr>
              <p14:xfrm>
                <a:off x="7772940" y="5382008"/>
                <a:ext cx="135000" cy="5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9F473F9-FAE7-711B-34EB-CF275983CCD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763940" y="5373368"/>
                  <a:ext cx="1526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6CDEEF9-C096-A1A4-4466-FC589047D730}"/>
              </a:ext>
            </a:extLst>
          </p:cNvPr>
          <p:cNvGrpSpPr/>
          <p:nvPr/>
        </p:nvGrpSpPr>
        <p:grpSpPr>
          <a:xfrm>
            <a:off x="8297100" y="4763888"/>
            <a:ext cx="2415960" cy="453600"/>
            <a:chOff x="8297100" y="4763888"/>
            <a:chExt cx="2415960" cy="45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4A9CF41-8AAC-BBFC-B3AA-84E5AC5B031C}"/>
                    </a:ext>
                  </a:extLst>
                </p14:cNvPr>
                <p14:cNvContentPartPr/>
                <p14:nvPr/>
              </p14:nvContentPartPr>
              <p14:xfrm>
                <a:off x="8297100" y="5038208"/>
                <a:ext cx="159120" cy="147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4A9CF41-8AAC-BBFC-B3AA-84E5AC5B031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88100" y="5029208"/>
                  <a:ext cx="176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83A037E-74B8-9577-5841-09924187078B}"/>
                    </a:ext>
                  </a:extLst>
                </p14:cNvPr>
                <p14:cNvContentPartPr/>
                <p14:nvPr/>
              </p14:nvContentPartPr>
              <p14:xfrm>
                <a:off x="8499420" y="4944608"/>
                <a:ext cx="73440" cy="174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83A037E-74B8-9577-5841-09924187078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490780" y="4935608"/>
                  <a:ext cx="91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7C271B-00D5-14FC-5C3A-928A224C99D6}"/>
                    </a:ext>
                  </a:extLst>
                </p14:cNvPr>
                <p14:cNvContentPartPr/>
                <p14:nvPr/>
              </p14:nvContentPartPr>
              <p14:xfrm>
                <a:off x="8452980" y="4839848"/>
                <a:ext cx="23400" cy="3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7C271B-00D5-14FC-5C3A-928A224C99D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443980" y="4830848"/>
                  <a:ext cx="41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C4ACC3-ADD7-2B99-9F06-3294DD3B6B89}"/>
                    </a:ext>
                  </a:extLst>
                </p14:cNvPr>
                <p14:cNvContentPartPr/>
                <p14:nvPr/>
              </p14:nvContentPartPr>
              <p14:xfrm>
                <a:off x="8645220" y="4804928"/>
                <a:ext cx="204480" cy="126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C4ACC3-ADD7-2B99-9F06-3294DD3B6B8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36220" y="4795928"/>
                  <a:ext cx="222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1B2C937-91E9-7066-67D0-EEC3C34A5B5E}"/>
                    </a:ext>
                  </a:extLst>
                </p14:cNvPr>
                <p14:cNvContentPartPr/>
                <p14:nvPr/>
              </p14:nvContentPartPr>
              <p14:xfrm>
                <a:off x="8868780" y="4883408"/>
                <a:ext cx="75240" cy="92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1B2C937-91E9-7066-67D0-EEC3C34A5B5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60140" y="4874768"/>
                  <a:ext cx="92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3449614-F745-9BEC-9EE6-08E41DE427E9}"/>
                    </a:ext>
                  </a:extLst>
                </p14:cNvPr>
                <p14:cNvContentPartPr/>
                <p14:nvPr/>
              </p14:nvContentPartPr>
              <p14:xfrm>
                <a:off x="8956620" y="4763888"/>
                <a:ext cx="114120" cy="162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3449614-F745-9BEC-9EE6-08E41DE427E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947980" y="4755248"/>
                  <a:ext cx="131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78020CF-8717-0AF6-99FE-B00B53DA7A88}"/>
                    </a:ext>
                  </a:extLst>
                </p14:cNvPr>
                <p14:cNvContentPartPr/>
                <p14:nvPr/>
              </p14:nvContentPartPr>
              <p14:xfrm>
                <a:off x="8955540" y="4852448"/>
                <a:ext cx="100440" cy="36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78020CF-8717-0AF6-99FE-B00B53DA7A8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946540" y="4843448"/>
                  <a:ext cx="118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4604294-D008-0B9D-852A-456F7FCA06E8}"/>
                    </a:ext>
                  </a:extLst>
                </p14:cNvPr>
                <p14:cNvContentPartPr/>
                <p14:nvPr/>
              </p14:nvContentPartPr>
              <p14:xfrm>
                <a:off x="9102060" y="4774328"/>
                <a:ext cx="68400" cy="191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4604294-D008-0B9D-852A-456F7FCA06E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093060" y="4765688"/>
                  <a:ext cx="860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BA3F14F-46E4-73F3-C600-FB15CDC321E8}"/>
                    </a:ext>
                  </a:extLst>
                </p14:cNvPr>
                <p14:cNvContentPartPr/>
                <p14:nvPr/>
              </p14:nvContentPartPr>
              <p14:xfrm>
                <a:off x="9159300" y="4894568"/>
                <a:ext cx="117360" cy="93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BA3F14F-46E4-73F3-C600-FB15CDC321E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150660" y="4885568"/>
                  <a:ext cx="135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0213041-A2F1-63A1-26DF-0157DC422840}"/>
                    </a:ext>
                  </a:extLst>
                </p14:cNvPr>
                <p14:cNvContentPartPr/>
                <p14:nvPr/>
              </p14:nvContentPartPr>
              <p14:xfrm>
                <a:off x="9357300" y="5137928"/>
                <a:ext cx="114120" cy="20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0213041-A2F1-63A1-26DF-0157DC42284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348660" y="5128928"/>
                  <a:ext cx="131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6B6D506-D86D-2F6F-C51A-8709CD455848}"/>
                    </a:ext>
                  </a:extLst>
                </p14:cNvPr>
                <p14:cNvContentPartPr/>
                <p14:nvPr/>
              </p14:nvContentPartPr>
              <p14:xfrm>
                <a:off x="9601020" y="5092208"/>
                <a:ext cx="155880" cy="125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6B6D506-D86D-2F6F-C51A-8709CD45584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592380" y="5083208"/>
                  <a:ext cx="173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B999868-DD78-680A-9BDF-484BC084CF4A}"/>
                    </a:ext>
                  </a:extLst>
                </p14:cNvPr>
                <p14:cNvContentPartPr/>
                <p14:nvPr/>
              </p14:nvContentPartPr>
              <p14:xfrm>
                <a:off x="9751500" y="5016608"/>
                <a:ext cx="88920" cy="11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B999868-DD78-680A-9BDF-484BC084CF4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742860" y="5007608"/>
                  <a:ext cx="106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5E7F92A-5596-9F08-D025-0732861C1E4E}"/>
                    </a:ext>
                  </a:extLst>
                </p14:cNvPr>
                <p14:cNvContentPartPr/>
                <p14:nvPr/>
              </p14:nvContentPartPr>
              <p14:xfrm>
                <a:off x="9868500" y="4961528"/>
                <a:ext cx="101160" cy="172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5E7F92A-5596-9F08-D025-0732861C1E4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859500" y="4952528"/>
                  <a:ext cx="118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EFF32B6-6DF1-19E9-6508-C0257C4569ED}"/>
                    </a:ext>
                  </a:extLst>
                </p14:cNvPr>
                <p14:cNvContentPartPr/>
                <p14:nvPr/>
              </p14:nvContentPartPr>
              <p14:xfrm>
                <a:off x="9850500" y="4838408"/>
                <a:ext cx="16200" cy="12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EFF32B6-6DF1-19E9-6508-C0257C4569E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841500" y="4829768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129F972-20CD-8EE6-5AE4-6FFAE91A4634}"/>
                    </a:ext>
                  </a:extLst>
                </p14:cNvPr>
                <p14:cNvContentPartPr/>
                <p14:nvPr/>
              </p14:nvContentPartPr>
              <p14:xfrm>
                <a:off x="9990540" y="4830848"/>
                <a:ext cx="176400" cy="146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129F972-20CD-8EE6-5AE4-6FFAE91A4634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981900" y="4821848"/>
                  <a:ext cx="194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751B18D-A31A-EF6D-9B6E-EC21DCBAC497}"/>
                    </a:ext>
                  </a:extLst>
                </p14:cNvPr>
                <p14:cNvContentPartPr/>
                <p14:nvPr/>
              </p14:nvContentPartPr>
              <p14:xfrm>
                <a:off x="10219500" y="4908608"/>
                <a:ext cx="67680" cy="110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751B18D-A31A-EF6D-9B6E-EC21DCBAC49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210860" y="4899608"/>
                  <a:ext cx="85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57CE415-FFAB-2415-926C-5DC3DBF9CF6F}"/>
                    </a:ext>
                  </a:extLst>
                </p14:cNvPr>
                <p14:cNvContentPartPr/>
                <p14:nvPr/>
              </p14:nvContentPartPr>
              <p14:xfrm>
                <a:off x="10354500" y="4796288"/>
                <a:ext cx="66960" cy="160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57CE415-FFAB-2415-926C-5DC3DBF9CF6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345500" y="4787288"/>
                  <a:ext cx="84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89FCA36-0441-41BC-9721-70799B41B978}"/>
                    </a:ext>
                  </a:extLst>
                </p14:cNvPr>
                <p14:cNvContentPartPr/>
                <p14:nvPr/>
              </p14:nvContentPartPr>
              <p14:xfrm>
                <a:off x="10349100" y="4878368"/>
                <a:ext cx="83520" cy="11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89FCA36-0441-41BC-9721-70799B41B97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340100" y="4869368"/>
                  <a:ext cx="101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B72CAE-DC7F-E6FA-602A-276D532E6306}"/>
                    </a:ext>
                  </a:extLst>
                </p14:cNvPr>
                <p14:cNvContentPartPr/>
                <p14:nvPr/>
              </p14:nvContentPartPr>
              <p14:xfrm>
                <a:off x="10495260" y="4836968"/>
                <a:ext cx="67320" cy="166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B72CAE-DC7F-E6FA-602A-276D532E630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86260" y="4827968"/>
                  <a:ext cx="84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57A0E51-4851-E024-FABC-2E24BAD3CDFA}"/>
                    </a:ext>
                  </a:extLst>
                </p14:cNvPr>
                <p14:cNvContentPartPr/>
                <p14:nvPr/>
              </p14:nvContentPartPr>
              <p14:xfrm>
                <a:off x="10591380" y="4986368"/>
                <a:ext cx="121680" cy="705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57A0E51-4851-E024-FABC-2E24BAD3CDF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582740" y="4977368"/>
                  <a:ext cx="139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E86606A-E710-D6DF-422B-47839F755698}"/>
                    </a:ext>
                  </a:extLst>
                </p14:cNvPr>
                <p14:cNvContentPartPr/>
                <p14:nvPr/>
              </p14:nvContentPartPr>
              <p14:xfrm>
                <a:off x="10566900" y="4982408"/>
                <a:ext cx="22680" cy="3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E86606A-E710-D6DF-422B-47839F75569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557900" y="4973408"/>
                  <a:ext cx="4032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30E664D7-1F9A-9F06-EE4A-B5F42363B507}"/>
                  </a:ext>
                </a:extLst>
              </p14:cNvPr>
              <p14:cNvContentPartPr/>
              <p14:nvPr/>
            </p14:nvContentPartPr>
            <p14:xfrm>
              <a:off x="8353260" y="5325128"/>
              <a:ext cx="2006640" cy="403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30E664D7-1F9A-9F06-EE4A-B5F42363B507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8344620" y="5316128"/>
                <a:ext cx="202428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5EE9002-2EC5-92AB-0AB9-A006D58C07D3}"/>
              </a:ext>
            </a:extLst>
          </p:cNvPr>
          <p:cNvGrpSpPr/>
          <p:nvPr/>
        </p:nvGrpSpPr>
        <p:grpSpPr>
          <a:xfrm>
            <a:off x="8989020" y="5378048"/>
            <a:ext cx="324360" cy="373680"/>
            <a:chOff x="8989020" y="5378048"/>
            <a:chExt cx="32436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639EA0B-8805-3D14-01F2-A0DEBB61B441}"/>
                    </a:ext>
                  </a:extLst>
                </p14:cNvPr>
                <p14:cNvContentPartPr/>
                <p14:nvPr/>
              </p14:nvContentPartPr>
              <p14:xfrm>
                <a:off x="9030420" y="5539688"/>
                <a:ext cx="82080" cy="212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639EA0B-8805-3D14-01F2-A0DEBB61B44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021780" y="5531048"/>
                  <a:ext cx="99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66B7D2-B4CB-1422-3D77-0D51036F3F8D}"/>
                    </a:ext>
                  </a:extLst>
                </p14:cNvPr>
                <p14:cNvContentPartPr/>
                <p14:nvPr/>
              </p14:nvContentPartPr>
              <p14:xfrm>
                <a:off x="8989020" y="5417288"/>
                <a:ext cx="4320" cy="6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66B7D2-B4CB-1422-3D77-0D51036F3F8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980380" y="5408288"/>
                  <a:ext cx="21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4B81F24-9A7A-97C4-DF03-20FF1F8D1BE3}"/>
                    </a:ext>
                  </a:extLst>
                </p14:cNvPr>
                <p14:cNvContentPartPr/>
                <p14:nvPr/>
              </p14:nvContentPartPr>
              <p14:xfrm>
                <a:off x="9148860" y="5378048"/>
                <a:ext cx="164520" cy="234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4B81F24-9A7A-97C4-DF03-20FF1F8D1BE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140220" y="5369408"/>
                  <a:ext cx="182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71F0357-406F-6CDD-DE91-6ACB2BC9F9DE}"/>
                    </a:ext>
                  </a:extLst>
                </p14:cNvPr>
                <p14:cNvContentPartPr/>
                <p14:nvPr/>
              </p14:nvContentPartPr>
              <p14:xfrm>
                <a:off x="9178020" y="5507648"/>
                <a:ext cx="101160" cy="5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71F0357-406F-6CDD-DE91-6ACB2BC9F9D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69380" y="5498648"/>
                  <a:ext cx="1188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4778766-666F-1F2B-E044-7CD599C810F8}"/>
              </a:ext>
            </a:extLst>
          </p:cNvPr>
          <p:cNvGrpSpPr/>
          <p:nvPr/>
        </p:nvGrpSpPr>
        <p:grpSpPr>
          <a:xfrm>
            <a:off x="2213820" y="5874128"/>
            <a:ext cx="1329480" cy="313560"/>
            <a:chOff x="2213820" y="5874128"/>
            <a:chExt cx="132948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FB0EA4C-E132-612D-0510-A53A9DB346FF}"/>
                    </a:ext>
                  </a:extLst>
                </p14:cNvPr>
                <p14:cNvContentPartPr/>
                <p14:nvPr/>
              </p14:nvContentPartPr>
              <p14:xfrm>
                <a:off x="2213820" y="6077888"/>
                <a:ext cx="118800" cy="109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FB0EA4C-E132-612D-0510-A53A9DB346F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205180" y="6068888"/>
                  <a:ext cx="136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F5F926F-6A49-5253-781F-DDA2616E5311}"/>
                    </a:ext>
                  </a:extLst>
                </p14:cNvPr>
                <p14:cNvContentPartPr/>
                <p14:nvPr/>
              </p14:nvContentPartPr>
              <p14:xfrm>
                <a:off x="2380500" y="6108488"/>
                <a:ext cx="12960" cy="32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F5F926F-6A49-5253-781F-DDA2616E531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371500" y="6099848"/>
                  <a:ext cx="30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DB302E3-AB7E-A319-388B-78CDC1083AB5}"/>
                    </a:ext>
                  </a:extLst>
                </p14:cNvPr>
                <p14:cNvContentPartPr/>
                <p14:nvPr/>
              </p14:nvContentPartPr>
              <p14:xfrm>
                <a:off x="2345220" y="5988608"/>
                <a:ext cx="18720" cy="17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DB302E3-AB7E-A319-388B-78CDC1083AB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336580" y="5979608"/>
                  <a:ext cx="36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5F06FB0-BD25-F4EA-B5FB-7503F245F52B}"/>
                    </a:ext>
                  </a:extLst>
                </p14:cNvPr>
                <p14:cNvContentPartPr/>
                <p14:nvPr/>
              </p14:nvContentPartPr>
              <p14:xfrm>
                <a:off x="2446740" y="6094088"/>
                <a:ext cx="152280" cy="57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5F06FB0-BD25-F4EA-B5FB-7503F245F52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438100" y="6085448"/>
                  <a:ext cx="169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610A5AC-8E0A-3836-24A0-51258D12F014}"/>
                    </a:ext>
                  </a:extLst>
                </p14:cNvPr>
                <p14:cNvContentPartPr/>
                <p14:nvPr/>
              </p14:nvContentPartPr>
              <p14:xfrm>
                <a:off x="2743020" y="5958008"/>
                <a:ext cx="240840" cy="1728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610A5AC-8E0A-3836-24A0-51258D12F01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734020" y="5949368"/>
                  <a:ext cx="258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A6331BB-8D93-4F48-B715-1CA1B64C41A9}"/>
                    </a:ext>
                  </a:extLst>
                </p14:cNvPr>
                <p14:cNvContentPartPr/>
                <p14:nvPr/>
              </p14:nvContentPartPr>
              <p14:xfrm>
                <a:off x="3010500" y="6057728"/>
                <a:ext cx="98640" cy="84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A6331BB-8D93-4F48-B715-1CA1B64C41A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01500" y="6048728"/>
                  <a:ext cx="116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979105-5309-FBB1-C37E-583725C5A7B5}"/>
                    </a:ext>
                  </a:extLst>
                </p14:cNvPr>
                <p14:cNvContentPartPr/>
                <p14:nvPr/>
              </p14:nvContentPartPr>
              <p14:xfrm>
                <a:off x="3180780" y="5888888"/>
                <a:ext cx="114840" cy="174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979105-5309-FBB1-C37E-583725C5A7B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71780" y="5879888"/>
                  <a:ext cx="132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E0271A-F2B2-592E-F4A3-08B75A128CA0}"/>
                    </a:ext>
                  </a:extLst>
                </p14:cNvPr>
                <p14:cNvContentPartPr/>
                <p14:nvPr/>
              </p14:nvContentPartPr>
              <p14:xfrm>
                <a:off x="3087900" y="5985008"/>
                <a:ext cx="180360" cy="3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E0271A-F2B2-592E-F4A3-08B75A128CA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078900" y="5976008"/>
                  <a:ext cx="19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49AF6F0-E091-8D54-E829-FECDE1BB06B4}"/>
                    </a:ext>
                  </a:extLst>
                </p14:cNvPr>
                <p14:cNvContentPartPr/>
                <p14:nvPr/>
              </p14:nvContentPartPr>
              <p14:xfrm>
                <a:off x="3288780" y="5874128"/>
                <a:ext cx="140400" cy="214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49AF6F0-E091-8D54-E829-FECDE1BB06B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280140" y="5865488"/>
                  <a:ext cx="158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2197570-2527-7248-BF64-4A0E369EF23B}"/>
                    </a:ext>
                  </a:extLst>
                </p14:cNvPr>
                <p14:cNvContentPartPr/>
                <p14:nvPr/>
              </p14:nvContentPartPr>
              <p14:xfrm>
                <a:off x="3407940" y="5995088"/>
                <a:ext cx="135360" cy="105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2197570-2527-7248-BF64-4A0E369EF23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399300" y="5986088"/>
                  <a:ext cx="153000" cy="1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B69CC23-E5BA-B01A-DD6B-835368717517}"/>
                  </a:ext>
                </a:extLst>
              </p14:cNvPr>
              <p14:cNvContentPartPr/>
              <p14:nvPr/>
            </p14:nvContentPartPr>
            <p14:xfrm>
              <a:off x="2222820" y="6239168"/>
              <a:ext cx="1200960" cy="280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B69CC23-E5BA-B01A-DD6B-835368717517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214180" y="6230168"/>
                <a:ext cx="121860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DF776F53-F148-D820-CBD2-AA954CB14D93}"/>
              </a:ext>
            </a:extLst>
          </p:cNvPr>
          <p:cNvGrpSpPr/>
          <p:nvPr/>
        </p:nvGrpSpPr>
        <p:grpSpPr>
          <a:xfrm>
            <a:off x="2514420" y="6276608"/>
            <a:ext cx="766800" cy="254880"/>
            <a:chOff x="2514420" y="6276608"/>
            <a:chExt cx="76680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F6AEA92-9FF2-51EA-E67E-7ED629EC1E47}"/>
                    </a:ext>
                  </a:extLst>
                </p14:cNvPr>
                <p14:cNvContentPartPr/>
                <p14:nvPr/>
              </p14:nvContentPartPr>
              <p14:xfrm>
                <a:off x="2514420" y="6358688"/>
                <a:ext cx="207720" cy="120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F6AEA92-9FF2-51EA-E67E-7ED629EC1E4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505420" y="6350048"/>
                  <a:ext cx="225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FB635C8-59A6-49B1-C915-C3B08B50FA43}"/>
                    </a:ext>
                  </a:extLst>
                </p14:cNvPr>
                <p14:cNvContentPartPr/>
                <p14:nvPr/>
              </p14:nvContentPartPr>
              <p14:xfrm>
                <a:off x="2722500" y="6446168"/>
                <a:ext cx="112680" cy="85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FB635C8-59A6-49B1-C915-C3B08B50FA4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713860" y="6437528"/>
                  <a:ext cx="1303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C84342F-FF51-129E-8FF3-F07C5ACAF797}"/>
                    </a:ext>
                  </a:extLst>
                </p14:cNvPr>
                <p14:cNvContentPartPr/>
                <p14:nvPr/>
              </p14:nvContentPartPr>
              <p14:xfrm>
                <a:off x="2898900" y="6286328"/>
                <a:ext cx="109800" cy="193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C84342F-FF51-129E-8FF3-F07C5ACAF79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889900" y="6277328"/>
                  <a:ext cx="127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8E07056-7757-8D67-AAAF-326564AFCDE2}"/>
                    </a:ext>
                  </a:extLst>
                </p14:cNvPr>
                <p14:cNvContentPartPr/>
                <p14:nvPr/>
              </p14:nvContentPartPr>
              <p14:xfrm>
                <a:off x="2887380" y="6381008"/>
                <a:ext cx="90000" cy="43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8E07056-7757-8D67-AAAF-326564AFCDE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78380" y="6372008"/>
                  <a:ext cx="107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5EAF045-A73D-C379-E974-3A3A9A63E565}"/>
                    </a:ext>
                  </a:extLst>
                </p14:cNvPr>
                <p14:cNvContentPartPr/>
                <p14:nvPr/>
              </p14:nvContentPartPr>
              <p14:xfrm>
                <a:off x="3069900" y="6301808"/>
                <a:ext cx="83520" cy="150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5EAF045-A73D-C379-E974-3A3A9A63E56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060900" y="6292808"/>
                  <a:ext cx="101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9B2ABD2-B497-3194-896D-1B8644810A4D}"/>
                    </a:ext>
                  </a:extLst>
                </p14:cNvPr>
                <p14:cNvContentPartPr/>
                <p14:nvPr/>
              </p14:nvContentPartPr>
              <p14:xfrm>
                <a:off x="3148380" y="6396488"/>
                <a:ext cx="132840" cy="88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9B2ABD2-B497-3194-896D-1B8644810A4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139380" y="6387848"/>
                  <a:ext cx="150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3CB2714-8499-60D9-89CA-2B123BCCC5FC}"/>
                    </a:ext>
                  </a:extLst>
                </p14:cNvPr>
                <p14:cNvContentPartPr/>
                <p14:nvPr/>
              </p14:nvContentPartPr>
              <p14:xfrm>
                <a:off x="3077460" y="6276608"/>
                <a:ext cx="89640" cy="1447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3CB2714-8499-60D9-89CA-2B123BCCC5F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068460" y="6267608"/>
                  <a:ext cx="10728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69B55D8-8360-210B-38F3-39A145CB5DBA}"/>
              </a:ext>
            </a:extLst>
          </p:cNvPr>
          <p:cNvGrpSpPr/>
          <p:nvPr/>
        </p:nvGrpSpPr>
        <p:grpSpPr>
          <a:xfrm>
            <a:off x="9422460" y="5456528"/>
            <a:ext cx="235440" cy="203040"/>
            <a:chOff x="9422460" y="5456528"/>
            <a:chExt cx="23544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2B93504-73DA-65D9-68D9-5639B160236F}"/>
                    </a:ext>
                  </a:extLst>
                </p14:cNvPr>
                <p14:cNvContentPartPr/>
                <p14:nvPr/>
              </p14:nvContentPartPr>
              <p14:xfrm>
                <a:off x="9422460" y="5456528"/>
                <a:ext cx="154440" cy="192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2B93504-73DA-65D9-68D9-5639B160236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13460" y="5447888"/>
                  <a:ext cx="172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657DB17-47F2-549F-520B-4AE5BFB54E27}"/>
                    </a:ext>
                  </a:extLst>
                </p14:cNvPr>
                <p14:cNvContentPartPr/>
                <p14:nvPr/>
              </p14:nvContentPartPr>
              <p14:xfrm>
                <a:off x="9580140" y="5552648"/>
                <a:ext cx="77760" cy="106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657DB17-47F2-549F-520B-4AE5BFB54E2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71500" y="5544008"/>
                  <a:ext cx="9540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338730C-3105-03EF-D01E-2A4E33CC42B9}"/>
              </a:ext>
            </a:extLst>
          </p:cNvPr>
          <p:cNvGrpSpPr/>
          <p:nvPr/>
        </p:nvGrpSpPr>
        <p:grpSpPr>
          <a:xfrm>
            <a:off x="8587260" y="5507288"/>
            <a:ext cx="261000" cy="214560"/>
            <a:chOff x="8587260" y="5507288"/>
            <a:chExt cx="26100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1D7357F-D4C6-83BC-8C65-5ADAE1C57286}"/>
                    </a:ext>
                  </a:extLst>
                </p14:cNvPr>
                <p14:cNvContentPartPr/>
                <p14:nvPr/>
              </p14:nvContentPartPr>
              <p14:xfrm>
                <a:off x="8587260" y="5507288"/>
                <a:ext cx="198000" cy="146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1D7357F-D4C6-83BC-8C65-5ADAE1C5728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578260" y="5498288"/>
                  <a:ext cx="215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CD868CC-364C-649A-52C1-DAA4A55DEE75}"/>
                    </a:ext>
                  </a:extLst>
                </p14:cNvPr>
                <p14:cNvContentPartPr/>
                <p14:nvPr/>
              </p14:nvContentPartPr>
              <p14:xfrm>
                <a:off x="8786340" y="5616008"/>
                <a:ext cx="61920" cy="105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CD868CC-364C-649A-52C1-DAA4A55DEE7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77340" y="5607368"/>
                  <a:ext cx="795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3D2C18F3-A8B0-FF90-81D5-4B225F58584F}"/>
              </a:ext>
            </a:extLst>
          </p:cNvPr>
          <p:cNvGrpSpPr/>
          <p:nvPr/>
        </p:nvGrpSpPr>
        <p:grpSpPr>
          <a:xfrm>
            <a:off x="7366860" y="5032448"/>
            <a:ext cx="244440" cy="172800"/>
            <a:chOff x="7366860" y="5032448"/>
            <a:chExt cx="24444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17B938F-5AAA-5C8C-AFF4-DA034962AB79}"/>
                    </a:ext>
                  </a:extLst>
                </p14:cNvPr>
                <p14:cNvContentPartPr/>
                <p14:nvPr/>
              </p14:nvContentPartPr>
              <p14:xfrm>
                <a:off x="7366860" y="5032448"/>
                <a:ext cx="179640" cy="131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17B938F-5AAA-5C8C-AFF4-DA034962AB7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358220" y="5023808"/>
                  <a:ext cx="197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6CB6E8F-C40B-FB45-155A-1EF1E2EB7CEB}"/>
                    </a:ext>
                  </a:extLst>
                </p14:cNvPr>
                <p14:cNvContentPartPr/>
                <p14:nvPr/>
              </p14:nvContentPartPr>
              <p14:xfrm>
                <a:off x="7576020" y="5132888"/>
                <a:ext cx="35280" cy="72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6CB6E8F-C40B-FB45-155A-1EF1E2EB7CE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567380" y="5124248"/>
                  <a:ext cx="529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79746FA9-58C3-053A-1953-887BC1A39752}"/>
              </a:ext>
            </a:extLst>
          </p:cNvPr>
          <p:cNvGrpSpPr/>
          <p:nvPr/>
        </p:nvGrpSpPr>
        <p:grpSpPr>
          <a:xfrm>
            <a:off x="1396260" y="5916968"/>
            <a:ext cx="640440" cy="510840"/>
            <a:chOff x="1396260" y="5916968"/>
            <a:chExt cx="64044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426605A-ADFC-52A3-70B2-1B6162B2366E}"/>
                    </a:ext>
                  </a:extLst>
                </p14:cNvPr>
                <p14:cNvContentPartPr/>
                <p14:nvPr/>
              </p14:nvContentPartPr>
              <p14:xfrm>
                <a:off x="1399860" y="6215768"/>
                <a:ext cx="127800" cy="6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426605A-ADFC-52A3-70B2-1B6162B2366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391220" y="6207128"/>
                  <a:ext cx="145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E9CDCD6-E5E8-0C45-FC2E-6D8A718C9442}"/>
                    </a:ext>
                  </a:extLst>
                </p14:cNvPr>
                <p14:cNvContentPartPr/>
                <p14:nvPr/>
              </p14:nvContentPartPr>
              <p14:xfrm>
                <a:off x="1396260" y="6140888"/>
                <a:ext cx="90000" cy="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E9CDCD6-E5E8-0C45-FC2E-6D8A718C944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387260" y="6131888"/>
                  <a:ext cx="107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B0C9606-3AA0-93A0-AD50-F086B44A594D}"/>
                    </a:ext>
                  </a:extLst>
                </p14:cNvPr>
                <p14:cNvContentPartPr/>
                <p14:nvPr/>
              </p14:nvContentPartPr>
              <p14:xfrm>
                <a:off x="1574100" y="5927408"/>
                <a:ext cx="210600" cy="129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B0C9606-3AA0-93A0-AD50-F086B44A594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565100" y="5918768"/>
                  <a:ext cx="228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C2065D6-54A2-B695-1CED-4A84B6BEF4B5}"/>
                    </a:ext>
                  </a:extLst>
                </p14:cNvPr>
                <p14:cNvContentPartPr/>
                <p14:nvPr/>
              </p14:nvContentPartPr>
              <p14:xfrm>
                <a:off x="1782180" y="6030368"/>
                <a:ext cx="60840" cy="84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C2065D6-54A2-B695-1CED-4A84B6BEF4B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773180" y="6021728"/>
                  <a:ext cx="78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4CF2369-AD8C-1C72-85AB-1AB6C9DC7C7E}"/>
                    </a:ext>
                  </a:extLst>
                </p14:cNvPr>
                <p14:cNvContentPartPr/>
                <p14:nvPr/>
              </p14:nvContentPartPr>
              <p14:xfrm>
                <a:off x="1948140" y="5943248"/>
                <a:ext cx="34920" cy="119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4CF2369-AD8C-1C72-85AB-1AB6C9DC7C7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939500" y="5934608"/>
                  <a:ext cx="52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DF4E100-1495-CB18-531A-437FB3627680}"/>
                    </a:ext>
                  </a:extLst>
                </p14:cNvPr>
                <p14:cNvContentPartPr/>
                <p14:nvPr/>
              </p14:nvContentPartPr>
              <p14:xfrm>
                <a:off x="1881900" y="5916968"/>
                <a:ext cx="154800" cy="111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DF4E100-1495-CB18-531A-437FB362768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873260" y="5908328"/>
                  <a:ext cx="172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ABDC11-09EF-A7D6-27F6-53D19D57814B}"/>
                    </a:ext>
                  </a:extLst>
                </p14:cNvPr>
                <p14:cNvContentPartPr/>
                <p14:nvPr/>
              </p14:nvContentPartPr>
              <p14:xfrm>
                <a:off x="1646820" y="6187688"/>
                <a:ext cx="272160" cy="14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ABDC11-09EF-A7D6-27F6-53D19D57814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638180" y="6178688"/>
                  <a:ext cx="289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5213F68-FFA7-FE35-58BA-9B06204A7037}"/>
                    </a:ext>
                  </a:extLst>
                </p14:cNvPr>
                <p14:cNvContentPartPr/>
                <p14:nvPr/>
              </p14:nvContentPartPr>
              <p14:xfrm>
                <a:off x="1763100" y="6335288"/>
                <a:ext cx="28440" cy="92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5213F68-FFA7-FE35-58BA-9B06204A703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754460" y="6326648"/>
                  <a:ext cx="46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DEAD668-D98D-2670-9ED4-E66763DADE41}"/>
                    </a:ext>
                  </a:extLst>
                </p14:cNvPr>
                <p14:cNvContentPartPr/>
                <p14:nvPr/>
              </p14:nvContentPartPr>
              <p14:xfrm>
                <a:off x="1833660" y="6322688"/>
                <a:ext cx="30240" cy="90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DEAD668-D98D-2670-9ED4-E66763DADE4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825020" y="6313688"/>
                  <a:ext cx="47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8FA0F48-C3D3-845D-67A3-20DDB69A56EB}"/>
                    </a:ext>
                  </a:extLst>
                </p14:cNvPr>
                <p14:cNvContentPartPr/>
                <p14:nvPr/>
              </p14:nvContentPartPr>
              <p14:xfrm>
                <a:off x="1648980" y="6291368"/>
                <a:ext cx="226800" cy="216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8FA0F48-C3D3-845D-67A3-20DDB69A56E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639980" y="6282368"/>
                  <a:ext cx="2444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C54CC0B2-45D3-F4F1-2F29-A2DA9FED7FED}"/>
              </a:ext>
            </a:extLst>
          </p:cNvPr>
          <p:cNvGrpSpPr/>
          <p:nvPr/>
        </p:nvGrpSpPr>
        <p:grpSpPr>
          <a:xfrm>
            <a:off x="9491940" y="2535488"/>
            <a:ext cx="363960" cy="254160"/>
            <a:chOff x="9491940" y="2535488"/>
            <a:chExt cx="36396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719A26D-58BD-527A-5EE4-9A71455D086E}"/>
                    </a:ext>
                  </a:extLst>
                </p14:cNvPr>
                <p14:cNvContentPartPr/>
                <p14:nvPr/>
              </p14:nvContentPartPr>
              <p14:xfrm>
                <a:off x="9491940" y="2535488"/>
                <a:ext cx="266040" cy="174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719A26D-58BD-527A-5EE4-9A71455D086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82940" y="2526848"/>
                  <a:ext cx="283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B54802B-7D8D-9DF5-A520-4E6CDEFD110B}"/>
                    </a:ext>
                  </a:extLst>
                </p14:cNvPr>
                <p14:cNvContentPartPr/>
                <p14:nvPr/>
              </p14:nvContentPartPr>
              <p14:xfrm>
                <a:off x="9762660" y="2685968"/>
                <a:ext cx="93240" cy="103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B54802B-7D8D-9DF5-A520-4E6CDEFD110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754020" y="2676968"/>
                  <a:ext cx="11088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77D9BC9E-C6FB-DA5D-600F-42A3D2C74388}"/>
              </a:ext>
            </a:extLst>
          </p:cNvPr>
          <p:cNvGrpSpPr/>
          <p:nvPr/>
        </p:nvGrpSpPr>
        <p:grpSpPr>
          <a:xfrm>
            <a:off x="10007460" y="2337128"/>
            <a:ext cx="1505880" cy="478800"/>
            <a:chOff x="10007460" y="2337128"/>
            <a:chExt cx="150588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4733F88-89AA-F5E4-5A5A-B51FB93763F9}"/>
                    </a:ext>
                  </a:extLst>
                </p14:cNvPr>
                <p14:cNvContentPartPr/>
                <p14:nvPr/>
              </p14:nvContentPartPr>
              <p14:xfrm>
                <a:off x="10017180" y="2633768"/>
                <a:ext cx="82800" cy="5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4733F88-89AA-F5E4-5A5A-B51FB93763F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008540" y="2625128"/>
                  <a:ext cx="100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2FC55E-A9D0-128D-9C50-B5671260DC18}"/>
                    </a:ext>
                  </a:extLst>
                </p14:cNvPr>
                <p14:cNvContentPartPr/>
                <p14:nvPr/>
              </p14:nvContentPartPr>
              <p14:xfrm>
                <a:off x="10007460" y="2568608"/>
                <a:ext cx="82440" cy="18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2FC55E-A9D0-128D-9C50-B5671260DC1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998460" y="2559968"/>
                  <a:ext cx="100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97036C1-35AC-9DF9-EAE8-D64BE68A0751}"/>
                    </a:ext>
                  </a:extLst>
                </p14:cNvPr>
                <p14:cNvContentPartPr/>
                <p14:nvPr/>
              </p14:nvContentPartPr>
              <p14:xfrm>
                <a:off x="10224540" y="2529368"/>
                <a:ext cx="113760" cy="1213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97036C1-35AC-9DF9-EAE8-D64BE68A075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215540" y="2520368"/>
                  <a:ext cx="131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DE09665-D520-A067-2498-384FC01D37EC}"/>
                    </a:ext>
                  </a:extLst>
                </p14:cNvPr>
                <p14:cNvContentPartPr/>
                <p14:nvPr/>
              </p14:nvContentPartPr>
              <p14:xfrm>
                <a:off x="10421820" y="2561048"/>
                <a:ext cx="42120" cy="702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DE09665-D520-A067-2498-384FC01D37E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13180" y="2552408"/>
                  <a:ext cx="59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EE89524-D9DA-BA4C-E85A-8F4095749BFE}"/>
                    </a:ext>
                  </a:extLst>
                </p14:cNvPr>
                <p14:cNvContentPartPr/>
                <p14:nvPr/>
              </p14:nvContentPartPr>
              <p14:xfrm>
                <a:off x="10489500" y="2550968"/>
                <a:ext cx="9720" cy="75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EE89524-D9DA-BA4C-E85A-8F4095749BF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480500" y="2541968"/>
                  <a:ext cx="27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96664B8-3D46-951C-91EB-DC73B12CBCF1}"/>
                    </a:ext>
                  </a:extLst>
                </p14:cNvPr>
                <p14:cNvContentPartPr/>
                <p14:nvPr/>
              </p14:nvContentPartPr>
              <p14:xfrm>
                <a:off x="10396620" y="2488688"/>
                <a:ext cx="108720" cy="68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96664B8-3D46-951C-91EB-DC73B12CBCF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387980" y="2479688"/>
                  <a:ext cx="126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DD79420-6C4E-177C-1A58-6695663F37E1}"/>
                    </a:ext>
                  </a:extLst>
                </p14:cNvPr>
                <p14:cNvContentPartPr/>
                <p14:nvPr/>
              </p14:nvContentPartPr>
              <p14:xfrm>
                <a:off x="10582740" y="2426048"/>
                <a:ext cx="135720" cy="371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DD79420-6C4E-177C-1A58-6695663F37E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574100" y="2417048"/>
                  <a:ext cx="1533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BDE1B1A-972C-CC24-1150-54CA7AF2CED0}"/>
                    </a:ext>
                  </a:extLst>
                </p14:cNvPr>
                <p14:cNvContentPartPr/>
                <p14:nvPr/>
              </p14:nvContentPartPr>
              <p14:xfrm>
                <a:off x="10562580" y="2633408"/>
                <a:ext cx="124560" cy="266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BDE1B1A-972C-CC24-1150-54CA7AF2CED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553580" y="2624768"/>
                  <a:ext cx="1422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3B74B41-6FFA-0845-B4E9-526278CBF3F5}"/>
                    </a:ext>
                  </a:extLst>
                </p14:cNvPr>
                <p14:cNvContentPartPr/>
                <p14:nvPr/>
              </p14:nvContentPartPr>
              <p14:xfrm>
                <a:off x="10698300" y="2611448"/>
                <a:ext cx="59040" cy="1011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3B74B41-6FFA-0845-B4E9-526278CBF3F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689300" y="2602808"/>
                  <a:ext cx="76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2EF4AC1-0531-6D95-BA57-B8031E35A5B8}"/>
                    </a:ext>
                  </a:extLst>
                </p14:cNvPr>
                <p14:cNvContentPartPr/>
                <p14:nvPr/>
              </p14:nvContentPartPr>
              <p14:xfrm>
                <a:off x="10898460" y="2607848"/>
                <a:ext cx="89280" cy="11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2EF4AC1-0531-6D95-BA57-B8031E35A5B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889460" y="2599208"/>
                  <a:ext cx="106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BC014FB-741B-77CC-5D23-A51437F12254}"/>
                    </a:ext>
                  </a:extLst>
                </p14:cNvPr>
                <p14:cNvContentPartPr/>
                <p14:nvPr/>
              </p14:nvContentPartPr>
              <p14:xfrm>
                <a:off x="10883700" y="2529728"/>
                <a:ext cx="99720" cy="111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BC014FB-741B-77CC-5D23-A51437F1225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874700" y="2520728"/>
                  <a:ext cx="117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AF62746-F339-C7D8-1A7C-CF367A80AFDB}"/>
                    </a:ext>
                  </a:extLst>
                </p14:cNvPr>
                <p14:cNvContentPartPr/>
                <p14:nvPr/>
              </p14:nvContentPartPr>
              <p14:xfrm>
                <a:off x="11216700" y="2373488"/>
                <a:ext cx="143280" cy="1101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AF62746-F339-C7D8-1A7C-CF367A80AFD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208060" y="2364848"/>
                  <a:ext cx="160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CA36490-9059-DD2C-7D72-0122A93D3FF7}"/>
                    </a:ext>
                  </a:extLst>
                </p14:cNvPr>
                <p14:cNvContentPartPr/>
                <p14:nvPr/>
              </p14:nvContentPartPr>
              <p14:xfrm>
                <a:off x="11408940" y="2405168"/>
                <a:ext cx="35640" cy="79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CA36490-9059-DD2C-7D72-0122A93D3FF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400300" y="2396528"/>
                  <a:ext cx="53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B9DF295-9E67-7F34-6096-F2FAFC9BDA23}"/>
                    </a:ext>
                  </a:extLst>
                </p14:cNvPr>
                <p14:cNvContentPartPr/>
                <p14:nvPr/>
              </p14:nvContentPartPr>
              <p14:xfrm>
                <a:off x="11466180" y="2405168"/>
                <a:ext cx="14040" cy="60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B9DF295-9E67-7F34-6096-F2FAFC9BDA2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457540" y="2396528"/>
                  <a:ext cx="31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6629224-83CC-AEE1-E87D-F7C0F21D7099}"/>
                    </a:ext>
                  </a:extLst>
                </p14:cNvPr>
                <p14:cNvContentPartPr/>
                <p14:nvPr/>
              </p14:nvContentPartPr>
              <p14:xfrm>
                <a:off x="11346660" y="2337128"/>
                <a:ext cx="140400" cy="16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6629224-83CC-AEE1-E87D-F7C0F21D709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338020" y="2328128"/>
                  <a:ext cx="158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512A6A9-0338-84F8-6E36-FC731BA06645}"/>
                    </a:ext>
                  </a:extLst>
                </p14:cNvPr>
                <p14:cNvContentPartPr/>
                <p14:nvPr/>
              </p14:nvContentPartPr>
              <p14:xfrm>
                <a:off x="11165580" y="2571128"/>
                <a:ext cx="347760" cy="151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512A6A9-0338-84F8-6E36-FC731BA0664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156580" y="2562488"/>
                  <a:ext cx="365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BBD53E3-20CC-EA89-164A-DDC7C9A83CEE}"/>
                    </a:ext>
                  </a:extLst>
                </p14:cNvPr>
                <p14:cNvContentPartPr/>
                <p14:nvPr/>
              </p14:nvContentPartPr>
              <p14:xfrm>
                <a:off x="11336220" y="2701448"/>
                <a:ext cx="43560" cy="114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BBD53E3-20CC-EA89-164A-DDC7C9A83CE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27580" y="2692808"/>
                  <a:ext cx="612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1E8559-5326-EA05-7B4B-35333937AA29}"/>
                    </a:ext>
                  </a:extLst>
                </p14:cNvPr>
                <p14:cNvContentPartPr/>
                <p14:nvPr/>
              </p14:nvContentPartPr>
              <p14:xfrm>
                <a:off x="11218500" y="2687768"/>
                <a:ext cx="201240" cy="144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1E8559-5326-EA05-7B4B-35333937AA2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209500" y="2678768"/>
                  <a:ext cx="2188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80B0EEC-2F94-DE40-B2E7-22C8756AE700}"/>
              </a:ext>
            </a:extLst>
          </p:cNvPr>
          <p:cNvGrpSpPr/>
          <p:nvPr/>
        </p:nvGrpSpPr>
        <p:grpSpPr>
          <a:xfrm>
            <a:off x="9464940" y="3096008"/>
            <a:ext cx="676800" cy="292320"/>
            <a:chOff x="9464940" y="3096008"/>
            <a:chExt cx="67680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9F3067E-C708-8C68-6DC0-B450E3D3525D}"/>
                    </a:ext>
                  </a:extLst>
                </p14:cNvPr>
                <p14:cNvContentPartPr/>
                <p14:nvPr/>
              </p14:nvContentPartPr>
              <p14:xfrm>
                <a:off x="9464940" y="3096008"/>
                <a:ext cx="255600" cy="1576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9F3067E-C708-8C68-6DC0-B450E3D3525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456300" y="3087008"/>
                  <a:ext cx="273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A0D410F-101E-7E4F-CC7F-740C828F9CF2}"/>
                    </a:ext>
                  </a:extLst>
                </p14:cNvPr>
                <p14:cNvContentPartPr/>
                <p14:nvPr/>
              </p14:nvContentPartPr>
              <p14:xfrm>
                <a:off x="9731340" y="3220928"/>
                <a:ext cx="100080" cy="1166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A0D410F-101E-7E4F-CC7F-740C828F9CF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722340" y="3212288"/>
                  <a:ext cx="117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B0D938A-A81F-5625-2279-47C4E036F051}"/>
                    </a:ext>
                  </a:extLst>
                </p14:cNvPr>
                <p14:cNvContentPartPr/>
                <p14:nvPr/>
              </p14:nvContentPartPr>
              <p14:xfrm>
                <a:off x="9835380" y="3101408"/>
                <a:ext cx="181800" cy="221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B0D938A-A81F-5625-2279-47C4E036F05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826380" y="3092768"/>
                  <a:ext cx="199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BF40332-86A2-99A1-25F2-CF34FDC4AFA2}"/>
                    </a:ext>
                  </a:extLst>
                </p14:cNvPr>
                <p14:cNvContentPartPr/>
                <p14:nvPr/>
              </p14:nvContentPartPr>
              <p14:xfrm>
                <a:off x="10000980" y="3276368"/>
                <a:ext cx="140760" cy="111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BF40332-86A2-99A1-25F2-CF34FDC4AFA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992340" y="3267728"/>
                  <a:ext cx="1584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5C6B3F8B-EC79-1CC1-2923-43DD7ADABBDA}"/>
              </a:ext>
            </a:extLst>
          </p:cNvPr>
          <p:cNvGrpSpPr/>
          <p:nvPr/>
        </p:nvGrpSpPr>
        <p:grpSpPr>
          <a:xfrm>
            <a:off x="10261260" y="3023648"/>
            <a:ext cx="503640" cy="213120"/>
            <a:chOff x="10261260" y="3023648"/>
            <a:chExt cx="50364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3681126-6898-5D58-BC91-9E422D067998}"/>
                    </a:ext>
                  </a:extLst>
                </p14:cNvPr>
                <p14:cNvContentPartPr/>
                <p14:nvPr/>
              </p14:nvContentPartPr>
              <p14:xfrm>
                <a:off x="10277100" y="3231368"/>
                <a:ext cx="60480" cy="3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3681126-6898-5D58-BC91-9E422D06799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268100" y="3222728"/>
                  <a:ext cx="78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8B28B1C-C8EB-783C-EE7D-D14EAF763448}"/>
                    </a:ext>
                  </a:extLst>
                </p14:cNvPr>
                <p14:cNvContentPartPr/>
                <p14:nvPr/>
              </p14:nvContentPartPr>
              <p14:xfrm>
                <a:off x="10261260" y="3163688"/>
                <a:ext cx="88200" cy="5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8B28B1C-C8EB-783C-EE7D-D14EAF76344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252620" y="3155048"/>
                  <a:ext cx="105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54AC9AD-2267-7F6E-0250-1574DBA1E028}"/>
                    </a:ext>
                  </a:extLst>
                </p14:cNvPr>
                <p14:cNvContentPartPr/>
                <p14:nvPr/>
              </p14:nvContentPartPr>
              <p14:xfrm>
                <a:off x="10586340" y="3045248"/>
                <a:ext cx="51120" cy="1062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54AC9AD-2267-7F6E-0250-1574DBA1E02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577340" y="3036248"/>
                  <a:ext cx="68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8106E1A-0AC6-5C5A-FB19-62D79AE2E851}"/>
                    </a:ext>
                  </a:extLst>
                </p14:cNvPr>
                <p14:cNvContentPartPr/>
                <p14:nvPr/>
              </p14:nvContentPartPr>
              <p14:xfrm>
                <a:off x="10655820" y="3075488"/>
                <a:ext cx="21960" cy="78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8106E1A-0AC6-5C5A-FB19-62D79AE2E85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646820" y="3066848"/>
                  <a:ext cx="39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1BCA45A-BF61-B783-4462-06ECADBAF556}"/>
                    </a:ext>
                  </a:extLst>
                </p14:cNvPr>
                <p14:cNvContentPartPr/>
                <p14:nvPr/>
              </p14:nvContentPartPr>
              <p14:xfrm>
                <a:off x="10511460" y="3023648"/>
                <a:ext cx="165240" cy="158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1BCA45A-BF61-B783-4462-06ECADBAF55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502820" y="3015008"/>
                  <a:ext cx="182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519EAC6-1325-7259-154B-0DC2423C9BC5}"/>
                    </a:ext>
                  </a:extLst>
                </p14:cNvPr>
                <p14:cNvContentPartPr/>
                <p14:nvPr/>
              </p14:nvContentPartPr>
              <p14:xfrm>
                <a:off x="10533060" y="3231368"/>
                <a:ext cx="231840" cy="54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519EAC6-1325-7259-154B-0DC2423C9BC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524420" y="3222728"/>
                  <a:ext cx="2494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277DCB71-5A36-9D81-FE6E-09AACE954473}"/>
              </a:ext>
            </a:extLst>
          </p:cNvPr>
          <p:cNvGrpSpPr/>
          <p:nvPr/>
        </p:nvGrpSpPr>
        <p:grpSpPr>
          <a:xfrm>
            <a:off x="10527300" y="3330008"/>
            <a:ext cx="212040" cy="146160"/>
            <a:chOff x="10527300" y="3330008"/>
            <a:chExt cx="212040" cy="1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D4D3832-9ED3-A891-DA15-A3269DA75717}"/>
                    </a:ext>
                  </a:extLst>
                </p14:cNvPr>
                <p14:cNvContentPartPr/>
                <p14:nvPr/>
              </p14:nvContentPartPr>
              <p14:xfrm>
                <a:off x="10660860" y="3330008"/>
                <a:ext cx="48600" cy="1461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D4D3832-9ED3-A891-DA15-A3269DA7571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652220" y="3321368"/>
                  <a:ext cx="66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D4EE468-F598-BB8D-0E93-0F8FBC8BBB7F}"/>
                    </a:ext>
                  </a:extLst>
                </p14:cNvPr>
                <p14:cNvContentPartPr/>
                <p14:nvPr/>
              </p14:nvContentPartPr>
              <p14:xfrm>
                <a:off x="10527300" y="3330728"/>
                <a:ext cx="212040" cy="20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D4EE468-F598-BB8D-0E93-0F8FBC8BBB7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518300" y="3321728"/>
                  <a:ext cx="22968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D27E4E06-974C-6B8C-44DC-567233055815}"/>
              </a:ext>
            </a:extLst>
          </p:cNvPr>
          <p:cNvGrpSpPr/>
          <p:nvPr/>
        </p:nvGrpSpPr>
        <p:grpSpPr>
          <a:xfrm>
            <a:off x="3679380" y="6213248"/>
            <a:ext cx="149040" cy="74520"/>
            <a:chOff x="3679380" y="6213248"/>
            <a:chExt cx="14904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4B930ED-72AD-DAB6-21C8-0BB02AE62E46}"/>
                    </a:ext>
                  </a:extLst>
                </p14:cNvPr>
                <p14:cNvContentPartPr/>
                <p14:nvPr/>
              </p14:nvContentPartPr>
              <p14:xfrm>
                <a:off x="3679380" y="6236288"/>
                <a:ext cx="149040" cy="51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4B930ED-72AD-DAB6-21C8-0BB02AE62E4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670740" y="6227288"/>
                  <a:ext cx="1666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3623463-5710-6C4C-D342-CA10154CC961}"/>
                    </a:ext>
                  </a:extLst>
                </p14:cNvPr>
                <p14:cNvContentPartPr/>
                <p14:nvPr/>
              </p14:nvContentPartPr>
              <p14:xfrm>
                <a:off x="3679740" y="6213248"/>
                <a:ext cx="144360" cy="61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3623463-5710-6C4C-D342-CA10154CC96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670740" y="6204248"/>
                  <a:ext cx="1620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0507C74-5823-FA20-45C1-1F10AFC0D39F}"/>
              </a:ext>
            </a:extLst>
          </p:cNvPr>
          <p:cNvGrpSpPr/>
          <p:nvPr/>
        </p:nvGrpSpPr>
        <p:grpSpPr>
          <a:xfrm>
            <a:off x="4136940" y="5984288"/>
            <a:ext cx="367560" cy="172440"/>
            <a:chOff x="4136940" y="5984288"/>
            <a:chExt cx="367560" cy="1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74CDC03-EEDE-BBC9-1A0C-3D46AAD58B80}"/>
                    </a:ext>
                  </a:extLst>
                </p14:cNvPr>
                <p14:cNvContentPartPr/>
                <p14:nvPr/>
              </p14:nvContentPartPr>
              <p14:xfrm>
                <a:off x="4136940" y="6010208"/>
                <a:ext cx="173160" cy="1465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74CDC03-EEDE-BBC9-1A0C-3D46AAD58B8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128300" y="6001568"/>
                  <a:ext cx="190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68D3CFC-F502-AF86-DC1D-AE01A75EE1BB}"/>
                    </a:ext>
                  </a:extLst>
                </p14:cNvPr>
                <p14:cNvContentPartPr/>
                <p14:nvPr/>
              </p14:nvContentPartPr>
              <p14:xfrm>
                <a:off x="4384620" y="6073208"/>
                <a:ext cx="61560" cy="65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68D3CFC-F502-AF86-DC1D-AE01A75EE1B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375980" y="6064568"/>
                  <a:ext cx="79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CC5AB4F-1E9A-AC1F-C289-905A82C69234}"/>
                    </a:ext>
                  </a:extLst>
                </p14:cNvPr>
                <p14:cNvContentPartPr/>
                <p14:nvPr/>
              </p14:nvContentPartPr>
              <p14:xfrm>
                <a:off x="4462740" y="6068168"/>
                <a:ext cx="29520" cy="597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CC5AB4F-1E9A-AC1F-C289-905A82C6923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453740" y="6059168"/>
                  <a:ext cx="47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361EE09-BF42-E351-2D5C-D7F1481B7A5E}"/>
                    </a:ext>
                  </a:extLst>
                </p14:cNvPr>
                <p14:cNvContentPartPr/>
                <p14:nvPr/>
              </p14:nvContentPartPr>
              <p14:xfrm>
                <a:off x="4307940" y="5984288"/>
                <a:ext cx="196560" cy="21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361EE09-BF42-E351-2D5C-D7F1481B7A5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299300" y="5975288"/>
                  <a:ext cx="2142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6350F2C-57DF-3900-8949-A5410BB87CC3}"/>
              </a:ext>
            </a:extLst>
          </p:cNvPr>
          <p:cNvGrpSpPr/>
          <p:nvPr/>
        </p:nvGrpSpPr>
        <p:grpSpPr>
          <a:xfrm>
            <a:off x="4172580" y="6239168"/>
            <a:ext cx="368280" cy="231480"/>
            <a:chOff x="4172580" y="6239168"/>
            <a:chExt cx="36828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09F53E-2AA6-B784-1ED7-0517F99450F7}"/>
                    </a:ext>
                  </a:extLst>
                </p14:cNvPr>
                <p14:cNvContentPartPr/>
                <p14:nvPr/>
              </p14:nvContentPartPr>
              <p14:xfrm>
                <a:off x="4172580" y="6239168"/>
                <a:ext cx="368280" cy="19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09F53E-2AA6-B784-1ED7-0517F99450F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163940" y="6230528"/>
                  <a:ext cx="385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5169D02-495C-5145-89FA-D7CFF0305B0B}"/>
                    </a:ext>
                  </a:extLst>
                </p14:cNvPr>
                <p14:cNvContentPartPr/>
                <p14:nvPr/>
              </p14:nvContentPartPr>
              <p14:xfrm>
                <a:off x="4306860" y="6343568"/>
                <a:ext cx="38160" cy="1270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5169D02-495C-5145-89FA-D7CFF0305B0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297860" y="6334568"/>
                  <a:ext cx="55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C870AAB-46F2-B274-9D0B-BC4649FA2071}"/>
                    </a:ext>
                  </a:extLst>
                </p14:cNvPr>
                <p14:cNvContentPartPr/>
                <p14:nvPr/>
              </p14:nvContentPartPr>
              <p14:xfrm>
                <a:off x="4208220" y="6332768"/>
                <a:ext cx="166320" cy="111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C870AAB-46F2-B274-9D0B-BC4649FA207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199580" y="6323768"/>
                  <a:ext cx="18396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D4291D4-BEE7-F103-E977-6F74B065A092}"/>
              </a:ext>
            </a:extLst>
          </p:cNvPr>
          <p:cNvGrpSpPr/>
          <p:nvPr/>
        </p:nvGrpSpPr>
        <p:grpSpPr>
          <a:xfrm>
            <a:off x="4791780" y="5968448"/>
            <a:ext cx="185760" cy="171000"/>
            <a:chOff x="4791780" y="5968448"/>
            <a:chExt cx="1857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535F579-2C9E-7F7C-D353-886A07710933}"/>
                    </a:ext>
                  </a:extLst>
                </p14:cNvPr>
                <p14:cNvContentPartPr/>
                <p14:nvPr/>
              </p14:nvContentPartPr>
              <p14:xfrm>
                <a:off x="4894020" y="6000488"/>
                <a:ext cx="37440" cy="1389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535F579-2C9E-7F7C-D353-886A0771093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885020" y="5991848"/>
                  <a:ext cx="55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AACB61E-AECC-FEC4-093D-1EA8EA67AB10}"/>
                    </a:ext>
                  </a:extLst>
                </p14:cNvPr>
                <p14:cNvContentPartPr/>
                <p14:nvPr/>
              </p14:nvContentPartPr>
              <p14:xfrm>
                <a:off x="4791780" y="5968448"/>
                <a:ext cx="185760" cy="295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AACB61E-AECC-FEC4-093D-1EA8EA67AB1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782780" y="5959808"/>
                  <a:ext cx="20340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5B8494B7-C677-DB58-A049-D76D25C3DEE2}"/>
              </a:ext>
            </a:extLst>
          </p:cNvPr>
          <p:cNvGrpSpPr/>
          <p:nvPr/>
        </p:nvGrpSpPr>
        <p:grpSpPr>
          <a:xfrm>
            <a:off x="4791420" y="6213608"/>
            <a:ext cx="263880" cy="200520"/>
            <a:chOff x="4791420" y="6213608"/>
            <a:chExt cx="26388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4509475-E52F-CEAE-3388-2A9D1C77E03E}"/>
                    </a:ext>
                  </a:extLst>
                </p14:cNvPr>
                <p14:cNvContentPartPr/>
                <p14:nvPr/>
              </p14:nvContentPartPr>
              <p14:xfrm>
                <a:off x="4791420" y="6213608"/>
                <a:ext cx="263880" cy="10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4509475-E52F-CEAE-3388-2A9D1C77E03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782420" y="6204608"/>
                  <a:ext cx="281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B0ED9C0-C3A2-8389-F3AB-2D35C87B7A4D}"/>
                    </a:ext>
                  </a:extLst>
                </p14:cNvPr>
                <p14:cNvContentPartPr/>
                <p14:nvPr/>
              </p14:nvContentPartPr>
              <p14:xfrm>
                <a:off x="4885380" y="6327728"/>
                <a:ext cx="40320" cy="86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B0ED9C0-C3A2-8389-F3AB-2D35C87B7A4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876380" y="6319088"/>
                  <a:ext cx="57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C2E22B9-C5EE-7216-72C3-86EC2492266D}"/>
                    </a:ext>
                  </a:extLst>
                </p14:cNvPr>
                <p14:cNvContentPartPr/>
                <p14:nvPr/>
              </p14:nvContentPartPr>
              <p14:xfrm>
                <a:off x="4948740" y="6338168"/>
                <a:ext cx="25560" cy="66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C2E22B9-C5EE-7216-72C3-86EC2492266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940100" y="6329528"/>
                  <a:ext cx="43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45AAACD-C8A6-C82C-B825-D7D041395CBE}"/>
                    </a:ext>
                  </a:extLst>
                </p14:cNvPr>
                <p14:cNvContentPartPr/>
                <p14:nvPr/>
              </p14:nvContentPartPr>
              <p14:xfrm>
                <a:off x="4795380" y="6290648"/>
                <a:ext cx="187560" cy="21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45AAACD-C8A6-C82C-B825-D7D041395CB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786380" y="6282008"/>
                  <a:ext cx="2052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10AE193-5380-9712-82C9-ABAE26855E41}"/>
              </a:ext>
            </a:extLst>
          </p:cNvPr>
          <p:cNvGrpSpPr/>
          <p:nvPr/>
        </p:nvGrpSpPr>
        <p:grpSpPr>
          <a:xfrm>
            <a:off x="5346540" y="5854328"/>
            <a:ext cx="1370880" cy="646920"/>
            <a:chOff x="5346540" y="5854328"/>
            <a:chExt cx="1370880" cy="6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6B32C8B-34CD-F9B9-B95C-6D97A767FB6B}"/>
                    </a:ext>
                  </a:extLst>
                </p14:cNvPr>
                <p14:cNvContentPartPr/>
                <p14:nvPr/>
              </p14:nvContentPartPr>
              <p14:xfrm>
                <a:off x="5392260" y="5999768"/>
                <a:ext cx="120960" cy="1461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6B32C8B-34CD-F9B9-B95C-6D97A767FB6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383260" y="5991128"/>
                  <a:ext cx="138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486D27F-6915-5E2B-DF2B-93D253ADF4FF}"/>
                    </a:ext>
                  </a:extLst>
                </p14:cNvPr>
                <p14:cNvContentPartPr/>
                <p14:nvPr/>
              </p14:nvContentPartPr>
              <p14:xfrm>
                <a:off x="5581980" y="6083648"/>
                <a:ext cx="8640" cy="25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486D27F-6915-5E2B-DF2B-93D253ADF4F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572980" y="6075008"/>
                  <a:ext cx="26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EBD12BB-F0B9-015D-44D2-406B6E93E744}"/>
                    </a:ext>
                  </a:extLst>
                </p14:cNvPr>
                <p14:cNvContentPartPr/>
                <p14:nvPr/>
              </p14:nvContentPartPr>
              <p14:xfrm>
                <a:off x="5553900" y="5978528"/>
                <a:ext cx="5400" cy="104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EBD12BB-F0B9-015D-44D2-406B6E93E74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544900" y="5969888"/>
                  <a:ext cx="23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1B845E5-4D07-6AE3-E839-38D68601B4E2}"/>
                    </a:ext>
                  </a:extLst>
                </p14:cNvPr>
                <p14:cNvContentPartPr/>
                <p14:nvPr/>
              </p14:nvContentPartPr>
              <p14:xfrm>
                <a:off x="5678460" y="6037208"/>
                <a:ext cx="136800" cy="727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1B845E5-4D07-6AE3-E839-38D68601B4E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669460" y="6028568"/>
                  <a:ext cx="154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E7CE3FC-2203-A974-17CD-3593AA2AC4A9}"/>
                    </a:ext>
                  </a:extLst>
                </p14:cNvPr>
                <p14:cNvContentPartPr/>
                <p14:nvPr/>
              </p14:nvContentPartPr>
              <p14:xfrm>
                <a:off x="5984820" y="5957648"/>
                <a:ext cx="32040" cy="853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E7CE3FC-2203-A974-17CD-3593AA2AC4A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975820" y="5949008"/>
                  <a:ext cx="496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BCABAE6-E53E-2B4D-E0E2-326EF2CF9589}"/>
                    </a:ext>
                  </a:extLst>
                </p14:cNvPr>
                <p14:cNvContentPartPr/>
                <p14:nvPr/>
              </p14:nvContentPartPr>
              <p14:xfrm>
                <a:off x="6059700" y="5990048"/>
                <a:ext cx="21600" cy="88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BCABAE6-E53E-2B4D-E0E2-326EF2CF958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051060" y="5981408"/>
                  <a:ext cx="39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928A787-6FB9-7D4F-B0CB-D13546F0A00D}"/>
                    </a:ext>
                  </a:extLst>
                </p14:cNvPr>
                <p14:cNvContentPartPr/>
                <p14:nvPr/>
              </p14:nvContentPartPr>
              <p14:xfrm>
                <a:off x="5928660" y="5911928"/>
                <a:ext cx="160560" cy="270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928A787-6FB9-7D4F-B0CB-D13546F0A00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919660" y="5902928"/>
                  <a:ext cx="178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EE4F2F4-239E-9B87-E5EB-77A680665952}"/>
                    </a:ext>
                  </a:extLst>
                </p14:cNvPr>
                <p14:cNvContentPartPr/>
                <p14:nvPr/>
              </p14:nvContentPartPr>
              <p14:xfrm>
                <a:off x="6182460" y="5860448"/>
                <a:ext cx="95760" cy="1627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EE4F2F4-239E-9B87-E5EB-77A680665952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173460" y="5851448"/>
                  <a:ext cx="113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6520461-7AE1-36B5-D063-37D7B594FE9D}"/>
                    </a:ext>
                  </a:extLst>
                </p14:cNvPr>
                <p14:cNvContentPartPr/>
                <p14:nvPr/>
              </p14:nvContentPartPr>
              <p14:xfrm>
                <a:off x="6130260" y="5927768"/>
                <a:ext cx="119880" cy="12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6520461-7AE1-36B5-D063-37D7B594FE9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121620" y="5919128"/>
                  <a:ext cx="137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B1C9B7C-31A8-85AC-FE0C-5C3331BADDCB}"/>
                    </a:ext>
                  </a:extLst>
                </p14:cNvPr>
                <p14:cNvContentPartPr/>
                <p14:nvPr/>
              </p14:nvContentPartPr>
              <p14:xfrm>
                <a:off x="6298380" y="5854328"/>
                <a:ext cx="113040" cy="1947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B1C9B7C-31A8-85AC-FE0C-5C3331BADDC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289740" y="5845688"/>
                  <a:ext cx="130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053CDDB-16FB-4D0E-48AF-CBC066372BD9}"/>
                    </a:ext>
                  </a:extLst>
                </p14:cNvPr>
                <p14:cNvContentPartPr/>
                <p14:nvPr/>
              </p14:nvContentPartPr>
              <p14:xfrm>
                <a:off x="6457860" y="5959088"/>
                <a:ext cx="27360" cy="117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053CDDB-16FB-4D0E-48AF-CBC066372BD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448860" y="5950088"/>
                  <a:ext cx="45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D70057B-EA0F-1C8F-D648-2C964F5A4B7E}"/>
                    </a:ext>
                  </a:extLst>
                </p14:cNvPr>
                <p14:cNvContentPartPr/>
                <p14:nvPr/>
              </p14:nvContentPartPr>
              <p14:xfrm>
                <a:off x="6380460" y="5953688"/>
                <a:ext cx="150480" cy="212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D70057B-EA0F-1C8F-D648-2C964F5A4B7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371460" y="5945048"/>
                  <a:ext cx="168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805685C-2E06-28BF-AEAF-C352E4BF408B}"/>
                    </a:ext>
                  </a:extLst>
                </p14:cNvPr>
                <p14:cNvContentPartPr/>
                <p14:nvPr/>
              </p14:nvContentPartPr>
              <p14:xfrm>
                <a:off x="5840100" y="5877728"/>
                <a:ext cx="172080" cy="3056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805685C-2E06-28BF-AEAF-C352E4BF408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831460" y="5869088"/>
                  <a:ext cx="1897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5D5F0D4-E1F9-F3D1-EDEC-182F84151C26}"/>
                    </a:ext>
                  </a:extLst>
                </p14:cNvPr>
                <p14:cNvContentPartPr/>
                <p14:nvPr/>
              </p14:nvContentPartPr>
              <p14:xfrm>
                <a:off x="6613740" y="5855048"/>
                <a:ext cx="103680" cy="2332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5D5F0D4-E1F9-F3D1-EDEC-182F84151C2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604740" y="5846408"/>
                  <a:ext cx="121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0E54788-A1DF-D8A3-D5AD-DFA556BD7D0A}"/>
                    </a:ext>
                  </a:extLst>
                </p14:cNvPr>
                <p14:cNvContentPartPr/>
                <p14:nvPr/>
              </p14:nvContentPartPr>
              <p14:xfrm>
                <a:off x="5346540" y="6203168"/>
                <a:ext cx="1339560" cy="424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0E54788-A1DF-D8A3-D5AD-DFA556BD7D0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337900" y="6194168"/>
                  <a:ext cx="13572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BC4143F-CF0B-89EB-0EE0-97AF6FBF1618}"/>
                    </a:ext>
                  </a:extLst>
                </p14:cNvPr>
                <p14:cNvContentPartPr/>
                <p14:nvPr/>
              </p14:nvContentPartPr>
              <p14:xfrm>
                <a:off x="5688900" y="6364088"/>
                <a:ext cx="20880" cy="777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BC4143F-CF0B-89EB-0EE0-97AF6FBF161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679900" y="6355448"/>
                  <a:ext cx="38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B6BC7E1-C1C9-BAAE-9526-333173BF4B2A}"/>
                    </a:ext>
                  </a:extLst>
                </p14:cNvPr>
                <p14:cNvContentPartPr/>
                <p14:nvPr/>
              </p14:nvContentPartPr>
              <p14:xfrm>
                <a:off x="5714820" y="6374528"/>
                <a:ext cx="34200" cy="727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B6BC7E1-C1C9-BAAE-9526-333173BF4B2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705820" y="6365888"/>
                  <a:ext cx="51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DB9DC85-7AF2-1719-D601-74B59BA38E67}"/>
                    </a:ext>
                  </a:extLst>
                </p14:cNvPr>
                <p14:cNvContentPartPr/>
                <p14:nvPr/>
              </p14:nvContentPartPr>
              <p14:xfrm>
                <a:off x="5621220" y="6364088"/>
                <a:ext cx="40320" cy="795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DB9DC85-7AF2-1719-D601-74B59BA38E6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612580" y="6355448"/>
                  <a:ext cx="57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FB7395A-BDA0-CA3A-5B8E-631ED1422AB8}"/>
                    </a:ext>
                  </a:extLst>
                </p14:cNvPr>
                <p14:cNvContentPartPr/>
                <p14:nvPr/>
              </p14:nvContentPartPr>
              <p14:xfrm>
                <a:off x="5522940" y="6291008"/>
                <a:ext cx="228600" cy="219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FB7395A-BDA0-CA3A-5B8E-631ED1422AB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514300" y="6282008"/>
                  <a:ext cx="246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0699F48-AF9D-5AE4-F71C-2C175E4DED1D}"/>
                    </a:ext>
                  </a:extLst>
                </p14:cNvPr>
                <p14:cNvContentPartPr/>
                <p14:nvPr/>
              </p14:nvContentPartPr>
              <p14:xfrm>
                <a:off x="5799780" y="6250328"/>
                <a:ext cx="106200" cy="1702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0699F48-AF9D-5AE4-F71C-2C175E4DED1D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791140" y="6241688"/>
                  <a:ext cx="123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88DCAD1-D907-29BE-1BDE-E1A25A980BF6}"/>
                    </a:ext>
                  </a:extLst>
                </p14:cNvPr>
                <p14:cNvContentPartPr/>
                <p14:nvPr/>
              </p14:nvContentPartPr>
              <p14:xfrm>
                <a:off x="5770980" y="6340328"/>
                <a:ext cx="126000" cy="104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88DCAD1-D907-29BE-1BDE-E1A25A980BF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762340" y="6331328"/>
                  <a:ext cx="143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405CF95-140F-590E-71F0-5BC8317C6A9D}"/>
                    </a:ext>
                  </a:extLst>
                </p14:cNvPr>
                <p14:cNvContentPartPr/>
                <p14:nvPr/>
              </p14:nvContentPartPr>
              <p14:xfrm>
                <a:off x="5943060" y="6272648"/>
                <a:ext cx="156600" cy="1742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405CF95-140F-590E-71F0-5BC8317C6A9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934060" y="6263648"/>
                  <a:ext cx="174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481E72F-B078-7879-07F1-0AE521454641}"/>
                    </a:ext>
                  </a:extLst>
                </p14:cNvPr>
                <p14:cNvContentPartPr/>
                <p14:nvPr/>
              </p14:nvContentPartPr>
              <p14:xfrm>
                <a:off x="6170580" y="6379928"/>
                <a:ext cx="43200" cy="1213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481E72F-B078-7879-07F1-0AE52145464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161580" y="6370928"/>
                  <a:ext cx="60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086B312-A6F5-2350-8838-6B97395FE8B8}"/>
                    </a:ext>
                  </a:extLst>
                </p14:cNvPr>
                <p14:cNvContentPartPr/>
                <p14:nvPr/>
              </p14:nvContentPartPr>
              <p14:xfrm>
                <a:off x="6117300" y="6369488"/>
                <a:ext cx="164160" cy="223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086B312-A6F5-2350-8838-6B97395FE8B8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6108300" y="6360848"/>
                  <a:ext cx="18180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43938696-3539-F8FD-825E-2797B51A7C3E}"/>
                  </a:ext>
                </a:extLst>
              </p14:cNvPr>
              <p14:cNvContentPartPr/>
              <p14:nvPr/>
            </p14:nvContentPartPr>
            <p14:xfrm>
              <a:off x="4051260" y="5922728"/>
              <a:ext cx="256680" cy="26424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43938696-3539-F8FD-825E-2797B51A7C3E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4042260" y="5913728"/>
                <a:ext cx="274320" cy="28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979EE33B-D7CA-E2A2-2A4F-01A4CE06D2A8}"/>
              </a:ext>
            </a:extLst>
          </p:cNvPr>
          <p:cNvGrpSpPr/>
          <p:nvPr/>
        </p:nvGrpSpPr>
        <p:grpSpPr>
          <a:xfrm>
            <a:off x="3944340" y="5530328"/>
            <a:ext cx="1018080" cy="269280"/>
            <a:chOff x="3944340" y="5530328"/>
            <a:chExt cx="101808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2419720-8D93-F331-816B-B1B24DA5ECEF}"/>
                    </a:ext>
                  </a:extLst>
                </p14:cNvPr>
                <p14:cNvContentPartPr/>
                <p14:nvPr/>
              </p14:nvContentPartPr>
              <p14:xfrm>
                <a:off x="3944340" y="5664608"/>
                <a:ext cx="56520" cy="135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2419720-8D93-F331-816B-B1B24DA5ECE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935340" y="5655968"/>
                  <a:ext cx="74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0D04081-F380-F321-1CB6-5227D89707FF}"/>
                    </a:ext>
                  </a:extLst>
                </p14:cNvPr>
                <p14:cNvContentPartPr/>
                <p14:nvPr/>
              </p14:nvContentPartPr>
              <p14:xfrm>
                <a:off x="3953340" y="5751008"/>
                <a:ext cx="68040" cy="57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0D04081-F380-F321-1CB6-5227D89707FF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944700" y="5742008"/>
                  <a:ext cx="85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B0C70DD5-E2A1-E79E-7702-28CA64D48F22}"/>
                    </a:ext>
                  </a:extLst>
                </p14:cNvPr>
                <p14:cNvContentPartPr/>
                <p14:nvPr/>
              </p14:nvContentPartPr>
              <p14:xfrm>
                <a:off x="4054860" y="5711048"/>
                <a:ext cx="108000" cy="774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B0C70DD5-E2A1-E79E-7702-28CA64D48F2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045860" y="5702048"/>
                  <a:ext cx="125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CB9805C-C081-F070-9315-B120BEBD461B}"/>
                    </a:ext>
                  </a:extLst>
                </p14:cNvPr>
                <p14:cNvContentPartPr/>
                <p14:nvPr/>
              </p14:nvContentPartPr>
              <p14:xfrm>
                <a:off x="4184820" y="5699888"/>
                <a:ext cx="86760" cy="734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CB9805C-C081-F070-9315-B120BEBD461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175820" y="5690888"/>
                  <a:ext cx="104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5395E65-032B-F5BD-7694-08273DB76209}"/>
                    </a:ext>
                  </a:extLst>
                </p14:cNvPr>
                <p14:cNvContentPartPr/>
                <p14:nvPr/>
              </p14:nvContentPartPr>
              <p14:xfrm>
                <a:off x="4348260" y="5674688"/>
                <a:ext cx="238680" cy="658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5395E65-032B-F5BD-7694-08273DB76209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339620" y="5666048"/>
                  <a:ext cx="256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0733B8B-ED69-E8BB-FC03-5343D27FD76D}"/>
                    </a:ext>
                  </a:extLst>
                </p14:cNvPr>
                <p14:cNvContentPartPr/>
                <p14:nvPr/>
              </p14:nvContentPartPr>
              <p14:xfrm>
                <a:off x="4571820" y="5668208"/>
                <a:ext cx="160920" cy="71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0733B8B-ED69-E8BB-FC03-5343D27FD76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563180" y="5659208"/>
                  <a:ext cx="178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C6C7F7-D98F-3EC0-3C43-AC4084DB9760}"/>
                    </a:ext>
                  </a:extLst>
                </p14:cNvPr>
                <p14:cNvContentPartPr/>
                <p14:nvPr/>
              </p14:nvContentPartPr>
              <p14:xfrm>
                <a:off x="4757940" y="5530328"/>
                <a:ext cx="204480" cy="2199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C6C7F7-D98F-3EC0-3C43-AC4084DB976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749300" y="5521688"/>
                  <a:ext cx="2221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4510055-1AE5-FAF5-9FC0-A61D185AE692}"/>
              </a:ext>
            </a:extLst>
          </p:cNvPr>
          <p:cNvGrpSpPr/>
          <p:nvPr/>
        </p:nvGrpSpPr>
        <p:grpSpPr>
          <a:xfrm>
            <a:off x="7051500" y="6135488"/>
            <a:ext cx="108720" cy="78840"/>
            <a:chOff x="7051500" y="6135488"/>
            <a:chExt cx="10872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7A556DC-9C51-9DF5-D73E-29B57206C9FF}"/>
                    </a:ext>
                  </a:extLst>
                </p14:cNvPr>
                <p14:cNvContentPartPr/>
                <p14:nvPr/>
              </p14:nvContentPartPr>
              <p14:xfrm>
                <a:off x="7071300" y="6208208"/>
                <a:ext cx="88920" cy="61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7A556DC-9C51-9DF5-D73E-29B57206C9FF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062660" y="6199208"/>
                  <a:ext cx="1065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C87B279-D1CE-ACF1-7CC1-01AF4E9C2093}"/>
                    </a:ext>
                  </a:extLst>
                </p14:cNvPr>
                <p14:cNvContentPartPr/>
                <p14:nvPr/>
              </p14:nvContentPartPr>
              <p14:xfrm>
                <a:off x="7051500" y="6135488"/>
                <a:ext cx="108000" cy="162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C87B279-D1CE-ACF1-7CC1-01AF4E9C209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042860" y="6126848"/>
                  <a:ext cx="1256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035FB4F3-E960-6AF7-04D3-B222D6E9B9D0}"/>
              </a:ext>
            </a:extLst>
          </p:cNvPr>
          <p:cNvGrpSpPr/>
          <p:nvPr/>
        </p:nvGrpSpPr>
        <p:grpSpPr>
          <a:xfrm>
            <a:off x="7470540" y="5765048"/>
            <a:ext cx="1003680" cy="330120"/>
            <a:chOff x="7470540" y="5765048"/>
            <a:chExt cx="100368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2F7B1B5-0EC2-FCB3-B772-D7191586D517}"/>
                    </a:ext>
                  </a:extLst>
                </p14:cNvPr>
                <p14:cNvContentPartPr/>
                <p14:nvPr/>
              </p14:nvContentPartPr>
              <p14:xfrm>
                <a:off x="7470540" y="5947568"/>
                <a:ext cx="129960" cy="1476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2F7B1B5-0EC2-FCB3-B772-D7191586D51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461900" y="5938928"/>
                  <a:ext cx="147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713A081-E8CB-36B5-588C-BFFD384C27E3}"/>
                    </a:ext>
                  </a:extLst>
                </p14:cNvPr>
                <p14:cNvContentPartPr/>
                <p14:nvPr/>
              </p14:nvContentPartPr>
              <p14:xfrm>
                <a:off x="7646220" y="6021368"/>
                <a:ext cx="30960" cy="428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713A081-E8CB-36B5-588C-BFFD384C27E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637580" y="6012368"/>
                  <a:ext cx="48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44B5303-6993-91E0-B264-4D9A1BDF2519}"/>
                    </a:ext>
                  </a:extLst>
                </p14:cNvPr>
                <p14:cNvContentPartPr/>
                <p14:nvPr/>
              </p14:nvContentPartPr>
              <p14:xfrm>
                <a:off x="7631820" y="5926688"/>
                <a:ext cx="360" cy="36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44B5303-6993-91E0-B264-4D9A1BDF251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623180" y="591768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5B71F4F-4782-B3E8-4879-D3626183DF7A}"/>
                    </a:ext>
                  </a:extLst>
                </p14:cNvPr>
                <p14:cNvContentPartPr/>
                <p14:nvPr/>
              </p14:nvContentPartPr>
              <p14:xfrm>
                <a:off x="7735860" y="6005888"/>
                <a:ext cx="142200" cy="522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5B71F4F-4782-B3E8-4879-D3626183DF7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726860" y="5996888"/>
                  <a:ext cx="159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75D0617-EF5D-5CAF-8145-7669D586F536}"/>
                    </a:ext>
                  </a:extLst>
                </p14:cNvPr>
                <p14:cNvContentPartPr/>
                <p14:nvPr/>
              </p14:nvContentPartPr>
              <p14:xfrm>
                <a:off x="8021700" y="5875928"/>
                <a:ext cx="36000" cy="964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75D0617-EF5D-5CAF-8145-7669D586F53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8012700" y="5866928"/>
                  <a:ext cx="53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980D5C7-9B49-A54E-A9F0-DE8156D01ECD}"/>
                    </a:ext>
                  </a:extLst>
                </p14:cNvPr>
                <p14:cNvContentPartPr/>
                <p14:nvPr/>
              </p14:nvContentPartPr>
              <p14:xfrm>
                <a:off x="8065980" y="5901848"/>
                <a:ext cx="33480" cy="633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980D5C7-9B49-A54E-A9F0-DE8156D01ECD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057340" y="5893208"/>
                  <a:ext cx="51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17DA5A1-1A50-7976-B1EA-91CB2C95F78A}"/>
                    </a:ext>
                  </a:extLst>
                </p14:cNvPr>
                <p14:cNvContentPartPr/>
                <p14:nvPr/>
              </p14:nvContentPartPr>
              <p14:xfrm>
                <a:off x="7963740" y="5855048"/>
                <a:ext cx="151560" cy="158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17DA5A1-1A50-7976-B1EA-91CB2C95F78A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7955100" y="5846408"/>
                  <a:ext cx="169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08CEB07-57DC-9D9E-C0F2-0D403C64A226}"/>
                    </a:ext>
                  </a:extLst>
                </p14:cNvPr>
                <p14:cNvContentPartPr/>
                <p14:nvPr/>
              </p14:nvContentPartPr>
              <p14:xfrm>
                <a:off x="8172180" y="5765048"/>
                <a:ext cx="100440" cy="1792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08CEB07-57DC-9D9E-C0F2-0D403C64A226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163540" y="5756408"/>
                  <a:ext cx="118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5D265DB-B4DB-2091-94A3-EE60042A24CE}"/>
                    </a:ext>
                  </a:extLst>
                </p14:cNvPr>
                <p14:cNvContentPartPr/>
                <p14:nvPr/>
              </p14:nvContentPartPr>
              <p14:xfrm>
                <a:off x="8171100" y="5844608"/>
                <a:ext cx="90000" cy="403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5D265DB-B4DB-2091-94A3-EE60042A24C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162100" y="5835968"/>
                  <a:ext cx="107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E19BDC2-EFAA-7857-AC8D-A0349C93B036}"/>
                    </a:ext>
                  </a:extLst>
                </p14:cNvPr>
                <p14:cNvContentPartPr/>
                <p14:nvPr/>
              </p14:nvContentPartPr>
              <p14:xfrm>
                <a:off x="8266860" y="5850008"/>
                <a:ext cx="118800" cy="1972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E19BDC2-EFAA-7857-AC8D-A0349C93B036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257860" y="5841008"/>
                  <a:ext cx="136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CBC829B-3F98-5D2B-185F-A61D42460EBF}"/>
                    </a:ext>
                  </a:extLst>
                </p14:cNvPr>
                <p14:cNvContentPartPr/>
                <p14:nvPr/>
              </p14:nvContentPartPr>
              <p14:xfrm>
                <a:off x="8404740" y="6010928"/>
                <a:ext cx="29520" cy="712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CBC829B-3F98-5D2B-185F-A61D42460EB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8396100" y="6002288"/>
                  <a:ext cx="47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1977731-26B1-F9AC-2A0D-84B1B7BCEAB5}"/>
                    </a:ext>
                  </a:extLst>
                </p14:cNvPr>
                <p14:cNvContentPartPr/>
                <p14:nvPr/>
              </p14:nvContentPartPr>
              <p14:xfrm>
                <a:off x="8369100" y="5983928"/>
                <a:ext cx="105120" cy="14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1977731-26B1-F9AC-2A0D-84B1B7BCEAB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360100" y="5975288"/>
                  <a:ext cx="1227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E67CCB94-5500-1ED4-7EC2-136F1AF2CA17}"/>
              </a:ext>
            </a:extLst>
          </p:cNvPr>
          <p:cNvGrpSpPr/>
          <p:nvPr/>
        </p:nvGrpSpPr>
        <p:grpSpPr>
          <a:xfrm>
            <a:off x="7507260" y="6176528"/>
            <a:ext cx="862920" cy="303120"/>
            <a:chOff x="7507260" y="6176528"/>
            <a:chExt cx="86292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A93A8EA-2C0B-4118-9772-7658502D98C7}"/>
                    </a:ext>
                  </a:extLst>
                </p14:cNvPr>
                <p14:cNvContentPartPr/>
                <p14:nvPr/>
              </p14:nvContentPartPr>
              <p14:xfrm>
                <a:off x="7507260" y="6176528"/>
                <a:ext cx="862920" cy="46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A93A8EA-2C0B-4118-9772-7658502D98C7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498620" y="6167888"/>
                  <a:ext cx="880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95A74077-2E81-27E4-F33E-9BCF029069DC}"/>
                    </a:ext>
                  </a:extLst>
                </p14:cNvPr>
                <p14:cNvContentPartPr/>
                <p14:nvPr/>
              </p14:nvContentPartPr>
              <p14:xfrm>
                <a:off x="7701660" y="6338528"/>
                <a:ext cx="45000" cy="673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95A74077-2E81-27E4-F33E-9BCF029069DC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693020" y="6329888"/>
                  <a:ext cx="62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EC91958-6987-254D-AD5E-489C72AC6C8A}"/>
                    </a:ext>
                  </a:extLst>
                </p14:cNvPr>
                <p14:cNvContentPartPr/>
                <p14:nvPr/>
              </p14:nvContentPartPr>
              <p14:xfrm>
                <a:off x="7772220" y="6338168"/>
                <a:ext cx="30960" cy="662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EC91958-6987-254D-AD5E-489C72AC6C8A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763220" y="6329528"/>
                  <a:ext cx="486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11658DC-7B26-AFE2-1D79-61725B1F033B}"/>
                    </a:ext>
                  </a:extLst>
                </p14:cNvPr>
                <p14:cNvContentPartPr/>
                <p14:nvPr/>
              </p14:nvContentPartPr>
              <p14:xfrm>
                <a:off x="7647660" y="6312248"/>
                <a:ext cx="140760" cy="57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11658DC-7B26-AFE2-1D79-61725B1F033B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638660" y="6303248"/>
                  <a:ext cx="158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5EF9C37-3238-A7B2-541D-D367205F6FB4}"/>
                    </a:ext>
                  </a:extLst>
                </p14:cNvPr>
                <p14:cNvContentPartPr/>
                <p14:nvPr/>
              </p14:nvContentPartPr>
              <p14:xfrm>
                <a:off x="7860780" y="6259328"/>
                <a:ext cx="82800" cy="1324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5EF9C37-3238-A7B2-541D-D367205F6FB4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852140" y="6250688"/>
                  <a:ext cx="100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0763E74-27E5-A2CA-E1E4-15C2B122CC89}"/>
                    </a:ext>
                  </a:extLst>
                </p14:cNvPr>
                <p14:cNvContentPartPr/>
                <p14:nvPr/>
              </p14:nvContentPartPr>
              <p14:xfrm>
                <a:off x="7828020" y="6322688"/>
                <a:ext cx="95400" cy="151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0763E74-27E5-A2CA-E1E4-15C2B122CC89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819020" y="6313688"/>
                  <a:ext cx="11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76FEE60-B14A-B6D9-796B-71F2DC81A574}"/>
                    </a:ext>
                  </a:extLst>
                </p14:cNvPr>
                <p14:cNvContentPartPr/>
                <p14:nvPr/>
              </p14:nvContentPartPr>
              <p14:xfrm>
                <a:off x="7976700" y="6265448"/>
                <a:ext cx="92160" cy="1969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76FEE60-B14A-B6D9-796B-71F2DC81A574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967700" y="6256808"/>
                  <a:ext cx="109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E5738F9-6600-C49C-ABBD-657A949DDC88}"/>
                    </a:ext>
                  </a:extLst>
                </p14:cNvPr>
                <p14:cNvContentPartPr/>
                <p14:nvPr/>
              </p14:nvContentPartPr>
              <p14:xfrm>
                <a:off x="8115300" y="6405848"/>
                <a:ext cx="18000" cy="73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E5738F9-6600-C49C-ABBD-657A949DDC8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106300" y="6396848"/>
                  <a:ext cx="35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69FD5CA-3572-11D8-0063-E9359AE86478}"/>
                    </a:ext>
                  </a:extLst>
                </p14:cNvPr>
                <p14:cNvContentPartPr/>
                <p14:nvPr/>
              </p14:nvContentPartPr>
              <p14:xfrm>
                <a:off x="8028180" y="6374528"/>
                <a:ext cx="144360" cy="136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69FD5CA-3572-11D8-0063-E9359AE86478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019180" y="6365528"/>
                  <a:ext cx="16200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7C65A59B-5660-2315-0715-A2A8B7D01901}"/>
              </a:ext>
            </a:extLst>
          </p:cNvPr>
          <p:cNvGrpSpPr/>
          <p:nvPr/>
        </p:nvGrpSpPr>
        <p:grpSpPr>
          <a:xfrm>
            <a:off x="8609220" y="6149168"/>
            <a:ext cx="105840" cy="101160"/>
            <a:chOff x="8609220" y="6149168"/>
            <a:chExt cx="10584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A5008DE-5527-9D1B-FB28-53C55E98D874}"/>
                    </a:ext>
                  </a:extLst>
                </p14:cNvPr>
                <p14:cNvContentPartPr/>
                <p14:nvPr/>
              </p14:nvContentPartPr>
              <p14:xfrm>
                <a:off x="8630100" y="6224048"/>
                <a:ext cx="84960" cy="262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A5008DE-5527-9D1B-FB28-53C55E98D874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621100" y="6215048"/>
                  <a:ext cx="102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5B9C7FA-1E5D-7AE9-94F1-EB86A3ABB7A7}"/>
                    </a:ext>
                  </a:extLst>
                </p14:cNvPr>
                <p14:cNvContentPartPr/>
                <p14:nvPr/>
              </p14:nvContentPartPr>
              <p14:xfrm>
                <a:off x="8609220" y="6149168"/>
                <a:ext cx="88200" cy="79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5B9C7FA-1E5D-7AE9-94F1-EB86A3ABB7A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600220" y="6140168"/>
                  <a:ext cx="1058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D82499E6-B0DD-CD22-BCF4-77E0E0AF0456}"/>
              </a:ext>
            </a:extLst>
          </p:cNvPr>
          <p:cNvGrpSpPr/>
          <p:nvPr/>
        </p:nvGrpSpPr>
        <p:grpSpPr>
          <a:xfrm>
            <a:off x="8987580" y="5839928"/>
            <a:ext cx="1226880" cy="608040"/>
            <a:chOff x="8987580" y="5839928"/>
            <a:chExt cx="1226880" cy="60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6AD17D1-830E-BEB4-3CBD-F54195A72DA2}"/>
                    </a:ext>
                  </a:extLst>
                </p14:cNvPr>
                <p14:cNvContentPartPr/>
                <p14:nvPr/>
              </p14:nvContentPartPr>
              <p14:xfrm>
                <a:off x="8987580" y="6073208"/>
                <a:ext cx="146160" cy="1677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6AD17D1-830E-BEB4-3CBD-F54195A72DA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978580" y="6064568"/>
                  <a:ext cx="163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1D83F17-3193-9FB9-CC93-A5B1DFFB6B8A}"/>
                    </a:ext>
                  </a:extLst>
                </p14:cNvPr>
                <p14:cNvContentPartPr/>
                <p14:nvPr/>
              </p14:nvContentPartPr>
              <p14:xfrm>
                <a:off x="9178020" y="6151328"/>
                <a:ext cx="34920" cy="655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1D83F17-3193-9FB9-CC93-A5B1DFFB6B8A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169020" y="6142328"/>
                  <a:ext cx="52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78A81EF-8D56-C5A5-71CB-68A5D2C74265}"/>
                    </a:ext>
                  </a:extLst>
                </p14:cNvPr>
                <p14:cNvContentPartPr/>
                <p14:nvPr/>
              </p14:nvContentPartPr>
              <p14:xfrm>
                <a:off x="9169740" y="6054128"/>
                <a:ext cx="360" cy="36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78A81EF-8D56-C5A5-71CB-68A5D2C7426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161100" y="604548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FD179DE-0B7E-EC3B-0607-8E6E92541BA3}"/>
                    </a:ext>
                  </a:extLst>
                </p14:cNvPr>
                <p14:cNvContentPartPr/>
                <p14:nvPr/>
              </p14:nvContentPartPr>
              <p14:xfrm>
                <a:off x="9259380" y="6140888"/>
                <a:ext cx="135720" cy="720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FD179DE-0B7E-EC3B-0607-8E6E92541BA3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9250380" y="6131888"/>
                  <a:ext cx="153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38D9BEA-5DFA-5E7C-8007-356D28369147}"/>
                    </a:ext>
                  </a:extLst>
                </p14:cNvPr>
                <p14:cNvContentPartPr/>
                <p14:nvPr/>
              </p14:nvContentPartPr>
              <p14:xfrm>
                <a:off x="9470340" y="6110648"/>
                <a:ext cx="151560" cy="1044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38D9BEA-5DFA-5E7C-8007-356D2836914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61340" y="6101648"/>
                  <a:ext cx="169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CD921271-B81A-AC63-F51A-86A26026912B}"/>
                    </a:ext>
                  </a:extLst>
                </p14:cNvPr>
                <p14:cNvContentPartPr/>
                <p14:nvPr/>
              </p14:nvContentPartPr>
              <p14:xfrm>
                <a:off x="9872100" y="5839928"/>
                <a:ext cx="129240" cy="1728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CD921271-B81A-AC63-F51A-86A26026912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863100" y="5830928"/>
                  <a:ext cx="146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40176B3-992A-8ACF-527F-B93691C5A806}"/>
                    </a:ext>
                  </a:extLst>
                </p14:cNvPr>
                <p14:cNvContentPartPr/>
                <p14:nvPr/>
              </p14:nvContentPartPr>
              <p14:xfrm>
                <a:off x="9839700" y="5923088"/>
                <a:ext cx="109800" cy="9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40176B3-992A-8ACF-527F-B93691C5A80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830700" y="5914448"/>
                  <a:ext cx="127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FEECBC1-9522-2DDE-1BDA-25DEF9215197}"/>
                    </a:ext>
                  </a:extLst>
                </p14:cNvPr>
                <p14:cNvContentPartPr/>
                <p14:nvPr/>
              </p14:nvContentPartPr>
              <p14:xfrm>
                <a:off x="9783900" y="6123968"/>
                <a:ext cx="261360" cy="27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FEECBC1-9522-2DDE-1BDA-25DEF9215197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774900" y="6115328"/>
                  <a:ext cx="279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0B136C4-8C0B-0B12-2CB2-F9AC53698EB8}"/>
                    </a:ext>
                  </a:extLst>
                </p14:cNvPr>
                <p14:cNvContentPartPr/>
                <p14:nvPr/>
              </p14:nvContentPartPr>
              <p14:xfrm>
                <a:off x="9910620" y="6274808"/>
                <a:ext cx="53280" cy="17316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0B136C4-8C0B-0B12-2CB2-F9AC53698EB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901980" y="6266168"/>
                  <a:ext cx="70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4DB3F029-83CD-FF1E-F55E-BC2388FD831F}"/>
                    </a:ext>
                  </a:extLst>
                </p14:cNvPr>
                <p14:cNvContentPartPr/>
                <p14:nvPr/>
              </p14:nvContentPartPr>
              <p14:xfrm>
                <a:off x="9837180" y="6280208"/>
                <a:ext cx="185040" cy="21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4DB3F029-83CD-FF1E-F55E-BC2388FD831F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9828180" y="6271208"/>
                  <a:ext cx="202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509E755-96A6-FBCF-34AB-5E983DDFC029}"/>
                    </a:ext>
                  </a:extLst>
                </p14:cNvPr>
                <p14:cNvContentPartPr/>
                <p14:nvPr/>
              </p14:nvContentPartPr>
              <p14:xfrm>
                <a:off x="9716580" y="5982488"/>
                <a:ext cx="110160" cy="35028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509E755-96A6-FBCF-34AB-5E983DDFC029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9707580" y="5973848"/>
                  <a:ext cx="1278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9F885D4E-8C73-628A-AD2C-19911A0451BD}"/>
                    </a:ext>
                  </a:extLst>
                </p14:cNvPr>
                <p14:cNvContentPartPr/>
                <p14:nvPr/>
              </p14:nvContentPartPr>
              <p14:xfrm>
                <a:off x="10094580" y="6005888"/>
                <a:ext cx="119880" cy="2984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9F885D4E-8C73-628A-AD2C-19911A0451BD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0085940" y="5996888"/>
                  <a:ext cx="13752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E67D59D9-9B5C-A9A8-5E1B-78E3E33A8694}"/>
                  </a:ext>
                </a:extLst>
              </p14:cNvPr>
              <p14:cNvContentPartPr/>
              <p14:nvPr/>
            </p14:nvContentPartPr>
            <p14:xfrm>
              <a:off x="2426580" y="4291208"/>
              <a:ext cx="1501200" cy="4248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E67D59D9-9B5C-A9A8-5E1B-78E3E33A8694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2417940" y="4282568"/>
                <a:ext cx="151884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7" name="Group 376">
            <a:extLst>
              <a:ext uri="{FF2B5EF4-FFF2-40B4-BE49-F238E27FC236}">
                <a16:creationId xmlns:a16="http://schemas.microsoft.com/office/drawing/2014/main" id="{A35C0E0F-6FC6-E387-9FA3-1A496F4B3441}"/>
              </a:ext>
            </a:extLst>
          </p:cNvPr>
          <p:cNvGrpSpPr/>
          <p:nvPr/>
        </p:nvGrpSpPr>
        <p:grpSpPr>
          <a:xfrm>
            <a:off x="6763140" y="950768"/>
            <a:ext cx="1109160" cy="312120"/>
            <a:chOff x="6763140" y="950768"/>
            <a:chExt cx="11091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EA5D5F9B-B5C7-3A8D-3E8A-540B92B56D77}"/>
                    </a:ext>
                  </a:extLst>
                </p14:cNvPr>
                <p14:cNvContentPartPr/>
                <p14:nvPr/>
              </p14:nvContentPartPr>
              <p14:xfrm>
                <a:off x="6763140" y="1054448"/>
                <a:ext cx="157320" cy="1515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EA5D5F9B-B5C7-3A8D-3E8A-540B92B56D77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6754140" y="1045808"/>
                  <a:ext cx="174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62334341-F985-A8BA-0298-846A90EB0DD0}"/>
                    </a:ext>
                  </a:extLst>
                </p14:cNvPr>
                <p14:cNvContentPartPr/>
                <p14:nvPr/>
              </p14:nvContentPartPr>
              <p14:xfrm>
                <a:off x="6947100" y="1148048"/>
                <a:ext cx="28080" cy="432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62334341-F985-A8BA-0298-846A90EB0DD0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6938100" y="1139048"/>
                  <a:ext cx="45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B5CD810-C7D6-8C71-E4E2-DD6B38301945}"/>
                    </a:ext>
                  </a:extLst>
                </p14:cNvPr>
                <p14:cNvContentPartPr/>
                <p14:nvPr/>
              </p14:nvContentPartPr>
              <p14:xfrm>
                <a:off x="6946020" y="1038968"/>
                <a:ext cx="5760" cy="194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B5CD810-C7D6-8C71-E4E2-DD6B38301945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6937020" y="1029968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D4004EB7-043B-2DE7-8103-83AE0B4AB8BF}"/>
                    </a:ext>
                  </a:extLst>
                </p14:cNvPr>
                <p14:cNvContentPartPr/>
                <p14:nvPr/>
              </p14:nvContentPartPr>
              <p14:xfrm>
                <a:off x="7029180" y="1127168"/>
                <a:ext cx="146160" cy="662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D4004EB7-043B-2DE7-8103-83AE0B4AB8BF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7020540" y="1118528"/>
                  <a:ext cx="163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FAA85A93-1491-5AC8-13EC-E1BB57B8051E}"/>
                    </a:ext>
                  </a:extLst>
                </p14:cNvPr>
                <p14:cNvContentPartPr/>
                <p14:nvPr/>
              </p14:nvContentPartPr>
              <p14:xfrm>
                <a:off x="7290180" y="1108448"/>
                <a:ext cx="87840" cy="867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FAA85A93-1491-5AC8-13EC-E1BB57B805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7281180" y="1099808"/>
                  <a:ext cx="105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CF4541B-C091-5A02-0947-9212E9FD72D5}"/>
                    </a:ext>
                  </a:extLst>
                </p14:cNvPr>
                <p14:cNvContentPartPr/>
                <p14:nvPr/>
              </p14:nvContentPartPr>
              <p14:xfrm>
                <a:off x="7491060" y="981728"/>
                <a:ext cx="78120" cy="2350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CF4541B-C091-5A02-0947-9212E9FD72D5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7482060" y="973088"/>
                  <a:ext cx="95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19AF504-2487-579F-F299-5BBF3481AF12}"/>
                    </a:ext>
                  </a:extLst>
                </p14:cNvPr>
                <p14:cNvContentPartPr/>
                <p14:nvPr/>
              </p14:nvContentPartPr>
              <p14:xfrm>
                <a:off x="7602660" y="1100888"/>
                <a:ext cx="140400" cy="698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19AF504-2487-579F-F299-5BBF3481AF12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7593660" y="1092248"/>
                  <a:ext cx="158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EF27835-567D-804F-C6AE-7D1C58DAD42C}"/>
                    </a:ext>
                  </a:extLst>
                </p14:cNvPr>
                <p14:cNvContentPartPr/>
                <p14:nvPr/>
              </p14:nvContentPartPr>
              <p14:xfrm>
                <a:off x="7761780" y="950768"/>
                <a:ext cx="110520" cy="3121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EF27835-567D-804F-C6AE-7D1C58DAD42C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7753140" y="941768"/>
                  <a:ext cx="12816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F81010C5-4716-9620-5FB7-226F492DFA10}"/>
              </a:ext>
            </a:extLst>
          </p:cNvPr>
          <p:cNvGrpSpPr/>
          <p:nvPr/>
        </p:nvGrpSpPr>
        <p:grpSpPr>
          <a:xfrm>
            <a:off x="8081460" y="697688"/>
            <a:ext cx="1365840" cy="596160"/>
            <a:chOff x="8081460" y="697688"/>
            <a:chExt cx="136584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CD48D70-58BC-F8CB-E408-74EC9F746A63}"/>
                    </a:ext>
                  </a:extLst>
                </p14:cNvPr>
                <p14:cNvContentPartPr/>
                <p14:nvPr/>
              </p14:nvContentPartPr>
              <p14:xfrm>
                <a:off x="8115660" y="1142648"/>
                <a:ext cx="140040" cy="57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CD48D70-58BC-F8CB-E408-74EC9F746A63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8107020" y="1133648"/>
                  <a:ext cx="157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7E773D3-975C-1A9A-26EC-188FFCDBC62F}"/>
                    </a:ext>
                  </a:extLst>
                </p14:cNvPr>
                <p14:cNvContentPartPr/>
                <p14:nvPr/>
              </p14:nvContentPartPr>
              <p14:xfrm>
                <a:off x="8121420" y="1085768"/>
                <a:ext cx="113760" cy="3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7E773D3-975C-1A9A-26EC-188FFCDBC62F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112420" y="1076768"/>
                  <a:ext cx="131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53ECBF0-E052-576C-CB92-39BA6B898D93}"/>
                    </a:ext>
                  </a:extLst>
                </p14:cNvPr>
                <p14:cNvContentPartPr/>
                <p14:nvPr/>
              </p14:nvContentPartPr>
              <p14:xfrm>
                <a:off x="8081460" y="885968"/>
                <a:ext cx="137880" cy="1065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53ECBF0-E052-576C-CB92-39BA6B898D93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072820" y="877328"/>
                  <a:ext cx="155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EC5477D-8C9F-B63D-E2F8-E38251E069A6}"/>
                    </a:ext>
                  </a:extLst>
                </p14:cNvPr>
                <p14:cNvContentPartPr/>
                <p14:nvPr/>
              </p14:nvContentPartPr>
              <p14:xfrm>
                <a:off x="8490420" y="867608"/>
                <a:ext cx="108000" cy="1047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EC5477D-8C9F-B63D-E2F8-E38251E069A6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481780" y="858968"/>
                  <a:ext cx="125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05F54DD-7E76-D42B-A425-3FB06AFD2EE4}"/>
                    </a:ext>
                  </a:extLst>
                </p14:cNvPr>
                <p14:cNvContentPartPr/>
                <p14:nvPr/>
              </p14:nvContentPartPr>
              <p14:xfrm>
                <a:off x="8650260" y="903968"/>
                <a:ext cx="14400" cy="3348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05F54DD-7E76-D42B-A425-3FB06AFD2EE4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8641260" y="894968"/>
                  <a:ext cx="32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8909D17-471A-33E2-4A15-AC047AA24C9E}"/>
                    </a:ext>
                  </a:extLst>
                </p14:cNvPr>
                <p14:cNvContentPartPr/>
                <p14:nvPr/>
              </p14:nvContentPartPr>
              <p14:xfrm>
                <a:off x="8624340" y="804968"/>
                <a:ext cx="2520" cy="64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8909D17-471A-33E2-4A15-AC047AA24C9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8615340" y="79632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46915F7A-5835-BAFC-6577-6B5B304750DB}"/>
                    </a:ext>
                  </a:extLst>
                </p14:cNvPr>
                <p14:cNvContentPartPr/>
                <p14:nvPr/>
              </p14:nvContentPartPr>
              <p14:xfrm>
                <a:off x="8712540" y="883088"/>
                <a:ext cx="135000" cy="532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46915F7A-5835-BAFC-6577-6B5B304750DB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8703900" y="874088"/>
                  <a:ext cx="152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447B484-C6E2-4ED1-8AF9-CE2217F32867}"/>
                    </a:ext>
                  </a:extLst>
                </p14:cNvPr>
                <p14:cNvContentPartPr/>
                <p14:nvPr/>
              </p14:nvContentPartPr>
              <p14:xfrm>
                <a:off x="8987940" y="851768"/>
                <a:ext cx="48600" cy="910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447B484-C6E2-4ED1-8AF9-CE2217F32867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8979300" y="843128"/>
                  <a:ext cx="66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AFFC6B6-3B45-0F12-6BD7-1CB7C7833392}"/>
                    </a:ext>
                  </a:extLst>
                </p14:cNvPr>
                <p14:cNvContentPartPr/>
                <p14:nvPr/>
              </p14:nvContentPartPr>
              <p14:xfrm>
                <a:off x="9066060" y="851768"/>
                <a:ext cx="28800" cy="766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AFFC6B6-3B45-0F12-6BD7-1CB7C7833392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9057060" y="843128"/>
                  <a:ext cx="46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CB29387B-13F6-E1BE-F3A6-1EABEF85EF88}"/>
                    </a:ext>
                  </a:extLst>
                </p14:cNvPr>
                <p14:cNvContentPartPr/>
                <p14:nvPr/>
              </p14:nvContentPartPr>
              <p14:xfrm>
                <a:off x="8879940" y="799568"/>
                <a:ext cx="191520" cy="169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CB29387B-13F6-E1BE-F3A6-1EABEF85EF88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8870940" y="790568"/>
                  <a:ext cx="209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B3929C45-C490-6112-FC8E-F5C158A1E981}"/>
                    </a:ext>
                  </a:extLst>
                </p14:cNvPr>
                <p14:cNvContentPartPr/>
                <p14:nvPr/>
              </p14:nvContentPartPr>
              <p14:xfrm>
                <a:off x="9175140" y="833408"/>
                <a:ext cx="165240" cy="914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B3929C45-C490-6112-FC8E-F5C158A1E981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9166140" y="824768"/>
                  <a:ext cx="182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990FB83A-4A7A-30DD-D6B7-DBF035F2262E}"/>
                    </a:ext>
                  </a:extLst>
                </p14:cNvPr>
                <p14:cNvContentPartPr/>
                <p14:nvPr/>
              </p14:nvContentPartPr>
              <p14:xfrm>
                <a:off x="8862660" y="726848"/>
                <a:ext cx="140400" cy="2750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990FB83A-4A7A-30DD-D6B7-DBF035F2262E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8853660" y="718208"/>
                  <a:ext cx="158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596B74B-7562-CA13-BF5A-0B7FE8950B8C}"/>
                    </a:ext>
                  </a:extLst>
                </p14:cNvPr>
                <p14:cNvContentPartPr/>
                <p14:nvPr/>
              </p14:nvContentPartPr>
              <p14:xfrm>
                <a:off x="9289260" y="697688"/>
                <a:ext cx="158040" cy="2602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596B74B-7562-CA13-BF5A-0B7FE8950B8C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280620" y="688688"/>
                  <a:ext cx="175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B16711A0-3652-305B-F891-6362AF0CAF32}"/>
                    </a:ext>
                  </a:extLst>
                </p14:cNvPr>
                <p14:cNvContentPartPr/>
                <p14:nvPr/>
              </p14:nvContentPartPr>
              <p14:xfrm>
                <a:off x="8408700" y="1044008"/>
                <a:ext cx="1018440" cy="727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B16711A0-3652-305B-F891-6362AF0CAF32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8400060" y="1035368"/>
                  <a:ext cx="1036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71801097-7CBE-7281-A4D0-52C390A96A79}"/>
                    </a:ext>
                  </a:extLst>
                </p14:cNvPr>
                <p14:cNvContentPartPr/>
                <p14:nvPr/>
              </p14:nvContentPartPr>
              <p14:xfrm>
                <a:off x="8722980" y="1194848"/>
                <a:ext cx="50760" cy="954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71801097-7CBE-7281-A4D0-52C390A96A79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8714340" y="1185848"/>
                  <a:ext cx="68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B788560-D769-A04E-371E-CF049B463995}"/>
                    </a:ext>
                  </a:extLst>
                </p14:cNvPr>
                <p14:cNvContentPartPr/>
                <p14:nvPr/>
              </p14:nvContentPartPr>
              <p14:xfrm>
                <a:off x="8780220" y="1215728"/>
                <a:ext cx="55800" cy="781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B788560-D769-A04E-371E-CF049B463995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771220" y="1206728"/>
                  <a:ext cx="73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8ECFAF4-3A22-49EF-1EB8-850BA1327E64}"/>
                    </a:ext>
                  </a:extLst>
                </p14:cNvPr>
                <p14:cNvContentPartPr/>
                <p14:nvPr/>
              </p14:nvContentPartPr>
              <p14:xfrm>
                <a:off x="8643420" y="1147328"/>
                <a:ext cx="147240" cy="277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8ECFAF4-3A22-49EF-1EB8-850BA1327E64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634780" y="1138688"/>
                  <a:ext cx="164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5DA1C40-F525-985B-2CC7-8AF78AAEF279}"/>
                    </a:ext>
                  </a:extLst>
                </p14:cNvPr>
                <p14:cNvContentPartPr/>
                <p14:nvPr/>
              </p14:nvContentPartPr>
              <p14:xfrm>
                <a:off x="8866980" y="1189448"/>
                <a:ext cx="180000" cy="687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5DA1C40-F525-985B-2CC7-8AF78AAEF279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8857980" y="1180808"/>
                  <a:ext cx="19764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7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98BC28A4-4909-2627-CDE9-6260AC594C60}"/>
                  </a:ext>
                </a:extLst>
              </p14:cNvPr>
              <p14:cNvContentPartPr/>
              <p14:nvPr/>
            </p14:nvContentPartPr>
            <p14:xfrm>
              <a:off x="1303740" y="2036528"/>
              <a:ext cx="2472840" cy="9360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98BC28A4-4909-2627-CDE9-6260AC594C60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1294740" y="2027528"/>
                <a:ext cx="2490480" cy="11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sinc basis passes through every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integer offsets, normalized sinc is zero—except at the center.</a:t>
            </a:r>
            <a:endParaRPr lang="en-US" sz="1550" dirty="0"/>
          </a:p>
        </p:txBody>
      </p:sp>
      <p:pic>
        <p:nvPicPr>
          <p:cNvPr id="4" name="Image 0" descr="/mnt/data/week2_dsp_ml/assets/sinc_b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900"/>
            <a:ext cx="6583680" cy="3017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4928" y="1682496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0" y="2272284"/>
            <a:ext cx="3657600" cy="731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35240" y="3246120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81544" y="3355848"/>
            <a:ext cx="31821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t=mT, only the n=m kernel survives → x_r(mT)=x[m].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4028DF-F12E-A5A1-3143-287EEFC54626}"/>
                  </a:ext>
                </a:extLst>
              </p14:cNvPr>
              <p14:cNvContentPartPr/>
              <p14:nvPr/>
            </p14:nvContentPartPr>
            <p14:xfrm>
              <a:off x="1574100" y="5029208"/>
              <a:ext cx="47160" cy="1111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4028DF-F12E-A5A1-3143-287EEFC546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5100" y="5020208"/>
                <a:ext cx="64800" cy="11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874FEA4-7740-18AD-B2D8-183A95584F21}"/>
              </a:ext>
            </a:extLst>
          </p:cNvPr>
          <p:cNvGrpSpPr/>
          <p:nvPr/>
        </p:nvGrpSpPr>
        <p:grpSpPr>
          <a:xfrm>
            <a:off x="693540" y="5880968"/>
            <a:ext cx="2429280" cy="182160"/>
            <a:chOff x="693540" y="5880968"/>
            <a:chExt cx="242928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81B345-EAD2-5BF9-1281-E50DD5D7E038}"/>
                    </a:ext>
                  </a:extLst>
                </p14:cNvPr>
                <p14:cNvContentPartPr/>
                <p14:nvPr/>
              </p14:nvContentPartPr>
              <p14:xfrm>
                <a:off x="693540" y="5974208"/>
                <a:ext cx="1906560" cy="75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81B345-EAD2-5BF9-1281-E50DD5D7E0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4540" y="5965568"/>
                  <a:ext cx="1924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C5969E-A1BA-C1CF-E503-B8919184DD09}"/>
                    </a:ext>
                  </a:extLst>
                </p14:cNvPr>
                <p14:cNvContentPartPr/>
                <p14:nvPr/>
              </p14:nvContentPartPr>
              <p14:xfrm>
                <a:off x="2566260" y="5905088"/>
                <a:ext cx="158760" cy="147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C5969E-A1BA-C1CF-E503-B8919184DD0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7620" y="5896448"/>
                  <a:ext cx="176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922A56-92A4-696A-AC8C-192A740D3887}"/>
                    </a:ext>
                  </a:extLst>
                </p14:cNvPr>
                <p14:cNvContentPartPr/>
                <p14:nvPr/>
              </p14:nvContentPartPr>
              <p14:xfrm>
                <a:off x="2836620" y="5880968"/>
                <a:ext cx="286200" cy="182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922A56-92A4-696A-AC8C-192A740D38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27620" y="5872328"/>
                  <a:ext cx="30384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9EBA6D1-DE92-11D5-8231-505DF9879CA3}"/>
                  </a:ext>
                </a:extLst>
              </p14:cNvPr>
              <p14:cNvContentPartPr/>
              <p14:nvPr/>
            </p14:nvContentPartPr>
            <p14:xfrm>
              <a:off x="1544940" y="4978808"/>
              <a:ext cx="124560" cy="132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9EBA6D1-DE92-11D5-8231-505DF9879CA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35940" y="4970168"/>
                <a:ext cx="14220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6258173-88D1-1AF9-4EC2-096135CC4F2D}"/>
              </a:ext>
            </a:extLst>
          </p:cNvPr>
          <p:cNvGrpSpPr/>
          <p:nvPr/>
        </p:nvGrpSpPr>
        <p:grpSpPr>
          <a:xfrm>
            <a:off x="4400820" y="5816888"/>
            <a:ext cx="3623760" cy="259920"/>
            <a:chOff x="4400820" y="5816888"/>
            <a:chExt cx="362376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F8CFE9-345D-AC0B-B2B9-47A343E7B184}"/>
                    </a:ext>
                  </a:extLst>
                </p14:cNvPr>
                <p14:cNvContentPartPr/>
                <p14:nvPr/>
              </p14:nvContentPartPr>
              <p14:xfrm>
                <a:off x="4400820" y="5927408"/>
                <a:ext cx="3300840" cy="14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F8CFE9-345D-AC0B-B2B9-47A343E7B18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91820" y="5918768"/>
                  <a:ext cx="3318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BD39AA-68E9-F648-A7D8-EF919FF02960}"/>
                    </a:ext>
                  </a:extLst>
                </p14:cNvPr>
                <p14:cNvContentPartPr/>
                <p14:nvPr/>
              </p14:nvContentPartPr>
              <p14:xfrm>
                <a:off x="7928100" y="5816888"/>
                <a:ext cx="96480" cy="239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BD39AA-68E9-F648-A7D8-EF919FF0296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19100" y="5808248"/>
                  <a:ext cx="114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8EDCCB-8487-019B-C7CA-F87FFBF03261}"/>
                    </a:ext>
                  </a:extLst>
                </p14:cNvPr>
                <p14:cNvContentPartPr/>
                <p14:nvPr/>
              </p14:nvContentPartPr>
              <p14:xfrm>
                <a:off x="7871580" y="5927408"/>
                <a:ext cx="9864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8EDCCB-8487-019B-C7CA-F87FFBF032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62580" y="5918408"/>
                  <a:ext cx="1162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91FA2FE-61ED-8B3C-008A-C705DC23540D}"/>
              </a:ext>
            </a:extLst>
          </p:cNvPr>
          <p:cNvGrpSpPr/>
          <p:nvPr/>
        </p:nvGrpSpPr>
        <p:grpSpPr>
          <a:xfrm>
            <a:off x="601380" y="4707008"/>
            <a:ext cx="717480" cy="353520"/>
            <a:chOff x="601380" y="4707008"/>
            <a:chExt cx="71748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4060EB-50A0-64E4-6FFF-17117AD07D1A}"/>
                    </a:ext>
                  </a:extLst>
                </p14:cNvPr>
                <p14:cNvContentPartPr/>
                <p14:nvPr/>
              </p14:nvContentPartPr>
              <p14:xfrm>
                <a:off x="601380" y="4790168"/>
                <a:ext cx="43200" cy="193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4060EB-50A0-64E4-6FFF-17117AD07D1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2380" y="4781168"/>
                  <a:ext cx="60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E2A506A-06F5-3031-7A8E-D97099A7E5BB}"/>
                    </a:ext>
                  </a:extLst>
                </p14:cNvPr>
                <p14:cNvContentPartPr/>
                <p14:nvPr/>
              </p14:nvContentPartPr>
              <p14:xfrm>
                <a:off x="623340" y="4918688"/>
                <a:ext cx="87840" cy="1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E2A506A-06F5-3031-7A8E-D97099A7E5B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4340" y="4910048"/>
                  <a:ext cx="105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3F8C5E-16A2-DD31-7E5C-970674A4F2D3}"/>
                    </a:ext>
                  </a:extLst>
                </p14:cNvPr>
                <p14:cNvContentPartPr/>
                <p14:nvPr/>
              </p14:nvContentPartPr>
              <p14:xfrm>
                <a:off x="672660" y="4784768"/>
                <a:ext cx="53280" cy="168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3F8C5E-16A2-DD31-7E5C-970674A4F2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3660" y="4776128"/>
                  <a:ext cx="70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D081AB-1F3E-DC95-C368-3E028A174339}"/>
                    </a:ext>
                  </a:extLst>
                </p14:cNvPr>
                <p14:cNvContentPartPr/>
                <p14:nvPr/>
              </p14:nvContentPartPr>
              <p14:xfrm>
                <a:off x="783900" y="4924448"/>
                <a:ext cx="62640" cy="99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D081AB-1F3E-DC95-C368-3E028A17433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5260" y="4915448"/>
                  <a:ext cx="80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0C1AE7-9630-7400-3218-93096293AB80}"/>
                    </a:ext>
                  </a:extLst>
                </p14:cNvPr>
                <p14:cNvContentPartPr/>
                <p14:nvPr/>
              </p14:nvContentPartPr>
              <p14:xfrm>
                <a:off x="882900" y="4756328"/>
                <a:ext cx="62280" cy="18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0C1AE7-9630-7400-3218-93096293AB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3900" y="4747328"/>
                  <a:ext cx="79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91D0865-34C7-475A-D8AE-ECB02344EC94}"/>
                    </a:ext>
                  </a:extLst>
                </p14:cNvPr>
                <p14:cNvContentPartPr/>
                <p14:nvPr/>
              </p14:nvContentPartPr>
              <p14:xfrm>
                <a:off x="960660" y="4867928"/>
                <a:ext cx="88920" cy="192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91D0865-34C7-475A-D8AE-ECB02344EC9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1660" y="4859288"/>
                  <a:ext cx="106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E04F832-2E39-809E-8E01-31338139E598}"/>
                    </a:ext>
                  </a:extLst>
                </p14:cNvPr>
                <p14:cNvContentPartPr/>
                <p14:nvPr/>
              </p14:nvContentPartPr>
              <p14:xfrm>
                <a:off x="940140" y="4767848"/>
                <a:ext cx="10800" cy="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E04F832-2E39-809E-8E01-31338139E5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1500" y="4758848"/>
                  <a:ext cx="28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1A5B96-53CD-C037-5465-0872543CEAFC}"/>
                    </a:ext>
                  </a:extLst>
                </p14:cNvPr>
                <p14:cNvContentPartPr/>
                <p14:nvPr/>
              </p14:nvContentPartPr>
              <p14:xfrm>
                <a:off x="1075860" y="4764248"/>
                <a:ext cx="168840" cy="155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1A5B96-53CD-C037-5465-0872543CEAF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7220" y="4755248"/>
                  <a:ext cx="186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DD3D22-CEC3-BA95-C711-AC7328D196A6}"/>
                    </a:ext>
                  </a:extLst>
                </p14:cNvPr>
                <p14:cNvContentPartPr/>
                <p14:nvPr/>
              </p14:nvContentPartPr>
              <p14:xfrm>
                <a:off x="1215540" y="4707008"/>
                <a:ext cx="103320" cy="226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DD3D22-CEC3-BA95-C711-AC7328D196A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06900" y="4698008"/>
                  <a:ext cx="1209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1205B5-30C1-392A-5D74-5885CBA3A228}"/>
              </a:ext>
            </a:extLst>
          </p:cNvPr>
          <p:cNvGrpSpPr/>
          <p:nvPr/>
        </p:nvGrpSpPr>
        <p:grpSpPr>
          <a:xfrm>
            <a:off x="5724180" y="4784768"/>
            <a:ext cx="1026720" cy="1335240"/>
            <a:chOff x="5724180" y="4784768"/>
            <a:chExt cx="1026720" cy="13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583661-E06F-4089-1F36-043F013DABDC}"/>
                    </a:ext>
                  </a:extLst>
                </p14:cNvPr>
                <p14:cNvContentPartPr/>
                <p14:nvPr/>
              </p14:nvContentPartPr>
              <p14:xfrm>
                <a:off x="5761620" y="5068448"/>
                <a:ext cx="77760" cy="105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583661-E06F-4089-1F36-043F013DABD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52620" y="5059448"/>
                  <a:ext cx="95400" cy="10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DFAA0D-557F-2902-C66C-5F83878AE335}"/>
                    </a:ext>
                  </a:extLst>
                </p14:cNvPr>
                <p14:cNvContentPartPr/>
                <p14:nvPr/>
              </p14:nvContentPartPr>
              <p14:xfrm>
                <a:off x="5724180" y="5032448"/>
                <a:ext cx="138240" cy="137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DFAA0D-557F-2902-C66C-5F83878AE33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15180" y="5023808"/>
                  <a:ext cx="155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ABDFF5F-EA81-2773-9E77-640674C58F7A}"/>
                    </a:ext>
                  </a:extLst>
                </p14:cNvPr>
                <p14:cNvContentPartPr/>
                <p14:nvPr/>
              </p14:nvContentPartPr>
              <p14:xfrm>
                <a:off x="6021180" y="4831568"/>
                <a:ext cx="155520" cy="217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ABDFF5F-EA81-2773-9E77-640674C58F7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12540" y="4822928"/>
                  <a:ext cx="173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24649F-AB78-888E-CD15-5A7FBAD2D5BE}"/>
                    </a:ext>
                  </a:extLst>
                </p14:cNvPr>
                <p14:cNvContentPartPr/>
                <p14:nvPr/>
              </p14:nvContentPartPr>
              <p14:xfrm>
                <a:off x="6239700" y="5007248"/>
                <a:ext cx="46440" cy="7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24649F-AB78-888E-CD15-5A7FBAD2D5B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30700" y="4998248"/>
                  <a:ext cx="64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01AD16-1CCF-8471-75E9-2E88F91AC676}"/>
                    </a:ext>
                  </a:extLst>
                </p14:cNvPr>
                <p14:cNvContentPartPr/>
                <p14:nvPr/>
              </p14:nvContentPartPr>
              <p14:xfrm>
                <a:off x="6386220" y="4831568"/>
                <a:ext cx="108000" cy="21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01AD16-1CCF-8471-75E9-2E88F91AC67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77580" y="4822928"/>
                  <a:ext cx="125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6AD524-4B1E-2C8E-7430-B59DCC1AF358}"/>
                    </a:ext>
                  </a:extLst>
                </p14:cNvPr>
                <p14:cNvContentPartPr/>
                <p14:nvPr/>
              </p14:nvContentPartPr>
              <p14:xfrm>
                <a:off x="6510780" y="4846328"/>
                <a:ext cx="110880" cy="183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6AD524-4B1E-2C8E-7430-B59DCC1AF35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02140" y="4837328"/>
                  <a:ext cx="128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87F40D-519D-02C8-2446-45E71B5D032C}"/>
                    </a:ext>
                  </a:extLst>
                </p14:cNvPr>
                <p14:cNvContentPartPr/>
                <p14:nvPr/>
              </p14:nvContentPartPr>
              <p14:xfrm>
                <a:off x="6478020" y="4925168"/>
                <a:ext cx="115200" cy="2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87F40D-519D-02C8-2446-45E71B5D032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69020" y="4916168"/>
                  <a:ext cx="132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27E90C-109C-2CD2-76DB-B254E9D00527}"/>
                    </a:ext>
                  </a:extLst>
                </p14:cNvPr>
                <p14:cNvContentPartPr/>
                <p14:nvPr/>
              </p14:nvContentPartPr>
              <p14:xfrm>
                <a:off x="6634260" y="4784768"/>
                <a:ext cx="116640" cy="29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27E90C-109C-2CD2-76DB-B254E9D0052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25620" y="4776128"/>
                  <a:ext cx="13428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3D560E8-85AE-0290-809E-D1AD1230F645}"/>
                  </a:ext>
                </a:extLst>
              </p14:cNvPr>
              <p14:cNvContentPartPr/>
              <p14:nvPr/>
            </p14:nvContentPartPr>
            <p14:xfrm>
              <a:off x="967140" y="6202808"/>
              <a:ext cx="93240" cy="6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3D560E8-85AE-0290-809E-D1AD1230F64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58140" y="6194168"/>
                <a:ext cx="110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D025DE4-1ADE-08E9-9328-E2E990138FCD}"/>
                  </a:ext>
                </a:extLst>
              </p14:cNvPr>
              <p14:cNvContentPartPr/>
              <p14:nvPr/>
            </p14:nvContentPartPr>
            <p14:xfrm>
              <a:off x="1105740" y="6124328"/>
              <a:ext cx="138600" cy="110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D025DE4-1ADE-08E9-9328-E2E990138FC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97100" y="6115688"/>
                <a:ext cx="1562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98891ED-834E-573D-EB9D-EDDD3F2445B1}"/>
                  </a:ext>
                </a:extLst>
              </p14:cNvPr>
              <p14:cNvContentPartPr/>
              <p14:nvPr/>
            </p14:nvContentPartPr>
            <p14:xfrm>
              <a:off x="1268460" y="6198128"/>
              <a:ext cx="58320" cy="81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98891ED-834E-573D-EB9D-EDDD3F2445B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259820" y="6189128"/>
                <a:ext cx="759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2E8C6EE-642D-047A-168D-DEB7A07737AA}"/>
                  </a:ext>
                </a:extLst>
              </p14:cNvPr>
              <p14:cNvContentPartPr/>
              <p14:nvPr/>
            </p14:nvContentPartPr>
            <p14:xfrm>
              <a:off x="1101420" y="6359048"/>
              <a:ext cx="150840" cy="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2E8C6EE-642D-047A-168D-DEB7A07737A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92420" y="6350408"/>
                <a:ext cx="1684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FE6D93C-4688-8A01-58F3-098941C68B8E}"/>
                  </a:ext>
                </a:extLst>
              </p14:cNvPr>
              <p14:cNvContentPartPr/>
              <p14:nvPr/>
            </p14:nvContentPartPr>
            <p14:xfrm>
              <a:off x="1147860" y="6464888"/>
              <a:ext cx="181800" cy="81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FE6D93C-4688-8A01-58F3-098941C68B8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39220" y="6455888"/>
                <a:ext cx="19944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EF49CC0-91CE-2954-371A-C33AF92BF20B}"/>
              </a:ext>
            </a:extLst>
          </p:cNvPr>
          <p:cNvGrpSpPr/>
          <p:nvPr/>
        </p:nvGrpSpPr>
        <p:grpSpPr>
          <a:xfrm>
            <a:off x="1840140" y="6162488"/>
            <a:ext cx="332280" cy="369360"/>
            <a:chOff x="1840140" y="6162488"/>
            <a:chExt cx="33228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3BEDE8-E409-3CDA-BA0B-7CC1EBCBF28A}"/>
                    </a:ext>
                  </a:extLst>
                </p14:cNvPr>
                <p14:cNvContentPartPr/>
                <p14:nvPr/>
              </p14:nvContentPartPr>
              <p14:xfrm>
                <a:off x="1840140" y="6162488"/>
                <a:ext cx="225360" cy="119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3BEDE8-E409-3CDA-BA0B-7CC1EBCBF28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831140" y="6153848"/>
                  <a:ext cx="243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80871E-4A53-6B47-5734-F8DF7A63A23B}"/>
                    </a:ext>
                  </a:extLst>
                </p14:cNvPr>
                <p14:cNvContentPartPr/>
                <p14:nvPr/>
              </p14:nvContentPartPr>
              <p14:xfrm>
                <a:off x="2079540" y="6230888"/>
                <a:ext cx="92880" cy="73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80871E-4A53-6B47-5734-F8DF7A63A23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070540" y="6221888"/>
                  <a:ext cx="110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91C045-43E4-A1AD-ED57-9171F8EB1EAE}"/>
                    </a:ext>
                  </a:extLst>
                </p14:cNvPr>
                <p14:cNvContentPartPr/>
                <p14:nvPr/>
              </p14:nvContentPartPr>
              <p14:xfrm>
                <a:off x="1854900" y="6354008"/>
                <a:ext cx="234720" cy="15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91C045-43E4-A1AD-ED57-9171F8EB1EA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46260" y="6345008"/>
                  <a:ext cx="252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3FDF5D-EC91-AEA5-E3C7-8A4FEE6CC5BD}"/>
                    </a:ext>
                  </a:extLst>
                </p14:cNvPr>
                <p14:cNvContentPartPr/>
                <p14:nvPr/>
              </p14:nvContentPartPr>
              <p14:xfrm>
                <a:off x="1885860" y="6435728"/>
                <a:ext cx="181800" cy="96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3FDF5D-EC91-AEA5-E3C7-8A4FEE6CC5B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76860" y="6427088"/>
                  <a:ext cx="19944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BE9346A-0752-5387-AF73-4A96CE2ED103}"/>
              </a:ext>
            </a:extLst>
          </p:cNvPr>
          <p:cNvGrpSpPr/>
          <p:nvPr/>
        </p:nvGrpSpPr>
        <p:grpSpPr>
          <a:xfrm>
            <a:off x="1036260" y="5179688"/>
            <a:ext cx="918360" cy="833040"/>
            <a:chOff x="1036260" y="5179688"/>
            <a:chExt cx="918360" cy="83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867B52-8CC9-F0CF-6A20-AFACFAF0426B}"/>
                    </a:ext>
                  </a:extLst>
                </p14:cNvPr>
                <p14:cNvContentPartPr/>
                <p14:nvPr/>
              </p14:nvContentPartPr>
              <p14:xfrm>
                <a:off x="1901340" y="5460128"/>
                <a:ext cx="53280" cy="539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867B52-8CC9-F0CF-6A20-AFACFAF0426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92700" y="5451488"/>
                  <a:ext cx="709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86E3F0-1791-FCEC-D718-C061CD1393AC}"/>
                    </a:ext>
                  </a:extLst>
                </p14:cNvPr>
                <p14:cNvContentPartPr/>
                <p14:nvPr/>
              </p14:nvContentPartPr>
              <p14:xfrm>
                <a:off x="1258020" y="5457968"/>
                <a:ext cx="622800" cy="2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86E3F0-1791-FCEC-D718-C061CD1393A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49020" y="5448968"/>
                  <a:ext cx="640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E5581A-7FD1-9D29-00E4-48A234029943}"/>
                    </a:ext>
                  </a:extLst>
                </p14:cNvPr>
                <p14:cNvContentPartPr/>
                <p14:nvPr/>
              </p14:nvContentPartPr>
              <p14:xfrm>
                <a:off x="1256580" y="5480288"/>
                <a:ext cx="27360" cy="532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E5581A-7FD1-9D29-00E4-48A23402994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247580" y="5471288"/>
                  <a:ext cx="4500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DFD7C66-AA21-0ADE-483D-600D20006C8D}"/>
                    </a:ext>
                  </a:extLst>
                </p14:cNvPr>
                <p14:cNvContentPartPr/>
                <p14:nvPr/>
              </p14:nvContentPartPr>
              <p14:xfrm>
                <a:off x="1360620" y="5338448"/>
                <a:ext cx="175320" cy="8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DFD7C66-AA21-0ADE-483D-600D20006C8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51620" y="5329448"/>
                  <a:ext cx="192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40BC0F-9082-769D-F03E-997E048A386F}"/>
                    </a:ext>
                  </a:extLst>
                </p14:cNvPr>
                <p14:cNvContentPartPr/>
                <p14:nvPr/>
              </p14:nvContentPartPr>
              <p14:xfrm>
                <a:off x="1158300" y="5210288"/>
                <a:ext cx="44280" cy="132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40BC0F-9082-769D-F03E-997E048A38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49300" y="5201288"/>
                  <a:ext cx="61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CCE80D-3537-6443-0CF5-A5A9F8C4A806}"/>
                    </a:ext>
                  </a:extLst>
                </p14:cNvPr>
                <p14:cNvContentPartPr/>
                <p14:nvPr/>
              </p14:nvContentPartPr>
              <p14:xfrm>
                <a:off x="1036260" y="5179688"/>
                <a:ext cx="207360" cy="18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CCE80D-3537-6443-0CF5-A5A9F8C4A80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7620" y="5171048"/>
                  <a:ext cx="22500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CDAD1ED-3423-D3AA-97A6-64574FE6FBC8}"/>
                  </a:ext>
                </a:extLst>
              </p14:cNvPr>
              <p14:cNvContentPartPr/>
              <p14:nvPr/>
            </p14:nvContentPartPr>
            <p14:xfrm>
              <a:off x="5797620" y="5412608"/>
              <a:ext cx="1566720" cy="7758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CDAD1ED-3423-D3AA-97A6-64574FE6FBC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788620" y="5403608"/>
                <a:ext cx="1584360" cy="79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9CCD63B1-C566-251A-FA94-0648CC7D8033}"/>
              </a:ext>
            </a:extLst>
          </p:cNvPr>
          <p:cNvGrpSpPr/>
          <p:nvPr/>
        </p:nvGrpSpPr>
        <p:grpSpPr>
          <a:xfrm>
            <a:off x="4477500" y="5434208"/>
            <a:ext cx="1367280" cy="713160"/>
            <a:chOff x="4477500" y="5434208"/>
            <a:chExt cx="1367280" cy="71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90A2AD-D230-65BA-46E0-44D7E5495D7B}"/>
                    </a:ext>
                  </a:extLst>
                </p14:cNvPr>
                <p14:cNvContentPartPr/>
                <p14:nvPr/>
              </p14:nvContentPartPr>
              <p14:xfrm>
                <a:off x="4881780" y="5434208"/>
                <a:ext cx="963000" cy="713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90A2AD-D230-65BA-46E0-44D7E5495D7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73140" y="5425208"/>
                  <a:ext cx="98064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9754DA1-CA0D-1A90-A9FF-E322F1821824}"/>
                    </a:ext>
                  </a:extLst>
                </p14:cNvPr>
                <p14:cNvContentPartPr/>
                <p14:nvPr/>
              </p14:nvContentPartPr>
              <p14:xfrm>
                <a:off x="4477500" y="5921648"/>
                <a:ext cx="442800" cy="183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9754DA1-CA0D-1A90-A9FF-E322F182182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68500" y="5912648"/>
                  <a:ext cx="46044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D9E1D0-04DD-E932-4C08-5DE707F36884}"/>
              </a:ext>
            </a:extLst>
          </p:cNvPr>
          <p:cNvGrpSpPr/>
          <p:nvPr/>
        </p:nvGrpSpPr>
        <p:grpSpPr>
          <a:xfrm>
            <a:off x="6959340" y="4644728"/>
            <a:ext cx="1427040" cy="472320"/>
            <a:chOff x="6959340" y="4644728"/>
            <a:chExt cx="142704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463341D-57E0-919D-93E0-5D63F407D99E}"/>
                    </a:ext>
                  </a:extLst>
                </p14:cNvPr>
                <p14:cNvContentPartPr/>
                <p14:nvPr/>
              </p14:nvContentPartPr>
              <p14:xfrm>
                <a:off x="6965820" y="4957208"/>
                <a:ext cx="90000" cy="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463341D-57E0-919D-93E0-5D63F407D99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56820" y="4948568"/>
                  <a:ext cx="107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45B1FBB-7446-470E-01C0-E0FA3A71C88B}"/>
                    </a:ext>
                  </a:extLst>
                </p14:cNvPr>
                <p14:cNvContentPartPr/>
                <p14:nvPr/>
              </p14:nvContentPartPr>
              <p14:xfrm>
                <a:off x="6959340" y="4887728"/>
                <a:ext cx="85680" cy="7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45B1FBB-7446-470E-01C0-E0FA3A71C88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50700" y="4878728"/>
                  <a:ext cx="103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50F80D-B1EC-143D-AC13-C72E32923718}"/>
                    </a:ext>
                  </a:extLst>
                </p14:cNvPr>
                <p14:cNvContentPartPr/>
                <p14:nvPr/>
              </p14:nvContentPartPr>
              <p14:xfrm>
                <a:off x="7254900" y="4865408"/>
                <a:ext cx="122760" cy="128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50F80D-B1EC-143D-AC13-C72E3292371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45900" y="4856408"/>
                  <a:ext cx="140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0E5D802-20C5-0023-788B-51F211E5AD91}"/>
                    </a:ext>
                  </a:extLst>
                </p14:cNvPr>
                <p14:cNvContentPartPr/>
                <p14:nvPr/>
              </p14:nvContentPartPr>
              <p14:xfrm>
                <a:off x="7424100" y="4935608"/>
                <a:ext cx="14400" cy="48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0E5D802-20C5-0023-788B-51F211E5AD9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15460" y="4926608"/>
                  <a:ext cx="32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C8B473A-6AC4-ECE4-D4AF-B3738615931F}"/>
                    </a:ext>
                  </a:extLst>
                </p14:cNvPr>
                <p14:cNvContentPartPr/>
                <p14:nvPr/>
              </p14:nvContentPartPr>
              <p14:xfrm>
                <a:off x="7413660" y="4842008"/>
                <a:ext cx="9000" cy="23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C8B473A-6AC4-ECE4-D4AF-B3738615931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405020" y="4833008"/>
                  <a:ext cx="2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3F4451-144C-B2FD-A8A2-8265323078B0}"/>
                    </a:ext>
                  </a:extLst>
                </p14:cNvPr>
                <p14:cNvContentPartPr/>
                <p14:nvPr/>
              </p14:nvContentPartPr>
              <p14:xfrm>
                <a:off x="7486380" y="4929848"/>
                <a:ext cx="130680" cy="50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3F4451-144C-B2FD-A8A2-8265323078B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477740" y="4920848"/>
                  <a:ext cx="148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A642915-7091-7D7F-5B7D-7B6A48842E5E}"/>
                    </a:ext>
                  </a:extLst>
                </p14:cNvPr>
                <p14:cNvContentPartPr/>
                <p14:nvPr/>
              </p14:nvContentPartPr>
              <p14:xfrm>
                <a:off x="7672500" y="4914008"/>
                <a:ext cx="122040" cy="79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A642915-7091-7D7F-5B7D-7B6A48842E5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663860" y="4905008"/>
                  <a:ext cx="139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3F9CDC-E0AC-754F-497F-D2CEB118E37E}"/>
                    </a:ext>
                  </a:extLst>
                </p14:cNvPr>
                <p14:cNvContentPartPr/>
                <p14:nvPr/>
              </p14:nvContentPartPr>
              <p14:xfrm>
                <a:off x="8057700" y="4644728"/>
                <a:ext cx="88560" cy="156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3F9CDC-E0AC-754F-497F-D2CEB118E37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48700" y="4635728"/>
                  <a:ext cx="106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8720F4-B9BD-1D49-99E5-BCD3AA858520}"/>
                    </a:ext>
                  </a:extLst>
                </p14:cNvPr>
                <p14:cNvContentPartPr/>
                <p14:nvPr/>
              </p14:nvContentPartPr>
              <p14:xfrm>
                <a:off x="8030700" y="4727528"/>
                <a:ext cx="95400" cy="11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8720F4-B9BD-1D49-99E5-BCD3AA85852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21700" y="4718888"/>
                  <a:ext cx="113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28238B2-5FA9-3BBC-2636-AFF63BB46964}"/>
                    </a:ext>
                  </a:extLst>
                </p14:cNvPr>
                <p14:cNvContentPartPr/>
                <p14:nvPr/>
              </p14:nvContentPartPr>
              <p14:xfrm>
                <a:off x="8048700" y="4899248"/>
                <a:ext cx="155160" cy="15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28238B2-5FA9-3BBC-2636-AFF63BB4696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040060" y="4890248"/>
                  <a:ext cx="172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8334187-115F-6FCC-6121-1E10BD970450}"/>
                    </a:ext>
                  </a:extLst>
                </p14:cNvPr>
                <p14:cNvContentPartPr/>
                <p14:nvPr/>
              </p14:nvContentPartPr>
              <p14:xfrm>
                <a:off x="8109540" y="5023088"/>
                <a:ext cx="36360" cy="93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8334187-115F-6FCC-6121-1E10BD97045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100900" y="5014448"/>
                  <a:ext cx="54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92A675E-7562-C5A3-EAF8-3E980A42D820}"/>
                    </a:ext>
                  </a:extLst>
                </p14:cNvPr>
                <p14:cNvContentPartPr/>
                <p14:nvPr/>
              </p14:nvContentPartPr>
              <p14:xfrm>
                <a:off x="8023140" y="4992488"/>
                <a:ext cx="149760" cy="11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92A675E-7562-C5A3-EAF8-3E980A42D82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4140" y="4983848"/>
                  <a:ext cx="167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B05C38E-1644-9AED-0B9D-3DC5DD55BBAB}"/>
                    </a:ext>
                  </a:extLst>
                </p14:cNvPr>
                <p14:cNvContentPartPr/>
                <p14:nvPr/>
              </p14:nvContentPartPr>
              <p14:xfrm>
                <a:off x="7875540" y="4784048"/>
                <a:ext cx="76320" cy="237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B05C38E-1644-9AED-0B9D-3DC5DD55BBA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866900" y="4775408"/>
                  <a:ext cx="93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1DC3F3-DF46-A81D-06B7-2E2E722CC4E5}"/>
                    </a:ext>
                  </a:extLst>
                </p14:cNvPr>
                <p14:cNvContentPartPr/>
                <p14:nvPr/>
              </p14:nvContentPartPr>
              <p14:xfrm>
                <a:off x="8260740" y="4805648"/>
                <a:ext cx="125640" cy="249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1DC3F3-DF46-A81D-06B7-2E2E722CC4E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51740" y="4796648"/>
                  <a:ext cx="14328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5425FBF-E98F-7375-CC1B-22123C8B5898}"/>
                  </a:ext>
                </a:extLst>
              </p14:cNvPr>
              <p14:cNvContentPartPr/>
              <p14:nvPr/>
            </p14:nvContentPartPr>
            <p14:xfrm>
              <a:off x="5718780" y="5413328"/>
              <a:ext cx="1440" cy="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5425FBF-E98F-7375-CC1B-22123C8B589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710140" y="5404688"/>
                <a:ext cx="190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7FC357BD-0DAD-CA43-7E55-61F5566E1523}"/>
              </a:ext>
            </a:extLst>
          </p:cNvPr>
          <p:cNvGrpSpPr/>
          <p:nvPr/>
        </p:nvGrpSpPr>
        <p:grpSpPr>
          <a:xfrm>
            <a:off x="5268060" y="5142608"/>
            <a:ext cx="442440" cy="241560"/>
            <a:chOff x="5268060" y="5142608"/>
            <a:chExt cx="44244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9734241-902B-36C8-89FC-7314575FC3F0}"/>
                    </a:ext>
                  </a:extLst>
                </p14:cNvPr>
                <p14:cNvContentPartPr/>
                <p14:nvPr/>
              </p14:nvContentPartPr>
              <p14:xfrm>
                <a:off x="5455620" y="5258528"/>
                <a:ext cx="254880" cy="125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9734241-902B-36C8-89FC-7314575FC3F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446980" y="5249528"/>
                  <a:ext cx="272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1082B05-C327-4BFF-3261-9A06DF34EEC2}"/>
                    </a:ext>
                  </a:extLst>
                </p14:cNvPr>
                <p14:cNvContentPartPr/>
                <p14:nvPr/>
              </p14:nvContentPartPr>
              <p14:xfrm>
                <a:off x="5268060" y="5142608"/>
                <a:ext cx="47160" cy="155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1082B05-C327-4BFF-3261-9A06DF34EEC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59060" y="5133968"/>
                  <a:ext cx="6480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7D8151D-E671-4A50-D423-9B59C5C94212}"/>
              </a:ext>
            </a:extLst>
          </p:cNvPr>
          <p:cNvGrpSpPr/>
          <p:nvPr/>
        </p:nvGrpSpPr>
        <p:grpSpPr>
          <a:xfrm>
            <a:off x="9458100" y="4614128"/>
            <a:ext cx="1082880" cy="450360"/>
            <a:chOff x="9458100" y="4614128"/>
            <a:chExt cx="1082880" cy="4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E9BB85-A994-5F45-E195-FD8D65D599C8}"/>
                    </a:ext>
                  </a:extLst>
                </p14:cNvPr>
                <p14:cNvContentPartPr/>
                <p14:nvPr/>
              </p14:nvContentPartPr>
              <p14:xfrm>
                <a:off x="9458100" y="4794848"/>
                <a:ext cx="106920" cy="126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E9BB85-A994-5F45-E195-FD8D65D599C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49460" y="4786208"/>
                  <a:ext cx="124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CCAC3A-851A-C873-5937-7E2ED31770DB}"/>
                    </a:ext>
                  </a:extLst>
                </p14:cNvPr>
                <p14:cNvContentPartPr/>
                <p14:nvPr/>
              </p14:nvContentPartPr>
              <p14:xfrm>
                <a:off x="9623700" y="4878368"/>
                <a:ext cx="3600" cy="26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CCAC3A-851A-C873-5937-7E2ED31770D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15060" y="4869368"/>
                  <a:ext cx="21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EDF2AB8-6F0A-9B48-6A20-1AD1BC925E0E}"/>
                    </a:ext>
                  </a:extLst>
                </p14:cNvPr>
                <p14:cNvContentPartPr/>
                <p14:nvPr/>
              </p14:nvContentPartPr>
              <p14:xfrm>
                <a:off x="9611460" y="4758848"/>
                <a:ext cx="2520" cy="34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EDF2AB8-6F0A-9B48-6A20-1AD1BC925E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602460" y="4750208"/>
                  <a:ext cx="20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96980D5-8886-D13C-D200-AF74D9AE01F7}"/>
                    </a:ext>
                  </a:extLst>
                </p14:cNvPr>
                <p14:cNvContentPartPr/>
                <p14:nvPr/>
              </p14:nvContentPartPr>
              <p14:xfrm>
                <a:off x="9709740" y="4867208"/>
                <a:ext cx="119520" cy="39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96980D5-8886-D13C-D200-AF74D9AE01F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701100" y="4858208"/>
                  <a:ext cx="137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D7FDB72-803F-77F8-515A-3EC874E7BADC}"/>
                    </a:ext>
                  </a:extLst>
                </p14:cNvPr>
                <p14:cNvContentPartPr/>
                <p14:nvPr/>
              </p14:nvContentPartPr>
              <p14:xfrm>
                <a:off x="9870660" y="4805648"/>
                <a:ext cx="118440" cy="94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D7FDB72-803F-77F8-515A-3EC874E7BAD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861660" y="4796648"/>
                  <a:ext cx="136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C0EB3CB-F516-EE4B-A5AC-748900BB268F}"/>
                    </a:ext>
                  </a:extLst>
                </p14:cNvPr>
                <p14:cNvContentPartPr/>
                <p14:nvPr/>
              </p14:nvContentPartPr>
              <p14:xfrm>
                <a:off x="10219140" y="4614128"/>
                <a:ext cx="68400" cy="159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C0EB3CB-F516-EE4B-A5AC-748900BB268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210500" y="4605488"/>
                  <a:ext cx="86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6A9879C-7295-15CC-0330-235D84FC6094}"/>
                    </a:ext>
                  </a:extLst>
                </p14:cNvPr>
                <p14:cNvContentPartPr/>
                <p14:nvPr/>
              </p14:nvContentPartPr>
              <p14:xfrm>
                <a:off x="10172700" y="4686128"/>
                <a:ext cx="114480" cy="136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6A9879C-7295-15CC-0330-235D84FC609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63700" y="4677128"/>
                  <a:ext cx="1321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3A371E8-4AC6-D8E5-91B3-DFBE4B0FF37A}"/>
                    </a:ext>
                  </a:extLst>
                </p14:cNvPr>
                <p14:cNvContentPartPr/>
                <p14:nvPr/>
              </p14:nvContentPartPr>
              <p14:xfrm>
                <a:off x="10208700" y="4867568"/>
                <a:ext cx="177120" cy="5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3A371E8-4AC6-D8E5-91B3-DFBE4B0FF37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200060" y="4858928"/>
                  <a:ext cx="194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396F88-A08F-0495-735B-F9ACE2601DAB}"/>
                    </a:ext>
                  </a:extLst>
                </p14:cNvPr>
                <p14:cNvContentPartPr/>
                <p14:nvPr/>
              </p14:nvContentPartPr>
              <p14:xfrm>
                <a:off x="10287900" y="4951088"/>
                <a:ext cx="19440" cy="113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396F88-A08F-0495-735B-F9ACE2601DA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278900" y="4942088"/>
                  <a:ext cx="37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05EB90B-437D-32D7-C855-44CB7C69EAFA}"/>
                    </a:ext>
                  </a:extLst>
                </p14:cNvPr>
                <p14:cNvContentPartPr/>
                <p14:nvPr/>
              </p14:nvContentPartPr>
              <p14:xfrm>
                <a:off x="10227060" y="4968728"/>
                <a:ext cx="143280" cy="14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05EB90B-437D-32D7-C855-44CB7C69EAF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218060" y="4959728"/>
                  <a:ext cx="160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10B9AB3-53DD-A62E-B491-5B8C3C35F3BC}"/>
                    </a:ext>
                  </a:extLst>
                </p14:cNvPr>
                <p14:cNvContentPartPr/>
                <p14:nvPr/>
              </p14:nvContentPartPr>
              <p14:xfrm>
                <a:off x="10099620" y="4758848"/>
                <a:ext cx="53640" cy="183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10B9AB3-53DD-A62E-B491-5B8C3C35F3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90620" y="4750208"/>
                  <a:ext cx="71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A1DA4E1-DF0F-36BA-FACA-CCAF2E0BDC87}"/>
                    </a:ext>
                  </a:extLst>
                </p14:cNvPr>
                <p14:cNvContentPartPr/>
                <p14:nvPr/>
              </p14:nvContentPartPr>
              <p14:xfrm>
                <a:off x="10416780" y="4737968"/>
                <a:ext cx="124200" cy="253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A1DA4E1-DF0F-36BA-FACA-CCAF2E0BDC8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407780" y="4729328"/>
                  <a:ext cx="1418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01CB015-AE42-1901-624F-E1FE94E7BC18}"/>
              </a:ext>
            </a:extLst>
          </p:cNvPr>
          <p:cNvGrpSpPr/>
          <p:nvPr/>
        </p:nvGrpSpPr>
        <p:grpSpPr>
          <a:xfrm>
            <a:off x="10692180" y="4726808"/>
            <a:ext cx="294840" cy="195120"/>
            <a:chOff x="10692180" y="4726808"/>
            <a:chExt cx="2948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D0084EA-A834-0413-27DC-CE11887F8A18}"/>
                    </a:ext>
                  </a:extLst>
                </p14:cNvPr>
                <p14:cNvContentPartPr/>
                <p14:nvPr/>
              </p14:nvContentPartPr>
              <p14:xfrm>
                <a:off x="10718100" y="4857488"/>
                <a:ext cx="93600" cy="25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D0084EA-A834-0413-27DC-CE11887F8A1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709460" y="4848848"/>
                  <a:ext cx="111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99E7062-E940-E542-528B-2D64725AC9D6}"/>
                    </a:ext>
                  </a:extLst>
                </p14:cNvPr>
                <p14:cNvContentPartPr/>
                <p14:nvPr/>
              </p14:nvContentPartPr>
              <p14:xfrm>
                <a:off x="10692180" y="4802408"/>
                <a:ext cx="119880" cy="6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99E7062-E940-E542-528B-2D64725AC9D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683180" y="4793768"/>
                  <a:ext cx="137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C4E9071-4FAD-6C10-8FE6-FCF0070E6E37}"/>
                    </a:ext>
                  </a:extLst>
                </p14:cNvPr>
                <p14:cNvContentPartPr/>
                <p14:nvPr/>
              </p14:nvContentPartPr>
              <p14:xfrm>
                <a:off x="10930860" y="4726808"/>
                <a:ext cx="56160" cy="195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C4E9071-4FAD-6C10-8FE6-FCF0070E6E3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922220" y="4717808"/>
                  <a:ext cx="7380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8F50D6E-8736-7620-BC3D-E46EC853D670}"/>
              </a:ext>
            </a:extLst>
          </p:cNvPr>
          <p:cNvGrpSpPr/>
          <p:nvPr/>
        </p:nvGrpSpPr>
        <p:grpSpPr>
          <a:xfrm>
            <a:off x="11211660" y="4674608"/>
            <a:ext cx="717840" cy="306720"/>
            <a:chOff x="11211660" y="4674608"/>
            <a:chExt cx="71784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57BC4D4-223D-5F04-88D1-91BACBF85A91}"/>
                    </a:ext>
                  </a:extLst>
                </p14:cNvPr>
                <p14:cNvContentPartPr/>
                <p14:nvPr/>
              </p14:nvContentPartPr>
              <p14:xfrm>
                <a:off x="11254140" y="4826528"/>
                <a:ext cx="10440" cy="58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57BC4D4-223D-5F04-88D1-91BACBF85A9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245500" y="4817528"/>
                  <a:ext cx="28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A3E48D4-580A-CDB7-B632-65658DBE27D7}"/>
                    </a:ext>
                  </a:extLst>
                </p14:cNvPr>
                <p14:cNvContentPartPr/>
                <p14:nvPr/>
              </p14:nvContentPartPr>
              <p14:xfrm>
                <a:off x="11211660" y="4707008"/>
                <a:ext cx="3600" cy="3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A3E48D4-580A-CDB7-B632-65658DBE27D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202660" y="469800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3BC41E4-AB04-8C5D-AE3B-1FC95D3B173E}"/>
                    </a:ext>
                  </a:extLst>
                </p14:cNvPr>
                <p14:cNvContentPartPr/>
                <p14:nvPr/>
              </p14:nvContentPartPr>
              <p14:xfrm>
                <a:off x="11297700" y="4683248"/>
                <a:ext cx="116640" cy="298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3BC41E4-AB04-8C5D-AE3B-1FC95D3B17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289060" y="4674248"/>
                  <a:ext cx="134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3E49559-3BBF-2709-753C-846621B1D06C}"/>
                    </a:ext>
                  </a:extLst>
                </p14:cNvPr>
                <p14:cNvContentPartPr/>
                <p14:nvPr/>
              </p14:nvContentPartPr>
              <p14:xfrm>
                <a:off x="11338740" y="4899608"/>
                <a:ext cx="65520" cy="5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3E49559-3BBF-2709-753C-846621B1D06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329740" y="4890608"/>
                  <a:ext cx="83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FBDFE7C-2C99-0FA3-010D-934B7AFEC5AF}"/>
                    </a:ext>
                  </a:extLst>
                </p14:cNvPr>
                <p14:cNvContentPartPr/>
                <p14:nvPr/>
              </p14:nvContentPartPr>
              <p14:xfrm>
                <a:off x="11561940" y="4674608"/>
                <a:ext cx="90360" cy="222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FBDFE7C-2C99-0FA3-010D-934B7AFEC5A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553300" y="4665968"/>
                  <a:ext cx="108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8D81448-5705-5516-1B97-DD4E17C3C220}"/>
                    </a:ext>
                  </a:extLst>
                </p14:cNvPr>
                <p14:cNvContentPartPr/>
                <p14:nvPr/>
              </p14:nvContentPartPr>
              <p14:xfrm>
                <a:off x="11513340" y="4805648"/>
                <a:ext cx="135000" cy="7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8D81448-5705-5516-1B97-DD4E17C3C22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504700" y="4796648"/>
                  <a:ext cx="152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6C55E6D-0A91-882A-B014-268AC2F12E15}"/>
                    </a:ext>
                  </a:extLst>
                </p14:cNvPr>
                <p14:cNvContentPartPr/>
                <p14:nvPr/>
              </p14:nvContentPartPr>
              <p14:xfrm>
                <a:off x="11740860" y="4829408"/>
                <a:ext cx="42840" cy="2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6C55E6D-0A91-882A-B014-268AC2F12E1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731860" y="4820408"/>
                  <a:ext cx="604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2DD49FF-822C-468C-9573-A1C35BE0E3C4}"/>
                    </a:ext>
                  </a:extLst>
                </p14:cNvPr>
                <p14:cNvContentPartPr/>
                <p14:nvPr/>
              </p14:nvContentPartPr>
              <p14:xfrm>
                <a:off x="11686860" y="4784768"/>
                <a:ext cx="70920" cy="6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2DD49FF-822C-468C-9573-A1C35BE0E3C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677860" y="4776128"/>
                  <a:ext cx="88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8E9C87-7D13-56B2-5745-0C30E5D10438}"/>
                    </a:ext>
                  </a:extLst>
                </p14:cNvPr>
                <p14:cNvContentPartPr/>
                <p14:nvPr/>
              </p14:nvContentPartPr>
              <p14:xfrm>
                <a:off x="11848500" y="4712048"/>
                <a:ext cx="81000" cy="150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8E9C87-7D13-56B2-5745-0C30E5D1043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839500" y="4703408"/>
                  <a:ext cx="9864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4DCDD5E-9247-DBB0-42CE-1122E1BFCCC0}"/>
              </a:ext>
            </a:extLst>
          </p:cNvPr>
          <p:cNvGrpSpPr/>
          <p:nvPr/>
        </p:nvGrpSpPr>
        <p:grpSpPr>
          <a:xfrm>
            <a:off x="10679220" y="5376968"/>
            <a:ext cx="101520" cy="63360"/>
            <a:chOff x="10679220" y="5376968"/>
            <a:chExt cx="101520" cy="6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489E4A-59B0-FCDF-7544-350D6FE86949}"/>
                    </a:ext>
                  </a:extLst>
                </p14:cNvPr>
                <p14:cNvContentPartPr/>
                <p14:nvPr/>
              </p14:nvContentPartPr>
              <p14:xfrm>
                <a:off x="10709460" y="5429168"/>
                <a:ext cx="61200" cy="11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489E4A-59B0-FCDF-7544-350D6FE8694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700460" y="5420168"/>
                  <a:ext cx="78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23DD479-12EB-B304-DDD7-1EACD8B0FBE9}"/>
                    </a:ext>
                  </a:extLst>
                </p14:cNvPr>
                <p14:cNvContentPartPr/>
                <p14:nvPr/>
              </p14:nvContentPartPr>
              <p14:xfrm>
                <a:off x="10679220" y="5376968"/>
                <a:ext cx="101520" cy="5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23DD479-12EB-B304-DDD7-1EACD8B0FBE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670220" y="5367968"/>
                  <a:ext cx="11916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C1A881D-B6AB-EBBC-0C1E-96A6E6904B96}"/>
                  </a:ext>
                </a:extLst>
              </p14:cNvPr>
              <p14:cNvContentPartPr/>
              <p14:nvPr/>
            </p14:nvContentPartPr>
            <p14:xfrm>
              <a:off x="10909620" y="5283368"/>
              <a:ext cx="152280" cy="1620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C1A881D-B6AB-EBBC-0C1E-96A6E6904B9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10900620" y="5274728"/>
                <a:ext cx="16992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050AA17-2B1A-4FA2-EE78-DF5443827C4C}"/>
              </a:ext>
            </a:extLst>
          </p:cNvPr>
          <p:cNvGrpSpPr/>
          <p:nvPr/>
        </p:nvGrpSpPr>
        <p:grpSpPr>
          <a:xfrm>
            <a:off x="11265660" y="5189048"/>
            <a:ext cx="819720" cy="330840"/>
            <a:chOff x="11265660" y="5189048"/>
            <a:chExt cx="81972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86CB8E4-DD17-9DCE-02AA-AB403BE58F5A}"/>
                    </a:ext>
                  </a:extLst>
                </p14:cNvPr>
                <p14:cNvContentPartPr/>
                <p14:nvPr/>
              </p14:nvContentPartPr>
              <p14:xfrm>
                <a:off x="11278980" y="5356448"/>
                <a:ext cx="32760" cy="75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86CB8E4-DD17-9DCE-02AA-AB403BE58F5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270340" y="5347448"/>
                  <a:ext cx="50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4EABA97-8884-8A6B-2E75-3E960FBB83C0}"/>
                    </a:ext>
                  </a:extLst>
                </p14:cNvPr>
                <p14:cNvContentPartPr/>
                <p14:nvPr/>
              </p14:nvContentPartPr>
              <p14:xfrm>
                <a:off x="11265660" y="5242328"/>
                <a:ext cx="8640" cy="10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4EABA97-8884-8A6B-2E75-3E960FBB83C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257020" y="5233328"/>
                  <a:ext cx="26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4333E80-E8A8-B94B-F9E8-A83F077FE4EC}"/>
                    </a:ext>
                  </a:extLst>
                </p14:cNvPr>
                <p14:cNvContentPartPr/>
                <p14:nvPr/>
              </p14:nvContentPartPr>
              <p14:xfrm>
                <a:off x="11353500" y="5192288"/>
                <a:ext cx="103320" cy="327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4333E80-E8A8-B94B-F9E8-A83F077FE4E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344860" y="5183648"/>
                  <a:ext cx="1209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A54E60-02E3-DF50-E91D-9C4CE0AF5273}"/>
                    </a:ext>
                  </a:extLst>
                </p14:cNvPr>
                <p14:cNvContentPartPr/>
                <p14:nvPr/>
              </p14:nvContentPartPr>
              <p14:xfrm>
                <a:off x="11361060" y="5392808"/>
                <a:ext cx="90000" cy="10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A54E60-02E3-DF50-E91D-9C4CE0AF527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352060" y="5383808"/>
                  <a:ext cx="107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F98854B-5294-F4AC-67B6-97D4BAACFDDA}"/>
                    </a:ext>
                  </a:extLst>
                </p14:cNvPr>
                <p14:cNvContentPartPr/>
                <p14:nvPr/>
              </p14:nvContentPartPr>
              <p14:xfrm>
                <a:off x="11590740" y="5202368"/>
                <a:ext cx="100440" cy="219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F98854B-5294-F4AC-67B6-97D4BAACFDD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582100" y="5193728"/>
                  <a:ext cx="1180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A9F6ABF-974D-446D-FA6A-36D112EFFB8E}"/>
                    </a:ext>
                  </a:extLst>
                </p14:cNvPr>
                <p14:cNvContentPartPr/>
                <p14:nvPr/>
              </p14:nvContentPartPr>
              <p14:xfrm>
                <a:off x="11569860" y="5320088"/>
                <a:ext cx="114840" cy="20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A9F6ABF-974D-446D-FA6A-36D112EFFB8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561220" y="5311088"/>
                  <a:ext cx="132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C40EC51-42DC-A005-7900-33A3C14ED513}"/>
                    </a:ext>
                  </a:extLst>
                </p14:cNvPr>
                <p14:cNvContentPartPr/>
                <p14:nvPr/>
              </p14:nvContentPartPr>
              <p14:xfrm>
                <a:off x="11764260" y="5327288"/>
                <a:ext cx="66240" cy="9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C40EC51-42DC-A005-7900-33A3C14ED51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755260" y="5318648"/>
                  <a:ext cx="83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E395B28-FFD2-DDB3-F004-79474A74772C}"/>
                    </a:ext>
                  </a:extLst>
                </p14:cNvPr>
                <p14:cNvContentPartPr/>
                <p14:nvPr/>
              </p14:nvContentPartPr>
              <p14:xfrm>
                <a:off x="11723220" y="5252408"/>
                <a:ext cx="70560" cy="5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E395B28-FFD2-DDB3-F004-79474A74772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714580" y="5243768"/>
                  <a:ext cx="88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0B6578D-8409-C841-185E-BF60343333DB}"/>
                    </a:ext>
                  </a:extLst>
                </p14:cNvPr>
                <p14:cNvContentPartPr/>
                <p14:nvPr/>
              </p14:nvContentPartPr>
              <p14:xfrm>
                <a:off x="11918340" y="5232608"/>
                <a:ext cx="42120" cy="217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0B6578D-8409-C841-185E-BF60343333D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909340" y="5223968"/>
                  <a:ext cx="59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074216E-A7C2-BC34-464E-F5CFB654A9D7}"/>
                    </a:ext>
                  </a:extLst>
                </p14:cNvPr>
                <p14:cNvContentPartPr/>
                <p14:nvPr/>
              </p14:nvContentPartPr>
              <p14:xfrm>
                <a:off x="11975220" y="5356448"/>
                <a:ext cx="109800" cy="63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074216E-A7C2-BC34-464E-F5CFB654A9D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966220" y="5347448"/>
                  <a:ext cx="127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550D693-F394-4DA2-AB20-FC9D02BB5F94}"/>
                    </a:ext>
                  </a:extLst>
                </p14:cNvPr>
                <p14:cNvContentPartPr/>
                <p14:nvPr/>
              </p14:nvContentPartPr>
              <p14:xfrm>
                <a:off x="12037860" y="5252408"/>
                <a:ext cx="47160" cy="151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550D693-F394-4DA2-AB20-FC9D02BB5F9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2028860" y="5243768"/>
                  <a:ext cx="64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CA76967-1644-A180-614A-3BD6D0BD422C}"/>
                    </a:ext>
                  </a:extLst>
                </p14:cNvPr>
                <p14:cNvContentPartPr/>
                <p14:nvPr/>
              </p14:nvContentPartPr>
              <p14:xfrm>
                <a:off x="11965140" y="5189048"/>
                <a:ext cx="120240" cy="19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CA76967-1644-A180-614A-3BD6D0BD422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956140" y="5180048"/>
                  <a:ext cx="1378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EF32327-3A3C-19B8-12AC-11D79E4FF357}"/>
              </a:ext>
            </a:extLst>
          </p:cNvPr>
          <p:cNvGrpSpPr/>
          <p:nvPr/>
        </p:nvGrpSpPr>
        <p:grpSpPr>
          <a:xfrm>
            <a:off x="9595260" y="5943248"/>
            <a:ext cx="1265400" cy="588240"/>
            <a:chOff x="9595260" y="5943248"/>
            <a:chExt cx="126540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AD616C5-C6D0-9B1C-F0B2-53379D18D083}"/>
                    </a:ext>
                  </a:extLst>
                </p14:cNvPr>
                <p14:cNvContentPartPr/>
                <p14:nvPr/>
              </p14:nvContentPartPr>
              <p14:xfrm>
                <a:off x="9595260" y="6150968"/>
                <a:ext cx="146520" cy="120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AD616C5-C6D0-9B1C-F0B2-53379D18D08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586260" y="6141968"/>
                  <a:ext cx="164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459AE7C-3CE7-9DA2-3BAD-36DBBA3DE44D}"/>
                    </a:ext>
                  </a:extLst>
                </p14:cNvPr>
                <p14:cNvContentPartPr/>
                <p14:nvPr/>
              </p14:nvContentPartPr>
              <p14:xfrm>
                <a:off x="9784260" y="6208568"/>
                <a:ext cx="30240" cy="41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459AE7C-3CE7-9DA2-3BAD-36DBBA3DE44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75260" y="6199568"/>
                  <a:ext cx="47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96661E3-AD9E-F95F-2386-68630B0C86AC}"/>
                    </a:ext>
                  </a:extLst>
                </p14:cNvPr>
                <p14:cNvContentPartPr/>
                <p14:nvPr/>
              </p14:nvContentPartPr>
              <p14:xfrm>
                <a:off x="9793260" y="6108128"/>
                <a:ext cx="360" cy="6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96661E3-AD9E-F95F-2386-68630B0C86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84260" y="609948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D5E0705-4162-0AC7-8192-561482E8284D}"/>
                    </a:ext>
                  </a:extLst>
                </p14:cNvPr>
                <p14:cNvContentPartPr/>
                <p14:nvPr/>
              </p14:nvContentPartPr>
              <p14:xfrm>
                <a:off x="9886860" y="6192728"/>
                <a:ext cx="150840" cy="42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D5E0705-4162-0AC7-8192-561482E8284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877860" y="6183728"/>
                  <a:ext cx="168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54E304B-C403-85F5-75BC-783DAB0DFBFA}"/>
                    </a:ext>
                  </a:extLst>
                </p14:cNvPr>
                <p14:cNvContentPartPr/>
                <p14:nvPr/>
              </p14:nvContentPartPr>
              <p14:xfrm>
                <a:off x="10262700" y="6082568"/>
                <a:ext cx="25560" cy="56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54E304B-C403-85F5-75BC-783DAB0DFBF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54060" y="6073568"/>
                  <a:ext cx="43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C50FD90-54B2-C1F2-1725-B04539FFE22A}"/>
                    </a:ext>
                  </a:extLst>
                </p14:cNvPr>
                <p14:cNvContentPartPr/>
                <p14:nvPr/>
              </p14:nvContentPartPr>
              <p14:xfrm>
                <a:off x="10307700" y="6073208"/>
                <a:ext cx="34920" cy="63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C50FD90-54B2-C1F2-1725-B04539FFE22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298700" y="6064568"/>
                  <a:ext cx="52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CB87F69-99AE-7BCC-0AB3-932CCA3F4B80}"/>
                    </a:ext>
                  </a:extLst>
                </p14:cNvPr>
                <p14:cNvContentPartPr/>
                <p14:nvPr/>
              </p14:nvContentPartPr>
              <p14:xfrm>
                <a:off x="10219860" y="6016328"/>
                <a:ext cx="145440" cy="10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CB87F69-99AE-7BCC-0AB3-932CCA3F4B8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210860" y="6007688"/>
                  <a:ext cx="163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DE439B3-8B63-755C-8AFB-9BD9896548A9}"/>
                    </a:ext>
                  </a:extLst>
                </p14:cNvPr>
                <p14:cNvContentPartPr/>
                <p14:nvPr/>
              </p14:nvContentPartPr>
              <p14:xfrm>
                <a:off x="10390860" y="5943248"/>
                <a:ext cx="103320" cy="155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DE439B3-8B63-755C-8AFB-9BD9896548A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381860" y="5934608"/>
                  <a:ext cx="120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BD7CB1C-7729-E655-B728-810A8A473F73}"/>
                    </a:ext>
                  </a:extLst>
                </p14:cNvPr>
                <p14:cNvContentPartPr/>
                <p14:nvPr/>
              </p14:nvContentPartPr>
              <p14:xfrm>
                <a:off x="10410660" y="6021368"/>
                <a:ext cx="99720" cy="15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BD7CB1C-7729-E655-B728-810A8A473F7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402020" y="6012368"/>
                  <a:ext cx="117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51097DB-F1AB-B414-C18E-485AF3204E01}"/>
                    </a:ext>
                  </a:extLst>
                </p14:cNvPr>
                <p14:cNvContentPartPr/>
                <p14:nvPr/>
              </p14:nvContentPartPr>
              <p14:xfrm>
                <a:off x="10572300" y="5943248"/>
                <a:ext cx="47160" cy="161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51097DB-F1AB-B414-C18E-485AF3204E0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563660" y="5934608"/>
                  <a:ext cx="64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141D702-2D43-636B-8225-8A1E3E0D0655}"/>
                    </a:ext>
                  </a:extLst>
                </p14:cNvPr>
                <p14:cNvContentPartPr/>
                <p14:nvPr/>
              </p14:nvContentPartPr>
              <p14:xfrm>
                <a:off x="10692180" y="6057728"/>
                <a:ext cx="33120" cy="936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141D702-2D43-636B-8225-8A1E3E0D065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683180" y="6048728"/>
                  <a:ext cx="50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B3DE06-141A-944A-6E15-AA9BA81BBE7C}"/>
                    </a:ext>
                  </a:extLst>
                </p14:cNvPr>
                <p14:cNvContentPartPr/>
                <p14:nvPr/>
              </p14:nvContentPartPr>
              <p14:xfrm>
                <a:off x="10657620" y="6039728"/>
                <a:ext cx="86760" cy="6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B3DE06-141A-944A-6E15-AA9BA81BBE7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648980" y="6031088"/>
                  <a:ext cx="104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3DE8035-1A31-8343-787A-B9914F1AAF83}"/>
                    </a:ext>
                  </a:extLst>
                </p14:cNvPr>
                <p14:cNvContentPartPr/>
                <p14:nvPr/>
              </p14:nvContentPartPr>
              <p14:xfrm>
                <a:off x="10096020" y="5988608"/>
                <a:ext cx="90360" cy="217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3DE8035-1A31-8343-787A-B9914F1AAF8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087020" y="5979608"/>
                  <a:ext cx="108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583F4C9-DF75-C1FD-F02E-102A220E04FE}"/>
                    </a:ext>
                  </a:extLst>
                </p14:cNvPr>
                <p14:cNvContentPartPr/>
                <p14:nvPr/>
              </p14:nvContentPartPr>
              <p14:xfrm>
                <a:off x="10764900" y="5963768"/>
                <a:ext cx="95760" cy="166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583F4C9-DF75-C1FD-F02E-102A220E04F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755900" y="5954768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6EDDA4B-D71B-C00E-DB65-E183ADCC5482}"/>
                    </a:ext>
                  </a:extLst>
                </p14:cNvPr>
                <p14:cNvContentPartPr/>
                <p14:nvPr/>
              </p14:nvContentPartPr>
              <p14:xfrm>
                <a:off x="9672300" y="6265448"/>
                <a:ext cx="1099440" cy="92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6EDDA4B-D71B-C00E-DB65-E183ADCC548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63660" y="6256808"/>
                  <a:ext cx="1117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3ADD51-D51E-96C9-BD3C-2119005E5070}"/>
                    </a:ext>
                  </a:extLst>
                </p14:cNvPr>
                <p14:cNvContentPartPr/>
                <p14:nvPr/>
              </p14:nvContentPartPr>
              <p14:xfrm>
                <a:off x="10047780" y="6410888"/>
                <a:ext cx="20160" cy="644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3ADD51-D51E-96C9-BD3C-2119005E507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38780" y="6401888"/>
                  <a:ext cx="37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9651204-DCC0-DBB6-B3B2-156A35EEBF6E}"/>
                    </a:ext>
                  </a:extLst>
                </p14:cNvPr>
                <p14:cNvContentPartPr/>
                <p14:nvPr/>
              </p14:nvContentPartPr>
              <p14:xfrm>
                <a:off x="10099620" y="6405848"/>
                <a:ext cx="43200" cy="73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9651204-DCC0-DBB6-B3B2-156A35EEBF6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090980" y="6396848"/>
                  <a:ext cx="60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B926728-AF97-5C6D-8D1B-DD31E83359B2}"/>
                    </a:ext>
                  </a:extLst>
                </p14:cNvPr>
                <p14:cNvContentPartPr/>
                <p14:nvPr/>
              </p14:nvContentPartPr>
              <p14:xfrm>
                <a:off x="9988740" y="6369128"/>
                <a:ext cx="142560" cy="7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B926728-AF97-5C6D-8D1B-DD31E83359B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979740" y="6360488"/>
                  <a:ext cx="160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57F54F7-86C7-71D5-3054-03E4A18509CF}"/>
                    </a:ext>
                  </a:extLst>
                </p14:cNvPr>
                <p14:cNvContentPartPr/>
                <p14:nvPr/>
              </p14:nvContentPartPr>
              <p14:xfrm>
                <a:off x="10214100" y="6368408"/>
                <a:ext cx="77400" cy="109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57F54F7-86C7-71D5-3054-03E4A18509C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205460" y="6359768"/>
                  <a:ext cx="95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CD9154A-8A64-DD1F-9275-419D83145AD5}"/>
                    </a:ext>
                  </a:extLst>
                </p14:cNvPr>
                <p14:cNvContentPartPr/>
                <p14:nvPr/>
              </p14:nvContentPartPr>
              <p14:xfrm>
                <a:off x="10160820" y="6395408"/>
                <a:ext cx="100440" cy="21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CD9154A-8A64-DD1F-9275-419D83145AD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152180" y="6386768"/>
                  <a:ext cx="118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0B7DA05-8B1E-4B45-846A-F3540FF1E859}"/>
                    </a:ext>
                  </a:extLst>
                </p14:cNvPr>
                <p14:cNvContentPartPr/>
                <p14:nvPr/>
              </p14:nvContentPartPr>
              <p14:xfrm>
                <a:off x="10291500" y="6338168"/>
                <a:ext cx="104760" cy="1825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0B7DA05-8B1E-4B45-846A-F3540FF1E85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282860" y="6329528"/>
                  <a:ext cx="122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1B52D9-4D83-E8EF-F196-CAF268305674}"/>
                    </a:ext>
                  </a:extLst>
                </p14:cNvPr>
                <p14:cNvContentPartPr/>
                <p14:nvPr/>
              </p14:nvContentPartPr>
              <p14:xfrm>
                <a:off x="10421820" y="6452648"/>
                <a:ext cx="20520" cy="78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1B52D9-4D83-E8EF-F196-CAF26830567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412820" y="6443648"/>
                  <a:ext cx="38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E71DE4C-31D4-5BD6-A08F-C52151B943FB}"/>
                    </a:ext>
                  </a:extLst>
                </p14:cNvPr>
                <p14:cNvContentPartPr/>
                <p14:nvPr/>
              </p14:nvContentPartPr>
              <p14:xfrm>
                <a:off x="10361700" y="6422048"/>
                <a:ext cx="117720" cy="15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E71DE4C-31D4-5BD6-A08F-C52151B943F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352700" y="6413408"/>
                  <a:ext cx="13536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30FB6FC-5FA7-89F5-6B63-C2BB4509408E}"/>
                  </a:ext>
                </a:extLst>
              </p14:cNvPr>
              <p14:cNvContentPartPr/>
              <p14:nvPr/>
            </p14:nvContentPartPr>
            <p14:xfrm>
              <a:off x="6166980" y="5959808"/>
              <a:ext cx="10440" cy="1087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30FB6FC-5FA7-89F5-6B63-C2BB4509408E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6157980" y="5950808"/>
                <a:ext cx="2808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oup 180">
            <a:extLst>
              <a:ext uri="{FF2B5EF4-FFF2-40B4-BE49-F238E27FC236}">
                <a16:creationId xmlns:a16="http://schemas.microsoft.com/office/drawing/2014/main" id="{7CB29918-AE52-180E-DFC2-5A1F749B81E0}"/>
              </a:ext>
            </a:extLst>
          </p:cNvPr>
          <p:cNvGrpSpPr/>
          <p:nvPr/>
        </p:nvGrpSpPr>
        <p:grpSpPr>
          <a:xfrm>
            <a:off x="6030180" y="6223688"/>
            <a:ext cx="174960" cy="149760"/>
            <a:chOff x="6030180" y="6223688"/>
            <a:chExt cx="17496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AE4896C-E98D-6D24-0F65-DAA95A2F64A9}"/>
                    </a:ext>
                  </a:extLst>
                </p14:cNvPr>
                <p14:cNvContentPartPr/>
                <p14:nvPr/>
              </p14:nvContentPartPr>
              <p14:xfrm>
                <a:off x="6146460" y="6255008"/>
                <a:ext cx="15480" cy="118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AE4896C-E98D-6D24-0F65-DAA95A2F64A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137460" y="6246368"/>
                  <a:ext cx="33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D2B602E-BD79-2700-3F3F-D520F2EA7B7C}"/>
                    </a:ext>
                  </a:extLst>
                </p14:cNvPr>
                <p14:cNvContentPartPr/>
                <p14:nvPr/>
              </p14:nvContentPartPr>
              <p14:xfrm>
                <a:off x="6030180" y="6223688"/>
                <a:ext cx="174960" cy="26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D2B602E-BD79-2700-3F3F-D520F2EA7B7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021540" y="6215048"/>
                  <a:ext cx="19260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03C5A03-5A3A-025C-D427-FD95D3EBF916}"/>
                  </a:ext>
                </a:extLst>
              </p14:cNvPr>
              <p14:cNvContentPartPr/>
              <p14:nvPr/>
            </p14:nvContentPartPr>
            <p14:xfrm>
              <a:off x="6509700" y="5939288"/>
              <a:ext cx="21240" cy="1339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03C5A03-5A3A-025C-D427-FD95D3EBF916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6501060" y="5930648"/>
                <a:ext cx="388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04D1DAAA-DE29-0959-92B8-164F489E7AA4}"/>
                  </a:ext>
                </a:extLst>
              </p14:cNvPr>
              <p14:cNvContentPartPr/>
              <p14:nvPr/>
            </p14:nvContentPartPr>
            <p14:xfrm>
              <a:off x="6821460" y="5963768"/>
              <a:ext cx="15840" cy="1076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04D1DAAA-DE29-0959-92B8-164F489E7AA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6812460" y="5954768"/>
                <a:ext cx="3348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F2661FE-AAA9-8B9D-FC64-DE75188FD756}"/>
              </a:ext>
            </a:extLst>
          </p:cNvPr>
          <p:cNvGrpSpPr/>
          <p:nvPr/>
        </p:nvGrpSpPr>
        <p:grpSpPr>
          <a:xfrm>
            <a:off x="6509700" y="6212888"/>
            <a:ext cx="514440" cy="147240"/>
            <a:chOff x="6509700" y="6212888"/>
            <a:chExt cx="51444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81C0707-E2B2-7C82-6041-BE4AD8A81468}"/>
                    </a:ext>
                  </a:extLst>
                </p14:cNvPr>
                <p14:cNvContentPartPr/>
                <p14:nvPr/>
              </p14:nvContentPartPr>
              <p14:xfrm>
                <a:off x="6509700" y="6238808"/>
                <a:ext cx="77760" cy="110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81C0707-E2B2-7C82-6041-BE4AD8A8146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501060" y="6229808"/>
                  <a:ext cx="95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95E23F3-D53A-502F-DA8C-270F3CC08EC7}"/>
                    </a:ext>
                  </a:extLst>
                </p14:cNvPr>
                <p14:cNvContentPartPr/>
                <p14:nvPr/>
              </p14:nvContentPartPr>
              <p14:xfrm>
                <a:off x="6660540" y="6270848"/>
                <a:ext cx="19800" cy="88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95E23F3-D53A-502F-DA8C-270F3CC08EC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651540" y="6261848"/>
                  <a:ext cx="37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FA65DE2-AF35-0F29-851B-AC08E8E9A75E}"/>
                    </a:ext>
                  </a:extLst>
                </p14:cNvPr>
                <p14:cNvContentPartPr/>
                <p14:nvPr/>
              </p14:nvContentPartPr>
              <p14:xfrm>
                <a:off x="6596820" y="6212888"/>
                <a:ext cx="120960" cy="320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FA65DE2-AF35-0F29-851B-AC08E8E9A75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88180" y="6204248"/>
                  <a:ext cx="138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325BC98-036C-848D-50F5-094F228043E4}"/>
                    </a:ext>
                  </a:extLst>
                </p14:cNvPr>
                <p14:cNvContentPartPr/>
                <p14:nvPr/>
              </p14:nvContentPartPr>
              <p14:xfrm>
                <a:off x="6853140" y="6236648"/>
                <a:ext cx="76680" cy="123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325BC98-036C-848D-50F5-094F228043E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844140" y="6227648"/>
                  <a:ext cx="94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F720FFA-8E46-A5D8-D586-457AEC538A5F}"/>
                    </a:ext>
                  </a:extLst>
                </p14:cNvPr>
                <p14:cNvContentPartPr/>
                <p14:nvPr/>
              </p14:nvContentPartPr>
              <p14:xfrm>
                <a:off x="6987780" y="6281288"/>
                <a:ext cx="24480" cy="78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F720FFA-8E46-A5D8-D586-457AEC538A5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978780" y="6272288"/>
                  <a:ext cx="42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CC7A539-A6E9-A9E2-4E2C-245BA425682A}"/>
                    </a:ext>
                  </a:extLst>
                </p14:cNvPr>
                <p14:cNvContentPartPr/>
                <p14:nvPr/>
              </p14:nvContentPartPr>
              <p14:xfrm>
                <a:off x="6950340" y="6251768"/>
                <a:ext cx="73800" cy="9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CC7A539-A6E9-A9E2-4E2C-245BA425682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941700" y="6243128"/>
                  <a:ext cx="9144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C1261D5A-1443-FA34-A3C1-54F7D1EAEBA4}"/>
                  </a:ext>
                </a:extLst>
              </p14:cNvPr>
              <p14:cNvContentPartPr/>
              <p14:nvPr/>
            </p14:nvContentPartPr>
            <p14:xfrm>
              <a:off x="5506740" y="5950808"/>
              <a:ext cx="86400" cy="1069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C1261D5A-1443-FA34-A3C1-54F7D1EAEBA4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498100" y="5941808"/>
                <a:ext cx="10404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C50AEEF2-9294-E4B2-3914-ADD5996C3FE1}"/>
              </a:ext>
            </a:extLst>
          </p:cNvPr>
          <p:cNvGrpSpPr/>
          <p:nvPr/>
        </p:nvGrpSpPr>
        <p:grpSpPr>
          <a:xfrm>
            <a:off x="5369220" y="6218648"/>
            <a:ext cx="508320" cy="141120"/>
            <a:chOff x="5369220" y="6218648"/>
            <a:chExt cx="508320" cy="1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EDF271-84F2-0DEF-FF67-A3A73D9EF264}"/>
                    </a:ext>
                  </a:extLst>
                </p14:cNvPr>
                <p14:cNvContentPartPr/>
                <p14:nvPr/>
              </p14:nvContentPartPr>
              <p14:xfrm>
                <a:off x="5782140" y="6218648"/>
                <a:ext cx="95400" cy="88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EDF271-84F2-0DEF-FF67-A3A73D9EF26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773140" y="6210008"/>
                  <a:ext cx="113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CBF6551-057C-D978-A8DF-2533332747D1}"/>
                    </a:ext>
                  </a:extLst>
                </p14:cNvPr>
                <p14:cNvContentPartPr/>
                <p14:nvPr/>
              </p14:nvContentPartPr>
              <p14:xfrm>
                <a:off x="5369220" y="6310808"/>
                <a:ext cx="111960" cy="82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CBF6551-057C-D978-A8DF-2533332747D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60580" y="6301808"/>
                  <a:ext cx="129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51C516E-1F1A-A86D-F23E-CB025F048006}"/>
                    </a:ext>
                  </a:extLst>
                </p14:cNvPr>
                <p14:cNvContentPartPr/>
                <p14:nvPr/>
              </p14:nvContentPartPr>
              <p14:xfrm>
                <a:off x="5584860" y="6273008"/>
                <a:ext cx="26280" cy="86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51C516E-1F1A-A86D-F23E-CB025F04800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576220" y="6264368"/>
                  <a:ext cx="43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C8366F0-5DA0-76DF-26A0-1F1CE4CBF96F}"/>
                    </a:ext>
                  </a:extLst>
                </p14:cNvPr>
                <p14:cNvContentPartPr/>
                <p14:nvPr/>
              </p14:nvContentPartPr>
              <p14:xfrm>
                <a:off x="5545620" y="6241688"/>
                <a:ext cx="107280" cy="13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C8366F0-5DA0-76DF-26A0-1F1CE4CBF96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536980" y="6233048"/>
                  <a:ext cx="12492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263D8B80-9645-1FAF-7086-D5AB5EC663D0}"/>
                  </a:ext>
                </a:extLst>
              </p14:cNvPr>
              <p14:cNvContentPartPr/>
              <p14:nvPr/>
            </p14:nvContentPartPr>
            <p14:xfrm>
              <a:off x="5199300" y="5958368"/>
              <a:ext cx="48600" cy="9432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263D8B80-9645-1FAF-7086-D5AB5EC663D0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5190300" y="5949368"/>
                <a:ext cx="6624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51BBD3D-5E06-CCDA-ACC4-E8556606FEE2}"/>
              </a:ext>
            </a:extLst>
          </p:cNvPr>
          <p:cNvGrpSpPr/>
          <p:nvPr/>
        </p:nvGrpSpPr>
        <p:grpSpPr>
          <a:xfrm>
            <a:off x="4956300" y="6208568"/>
            <a:ext cx="317160" cy="141120"/>
            <a:chOff x="4956300" y="6208568"/>
            <a:chExt cx="317160" cy="1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9FCCE78-9281-DBD5-8E4B-F4D2DC317549}"/>
                    </a:ext>
                  </a:extLst>
                </p14:cNvPr>
                <p14:cNvContentPartPr/>
                <p14:nvPr/>
              </p14:nvContentPartPr>
              <p14:xfrm>
                <a:off x="4956300" y="6264728"/>
                <a:ext cx="109440" cy="25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9FCCE78-9281-DBD5-8E4B-F4D2DC31754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947660" y="6256088"/>
                  <a:ext cx="127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7613CFF-8F10-C848-6E70-A816A188CBE3}"/>
                    </a:ext>
                  </a:extLst>
                </p14:cNvPr>
                <p14:cNvContentPartPr/>
                <p14:nvPr/>
              </p14:nvContentPartPr>
              <p14:xfrm>
                <a:off x="5101740" y="6208568"/>
                <a:ext cx="65160" cy="140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7613CFF-8F10-C848-6E70-A816A188CBE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093100" y="6199568"/>
                  <a:ext cx="82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67B636C-26B6-C25A-B3EB-0BEF5BD9EBFF}"/>
                    </a:ext>
                  </a:extLst>
                </p14:cNvPr>
                <p14:cNvContentPartPr/>
                <p14:nvPr/>
              </p14:nvContentPartPr>
              <p14:xfrm>
                <a:off x="5231700" y="6270848"/>
                <a:ext cx="18000" cy="78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67B636C-26B6-C25A-B3EB-0BEF5BD9EBF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222700" y="6261848"/>
                  <a:ext cx="35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270F63D-3B96-1AAF-0F15-67A138DBFEBD}"/>
                    </a:ext>
                  </a:extLst>
                </p14:cNvPr>
                <p14:cNvContentPartPr/>
                <p14:nvPr/>
              </p14:nvContentPartPr>
              <p14:xfrm>
                <a:off x="5200020" y="6228008"/>
                <a:ext cx="73440" cy="6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270F63D-3B96-1AAF-0F15-67A138DBFEB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191020" y="6219368"/>
                  <a:ext cx="9108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E5A0681-9489-ADF5-AA6B-D10E3535C988}"/>
                  </a:ext>
                </a:extLst>
              </p14:cNvPr>
              <p14:cNvContentPartPr/>
              <p14:nvPr/>
            </p14:nvContentPartPr>
            <p14:xfrm>
              <a:off x="3132540" y="3613688"/>
              <a:ext cx="113760" cy="2062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E5A0681-9489-ADF5-AA6B-D10E3535C98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123900" y="3604688"/>
                <a:ext cx="13140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B883862-5043-B623-B590-284B3F24E300}"/>
              </a:ext>
            </a:extLst>
          </p:cNvPr>
          <p:cNvGrpSpPr/>
          <p:nvPr/>
        </p:nvGrpSpPr>
        <p:grpSpPr>
          <a:xfrm>
            <a:off x="2784420" y="3224528"/>
            <a:ext cx="391680" cy="191160"/>
            <a:chOff x="2784420" y="3224528"/>
            <a:chExt cx="39168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413BDF1-0953-2BF7-0BE4-52342DD4F7AB}"/>
                    </a:ext>
                  </a:extLst>
                </p14:cNvPr>
                <p14:cNvContentPartPr/>
                <p14:nvPr/>
              </p14:nvContentPartPr>
              <p14:xfrm>
                <a:off x="2784420" y="3309488"/>
                <a:ext cx="108720" cy="106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413BDF1-0953-2BF7-0BE4-52342DD4F7A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775780" y="3300488"/>
                  <a:ext cx="126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81B0A3B-754C-D9A2-2CBB-3F64C58E00A3}"/>
                    </a:ext>
                  </a:extLst>
                </p14:cNvPr>
                <p14:cNvContentPartPr/>
                <p14:nvPr/>
              </p14:nvContentPartPr>
              <p14:xfrm>
                <a:off x="2819340" y="3324968"/>
                <a:ext cx="74520" cy="66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81B0A3B-754C-D9A2-2CBB-3F64C58E00A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810700" y="3315968"/>
                  <a:ext cx="92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DA29A3D-CC4E-EFEB-8C71-62996E132FEF}"/>
                    </a:ext>
                  </a:extLst>
                </p14:cNvPr>
                <p14:cNvContentPartPr/>
                <p14:nvPr/>
              </p14:nvContentPartPr>
              <p14:xfrm>
                <a:off x="2924100" y="3241808"/>
                <a:ext cx="86760" cy="171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DA29A3D-CC4E-EFEB-8C71-62996E132FE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915100" y="3233168"/>
                  <a:ext cx="104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8A17D21-D05A-A6CC-B444-DE45A2C9CAAE}"/>
                    </a:ext>
                  </a:extLst>
                </p14:cNvPr>
                <p14:cNvContentPartPr/>
                <p14:nvPr/>
              </p14:nvContentPartPr>
              <p14:xfrm>
                <a:off x="3024900" y="3305528"/>
                <a:ext cx="76680" cy="68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8A17D21-D05A-A6CC-B444-DE45A2C9CAA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015900" y="3296888"/>
                  <a:ext cx="94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C971CB3-64ED-94B4-C9F5-6CDF5400D9B1}"/>
                    </a:ext>
                  </a:extLst>
                </p14:cNvPr>
                <p14:cNvContentPartPr/>
                <p14:nvPr/>
              </p14:nvContentPartPr>
              <p14:xfrm>
                <a:off x="3112020" y="3224528"/>
                <a:ext cx="64080" cy="182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C971CB3-64ED-94B4-C9F5-6CDF5400D9B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103020" y="3215888"/>
                  <a:ext cx="8172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7F8C831B-8F6A-F4E9-E127-7BDFB2937C2F}"/>
                  </a:ext>
                </a:extLst>
              </p14:cNvPr>
              <p14:cNvContentPartPr/>
              <p14:nvPr/>
            </p14:nvContentPartPr>
            <p14:xfrm>
              <a:off x="3828780" y="3930488"/>
              <a:ext cx="15840" cy="849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7F8C831B-8F6A-F4E9-E127-7BDFB2937C2F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819780" y="3921848"/>
                <a:ext cx="3348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7FA2F00-7D6B-6BEA-FF40-707C20F2B2F9}"/>
              </a:ext>
            </a:extLst>
          </p:cNvPr>
          <p:cNvGrpSpPr/>
          <p:nvPr/>
        </p:nvGrpSpPr>
        <p:grpSpPr>
          <a:xfrm>
            <a:off x="3792420" y="2560328"/>
            <a:ext cx="680040" cy="281160"/>
            <a:chOff x="3792420" y="2560328"/>
            <a:chExt cx="68004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7C24567-2805-A8F2-BD02-7C5435F865D5}"/>
                    </a:ext>
                  </a:extLst>
                </p14:cNvPr>
                <p14:cNvContentPartPr/>
                <p14:nvPr/>
              </p14:nvContentPartPr>
              <p14:xfrm>
                <a:off x="3792420" y="2760488"/>
                <a:ext cx="21240" cy="81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7C24567-2805-A8F2-BD02-7C5435F865D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783780" y="2751488"/>
                  <a:ext cx="38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2A58050-B6EA-7CA3-57F9-AECFE8DAD6DF}"/>
                    </a:ext>
                  </a:extLst>
                </p14:cNvPr>
                <p14:cNvContentPartPr/>
                <p14:nvPr/>
              </p14:nvContentPartPr>
              <p14:xfrm>
                <a:off x="3901500" y="2673368"/>
                <a:ext cx="133920" cy="43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2A58050-B6EA-7CA3-57F9-AECFE8DAD6D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892500" y="2664728"/>
                  <a:ext cx="151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8D12908-B7E7-2FA0-8ADE-8AF3E0547A05}"/>
                    </a:ext>
                  </a:extLst>
                </p14:cNvPr>
                <p14:cNvContentPartPr/>
                <p14:nvPr/>
              </p14:nvContentPartPr>
              <p14:xfrm>
                <a:off x="4129380" y="2648888"/>
                <a:ext cx="132480" cy="83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8D12908-B7E7-2FA0-8ADE-8AF3E0547A0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120740" y="2639888"/>
                  <a:ext cx="150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C919750-F9FD-C55E-A878-E33B9C641288}"/>
                    </a:ext>
                  </a:extLst>
                </p14:cNvPr>
                <p14:cNvContentPartPr/>
                <p14:nvPr/>
              </p14:nvContentPartPr>
              <p14:xfrm>
                <a:off x="4150980" y="2647808"/>
                <a:ext cx="73080" cy="91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C919750-F9FD-C55E-A878-E33B9C64128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142340" y="2639168"/>
                  <a:ext cx="90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DB66C38-CB2C-CD03-2B87-91AE4B18D9C1}"/>
                    </a:ext>
                  </a:extLst>
                </p14:cNvPr>
                <p14:cNvContentPartPr/>
                <p14:nvPr/>
              </p14:nvContentPartPr>
              <p14:xfrm>
                <a:off x="4238100" y="2581928"/>
                <a:ext cx="113400" cy="147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DB66C38-CB2C-CD03-2B87-91AE4B18D9C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229100" y="2572928"/>
                  <a:ext cx="131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85CF707-0C28-3AB0-4228-6F2FCB1449C6}"/>
                    </a:ext>
                  </a:extLst>
                </p14:cNvPr>
                <p14:cNvContentPartPr/>
                <p14:nvPr/>
              </p14:nvContentPartPr>
              <p14:xfrm>
                <a:off x="4353660" y="2644208"/>
                <a:ext cx="22320" cy="774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85CF707-0C28-3AB0-4228-6F2FCB1449C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344660" y="2635568"/>
                  <a:ext cx="39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FB5D9C7-65B5-4573-7BDF-A5FC0B40B056}"/>
                    </a:ext>
                  </a:extLst>
                </p14:cNvPr>
                <p14:cNvContentPartPr/>
                <p14:nvPr/>
              </p14:nvContentPartPr>
              <p14:xfrm>
                <a:off x="4343220" y="2560328"/>
                <a:ext cx="129240" cy="173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FB5D9C7-65B5-4573-7BDF-A5FC0B40B05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34220" y="2551328"/>
                  <a:ext cx="14688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E1E11E86-CFCC-DCDB-13D2-714387400D9D}"/>
                  </a:ext>
                </a:extLst>
              </p14:cNvPr>
              <p14:cNvContentPartPr/>
              <p14:nvPr/>
            </p14:nvContentPartPr>
            <p14:xfrm>
              <a:off x="4338180" y="3936608"/>
              <a:ext cx="26280" cy="7164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E1E11E86-CFCC-DCDB-13D2-714387400D9D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329180" y="3927608"/>
                <a:ext cx="4392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23E9798-FA63-8CCD-627B-4E0CC9C72FEA}"/>
              </a:ext>
            </a:extLst>
          </p:cNvPr>
          <p:cNvGrpSpPr/>
          <p:nvPr/>
        </p:nvGrpSpPr>
        <p:grpSpPr>
          <a:xfrm>
            <a:off x="4336740" y="4309568"/>
            <a:ext cx="637920" cy="199440"/>
            <a:chOff x="4336740" y="4309568"/>
            <a:chExt cx="63792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3D5FB90-0ADF-C5E2-E660-7A9C9567A335}"/>
                    </a:ext>
                  </a:extLst>
                </p14:cNvPr>
                <p14:cNvContentPartPr/>
                <p14:nvPr/>
              </p14:nvContentPartPr>
              <p14:xfrm>
                <a:off x="4338900" y="4369328"/>
                <a:ext cx="15120" cy="77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3D5FB90-0ADF-C5E2-E660-7A9C9567A33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330260" y="4360328"/>
                  <a:ext cx="32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6CE2B0C-599A-1AE5-BAC7-A22D634C6E5E}"/>
                    </a:ext>
                  </a:extLst>
                </p14:cNvPr>
                <p14:cNvContentPartPr/>
                <p14:nvPr/>
              </p14:nvContentPartPr>
              <p14:xfrm>
                <a:off x="4336740" y="4409288"/>
                <a:ext cx="10800" cy="20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6CE2B0C-599A-1AE5-BAC7-A22D634C6E5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328100" y="4400648"/>
                  <a:ext cx="28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C709025-915A-5404-63C0-F3F829BCD3BA}"/>
                    </a:ext>
                  </a:extLst>
                </p14:cNvPr>
                <p14:cNvContentPartPr/>
                <p14:nvPr/>
              </p14:nvContentPartPr>
              <p14:xfrm>
                <a:off x="4566420" y="4428728"/>
                <a:ext cx="117720" cy="75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C709025-915A-5404-63C0-F3F829BCD3B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557780" y="4419728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24498E9-8680-9EC5-258A-E2D73F9C06E9}"/>
                    </a:ext>
                  </a:extLst>
                </p14:cNvPr>
                <p14:cNvContentPartPr/>
                <p14:nvPr/>
              </p14:nvContentPartPr>
              <p14:xfrm>
                <a:off x="4565340" y="4426208"/>
                <a:ext cx="84600" cy="558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24498E9-8680-9EC5-258A-E2D73F9C06E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556700" y="4417568"/>
                  <a:ext cx="102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F9EA239-826B-5311-92B1-E644DBD07562}"/>
                    </a:ext>
                  </a:extLst>
                </p14:cNvPr>
                <p14:cNvContentPartPr/>
                <p14:nvPr/>
              </p14:nvContentPartPr>
              <p14:xfrm>
                <a:off x="4694940" y="4340528"/>
                <a:ext cx="100080" cy="159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F9EA239-826B-5311-92B1-E644DBD0756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686300" y="4331888"/>
                  <a:ext cx="117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05224D2-416B-1F70-B111-C3C669E79844}"/>
                    </a:ext>
                  </a:extLst>
                </p14:cNvPr>
                <p14:cNvContentPartPr/>
                <p14:nvPr/>
              </p14:nvContentPartPr>
              <p14:xfrm>
                <a:off x="4805460" y="4375808"/>
                <a:ext cx="109080" cy="104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05224D2-416B-1F70-B111-C3C669E7984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796820" y="4367168"/>
                  <a:ext cx="126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F60F345-EF62-5003-DA4E-A523A3F48B4B}"/>
                    </a:ext>
                  </a:extLst>
                </p14:cNvPr>
                <p14:cNvContentPartPr/>
                <p14:nvPr/>
              </p14:nvContentPartPr>
              <p14:xfrm>
                <a:off x="4883580" y="4309568"/>
                <a:ext cx="91080" cy="199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F60F345-EF62-5003-DA4E-A523A3F48B4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874580" y="4300568"/>
                  <a:ext cx="108720" cy="217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illustration of ideal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true ideal sum is infinite; a finite example still shows the geometry.</a:t>
            </a:r>
            <a:endParaRPr lang="en-US" sz="1550" dirty="0"/>
          </a:p>
        </p:txBody>
      </p:sp>
      <p:pic>
        <p:nvPicPr>
          <p:cNvPr id="4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06" y="1280160"/>
            <a:ext cx="9605108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0A4514-E09C-9188-79D8-66B596935FD7}"/>
              </a:ext>
            </a:extLst>
          </p:cNvPr>
          <p:cNvGrpSpPr/>
          <p:nvPr/>
        </p:nvGrpSpPr>
        <p:grpSpPr>
          <a:xfrm>
            <a:off x="312300" y="5725448"/>
            <a:ext cx="2560320" cy="350280"/>
            <a:chOff x="312300" y="5725448"/>
            <a:chExt cx="256032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2D0F7EE-B173-83F9-CD31-80126AA2BF8F}"/>
                    </a:ext>
                  </a:extLst>
                </p14:cNvPr>
                <p14:cNvContentPartPr/>
                <p14:nvPr/>
              </p14:nvContentPartPr>
              <p14:xfrm>
                <a:off x="312300" y="5828768"/>
                <a:ext cx="114120" cy="181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2D0F7EE-B173-83F9-CD31-80126AA2BF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3660" y="5820128"/>
                  <a:ext cx="131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C4006DB-76FF-BE7B-7BA9-AB9545B48E58}"/>
                    </a:ext>
                  </a:extLst>
                </p14:cNvPr>
                <p14:cNvContentPartPr/>
                <p14:nvPr/>
              </p14:nvContentPartPr>
              <p14:xfrm>
                <a:off x="464580" y="5922728"/>
                <a:ext cx="33480" cy="57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C4006DB-76FF-BE7B-7BA9-AB9545B48E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5580" y="5913728"/>
                  <a:ext cx="51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E622F84-5798-BC1B-2150-6CC23CF4F9C4}"/>
                    </a:ext>
                  </a:extLst>
                </p14:cNvPr>
                <p14:cNvContentPartPr/>
                <p14:nvPr/>
              </p14:nvContentPartPr>
              <p14:xfrm>
                <a:off x="485100" y="5824088"/>
                <a:ext cx="3600" cy="1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E622F84-5798-BC1B-2150-6CC23CF4F9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100" y="5815088"/>
                  <a:ext cx="21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9BB8E39-D2F1-45F9-9048-3C5855EE4B93}"/>
                    </a:ext>
                  </a:extLst>
                </p14:cNvPr>
                <p14:cNvContentPartPr/>
                <p14:nvPr/>
              </p14:nvContentPartPr>
              <p14:xfrm>
                <a:off x="545220" y="5917328"/>
                <a:ext cx="142200" cy="74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9BB8E39-D2F1-45F9-9048-3C5855EE4B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6580" y="5908688"/>
                  <a:ext cx="159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B99026-98A6-4194-E265-D6E09B7D52EB}"/>
                    </a:ext>
                  </a:extLst>
                </p14:cNvPr>
                <p14:cNvContentPartPr/>
                <p14:nvPr/>
              </p14:nvContentPartPr>
              <p14:xfrm>
                <a:off x="773820" y="5879168"/>
                <a:ext cx="133200" cy="11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B99026-98A6-4194-E265-D6E09B7D52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4820" y="5870528"/>
                  <a:ext cx="150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FC8B26-0DF0-959F-9A8F-16DA10DCFAAB}"/>
                    </a:ext>
                  </a:extLst>
                </p14:cNvPr>
                <p14:cNvContentPartPr/>
                <p14:nvPr/>
              </p14:nvContentPartPr>
              <p14:xfrm>
                <a:off x="1065060" y="5901848"/>
                <a:ext cx="32760" cy="77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FC8B26-0DF0-959F-9A8F-16DA10DCFA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6060" y="5893208"/>
                  <a:ext cx="50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D85AD2-2391-2FDD-8535-938BB7E6B662}"/>
                    </a:ext>
                  </a:extLst>
                </p14:cNvPr>
                <p14:cNvContentPartPr/>
                <p14:nvPr/>
              </p14:nvContentPartPr>
              <p14:xfrm>
                <a:off x="1012860" y="5766848"/>
                <a:ext cx="360" cy="11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D85AD2-2391-2FDD-8535-938BB7E6B6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4220" y="5757848"/>
                  <a:ext cx="18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A03802-5F6C-C6E4-5AE7-5B0CCA73EB27}"/>
                    </a:ext>
                  </a:extLst>
                </p14:cNvPr>
                <p14:cNvContentPartPr/>
                <p14:nvPr/>
              </p14:nvContentPartPr>
              <p14:xfrm>
                <a:off x="1142820" y="5892128"/>
                <a:ext cx="125640" cy="75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A03802-5F6C-C6E4-5AE7-5B0CCA73EB2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33820" y="5883128"/>
                  <a:ext cx="1432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FB2F26-9FA0-1586-501D-4A37440D0DBB}"/>
                    </a:ext>
                  </a:extLst>
                </p14:cNvPr>
                <p14:cNvContentPartPr/>
                <p14:nvPr/>
              </p14:nvContentPartPr>
              <p14:xfrm>
                <a:off x="1293660" y="5766848"/>
                <a:ext cx="73800" cy="213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FB2F26-9FA0-1586-501D-4A37440D0DB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84660" y="5757848"/>
                  <a:ext cx="91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48DF39-09F6-6672-966E-55B84EA639F3}"/>
                    </a:ext>
                  </a:extLst>
                </p14:cNvPr>
                <p14:cNvContentPartPr/>
                <p14:nvPr/>
              </p14:nvContentPartPr>
              <p14:xfrm>
                <a:off x="1335060" y="5850368"/>
                <a:ext cx="261720" cy="124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48DF39-09F6-6672-966E-55B84EA639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26060" y="5841728"/>
                  <a:ext cx="279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0B33C7-676C-5FE6-94DE-DD3EADB326DD}"/>
                    </a:ext>
                  </a:extLst>
                </p14:cNvPr>
                <p14:cNvContentPartPr/>
                <p14:nvPr/>
              </p14:nvContentPartPr>
              <p14:xfrm>
                <a:off x="1682820" y="5856488"/>
                <a:ext cx="109080" cy="219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0B33C7-676C-5FE6-94DE-DD3EADB326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74180" y="5847848"/>
                  <a:ext cx="126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979FEAF-9BAC-D737-1263-DD63831AFAD9}"/>
                    </a:ext>
                  </a:extLst>
                </p14:cNvPr>
                <p14:cNvContentPartPr/>
                <p14:nvPr/>
              </p14:nvContentPartPr>
              <p14:xfrm>
                <a:off x="1812780" y="5880608"/>
                <a:ext cx="109800" cy="79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979FEAF-9BAC-D737-1263-DD63831AFAD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04140" y="5871968"/>
                  <a:ext cx="127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903077-D168-9163-C033-2AC11B28C673}"/>
                    </a:ext>
                  </a:extLst>
                </p14:cNvPr>
                <p14:cNvContentPartPr/>
                <p14:nvPr/>
              </p14:nvContentPartPr>
              <p14:xfrm>
                <a:off x="1994940" y="5725448"/>
                <a:ext cx="104760" cy="24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903077-D168-9163-C033-2AC11B28C67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86300" y="5716448"/>
                  <a:ext cx="122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1E37A7-B5E5-1CF3-97EF-7D53991BC125}"/>
                    </a:ext>
                  </a:extLst>
                </p14:cNvPr>
                <p14:cNvContentPartPr/>
                <p14:nvPr/>
              </p14:nvContentPartPr>
              <p14:xfrm>
                <a:off x="2136420" y="5890328"/>
                <a:ext cx="112680" cy="69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1E37A7-B5E5-1CF3-97EF-7D53991BC12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27780" y="5881328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C71E895-A549-B8F1-E23D-EB13835B4325}"/>
                    </a:ext>
                  </a:extLst>
                </p14:cNvPr>
                <p14:cNvContentPartPr/>
                <p14:nvPr/>
              </p14:nvContentPartPr>
              <p14:xfrm>
                <a:off x="2312820" y="5751368"/>
                <a:ext cx="175680" cy="18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C71E895-A549-B8F1-E23D-EB13835B432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04180" y="5742368"/>
                  <a:ext cx="193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721805-C9EF-7FBD-42FA-B9EA5CC1A94E}"/>
                    </a:ext>
                  </a:extLst>
                </p14:cNvPr>
                <p14:cNvContentPartPr/>
                <p14:nvPr/>
              </p14:nvContentPartPr>
              <p14:xfrm>
                <a:off x="2420820" y="5755328"/>
                <a:ext cx="3600" cy="24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721805-C9EF-7FBD-42FA-B9EA5CC1A9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12180" y="5746328"/>
                  <a:ext cx="21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1CEBAC6-BDF7-247A-2C0F-C3DB0AAB50E7}"/>
                    </a:ext>
                  </a:extLst>
                </p14:cNvPr>
                <p14:cNvContentPartPr/>
                <p14:nvPr/>
              </p14:nvContentPartPr>
              <p14:xfrm>
                <a:off x="2539260" y="5864408"/>
                <a:ext cx="95040" cy="8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1CEBAC6-BDF7-247A-2C0F-C3DB0AAB50E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30260" y="5855408"/>
                  <a:ext cx="1126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7A8879-E771-D9C0-00E4-6A0C7DFF106B}"/>
                    </a:ext>
                  </a:extLst>
                </p14:cNvPr>
                <p14:cNvContentPartPr/>
                <p14:nvPr/>
              </p14:nvContentPartPr>
              <p14:xfrm>
                <a:off x="2727180" y="5881328"/>
                <a:ext cx="145440" cy="73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7A8879-E771-D9C0-00E4-6A0C7DFF106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18540" y="5872688"/>
                  <a:ext cx="16308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8211E3-58C5-4794-998A-C133FDF7DE36}"/>
              </a:ext>
            </a:extLst>
          </p:cNvPr>
          <p:cNvGrpSpPr/>
          <p:nvPr/>
        </p:nvGrpSpPr>
        <p:grpSpPr>
          <a:xfrm>
            <a:off x="230580" y="1266488"/>
            <a:ext cx="1743480" cy="819360"/>
            <a:chOff x="230580" y="1266488"/>
            <a:chExt cx="1743480" cy="81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61B182-7C67-DA8B-E855-5E718D2A2381}"/>
                    </a:ext>
                  </a:extLst>
                </p14:cNvPr>
                <p14:cNvContentPartPr/>
                <p14:nvPr/>
              </p14:nvContentPartPr>
              <p14:xfrm>
                <a:off x="234540" y="1499408"/>
                <a:ext cx="177840" cy="12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61B182-7C67-DA8B-E855-5E718D2A238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5540" y="1490408"/>
                  <a:ext cx="195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122437-47C8-7C1B-D7A0-2AF537257225}"/>
                    </a:ext>
                  </a:extLst>
                </p14:cNvPr>
                <p14:cNvContentPartPr/>
                <p14:nvPr/>
              </p14:nvContentPartPr>
              <p14:xfrm>
                <a:off x="437580" y="1506968"/>
                <a:ext cx="105840" cy="83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122437-47C8-7C1B-D7A0-2AF53725722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8940" y="1497968"/>
                  <a:ext cx="123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42887D-C9F7-11C1-97A8-9901C05748EF}"/>
                    </a:ext>
                  </a:extLst>
                </p14:cNvPr>
                <p14:cNvContentPartPr/>
                <p14:nvPr/>
              </p14:nvContentPartPr>
              <p14:xfrm>
                <a:off x="696060" y="1509128"/>
                <a:ext cx="219960" cy="72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42887D-C9F7-11C1-97A8-9901C05748E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7060" y="1500488"/>
                  <a:ext cx="237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E51BEA-FB2A-520E-341B-53FD4C782A12}"/>
                    </a:ext>
                  </a:extLst>
                </p14:cNvPr>
                <p14:cNvContentPartPr/>
                <p14:nvPr/>
              </p14:nvContentPartPr>
              <p14:xfrm>
                <a:off x="976500" y="1499408"/>
                <a:ext cx="162000" cy="79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E51BEA-FB2A-520E-341B-53FD4C782A1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7860" y="1490768"/>
                  <a:ext cx="179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F5881B-8C69-FECE-2615-BE5568B91EC5}"/>
                    </a:ext>
                  </a:extLst>
                </p14:cNvPr>
                <p14:cNvContentPartPr/>
                <p14:nvPr/>
              </p14:nvContentPartPr>
              <p14:xfrm>
                <a:off x="1079460" y="1322648"/>
                <a:ext cx="134280" cy="248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F5881B-8C69-FECE-2615-BE5568B91EC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0460" y="1313648"/>
                  <a:ext cx="1519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3A9E485-4B31-0248-60B3-89FAD789CF4F}"/>
                    </a:ext>
                  </a:extLst>
                </p14:cNvPr>
                <p14:cNvContentPartPr/>
                <p14:nvPr/>
              </p14:nvContentPartPr>
              <p14:xfrm>
                <a:off x="1200060" y="1361168"/>
                <a:ext cx="180000" cy="214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3A9E485-4B31-0248-60B3-89FAD789CF4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91060" y="1352168"/>
                  <a:ext cx="197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A3FF02-6CAF-1BCC-9289-48556801B386}"/>
                    </a:ext>
                  </a:extLst>
                </p14:cNvPr>
                <p14:cNvContentPartPr/>
                <p14:nvPr/>
              </p14:nvContentPartPr>
              <p14:xfrm>
                <a:off x="1324620" y="1371248"/>
                <a:ext cx="21600" cy="57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A3FF02-6CAF-1BCC-9289-48556801B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15980" y="1362608"/>
                  <a:ext cx="39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CCD981-23EA-8ADE-5F2D-6510A59DD33A}"/>
                    </a:ext>
                  </a:extLst>
                </p14:cNvPr>
                <p14:cNvContentPartPr/>
                <p14:nvPr/>
              </p14:nvContentPartPr>
              <p14:xfrm>
                <a:off x="1388340" y="1458368"/>
                <a:ext cx="115200" cy="235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CCD981-23EA-8ADE-5F2D-6510A59DD33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9340" y="1449368"/>
                  <a:ext cx="132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DAAC9DC-CF57-C269-4049-81B3663840F8}"/>
                    </a:ext>
                  </a:extLst>
                </p14:cNvPr>
                <p14:cNvContentPartPr/>
                <p14:nvPr/>
              </p14:nvContentPartPr>
              <p14:xfrm>
                <a:off x="1459260" y="1266488"/>
                <a:ext cx="223200" cy="507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DAAC9DC-CF57-C269-4049-81B3663840F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50260" y="1257848"/>
                  <a:ext cx="2408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9FC36C-5380-A581-71EA-EA5B513B282D}"/>
                    </a:ext>
                  </a:extLst>
                </p14:cNvPr>
                <p14:cNvContentPartPr/>
                <p14:nvPr/>
              </p14:nvContentPartPr>
              <p14:xfrm>
                <a:off x="243900" y="1932488"/>
                <a:ext cx="21960" cy="67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99FC36C-5380-A581-71EA-EA5B513B282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35260" y="1923848"/>
                  <a:ext cx="39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37D8EEB-8115-B03B-135C-C2916385A90C}"/>
                    </a:ext>
                  </a:extLst>
                </p14:cNvPr>
                <p14:cNvContentPartPr/>
                <p14:nvPr/>
              </p14:nvContentPartPr>
              <p14:xfrm>
                <a:off x="230580" y="1832408"/>
                <a:ext cx="3600" cy="6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37D8EEB-8115-B03B-135C-C2916385A9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1580" y="1823768"/>
                  <a:ext cx="2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F066B0-ADB9-D0E9-E739-AF0957DEC803}"/>
                    </a:ext>
                  </a:extLst>
                </p14:cNvPr>
                <p14:cNvContentPartPr/>
                <p14:nvPr/>
              </p14:nvContentPartPr>
              <p14:xfrm>
                <a:off x="307620" y="1922048"/>
                <a:ext cx="118440" cy="59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F066B0-ADB9-D0E9-E739-AF0957DEC80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98620" y="1913408"/>
                  <a:ext cx="136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6F2183E-E361-4022-15E0-159E2CEA4397}"/>
                    </a:ext>
                  </a:extLst>
                </p14:cNvPr>
                <p14:cNvContentPartPr/>
                <p14:nvPr/>
              </p14:nvContentPartPr>
              <p14:xfrm>
                <a:off x="563580" y="1761128"/>
                <a:ext cx="131760" cy="324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6F2183E-E361-4022-15E0-159E2CEA439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54940" y="1752488"/>
                  <a:ext cx="1494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F4183C-AE11-4F5D-626B-3CF8C6715975}"/>
                    </a:ext>
                  </a:extLst>
                </p14:cNvPr>
                <p14:cNvContentPartPr/>
                <p14:nvPr/>
              </p14:nvContentPartPr>
              <p14:xfrm>
                <a:off x="578700" y="1935368"/>
                <a:ext cx="81360" cy="6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F4183C-AE11-4F5D-626B-3CF8C67159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0060" y="1926728"/>
                  <a:ext cx="99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B40EE37-856E-1E49-27A1-4870CE974549}"/>
                    </a:ext>
                  </a:extLst>
                </p14:cNvPr>
                <p14:cNvContentPartPr/>
                <p14:nvPr/>
              </p14:nvContentPartPr>
              <p14:xfrm>
                <a:off x="671940" y="1850768"/>
                <a:ext cx="222840" cy="110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B40EE37-856E-1E49-27A1-4870CE9745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2940" y="1841768"/>
                  <a:ext cx="240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460ED0-E6FC-07E0-242E-EFA67B34FBC6}"/>
                    </a:ext>
                  </a:extLst>
                </p14:cNvPr>
                <p14:cNvContentPartPr/>
                <p14:nvPr/>
              </p14:nvContentPartPr>
              <p14:xfrm>
                <a:off x="922500" y="1863368"/>
                <a:ext cx="114840" cy="195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460ED0-E6FC-07E0-242E-EFA67B34FB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3500" y="1854368"/>
                  <a:ext cx="132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259AA6-13EB-F0D8-F4BE-05926047F46B}"/>
                    </a:ext>
                  </a:extLst>
                </p14:cNvPr>
                <p14:cNvContentPartPr/>
                <p14:nvPr/>
              </p14:nvContentPartPr>
              <p14:xfrm>
                <a:off x="1174140" y="1743848"/>
                <a:ext cx="119520" cy="19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259AA6-13EB-F0D8-F4BE-05926047F46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65500" y="1735208"/>
                  <a:ext cx="137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AF51503-2182-F10B-5311-30180166EEDF}"/>
                    </a:ext>
                  </a:extLst>
                </p14:cNvPr>
                <p14:cNvContentPartPr/>
                <p14:nvPr/>
              </p14:nvContentPartPr>
              <p14:xfrm>
                <a:off x="1345500" y="1867328"/>
                <a:ext cx="113400" cy="82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AF51503-2182-F10B-5311-30180166EED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36500" y="1858688"/>
                  <a:ext cx="131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EB17DD-0143-1D05-ECAE-B54E60E9FC8B}"/>
                    </a:ext>
                  </a:extLst>
                </p14:cNvPr>
                <p14:cNvContentPartPr/>
                <p14:nvPr/>
              </p14:nvContentPartPr>
              <p14:xfrm>
                <a:off x="1490940" y="1852568"/>
                <a:ext cx="174240" cy="43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EB17DD-0143-1D05-ECAE-B54E60E9FC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81940" y="1843568"/>
                  <a:ext cx="191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841FE4-9F74-CC33-0EFB-31E47A0BB584}"/>
                    </a:ext>
                  </a:extLst>
                </p14:cNvPr>
                <p14:cNvContentPartPr/>
                <p14:nvPr/>
              </p14:nvContentPartPr>
              <p14:xfrm>
                <a:off x="1697580" y="1838168"/>
                <a:ext cx="70560" cy="80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841FE4-9F74-CC33-0EFB-31E47A0BB58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88940" y="1829528"/>
                  <a:ext cx="88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757C46-72E0-1543-11D2-2B5F6FA1A413}"/>
                    </a:ext>
                  </a:extLst>
                </p14:cNvPr>
                <p14:cNvContentPartPr/>
                <p14:nvPr/>
              </p14:nvContentPartPr>
              <p14:xfrm>
                <a:off x="1802700" y="1838888"/>
                <a:ext cx="25560" cy="63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757C46-72E0-1543-11D2-2B5F6FA1A41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93700" y="1830248"/>
                  <a:ext cx="43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E44A688-DC6E-875C-4F2C-E31A8186EDD9}"/>
                    </a:ext>
                  </a:extLst>
                </p14:cNvPr>
                <p14:cNvContentPartPr/>
                <p14:nvPr/>
              </p14:nvContentPartPr>
              <p14:xfrm>
                <a:off x="1781820" y="1749608"/>
                <a:ext cx="360" cy="10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E44A688-DC6E-875C-4F2C-E31A8186EDD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73180" y="1740608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6BC978-E1C3-E86D-6E83-7927B6464CAD}"/>
                    </a:ext>
                  </a:extLst>
                </p14:cNvPr>
                <p14:cNvContentPartPr/>
                <p14:nvPr/>
              </p14:nvContentPartPr>
              <p14:xfrm>
                <a:off x="1839060" y="1831688"/>
                <a:ext cx="135000" cy="53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6BC978-E1C3-E86D-6E83-7927B6464C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30060" y="1822688"/>
                  <a:ext cx="1526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1829718-B60C-8925-5032-68B3278B8F04}"/>
              </a:ext>
            </a:extLst>
          </p:cNvPr>
          <p:cNvGrpSpPr/>
          <p:nvPr/>
        </p:nvGrpSpPr>
        <p:grpSpPr>
          <a:xfrm>
            <a:off x="187740" y="2181968"/>
            <a:ext cx="2047680" cy="1126440"/>
            <a:chOff x="187740" y="2181968"/>
            <a:chExt cx="2047680" cy="11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BAA8D5-EF76-D28E-CD8B-C840972013CD}"/>
                    </a:ext>
                  </a:extLst>
                </p14:cNvPr>
                <p14:cNvContentPartPr/>
                <p14:nvPr/>
              </p14:nvContentPartPr>
              <p14:xfrm>
                <a:off x="230580" y="2342888"/>
                <a:ext cx="38880" cy="96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BAA8D5-EF76-D28E-CD8B-C840972013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1940" y="2334248"/>
                  <a:ext cx="56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EFF28F3-6337-1F3D-53D9-B9AFA2C92CDD}"/>
                    </a:ext>
                  </a:extLst>
                </p14:cNvPr>
                <p14:cNvContentPartPr/>
                <p14:nvPr/>
              </p14:nvContentPartPr>
              <p14:xfrm>
                <a:off x="217980" y="2233808"/>
                <a:ext cx="3600" cy="3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EFF28F3-6337-1F3D-53D9-B9AFA2C92CD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9340" y="222516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DDA3E88-6B1D-2494-3875-8C2567E23CC1}"/>
                    </a:ext>
                  </a:extLst>
                </p14:cNvPr>
                <p14:cNvContentPartPr/>
                <p14:nvPr/>
              </p14:nvContentPartPr>
              <p14:xfrm>
                <a:off x="228420" y="2275568"/>
                <a:ext cx="157680" cy="140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DDA3E88-6B1D-2494-3875-8C2567E23CC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9420" y="2266928"/>
                  <a:ext cx="175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021C90-27F6-D951-8F0F-26F57E88D7E4}"/>
                    </a:ext>
                  </a:extLst>
                </p14:cNvPr>
                <p14:cNvContentPartPr/>
                <p14:nvPr/>
              </p14:nvContentPartPr>
              <p14:xfrm>
                <a:off x="446580" y="2342888"/>
                <a:ext cx="7200" cy="46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021C90-27F6-D951-8F0F-26F57E88D7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40" y="2334248"/>
                  <a:ext cx="24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32F03D-EC1F-E6B5-5599-181E9507345F}"/>
                    </a:ext>
                  </a:extLst>
                </p14:cNvPr>
                <p14:cNvContentPartPr/>
                <p14:nvPr/>
              </p14:nvContentPartPr>
              <p14:xfrm>
                <a:off x="414540" y="2190968"/>
                <a:ext cx="1080" cy="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32F03D-EC1F-E6B5-5599-181E950734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5900" y="2181968"/>
                  <a:ext cx="18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01C09E2-9CB1-8572-8039-8D1B6F8C5EC0}"/>
                    </a:ext>
                  </a:extLst>
                </p14:cNvPr>
                <p14:cNvContentPartPr/>
                <p14:nvPr/>
              </p14:nvContentPartPr>
              <p14:xfrm>
                <a:off x="477900" y="2192408"/>
                <a:ext cx="105840" cy="183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01C09E2-9CB1-8572-8039-8D1B6F8C5EC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8900" y="2183408"/>
                  <a:ext cx="123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53449B1-0551-1603-BF75-95A7FFA23B33}"/>
                    </a:ext>
                  </a:extLst>
                </p14:cNvPr>
                <p14:cNvContentPartPr/>
                <p14:nvPr/>
              </p14:nvContentPartPr>
              <p14:xfrm>
                <a:off x="458460" y="2290328"/>
                <a:ext cx="128880" cy="16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53449B1-0551-1603-BF75-95A7FFA23B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9460" y="2281688"/>
                  <a:ext cx="146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8DC273-7903-7530-6F8C-0A69B3247CB3}"/>
                    </a:ext>
                  </a:extLst>
                </p14:cNvPr>
                <p14:cNvContentPartPr/>
                <p14:nvPr/>
              </p14:nvContentPartPr>
              <p14:xfrm>
                <a:off x="601380" y="2181968"/>
                <a:ext cx="163080" cy="192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8DC273-7903-7530-6F8C-0A69B3247C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2740" y="2173328"/>
                  <a:ext cx="180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C19C3F-08CC-9A35-F018-C9A4B9840850}"/>
                    </a:ext>
                  </a:extLst>
                </p14:cNvPr>
                <p14:cNvContentPartPr/>
                <p14:nvPr/>
              </p14:nvContentPartPr>
              <p14:xfrm>
                <a:off x="196380" y="2633408"/>
                <a:ext cx="74520" cy="217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C19C3F-08CC-9A35-F018-C9A4B98408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7380" y="2624768"/>
                  <a:ext cx="92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B295C5-A0C5-602D-D847-D420B4B2C61E}"/>
                    </a:ext>
                  </a:extLst>
                </p14:cNvPr>
                <p14:cNvContentPartPr/>
                <p14:nvPr/>
              </p14:nvContentPartPr>
              <p14:xfrm>
                <a:off x="264780" y="2722688"/>
                <a:ext cx="85680" cy="51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B295C5-A0C5-602D-D847-D420B4B2C6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6140" y="2713688"/>
                  <a:ext cx="103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8F326D-C185-D0C5-D773-700AECED1743}"/>
                    </a:ext>
                  </a:extLst>
                </p14:cNvPr>
                <p14:cNvContentPartPr/>
                <p14:nvPr/>
              </p14:nvContentPartPr>
              <p14:xfrm>
                <a:off x="293940" y="2633408"/>
                <a:ext cx="67320" cy="168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8F326D-C185-D0C5-D773-700AECED174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5300" y="2624408"/>
                  <a:ext cx="84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F5B021-C050-DDB9-CB06-AFCDE66F248F}"/>
                    </a:ext>
                  </a:extLst>
                </p14:cNvPr>
                <p14:cNvContentPartPr/>
                <p14:nvPr/>
              </p14:nvContentPartPr>
              <p14:xfrm>
                <a:off x="410220" y="2746808"/>
                <a:ext cx="64080" cy="113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F5B021-C050-DDB9-CB06-AFCDE66F248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1580" y="2737808"/>
                  <a:ext cx="81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1F8EB6-DB7C-083E-31E1-A47724CEABB5}"/>
                    </a:ext>
                  </a:extLst>
                </p14:cNvPr>
                <p14:cNvContentPartPr/>
                <p14:nvPr/>
              </p14:nvContentPartPr>
              <p14:xfrm>
                <a:off x="503460" y="2545568"/>
                <a:ext cx="93960" cy="263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1F8EB6-DB7C-083E-31E1-A47724CEABB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4460" y="2536928"/>
                  <a:ext cx="1116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4F93651-A3D8-5CDC-83B4-4432A262BBFC}"/>
                    </a:ext>
                  </a:extLst>
                </p14:cNvPr>
                <p14:cNvContentPartPr/>
                <p14:nvPr/>
              </p14:nvContentPartPr>
              <p14:xfrm>
                <a:off x="608220" y="2711888"/>
                <a:ext cx="92160" cy="193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4F93651-A3D8-5CDC-83B4-4432A262BB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9580" y="2702888"/>
                  <a:ext cx="1098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FE48FB-9D07-52F6-0A65-C64AEDCFACDB}"/>
                    </a:ext>
                  </a:extLst>
                </p14:cNvPr>
                <p14:cNvContentPartPr/>
                <p14:nvPr/>
              </p14:nvContentPartPr>
              <p14:xfrm>
                <a:off x="608220" y="2602808"/>
                <a:ext cx="10080" cy="14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FE48FB-9D07-52F6-0A65-C64AEDCFACD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9580" y="2593808"/>
                  <a:ext cx="27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DAE03F6-06EF-28CB-38E8-D3550A93DFB8}"/>
                    </a:ext>
                  </a:extLst>
                </p14:cNvPr>
                <p14:cNvContentPartPr/>
                <p14:nvPr/>
              </p14:nvContentPartPr>
              <p14:xfrm>
                <a:off x="732420" y="2534768"/>
                <a:ext cx="234360" cy="19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DAE03F6-06EF-28CB-38E8-D3550A93DF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3420" y="2526128"/>
                  <a:ext cx="252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A23ACB3-524B-7127-7926-180ECDE072E4}"/>
                    </a:ext>
                  </a:extLst>
                </p14:cNvPr>
                <p14:cNvContentPartPr/>
                <p14:nvPr/>
              </p14:nvContentPartPr>
              <p14:xfrm>
                <a:off x="940140" y="2493728"/>
                <a:ext cx="162720" cy="266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A23ACB3-524B-7127-7926-180ECDE072E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1500" y="2484728"/>
                  <a:ext cx="1803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66B56D8-E22D-701D-E666-5470E1CFC89F}"/>
                    </a:ext>
                  </a:extLst>
                </p14:cNvPr>
                <p14:cNvContentPartPr/>
                <p14:nvPr/>
              </p14:nvContentPartPr>
              <p14:xfrm>
                <a:off x="187740" y="3057488"/>
                <a:ext cx="102960" cy="250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66B56D8-E22D-701D-E666-5470E1CFC89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9100" y="3048848"/>
                  <a:ext cx="120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9D46191-C575-10FF-F31B-09D98F4A2BF5}"/>
                    </a:ext>
                  </a:extLst>
                </p14:cNvPr>
                <p14:cNvContentPartPr/>
                <p14:nvPr/>
              </p14:nvContentPartPr>
              <p14:xfrm>
                <a:off x="294300" y="3070448"/>
                <a:ext cx="143280" cy="193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9D46191-C575-10FF-F31B-09D98F4A2B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5300" y="3061448"/>
                  <a:ext cx="160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91FE35C-5DC3-3D74-D007-FA95F441CABF}"/>
                    </a:ext>
                  </a:extLst>
                </p14:cNvPr>
                <p14:cNvContentPartPr/>
                <p14:nvPr/>
              </p14:nvContentPartPr>
              <p14:xfrm>
                <a:off x="462420" y="3094208"/>
                <a:ext cx="35640" cy="116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91FE35C-5DC3-3D74-D007-FA95F441CAB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3420" y="3085208"/>
                  <a:ext cx="53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05133B7-B694-D6B8-8D5F-13756799B420}"/>
                    </a:ext>
                  </a:extLst>
                </p14:cNvPr>
                <p14:cNvContentPartPr/>
                <p14:nvPr/>
              </p14:nvContentPartPr>
              <p14:xfrm>
                <a:off x="567180" y="3160448"/>
                <a:ext cx="19440" cy="51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05133B7-B694-D6B8-8D5F-13756799B4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8540" y="3151448"/>
                  <a:ext cx="37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5F4C5A2-097C-F720-2070-79368F753929}"/>
                    </a:ext>
                  </a:extLst>
                </p14:cNvPr>
                <p14:cNvContentPartPr/>
                <p14:nvPr/>
              </p14:nvContentPartPr>
              <p14:xfrm>
                <a:off x="519300" y="3018248"/>
                <a:ext cx="10800" cy="24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5F4C5A2-097C-F720-2070-79368F75392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0660" y="3009608"/>
                  <a:ext cx="28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5FB4C9-F6AF-066F-C9A1-901AB37AF7E9}"/>
                    </a:ext>
                  </a:extLst>
                </p14:cNvPr>
                <p14:cNvContentPartPr/>
                <p14:nvPr/>
              </p14:nvContentPartPr>
              <p14:xfrm>
                <a:off x="653580" y="3090968"/>
                <a:ext cx="79560" cy="93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5FB4C9-F6AF-066F-C9A1-901AB37AF7E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4580" y="3082328"/>
                  <a:ext cx="97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73D24D3-88C2-A8F3-4A4D-E4328BBB5600}"/>
                    </a:ext>
                  </a:extLst>
                </p14:cNvPr>
                <p14:cNvContentPartPr/>
                <p14:nvPr/>
              </p14:nvContentPartPr>
              <p14:xfrm>
                <a:off x="704700" y="2948048"/>
                <a:ext cx="93960" cy="19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73D24D3-88C2-A8F3-4A4D-E4328BBB560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6060" y="2939048"/>
                  <a:ext cx="111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9810FD0-1C4C-B1CF-F445-B8488FD56F11}"/>
                    </a:ext>
                  </a:extLst>
                </p14:cNvPr>
                <p14:cNvContentPartPr/>
                <p14:nvPr/>
              </p14:nvContentPartPr>
              <p14:xfrm>
                <a:off x="790740" y="3070448"/>
                <a:ext cx="113400" cy="47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9810FD0-1C4C-B1CF-F445-B8488FD56F1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2100" y="3061448"/>
                  <a:ext cx="1310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AF12F5D-8744-53A8-CB79-8EA7EBB73A5E}"/>
                    </a:ext>
                  </a:extLst>
                </p14:cNvPr>
                <p14:cNvContentPartPr/>
                <p14:nvPr/>
              </p14:nvContentPartPr>
              <p14:xfrm>
                <a:off x="872820" y="2977568"/>
                <a:ext cx="150480" cy="100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AF12F5D-8744-53A8-CB79-8EA7EBB73A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3820" y="2968568"/>
                  <a:ext cx="168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A7979A-DF2F-406C-6362-E2E3D297CC5F}"/>
                    </a:ext>
                  </a:extLst>
                </p14:cNvPr>
                <p14:cNvContentPartPr/>
                <p14:nvPr/>
              </p14:nvContentPartPr>
              <p14:xfrm>
                <a:off x="1105740" y="2958488"/>
                <a:ext cx="104040" cy="55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A7979A-DF2F-406C-6362-E2E3D297CC5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6740" y="2949488"/>
                  <a:ext cx="121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46E9835-F432-3F02-750D-F81D577428E5}"/>
                    </a:ext>
                  </a:extLst>
                </p14:cNvPr>
                <p14:cNvContentPartPr/>
                <p14:nvPr/>
              </p14:nvContentPartPr>
              <p14:xfrm>
                <a:off x="1204380" y="2737088"/>
                <a:ext cx="198000" cy="271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46E9835-F432-3F02-750D-F81D577428E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95380" y="2728088"/>
                  <a:ext cx="2156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14ED46-A1B0-86A8-9595-F968BF927D56}"/>
                    </a:ext>
                  </a:extLst>
                </p14:cNvPr>
                <p14:cNvContentPartPr/>
                <p14:nvPr/>
              </p14:nvContentPartPr>
              <p14:xfrm>
                <a:off x="1436940" y="2643128"/>
                <a:ext cx="157320" cy="289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14ED46-A1B0-86A8-9595-F968BF927D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428300" y="2634488"/>
                  <a:ext cx="1749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07A4997-7C7C-EA04-D419-8BDCB2D761BE}"/>
                    </a:ext>
                  </a:extLst>
                </p14:cNvPr>
                <p14:cNvContentPartPr/>
                <p14:nvPr/>
              </p14:nvContentPartPr>
              <p14:xfrm>
                <a:off x="1516860" y="2805848"/>
                <a:ext cx="131400" cy="59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07A4997-7C7C-EA04-D419-8BDCB2D761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08220" y="2796848"/>
                  <a:ext cx="149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963C61-7A62-DFF1-375B-F1B9992DC128}"/>
                    </a:ext>
                  </a:extLst>
                </p14:cNvPr>
                <p14:cNvContentPartPr/>
                <p14:nvPr/>
              </p14:nvContentPartPr>
              <p14:xfrm>
                <a:off x="1589580" y="2682368"/>
                <a:ext cx="5760" cy="19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963C61-7A62-DFF1-375B-F1B9992DC12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80580" y="2673728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066881-0074-94E7-26E5-0C9B07B0A409}"/>
                    </a:ext>
                  </a:extLst>
                </p14:cNvPr>
                <p14:cNvContentPartPr/>
                <p14:nvPr/>
              </p14:nvContentPartPr>
              <p14:xfrm>
                <a:off x="1682100" y="2595608"/>
                <a:ext cx="144720" cy="252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066881-0074-94E7-26E5-0C9B07B0A40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673460" y="2586968"/>
                  <a:ext cx="1623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D3AE36C-CF0F-56D5-EDE6-A66184360CDB}"/>
                    </a:ext>
                  </a:extLst>
                </p14:cNvPr>
                <p14:cNvContentPartPr/>
                <p14:nvPr/>
              </p14:nvContentPartPr>
              <p14:xfrm>
                <a:off x="1813140" y="2618288"/>
                <a:ext cx="82440" cy="184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D3AE36C-CF0F-56D5-EDE6-A66184360CD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04140" y="2609648"/>
                  <a:ext cx="100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2F39E9-BB38-4BF4-AE59-5B0C1B1BD654}"/>
                    </a:ext>
                  </a:extLst>
                </p14:cNvPr>
                <p14:cNvContentPartPr/>
                <p14:nvPr/>
              </p14:nvContentPartPr>
              <p14:xfrm>
                <a:off x="1818180" y="2643128"/>
                <a:ext cx="300960" cy="163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2F39E9-BB38-4BF4-AE59-5B0C1B1BD65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809540" y="2634128"/>
                  <a:ext cx="318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CAA887C-97A1-B203-89E7-FC0CE5AE96C8}"/>
                    </a:ext>
                  </a:extLst>
                </p14:cNvPr>
                <p14:cNvContentPartPr/>
                <p14:nvPr/>
              </p14:nvContentPartPr>
              <p14:xfrm>
                <a:off x="1979460" y="2495528"/>
                <a:ext cx="255960" cy="356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CAA887C-97A1-B203-89E7-FC0CE5AE96C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70460" y="2486888"/>
                  <a:ext cx="27360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5DF457E-2D3E-1662-D681-891A353A986D}"/>
              </a:ext>
            </a:extLst>
          </p:cNvPr>
          <p:cNvGrpSpPr/>
          <p:nvPr/>
        </p:nvGrpSpPr>
        <p:grpSpPr>
          <a:xfrm>
            <a:off x="160020" y="3439088"/>
            <a:ext cx="1392480" cy="1923120"/>
            <a:chOff x="160020" y="3439088"/>
            <a:chExt cx="1392480" cy="192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89ECB8-DEE0-621F-7B0A-C2884A3C8289}"/>
                    </a:ext>
                  </a:extLst>
                </p14:cNvPr>
                <p14:cNvContentPartPr/>
                <p14:nvPr/>
              </p14:nvContentPartPr>
              <p14:xfrm>
                <a:off x="555660" y="3440888"/>
                <a:ext cx="24480" cy="160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89ECB8-DEE0-621F-7B0A-C2884A3C828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7020" y="3432248"/>
                  <a:ext cx="42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09C90C9-E563-C934-D610-078069BD760C}"/>
                    </a:ext>
                  </a:extLst>
                </p14:cNvPr>
                <p14:cNvContentPartPr/>
                <p14:nvPr/>
              </p14:nvContentPartPr>
              <p14:xfrm>
                <a:off x="628380" y="3439088"/>
                <a:ext cx="360" cy="150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09C90C9-E563-C934-D610-078069BD760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19740" y="3430448"/>
                  <a:ext cx="18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27F555-6BA7-607C-F14F-710D648F847D}"/>
                    </a:ext>
                  </a:extLst>
                </p14:cNvPr>
                <p14:cNvContentPartPr/>
                <p14:nvPr/>
              </p14:nvContentPartPr>
              <p14:xfrm>
                <a:off x="524340" y="3558608"/>
                <a:ext cx="146160" cy="145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27F555-6BA7-607C-F14F-710D648F847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5340" y="3549968"/>
                  <a:ext cx="1638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FCE65C5-42BC-9351-7FAF-AEFA6E52B063}"/>
                    </a:ext>
                  </a:extLst>
                </p14:cNvPr>
                <p14:cNvContentPartPr/>
                <p14:nvPr/>
              </p14:nvContentPartPr>
              <p14:xfrm>
                <a:off x="160020" y="3921128"/>
                <a:ext cx="99720" cy="116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FCE65C5-42BC-9351-7FAF-AEFA6E52B06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1380" y="3912488"/>
                  <a:ext cx="117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D8B52A0-8C82-4FFC-5818-DC2D736BBF45}"/>
                    </a:ext>
                  </a:extLst>
                </p14:cNvPr>
                <p14:cNvContentPartPr/>
                <p14:nvPr/>
              </p14:nvContentPartPr>
              <p14:xfrm>
                <a:off x="275580" y="3948488"/>
                <a:ext cx="99360" cy="72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D8B52A0-8C82-4FFC-5818-DC2D736BBF4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6940" y="3939488"/>
                  <a:ext cx="11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B641F77-2F3F-6865-119B-8CEAC5857D01}"/>
                    </a:ext>
                  </a:extLst>
                </p14:cNvPr>
                <p14:cNvContentPartPr/>
                <p14:nvPr/>
              </p14:nvContentPartPr>
              <p14:xfrm>
                <a:off x="410220" y="3931928"/>
                <a:ext cx="140040" cy="53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B641F77-2F3F-6865-119B-8CEAC5857D0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01580" y="3922928"/>
                  <a:ext cx="157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DC2DF77-4AE7-0BE6-B7C3-8856C68A63BA}"/>
                    </a:ext>
                  </a:extLst>
                </p14:cNvPr>
                <p14:cNvContentPartPr/>
                <p14:nvPr/>
              </p14:nvContentPartPr>
              <p14:xfrm>
                <a:off x="566100" y="3883328"/>
                <a:ext cx="110160" cy="86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DC2DF77-4AE7-0BE6-B7C3-8856C68A63B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7460" y="3874328"/>
                  <a:ext cx="127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AC2056-049F-F2FC-3B14-D9945B6BE2FC}"/>
                    </a:ext>
                  </a:extLst>
                </p14:cNvPr>
                <p14:cNvContentPartPr/>
                <p14:nvPr/>
              </p14:nvContentPartPr>
              <p14:xfrm>
                <a:off x="726660" y="3857408"/>
                <a:ext cx="73440" cy="97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AC2056-049F-F2FC-3B14-D9945B6BE2F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17660" y="3848768"/>
                  <a:ext cx="91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9256FD3-C459-32E9-43CA-FE64785FC0C7}"/>
                    </a:ext>
                  </a:extLst>
                </p14:cNvPr>
                <p14:cNvContentPartPr/>
                <p14:nvPr/>
              </p14:nvContentPartPr>
              <p14:xfrm>
                <a:off x="747900" y="3733928"/>
                <a:ext cx="93960" cy="165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9256FD3-C459-32E9-43CA-FE64785FC0C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9260" y="3724928"/>
                  <a:ext cx="111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55CB569-9674-1170-6B70-8FDFC242F779}"/>
                    </a:ext>
                  </a:extLst>
                </p14:cNvPr>
                <p14:cNvContentPartPr/>
                <p14:nvPr/>
              </p14:nvContentPartPr>
              <p14:xfrm>
                <a:off x="877860" y="3783248"/>
                <a:ext cx="88920" cy="117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55CB569-9674-1170-6B70-8FDFC242F77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8860" y="3774608"/>
                  <a:ext cx="106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6FD1905-CF47-EE90-FF25-AF21A24CD01E}"/>
                    </a:ext>
                  </a:extLst>
                </p14:cNvPr>
                <p14:cNvContentPartPr/>
                <p14:nvPr/>
              </p14:nvContentPartPr>
              <p14:xfrm>
                <a:off x="1012500" y="3745808"/>
                <a:ext cx="161640" cy="109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6FD1905-CF47-EE90-FF25-AF21A24CD01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03500" y="3737168"/>
                  <a:ext cx="179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E4DEAB5-0B99-82EC-1181-C2DA5940247A}"/>
                    </a:ext>
                  </a:extLst>
                </p14:cNvPr>
                <p14:cNvContentPartPr/>
                <p14:nvPr/>
              </p14:nvContentPartPr>
              <p14:xfrm>
                <a:off x="202500" y="4306688"/>
                <a:ext cx="46440" cy="84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E4DEAB5-0B99-82EC-1181-C2DA5940247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93500" y="4298048"/>
                  <a:ext cx="64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7A64D15-91D4-75EB-655F-EE83245F5D33}"/>
                    </a:ext>
                  </a:extLst>
                </p14:cNvPr>
                <p14:cNvContentPartPr/>
                <p14:nvPr/>
              </p14:nvContentPartPr>
              <p14:xfrm>
                <a:off x="181620" y="4208048"/>
                <a:ext cx="360" cy="3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7A64D15-91D4-75EB-655F-EE83245F5D3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2980" y="419940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9F61210-ABE7-8C66-BB72-0851D90D8A7D}"/>
                    </a:ext>
                  </a:extLst>
                </p14:cNvPr>
                <p14:cNvContentPartPr/>
                <p14:nvPr/>
              </p14:nvContentPartPr>
              <p14:xfrm>
                <a:off x="280260" y="4285808"/>
                <a:ext cx="177120" cy="72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9F61210-ABE7-8C66-BB72-0851D90D8A7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1620" y="4276808"/>
                  <a:ext cx="194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CFBD8D8-8B10-67E9-4D5F-BD663D009FA6}"/>
                    </a:ext>
                  </a:extLst>
                </p14:cNvPr>
                <p14:cNvContentPartPr/>
                <p14:nvPr/>
              </p14:nvContentPartPr>
              <p14:xfrm>
                <a:off x="522540" y="4067648"/>
                <a:ext cx="111240" cy="192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CFBD8D8-8B10-67E9-4D5F-BD663D009F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3540" y="4059008"/>
                  <a:ext cx="128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D83F6B3-8421-0D73-BE19-27889DBFCC1D}"/>
                    </a:ext>
                  </a:extLst>
                </p14:cNvPr>
                <p14:cNvContentPartPr/>
                <p14:nvPr/>
              </p14:nvContentPartPr>
              <p14:xfrm>
                <a:off x="529020" y="4186808"/>
                <a:ext cx="131040" cy="16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D83F6B3-8421-0D73-BE19-27889DBFCC1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0020" y="4177808"/>
                  <a:ext cx="148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EDABB8-6845-4F42-86A9-69E6A2F8CB0F}"/>
                    </a:ext>
                  </a:extLst>
                </p14:cNvPr>
                <p14:cNvContentPartPr/>
                <p14:nvPr/>
              </p14:nvContentPartPr>
              <p14:xfrm>
                <a:off x="696060" y="4197608"/>
                <a:ext cx="24840" cy="55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EDABB8-6845-4F42-86A9-69E6A2F8CB0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7060" y="4188968"/>
                  <a:ext cx="42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2899A35-A889-BCAB-4A5D-B4E5B5836AED}"/>
                    </a:ext>
                  </a:extLst>
                </p14:cNvPr>
                <p14:cNvContentPartPr/>
                <p14:nvPr/>
              </p14:nvContentPartPr>
              <p14:xfrm>
                <a:off x="659700" y="4078088"/>
                <a:ext cx="9000" cy="23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2899A35-A889-BCAB-4A5D-B4E5B5836AE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0700" y="4069448"/>
                  <a:ext cx="2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50D7631-DFE8-97D7-BBE2-1F425142F6A7}"/>
                    </a:ext>
                  </a:extLst>
                </p14:cNvPr>
                <p14:cNvContentPartPr/>
                <p14:nvPr/>
              </p14:nvContentPartPr>
              <p14:xfrm>
                <a:off x="747900" y="4136048"/>
                <a:ext cx="182160" cy="62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50D7631-DFE8-97D7-BBE2-1F425142F6A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9260" y="4127408"/>
                  <a:ext cx="199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900B2D1-010A-B3EC-9A2C-38F94B3CEF44}"/>
                    </a:ext>
                  </a:extLst>
                </p14:cNvPr>
                <p14:cNvContentPartPr/>
                <p14:nvPr/>
              </p14:nvContentPartPr>
              <p14:xfrm>
                <a:off x="903780" y="4124528"/>
                <a:ext cx="87480" cy="41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900B2D1-010A-B3EC-9A2C-38F94B3CEF4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5140" y="4115528"/>
                  <a:ext cx="105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81F4B8E-0759-646C-4108-F2E85D6B05E4}"/>
                    </a:ext>
                  </a:extLst>
                </p14:cNvPr>
                <p14:cNvContentPartPr/>
                <p14:nvPr/>
              </p14:nvContentPartPr>
              <p14:xfrm>
                <a:off x="997380" y="4035968"/>
                <a:ext cx="156240" cy="120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81F4B8E-0759-646C-4108-F2E85D6B05E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88380" y="4027328"/>
                  <a:ext cx="173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015C6D-8283-4F22-8B0B-CFD112D38A3E}"/>
                    </a:ext>
                  </a:extLst>
                </p14:cNvPr>
                <p14:cNvContentPartPr/>
                <p14:nvPr/>
              </p14:nvContentPartPr>
              <p14:xfrm>
                <a:off x="202860" y="4487048"/>
                <a:ext cx="120960" cy="179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015C6D-8283-4F22-8B0B-CFD112D38A3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3860" y="4478408"/>
                  <a:ext cx="138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7C73633-3AB0-7526-A909-BC65A60F26A9}"/>
                    </a:ext>
                  </a:extLst>
                </p14:cNvPr>
                <p14:cNvContentPartPr/>
                <p14:nvPr/>
              </p14:nvContentPartPr>
              <p14:xfrm>
                <a:off x="384660" y="4561208"/>
                <a:ext cx="117360" cy="59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7C73633-3AB0-7526-A909-BC65A60F26A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76020" y="4552568"/>
                  <a:ext cx="1350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677051-4518-B430-093A-04E1CE922B30}"/>
                    </a:ext>
                  </a:extLst>
                </p14:cNvPr>
                <p14:cNvContentPartPr/>
                <p14:nvPr/>
              </p14:nvContentPartPr>
              <p14:xfrm>
                <a:off x="514260" y="4498928"/>
                <a:ext cx="228960" cy="78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677051-4518-B430-093A-04E1CE922B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5260" y="4490288"/>
                  <a:ext cx="246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4343920-8041-325E-BC76-4587A983300F}"/>
                    </a:ext>
                  </a:extLst>
                </p14:cNvPr>
                <p14:cNvContentPartPr/>
                <p14:nvPr/>
              </p14:nvContentPartPr>
              <p14:xfrm>
                <a:off x="756900" y="4460768"/>
                <a:ext cx="127080" cy="69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4343920-8041-325E-BC76-4587A983300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48260" y="4451768"/>
                  <a:ext cx="144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B0A9A47-A8BF-5D2F-0C90-56929F93D809}"/>
                    </a:ext>
                  </a:extLst>
                </p14:cNvPr>
                <p14:cNvContentPartPr/>
                <p14:nvPr/>
              </p14:nvContentPartPr>
              <p14:xfrm>
                <a:off x="919260" y="4436648"/>
                <a:ext cx="52920" cy="56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B0A9A47-A8BF-5D2F-0C90-56929F93D80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0620" y="4428008"/>
                  <a:ext cx="70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3728B03-3850-D58D-1CD4-6C6B0C367237}"/>
                    </a:ext>
                  </a:extLst>
                </p14:cNvPr>
                <p14:cNvContentPartPr/>
                <p14:nvPr/>
              </p14:nvContentPartPr>
              <p14:xfrm>
                <a:off x="898740" y="4332968"/>
                <a:ext cx="21240" cy="30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3728B03-3850-D58D-1CD4-6C6B0C36723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89740" y="4323968"/>
                  <a:ext cx="38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0522F22-8E4E-77CD-D64F-15450DCEA89C}"/>
                    </a:ext>
                  </a:extLst>
                </p14:cNvPr>
                <p14:cNvContentPartPr/>
                <p14:nvPr/>
              </p14:nvContentPartPr>
              <p14:xfrm>
                <a:off x="1007820" y="4403888"/>
                <a:ext cx="144360" cy="45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0522F22-8E4E-77CD-D64F-15450DCEA89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8820" y="4395248"/>
                  <a:ext cx="162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0987FCF-50F1-64B6-6AFB-F859488F8C8D}"/>
                    </a:ext>
                  </a:extLst>
                </p14:cNvPr>
                <p14:cNvContentPartPr/>
                <p14:nvPr/>
              </p14:nvContentPartPr>
              <p14:xfrm>
                <a:off x="1257300" y="4239368"/>
                <a:ext cx="131040" cy="147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0987FCF-50F1-64B6-6AFB-F859488F8C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248300" y="4230368"/>
                  <a:ext cx="148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C11C89F-EEFF-3F90-DE27-FC4FE120D069}"/>
                    </a:ext>
                  </a:extLst>
                </p14:cNvPr>
                <p14:cNvContentPartPr/>
                <p14:nvPr/>
              </p14:nvContentPartPr>
              <p14:xfrm>
                <a:off x="1430100" y="4300208"/>
                <a:ext cx="122400" cy="213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C11C89F-EEFF-3F90-DE27-FC4FE120D06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21100" y="4291568"/>
                  <a:ext cx="140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9EC5135-FEEC-A2A6-B777-8856167127D4}"/>
                    </a:ext>
                  </a:extLst>
                </p14:cNvPr>
                <p14:cNvContentPartPr/>
                <p14:nvPr/>
              </p14:nvContentPartPr>
              <p14:xfrm>
                <a:off x="282780" y="4816448"/>
                <a:ext cx="183240" cy="206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9EC5135-FEEC-A2A6-B777-8856167127D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4140" y="4807808"/>
                  <a:ext cx="2008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97865CE-3C53-875E-4BA9-1F67AA9F8363}"/>
                    </a:ext>
                  </a:extLst>
                </p14:cNvPr>
                <p14:cNvContentPartPr/>
                <p14:nvPr/>
              </p14:nvContentPartPr>
              <p14:xfrm>
                <a:off x="399780" y="4923728"/>
                <a:ext cx="83880" cy="63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97865CE-3C53-875E-4BA9-1F67AA9F836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1140" y="4914728"/>
                  <a:ext cx="101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19B6FE-B7CE-24A0-A247-04E5FC1EEA1D}"/>
                    </a:ext>
                  </a:extLst>
                </p14:cNvPr>
                <p14:cNvContentPartPr/>
                <p14:nvPr/>
              </p14:nvContentPartPr>
              <p14:xfrm>
                <a:off x="548820" y="4929128"/>
                <a:ext cx="61560" cy="97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19B6FE-B7CE-24A0-A247-04E5FC1EEA1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0180" y="4920128"/>
                  <a:ext cx="79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6B8BBDC-E418-F38C-D397-4517DCB0E554}"/>
                    </a:ext>
                  </a:extLst>
                </p14:cNvPr>
                <p14:cNvContentPartPr/>
                <p14:nvPr/>
              </p14:nvContentPartPr>
              <p14:xfrm>
                <a:off x="638460" y="4737248"/>
                <a:ext cx="102240" cy="175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6B8BBDC-E418-F38C-D397-4517DCB0E55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9820" y="4728608"/>
                  <a:ext cx="119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AB8919E-6FAE-FED9-33C0-72C8AD03E7E5}"/>
                    </a:ext>
                  </a:extLst>
                </p14:cNvPr>
                <p14:cNvContentPartPr/>
                <p14:nvPr/>
              </p14:nvContentPartPr>
              <p14:xfrm>
                <a:off x="747900" y="4702328"/>
                <a:ext cx="137880" cy="176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AB8919E-6FAE-FED9-33C0-72C8AD03E7E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39260" y="4693688"/>
                  <a:ext cx="15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A20D5EA-C0C4-AA14-50D3-74CCC3676E3E}"/>
                    </a:ext>
                  </a:extLst>
                </p14:cNvPr>
                <p14:cNvContentPartPr/>
                <p14:nvPr/>
              </p14:nvContentPartPr>
              <p14:xfrm>
                <a:off x="713340" y="4790168"/>
                <a:ext cx="118080" cy="32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A20D5EA-C0C4-AA14-50D3-74CCC3676E3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4340" y="4781168"/>
                  <a:ext cx="135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474C32A-0BC1-009C-905D-DE6B0A226F12}"/>
                    </a:ext>
                  </a:extLst>
                </p14:cNvPr>
                <p14:cNvContentPartPr/>
                <p14:nvPr/>
              </p14:nvContentPartPr>
              <p14:xfrm>
                <a:off x="784260" y="4639328"/>
                <a:ext cx="167040" cy="279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474C32A-0BC1-009C-905D-DE6B0A226F1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5620" y="4630688"/>
                  <a:ext cx="184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F84B974-B825-CE8C-75F2-4F602F088A28}"/>
                    </a:ext>
                  </a:extLst>
                </p14:cNvPr>
                <p14:cNvContentPartPr/>
                <p14:nvPr/>
              </p14:nvContentPartPr>
              <p14:xfrm>
                <a:off x="1112220" y="4722488"/>
                <a:ext cx="72360" cy="16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F84B974-B825-CE8C-75F2-4F602F088A2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03580" y="4713488"/>
                  <a:ext cx="90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E65A40D-369F-4F9C-FA2C-D648CDE125F4}"/>
                    </a:ext>
                  </a:extLst>
                </p14:cNvPr>
                <p14:cNvContentPartPr/>
                <p14:nvPr/>
              </p14:nvContentPartPr>
              <p14:xfrm>
                <a:off x="1060020" y="4659128"/>
                <a:ext cx="77760" cy="6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E65A40D-369F-4F9C-FA2C-D648CDE125F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1380" y="4650128"/>
                  <a:ext cx="95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73C89DF-C580-713D-3B6E-DC8307EC1B7E}"/>
                    </a:ext>
                  </a:extLst>
                </p14:cNvPr>
                <p14:cNvContentPartPr/>
                <p14:nvPr/>
              </p14:nvContentPartPr>
              <p14:xfrm>
                <a:off x="492300" y="5238008"/>
                <a:ext cx="139680" cy="124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73C89DF-C580-713D-3B6E-DC8307EC1B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3660" y="5229368"/>
                  <a:ext cx="157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2803457-E295-5D7D-98CF-B8F492FA780D}"/>
                    </a:ext>
                  </a:extLst>
                </p14:cNvPr>
                <p14:cNvContentPartPr/>
                <p14:nvPr/>
              </p14:nvContentPartPr>
              <p14:xfrm>
                <a:off x="633780" y="5273288"/>
                <a:ext cx="13680" cy="36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2803457-E295-5D7D-98CF-B8F492FA780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4780" y="5264288"/>
                  <a:ext cx="31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2A8562A-0EE5-2560-F5BF-3543B3FE3789}"/>
                    </a:ext>
                  </a:extLst>
                </p14:cNvPr>
                <p14:cNvContentPartPr/>
                <p14:nvPr/>
              </p14:nvContentPartPr>
              <p14:xfrm>
                <a:off x="589140" y="5162768"/>
                <a:ext cx="8640" cy="8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2A8562A-0EE5-2560-F5BF-3543B3FE37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0140" y="5154128"/>
                  <a:ext cx="26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99C0E75-5C23-46E7-9F2A-5015CF17B7CC}"/>
                    </a:ext>
                  </a:extLst>
                </p14:cNvPr>
                <p14:cNvContentPartPr/>
                <p14:nvPr/>
              </p14:nvContentPartPr>
              <p14:xfrm>
                <a:off x="701100" y="5235128"/>
                <a:ext cx="125640" cy="698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99C0E75-5C23-46E7-9F2A-5015CF17B7C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92460" y="5226128"/>
                  <a:ext cx="143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2F16E76-2219-AE77-BC90-77344F6AC12A}"/>
                    </a:ext>
                  </a:extLst>
                </p14:cNvPr>
                <p14:cNvContentPartPr/>
                <p14:nvPr/>
              </p14:nvContentPartPr>
              <p14:xfrm>
                <a:off x="887580" y="5200568"/>
                <a:ext cx="139320" cy="79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2F16E76-2219-AE77-BC90-77344F6AC1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8580" y="5191568"/>
                  <a:ext cx="1569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408852A-2AAB-7D61-2E1E-FB36B7BDCB80}"/>
                    </a:ext>
                  </a:extLst>
                </p14:cNvPr>
                <p14:cNvContentPartPr/>
                <p14:nvPr/>
              </p14:nvContentPartPr>
              <p14:xfrm>
                <a:off x="1012860" y="5007968"/>
                <a:ext cx="151200" cy="271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408852A-2AAB-7D61-2E1E-FB36B7BDCB8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3860" y="4998968"/>
                  <a:ext cx="168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EE1DF3A-BF54-CE76-ECD0-090C8B47D55A}"/>
                    </a:ext>
                  </a:extLst>
                </p14:cNvPr>
                <p14:cNvContentPartPr/>
                <p14:nvPr/>
              </p14:nvContentPartPr>
              <p14:xfrm>
                <a:off x="1161180" y="4877288"/>
                <a:ext cx="95400" cy="131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EE1DF3A-BF54-CE76-ECD0-090C8B47D55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52180" y="4868648"/>
                  <a:ext cx="11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A5F1698-3873-EFAD-715B-A2D85BDA1A74}"/>
                    </a:ext>
                  </a:extLst>
                </p14:cNvPr>
                <p14:cNvContentPartPr/>
                <p14:nvPr/>
              </p14:nvContentPartPr>
              <p14:xfrm>
                <a:off x="1128060" y="4930208"/>
                <a:ext cx="93240" cy="20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A5F1698-3873-EFAD-715B-A2D85BDA1A7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19060" y="4921568"/>
                  <a:ext cx="110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67583FA-B932-BEFD-FB88-3AD701259FC8}"/>
                    </a:ext>
                  </a:extLst>
                </p14:cNvPr>
                <p14:cNvContentPartPr/>
                <p14:nvPr/>
              </p14:nvContentPartPr>
              <p14:xfrm>
                <a:off x="1225980" y="5096528"/>
                <a:ext cx="119880" cy="23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67583FA-B932-BEFD-FB88-3AD701259FC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216980" y="5087888"/>
                  <a:ext cx="137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00169C3-46D2-442F-1D81-47FAC542DB61}"/>
                    </a:ext>
                  </a:extLst>
                </p14:cNvPr>
                <p14:cNvContentPartPr/>
                <p14:nvPr/>
              </p14:nvContentPartPr>
              <p14:xfrm>
                <a:off x="1286100" y="5179688"/>
                <a:ext cx="48240" cy="95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00169C3-46D2-442F-1D81-47FAC542DB6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77460" y="5170688"/>
                  <a:ext cx="65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6C62FA6-319E-561C-7905-ABDD5860BC14}"/>
                    </a:ext>
                  </a:extLst>
                </p14:cNvPr>
                <p14:cNvContentPartPr/>
                <p14:nvPr/>
              </p14:nvContentPartPr>
              <p14:xfrm>
                <a:off x="1231380" y="5159528"/>
                <a:ext cx="119520" cy="15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6C62FA6-319E-561C-7905-ABDD5860BC1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22740" y="5150528"/>
                  <a:ext cx="137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10B0674-F5EB-CC28-3BCF-E96E55E49E23}"/>
                    </a:ext>
                  </a:extLst>
                </p14:cNvPr>
                <p14:cNvContentPartPr/>
                <p14:nvPr/>
              </p14:nvContentPartPr>
              <p14:xfrm>
                <a:off x="1376460" y="4899248"/>
                <a:ext cx="160200" cy="271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10B0674-F5EB-CC28-3BCF-E96E55E49E2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367820" y="4890248"/>
                  <a:ext cx="177840" cy="28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96B9FB9-0579-38CC-9819-3B670841F9FB}"/>
                  </a:ext>
                </a:extLst>
              </p14:cNvPr>
              <p14:cNvContentPartPr/>
              <p14:nvPr/>
            </p14:nvContentPartPr>
            <p14:xfrm>
              <a:off x="2975220" y="5833448"/>
              <a:ext cx="17640" cy="118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96B9FB9-0579-38CC-9819-3B670841F9F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966220" y="5824448"/>
                <a:ext cx="352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692301B-60EB-C5A6-3E4F-92580187BD32}"/>
                  </a:ext>
                </a:extLst>
              </p14:cNvPr>
              <p14:cNvContentPartPr/>
              <p14:nvPr/>
            </p14:nvContentPartPr>
            <p14:xfrm>
              <a:off x="2968380" y="5933168"/>
              <a:ext cx="3600" cy="14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692301B-60EB-C5A6-3E4F-92580187BD3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959740" y="5924168"/>
                <a:ext cx="2124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9BFF5A0-B39A-3006-5595-AF054DC235D8}"/>
              </a:ext>
            </a:extLst>
          </p:cNvPr>
          <p:cNvGrpSpPr/>
          <p:nvPr/>
        </p:nvGrpSpPr>
        <p:grpSpPr>
          <a:xfrm>
            <a:off x="3475620" y="5740928"/>
            <a:ext cx="1203480" cy="362880"/>
            <a:chOff x="3475620" y="5740928"/>
            <a:chExt cx="120348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39E9E67-A38F-9D7D-C782-4563A3E83ABE}"/>
                    </a:ext>
                  </a:extLst>
                </p14:cNvPr>
                <p14:cNvContentPartPr/>
                <p14:nvPr/>
              </p14:nvContentPartPr>
              <p14:xfrm>
                <a:off x="3475620" y="5891408"/>
                <a:ext cx="136440" cy="124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39E9E67-A38F-9D7D-C782-4563A3E83AB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466620" y="5882768"/>
                  <a:ext cx="154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D6E9ABA-95F0-0D65-B477-A25EB7401165}"/>
                    </a:ext>
                  </a:extLst>
                </p14:cNvPr>
                <p14:cNvContentPartPr/>
                <p14:nvPr/>
              </p14:nvContentPartPr>
              <p14:xfrm>
                <a:off x="3522780" y="5921648"/>
                <a:ext cx="51840" cy="93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D6E9ABA-95F0-0D65-B477-A25EB740116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514140" y="5913008"/>
                  <a:ext cx="69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6AA038B-A12B-CBB2-64D4-55CE0EB34234}"/>
                    </a:ext>
                  </a:extLst>
                </p14:cNvPr>
                <p14:cNvContentPartPr/>
                <p14:nvPr/>
              </p14:nvContentPartPr>
              <p14:xfrm>
                <a:off x="3667860" y="5994008"/>
                <a:ext cx="101520" cy="109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6AA038B-A12B-CBB2-64D4-55CE0EB3423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658860" y="5985368"/>
                  <a:ext cx="119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AF02D0A-9C84-59A8-4154-54516563B11B}"/>
                    </a:ext>
                  </a:extLst>
                </p14:cNvPr>
                <p14:cNvContentPartPr/>
                <p14:nvPr/>
              </p14:nvContentPartPr>
              <p14:xfrm>
                <a:off x="3786660" y="5784488"/>
                <a:ext cx="71280" cy="2264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AF02D0A-9C84-59A8-4154-54516563B11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778020" y="5775488"/>
                  <a:ext cx="88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D6754E3-29AA-3C36-F80C-4B098A65CAF5}"/>
                    </a:ext>
                  </a:extLst>
                </p14:cNvPr>
                <p14:cNvContentPartPr/>
                <p14:nvPr/>
              </p14:nvContentPartPr>
              <p14:xfrm>
                <a:off x="3897900" y="5772968"/>
                <a:ext cx="75960" cy="234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D6754E3-29AA-3C36-F80C-4B098A65CAF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888900" y="5764328"/>
                  <a:ext cx="93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ED96BF5-EDC1-1877-EBBE-1AB6A7F30E5A}"/>
                    </a:ext>
                  </a:extLst>
                </p14:cNvPr>
                <p14:cNvContentPartPr/>
                <p14:nvPr/>
              </p14:nvContentPartPr>
              <p14:xfrm>
                <a:off x="3879540" y="5896808"/>
                <a:ext cx="84960" cy="23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ED96BF5-EDC1-1877-EBBE-1AB6A7F30E5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870540" y="5887808"/>
                  <a:ext cx="102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0F8CA2B-61EF-25D6-3FEA-1C995F22CC93}"/>
                    </a:ext>
                  </a:extLst>
                </p14:cNvPr>
                <p14:cNvContentPartPr/>
                <p14:nvPr/>
              </p14:nvContentPartPr>
              <p14:xfrm>
                <a:off x="4005540" y="5740928"/>
                <a:ext cx="64080" cy="317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0F8CA2B-61EF-25D6-3FEA-1C995F22CC9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996540" y="5731928"/>
                  <a:ext cx="817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14D9B04-E710-7FC3-B981-79415E8A37E6}"/>
                    </a:ext>
                  </a:extLst>
                </p14:cNvPr>
                <p14:cNvContentPartPr/>
                <p14:nvPr/>
              </p14:nvContentPartPr>
              <p14:xfrm>
                <a:off x="4172580" y="5945048"/>
                <a:ext cx="82800" cy="19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14D9B04-E710-7FC3-B981-79415E8A37E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163580" y="5936408"/>
                  <a:ext cx="100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3C207DE-59EF-58B0-4A53-3B14B3420D01}"/>
                    </a:ext>
                  </a:extLst>
                </p14:cNvPr>
                <p14:cNvContentPartPr/>
                <p14:nvPr/>
              </p14:nvContentPartPr>
              <p14:xfrm>
                <a:off x="4166460" y="5888528"/>
                <a:ext cx="94320" cy="13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3C207DE-59EF-58B0-4A53-3B14B3420D0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157460" y="5879888"/>
                  <a:ext cx="11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FFA5AC8-A518-5D2F-39F0-36808A33C02A}"/>
                    </a:ext>
                  </a:extLst>
                </p14:cNvPr>
                <p14:cNvContentPartPr/>
                <p14:nvPr/>
              </p14:nvContentPartPr>
              <p14:xfrm>
                <a:off x="4364100" y="6010928"/>
                <a:ext cx="5760" cy="1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FFA5AC8-A518-5D2F-39F0-36808A33C0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55100" y="6002288"/>
                  <a:ext cx="23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ED49367-308C-902B-36F6-4294784AA2FE}"/>
                    </a:ext>
                  </a:extLst>
                </p14:cNvPr>
                <p14:cNvContentPartPr/>
                <p14:nvPr/>
              </p14:nvContentPartPr>
              <p14:xfrm>
                <a:off x="4415940" y="6021008"/>
                <a:ext cx="263160" cy="15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ED49367-308C-902B-36F6-4294784AA2F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407300" y="6012368"/>
                  <a:ext cx="2808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C85B0B4-CF31-0121-D9BD-4210441133C3}"/>
              </a:ext>
            </a:extLst>
          </p:cNvPr>
          <p:cNvGrpSpPr/>
          <p:nvPr/>
        </p:nvGrpSpPr>
        <p:grpSpPr>
          <a:xfrm>
            <a:off x="4762980" y="5726528"/>
            <a:ext cx="2189880" cy="430200"/>
            <a:chOff x="4762980" y="5726528"/>
            <a:chExt cx="218988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2812775-9C22-5FB9-B6A5-2A40124FAF8C}"/>
                    </a:ext>
                  </a:extLst>
                </p14:cNvPr>
                <p14:cNvContentPartPr/>
                <p14:nvPr/>
              </p14:nvContentPartPr>
              <p14:xfrm>
                <a:off x="4779540" y="5870528"/>
                <a:ext cx="15840" cy="119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2812775-9C22-5FB9-B6A5-2A40124FAF8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70900" y="5861888"/>
                  <a:ext cx="33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61B21CE-2862-20E6-B32D-46DD86CABBF9}"/>
                    </a:ext>
                  </a:extLst>
                </p14:cNvPr>
                <p14:cNvContentPartPr/>
                <p14:nvPr/>
              </p14:nvContentPartPr>
              <p14:xfrm>
                <a:off x="4762980" y="5955488"/>
                <a:ext cx="89640" cy="9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61B21CE-2862-20E6-B32D-46DD86CABBF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753980" y="5946848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92C7431-F0DA-77E7-B766-7B66241D7E67}"/>
                    </a:ext>
                  </a:extLst>
                </p14:cNvPr>
                <p14:cNvContentPartPr/>
                <p14:nvPr/>
              </p14:nvContentPartPr>
              <p14:xfrm>
                <a:off x="4927500" y="5866928"/>
                <a:ext cx="128160" cy="105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92C7431-F0DA-77E7-B766-7B66241D7E6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918860" y="5858288"/>
                  <a:ext cx="145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3F33714-C7C8-7509-8F76-BA8B14F5A37E}"/>
                    </a:ext>
                  </a:extLst>
                </p14:cNvPr>
                <p14:cNvContentPartPr/>
                <p14:nvPr/>
              </p14:nvContentPartPr>
              <p14:xfrm>
                <a:off x="4995900" y="5891408"/>
                <a:ext cx="48960" cy="87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3F33714-C7C8-7509-8F76-BA8B14F5A37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986900" y="5882768"/>
                  <a:ext cx="66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E3F3C52-EA3E-1BB2-928A-62A32B9685ED}"/>
                    </a:ext>
                  </a:extLst>
                </p14:cNvPr>
                <p14:cNvContentPartPr/>
                <p14:nvPr/>
              </p14:nvContentPartPr>
              <p14:xfrm>
                <a:off x="5065020" y="5767928"/>
                <a:ext cx="109800" cy="226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E3F3C52-EA3E-1BB2-928A-62A32B9685E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56020" y="5758928"/>
                  <a:ext cx="127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D9A8B05-3045-845C-16B3-EFEB4D14D5BF}"/>
                    </a:ext>
                  </a:extLst>
                </p14:cNvPr>
                <p14:cNvContentPartPr/>
                <p14:nvPr/>
              </p14:nvContentPartPr>
              <p14:xfrm>
                <a:off x="5184900" y="5891048"/>
                <a:ext cx="75600" cy="6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D9A8B05-3045-845C-16B3-EFEB4D14D5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175900" y="5882048"/>
                  <a:ext cx="93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4F03022-6901-4915-0EFE-BA2C9C4864BE}"/>
                    </a:ext>
                  </a:extLst>
                </p14:cNvPr>
                <p14:cNvContentPartPr/>
                <p14:nvPr/>
              </p14:nvContentPartPr>
              <p14:xfrm>
                <a:off x="5314860" y="5829128"/>
                <a:ext cx="37080" cy="122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4F03022-6901-4915-0EFE-BA2C9C4864B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305860" y="5820128"/>
                  <a:ext cx="54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E7EF30C-D37A-18BF-9FC5-0C890B601C5E}"/>
                    </a:ext>
                  </a:extLst>
                </p14:cNvPr>
                <p14:cNvContentPartPr/>
                <p14:nvPr/>
              </p14:nvContentPartPr>
              <p14:xfrm>
                <a:off x="5356260" y="5751008"/>
                <a:ext cx="129960" cy="242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E7EF30C-D37A-18BF-9FC5-0C890B601C5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47620" y="5742008"/>
                  <a:ext cx="147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546FA55-1FD5-B609-EC54-0344D598DF60}"/>
                    </a:ext>
                  </a:extLst>
                </p14:cNvPr>
                <p14:cNvContentPartPr/>
                <p14:nvPr/>
              </p14:nvContentPartPr>
              <p14:xfrm>
                <a:off x="5620500" y="5880968"/>
                <a:ext cx="100080" cy="1202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546FA55-1FD5-B609-EC54-0344D598DF6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611500" y="5872328"/>
                  <a:ext cx="117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4C6E4E2-2057-4ACF-2450-EA1A62159286}"/>
                    </a:ext>
                  </a:extLst>
                </p14:cNvPr>
                <p14:cNvContentPartPr/>
                <p14:nvPr/>
              </p14:nvContentPartPr>
              <p14:xfrm>
                <a:off x="5776020" y="5974568"/>
                <a:ext cx="6840" cy="11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4C6E4E2-2057-4ACF-2450-EA1A6215928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67020" y="5965928"/>
                  <a:ext cx="24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CCECBB7-C35A-A3D6-9197-F5A78E6583E4}"/>
                    </a:ext>
                  </a:extLst>
                </p14:cNvPr>
                <p14:cNvContentPartPr/>
                <p14:nvPr/>
              </p14:nvContentPartPr>
              <p14:xfrm>
                <a:off x="5740740" y="5834168"/>
                <a:ext cx="6480" cy="6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CCECBB7-C35A-A3D6-9197-F5A78E6583E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732100" y="5825528"/>
                  <a:ext cx="24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FCCDC2C-61F7-6018-2E75-CFDBB1A6EBD9}"/>
                    </a:ext>
                  </a:extLst>
                </p14:cNvPr>
                <p14:cNvContentPartPr/>
                <p14:nvPr/>
              </p14:nvContentPartPr>
              <p14:xfrm>
                <a:off x="5849820" y="5930648"/>
                <a:ext cx="155160" cy="74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FCCDC2C-61F7-6018-2E75-CFDBB1A6EB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841180" y="5921648"/>
                  <a:ext cx="172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E057D8F-C24D-060B-F85D-EF2D16FB33C7}"/>
                    </a:ext>
                  </a:extLst>
                </p14:cNvPr>
                <p14:cNvContentPartPr/>
                <p14:nvPr/>
              </p14:nvContentPartPr>
              <p14:xfrm>
                <a:off x="6079860" y="5923088"/>
                <a:ext cx="116640" cy="64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E057D8F-C24D-060B-F85D-EF2D16FB33C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070860" y="5914088"/>
                  <a:ext cx="134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7048816-0BDF-B4D6-39B3-A13A08DE8E14}"/>
                    </a:ext>
                  </a:extLst>
                </p14:cNvPr>
                <p14:cNvContentPartPr/>
                <p14:nvPr/>
              </p14:nvContentPartPr>
              <p14:xfrm>
                <a:off x="6379740" y="5734808"/>
                <a:ext cx="74880" cy="1616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7048816-0BDF-B4D6-39B3-A13A08DE8E1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71100" y="5726168"/>
                  <a:ext cx="92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36C52FB-2C17-80A9-6000-6C6E9B18BFAF}"/>
                    </a:ext>
                  </a:extLst>
                </p14:cNvPr>
                <p14:cNvContentPartPr/>
                <p14:nvPr/>
              </p14:nvContentPartPr>
              <p14:xfrm>
                <a:off x="6359220" y="5815448"/>
                <a:ext cx="78120" cy="9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36C52FB-2C17-80A9-6000-6C6E9B18BFA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50220" y="5806448"/>
                  <a:ext cx="95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E0BCE61-10FA-12F0-F68C-D3806AEACF77}"/>
                    </a:ext>
                  </a:extLst>
                </p14:cNvPr>
                <p14:cNvContentPartPr/>
                <p14:nvPr/>
              </p14:nvContentPartPr>
              <p14:xfrm>
                <a:off x="6626340" y="5792768"/>
                <a:ext cx="28080" cy="93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E0BCE61-10FA-12F0-F68C-D3806AEACF7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17340" y="5783768"/>
                  <a:ext cx="457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A6517D1-6C66-2882-6A9C-158B6DF430E7}"/>
                    </a:ext>
                  </a:extLst>
                </p14:cNvPr>
                <p14:cNvContentPartPr/>
                <p14:nvPr/>
              </p14:nvContentPartPr>
              <p14:xfrm>
                <a:off x="6576300" y="5855048"/>
                <a:ext cx="105120" cy="5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A6517D1-6C66-2882-6A9C-158B6DF430E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67660" y="5846048"/>
                  <a:ext cx="122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A15C85C-146F-DFE9-121B-2CB617D33275}"/>
                    </a:ext>
                  </a:extLst>
                </p14:cNvPr>
                <p14:cNvContentPartPr/>
                <p14:nvPr/>
              </p14:nvContentPartPr>
              <p14:xfrm>
                <a:off x="6764220" y="5766848"/>
                <a:ext cx="41040" cy="101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A15C85C-146F-DFE9-121B-2CB617D3327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55580" y="5757848"/>
                  <a:ext cx="58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3A46D55-073C-414B-1AD5-E4B6D0172E19}"/>
                    </a:ext>
                  </a:extLst>
                </p14:cNvPr>
                <p14:cNvContentPartPr/>
                <p14:nvPr/>
              </p14:nvContentPartPr>
              <p14:xfrm>
                <a:off x="6697260" y="5726528"/>
                <a:ext cx="119160" cy="198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3A46D55-073C-414B-1AD5-E4B6D0172E1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688620" y="5717528"/>
                  <a:ext cx="136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37A0719-FEEE-843D-4EBC-840E68DECD7B}"/>
                    </a:ext>
                  </a:extLst>
                </p14:cNvPr>
                <p14:cNvContentPartPr/>
                <p14:nvPr/>
              </p14:nvContentPartPr>
              <p14:xfrm>
                <a:off x="6407100" y="5942168"/>
                <a:ext cx="394200" cy="208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37A0719-FEEE-843D-4EBC-840E68DECD7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98100" y="5933168"/>
                  <a:ext cx="411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17C74F4-AA46-90A6-D409-F1FE2095B16E}"/>
                    </a:ext>
                  </a:extLst>
                </p14:cNvPr>
                <p14:cNvContentPartPr/>
                <p14:nvPr/>
              </p14:nvContentPartPr>
              <p14:xfrm>
                <a:off x="6546060" y="6054488"/>
                <a:ext cx="35640" cy="1022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17C74F4-AA46-90A6-D409-F1FE2095B16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537060" y="6045848"/>
                  <a:ext cx="53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D887ACD-D582-8F51-8766-F4DD75C3CE0D}"/>
                    </a:ext>
                  </a:extLst>
                </p14:cNvPr>
                <p14:cNvContentPartPr/>
                <p14:nvPr/>
              </p14:nvContentPartPr>
              <p14:xfrm>
                <a:off x="6464700" y="6017768"/>
                <a:ext cx="175320" cy="19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D887ACD-D582-8F51-8766-F4DD75C3CE0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455700" y="6009128"/>
                  <a:ext cx="192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932DFAA-6B88-5072-9294-6AFAAEF9EC37}"/>
                    </a:ext>
                  </a:extLst>
                </p14:cNvPr>
                <p14:cNvContentPartPr/>
                <p14:nvPr/>
              </p14:nvContentPartPr>
              <p14:xfrm>
                <a:off x="6249420" y="5830208"/>
                <a:ext cx="94320" cy="2181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932DFAA-6B88-5072-9294-6AFAAEF9EC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240780" y="5821568"/>
                  <a:ext cx="111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70956F3-703C-9EF8-1ECD-4C9BDCFE95FF}"/>
                    </a:ext>
                  </a:extLst>
                </p14:cNvPr>
                <p14:cNvContentPartPr/>
                <p14:nvPr/>
              </p14:nvContentPartPr>
              <p14:xfrm>
                <a:off x="6873300" y="5837048"/>
                <a:ext cx="79560" cy="2426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70956F3-703C-9EF8-1ECD-4C9BDCFE95F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864660" y="5828048"/>
                  <a:ext cx="9720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B6014247-ABE3-20B0-3BA0-FC96B4FA75E7}"/>
              </a:ext>
            </a:extLst>
          </p:cNvPr>
          <p:cNvGrpSpPr/>
          <p:nvPr/>
        </p:nvGrpSpPr>
        <p:grpSpPr>
          <a:xfrm>
            <a:off x="7117380" y="5647328"/>
            <a:ext cx="1881000" cy="502920"/>
            <a:chOff x="7117380" y="5647328"/>
            <a:chExt cx="188100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C0DEAD0-A10D-2FAC-0570-632D57826AC1}"/>
                    </a:ext>
                  </a:extLst>
                </p14:cNvPr>
                <p14:cNvContentPartPr/>
                <p14:nvPr/>
              </p14:nvContentPartPr>
              <p14:xfrm>
                <a:off x="7159140" y="5870528"/>
                <a:ext cx="37080" cy="124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C0DEAD0-A10D-2FAC-0570-632D57826AC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50500" y="5861888"/>
                  <a:ext cx="54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50820FE-4FD4-0617-E6F7-FFDEDD6EECF2}"/>
                    </a:ext>
                  </a:extLst>
                </p14:cNvPr>
                <p14:cNvContentPartPr/>
                <p14:nvPr/>
              </p14:nvContentPartPr>
              <p14:xfrm>
                <a:off x="7117380" y="5938208"/>
                <a:ext cx="83520" cy="122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50820FE-4FD4-0617-E6F7-FFDEDD6EECF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108740" y="5929568"/>
                  <a:ext cx="101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E863DA3-496D-0CC2-2A0E-890019B2C25B}"/>
                    </a:ext>
                  </a:extLst>
                </p14:cNvPr>
                <p14:cNvContentPartPr/>
                <p14:nvPr/>
              </p14:nvContentPartPr>
              <p14:xfrm>
                <a:off x="7304580" y="5870528"/>
                <a:ext cx="113400" cy="95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E863DA3-496D-0CC2-2A0E-890019B2C25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95940" y="5861888"/>
                  <a:ext cx="131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E6991E0-63D2-DF9A-42D6-BBE6E093EE47}"/>
                    </a:ext>
                  </a:extLst>
                </p14:cNvPr>
                <p14:cNvContentPartPr/>
                <p14:nvPr/>
              </p14:nvContentPartPr>
              <p14:xfrm>
                <a:off x="7338420" y="5880968"/>
                <a:ext cx="54720" cy="93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E6991E0-63D2-DF9A-42D6-BBE6E093EE4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29780" y="5872328"/>
                  <a:ext cx="72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ED2B47E-8EE6-0DC7-5809-07F1C2F9BDA8}"/>
                    </a:ext>
                  </a:extLst>
                </p14:cNvPr>
                <p14:cNvContentPartPr/>
                <p14:nvPr/>
              </p14:nvContentPartPr>
              <p14:xfrm>
                <a:off x="7437420" y="5758928"/>
                <a:ext cx="90720" cy="233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ED2B47E-8EE6-0DC7-5809-07F1C2F9BDA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428780" y="5750288"/>
                  <a:ext cx="108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EFFC629-8D5A-5DC1-6F8A-1AA785F3181B}"/>
                    </a:ext>
                  </a:extLst>
                </p14:cNvPr>
                <p14:cNvContentPartPr/>
                <p14:nvPr/>
              </p14:nvContentPartPr>
              <p14:xfrm>
                <a:off x="7569180" y="5873408"/>
                <a:ext cx="110160" cy="81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EFFC629-8D5A-5DC1-6F8A-1AA785F3181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560180" y="5864768"/>
                  <a:ext cx="127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1A9CA66-123E-CFA5-D91F-2E7ECA5E6D31}"/>
                    </a:ext>
                  </a:extLst>
                </p14:cNvPr>
                <p14:cNvContentPartPr/>
                <p14:nvPr/>
              </p14:nvContentPartPr>
              <p14:xfrm>
                <a:off x="7652700" y="5742008"/>
                <a:ext cx="160200" cy="266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1A9CA66-123E-CFA5-D91F-2E7ECA5E6D3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644060" y="5733368"/>
                  <a:ext cx="177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2F2780-DEBF-087E-8797-110633B730B0}"/>
                    </a:ext>
                  </a:extLst>
                </p14:cNvPr>
                <p14:cNvContentPartPr/>
                <p14:nvPr/>
              </p14:nvContentPartPr>
              <p14:xfrm>
                <a:off x="7919100" y="5821568"/>
                <a:ext cx="123480" cy="133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2F2780-DEBF-087E-8797-110633B730B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910460" y="5812928"/>
                  <a:ext cx="141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3BF130E-5509-6911-1FB5-7EAFDB6D27B8}"/>
                    </a:ext>
                  </a:extLst>
                </p14:cNvPr>
                <p14:cNvContentPartPr/>
                <p14:nvPr/>
              </p14:nvContentPartPr>
              <p14:xfrm>
                <a:off x="8058060" y="5896808"/>
                <a:ext cx="28800" cy="42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3BF130E-5509-6911-1FB5-7EAFDB6D27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049060" y="5887808"/>
                  <a:ext cx="46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1D533F5-13AE-CAF7-C553-929A8CA3BCCB}"/>
                    </a:ext>
                  </a:extLst>
                </p14:cNvPr>
                <p14:cNvContentPartPr/>
                <p14:nvPr/>
              </p14:nvContentPartPr>
              <p14:xfrm>
                <a:off x="8068500" y="5797808"/>
                <a:ext cx="3600" cy="19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1D533F5-13AE-CAF7-C553-929A8CA3BC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059500" y="5789168"/>
                  <a:ext cx="21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05C3E1C-9B9D-22BA-C6F3-EDE0465E9FF1}"/>
                    </a:ext>
                  </a:extLst>
                </p14:cNvPr>
                <p14:cNvContentPartPr/>
                <p14:nvPr/>
              </p14:nvContentPartPr>
              <p14:xfrm>
                <a:off x="8156700" y="5892128"/>
                <a:ext cx="104760" cy="24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05C3E1C-9B9D-22BA-C6F3-EDE0465E9FF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147700" y="5883128"/>
                  <a:ext cx="12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6AA1C0D-C4F0-2C72-E44E-AE14CD022F53}"/>
                    </a:ext>
                  </a:extLst>
                </p14:cNvPr>
                <p14:cNvContentPartPr/>
                <p14:nvPr/>
              </p14:nvContentPartPr>
              <p14:xfrm>
                <a:off x="8348580" y="5877368"/>
                <a:ext cx="109080" cy="66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6AA1C0D-C4F0-2C72-E44E-AE14CD022F5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339940" y="5868368"/>
                  <a:ext cx="126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B63EE1C-7AFC-B921-66FA-67081CD8FCF9}"/>
                    </a:ext>
                  </a:extLst>
                </p14:cNvPr>
                <p14:cNvContentPartPr/>
                <p14:nvPr/>
              </p14:nvContentPartPr>
              <p14:xfrm>
                <a:off x="8681580" y="5647328"/>
                <a:ext cx="51120" cy="146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B63EE1C-7AFC-B921-66FA-67081CD8FCF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672580" y="5638328"/>
                  <a:ext cx="68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8434963-E9ED-0E6E-4FA6-895D2FA2A0D6}"/>
                    </a:ext>
                  </a:extLst>
                </p14:cNvPr>
                <p14:cNvContentPartPr/>
                <p14:nvPr/>
              </p14:nvContentPartPr>
              <p14:xfrm>
                <a:off x="8663580" y="5713928"/>
                <a:ext cx="54720" cy="6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8434963-E9ED-0E6E-4FA6-895D2FA2A0D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654580" y="5704928"/>
                  <a:ext cx="72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9DB6313-3819-AA01-D8E7-AA3B7BFA60C0}"/>
                    </a:ext>
                  </a:extLst>
                </p14:cNvPr>
                <p14:cNvContentPartPr/>
                <p14:nvPr/>
              </p14:nvContentPartPr>
              <p14:xfrm>
                <a:off x="8663940" y="5902928"/>
                <a:ext cx="178920" cy="14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9DB6313-3819-AA01-D8E7-AA3B7BFA60C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54940" y="5894288"/>
                  <a:ext cx="196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573F926-40F5-EFA5-E8DB-99224B2BD275}"/>
                    </a:ext>
                  </a:extLst>
                </p14:cNvPr>
                <p14:cNvContentPartPr/>
                <p14:nvPr/>
              </p14:nvContentPartPr>
              <p14:xfrm>
                <a:off x="8722980" y="6021368"/>
                <a:ext cx="42480" cy="128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573F926-40F5-EFA5-E8DB-99224B2BD27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714340" y="6012368"/>
                  <a:ext cx="60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2CD14E8-A885-D516-5AC7-60B169A2AEE6}"/>
                    </a:ext>
                  </a:extLst>
                </p14:cNvPr>
                <p14:cNvContentPartPr/>
                <p14:nvPr/>
              </p14:nvContentPartPr>
              <p14:xfrm>
                <a:off x="8686980" y="6011288"/>
                <a:ext cx="114120" cy="180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2CD14E8-A885-D516-5AC7-60B169A2AEE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678340" y="6002288"/>
                  <a:ext cx="13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1552354-6EE1-B26F-A887-1B673697FC13}"/>
                    </a:ext>
                  </a:extLst>
                </p14:cNvPr>
                <p14:cNvContentPartPr/>
                <p14:nvPr/>
              </p14:nvContentPartPr>
              <p14:xfrm>
                <a:off x="8534700" y="5777288"/>
                <a:ext cx="68760" cy="253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1552354-6EE1-B26F-A887-1B673697FC1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526060" y="5768288"/>
                  <a:ext cx="864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BFB118E-C202-EC7E-41F8-6DD45172AC42}"/>
                    </a:ext>
                  </a:extLst>
                </p14:cNvPr>
                <p14:cNvContentPartPr/>
                <p14:nvPr/>
              </p14:nvContentPartPr>
              <p14:xfrm>
                <a:off x="8842500" y="5782328"/>
                <a:ext cx="155880" cy="2862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BFB118E-C202-EC7E-41F8-6DD45172AC4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833500" y="5773688"/>
                  <a:ext cx="17352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8DFA00C-43E7-C651-9417-4FACF3D77D1F}"/>
              </a:ext>
            </a:extLst>
          </p:cNvPr>
          <p:cNvGrpSpPr/>
          <p:nvPr/>
        </p:nvGrpSpPr>
        <p:grpSpPr>
          <a:xfrm>
            <a:off x="9121860" y="5844608"/>
            <a:ext cx="90000" cy="119160"/>
            <a:chOff x="9121860" y="5844608"/>
            <a:chExt cx="9000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25BAE83-53A1-34AF-81D3-1FA3198737BD}"/>
                    </a:ext>
                  </a:extLst>
                </p14:cNvPr>
                <p14:cNvContentPartPr/>
                <p14:nvPr/>
              </p14:nvContentPartPr>
              <p14:xfrm>
                <a:off x="9174060" y="5844608"/>
                <a:ext cx="21240" cy="119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25BAE83-53A1-34AF-81D3-1FA3198737B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165420" y="5835968"/>
                  <a:ext cx="38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AA11FE3-3A55-4C8E-8BDE-78F39292898D}"/>
                    </a:ext>
                  </a:extLst>
                </p14:cNvPr>
                <p14:cNvContentPartPr/>
                <p14:nvPr/>
              </p14:nvContentPartPr>
              <p14:xfrm>
                <a:off x="9121860" y="5909048"/>
                <a:ext cx="90000" cy="9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AA11FE3-3A55-4C8E-8BDE-78F39292898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112860" y="5900048"/>
                  <a:ext cx="1076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322A259-1A25-4B8F-C6D4-11398F7E9825}"/>
              </a:ext>
            </a:extLst>
          </p:cNvPr>
          <p:cNvGrpSpPr/>
          <p:nvPr/>
        </p:nvGrpSpPr>
        <p:grpSpPr>
          <a:xfrm>
            <a:off x="9395460" y="5631128"/>
            <a:ext cx="2580120" cy="506520"/>
            <a:chOff x="9395460" y="5631128"/>
            <a:chExt cx="258012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1901090-52DA-CBB6-FD8D-DD38793FCC30}"/>
                    </a:ext>
                  </a:extLst>
                </p14:cNvPr>
                <p14:cNvContentPartPr/>
                <p14:nvPr/>
              </p14:nvContentPartPr>
              <p14:xfrm>
                <a:off x="9395460" y="5878808"/>
                <a:ext cx="140400" cy="117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1901090-52DA-CBB6-FD8D-DD38793FCC3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86820" y="5869808"/>
                  <a:ext cx="158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474E355-C9DE-3E31-675A-25EE4EAAE4F3}"/>
                    </a:ext>
                  </a:extLst>
                </p14:cNvPr>
                <p14:cNvContentPartPr/>
                <p14:nvPr/>
              </p14:nvContentPartPr>
              <p14:xfrm>
                <a:off x="9420300" y="5870528"/>
                <a:ext cx="82440" cy="101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474E355-C9DE-3E31-675A-25EE4EAAE4F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411300" y="5861888"/>
                  <a:ext cx="100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36420AC-C389-4A11-1DEF-EC491C8A08EE}"/>
                    </a:ext>
                  </a:extLst>
                </p14:cNvPr>
                <p14:cNvContentPartPr/>
                <p14:nvPr/>
              </p14:nvContentPartPr>
              <p14:xfrm>
                <a:off x="9561420" y="5791688"/>
                <a:ext cx="151920" cy="251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36420AC-C389-4A11-1DEF-EC491C8A08E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552420" y="5783048"/>
                  <a:ext cx="169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C5BCC23-23A1-16A7-C9E0-F014FF6E06D7}"/>
                    </a:ext>
                  </a:extLst>
                </p14:cNvPr>
                <p14:cNvContentPartPr/>
                <p14:nvPr/>
              </p14:nvContentPartPr>
              <p14:xfrm>
                <a:off x="9684180" y="5906888"/>
                <a:ext cx="16920" cy="666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C5BCC23-23A1-16A7-C9E0-F014FF6E06D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675540" y="5898248"/>
                  <a:ext cx="34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9D1C653-761E-09E4-50E9-3D297FF713B3}"/>
                    </a:ext>
                  </a:extLst>
                </p14:cNvPr>
                <p14:cNvContentPartPr/>
                <p14:nvPr/>
              </p14:nvContentPartPr>
              <p14:xfrm>
                <a:off x="9730980" y="5775848"/>
                <a:ext cx="141480" cy="273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9D1C653-761E-09E4-50E9-3D297FF713B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721980" y="5766848"/>
                  <a:ext cx="1591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B4EB4A9-10CC-46B4-6DBC-B0B816C57186}"/>
                    </a:ext>
                  </a:extLst>
                </p14:cNvPr>
                <p14:cNvContentPartPr/>
                <p14:nvPr/>
              </p14:nvContentPartPr>
              <p14:xfrm>
                <a:off x="10009620" y="5870888"/>
                <a:ext cx="88920" cy="1317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B4EB4A9-10CC-46B4-6DBC-B0B816C5718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000980" y="5861888"/>
                  <a:ext cx="106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CF8B2DA-6740-23E3-6A9E-8E41D853576D}"/>
                    </a:ext>
                  </a:extLst>
                </p14:cNvPr>
                <p14:cNvContentPartPr/>
                <p14:nvPr/>
              </p14:nvContentPartPr>
              <p14:xfrm>
                <a:off x="10151820" y="5933168"/>
                <a:ext cx="8640" cy="31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CF8B2DA-6740-23E3-6A9E-8E41D853576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142820" y="5924168"/>
                  <a:ext cx="26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D796960-931D-6A0D-E3AA-5AB884C0D552}"/>
                    </a:ext>
                  </a:extLst>
                </p14:cNvPr>
                <p14:cNvContentPartPr/>
                <p14:nvPr/>
              </p14:nvContentPartPr>
              <p14:xfrm>
                <a:off x="10130940" y="5803208"/>
                <a:ext cx="360" cy="3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D796960-931D-6A0D-E3AA-5AB884C0D5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22300" y="579420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069A742-7BAC-E461-107D-BB1439BC26B7}"/>
                    </a:ext>
                  </a:extLst>
                </p14:cNvPr>
                <p14:cNvContentPartPr/>
                <p14:nvPr/>
              </p14:nvContentPartPr>
              <p14:xfrm>
                <a:off x="10214100" y="5917328"/>
                <a:ext cx="110520" cy="334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069A742-7BAC-E461-107D-BB1439BC26B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205100" y="5908688"/>
                  <a:ext cx="128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CA55DA4-1DE7-FB9F-5F3B-7153C5A57986}"/>
                    </a:ext>
                  </a:extLst>
                </p14:cNvPr>
                <p14:cNvContentPartPr/>
                <p14:nvPr/>
              </p14:nvContentPartPr>
              <p14:xfrm>
                <a:off x="10405620" y="5885288"/>
                <a:ext cx="104040" cy="69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CA55DA4-1DE7-FB9F-5F3B-7153C5A5798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96980" y="5876288"/>
                  <a:ext cx="121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9A9E0ED-C221-92F7-E3D6-7D5EF5B2DC85}"/>
                    </a:ext>
                  </a:extLst>
                </p14:cNvPr>
                <p14:cNvContentPartPr/>
                <p14:nvPr/>
              </p14:nvContentPartPr>
              <p14:xfrm>
                <a:off x="10691820" y="5669648"/>
                <a:ext cx="96840" cy="1764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9A9E0ED-C221-92F7-E3D6-7D5EF5B2DC8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683180" y="5661008"/>
                  <a:ext cx="114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68CBFBB-F54B-C210-F7C2-A995BAA9EC58}"/>
                    </a:ext>
                  </a:extLst>
                </p14:cNvPr>
                <p14:cNvContentPartPr/>
                <p14:nvPr/>
              </p14:nvContentPartPr>
              <p14:xfrm>
                <a:off x="10686420" y="5745968"/>
                <a:ext cx="63000" cy="82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68CBFBB-F54B-C210-F7C2-A995BAA9EC5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677420" y="5737328"/>
                  <a:ext cx="80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72761C8-535B-E062-0B9B-118C0578673E}"/>
                    </a:ext>
                  </a:extLst>
                </p14:cNvPr>
                <p14:cNvContentPartPr/>
                <p14:nvPr/>
              </p14:nvContentPartPr>
              <p14:xfrm>
                <a:off x="10863180" y="5742008"/>
                <a:ext cx="104760" cy="12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72761C8-535B-E062-0B9B-118C0578673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854180" y="5733008"/>
                  <a:ext cx="122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DEA1C69-41FD-9AEC-4529-C585CE95D3A0}"/>
                    </a:ext>
                  </a:extLst>
                </p14:cNvPr>
                <p14:cNvContentPartPr/>
                <p14:nvPr/>
              </p14:nvContentPartPr>
              <p14:xfrm>
                <a:off x="11092140" y="5678288"/>
                <a:ext cx="30600" cy="1069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DEA1C69-41FD-9AEC-4529-C585CE95D3A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083140" y="5669648"/>
                  <a:ext cx="48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9057486-EC28-C990-8D24-5F7B27C0EF88}"/>
                    </a:ext>
                  </a:extLst>
                </p14:cNvPr>
                <p14:cNvContentPartPr/>
                <p14:nvPr/>
              </p14:nvContentPartPr>
              <p14:xfrm>
                <a:off x="11001420" y="5631128"/>
                <a:ext cx="153360" cy="17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9057486-EC28-C990-8D24-5F7B27C0EF8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992780" y="5622128"/>
                  <a:ext cx="171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B5596FC-5856-0B13-04E0-2904F59DCED8}"/>
                    </a:ext>
                  </a:extLst>
                </p14:cNvPr>
                <p14:cNvContentPartPr/>
                <p14:nvPr/>
              </p14:nvContentPartPr>
              <p14:xfrm>
                <a:off x="10710540" y="5913008"/>
                <a:ext cx="423360" cy="25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B5596FC-5856-0B13-04E0-2904F59DCED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701540" y="5904008"/>
                  <a:ext cx="441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BEDC943-CD20-D7D6-044D-D9D6E532FE8E}"/>
                    </a:ext>
                  </a:extLst>
                </p14:cNvPr>
                <p14:cNvContentPartPr/>
                <p14:nvPr/>
              </p14:nvContentPartPr>
              <p14:xfrm>
                <a:off x="10910340" y="6034328"/>
                <a:ext cx="33480" cy="103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BEDC943-CD20-D7D6-044D-D9D6E532FE8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901340" y="6025328"/>
                  <a:ext cx="5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3102152-8C4B-46C6-89FC-7402BC4BD8BD}"/>
                    </a:ext>
                  </a:extLst>
                </p14:cNvPr>
                <p14:cNvContentPartPr/>
                <p14:nvPr/>
              </p14:nvContentPartPr>
              <p14:xfrm>
                <a:off x="10840860" y="6000848"/>
                <a:ext cx="163440" cy="158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3102152-8C4B-46C6-89FC-7402BC4BD8B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831860" y="5991848"/>
                  <a:ext cx="181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8B39C66-6A33-14A2-4A22-55470FAC668F}"/>
                    </a:ext>
                  </a:extLst>
                </p14:cNvPr>
                <p14:cNvContentPartPr/>
                <p14:nvPr/>
              </p14:nvContentPartPr>
              <p14:xfrm>
                <a:off x="10598940" y="5797088"/>
                <a:ext cx="72000" cy="2174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8B39C66-6A33-14A2-4A22-55470FAC668F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589940" y="5788088"/>
                  <a:ext cx="89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6089720-CFC6-F16D-2EB0-978E31326607}"/>
                    </a:ext>
                  </a:extLst>
                </p14:cNvPr>
                <p14:cNvContentPartPr/>
                <p14:nvPr/>
              </p14:nvContentPartPr>
              <p14:xfrm>
                <a:off x="11263500" y="5813648"/>
                <a:ext cx="89280" cy="272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6089720-CFC6-F16D-2EB0-978E3132660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254860" y="5804648"/>
                  <a:ext cx="106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2ECFEB3-79BC-9631-45BE-799822F07237}"/>
                    </a:ext>
                  </a:extLst>
                </p14:cNvPr>
                <p14:cNvContentPartPr/>
                <p14:nvPr/>
              </p14:nvContentPartPr>
              <p14:xfrm>
                <a:off x="11528460" y="5850008"/>
                <a:ext cx="41400" cy="140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2ECFEB3-79BC-9631-45BE-799822F0723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519820" y="5841008"/>
                  <a:ext cx="590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CEC25FC-06C6-9BFB-BBA2-0C4E364AB86C}"/>
                    </a:ext>
                  </a:extLst>
                </p14:cNvPr>
                <p14:cNvContentPartPr/>
                <p14:nvPr/>
              </p14:nvContentPartPr>
              <p14:xfrm>
                <a:off x="11470500" y="5917688"/>
                <a:ext cx="110520" cy="10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CEC25FC-06C6-9BFB-BBA2-0C4E364AB86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461500" y="5908688"/>
                  <a:ext cx="128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BCC6A5F-C1D7-C02F-756F-1A593F177B7F}"/>
                    </a:ext>
                  </a:extLst>
                </p14:cNvPr>
                <p14:cNvContentPartPr/>
                <p14:nvPr/>
              </p14:nvContentPartPr>
              <p14:xfrm>
                <a:off x="11726100" y="5985008"/>
                <a:ext cx="24120" cy="25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BCC6A5F-C1D7-C02F-756F-1A593F177B7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717100" y="5976008"/>
                  <a:ext cx="41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8893C28-72F1-E83B-29B7-B1B21EB71CD9}"/>
                    </a:ext>
                  </a:extLst>
                </p14:cNvPr>
                <p14:cNvContentPartPr/>
                <p14:nvPr/>
              </p14:nvContentPartPr>
              <p14:xfrm>
                <a:off x="11814300" y="5988968"/>
                <a:ext cx="12960" cy="1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8893C28-72F1-E83B-29B7-B1B21EB71CD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805300" y="5980328"/>
                  <a:ext cx="30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C0AF444-F313-2A66-5A35-9A4B06B50DAB}"/>
                    </a:ext>
                  </a:extLst>
                </p14:cNvPr>
                <p14:cNvContentPartPr/>
                <p14:nvPr/>
              </p14:nvContentPartPr>
              <p14:xfrm>
                <a:off x="11876580" y="5973128"/>
                <a:ext cx="99000" cy="226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C0AF444-F313-2A66-5A35-9A4B06B50DA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867940" y="5964128"/>
                  <a:ext cx="1166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F5D97F70-5845-05D7-696A-0FFFCEEFB3AD}"/>
                  </a:ext>
                </a:extLst>
              </p14:cNvPr>
              <p14:cNvContentPartPr/>
              <p14:nvPr/>
            </p14:nvContentPartPr>
            <p14:xfrm>
              <a:off x="4658940" y="2337488"/>
              <a:ext cx="402120" cy="3024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F5D97F70-5845-05D7-696A-0FFFCEEFB3AD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4650300" y="2328488"/>
                <a:ext cx="41976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91970B7F-9979-99CF-2B18-B1BDBF07AB7A}"/>
                  </a:ext>
                </a:extLst>
              </p14:cNvPr>
              <p14:cNvContentPartPr/>
              <p14:nvPr/>
            </p14:nvContentPartPr>
            <p14:xfrm>
              <a:off x="5810220" y="4187168"/>
              <a:ext cx="320400" cy="24588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91970B7F-9979-99CF-2B18-B1BDBF07AB7A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5801580" y="4178528"/>
                <a:ext cx="3380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137FDE7-9547-78AD-B502-992462338F9B}"/>
                  </a:ext>
                </a:extLst>
              </p14:cNvPr>
              <p14:cNvContentPartPr/>
              <p14:nvPr/>
            </p14:nvContentPartPr>
            <p14:xfrm>
              <a:off x="6873300" y="2020688"/>
              <a:ext cx="353880" cy="26604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137FDE7-9547-78AD-B502-992462338F9B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6864660" y="2011688"/>
                <a:ext cx="371520" cy="28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7D3DFA0A-545D-B183-D542-A4B8EF670E30}"/>
              </a:ext>
            </a:extLst>
          </p:cNvPr>
          <p:cNvGrpSpPr/>
          <p:nvPr/>
        </p:nvGrpSpPr>
        <p:grpSpPr>
          <a:xfrm>
            <a:off x="3864780" y="1738808"/>
            <a:ext cx="2282400" cy="516240"/>
            <a:chOff x="3864780" y="1738808"/>
            <a:chExt cx="228240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1560700-0E9C-B09A-CB3A-317EE2E3B77E}"/>
                    </a:ext>
                  </a:extLst>
                </p14:cNvPr>
                <p14:cNvContentPartPr/>
                <p14:nvPr/>
              </p14:nvContentPartPr>
              <p14:xfrm>
                <a:off x="4572180" y="2159288"/>
                <a:ext cx="131040" cy="957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1560700-0E9C-B09A-CB3A-317EE2E3B77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563180" y="2150288"/>
                  <a:ext cx="148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CD1DE4D-6541-2AA9-3D29-1AEEE1730963}"/>
                    </a:ext>
                  </a:extLst>
                </p14:cNvPr>
                <p14:cNvContentPartPr/>
                <p14:nvPr/>
              </p14:nvContentPartPr>
              <p14:xfrm>
                <a:off x="3864780" y="1979288"/>
                <a:ext cx="106560" cy="1000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CD1DE4D-6541-2AA9-3D29-1AEEE173096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855780" y="1970288"/>
                  <a:ext cx="124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A1CA1116-E666-3891-1455-0435CAF639B0}"/>
                    </a:ext>
                  </a:extLst>
                </p14:cNvPr>
                <p14:cNvContentPartPr/>
                <p14:nvPr/>
              </p14:nvContentPartPr>
              <p14:xfrm>
                <a:off x="4033260" y="1994768"/>
                <a:ext cx="106560" cy="67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A1CA1116-E666-3891-1455-0435CAF639B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024260" y="1986128"/>
                  <a:ext cx="1242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D1B376D-DE04-082C-BDAC-850BE57A5223}"/>
                    </a:ext>
                  </a:extLst>
                </p14:cNvPr>
                <p14:cNvContentPartPr/>
                <p14:nvPr/>
              </p14:nvContentPartPr>
              <p14:xfrm>
                <a:off x="4145940" y="1826288"/>
                <a:ext cx="237600" cy="3459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D1B376D-DE04-082C-BDAC-850BE57A522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137300" y="1817288"/>
                  <a:ext cx="255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1906AB-C241-3138-23AB-765CC2E98675}"/>
                    </a:ext>
                  </a:extLst>
                </p14:cNvPr>
                <p14:cNvContentPartPr/>
                <p14:nvPr/>
              </p14:nvContentPartPr>
              <p14:xfrm>
                <a:off x="4510260" y="1872728"/>
                <a:ext cx="101880" cy="1227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1906AB-C241-3138-23AB-765CC2E9867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501620" y="1863728"/>
                  <a:ext cx="119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6BCC702-64BE-C533-E72D-B8BCC8A92B67}"/>
                    </a:ext>
                  </a:extLst>
                </p14:cNvPr>
                <p14:cNvContentPartPr/>
                <p14:nvPr/>
              </p14:nvContentPartPr>
              <p14:xfrm>
                <a:off x="4649580" y="1947968"/>
                <a:ext cx="25560" cy="406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6BCC702-64BE-C533-E72D-B8BCC8A92B6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640940" y="1939328"/>
                  <a:ext cx="43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770027A-82DD-EDD1-5BFA-96CD4FA1AD07}"/>
                    </a:ext>
                  </a:extLst>
                </p14:cNvPr>
                <p14:cNvContentPartPr/>
                <p14:nvPr/>
              </p14:nvContentPartPr>
              <p14:xfrm>
                <a:off x="4631940" y="1849328"/>
                <a:ext cx="2520" cy="19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770027A-82DD-EDD1-5BFA-96CD4FA1AD0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622940" y="1840688"/>
                  <a:ext cx="20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50305EA-ACD6-01EB-B66B-BAFBB4AE3E80}"/>
                    </a:ext>
                  </a:extLst>
                </p14:cNvPr>
                <p14:cNvContentPartPr/>
                <p14:nvPr/>
              </p14:nvContentPartPr>
              <p14:xfrm>
                <a:off x="4712220" y="1932488"/>
                <a:ext cx="158040" cy="61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50305EA-ACD6-01EB-B66B-BAFBB4AE3E8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703220" y="1923848"/>
                  <a:ext cx="175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511F723-8504-3719-4E14-03B0475C782C}"/>
                    </a:ext>
                  </a:extLst>
                </p14:cNvPr>
                <p14:cNvContentPartPr/>
                <p14:nvPr/>
              </p14:nvContentPartPr>
              <p14:xfrm>
                <a:off x="4886820" y="1885688"/>
                <a:ext cx="105840" cy="90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511F723-8504-3719-4E14-03B0475C782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878180" y="1877048"/>
                  <a:ext cx="123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39C02A5-51EC-794F-5B98-F4E0CA29D6ED}"/>
                    </a:ext>
                  </a:extLst>
                </p14:cNvPr>
                <p14:cNvContentPartPr/>
                <p14:nvPr/>
              </p14:nvContentPartPr>
              <p14:xfrm>
                <a:off x="5169060" y="1738808"/>
                <a:ext cx="61560" cy="1414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39C02A5-51EC-794F-5B98-F4E0CA29D6E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160420" y="1729808"/>
                  <a:ext cx="79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9FE5DF9-54FC-AA3A-E9BA-6949C77B9B85}"/>
                    </a:ext>
                  </a:extLst>
                </p14:cNvPr>
                <p14:cNvContentPartPr/>
                <p14:nvPr/>
              </p14:nvContentPartPr>
              <p14:xfrm>
                <a:off x="5154660" y="1797488"/>
                <a:ext cx="61560" cy="36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9FE5DF9-54FC-AA3A-E9BA-6949C77B9B8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146020" y="1788488"/>
                  <a:ext cx="79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D854AAF-BC39-A9E6-804C-758438C26D58}"/>
                    </a:ext>
                  </a:extLst>
                </p14:cNvPr>
                <p14:cNvContentPartPr/>
                <p14:nvPr/>
              </p14:nvContentPartPr>
              <p14:xfrm>
                <a:off x="5337900" y="1818008"/>
                <a:ext cx="55080" cy="5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D854AAF-BC39-A9E6-804C-758438C26D5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329260" y="1809008"/>
                  <a:ext cx="72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457CFDC-F1C0-25B3-DEAB-1948EDB9816A}"/>
                    </a:ext>
                  </a:extLst>
                </p14:cNvPr>
                <p14:cNvContentPartPr/>
                <p14:nvPr/>
              </p14:nvContentPartPr>
              <p14:xfrm>
                <a:off x="5501700" y="1782008"/>
                <a:ext cx="40680" cy="867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457CFDC-F1C0-25B3-DEAB-1948EDB9816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493060" y="1773008"/>
                  <a:ext cx="58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32F2EDE-8268-7D05-E313-967BF31F2D21}"/>
                    </a:ext>
                  </a:extLst>
                </p14:cNvPr>
                <p14:cNvContentPartPr/>
                <p14:nvPr/>
              </p14:nvContentPartPr>
              <p14:xfrm>
                <a:off x="5416740" y="1750328"/>
                <a:ext cx="153000" cy="111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32F2EDE-8268-7D05-E313-967BF31F2D2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408100" y="1741328"/>
                  <a:ext cx="170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2E9BF91-0203-EF7A-411F-5BB618B7C18E}"/>
                    </a:ext>
                  </a:extLst>
                </p14:cNvPr>
                <p14:cNvContentPartPr/>
                <p14:nvPr/>
              </p14:nvContentPartPr>
              <p14:xfrm>
                <a:off x="5216940" y="1932488"/>
                <a:ext cx="337320" cy="259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2E9BF91-0203-EF7A-411F-5BB618B7C18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208300" y="1923848"/>
                  <a:ext cx="354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5DF5E93-9949-0B9B-E81B-3C8C7F3325F3}"/>
                    </a:ext>
                  </a:extLst>
                </p14:cNvPr>
                <p14:cNvContentPartPr/>
                <p14:nvPr/>
              </p14:nvContentPartPr>
              <p14:xfrm>
                <a:off x="5386500" y="2067488"/>
                <a:ext cx="26640" cy="759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5DF5E93-9949-0B9B-E81B-3C8C7F3325F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377500" y="2058848"/>
                  <a:ext cx="442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65C643F-7195-ED7B-EC82-F516BE4A0B22}"/>
                    </a:ext>
                  </a:extLst>
                </p14:cNvPr>
                <p14:cNvContentPartPr/>
                <p14:nvPr/>
              </p14:nvContentPartPr>
              <p14:xfrm>
                <a:off x="5300460" y="2036168"/>
                <a:ext cx="134280" cy="11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65C643F-7195-ED7B-EC82-F516BE4A0B2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291460" y="2027168"/>
                  <a:ext cx="151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BD27391-94B5-2DE2-008C-367EF2AF090D}"/>
                    </a:ext>
                  </a:extLst>
                </p14:cNvPr>
                <p14:cNvContentPartPr/>
                <p14:nvPr/>
              </p14:nvContentPartPr>
              <p14:xfrm>
                <a:off x="5064660" y="1849328"/>
                <a:ext cx="68040" cy="190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BD27391-94B5-2DE2-008C-367EF2AF090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056020" y="1840688"/>
                  <a:ext cx="85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1A23DE9-550E-9D4B-8CB8-93D63038A172}"/>
                    </a:ext>
                  </a:extLst>
                </p14:cNvPr>
                <p14:cNvContentPartPr/>
                <p14:nvPr/>
              </p14:nvContentPartPr>
              <p14:xfrm>
                <a:off x="5678460" y="1818368"/>
                <a:ext cx="73800" cy="1900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1A23DE9-550E-9D4B-8CB8-93D63038A17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669460" y="1809368"/>
                  <a:ext cx="91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7729DC3-C6B4-F4A7-5FB7-7552643A4E05}"/>
                    </a:ext>
                  </a:extLst>
                </p14:cNvPr>
                <p14:cNvContentPartPr/>
                <p14:nvPr/>
              </p14:nvContentPartPr>
              <p14:xfrm>
                <a:off x="5637060" y="1816568"/>
                <a:ext cx="104760" cy="2199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7729DC3-C6B4-F4A7-5FB7-7552643A4E0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628060" y="1807568"/>
                  <a:ext cx="122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DBE7D1A-410E-581F-626F-BB1D2DFD6228}"/>
                    </a:ext>
                  </a:extLst>
                </p14:cNvPr>
                <p14:cNvContentPartPr/>
                <p14:nvPr/>
              </p14:nvContentPartPr>
              <p14:xfrm>
                <a:off x="5854140" y="1937888"/>
                <a:ext cx="105120" cy="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DBE7D1A-410E-581F-626F-BB1D2DFD622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5845500" y="1928888"/>
                  <a:ext cx="122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B931D1B-307B-D1D9-1ACA-FCD4134E3D7A}"/>
                    </a:ext>
                  </a:extLst>
                </p14:cNvPr>
                <p14:cNvContentPartPr/>
                <p14:nvPr/>
              </p14:nvContentPartPr>
              <p14:xfrm>
                <a:off x="5831460" y="1866968"/>
                <a:ext cx="75960" cy="3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B931D1B-307B-D1D9-1ACA-FCD4134E3D7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822820" y="1858328"/>
                  <a:ext cx="93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79374BA-215D-1B0F-CCC0-A6E3BDC09A57}"/>
                    </a:ext>
                  </a:extLst>
                </p14:cNvPr>
                <p14:cNvContentPartPr/>
                <p14:nvPr/>
              </p14:nvContentPartPr>
              <p14:xfrm>
                <a:off x="5808420" y="1766168"/>
                <a:ext cx="121680" cy="2498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79374BA-215D-1B0F-CCC0-A6E3BDC09A57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799420" y="1757528"/>
                  <a:ext cx="139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B3C006B-5B93-1815-9FBC-C8ACF7F98B12}"/>
                    </a:ext>
                  </a:extLst>
                </p14:cNvPr>
                <p14:cNvContentPartPr/>
                <p14:nvPr/>
              </p14:nvContentPartPr>
              <p14:xfrm>
                <a:off x="6037380" y="1834208"/>
                <a:ext cx="109800" cy="1101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B3C006B-5B93-1815-9FBC-C8ACF7F98B1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028740" y="1825568"/>
                  <a:ext cx="1274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268BAD00-3625-EA29-27C3-485473420920}"/>
              </a:ext>
            </a:extLst>
          </p:cNvPr>
          <p:cNvGrpSpPr/>
          <p:nvPr/>
        </p:nvGrpSpPr>
        <p:grpSpPr>
          <a:xfrm>
            <a:off x="5174460" y="2202848"/>
            <a:ext cx="903960" cy="255600"/>
            <a:chOff x="5174460" y="2202848"/>
            <a:chExt cx="90396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A2EA530-7DA5-3A12-8B45-0A5BD016535C}"/>
                    </a:ext>
                  </a:extLst>
                </p14:cNvPr>
                <p14:cNvContentPartPr/>
                <p14:nvPr/>
              </p14:nvContentPartPr>
              <p14:xfrm>
                <a:off x="5258700" y="2367368"/>
                <a:ext cx="208080" cy="489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A2EA530-7DA5-3A12-8B45-0A5BD016535C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249700" y="2358728"/>
                  <a:ext cx="225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618B4B6-8469-607B-CB24-B822DE8B9363}"/>
                    </a:ext>
                  </a:extLst>
                </p14:cNvPr>
                <p14:cNvContentPartPr/>
                <p14:nvPr/>
              </p14:nvContentPartPr>
              <p14:xfrm>
                <a:off x="5174460" y="2356568"/>
                <a:ext cx="142920" cy="990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618B4B6-8469-607B-CB24-B822DE8B936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165460" y="2347928"/>
                  <a:ext cx="160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C3935F3-8A12-B774-F988-DC1D0C24E828}"/>
                    </a:ext>
                  </a:extLst>
                </p14:cNvPr>
                <p14:cNvContentPartPr/>
                <p14:nvPr/>
              </p14:nvContentPartPr>
              <p14:xfrm>
                <a:off x="5587740" y="2310848"/>
                <a:ext cx="133200" cy="1195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C3935F3-8A12-B774-F988-DC1D0C24E82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579100" y="2301848"/>
                  <a:ext cx="150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82E8CD7-EBB3-361E-17E8-A37F259AB5AF}"/>
                    </a:ext>
                  </a:extLst>
                </p14:cNvPr>
                <p14:cNvContentPartPr/>
                <p14:nvPr/>
              </p14:nvContentPartPr>
              <p14:xfrm>
                <a:off x="5605380" y="2317328"/>
                <a:ext cx="78480" cy="1303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82E8CD7-EBB3-361E-17E8-A37F259AB5A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5596740" y="2308688"/>
                  <a:ext cx="96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7ABED6F-27BF-D9B0-F4C7-7C0A8A522374}"/>
                    </a:ext>
                  </a:extLst>
                </p14:cNvPr>
                <p14:cNvContentPartPr/>
                <p14:nvPr/>
              </p14:nvContentPartPr>
              <p14:xfrm>
                <a:off x="5741100" y="2220488"/>
                <a:ext cx="122040" cy="226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7ABED6F-27BF-D9B0-F4C7-7C0A8A522374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732460" y="2211488"/>
                  <a:ext cx="139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30994FF-D807-9C7B-66AF-108CD4D187B5}"/>
                    </a:ext>
                  </a:extLst>
                </p14:cNvPr>
                <p14:cNvContentPartPr/>
                <p14:nvPr/>
              </p14:nvContentPartPr>
              <p14:xfrm>
                <a:off x="5886180" y="2317328"/>
                <a:ext cx="40320" cy="100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30994FF-D807-9C7B-66AF-108CD4D187B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877540" y="2308328"/>
                  <a:ext cx="57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420954F-3B34-FC0C-2749-ACB54FC1C467}"/>
                    </a:ext>
                  </a:extLst>
                </p14:cNvPr>
                <p14:cNvContentPartPr/>
                <p14:nvPr/>
              </p14:nvContentPartPr>
              <p14:xfrm>
                <a:off x="5907060" y="2202848"/>
                <a:ext cx="171360" cy="255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420954F-3B34-FC0C-2749-ACB54FC1C467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898060" y="2193848"/>
                  <a:ext cx="18900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962837C-2D73-24E7-0622-829319C500B9}"/>
                  </a:ext>
                </a:extLst>
              </p14:cNvPr>
              <p14:cNvContentPartPr/>
              <p14:nvPr/>
            </p14:nvContentPartPr>
            <p14:xfrm>
              <a:off x="6161580" y="4457528"/>
              <a:ext cx="201240" cy="13608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962837C-2D73-24E7-0622-829319C500B9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6152940" y="4448528"/>
                <a:ext cx="21888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3EA3AEBB-2C10-7484-D7E2-CA641F79440B}"/>
              </a:ext>
            </a:extLst>
          </p:cNvPr>
          <p:cNvGrpSpPr/>
          <p:nvPr/>
        </p:nvGrpSpPr>
        <p:grpSpPr>
          <a:xfrm>
            <a:off x="6525180" y="4456448"/>
            <a:ext cx="634680" cy="231120"/>
            <a:chOff x="6525180" y="4456448"/>
            <a:chExt cx="63468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1526E6E-6418-D63C-C14B-28FF938A15A8}"/>
                    </a:ext>
                  </a:extLst>
                </p14:cNvPr>
                <p14:cNvContentPartPr/>
                <p14:nvPr/>
              </p14:nvContentPartPr>
              <p14:xfrm>
                <a:off x="6525180" y="4519808"/>
                <a:ext cx="151560" cy="1530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1526E6E-6418-D63C-C14B-28FF938A15A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516180" y="4511168"/>
                  <a:ext cx="169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ABB0DC4-4FC4-DA2D-43F1-0BDA5B3B458E}"/>
                    </a:ext>
                  </a:extLst>
                </p14:cNvPr>
                <p14:cNvContentPartPr/>
                <p14:nvPr/>
              </p14:nvContentPartPr>
              <p14:xfrm>
                <a:off x="6577380" y="4543208"/>
                <a:ext cx="57600" cy="1087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ABB0DC4-4FC4-DA2D-43F1-0BDA5B3B458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6568380" y="4534568"/>
                  <a:ext cx="752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FB1DBD8-4FD4-D46F-6904-4FEAD2FD90CA}"/>
                    </a:ext>
                  </a:extLst>
                </p14:cNvPr>
                <p14:cNvContentPartPr/>
                <p14:nvPr/>
              </p14:nvContentPartPr>
              <p14:xfrm>
                <a:off x="6722100" y="4456448"/>
                <a:ext cx="94320" cy="210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FB1DBD8-4FD4-D46F-6904-4FEAD2FD90C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713460" y="4447448"/>
                  <a:ext cx="111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628D1AB-0AD2-A11B-1805-9E8CD9047AF9}"/>
                    </a:ext>
                  </a:extLst>
                </p14:cNvPr>
                <p14:cNvContentPartPr/>
                <p14:nvPr/>
              </p14:nvContentPartPr>
              <p14:xfrm>
                <a:off x="6852780" y="4519448"/>
                <a:ext cx="150840" cy="126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628D1AB-0AD2-A11B-1805-9E8CD9047AF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843780" y="4510808"/>
                  <a:ext cx="168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5FC227C-55AC-8050-2DAA-F4D6EDF92EC1}"/>
                    </a:ext>
                  </a:extLst>
                </p14:cNvPr>
                <p14:cNvContentPartPr/>
                <p14:nvPr/>
              </p14:nvContentPartPr>
              <p14:xfrm>
                <a:off x="7018740" y="4465808"/>
                <a:ext cx="141120" cy="221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5FC227C-55AC-8050-2DAA-F4D6EDF92EC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7010100" y="4456808"/>
                  <a:ext cx="15876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9DE7D322-080F-4041-450A-83AFADA29C1D}"/>
              </a:ext>
            </a:extLst>
          </p:cNvPr>
          <p:cNvGrpSpPr/>
          <p:nvPr/>
        </p:nvGrpSpPr>
        <p:grpSpPr>
          <a:xfrm>
            <a:off x="6164100" y="4816088"/>
            <a:ext cx="1348200" cy="410040"/>
            <a:chOff x="6164100" y="4816088"/>
            <a:chExt cx="134820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0B45A33-531E-29E1-5418-D0CFBCDC1554}"/>
                    </a:ext>
                  </a:extLst>
                </p14:cNvPr>
                <p14:cNvContentPartPr/>
                <p14:nvPr/>
              </p14:nvContentPartPr>
              <p14:xfrm>
                <a:off x="6164100" y="4956128"/>
                <a:ext cx="112320" cy="1159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0B45A33-531E-29E1-5418-D0CFBCDC1554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155100" y="4947488"/>
                  <a:ext cx="129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07A601A-304A-7139-A3C6-9EFF2B4A81F2}"/>
                    </a:ext>
                  </a:extLst>
                </p14:cNvPr>
                <p14:cNvContentPartPr/>
                <p14:nvPr/>
              </p14:nvContentPartPr>
              <p14:xfrm>
                <a:off x="6332940" y="5018768"/>
                <a:ext cx="9720" cy="410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07A601A-304A-7139-A3C6-9EFF2B4A81F2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324300" y="5009768"/>
                  <a:ext cx="27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343EF9F-2287-2A83-E317-0C8B5E4B9E4E}"/>
                    </a:ext>
                  </a:extLst>
                </p14:cNvPr>
                <p14:cNvContentPartPr/>
                <p14:nvPr/>
              </p14:nvContentPartPr>
              <p14:xfrm>
                <a:off x="6296580" y="4909688"/>
                <a:ext cx="9720" cy="194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343EF9F-2287-2A83-E317-0C8B5E4B9E4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287940" y="4900688"/>
                  <a:ext cx="27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0FC7DF0-DE74-1377-D207-66CAC078CC39}"/>
                    </a:ext>
                  </a:extLst>
                </p14:cNvPr>
                <p14:cNvContentPartPr/>
                <p14:nvPr/>
              </p14:nvContentPartPr>
              <p14:xfrm>
                <a:off x="6411060" y="5022728"/>
                <a:ext cx="135000" cy="518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0FC7DF0-DE74-1377-D207-66CAC078CC39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402060" y="5014088"/>
                  <a:ext cx="1526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6901900-3F03-8FF1-B36D-23AA76B13B10}"/>
                    </a:ext>
                  </a:extLst>
                </p14:cNvPr>
                <p14:cNvContentPartPr/>
                <p14:nvPr/>
              </p14:nvContentPartPr>
              <p14:xfrm>
                <a:off x="6551100" y="4977008"/>
                <a:ext cx="135720" cy="838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6901900-3F03-8FF1-B36D-23AA76B13B1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542100" y="4968368"/>
                  <a:ext cx="153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45D3F9B-12EE-A287-51D0-5726F87C26C9}"/>
                    </a:ext>
                  </a:extLst>
                </p14:cNvPr>
                <p14:cNvContentPartPr/>
                <p14:nvPr/>
              </p14:nvContentPartPr>
              <p14:xfrm>
                <a:off x="6868260" y="4825448"/>
                <a:ext cx="79560" cy="153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45D3F9B-12EE-A287-51D0-5726F87C26C9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859260" y="4816808"/>
                  <a:ext cx="97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4AC3C76-7200-0401-3CB9-2D419EC5ABBD}"/>
                    </a:ext>
                  </a:extLst>
                </p14:cNvPr>
                <p14:cNvContentPartPr/>
                <p14:nvPr/>
              </p14:nvContentPartPr>
              <p14:xfrm>
                <a:off x="6841260" y="4904288"/>
                <a:ext cx="84600" cy="64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4AC3C76-7200-0401-3CB9-2D419EC5ABB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832260" y="4895648"/>
                  <a:ext cx="102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3C49A59-1E20-CA3D-D924-4BA42087012F}"/>
                    </a:ext>
                  </a:extLst>
                </p14:cNvPr>
                <p14:cNvContentPartPr/>
                <p14:nvPr/>
              </p14:nvContentPartPr>
              <p14:xfrm>
                <a:off x="7006500" y="4904288"/>
                <a:ext cx="106200" cy="82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3C49A59-1E20-CA3D-D924-4BA42087012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997860" y="4895288"/>
                  <a:ext cx="123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D6749AD-6EB8-07E7-85EE-496E11C2D747}"/>
                    </a:ext>
                  </a:extLst>
                </p14:cNvPr>
                <p14:cNvContentPartPr/>
                <p14:nvPr/>
              </p14:nvContentPartPr>
              <p14:xfrm>
                <a:off x="7154100" y="4847768"/>
                <a:ext cx="138960" cy="1051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D6749AD-6EB8-07E7-85EE-496E11C2D74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145100" y="4838768"/>
                  <a:ext cx="156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96C3D6D-392E-9187-322F-744276F9DEC3}"/>
                    </a:ext>
                  </a:extLst>
                </p14:cNvPr>
                <p14:cNvContentPartPr/>
                <p14:nvPr/>
              </p14:nvContentPartPr>
              <p14:xfrm>
                <a:off x="7330500" y="4862888"/>
                <a:ext cx="34560" cy="640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96C3D6D-392E-9187-322F-744276F9DEC3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321860" y="4853888"/>
                  <a:ext cx="52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155F505-F470-2350-C8F9-5BD2D9B6C278}"/>
                    </a:ext>
                  </a:extLst>
                </p14:cNvPr>
                <p14:cNvContentPartPr/>
                <p14:nvPr/>
              </p14:nvContentPartPr>
              <p14:xfrm>
                <a:off x="7278300" y="4816088"/>
                <a:ext cx="109800" cy="151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155F505-F470-2350-C8F9-5BD2D9B6C278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7269660" y="4807088"/>
                  <a:ext cx="127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A251226-6803-3728-4EDB-CC26788F97BE}"/>
                    </a:ext>
                  </a:extLst>
                </p14:cNvPr>
                <p14:cNvContentPartPr/>
                <p14:nvPr/>
              </p14:nvContentPartPr>
              <p14:xfrm>
                <a:off x="6852780" y="5039288"/>
                <a:ext cx="467640" cy="262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A251226-6803-3728-4EDB-CC26788F97B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843780" y="5030648"/>
                  <a:ext cx="485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DF56563-FB70-0004-35D6-83E08FE72A9F}"/>
                    </a:ext>
                  </a:extLst>
                </p14:cNvPr>
                <p14:cNvContentPartPr/>
                <p14:nvPr/>
              </p14:nvContentPartPr>
              <p14:xfrm>
                <a:off x="7086420" y="5147648"/>
                <a:ext cx="30600" cy="784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DF56563-FB70-0004-35D6-83E08FE72A9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077780" y="5138648"/>
                  <a:ext cx="48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2AB06B2-C762-AFF8-9123-64D0CE277794}"/>
                    </a:ext>
                  </a:extLst>
                </p14:cNvPr>
                <p14:cNvContentPartPr/>
                <p14:nvPr/>
              </p14:nvContentPartPr>
              <p14:xfrm>
                <a:off x="7002540" y="5122448"/>
                <a:ext cx="156960" cy="111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2AB06B2-C762-AFF8-9123-64D0CE277794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993900" y="5113808"/>
                  <a:ext cx="174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8828350-B468-386B-5B2F-56BA7B8B8B55}"/>
                    </a:ext>
                  </a:extLst>
                </p14:cNvPr>
                <p14:cNvContentPartPr/>
                <p14:nvPr/>
              </p14:nvContentPartPr>
              <p14:xfrm>
                <a:off x="6748020" y="4937768"/>
                <a:ext cx="94320" cy="2048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8828350-B468-386B-5B2F-56BA7B8B8B5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739380" y="4929128"/>
                  <a:ext cx="111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E3E504E-63E8-0735-EFCD-045B2A5857E2}"/>
                    </a:ext>
                  </a:extLst>
                </p14:cNvPr>
                <p14:cNvContentPartPr/>
                <p14:nvPr/>
              </p14:nvContentPartPr>
              <p14:xfrm>
                <a:off x="7429500" y="4923008"/>
                <a:ext cx="82800" cy="1933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E3E504E-63E8-0735-EFCD-045B2A5857E2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420500" y="4914368"/>
                  <a:ext cx="1004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217222C-5A6D-34FA-ED24-8F96084CE063}"/>
              </a:ext>
            </a:extLst>
          </p:cNvPr>
          <p:cNvGrpSpPr/>
          <p:nvPr/>
        </p:nvGrpSpPr>
        <p:grpSpPr>
          <a:xfrm>
            <a:off x="7898580" y="2386448"/>
            <a:ext cx="425880" cy="170280"/>
            <a:chOff x="7898580" y="2386448"/>
            <a:chExt cx="42588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07AFFEE-69AF-7AB2-B077-B36A43F79597}"/>
                    </a:ext>
                  </a:extLst>
                </p14:cNvPr>
                <p14:cNvContentPartPr/>
                <p14:nvPr/>
              </p14:nvContentPartPr>
              <p14:xfrm>
                <a:off x="7979220" y="2386448"/>
                <a:ext cx="345240" cy="1476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07AFFEE-69AF-7AB2-B077-B36A43F7959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970220" y="2377448"/>
                  <a:ext cx="362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8AEF4BF-A76C-B898-BE8C-B1A944596580}"/>
                    </a:ext>
                  </a:extLst>
                </p14:cNvPr>
                <p14:cNvContentPartPr/>
                <p14:nvPr/>
              </p14:nvContentPartPr>
              <p14:xfrm>
                <a:off x="7898580" y="2445848"/>
                <a:ext cx="133920" cy="1108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8AEF4BF-A76C-B898-BE8C-B1A944596580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889940" y="2437208"/>
                  <a:ext cx="15156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60816F0-21E3-8DCE-6185-F3117E2BFF55}"/>
              </a:ext>
            </a:extLst>
          </p:cNvPr>
          <p:cNvGrpSpPr/>
          <p:nvPr/>
        </p:nvGrpSpPr>
        <p:grpSpPr>
          <a:xfrm>
            <a:off x="8535060" y="1973888"/>
            <a:ext cx="2109960" cy="1054800"/>
            <a:chOff x="8535060" y="1973888"/>
            <a:chExt cx="2109960" cy="10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0DA0408-C4C4-3B7C-2699-7D09B7016B94}"/>
                    </a:ext>
                  </a:extLst>
                </p14:cNvPr>
                <p14:cNvContentPartPr/>
                <p14:nvPr/>
              </p14:nvContentPartPr>
              <p14:xfrm>
                <a:off x="8535060" y="2219048"/>
                <a:ext cx="414360" cy="734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0DA0408-C4C4-3B7C-2699-7D09B7016B94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526420" y="2210408"/>
                  <a:ext cx="432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897D5C2-CC36-1BEE-A048-3977852E4768}"/>
                    </a:ext>
                  </a:extLst>
                </p14:cNvPr>
                <p14:cNvContentPartPr/>
                <p14:nvPr/>
              </p14:nvContentPartPr>
              <p14:xfrm>
                <a:off x="8859420" y="2081888"/>
                <a:ext cx="19800" cy="20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897D5C2-CC36-1BEE-A048-3977852E4768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850780" y="2072888"/>
                  <a:ext cx="37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D59582EE-EC7C-17D2-1FC5-EE185821F38F}"/>
                    </a:ext>
                  </a:extLst>
                </p14:cNvPr>
                <p14:cNvContentPartPr/>
                <p14:nvPr/>
              </p14:nvContentPartPr>
              <p14:xfrm>
                <a:off x="9002700" y="2181608"/>
                <a:ext cx="118080" cy="1951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D59582EE-EC7C-17D2-1FC5-EE185821F38F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994060" y="2172968"/>
                  <a:ext cx="135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83DF0768-F2F3-F351-CC08-6D781CADF396}"/>
                    </a:ext>
                  </a:extLst>
                </p14:cNvPr>
                <p14:cNvContentPartPr/>
                <p14:nvPr/>
              </p14:nvContentPartPr>
              <p14:xfrm>
                <a:off x="9122940" y="2099168"/>
                <a:ext cx="298800" cy="1105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83DF0768-F2F3-F351-CC08-6D781CADF396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114300" y="2090528"/>
                  <a:ext cx="316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F607C8C-B1DB-41F7-AC90-DDD518F5C43F}"/>
                    </a:ext>
                  </a:extLst>
                </p14:cNvPr>
                <p14:cNvContentPartPr/>
                <p14:nvPr/>
              </p14:nvContentPartPr>
              <p14:xfrm>
                <a:off x="9589140" y="1973888"/>
                <a:ext cx="173520" cy="3384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F607C8C-B1DB-41F7-AC90-DDD518F5C43F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9580500" y="1964888"/>
                  <a:ext cx="1911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FA109EC-28BF-432E-FEB3-0F7E691C672E}"/>
                    </a:ext>
                  </a:extLst>
                </p14:cNvPr>
                <p14:cNvContentPartPr/>
                <p14:nvPr/>
              </p14:nvContentPartPr>
              <p14:xfrm>
                <a:off x="9764460" y="2062448"/>
                <a:ext cx="275400" cy="1206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FA109EC-28BF-432E-FEB3-0F7E691C672E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9755820" y="2053808"/>
                  <a:ext cx="293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5A72F7C-3737-4E89-DC44-F7029D0F23B0}"/>
                    </a:ext>
                  </a:extLst>
                </p14:cNvPr>
                <p14:cNvContentPartPr/>
                <p14:nvPr/>
              </p14:nvContentPartPr>
              <p14:xfrm>
                <a:off x="9814140" y="2129768"/>
                <a:ext cx="60840" cy="41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5A72F7C-3737-4E89-DC44-F7029D0F23B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9805140" y="2120768"/>
                  <a:ext cx="78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4F30FFF-611A-8B3C-DDD9-AB4E5430E866}"/>
                    </a:ext>
                  </a:extLst>
                </p14:cNvPr>
                <p14:cNvContentPartPr/>
                <p14:nvPr/>
              </p14:nvContentPartPr>
              <p14:xfrm>
                <a:off x="8616780" y="2539448"/>
                <a:ext cx="211320" cy="1062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4F30FFF-611A-8B3C-DDD9-AB4E5430E866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608140" y="2530808"/>
                  <a:ext cx="228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F5AB33B-5C96-CE25-118F-631D9C9632F0}"/>
                    </a:ext>
                  </a:extLst>
                </p14:cNvPr>
                <p14:cNvContentPartPr/>
                <p14:nvPr/>
              </p14:nvContentPartPr>
              <p14:xfrm>
                <a:off x="8904780" y="2557448"/>
                <a:ext cx="116280" cy="511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F5AB33B-5C96-CE25-118F-631D9C9632F0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896140" y="2548448"/>
                  <a:ext cx="133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C4646E5-1634-7EE6-5332-BFBA7CDBC812}"/>
                    </a:ext>
                  </a:extLst>
                </p14:cNvPr>
                <p14:cNvContentPartPr/>
                <p14:nvPr/>
              </p14:nvContentPartPr>
              <p14:xfrm>
                <a:off x="9060660" y="2509208"/>
                <a:ext cx="88560" cy="676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C4646E5-1634-7EE6-5332-BFBA7CDBC812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052020" y="2500568"/>
                  <a:ext cx="106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1DA6748-5510-BC16-1C4B-DB77ECB8EC6B}"/>
                    </a:ext>
                  </a:extLst>
                </p14:cNvPr>
                <p14:cNvContentPartPr/>
                <p14:nvPr/>
              </p14:nvContentPartPr>
              <p14:xfrm>
                <a:off x="9227700" y="2467088"/>
                <a:ext cx="117000" cy="892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1DA6748-5510-BC16-1C4B-DB77ECB8EC6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218700" y="2458448"/>
                  <a:ext cx="134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3C03C7C5-554B-F4C7-7233-14809374F74F}"/>
                    </a:ext>
                  </a:extLst>
                </p14:cNvPr>
                <p14:cNvContentPartPr/>
                <p14:nvPr/>
              </p14:nvContentPartPr>
              <p14:xfrm>
                <a:off x="9307260" y="2342528"/>
                <a:ext cx="169200" cy="2977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3C03C7C5-554B-F4C7-7233-14809374F74F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298260" y="2333528"/>
                  <a:ext cx="186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EFDB48F-6CF1-D852-CA00-D93E6A543DF9}"/>
                    </a:ext>
                  </a:extLst>
                </p14:cNvPr>
                <p14:cNvContentPartPr/>
                <p14:nvPr/>
              </p14:nvContentPartPr>
              <p14:xfrm>
                <a:off x="9351540" y="2523968"/>
                <a:ext cx="114840" cy="21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EFDB48F-6CF1-D852-CA00-D93E6A543DF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342900" y="2514968"/>
                  <a:ext cx="132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89CE0C9-6696-1017-8F2D-B2F07725E03E}"/>
                    </a:ext>
                  </a:extLst>
                </p14:cNvPr>
                <p14:cNvContentPartPr/>
                <p14:nvPr/>
              </p14:nvContentPartPr>
              <p14:xfrm>
                <a:off x="9521100" y="2467448"/>
                <a:ext cx="126000" cy="6984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89CE0C9-6696-1017-8F2D-B2F07725E03E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512100" y="2458448"/>
                  <a:ext cx="143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F4D27FC-52D6-1684-AF08-00E70947797B}"/>
                    </a:ext>
                  </a:extLst>
                </p14:cNvPr>
                <p14:cNvContentPartPr/>
                <p14:nvPr/>
              </p14:nvContentPartPr>
              <p14:xfrm>
                <a:off x="9677700" y="2415608"/>
                <a:ext cx="53640" cy="889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F4D27FC-52D6-1684-AF08-00E70947797B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668700" y="2406608"/>
                  <a:ext cx="71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D49F79A-8209-1992-A3FB-00764DBF6840}"/>
                    </a:ext>
                  </a:extLst>
                </p14:cNvPr>
                <p14:cNvContentPartPr/>
                <p14:nvPr/>
              </p14:nvContentPartPr>
              <p14:xfrm>
                <a:off x="9793260" y="2393648"/>
                <a:ext cx="280080" cy="788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D49F79A-8209-1992-A3FB-00764DBF6840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784260" y="2385008"/>
                  <a:ext cx="297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162B510C-7D30-BAAA-047F-4C1DEADB3687}"/>
                    </a:ext>
                  </a:extLst>
                </p14:cNvPr>
                <p14:cNvContentPartPr/>
                <p14:nvPr/>
              </p14:nvContentPartPr>
              <p14:xfrm>
                <a:off x="8584380" y="2866328"/>
                <a:ext cx="170640" cy="1623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162B510C-7D30-BAAA-047F-4C1DEADB3687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575380" y="2857328"/>
                  <a:ext cx="188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8C8819E-890F-3734-8541-72FB8D1504B8}"/>
                    </a:ext>
                  </a:extLst>
                </p14:cNvPr>
                <p14:cNvContentPartPr/>
                <p14:nvPr/>
              </p14:nvContentPartPr>
              <p14:xfrm>
                <a:off x="8778060" y="2887208"/>
                <a:ext cx="347760" cy="741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8C8819E-890F-3734-8541-72FB8D1504B8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8769420" y="2878208"/>
                  <a:ext cx="365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CB640CA-7EEF-859F-4DBB-A96F2188272E}"/>
                    </a:ext>
                  </a:extLst>
                </p14:cNvPr>
                <p14:cNvContentPartPr/>
                <p14:nvPr/>
              </p14:nvContentPartPr>
              <p14:xfrm>
                <a:off x="9156420" y="2683088"/>
                <a:ext cx="92880" cy="20628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CB640CA-7EEF-859F-4DBB-A96F2188272E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147420" y="2674088"/>
                  <a:ext cx="110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A4140F0-8AF3-D868-53E6-59B6320663BB}"/>
                    </a:ext>
                  </a:extLst>
                </p14:cNvPr>
                <p14:cNvContentPartPr/>
                <p14:nvPr/>
              </p14:nvContentPartPr>
              <p14:xfrm>
                <a:off x="9293220" y="2678768"/>
                <a:ext cx="222120" cy="2102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A4140F0-8AF3-D868-53E6-59B6320663BB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284220" y="2669768"/>
                  <a:ext cx="239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377EC38-E9CE-6E64-1AE6-87CAC24CC97E}"/>
                    </a:ext>
                  </a:extLst>
                </p14:cNvPr>
                <p14:cNvContentPartPr/>
                <p14:nvPr/>
              </p14:nvContentPartPr>
              <p14:xfrm>
                <a:off x="9429660" y="2649608"/>
                <a:ext cx="360" cy="295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377EC38-E9CE-6E64-1AE6-87CAC24CC97E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420660" y="2640608"/>
                  <a:ext cx="18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73FDDF5-0B7F-3A80-1866-7553414D61E6}"/>
                    </a:ext>
                  </a:extLst>
                </p14:cNvPr>
                <p14:cNvContentPartPr/>
                <p14:nvPr/>
              </p14:nvContentPartPr>
              <p14:xfrm>
                <a:off x="9559620" y="2775968"/>
                <a:ext cx="216360" cy="6084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73FDDF5-0B7F-3A80-1866-7553414D61E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550620" y="2767328"/>
                  <a:ext cx="234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4B48D01-7D73-53F0-BACB-F16090A9113E}"/>
                    </a:ext>
                  </a:extLst>
                </p14:cNvPr>
                <p14:cNvContentPartPr/>
                <p14:nvPr/>
              </p14:nvContentPartPr>
              <p14:xfrm>
                <a:off x="9798300" y="2769128"/>
                <a:ext cx="52560" cy="576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4B48D01-7D73-53F0-BACB-F16090A9113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789660" y="2760128"/>
                  <a:ext cx="70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0750155-0D86-E519-33A1-C1F03A074BB8}"/>
                    </a:ext>
                  </a:extLst>
                </p14:cNvPr>
                <p14:cNvContentPartPr/>
                <p14:nvPr/>
              </p14:nvContentPartPr>
              <p14:xfrm>
                <a:off x="9790020" y="2654648"/>
                <a:ext cx="19080" cy="122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0750155-0D86-E519-33A1-C1F03A074BB8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9781380" y="2646008"/>
                  <a:ext cx="36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E27B5FB-83B6-0273-18AE-F61E94571E94}"/>
                    </a:ext>
                  </a:extLst>
                </p14:cNvPr>
                <p14:cNvContentPartPr/>
                <p14:nvPr/>
              </p14:nvContentPartPr>
              <p14:xfrm>
                <a:off x="9808740" y="2550968"/>
                <a:ext cx="136440" cy="203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E27B5FB-83B6-0273-18AE-F61E94571E94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800100" y="2541968"/>
                  <a:ext cx="154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27F9709-9091-D04D-BFE2-764B12F16D83}"/>
                    </a:ext>
                  </a:extLst>
                </p14:cNvPr>
                <p14:cNvContentPartPr/>
                <p14:nvPr/>
              </p14:nvContentPartPr>
              <p14:xfrm>
                <a:off x="9849420" y="2617568"/>
                <a:ext cx="224280" cy="907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27F9709-9091-D04D-BFE2-764B12F16D83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840420" y="2608568"/>
                  <a:ext cx="24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9C7DD6E4-092D-8825-03FC-389399B7E06B}"/>
                    </a:ext>
                  </a:extLst>
                </p14:cNvPr>
                <p14:cNvContentPartPr/>
                <p14:nvPr/>
              </p14:nvContentPartPr>
              <p14:xfrm>
                <a:off x="10127700" y="2493728"/>
                <a:ext cx="121320" cy="213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9C7DD6E4-092D-8825-03FC-389399B7E06B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118700" y="2484728"/>
                  <a:ext cx="138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D5BD673-F6E4-E12D-805F-5E675BAD6C40}"/>
                    </a:ext>
                  </a:extLst>
                </p14:cNvPr>
                <p14:cNvContentPartPr/>
                <p14:nvPr/>
              </p14:nvContentPartPr>
              <p14:xfrm>
                <a:off x="10407780" y="2482208"/>
                <a:ext cx="104760" cy="199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D5BD673-F6E4-E12D-805F-5E675BAD6C40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398780" y="2473568"/>
                  <a:ext cx="122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EF191EF-D490-7A6D-5A54-F3023D209BCB}"/>
                    </a:ext>
                  </a:extLst>
                </p14:cNvPr>
                <p14:cNvContentPartPr/>
                <p14:nvPr/>
              </p14:nvContentPartPr>
              <p14:xfrm>
                <a:off x="10402020" y="2597408"/>
                <a:ext cx="98280" cy="360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EF191EF-D490-7A6D-5A54-F3023D209BCB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393020" y="2588768"/>
                  <a:ext cx="115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7EE28E7C-AC1D-BEE3-1BB1-F898667C64F3}"/>
                    </a:ext>
                  </a:extLst>
                </p14:cNvPr>
                <p14:cNvContentPartPr/>
                <p14:nvPr/>
              </p14:nvContentPartPr>
              <p14:xfrm>
                <a:off x="10524420" y="2567168"/>
                <a:ext cx="120600" cy="885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7EE28E7C-AC1D-BEE3-1BB1-F898667C64F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0515780" y="2558528"/>
                  <a:ext cx="13824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02E738B4-4957-0C6B-12CB-F3A7E18C976C}"/>
              </a:ext>
            </a:extLst>
          </p:cNvPr>
          <p:cNvGrpSpPr/>
          <p:nvPr/>
        </p:nvGrpSpPr>
        <p:grpSpPr>
          <a:xfrm>
            <a:off x="10858500" y="2291408"/>
            <a:ext cx="361080" cy="502200"/>
            <a:chOff x="10858500" y="2291408"/>
            <a:chExt cx="36108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60FB98E-D9C7-B6D2-9BCE-8CD9C58A06F6}"/>
                    </a:ext>
                  </a:extLst>
                </p14:cNvPr>
                <p14:cNvContentPartPr/>
                <p14:nvPr/>
              </p14:nvContentPartPr>
              <p14:xfrm>
                <a:off x="10858500" y="2291408"/>
                <a:ext cx="228960" cy="1818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60FB98E-D9C7-B6D2-9BCE-8CD9C58A06F6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0849500" y="2282408"/>
                  <a:ext cx="246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2BED79C-D2AF-2B69-DD7F-CEA7D2F51BFC}"/>
                    </a:ext>
                  </a:extLst>
                </p14:cNvPr>
                <p14:cNvContentPartPr/>
                <p14:nvPr/>
              </p14:nvContentPartPr>
              <p14:xfrm>
                <a:off x="11104020" y="2344688"/>
                <a:ext cx="115560" cy="1224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2BED79C-D2AF-2B69-DD7F-CEA7D2F51BFC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1095020" y="2335688"/>
                  <a:ext cx="133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CCFDD37-4D47-626F-6C84-85D06B05E77F}"/>
                    </a:ext>
                  </a:extLst>
                </p14:cNvPr>
                <p14:cNvContentPartPr/>
                <p14:nvPr/>
              </p14:nvContentPartPr>
              <p14:xfrm>
                <a:off x="10898460" y="2535128"/>
                <a:ext cx="261720" cy="882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CCFDD37-4D47-626F-6C84-85D06B05E77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0889460" y="2526488"/>
                  <a:ext cx="279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AAC18AE-65CC-3055-10AD-6A9553538958}"/>
                    </a:ext>
                  </a:extLst>
                </p14:cNvPr>
                <p14:cNvContentPartPr/>
                <p14:nvPr/>
              </p14:nvContentPartPr>
              <p14:xfrm>
                <a:off x="11003940" y="2669408"/>
                <a:ext cx="207720" cy="1242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AAC18AE-65CC-3055-10AD-6A955353895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994940" y="2660768"/>
                  <a:ext cx="225360" cy="141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real DAC does not implement ideal sinc directly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ideal impulse response is infinite in duration and noncausal when centered at t=0.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mathematical interpolator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hardware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9377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Infinite support in 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around the interpolation instant.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Brick-wall frequency response.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only under ideal bandlimiting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892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simple analog waveform from each code.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is extremely natural in a DAC.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with an analog reconstruction / anti-imaging filter.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Oversampling reduces the burden on analog filtering.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5074920"/>
            <a:ext cx="7680960" cy="640080"/>
          </a:xfrm>
          <a:prstGeom prst="roundRect">
            <a:avLst>
              <a:gd name="adj" fmla="val 10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2304" y="5184648"/>
            <a:ext cx="7388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theory tells us the target; implementation approximates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FB0CF3-1C68-CD00-EB3D-B08CA4019ED0}"/>
              </a:ext>
            </a:extLst>
          </p:cNvPr>
          <p:cNvGrpSpPr/>
          <p:nvPr/>
        </p:nvGrpSpPr>
        <p:grpSpPr>
          <a:xfrm>
            <a:off x="585180" y="3696128"/>
            <a:ext cx="1153440" cy="425880"/>
            <a:chOff x="585180" y="3696128"/>
            <a:chExt cx="115344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4B3337-5859-1AED-3BC7-2DED7EF9A154}"/>
                    </a:ext>
                  </a:extLst>
                </p14:cNvPr>
                <p14:cNvContentPartPr/>
                <p14:nvPr/>
              </p14:nvContentPartPr>
              <p14:xfrm>
                <a:off x="585180" y="3780728"/>
                <a:ext cx="273600" cy="204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4B3337-5859-1AED-3BC7-2DED7EF9A15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540" y="3772088"/>
                  <a:ext cx="291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650A52B-A0AF-B444-92FC-F319B60B27ED}"/>
                    </a:ext>
                  </a:extLst>
                </p14:cNvPr>
                <p14:cNvContentPartPr/>
                <p14:nvPr/>
              </p14:nvContentPartPr>
              <p14:xfrm>
                <a:off x="882900" y="3735368"/>
                <a:ext cx="225000" cy="200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650A52B-A0AF-B444-92FC-F319B60B27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4260" y="3726368"/>
                  <a:ext cx="242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CF2626-B063-9CCA-86CE-E1BB06CCFE83}"/>
                    </a:ext>
                  </a:extLst>
                </p14:cNvPr>
                <p14:cNvContentPartPr/>
                <p14:nvPr/>
              </p14:nvContentPartPr>
              <p14:xfrm>
                <a:off x="1106460" y="3865328"/>
                <a:ext cx="177480" cy="256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CF2626-B063-9CCA-86CE-E1BB06CCFE8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7460" y="3856328"/>
                  <a:ext cx="1951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A2F885-1B19-3A09-0D7B-08459C901851}"/>
                    </a:ext>
                  </a:extLst>
                </p14:cNvPr>
                <p14:cNvContentPartPr/>
                <p14:nvPr/>
              </p14:nvContentPartPr>
              <p14:xfrm>
                <a:off x="1433700" y="3696128"/>
                <a:ext cx="127800" cy="216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A2F885-1B19-3A09-0D7B-08459C9018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25060" y="3687488"/>
                  <a:ext cx="145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E216E0-60D3-0852-419A-A6231B0D6463}"/>
                    </a:ext>
                  </a:extLst>
                </p14:cNvPr>
                <p14:cNvContentPartPr/>
                <p14:nvPr/>
              </p14:nvContentPartPr>
              <p14:xfrm>
                <a:off x="1643940" y="3827888"/>
                <a:ext cx="94680" cy="93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E216E0-60D3-0852-419A-A6231B0D64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34940" y="3818888"/>
                  <a:ext cx="11232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F56D20A-0966-6EC9-9633-7EB7819BDE17}"/>
              </a:ext>
            </a:extLst>
          </p:cNvPr>
          <p:cNvGrpSpPr/>
          <p:nvPr/>
        </p:nvGrpSpPr>
        <p:grpSpPr>
          <a:xfrm>
            <a:off x="1984500" y="3647168"/>
            <a:ext cx="1065240" cy="269640"/>
            <a:chOff x="1984500" y="3647168"/>
            <a:chExt cx="106524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F8DD61-B7DC-1F23-4BF4-4351362A32D9}"/>
                    </a:ext>
                  </a:extLst>
                </p14:cNvPr>
                <p14:cNvContentPartPr/>
                <p14:nvPr/>
              </p14:nvContentPartPr>
              <p14:xfrm>
                <a:off x="1984500" y="3817088"/>
                <a:ext cx="188280" cy="9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F8DD61-B7DC-1F23-4BF4-4351362A32D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75500" y="3808088"/>
                  <a:ext cx="205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971CD1-6F74-AA3A-EB59-889479CE3118}"/>
                    </a:ext>
                  </a:extLst>
                </p14:cNvPr>
                <p14:cNvContentPartPr/>
                <p14:nvPr/>
              </p14:nvContentPartPr>
              <p14:xfrm>
                <a:off x="2227500" y="3777488"/>
                <a:ext cx="137880" cy="104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971CD1-6F74-AA3A-EB59-889479CE311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18500" y="3768848"/>
                  <a:ext cx="155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1251694-5F5F-BDE9-EF88-AA99A76CF8D6}"/>
                    </a:ext>
                  </a:extLst>
                </p14:cNvPr>
                <p14:cNvContentPartPr/>
                <p14:nvPr/>
              </p14:nvContentPartPr>
              <p14:xfrm>
                <a:off x="2550780" y="3797648"/>
                <a:ext cx="278280" cy="91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1251694-5F5F-BDE9-EF88-AA99A76CF8D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42140" y="3789008"/>
                  <a:ext cx="295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356ADD-9B67-DDAC-4545-2BC392AF1EC7}"/>
                    </a:ext>
                  </a:extLst>
                </p14:cNvPr>
                <p14:cNvContentPartPr/>
                <p14:nvPr/>
              </p14:nvContentPartPr>
              <p14:xfrm>
                <a:off x="2819340" y="3807368"/>
                <a:ext cx="91440" cy="72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356ADD-9B67-DDAC-4545-2BC392AF1EC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10340" y="3798368"/>
                  <a:ext cx="109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098545-0BE3-5372-D774-E625148DB513}"/>
                    </a:ext>
                  </a:extLst>
                </p14:cNvPr>
                <p14:cNvContentPartPr/>
                <p14:nvPr/>
              </p14:nvContentPartPr>
              <p14:xfrm>
                <a:off x="2914380" y="3647168"/>
                <a:ext cx="107280" cy="240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098545-0BE3-5372-D774-E625148DB5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05740" y="3638168"/>
                  <a:ext cx="124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5432C2B-92BB-136F-DE08-F103769FBE40}"/>
                    </a:ext>
                  </a:extLst>
                </p14:cNvPr>
                <p14:cNvContentPartPr/>
                <p14:nvPr/>
              </p14:nvContentPartPr>
              <p14:xfrm>
                <a:off x="2924460" y="3786488"/>
                <a:ext cx="125280" cy="3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5432C2B-92BB-136F-DE08-F103769FBE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15820" y="3777488"/>
                  <a:ext cx="1429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D2D9E9-2725-5915-F125-7647B7133F72}"/>
              </a:ext>
            </a:extLst>
          </p:cNvPr>
          <p:cNvGrpSpPr/>
          <p:nvPr/>
        </p:nvGrpSpPr>
        <p:grpSpPr>
          <a:xfrm>
            <a:off x="3376980" y="3737528"/>
            <a:ext cx="493560" cy="138960"/>
            <a:chOff x="3376980" y="3737528"/>
            <a:chExt cx="49356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2C229E-D03B-1E84-F63C-DED468F32DBA}"/>
                    </a:ext>
                  </a:extLst>
                </p14:cNvPr>
                <p14:cNvContentPartPr/>
                <p14:nvPr/>
              </p14:nvContentPartPr>
              <p14:xfrm>
                <a:off x="3376980" y="3776768"/>
                <a:ext cx="165960" cy="67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2C229E-D03B-1E84-F63C-DED468F32DB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67980" y="3768128"/>
                  <a:ext cx="183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13CF206-67BF-FD5C-4A38-036624F17EB6}"/>
                    </a:ext>
                  </a:extLst>
                </p14:cNvPr>
                <p14:cNvContentPartPr/>
                <p14:nvPr/>
              </p14:nvContentPartPr>
              <p14:xfrm>
                <a:off x="3588300" y="3737528"/>
                <a:ext cx="282240" cy="138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13CF206-67BF-FD5C-4A38-036624F17EB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79300" y="3728888"/>
                  <a:ext cx="29988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DB81EA7-72F9-388A-DA9C-2B995BA507AA}"/>
              </a:ext>
            </a:extLst>
          </p:cNvPr>
          <p:cNvGrpSpPr/>
          <p:nvPr/>
        </p:nvGrpSpPr>
        <p:grpSpPr>
          <a:xfrm>
            <a:off x="4170060" y="3484088"/>
            <a:ext cx="2001240" cy="765360"/>
            <a:chOff x="4170060" y="3484088"/>
            <a:chExt cx="2001240" cy="76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4ED37D-6F50-36EA-7DB2-ABA9369191DB}"/>
                    </a:ext>
                  </a:extLst>
                </p14:cNvPr>
                <p14:cNvContentPartPr/>
                <p14:nvPr/>
              </p14:nvContentPartPr>
              <p14:xfrm>
                <a:off x="4170060" y="3684968"/>
                <a:ext cx="121680" cy="138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4ED37D-6F50-36EA-7DB2-ABA9369191D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61420" y="3675968"/>
                  <a:ext cx="139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BA27153-EF04-F3FF-D0D4-C3F5168B056C}"/>
                    </a:ext>
                  </a:extLst>
                </p14:cNvPr>
                <p14:cNvContentPartPr/>
                <p14:nvPr/>
              </p14:nvContentPartPr>
              <p14:xfrm>
                <a:off x="4346100" y="3756248"/>
                <a:ext cx="17280" cy="56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BA27153-EF04-F3FF-D0D4-C3F5168B056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37460" y="3747248"/>
                  <a:ext cx="34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38D32B-0196-E8E4-1CC4-905515325599}"/>
                    </a:ext>
                  </a:extLst>
                </p14:cNvPr>
                <p14:cNvContentPartPr/>
                <p14:nvPr/>
              </p14:nvContentPartPr>
              <p14:xfrm>
                <a:off x="4327740" y="3626288"/>
                <a:ext cx="360" cy="45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38D32B-0196-E8E4-1CC4-9055153255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18740" y="3617288"/>
                  <a:ext cx="18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EF5F8F-049A-0593-48AB-F2AFD667902C}"/>
                    </a:ext>
                  </a:extLst>
                </p14:cNvPr>
                <p14:cNvContentPartPr/>
                <p14:nvPr/>
              </p14:nvContentPartPr>
              <p14:xfrm>
                <a:off x="4400460" y="3746168"/>
                <a:ext cx="151200" cy="57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EF5F8F-049A-0593-48AB-F2AFD667902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91460" y="3737168"/>
                  <a:ext cx="168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619C62-96C4-5FAC-2504-BC62BD41817C}"/>
                    </a:ext>
                  </a:extLst>
                </p14:cNvPr>
                <p14:cNvContentPartPr/>
                <p14:nvPr/>
              </p14:nvContentPartPr>
              <p14:xfrm>
                <a:off x="4581180" y="3725648"/>
                <a:ext cx="183960" cy="104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619C62-96C4-5FAC-2504-BC62BD4181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72180" y="3716648"/>
                  <a:ext cx="201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5EAE9AF-A8DF-D7E8-219E-7D4FE27026F2}"/>
                    </a:ext>
                  </a:extLst>
                </p14:cNvPr>
                <p14:cNvContentPartPr/>
                <p14:nvPr/>
              </p14:nvContentPartPr>
              <p14:xfrm>
                <a:off x="4929660" y="3484088"/>
                <a:ext cx="126360" cy="173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5EAE9AF-A8DF-D7E8-219E-7D4FE27026F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21020" y="3475088"/>
                  <a:ext cx="144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3D8909D-44C5-7310-2DDB-7C59A1EFFC32}"/>
                    </a:ext>
                  </a:extLst>
                </p14:cNvPr>
                <p14:cNvContentPartPr/>
                <p14:nvPr/>
              </p14:nvContentPartPr>
              <p14:xfrm>
                <a:off x="4894020" y="3574448"/>
                <a:ext cx="78120" cy="8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3D8909D-44C5-7310-2DDB-7C59A1EFFC3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85020" y="3565448"/>
                  <a:ext cx="95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580BBE-F6AF-7B73-598F-B1F88537FB71}"/>
                    </a:ext>
                  </a:extLst>
                </p14:cNvPr>
                <p14:cNvContentPartPr/>
                <p14:nvPr/>
              </p14:nvContentPartPr>
              <p14:xfrm>
                <a:off x="4933260" y="3755888"/>
                <a:ext cx="179280" cy="5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580BBE-F6AF-7B73-598F-B1F88537FB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24260" y="3747248"/>
                  <a:ext cx="196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0824D1-520D-481E-9B29-F6A4959B112A}"/>
                    </a:ext>
                  </a:extLst>
                </p14:cNvPr>
                <p14:cNvContentPartPr/>
                <p14:nvPr/>
              </p14:nvContentPartPr>
              <p14:xfrm>
                <a:off x="4982220" y="3808088"/>
                <a:ext cx="33480" cy="130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0824D1-520D-481E-9B29-F6A4959B112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73580" y="3799448"/>
                  <a:ext cx="51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1A907EE-F1D1-21FC-4B86-D887F72135C7}"/>
                    </a:ext>
                  </a:extLst>
                </p14:cNvPr>
                <p14:cNvContentPartPr/>
                <p14:nvPr/>
              </p14:nvContentPartPr>
              <p14:xfrm>
                <a:off x="4899780" y="3813128"/>
                <a:ext cx="165960" cy="3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1A907EE-F1D1-21FC-4B86-D887F72135C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90780" y="3804128"/>
                  <a:ext cx="183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BBAD641-67DF-27C7-164F-E9A7822F5E84}"/>
                    </a:ext>
                  </a:extLst>
                </p14:cNvPr>
                <p14:cNvContentPartPr/>
                <p14:nvPr/>
              </p14:nvContentPartPr>
              <p14:xfrm>
                <a:off x="4777020" y="3615848"/>
                <a:ext cx="91080" cy="246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BBAD641-67DF-27C7-164F-E9A7822F5E8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68020" y="3607208"/>
                  <a:ext cx="108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94B25A-0A51-E4D0-2613-8EC23C37BBCB}"/>
                    </a:ext>
                  </a:extLst>
                </p14:cNvPr>
                <p14:cNvContentPartPr/>
                <p14:nvPr/>
              </p14:nvContentPartPr>
              <p14:xfrm>
                <a:off x="5106780" y="3569048"/>
                <a:ext cx="155520" cy="30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94B25A-0A51-E4D0-2613-8EC23C37BBC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98140" y="3560408"/>
                  <a:ext cx="1731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CCB245-B509-95BE-5417-1493BD6E914B}"/>
                    </a:ext>
                  </a:extLst>
                </p14:cNvPr>
                <p14:cNvContentPartPr/>
                <p14:nvPr/>
              </p14:nvContentPartPr>
              <p14:xfrm>
                <a:off x="4444740" y="4130288"/>
                <a:ext cx="30240" cy="72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CCB245-B509-95BE-5417-1493BD6E914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36100" y="4121288"/>
                  <a:ext cx="47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91A4F6-A15D-C7DB-1EFB-9DF50ED432E5}"/>
                    </a:ext>
                  </a:extLst>
                </p14:cNvPr>
                <p14:cNvContentPartPr/>
                <p14:nvPr/>
              </p14:nvContentPartPr>
              <p14:xfrm>
                <a:off x="4410900" y="4000328"/>
                <a:ext cx="360" cy="3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91A4F6-A15D-C7DB-1EFB-9DF50ED432E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01900" y="399132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123618-C61A-C744-5E43-9A2AF119DB9F}"/>
                    </a:ext>
                  </a:extLst>
                </p14:cNvPr>
                <p14:cNvContentPartPr/>
                <p14:nvPr/>
              </p14:nvContentPartPr>
              <p14:xfrm>
                <a:off x="4511700" y="4114448"/>
                <a:ext cx="114840" cy="63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123618-C61A-C744-5E43-9A2AF119DB9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02700" y="4105808"/>
                  <a:ext cx="132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045BAD5-78B2-EE0C-D6BF-8E4780C789A1}"/>
                    </a:ext>
                  </a:extLst>
                </p14:cNvPr>
                <p14:cNvContentPartPr/>
                <p14:nvPr/>
              </p14:nvContentPartPr>
              <p14:xfrm>
                <a:off x="4840740" y="4010408"/>
                <a:ext cx="126720" cy="239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045BAD5-78B2-EE0C-D6BF-8E4780C789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31740" y="4001768"/>
                  <a:ext cx="144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950734E-4D3B-26CC-40F7-6580781A5064}"/>
                    </a:ext>
                  </a:extLst>
                </p14:cNvPr>
                <p14:cNvContentPartPr/>
                <p14:nvPr/>
              </p14:nvContentPartPr>
              <p14:xfrm>
                <a:off x="5040180" y="4046408"/>
                <a:ext cx="52200" cy="101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950734E-4D3B-26CC-40F7-6580781A506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31180" y="4037408"/>
                  <a:ext cx="69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7FC15C-A24F-E7FB-5B02-0B7D0E1231F4}"/>
                    </a:ext>
                  </a:extLst>
                </p14:cNvPr>
                <p14:cNvContentPartPr/>
                <p14:nvPr/>
              </p14:nvContentPartPr>
              <p14:xfrm>
                <a:off x="5152500" y="4078808"/>
                <a:ext cx="127440" cy="68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7FC15C-A24F-E7FB-5B02-0B7D0E1231F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43860" y="4069808"/>
                  <a:ext cx="1450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7ABCD4F-8B81-5F5D-EEF7-CAB07111577E}"/>
                    </a:ext>
                  </a:extLst>
                </p14:cNvPr>
                <p14:cNvContentPartPr/>
                <p14:nvPr/>
              </p14:nvContentPartPr>
              <p14:xfrm>
                <a:off x="5332140" y="4036688"/>
                <a:ext cx="98280" cy="8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7ABCD4F-8B81-5F5D-EEF7-CAB07111577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23500" y="4027688"/>
                  <a:ext cx="115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488FAA-D974-1D57-EC07-66FAD6D99E9E}"/>
                    </a:ext>
                  </a:extLst>
                </p14:cNvPr>
                <p14:cNvContentPartPr/>
                <p14:nvPr/>
              </p14:nvContentPartPr>
              <p14:xfrm>
                <a:off x="5482620" y="3932648"/>
                <a:ext cx="47160" cy="19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488FAA-D974-1D57-EC07-66FAD6D99E9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73980" y="3924008"/>
                  <a:ext cx="64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3C64E18-6F61-5A7C-B515-B12188A80326}"/>
                    </a:ext>
                  </a:extLst>
                </p14:cNvPr>
                <p14:cNvContentPartPr/>
                <p14:nvPr/>
              </p14:nvContentPartPr>
              <p14:xfrm>
                <a:off x="5475780" y="3927608"/>
                <a:ext cx="27000" cy="203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3C64E18-6F61-5A7C-B515-B12188A8032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67140" y="3918608"/>
                  <a:ext cx="44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39472F-8D9D-2494-B0D8-80AC7D7D6281}"/>
                    </a:ext>
                  </a:extLst>
                </p14:cNvPr>
                <p14:cNvContentPartPr/>
                <p14:nvPr/>
              </p14:nvContentPartPr>
              <p14:xfrm>
                <a:off x="5465340" y="4056488"/>
                <a:ext cx="176040" cy="78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39472F-8D9D-2494-B0D8-80AC7D7D628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56700" y="4047488"/>
                  <a:ext cx="193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EC11858-5CD1-A3A6-C4E3-11F468BADB6B}"/>
                    </a:ext>
                  </a:extLst>
                </p14:cNvPr>
                <p14:cNvContentPartPr/>
                <p14:nvPr/>
              </p14:nvContentPartPr>
              <p14:xfrm>
                <a:off x="5597100" y="3938048"/>
                <a:ext cx="9000" cy="19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EC11858-5CD1-A3A6-C4E3-11F468BADB6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88460" y="3929048"/>
                  <a:ext cx="26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17BA4C4-A4C4-3F66-A6E8-819F06EC88CE}"/>
                    </a:ext>
                  </a:extLst>
                </p14:cNvPr>
                <p14:cNvContentPartPr/>
                <p14:nvPr/>
              </p14:nvContentPartPr>
              <p14:xfrm>
                <a:off x="5727780" y="4022648"/>
                <a:ext cx="262440" cy="119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17BA4C4-A4C4-3F66-A6E8-819F06EC88C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19140" y="4013648"/>
                  <a:ext cx="280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674C8F6-BEE7-C7CA-64BC-4757CE41911C}"/>
                    </a:ext>
                  </a:extLst>
                </p14:cNvPr>
                <p14:cNvContentPartPr/>
                <p14:nvPr/>
              </p14:nvContentPartPr>
              <p14:xfrm>
                <a:off x="5481180" y="3919328"/>
                <a:ext cx="10440" cy="1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674C8F6-BEE7-C7CA-64BC-4757CE41911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472180" y="3910328"/>
                  <a:ext cx="28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7311BF-D719-67E8-9CAD-D53D6F5E9961}"/>
                    </a:ext>
                  </a:extLst>
                </p14:cNvPr>
                <p14:cNvContentPartPr/>
                <p14:nvPr/>
              </p14:nvContentPartPr>
              <p14:xfrm>
                <a:off x="6016140" y="3876848"/>
                <a:ext cx="145440" cy="162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7311BF-D719-67E8-9CAD-D53D6F5E99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07500" y="3868208"/>
                  <a:ext cx="163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5C98B10-8CC2-556E-702F-84870F3025EF}"/>
                    </a:ext>
                  </a:extLst>
                </p14:cNvPr>
                <p14:cNvContentPartPr/>
                <p14:nvPr/>
              </p14:nvContentPartPr>
              <p14:xfrm>
                <a:off x="6166980" y="4145768"/>
                <a:ext cx="4320" cy="8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5C98B10-8CC2-556E-702F-84870F3025E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57980" y="4137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4FAFB0F-1D22-6A5D-A7EC-E856B3375F62}"/>
                  </a:ext>
                </a:extLst>
              </p14:cNvPr>
              <p14:cNvContentPartPr/>
              <p14:nvPr/>
            </p14:nvContentPartPr>
            <p14:xfrm>
              <a:off x="271980" y="5107688"/>
              <a:ext cx="1932480" cy="205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4FAFB0F-1D22-6A5D-A7EC-E856B3375F62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62980" y="5099048"/>
                <a:ext cx="1950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CBD2C29-E31C-9F5D-CDBD-EC7C9C4BFC7C}"/>
                  </a:ext>
                </a:extLst>
              </p14:cNvPr>
              <p14:cNvContentPartPr/>
              <p14:nvPr/>
            </p14:nvContentPartPr>
            <p14:xfrm>
              <a:off x="1142460" y="4329008"/>
              <a:ext cx="57960" cy="965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CBD2C29-E31C-9F5D-CDBD-EC7C9C4BFC7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33460" y="4320368"/>
                <a:ext cx="7560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5E1A463-9EDD-8F5E-F96D-150370A4CAE8}"/>
                  </a:ext>
                </a:extLst>
              </p14:cNvPr>
              <p14:cNvContentPartPr/>
              <p14:nvPr/>
            </p14:nvContentPartPr>
            <p14:xfrm>
              <a:off x="1106460" y="4545008"/>
              <a:ext cx="742320" cy="703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5E1A463-9EDD-8F5E-F96D-150370A4CAE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97460" y="4536008"/>
                <a:ext cx="75996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B8F7EE6-28F0-2F26-EE25-C8ABF6D2F1F6}"/>
                  </a:ext>
                </a:extLst>
              </p14:cNvPr>
              <p14:cNvContentPartPr/>
              <p14:nvPr/>
            </p14:nvContentPartPr>
            <p14:xfrm>
              <a:off x="1830420" y="5059808"/>
              <a:ext cx="282240" cy="21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B8F7EE6-28F0-2F26-EE25-C8ABF6D2F1F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821420" y="5051168"/>
                <a:ext cx="2998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B40549C5-D0BF-45A0-8042-5DF163273118}"/>
              </a:ext>
            </a:extLst>
          </p:cNvPr>
          <p:cNvGrpSpPr/>
          <p:nvPr/>
        </p:nvGrpSpPr>
        <p:grpSpPr>
          <a:xfrm>
            <a:off x="1682460" y="4183928"/>
            <a:ext cx="1839600" cy="560520"/>
            <a:chOff x="1682460" y="4183928"/>
            <a:chExt cx="1839600" cy="56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6237783-3E30-DB58-2A0A-BC7771EB1E06}"/>
                    </a:ext>
                  </a:extLst>
                </p14:cNvPr>
                <p14:cNvContentPartPr/>
                <p14:nvPr/>
              </p14:nvContentPartPr>
              <p14:xfrm>
                <a:off x="1682460" y="4321088"/>
                <a:ext cx="224640" cy="111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6237783-3E30-DB58-2A0A-BC7771EB1E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673820" y="4312088"/>
                  <a:ext cx="242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C7330C-C09E-1036-91BC-933089FC52B8}"/>
                    </a:ext>
                  </a:extLst>
                </p14:cNvPr>
                <p14:cNvContentPartPr/>
                <p14:nvPr/>
              </p14:nvContentPartPr>
              <p14:xfrm>
                <a:off x="1927260" y="4244408"/>
                <a:ext cx="321480" cy="298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C7330C-C09E-1036-91BC-933089FC52B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918620" y="4235768"/>
                  <a:ext cx="3391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221681-8F12-DE5A-2ED2-6B817BE8DECA}"/>
                    </a:ext>
                  </a:extLst>
                </p14:cNvPr>
                <p14:cNvContentPartPr/>
                <p14:nvPr/>
              </p14:nvContentPartPr>
              <p14:xfrm>
                <a:off x="2409300" y="4358888"/>
                <a:ext cx="188280" cy="68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221681-8F12-DE5A-2ED2-6B817BE8DEC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00660" y="4349888"/>
                  <a:ext cx="2059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0A83879-E8F3-B222-0DEC-779D1562C802}"/>
                    </a:ext>
                  </a:extLst>
                </p14:cNvPr>
                <p14:cNvContentPartPr/>
                <p14:nvPr/>
              </p14:nvContentPartPr>
              <p14:xfrm>
                <a:off x="2595420" y="4336928"/>
                <a:ext cx="137160" cy="81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0A83879-E8F3-B222-0DEC-779D1562C80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586780" y="4328288"/>
                  <a:ext cx="154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9FCBC4-98ED-F2E8-6912-4E523BAE2016}"/>
                    </a:ext>
                  </a:extLst>
                </p14:cNvPr>
                <p14:cNvContentPartPr/>
                <p14:nvPr/>
              </p14:nvContentPartPr>
              <p14:xfrm>
                <a:off x="2725740" y="4183928"/>
                <a:ext cx="77040" cy="19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9FCBC4-98ED-F2E8-6912-4E523BAE201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717100" y="4174928"/>
                  <a:ext cx="94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CD5402-2185-A4BD-83AF-63C14B2C167F}"/>
                    </a:ext>
                  </a:extLst>
                </p14:cNvPr>
                <p14:cNvContentPartPr/>
                <p14:nvPr/>
              </p14:nvContentPartPr>
              <p14:xfrm>
                <a:off x="2691180" y="4291208"/>
                <a:ext cx="140760" cy="1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CD5402-2185-A4BD-83AF-63C14B2C167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82180" y="4282568"/>
                  <a:ext cx="158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A21AF7-7813-6B68-DE39-7CE6A7E8430D}"/>
                    </a:ext>
                  </a:extLst>
                </p14:cNvPr>
                <p14:cNvContentPartPr/>
                <p14:nvPr/>
              </p14:nvContentPartPr>
              <p14:xfrm>
                <a:off x="2319660" y="4586408"/>
                <a:ext cx="65520" cy="158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A21AF7-7813-6B68-DE39-7CE6A7E8430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310660" y="4577408"/>
                  <a:ext cx="83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B3CA3C-559D-37A6-8744-4F3EEB6A0CE2}"/>
                    </a:ext>
                  </a:extLst>
                </p14:cNvPr>
                <p14:cNvContentPartPr/>
                <p14:nvPr/>
              </p14:nvContentPartPr>
              <p14:xfrm>
                <a:off x="2276100" y="4673528"/>
                <a:ext cx="124560" cy="9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B3CA3C-559D-37A6-8744-4F3EEB6A0CE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67100" y="4664528"/>
                  <a:ext cx="142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6E778A-889E-5BE4-3A8C-45348BEDAAFA}"/>
                    </a:ext>
                  </a:extLst>
                </p14:cNvPr>
                <p14:cNvContentPartPr/>
                <p14:nvPr/>
              </p14:nvContentPartPr>
              <p14:xfrm>
                <a:off x="2433420" y="4624568"/>
                <a:ext cx="41400" cy="101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6E778A-889E-5BE4-3A8C-45348BEDAA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424420" y="4615568"/>
                  <a:ext cx="59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B831DE9-112D-DF83-179A-03020D391607}"/>
                    </a:ext>
                  </a:extLst>
                </p14:cNvPr>
                <p14:cNvContentPartPr/>
                <p14:nvPr/>
              </p14:nvContentPartPr>
              <p14:xfrm>
                <a:off x="2548260" y="4640408"/>
                <a:ext cx="261720" cy="72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B831DE9-112D-DF83-179A-03020D39160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39620" y="4631408"/>
                  <a:ext cx="279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5815B19-CA60-7FFB-3ED4-FDB08221B6E5}"/>
                    </a:ext>
                  </a:extLst>
                </p14:cNvPr>
                <p14:cNvContentPartPr/>
                <p14:nvPr/>
              </p14:nvContentPartPr>
              <p14:xfrm>
                <a:off x="2748060" y="4633928"/>
                <a:ext cx="154800" cy="79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5815B19-CA60-7FFB-3ED4-FDB08221B6E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39420" y="4624928"/>
                  <a:ext cx="172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DE4598-D10C-75E1-CFBA-49E08C66FA4F}"/>
                    </a:ext>
                  </a:extLst>
                </p14:cNvPr>
                <p14:cNvContentPartPr/>
                <p14:nvPr/>
              </p14:nvContentPartPr>
              <p14:xfrm>
                <a:off x="2934180" y="4619168"/>
                <a:ext cx="106920" cy="90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DE4598-D10C-75E1-CFBA-49E08C66FA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925540" y="4610528"/>
                  <a:ext cx="124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DB1022-4FAC-3C1C-781C-2438E5A1533D}"/>
                    </a:ext>
                  </a:extLst>
                </p14:cNvPr>
                <p14:cNvContentPartPr/>
                <p14:nvPr/>
              </p14:nvContentPartPr>
              <p14:xfrm>
                <a:off x="3064860" y="4467248"/>
                <a:ext cx="199800" cy="232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DB1022-4FAC-3C1C-781C-2438E5A1533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056220" y="4458608"/>
                  <a:ext cx="2174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6991E1-F290-C7BA-D3A6-C2298E5B22B4}"/>
                    </a:ext>
                  </a:extLst>
                </p14:cNvPr>
                <p14:cNvContentPartPr/>
                <p14:nvPr/>
              </p14:nvContentPartPr>
              <p14:xfrm>
                <a:off x="3200220" y="4550408"/>
                <a:ext cx="321840" cy="126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6991E1-F290-C7BA-D3A6-C2298E5B22B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191580" y="4541408"/>
                  <a:ext cx="33948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96FC785-E5AC-C5B6-9F73-97BC56B38DE3}"/>
              </a:ext>
            </a:extLst>
          </p:cNvPr>
          <p:cNvGrpSpPr/>
          <p:nvPr/>
        </p:nvGrpSpPr>
        <p:grpSpPr>
          <a:xfrm>
            <a:off x="60300" y="4539608"/>
            <a:ext cx="1124280" cy="692280"/>
            <a:chOff x="60300" y="4539608"/>
            <a:chExt cx="1124280" cy="69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5D11B5D-7B5C-399D-6E27-A6D721591CFD}"/>
                    </a:ext>
                  </a:extLst>
                </p14:cNvPr>
                <p14:cNvContentPartPr/>
                <p14:nvPr/>
              </p14:nvContentPartPr>
              <p14:xfrm>
                <a:off x="462780" y="4539608"/>
                <a:ext cx="721800" cy="692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5D11B5D-7B5C-399D-6E27-A6D721591CF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4140" y="4530608"/>
                  <a:ext cx="73944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E12BD7F-B633-51B8-1C0A-EBC088D41940}"/>
                    </a:ext>
                  </a:extLst>
                </p14:cNvPr>
                <p14:cNvContentPartPr/>
                <p14:nvPr/>
              </p14:nvContentPartPr>
              <p14:xfrm>
                <a:off x="75780" y="5049728"/>
                <a:ext cx="318240" cy="26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E12BD7F-B633-51B8-1C0A-EBC088D4194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6780" y="5041088"/>
                  <a:ext cx="335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0EAB18E-431A-3D3B-96C9-6306DFC1C27A}"/>
                    </a:ext>
                  </a:extLst>
                </p14:cNvPr>
                <p14:cNvContentPartPr/>
                <p14:nvPr/>
              </p14:nvContentPartPr>
              <p14:xfrm>
                <a:off x="60300" y="5015888"/>
                <a:ext cx="360000" cy="70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0EAB18E-431A-3D3B-96C9-6306DFC1C27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300" y="5006888"/>
                  <a:ext cx="377640" cy="8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9E67F6D-1AEB-4A19-47A2-547309BD54A0}"/>
                  </a:ext>
                </a:extLst>
              </p14:cNvPr>
              <p14:cNvContentPartPr/>
              <p14:nvPr/>
            </p14:nvContentPartPr>
            <p14:xfrm>
              <a:off x="1918620" y="5064848"/>
              <a:ext cx="312480" cy="165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9E67F6D-1AEB-4A19-47A2-547309BD54A0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909620" y="5056208"/>
                <a:ext cx="33012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E09E4CFC-191D-F5F6-B445-FD154362CBA0}"/>
              </a:ext>
            </a:extLst>
          </p:cNvPr>
          <p:cNvGrpSpPr/>
          <p:nvPr/>
        </p:nvGrpSpPr>
        <p:grpSpPr>
          <a:xfrm>
            <a:off x="9160020" y="4034168"/>
            <a:ext cx="2199600" cy="838800"/>
            <a:chOff x="9160020" y="4034168"/>
            <a:chExt cx="2199600" cy="83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76192BB-1DE1-BDE9-DB0E-BE81E5DD28DC}"/>
                    </a:ext>
                  </a:extLst>
                </p14:cNvPr>
                <p14:cNvContentPartPr/>
                <p14:nvPr/>
              </p14:nvContentPartPr>
              <p14:xfrm>
                <a:off x="10255500" y="4034168"/>
                <a:ext cx="37440" cy="838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76192BB-1DE1-BDE9-DB0E-BE81E5DD28D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246500" y="4025168"/>
                  <a:ext cx="55080" cy="85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315B194-7EC7-7DB8-71F6-05FFA2E54AA8}"/>
                    </a:ext>
                  </a:extLst>
                </p14:cNvPr>
                <p14:cNvContentPartPr/>
                <p14:nvPr/>
              </p14:nvContentPartPr>
              <p14:xfrm>
                <a:off x="9160020" y="4758488"/>
                <a:ext cx="2199600" cy="47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315B194-7EC7-7DB8-71F6-05FFA2E54AA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151020" y="4749488"/>
                  <a:ext cx="221724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DBBF7DC-1DD9-9A9F-C03D-C062D947D986}"/>
                  </a:ext>
                </a:extLst>
              </p14:cNvPr>
              <p14:cNvContentPartPr/>
              <p14:nvPr/>
            </p14:nvContentPartPr>
            <p14:xfrm>
              <a:off x="9944460" y="4316048"/>
              <a:ext cx="604800" cy="273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DBBF7DC-1DD9-9A9F-C03D-C062D947D98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935820" y="4307408"/>
                <a:ext cx="6224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5E4A622-963A-3BF7-50F5-AD3D8314F462}"/>
                  </a:ext>
                </a:extLst>
              </p14:cNvPr>
              <p14:cNvContentPartPr/>
              <p14:nvPr/>
            </p14:nvContentPartPr>
            <p14:xfrm>
              <a:off x="10520460" y="4222448"/>
              <a:ext cx="596520" cy="6163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5E4A622-963A-3BF7-50F5-AD3D8314F46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511820" y="4213808"/>
                <a:ext cx="61416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26408CE-42B1-ABBB-F76D-0B73100DC69B}"/>
                  </a:ext>
                </a:extLst>
              </p14:cNvPr>
              <p14:cNvContentPartPr/>
              <p14:nvPr/>
            </p14:nvContentPartPr>
            <p14:xfrm>
              <a:off x="9213300" y="4220288"/>
              <a:ext cx="783000" cy="5972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26408CE-42B1-ABBB-F76D-0B73100DC69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204660" y="4211648"/>
                <a:ext cx="800640" cy="61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219AA01-2C03-1D7F-3CAF-0A10CF839E92}"/>
              </a:ext>
            </a:extLst>
          </p:cNvPr>
          <p:cNvGrpSpPr/>
          <p:nvPr/>
        </p:nvGrpSpPr>
        <p:grpSpPr>
          <a:xfrm>
            <a:off x="10620180" y="3638528"/>
            <a:ext cx="1251720" cy="523080"/>
            <a:chOff x="10620180" y="3638528"/>
            <a:chExt cx="125172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FD26037-B409-ECBF-CD2E-6F72D2C6D7CF}"/>
                    </a:ext>
                  </a:extLst>
                </p14:cNvPr>
                <p14:cNvContentPartPr/>
                <p14:nvPr/>
              </p14:nvContentPartPr>
              <p14:xfrm>
                <a:off x="10620180" y="4114448"/>
                <a:ext cx="108720" cy="47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FD26037-B409-ECBF-CD2E-6F72D2C6D7C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11540" y="4105808"/>
                  <a:ext cx="126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01FC768-CBD7-5613-FF72-6A6B8CAE513A}"/>
                    </a:ext>
                  </a:extLst>
                </p14:cNvPr>
                <p14:cNvContentPartPr/>
                <p14:nvPr/>
              </p14:nvContentPartPr>
              <p14:xfrm>
                <a:off x="10816740" y="3962168"/>
                <a:ext cx="90000" cy="64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01FC768-CBD7-5613-FF72-6A6B8CAE513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807740" y="3953168"/>
                  <a:ext cx="1076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A080B7-AE7B-DD92-F5A9-8224419C63E0}"/>
                    </a:ext>
                  </a:extLst>
                </p14:cNvPr>
                <p14:cNvContentPartPr/>
                <p14:nvPr/>
              </p14:nvContentPartPr>
              <p14:xfrm>
                <a:off x="10941300" y="3933008"/>
                <a:ext cx="77760" cy="74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A080B7-AE7B-DD92-F5A9-8224419C63E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932660" y="3924368"/>
                  <a:ext cx="95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52E0333-8620-06D0-5F2C-809CABECF0D0}"/>
                    </a:ext>
                  </a:extLst>
                </p14:cNvPr>
                <p14:cNvContentPartPr/>
                <p14:nvPr/>
              </p14:nvContentPartPr>
              <p14:xfrm>
                <a:off x="11087820" y="3880448"/>
                <a:ext cx="151560" cy="94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52E0333-8620-06D0-5F2C-809CABECF0D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078820" y="3871808"/>
                  <a:ext cx="169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7284CBB-C3AD-542A-6E2A-B4962276C5CF}"/>
                    </a:ext>
                  </a:extLst>
                </p14:cNvPr>
                <p14:cNvContentPartPr/>
                <p14:nvPr/>
              </p14:nvContentPartPr>
              <p14:xfrm>
                <a:off x="11300220" y="3854888"/>
                <a:ext cx="73800" cy="88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7284CBB-C3AD-542A-6E2A-B4962276C5C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291580" y="3845888"/>
                  <a:ext cx="91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DD22A4E-E80D-207D-79B9-6C3A99179643}"/>
                    </a:ext>
                  </a:extLst>
                </p14:cNvPr>
                <p14:cNvContentPartPr/>
                <p14:nvPr/>
              </p14:nvContentPartPr>
              <p14:xfrm>
                <a:off x="11352060" y="3714488"/>
                <a:ext cx="202680" cy="176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DD22A4E-E80D-207D-79B9-6C3A9917964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343060" y="3705848"/>
                  <a:ext cx="220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460F697-174A-96C9-B03A-1820A691726C}"/>
                    </a:ext>
                  </a:extLst>
                </p14:cNvPr>
                <p14:cNvContentPartPr/>
                <p14:nvPr/>
              </p14:nvContentPartPr>
              <p14:xfrm>
                <a:off x="11591460" y="3776408"/>
                <a:ext cx="52560" cy="63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460F697-174A-96C9-B03A-1820A691726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582820" y="3767768"/>
                  <a:ext cx="70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4876085-2F9B-B79C-87B8-32C86A41872A}"/>
                    </a:ext>
                  </a:extLst>
                </p14:cNvPr>
                <p14:cNvContentPartPr/>
                <p14:nvPr/>
              </p14:nvContentPartPr>
              <p14:xfrm>
                <a:off x="11710980" y="3760568"/>
                <a:ext cx="62280" cy="67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4876085-2F9B-B79C-87B8-32C86A4187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702340" y="3751928"/>
                  <a:ext cx="79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8A475B-A8D5-C4AB-4394-666444C1E106}"/>
                    </a:ext>
                  </a:extLst>
                </p14:cNvPr>
                <p14:cNvContentPartPr/>
                <p14:nvPr/>
              </p14:nvContentPartPr>
              <p14:xfrm>
                <a:off x="11782980" y="3638528"/>
                <a:ext cx="84600" cy="153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8A475B-A8D5-C4AB-4394-666444C1E10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774340" y="3629888"/>
                  <a:ext cx="102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6520FC9-1432-4708-D93A-CE708672AFDF}"/>
                    </a:ext>
                  </a:extLst>
                </p14:cNvPr>
                <p14:cNvContentPartPr/>
                <p14:nvPr/>
              </p14:nvContentPartPr>
              <p14:xfrm>
                <a:off x="11754900" y="3714488"/>
                <a:ext cx="117000" cy="18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6520FC9-1432-4708-D93A-CE708672AFD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745900" y="3705848"/>
                  <a:ext cx="1346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56E016E-98D3-62B1-25B9-51D2FACA3E5F}"/>
              </a:ext>
            </a:extLst>
          </p:cNvPr>
          <p:cNvGrpSpPr/>
          <p:nvPr/>
        </p:nvGrpSpPr>
        <p:grpSpPr>
          <a:xfrm>
            <a:off x="10646820" y="4971968"/>
            <a:ext cx="1038240" cy="453960"/>
            <a:chOff x="10646820" y="4971968"/>
            <a:chExt cx="1038240" cy="45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03A272B-6A2F-E587-85DB-6A9B81BF308A}"/>
                    </a:ext>
                  </a:extLst>
                </p14:cNvPr>
                <p14:cNvContentPartPr/>
                <p14:nvPr/>
              </p14:nvContentPartPr>
              <p14:xfrm>
                <a:off x="10744020" y="4971968"/>
                <a:ext cx="52920" cy="119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03A272B-6A2F-E587-85DB-6A9B81BF308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735020" y="4962968"/>
                  <a:ext cx="70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E8FE9A4-9AAB-F785-1B47-1A07C98A534F}"/>
                    </a:ext>
                  </a:extLst>
                </p14:cNvPr>
                <p14:cNvContentPartPr/>
                <p14:nvPr/>
              </p14:nvContentPartPr>
              <p14:xfrm>
                <a:off x="10646820" y="5335568"/>
                <a:ext cx="93240" cy="90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E8FE9A4-9AAB-F785-1B47-1A07C98A534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638180" y="5326568"/>
                  <a:ext cx="110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F9E9643-CC75-981D-ECBE-CD1A9611A69E}"/>
                    </a:ext>
                  </a:extLst>
                </p14:cNvPr>
                <p14:cNvContentPartPr/>
                <p14:nvPr/>
              </p14:nvContentPartPr>
              <p14:xfrm>
                <a:off x="10801260" y="5328728"/>
                <a:ext cx="74160" cy="85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F9E9643-CC75-981D-ECBE-CD1A9611A69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792260" y="5319728"/>
                  <a:ext cx="91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744E76F-2E95-FBEE-5C62-988152C83999}"/>
                    </a:ext>
                  </a:extLst>
                </p14:cNvPr>
                <p14:cNvContentPartPr/>
                <p14:nvPr/>
              </p14:nvContentPartPr>
              <p14:xfrm>
                <a:off x="10945620" y="5313608"/>
                <a:ext cx="140400" cy="99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744E76F-2E95-FBEE-5C62-988152C8399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936620" y="5304608"/>
                  <a:ext cx="158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1E4EE2-35DD-F111-94EE-91FCA5BE019B}"/>
                    </a:ext>
                  </a:extLst>
                </p14:cNvPr>
                <p14:cNvContentPartPr/>
                <p14:nvPr/>
              </p14:nvContentPartPr>
              <p14:xfrm>
                <a:off x="11113740" y="5294888"/>
                <a:ext cx="74160" cy="94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1E4EE2-35DD-F111-94EE-91FCA5BE019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104740" y="5285888"/>
                  <a:ext cx="918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82EC27-4A8F-0453-ABF8-781F7E2BC3E5}"/>
                    </a:ext>
                  </a:extLst>
                </p14:cNvPr>
                <p14:cNvContentPartPr/>
                <p14:nvPr/>
              </p14:nvContentPartPr>
              <p14:xfrm>
                <a:off x="11206260" y="5174648"/>
                <a:ext cx="136080" cy="187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82EC27-4A8F-0453-ABF8-781F7E2BC3E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197620" y="5165648"/>
                  <a:ext cx="153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985EE3B-307A-9A6F-A5D5-966DCFF1D714}"/>
                    </a:ext>
                  </a:extLst>
                </p14:cNvPr>
                <p14:cNvContentPartPr/>
                <p14:nvPr/>
              </p14:nvContentPartPr>
              <p14:xfrm>
                <a:off x="11362500" y="5263928"/>
                <a:ext cx="73800" cy="83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985EE3B-307A-9A6F-A5D5-966DCFF1D7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353860" y="5255288"/>
                  <a:ext cx="91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A63024C-7241-C02A-B1D9-0B1E1821B897}"/>
                    </a:ext>
                  </a:extLst>
                </p14:cNvPr>
                <p14:cNvContentPartPr/>
                <p14:nvPr/>
              </p14:nvContentPartPr>
              <p14:xfrm>
                <a:off x="11492460" y="5252768"/>
                <a:ext cx="52920" cy="58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A63024C-7241-C02A-B1D9-0B1E1821B89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483820" y="5243768"/>
                  <a:ext cx="70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39DA757-CA89-54D4-2293-D8C9D38787B6}"/>
                    </a:ext>
                  </a:extLst>
                </p14:cNvPr>
                <p14:cNvContentPartPr/>
                <p14:nvPr/>
              </p14:nvContentPartPr>
              <p14:xfrm>
                <a:off x="11585700" y="5122448"/>
                <a:ext cx="99360" cy="187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39DA757-CA89-54D4-2293-D8C9D38787B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576700" y="5113808"/>
                  <a:ext cx="117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371444A-9B5A-5B26-0C39-55FF7CA6699C}"/>
                    </a:ext>
                  </a:extLst>
                </p14:cNvPr>
                <p14:cNvContentPartPr/>
                <p14:nvPr/>
              </p14:nvContentPartPr>
              <p14:xfrm>
                <a:off x="11587500" y="5221088"/>
                <a:ext cx="91800" cy="18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371444A-9B5A-5B26-0C39-55FF7CA6699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578860" y="5212448"/>
                  <a:ext cx="1094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79278CB-BA6A-71D0-5CD2-B84D02E003AF}"/>
              </a:ext>
            </a:extLst>
          </p:cNvPr>
          <p:cNvGrpSpPr/>
          <p:nvPr/>
        </p:nvGrpSpPr>
        <p:grpSpPr>
          <a:xfrm>
            <a:off x="7907220" y="3973688"/>
            <a:ext cx="2437200" cy="1217880"/>
            <a:chOff x="7907220" y="3973688"/>
            <a:chExt cx="2437200" cy="12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5CEC33A-A062-A389-E15D-AE6900A3A35F}"/>
                    </a:ext>
                  </a:extLst>
                </p14:cNvPr>
                <p14:cNvContentPartPr/>
                <p14:nvPr/>
              </p14:nvContentPartPr>
              <p14:xfrm>
                <a:off x="9388260" y="4176728"/>
                <a:ext cx="353520" cy="71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5CEC33A-A062-A389-E15D-AE6900A3A35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379260" y="4168088"/>
                  <a:ext cx="371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C886695-C14E-3F76-F76A-8DE22540DCF7}"/>
                    </a:ext>
                  </a:extLst>
                </p14:cNvPr>
                <p14:cNvContentPartPr/>
                <p14:nvPr/>
              </p14:nvContentPartPr>
              <p14:xfrm>
                <a:off x="9674100" y="4138208"/>
                <a:ext cx="95400" cy="93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C886695-C14E-3F76-F76A-8DE22540DCF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65100" y="4129568"/>
                  <a:ext cx="113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DD2121A-6626-96FB-77CE-9220F8DA8A82}"/>
                    </a:ext>
                  </a:extLst>
                </p14:cNvPr>
                <p14:cNvContentPartPr/>
                <p14:nvPr/>
              </p14:nvContentPartPr>
              <p14:xfrm>
                <a:off x="8003700" y="4281848"/>
                <a:ext cx="331200" cy="164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DD2121A-6626-96FB-77CE-9220F8DA8A8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94700" y="4273208"/>
                  <a:ext cx="348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95ED3C-F98C-9B6B-F18E-F009D691720D}"/>
                    </a:ext>
                  </a:extLst>
                </p14:cNvPr>
                <p14:cNvContentPartPr/>
                <p14:nvPr/>
              </p14:nvContentPartPr>
              <p14:xfrm>
                <a:off x="8234460" y="4228928"/>
                <a:ext cx="18000" cy="18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95ED3C-F98C-9B6B-F18E-F009D691720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25820" y="4219928"/>
                  <a:ext cx="35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8CA6316-0070-9101-9CFB-D22811BC45AD}"/>
                    </a:ext>
                  </a:extLst>
                </p14:cNvPr>
                <p14:cNvContentPartPr/>
                <p14:nvPr/>
              </p14:nvContentPartPr>
              <p14:xfrm>
                <a:off x="8373060" y="4281128"/>
                <a:ext cx="133920" cy="156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8CA6316-0070-9101-9CFB-D22811BC45A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64060" y="4272128"/>
                  <a:ext cx="151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B754611-6029-2CAB-2F86-C95AE0E3228B}"/>
                    </a:ext>
                  </a:extLst>
                </p14:cNvPr>
                <p14:cNvContentPartPr/>
                <p14:nvPr/>
              </p14:nvContentPartPr>
              <p14:xfrm>
                <a:off x="8400780" y="4145768"/>
                <a:ext cx="234720" cy="154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B754611-6029-2CAB-2F86-C95AE0E3228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92140" y="4137128"/>
                  <a:ext cx="252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025CFD0-43A5-7DBD-1E37-1F9B739E80E4}"/>
                    </a:ext>
                  </a:extLst>
                </p14:cNvPr>
                <p14:cNvContentPartPr/>
                <p14:nvPr/>
              </p14:nvContentPartPr>
              <p14:xfrm>
                <a:off x="8557380" y="4098968"/>
                <a:ext cx="176400" cy="154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025CFD0-43A5-7DBD-1E37-1F9B739E80E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48380" y="4090328"/>
                  <a:ext cx="194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5917C89-8959-14FE-E48F-D1C05935AD9F}"/>
                    </a:ext>
                  </a:extLst>
                </p14:cNvPr>
                <p14:cNvContentPartPr/>
                <p14:nvPr/>
              </p14:nvContentPartPr>
              <p14:xfrm>
                <a:off x="8823420" y="4152968"/>
                <a:ext cx="91440" cy="56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5917C89-8959-14FE-E48F-D1C05935AD9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814420" y="4144328"/>
                  <a:ext cx="109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4768ED2-4BA7-3CE5-4EB0-52B7D4129BE7}"/>
                    </a:ext>
                  </a:extLst>
                </p14:cNvPr>
                <p14:cNvContentPartPr/>
                <p14:nvPr/>
              </p14:nvContentPartPr>
              <p14:xfrm>
                <a:off x="8901540" y="3973688"/>
                <a:ext cx="129240" cy="257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4768ED2-4BA7-3CE5-4EB0-52B7D4129BE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892900" y="3965048"/>
                  <a:ext cx="1468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EC5F898-3D9F-D874-B116-0E95C42F570D}"/>
                    </a:ext>
                  </a:extLst>
                </p14:cNvPr>
                <p14:cNvContentPartPr/>
                <p14:nvPr/>
              </p14:nvContentPartPr>
              <p14:xfrm>
                <a:off x="8902980" y="4134248"/>
                <a:ext cx="111240" cy="25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EC5F898-3D9F-D874-B116-0E95C42F570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894340" y="4125248"/>
                  <a:ext cx="128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BFA40F5-AA04-64FF-6392-705557146E59}"/>
                    </a:ext>
                  </a:extLst>
                </p14:cNvPr>
                <p14:cNvContentPartPr/>
                <p14:nvPr/>
              </p14:nvContentPartPr>
              <p14:xfrm>
                <a:off x="7907220" y="4665248"/>
                <a:ext cx="100440" cy="83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BFA40F5-AA04-64FF-6392-705557146E5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898220" y="4656608"/>
                  <a:ext cx="118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7504741-9291-7F1B-B804-C78858246EB6}"/>
                    </a:ext>
                  </a:extLst>
                </p14:cNvPr>
                <p14:cNvContentPartPr/>
                <p14:nvPr/>
              </p14:nvContentPartPr>
              <p14:xfrm>
                <a:off x="8005860" y="4556888"/>
                <a:ext cx="289800" cy="140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7504741-9291-7F1B-B804-C78858246EB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997220" y="4547888"/>
                  <a:ext cx="307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7C89B17-403D-7C6F-A649-3BE3F6F01FDF}"/>
                    </a:ext>
                  </a:extLst>
                </p14:cNvPr>
                <p14:cNvContentPartPr/>
                <p14:nvPr/>
              </p14:nvContentPartPr>
              <p14:xfrm>
                <a:off x="8297460" y="4536008"/>
                <a:ext cx="95040" cy="109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7C89B17-403D-7C6F-A649-3BE3F6F01FD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88460" y="4527008"/>
                  <a:ext cx="112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5DE1150-DBF0-72C3-BA9E-EE34D1660DA2}"/>
                    </a:ext>
                  </a:extLst>
                </p14:cNvPr>
                <p14:cNvContentPartPr/>
                <p14:nvPr/>
              </p14:nvContentPartPr>
              <p14:xfrm>
                <a:off x="8338500" y="4447808"/>
                <a:ext cx="260640" cy="140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5DE1150-DBF0-72C3-BA9E-EE34D1660D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329860" y="4438808"/>
                  <a:ext cx="278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5C4B181-10A3-108E-FD13-C7B739D42594}"/>
                    </a:ext>
                  </a:extLst>
                </p14:cNvPr>
                <p14:cNvContentPartPr/>
                <p14:nvPr/>
              </p14:nvContentPartPr>
              <p14:xfrm>
                <a:off x="8657820" y="4415768"/>
                <a:ext cx="61200" cy="68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5C4B181-10A3-108E-FD13-C7B739D4259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649180" y="4406768"/>
                  <a:ext cx="78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30EBC76-8271-83D3-77AB-3C75BF16E436}"/>
                    </a:ext>
                  </a:extLst>
                </p14:cNvPr>
                <p14:cNvContentPartPr/>
                <p14:nvPr/>
              </p14:nvContentPartPr>
              <p14:xfrm>
                <a:off x="8741700" y="4326128"/>
                <a:ext cx="147960" cy="147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30EBC76-8271-83D3-77AB-3C75BF16E43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732700" y="4317488"/>
                  <a:ext cx="165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DD721B2-99C9-F45C-D659-08F5DF0CBADE}"/>
                    </a:ext>
                  </a:extLst>
                </p14:cNvPr>
                <p14:cNvContentPartPr/>
                <p14:nvPr/>
              </p14:nvContentPartPr>
              <p14:xfrm>
                <a:off x="8753940" y="4397048"/>
                <a:ext cx="119880" cy="23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DD721B2-99C9-F45C-D659-08F5DF0CBAD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745300" y="4388408"/>
                  <a:ext cx="137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9B28807-352D-B96F-008E-FFD6C399A889}"/>
                    </a:ext>
                  </a:extLst>
                </p14:cNvPr>
                <p14:cNvContentPartPr/>
                <p14:nvPr/>
              </p14:nvContentPartPr>
              <p14:xfrm>
                <a:off x="7990380" y="4838408"/>
                <a:ext cx="267120" cy="11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9B28807-352D-B96F-008E-FFD6C399A88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981740" y="4829408"/>
                  <a:ext cx="284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117F3EB-90D9-952E-75BB-BE01CC88DE7D}"/>
                    </a:ext>
                  </a:extLst>
                </p14:cNvPr>
                <p14:cNvContentPartPr/>
                <p14:nvPr/>
              </p14:nvContentPartPr>
              <p14:xfrm>
                <a:off x="8218980" y="4760288"/>
                <a:ext cx="99720" cy="97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117F3EB-90D9-952E-75BB-BE01CC88DE7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210340" y="4751648"/>
                  <a:ext cx="117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AC50D78-F61B-F19F-BFC8-F90C5B64EF36}"/>
                    </a:ext>
                  </a:extLst>
                </p14:cNvPr>
                <p14:cNvContentPartPr/>
                <p14:nvPr/>
              </p14:nvContentPartPr>
              <p14:xfrm>
                <a:off x="8353620" y="4698368"/>
                <a:ext cx="176760" cy="118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AC50D78-F61B-F19F-BFC8-F90C5B64EF3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44980" y="4689728"/>
                  <a:ext cx="194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D9457E-ACE7-0705-21D5-D18408ED5BFA}"/>
                    </a:ext>
                  </a:extLst>
                </p14:cNvPr>
                <p14:cNvContentPartPr/>
                <p14:nvPr/>
              </p14:nvContentPartPr>
              <p14:xfrm>
                <a:off x="8641980" y="4572008"/>
                <a:ext cx="296280" cy="168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D9457E-ACE7-0705-21D5-D18408ED5BF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633340" y="4563008"/>
                  <a:ext cx="313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F2538D5-C92D-228B-1F5A-B2D7688051F9}"/>
                    </a:ext>
                  </a:extLst>
                </p14:cNvPr>
                <p14:cNvContentPartPr/>
                <p14:nvPr/>
              </p14:nvContentPartPr>
              <p14:xfrm>
                <a:off x="8904780" y="4534208"/>
                <a:ext cx="111600" cy="69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F2538D5-C92D-228B-1F5A-B2D7688051F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895780" y="4525208"/>
                  <a:ext cx="129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6E3BC66-A0D1-E3E0-2330-C0D1000AB08F}"/>
                    </a:ext>
                  </a:extLst>
                </p14:cNvPr>
                <p14:cNvContentPartPr/>
                <p14:nvPr/>
              </p14:nvContentPartPr>
              <p14:xfrm>
                <a:off x="9004140" y="4447088"/>
                <a:ext cx="212760" cy="118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6E3BC66-A0D1-E3E0-2330-C0D1000AB08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995140" y="4438088"/>
                  <a:ext cx="230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B3E5C4D-515F-3A5C-58A5-5831F24E34F3}"/>
                    </a:ext>
                  </a:extLst>
                </p14:cNvPr>
                <p14:cNvContentPartPr/>
                <p14:nvPr/>
              </p14:nvContentPartPr>
              <p14:xfrm>
                <a:off x="9205020" y="4421168"/>
                <a:ext cx="110160" cy="75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B3E5C4D-515F-3A5C-58A5-5831F24E34F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196020" y="4412168"/>
                  <a:ext cx="1278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E8D5FA-1032-023A-3B7A-4FD1A7135189}"/>
                    </a:ext>
                  </a:extLst>
                </p14:cNvPr>
                <p14:cNvContentPartPr/>
                <p14:nvPr/>
              </p14:nvContentPartPr>
              <p14:xfrm>
                <a:off x="9312660" y="4348448"/>
                <a:ext cx="179640" cy="110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E8D5FA-1032-023A-3B7A-4FD1A713518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303660" y="4339448"/>
                  <a:ext cx="197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39B46DF-A4D9-8A5A-3D51-5AE51653E16B}"/>
                    </a:ext>
                  </a:extLst>
                </p14:cNvPr>
                <p14:cNvContentPartPr/>
                <p14:nvPr/>
              </p14:nvContentPartPr>
              <p14:xfrm>
                <a:off x="9480780" y="4310648"/>
                <a:ext cx="87480" cy="128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39B46DF-A4D9-8A5A-3D51-5AE51653E16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471780" y="4302008"/>
                  <a:ext cx="105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C4341B6-B95B-AA63-1C59-6D0ABD4A408C}"/>
                    </a:ext>
                  </a:extLst>
                </p14:cNvPr>
                <p14:cNvContentPartPr/>
                <p14:nvPr/>
              </p14:nvContentPartPr>
              <p14:xfrm>
                <a:off x="8349300" y="5013368"/>
                <a:ext cx="48600" cy="66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C4341B6-B95B-AA63-1C59-6D0ABD4A408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40300" y="5004728"/>
                  <a:ext cx="66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6B0F82D-8063-DF5A-D807-9964BDC1453D}"/>
                    </a:ext>
                  </a:extLst>
                </p14:cNvPr>
                <p14:cNvContentPartPr/>
                <p14:nvPr/>
              </p14:nvContentPartPr>
              <p14:xfrm>
                <a:off x="8307180" y="4956128"/>
                <a:ext cx="360" cy="6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6B0F82D-8063-DF5A-D807-9964BDC1453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298540" y="494748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965C3E-F0AD-08FE-69C3-EEF2D8F52521}"/>
                    </a:ext>
                  </a:extLst>
                </p14:cNvPr>
                <p14:cNvContentPartPr/>
                <p14:nvPr/>
              </p14:nvContentPartPr>
              <p14:xfrm>
                <a:off x="8388540" y="4877648"/>
                <a:ext cx="170640" cy="253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965C3E-F0AD-08FE-69C3-EEF2D8F5252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379900" y="4868648"/>
                  <a:ext cx="188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0158E24-2531-DDF1-5029-6CAFFD33F40D}"/>
                    </a:ext>
                  </a:extLst>
                </p14:cNvPr>
                <p14:cNvContentPartPr/>
                <p14:nvPr/>
              </p14:nvContentPartPr>
              <p14:xfrm>
                <a:off x="8423100" y="5028848"/>
                <a:ext cx="118440" cy="208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0158E24-2531-DDF1-5029-6CAFFD33F40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414100" y="5020208"/>
                  <a:ext cx="136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939D4C9-B9B4-39AB-ACB4-7B4DA748F2B0}"/>
                    </a:ext>
                  </a:extLst>
                </p14:cNvPr>
                <p14:cNvContentPartPr/>
                <p14:nvPr/>
              </p14:nvContentPartPr>
              <p14:xfrm>
                <a:off x="8618580" y="4909688"/>
                <a:ext cx="111240" cy="114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939D4C9-B9B4-39AB-ACB4-7B4DA748F2B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609940" y="4900688"/>
                  <a:ext cx="128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904E5C6-9BC5-8741-79DF-757B05CE609C}"/>
                    </a:ext>
                  </a:extLst>
                </p14:cNvPr>
                <p14:cNvContentPartPr/>
                <p14:nvPr/>
              </p14:nvContentPartPr>
              <p14:xfrm>
                <a:off x="8774820" y="4935608"/>
                <a:ext cx="9720" cy="39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904E5C6-9BC5-8741-79DF-757B05CE609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766180" y="4926608"/>
                  <a:ext cx="27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EB85139-3077-056D-EAB1-894189CEEC98}"/>
                    </a:ext>
                  </a:extLst>
                </p14:cNvPr>
                <p14:cNvContentPartPr/>
                <p14:nvPr/>
              </p14:nvContentPartPr>
              <p14:xfrm>
                <a:off x="8676180" y="4810688"/>
                <a:ext cx="11880" cy="19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EB85139-3077-056D-EAB1-894189CEEC9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667540" y="4802048"/>
                  <a:ext cx="29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DE06B3F-1E61-9A98-2319-E5C1236D903C}"/>
                    </a:ext>
                  </a:extLst>
                </p14:cNvPr>
                <p14:cNvContentPartPr/>
                <p14:nvPr/>
              </p14:nvContentPartPr>
              <p14:xfrm>
                <a:off x="8811180" y="4913288"/>
                <a:ext cx="129960" cy="55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DE06B3F-1E61-9A98-2319-E5C1236D903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802540" y="4904288"/>
                  <a:ext cx="147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8206D87-E72C-FE32-9A22-663D7B871E0F}"/>
                    </a:ext>
                  </a:extLst>
                </p14:cNvPr>
                <p14:cNvContentPartPr/>
                <p14:nvPr/>
              </p14:nvContentPartPr>
              <p14:xfrm>
                <a:off x="8948340" y="4826528"/>
                <a:ext cx="151200" cy="84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8206D87-E72C-FE32-9A22-663D7B871E0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939700" y="4817528"/>
                  <a:ext cx="168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E3C77A5-8BB9-8900-5A33-297C18930E2D}"/>
                    </a:ext>
                  </a:extLst>
                </p14:cNvPr>
                <p14:cNvContentPartPr/>
                <p14:nvPr/>
              </p14:nvContentPartPr>
              <p14:xfrm>
                <a:off x="8857980" y="5138288"/>
                <a:ext cx="52920" cy="45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E3C77A5-8BB9-8900-5A33-297C18930E2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849340" y="5129288"/>
                  <a:ext cx="70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5B92DDB-AAE6-D18C-D61F-4EDA23387C84}"/>
                    </a:ext>
                  </a:extLst>
                </p14:cNvPr>
                <p14:cNvContentPartPr/>
                <p14:nvPr/>
              </p14:nvContentPartPr>
              <p14:xfrm>
                <a:off x="8780220" y="5049728"/>
                <a:ext cx="14400" cy="14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5B92DDB-AAE6-D18C-D61F-4EDA23387C8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771220" y="5041088"/>
                  <a:ext cx="32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019DA10-EBE0-8564-3999-6FA5DA2A46CC}"/>
                    </a:ext>
                  </a:extLst>
                </p14:cNvPr>
                <p14:cNvContentPartPr/>
                <p14:nvPr/>
              </p14:nvContentPartPr>
              <p14:xfrm>
                <a:off x="8900460" y="5075648"/>
                <a:ext cx="105120" cy="115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019DA10-EBE0-8564-3999-6FA5DA2A46C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891460" y="5067008"/>
                  <a:ext cx="122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56765DF-0FB5-1B33-5320-EC6AE92542BF}"/>
                    </a:ext>
                  </a:extLst>
                </p14:cNvPr>
                <p14:cNvContentPartPr/>
                <p14:nvPr/>
              </p14:nvContentPartPr>
              <p14:xfrm>
                <a:off x="9071100" y="4977008"/>
                <a:ext cx="156240" cy="148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56765DF-0FB5-1B33-5320-EC6AE92542B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62100" y="4968368"/>
                  <a:ext cx="173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448EB78-FB14-14AA-4826-78B5386A99D0}"/>
                    </a:ext>
                  </a:extLst>
                </p14:cNvPr>
                <p14:cNvContentPartPr/>
                <p14:nvPr/>
              </p14:nvContentPartPr>
              <p14:xfrm>
                <a:off x="9091980" y="5060168"/>
                <a:ext cx="114480" cy="36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448EB78-FB14-14AA-4826-78B5386A99D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083340" y="5051528"/>
                  <a:ext cx="132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9BEF89F-B1B0-CCFB-ACF9-A1E56D764BD8}"/>
                    </a:ext>
                  </a:extLst>
                </p14:cNvPr>
                <p14:cNvContentPartPr/>
                <p14:nvPr/>
              </p14:nvContentPartPr>
              <p14:xfrm>
                <a:off x="9215460" y="4997888"/>
                <a:ext cx="79560" cy="91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9BEF89F-B1B0-CCFB-ACF9-A1E56D764BD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06460" y="4988888"/>
                  <a:ext cx="97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8332F3B-CDB1-CF73-B4D2-4C324F6F94B1}"/>
                    </a:ext>
                  </a:extLst>
                </p14:cNvPr>
                <p14:cNvContentPartPr/>
                <p14:nvPr/>
              </p14:nvContentPartPr>
              <p14:xfrm>
                <a:off x="9333900" y="4977008"/>
                <a:ext cx="294840" cy="87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8332F3B-CDB1-CF73-B4D2-4C324F6F94B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325260" y="4968008"/>
                  <a:ext cx="312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CDA6A8C-4415-1543-F245-5AA88C9798F3}"/>
                    </a:ext>
                  </a:extLst>
                </p14:cNvPr>
                <p14:cNvContentPartPr/>
                <p14:nvPr/>
              </p14:nvContentPartPr>
              <p14:xfrm>
                <a:off x="9711900" y="4936688"/>
                <a:ext cx="97200" cy="71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CDA6A8C-4415-1543-F245-5AA88C9798F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702900" y="4927688"/>
                  <a:ext cx="114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D32F8AD-0078-8359-274A-9653DC50C60B}"/>
                    </a:ext>
                  </a:extLst>
                </p14:cNvPr>
                <p14:cNvContentPartPr/>
                <p14:nvPr/>
              </p14:nvContentPartPr>
              <p14:xfrm>
                <a:off x="9841500" y="4930208"/>
                <a:ext cx="113040" cy="74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D32F8AD-0078-8359-274A-9653DC50C60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32860" y="4921568"/>
                  <a:ext cx="130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1D83394-6317-53F9-8AA2-A604EAFEA987}"/>
                    </a:ext>
                  </a:extLst>
                </p14:cNvPr>
                <p14:cNvContentPartPr/>
                <p14:nvPr/>
              </p14:nvContentPartPr>
              <p14:xfrm>
                <a:off x="9944100" y="4842008"/>
                <a:ext cx="259560" cy="146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1D83394-6317-53F9-8AA2-A604EAFEA98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35100" y="4833008"/>
                  <a:ext cx="277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4FDEBFB-2B2A-9E00-9818-04B734F3CE8C}"/>
                    </a:ext>
                  </a:extLst>
                </p14:cNvPr>
                <p14:cNvContentPartPr/>
                <p14:nvPr/>
              </p14:nvContentPartPr>
              <p14:xfrm>
                <a:off x="10224180" y="4835888"/>
                <a:ext cx="120240" cy="168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4FDEBFB-2B2A-9E00-9818-04B734F3CE8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215540" y="4826888"/>
                  <a:ext cx="1378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3D17C5F7-EF40-7B6D-C83F-AFBE36AE2E7E}"/>
              </a:ext>
            </a:extLst>
          </p:cNvPr>
          <p:cNvGrpSpPr/>
          <p:nvPr/>
        </p:nvGrpSpPr>
        <p:grpSpPr>
          <a:xfrm>
            <a:off x="5844780" y="4404968"/>
            <a:ext cx="2021040" cy="657000"/>
            <a:chOff x="5844780" y="4404968"/>
            <a:chExt cx="2021040" cy="6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A304AD5-8A99-8963-5A1C-44C6DB1D8E18}"/>
                    </a:ext>
                  </a:extLst>
                </p14:cNvPr>
                <p14:cNvContentPartPr/>
                <p14:nvPr/>
              </p14:nvContentPartPr>
              <p14:xfrm>
                <a:off x="5844780" y="4581728"/>
                <a:ext cx="279360" cy="217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A304AD5-8A99-8963-5A1C-44C6DB1D8E1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835780" y="4573088"/>
                  <a:ext cx="297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8FA75B2-A4B8-770F-ED1B-78FA69B74F21}"/>
                    </a:ext>
                  </a:extLst>
                </p14:cNvPr>
                <p14:cNvContentPartPr/>
                <p14:nvPr/>
              </p14:nvContentPartPr>
              <p14:xfrm>
                <a:off x="6151140" y="4701608"/>
                <a:ext cx="23400" cy="51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8FA75B2-A4B8-770F-ED1B-78FA69B74F2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142500" y="4692968"/>
                  <a:ext cx="41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19813E5-4E3B-DA45-74BA-94F0B5CE25E3}"/>
                    </a:ext>
                  </a:extLst>
                </p14:cNvPr>
                <p14:cNvContentPartPr/>
                <p14:nvPr/>
              </p14:nvContentPartPr>
              <p14:xfrm>
                <a:off x="6103620" y="4582088"/>
                <a:ext cx="1080" cy="1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19813E5-4E3B-DA45-74BA-94F0B5CE25E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94620" y="457344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D75D9E0-1410-69B6-E6CE-B32007AF2636}"/>
                    </a:ext>
                  </a:extLst>
                </p14:cNvPr>
                <p14:cNvContentPartPr/>
                <p14:nvPr/>
              </p14:nvContentPartPr>
              <p14:xfrm>
                <a:off x="6182460" y="4519808"/>
                <a:ext cx="133920" cy="213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D75D9E0-1410-69B6-E6CE-B32007AF263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173460" y="4511168"/>
                  <a:ext cx="1515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4434FE2-63F1-8EB7-DE6C-70C2C56FD46F}"/>
                    </a:ext>
                  </a:extLst>
                </p14:cNvPr>
                <p14:cNvContentPartPr/>
                <p14:nvPr/>
              </p14:nvContentPartPr>
              <p14:xfrm>
                <a:off x="6291540" y="4519808"/>
                <a:ext cx="159840" cy="205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4434FE2-63F1-8EB7-DE6C-70C2C56FD46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282540" y="4511168"/>
                  <a:ext cx="177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A3D6618-6F4D-FB74-D42A-48B9AAD248E8}"/>
                    </a:ext>
                  </a:extLst>
                </p14:cNvPr>
                <p14:cNvContentPartPr/>
                <p14:nvPr/>
              </p14:nvContentPartPr>
              <p14:xfrm>
                <a:off x="6390180" y="4436648"/>
                <a:ext cx="21600" cy="489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A3D6618-6F4D-FB74-D42A-48B9AAD248E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381540" y="4428008"/>
                  <a:ext cx="39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716AC4D-3E8A-20E7-256F-D106C8FB63A2}"/>
                    </a:ext>
                  </a:extLst>
                </p14:cNvPr>
                <p14:cNvContentPartPr/>
                <p14:nvPr/>
              </p14:nvContentPartPr>
              <p14:xfrm>
                <a:off x="6546780" y="4530248"/>
                <a:ext cx="82440" cy="159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716AC4D-3E8A-20E7-256F-D106C8FB63A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537780" y="4521608"/>
                  <a:ext cx="100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7357D2D-CF71-5FDA-9983-E2622967DB56}"/>
                    </a:ext>
                  </a:extLst>
                </p14:cNvPr>
                <p14:cNvContentPartPr/>
                <p14:nvPr/>
              </p14:nvContentPartPr>
              <p14:xfrm>
                <a:off x="6373620" y="4872608"/>
                <a:ext cx="104400" cy="189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7357D2D-CF71-5FDA-9983-E2622967DB5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364620" y="4863968"/>
                  <a:ext cx="122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8E160E6-D23E-B386-A692-2B698A85F807}"/>
                    </a:ext>
                  </a:extLst>
                </p14:cNvPr>
                <p14:cNvContentPartPr/>
                <p14:nvPr/>
              </p14:nvContentPartPr>
              <p14:xfrm>
                <a:off x="6452460" y="4795208"/>
                <a:ext cx="233640" cy="141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8E160E6-D23E-B386-A692-2B698A85F80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443820" y="4786568"/>
                  <a:ext cx="251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2D13685-004A-7F2B-77A0-E8A9C6E87794}"/>
                    </a:ext>
                  </a:extLst>
                </p14:cNvPr>
                <p14:cNvContentPartPr/>
                <p14:nvPr/>
              </p14:nvContentPartPr>
              <p14:xfrm>
                <a:off x="6685740" y="4758128"/>
                <a:ext cx="124560" cy="126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2D13685-004A-7F2B-77A0-E8A9C6E8779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676740" y="4749128"/>
                  <a:ext cx="142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973105D-436B-AC19-5BB9-B25C51BE7542}"/>
                    </a:ext>
                  </a:extLst>
                </p14:cNvPr>
                <p14:cNvContentPartPr/>
                <p14:nvPr/>
              </p14:nvContentPartPr>
              <p14:xfrm>
                <a:off x="6811020" y="4773968"/>
                <a:ext cx="168120" cy="64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973105D-436B-AC19-5BB9-B25C51BE754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802380" y="4765328"/>
                  <a:ext cx="185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AE173F0-8C0C-0E6F-DF9A-E79C2C08428B}"/>
                    </a:ext>
                  </a:extLst>
                </p14:cNvPr>
                <p14:cNvContentPartPr/>
                <p14:nvPr/>
              </p14:nvContentPartPr>
              <p14:xfrm>
                <a:off x="7007220" y="4726808"/>
                <a:ext cx="100800" cy="69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AE173F0-8C0C-0E6F-DF9A-E79C2C08428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998580" y="4717808"/>
                  <a:ext cx="118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02A3C6E-7EDB-3334-150C-1D4034DAC949}"/>
                    </a:ext>
                  </a:extLst>
                </p14:cNvPr>
                <p14:cNvContentPartPr/>
                <p14:nvPr/>
              </p14:nvContentPartPr>
              <p14:xfrm>
                <a:off x="7096860" y="4656608"/>
                <a:ext cx="212040" cy="72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02A3C6E-7EDB-3334-150C-1D4034DAC94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087860" y="4647968"/>
                  <a:ext cx="229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E6E29CE-E88B-677F-1376-4DB4CE954661}"/>
                    </a:ext>
                  </a:extLst>
                </p14:cNvPr>
                <p14:cNvContentPartPr/>
                <p14:nvPr/>
              </p14:nvContentPartPr>
              <p14:xfrm>
                <a:off x="7324380" y="4561928"/>
                <a:ext cx="143280" cy="114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E6E29CE-E88B-677F-1376-4DB4CE95466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315740" y="4553288"/>
                  <a:ext cx="160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78CA296-747F-1655-DA1B-501F2658ECD4}"/>
                    </a:ext>
                  </a:extLst>
                </p14:cNvPr>
                <p14:cNvContentPartPr/>
                <p14:nvPr/>
              </p14:nvContentPartPr>
              <p14:xfrm>
                <a:off x="7434540" y="4536008"/>
                <a:ext cx="157680" cy="60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78CA296-747F-1655-DA1B-501F2658ECD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425540" y="4527008"/>
                  <a:ext cx="175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72C948-9C8E-1DCA-09BC-C8EF9DAC6743}"/>
                    </a:ext>
                  </a:extLst>
                </p14:cNvPr>
                <p14:cNvContentPartPr/>
                <p14:nvPr/>
              </p14:nvContentPartPr>
              <p14:xfrm>
                <a:off x="7595100" y="4451048"/>
                <a:ext cx="83520" cy="85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72C948-9C8E-1DCA-09BC-C8EF9DAC674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586100" y="4442408"/>
                  <a:ext cx="101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C7DEB10-FABB-8AB8-42A9-C37C6705C245}"/>
                    </a:ext>
                  </a:extLst>
                </p14:cNvPr>
                <p14:cNvContentPartPr/>
                <p14:nvPr/>
              </p14:nvContentPartPr>
              <p14:xfrm>
                <a:off x="7709940" y="4404968"/>
                <a:ext cx="155880" cy="79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C7DEB10-FABB-8AB8-42A9-C37C6705C24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00940" y="4396328"/>
                  <a:ext cx="173520" cy="96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52301-E732-660C-A2AD-2C5739A2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45" y="1060195"/>
            <a:ext cx="7023927" cy="53146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012AD3-7553-64E2-FFC6-CF214BC02ECC}"/>
              </a:ext>
            </a:extLst>
          </p:cNvPr>
          <p:cNvSpPr txBox="1"/>
          <p:nvPr/>
        </p:nvSpPr>
        <p:spPr>
          <a:xfrm>
            <a:off x="686128" y="324489"/>
            <a:ext cx="6277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Illustration of the Gibbs Phenomenon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5CA728-2CD2-158C-D1E3-9ABADF0F11B4}"/>
                  </a:ext>
                </a:extLst>
              </p:cNvPr>
              <p:cNvSpPr txBox="1"/>
              <p:nvPr/>
            </p:nvSpPr>
            <p:spPr>
              <a:xfrm>
                <a:off x="8026977" y="1170149"/>
                <a:ext cx="3844637" cy="3982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DTFT of truncated (to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) “</a:t>
                </a:r>
                <a:r>
                  <a:rPr lang="en-US" dirty="0" err="1"/>
                  <a:t>sinc</a:t>
                </a:r>
                <a:r>
                  <a:rPr lang="en-US" dirty="0"/>
                  <a:t>” impulse response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f>
                            <m:f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overshoot is approximately 9% of the total height and does not decrease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increases. Even the infinite sum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/>
                  <a:t>) does not converge uniformly to the discontinuous function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𝑙𝑝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</a:t>
                </a:r>
                <a:r>
                  <a:rPr lang="en-US" dirty="0" err="1"/>
                  <a:t>Brickwall</a:t>
                </a:r>
                <a:r>
                  <a:rPr lang="en-US" dirty="0"/>
                  <a:t> filter)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5CA728-2CD2-158C-D1E3-9ABADF0F1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977" y="1170149"/>
                <a:ext cx="3844637" cy="3982052"/>
              </a:xfrm>
              <a:prstGeom prst="rect">
                <a:avLst/>
              </a:prstGeom>
              <a:blipFill>
                <a:blip r:embed="rId3"/>
                <a:stretch>
                  <a:fillRect l="-1429" t="-766" r="-794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925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(ZOH): hold each sample for one period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rectangular pulse is convolved with the weighted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471830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493311"/>
            <a:ext cx="4572000" cy="3966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53112"/>
            <a:ext cx="4754880" cy="414416"/>
          </a:xfrm>
          <a:prstGeom prst="rect">
            <a:avLst/>
          </a:prstGeom>
        </p:spPr>
      </p:pic>
      <p:pic>
        <p:nvPicPr>
          <p:cNvPr id="7" name="Image 2" descr="/mnt/data/week2_dsp_ml/assets/zoh_wave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125720"/>
            <a:ext cx="5852160" cy="265228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3794760"/>
            <a:ext cx="4343400" cy="1143000"/>
          </a:xfrm>
          <a:prstGeom prst="roundRect">
            <a:avLst>
              <a:gd name="adj" fmla="val 56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3904488"/>
            <a:ext cx="40507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staircase is already a continuous-time waveform—but it contains spectral images and amplitude droop.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7393F28-0D36-434E-0CDA-9BE34D66B1F5}"/>
                  </a:ext>
                </a:extLst>
              </p14:cNvPr>
              <p14:cNvContentPartPr/>
              <p14:nvPr/>
            </p14:nvContentPartPr>
            <p14:xfrm>
              <a:off x="6286500" y="3454568"/>
              <a:ext cx="238320" cy="177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7393F28-0D36-434E-0CDA-9BE34D66B1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77500" y="3445928"/>
                <a:ext cx="25596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3D7DE5E-35D9-53E8-5289-BD302D559945}"/>
              </a:ext>
            </a:extLst>
          </p:cNvPr>
          <p:cNvGrpSpPr/>
          <p:nvPr/>
        </p:nvGrpSpPr>
        <p:grpSpPr>
          <a:xfrm>
            <a:off x="6234300" y="3086288"/>
            <a:ext cx="427320" cy="198000"/>
            <a:chOff x="6234300" y="3086288"/>
            <a:chExt cx="42732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9F579E2-B32A-83F3-0273-E33E1824F881}"/>
                    </a:ext>
                  </a:extLst>
                </p14:cNvPr>
                <p14:cNvContentPartPr/>
                <p14:nvPr/>
              </p14:nvContentPartPr>
              <p14:xfrm>
                <a:off x="6234300" y="3189968"/>
                <a:ext cx="118080" cy="9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9F579E2-B32A-83F3-0273-E33E1824F8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25660" y="3180968"/>
                  <a:ext cx="135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DBF9CE-8CA3-2A6E-291F-9784D67E3ED8}"/>
                    </a:ext>
                  </a:extLst>
                </p14:cNvPr>
                <p14:cNvContentPartPr/>
                <p14:nvPr/>
              </p14:nvContentPartPr>
              <p14:xfrm>
                <a:off x="6270660" y="3208688"/>
                <a:ext cx="57600" cy="74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DBF9CE-8CA3-2A6E-291F-9784D67E3ED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62020" y="3200048"/>
                  <a:ext cx="752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53360C7-ABAE-90B5-1260-14A4832BF85A}"/>
                    </a:ext>
                  </a:extLst>
                </p14:cNvPr>
                <p14:cNvContentPartPr/>
                <p14:nvPr/>
              </p14:nvContentPartPr>
              <p14:xfrm>
                <a:off x="6381180" y="3091688"/>
                <a:ext cx="81000" cy="177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53360C7-ABAE-90B5-1260-14A4832BF8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72540" y="3082688"/>
                  <a:ext cx="98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2F8BCC-3318-E26A-618C-F45A844C0E33}"/>
                    </a:ext>
                  </a:extLst>
                </p14:cNvPr>
                <p14:cNvContentPartPr/>
                <p14:nvPr/>
              </p14:nvContentPartPr>
              <p14:xfrm>
                <a:off x="6480180" y="3175928"/>
                <a:ext cx="70560" cy="51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2F8BCC-3318-E26A-618C-F45A844C0E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71180" y="3167288"/>
                  <a:ext cx="88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7E05E5C-49A6-280B-025E-78CA60D509D5}"/>
                    </a:ext>
                  </a:extLst>
                </p14:cNvPr>
                <p14:cNvContentPartPr/>
                <p14:nvPr/>
              </p14:nvContentPartPr>
              <p14:xfrm>
                <a:off x="6541020" y="3086288"/>
                <a:ext cx="120600" cy="166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7E05E5C-49A6-280B-025E-78CA60D509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32020" y="3077648"/>
                  <a:ext cx="13824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832405E-8A8A-DEF5-ED6C-DA33D29D1BC7}"/>
                  </a:ext>
                </a:extLst>
              </p14:cNvPr>
              <p14:cNvContentPartPr/>
              <p14:nvPr/>
            </p14:nvContentPartPr>
            <p14:xfrm>
              <a:off x="6714900" y="2005568"/>
              <a:ext cx="267840" cy="421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832405E-8A8A-DEF5-ED6C-DA33D29D1B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06260" y="1996568"/>
                <a:ext cx="285480" cy="43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E2001EB-EA6D-7B1F-15F7-0FE60C1BFF84}"/>
              </a:ext>
            </a:extLst>
          </p:cNvPr>
          <p:cNvGrpSpPr/>
          <p:nvPr/>
        </p:nvGrpSpPr>
        <p:grpSpPr>
          <a:xfrm>
            <a:off x="6494220" y="1645928"/>
            <a:ext cx="415800" cy="200520"/>
            <a:chOff x="6494220" y="1645928"/>
            <a:chExt cx="41580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C427A9-F401-6EE6-E780-0322F8320472}"/>
                    </a:ext>
                  </a:extLst>
                </p14:cNvPr>
                <p14:cNvContentPartPr/>
                <p14:nvPr/>
              </p14:nvContentPartPr>
              <p14:xfrm>
                <a:off x="6494220" y="1738088"/>
                <a:ext cx="107280" cy="108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C427A9-F401-6EE6-E780-0322F83204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5220" y="1729448"/>
                  <a:ext cx="12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8C14A85-4544-0D30-34A2-F75F346BC810}"/>
                    </a:ext>
                  </a:extLst>
                </p14:cNvPr>
                <p14:cNvContentPartPr/>
                <p14:nvPr/>
              </p14:nvContentPartPr>
              <p14:xfrm>
                <a:off x="6526260" y="1750688"/>
                <a:ext cx="51120" cy="79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8C14A85-4544-0D30-34A2-F75F346BC81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17620" y="1741688"/>
                  <a:ext cx="68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E00F32F-4B73-81F4-9C11-6DB24E2D88E2}"/>
                    </a:ext>
                  </a:extLst>
                </p14:cNvPr>
                <p14:cNvContentPartPr/>
                <p14:nvPr/>
              </p14:nvContentPartPr>
              <p14:xfrm>
                <a:off x="6602220" y="1654208"/>
                <a:ext cx="128880" cy="181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E00F32F-4B73-81F4-9C11-6DB24E2D88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93220" y="1645568"/>
                  <a:ext cx="146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26134B-CAA2-CE0C-D4A3-10189587C799}"/>
                    </a:ext>
                  </a:extLst>
                </p14:cNvPr>
                <p14:cNvContentPartPr/>
                <p14:nvPr/>
              </p14:nvContentPartPr>
              <p14:xfrm>
                <a:off x="6722820" y="1750688"/>
                <a:ext cx="54720" cy="70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26134B-CAA2-CE0C-D4A3-10189587C7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13820" y="1741688"/>
                  <a:ext cx="72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749238E-D6CE-50C6-D76A-EB06ADAF851D}"/>
                    </a:ext>
                  </a:extLst>
                </p14:cNvPr>
                <p14:cNvContentPartPr/>
                <p14:nvPr/>
              </p14:nvContentPartPr>
              <p14:xfrm>
                <a:off x="6753780" y="1645928"/>
                <a:ext cx="156240" cy="187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749238E-D6CE-50C6-D76A-EB06ADAF85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45140" y="1636928"/>
                  <a:ext cx="17388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BB0C70-28F5-0EB1-C874-1575A6BCDBFA}"/>
              </a:ext>
            </a:extLst>
          </p:cNvPr>
          <p:cNvGrpSpPr/>
          <p:nvPr/>
        </p:nvGrpSpPr>
        <p:grpSpPr>
          <a:xfrm>
            <a:off x="7793100" y="2828168"/>
            <a:ext cx="803520" cy="289440"/>
            <a:chOff x="7793100" y="2828168"/>
            <a:chExt cx="80352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CD3F69-8994-A5AC-1865-B13837E9A4B8}"/>
                    </a:ext>
                  </a:extLst>
                </p14:cNvPr>
                <p14:cNvContentPartPr/>
                <p14:nvPr/>
              </p14:nvContentPartPr>
              <p14:xfrm>
                <a:off x="7793100" y="3052088"/>
                <a:ext cx="156240" cy="65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CD3F69-8994-A5AC-1865-B13837E9A4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84100" y="3043088"/>
                  <a:ext cx="173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7F26D1-3757-B013-65DA-34991B031FF5}"/>
                    </a:ext>
                  </a:extLst>
                </p14:cNvPr>
                <p14:cNvContentPartPr/>
                <p14:nvPr/>
              </p14:nvContentPartPr>
              <p14:xfrm>
                <a:off x="8094420" y="2919608"/>
                <a:ext cx="140400" cy="118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7F26D1-3757-B013-65DA-34991B031FF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85420" y="2910968"/>
                  <a:ext cx="1580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297A66-8F9A-CE1C-A8AF-D1030AFAE2E7}"/>
                    </a:ext>
                  </a:extLst>
                </p14:cNvPr>
                <p14:cNvContentPartPr/>
                <p14:nvPr/>
              </p14:nvContentPartPr>
              <p14:xfrm>
                <a:off x="8146980" y="2930048"/>
                <a:ext cx="41400" cy="103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297A66-8F9A-CE1C-A8AF-D1030AFAE2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37980" y="2921408"/>
                  <a:ext cx="59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13315D-9BE1-9E46-3A7C-7C236C16A48E}"/>
                    </a:ext>
                  </a:extLst>
                </p14:cNvPr>
                <p14:cNvContentPartPr/>
                <p14:nvPr/>
              </p14:nvContentPartPr>
              <p14:xfrm>
                <a:off x="8243100" y="2848688"/>
                <a:ext cx="158760" cy="165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13315D-9BE1-9E46-3A7C-7C236C16A4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34460" y="2839688"/>
                  <a:ext cx="176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9591EB-CB21-DCF5-AC68-756367B1F959}"/>
                    </a:ext>
                  </a:extLst>
                </p14:cNvPr>
                <p14:cNvContentPartPr/>
                <p14:nvPr/>
              </p14:nvContentPartPr>
              <p14:xfrm>
                <a:off x="8364420" y="2892968"/>
                <a:ext cx="129960" cy="88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9591EB-CB21-DCF5-AC68-756367B1F9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55780" y="2884328"/>
                  <a:ext cx="1476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6D74457-0A65-786E-605F-F425FB5DE527}"/>
                    </a:ext>
                  </a:extLst>
                </p14:cNvPr>
                <p14:cNvContentPartPr/>
                <p14:nvPr/>
              </p14:nvContentPartPr>
              <p14:xfrm>
                <a:off x="8447580" y="2828168"/>
                <a:ext cx="149040" cy="19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6D74457-0A65-786E-605F-F425FB5DE5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38940" y="2819168"/>
                  <a:ext cx="16668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6B2293-68C5-5012-9BB0-AB71F5A8ED2F}"/>
              </a:ext>
            </a:extLst>
          </p:cNvPr>
          <p:cNvGrpSpPr/>
          <p:nvPr/>
        </p:nvGrpSpPr>
        <p:grpSpPr>
          <a:xfrm>
            <a:off x="6381180" y="4709528"/>
            <a:ext cx="1329120" cy="425880"/>
            <a:chOff x="6381180" y="4709528"/>
            <a:chExt cx="132912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C913CB-9982-2618-B776-3D441BE6A2FB}"/>
                    </a:ext>
                  </a:extLst>
                </p14:cNvPr>
                <p14:cNvContentPartPr/>
                <p14:nvPr/>
              </p14:nvContentPartPr>
              <p14:xfrm>
                <a:off x="6381180" y="4709528"/>
                <a:ext cx="596520" cy="104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C913CB-9982-2618-B776-3D441BE6A2F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72540" y="4700888"/>
                  <a:ext cx="61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3FD1F9-C752-C4F6-F0C7-167FF064D41A}"/>
                    </a:ext>
                  </a:extLst>
                </p14:cNvPr>
                <p14:cNvContentPartPr/>
                <p14:nvPr/>
              </p14:nvContentPartPr>
              <p14:xfrm>
                <a:off x="6836940" y="4726808"/>
                <a:ext cx="187560" cy="96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3FD1F9-C752-C4F6-F0C7-167FF064D4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7940" y="4717808"/>
                  <a:ext cx="205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C1E1B18-B3A5-B6CA-6468-6C9819E8DEC2}"/>
                    </a:ext>
                  </a:extLst>
                </p14:cNvPr>
                <p14:cNvContentPartPr/>
                <p14:nvPr/>
              </p14:nvContentPartPr>
              <p14:xfrm>
                <a:off x="6634260" y="4971968"/>
                <a:ext cx="41040" cy="115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C1E1B18-B3A5-B6CA-6468-6C9819E8DE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25620" y="4962968"/>
                  <a:ext cx="58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13758D-7492-B3FC-9A93-2BBEEA538107}"/>
                    </a:ext>
                  </a:extLst>
                </p14:cNvPr>
                <p14:cNvContentPartPr/>
                <p14:nvPr/>
              </p14:nvContentPartPr>
              <p14:xfrm>
                <a:off x="6520500" y="4971608"/>
                <a:ext cx="202680" cy="6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13758D-7492-B3FC-9A93-2BBEEA5381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11500" y="4962608"/>
                  <a:ext cx="220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385262-23AF-C2F3-C42B-FFDD59622E1B}"/>
                    </a:ext>
                  </a:extLst>
                </p14:cNvPr>
                <p14:cNvContentPartPr/>
                <p14:nvPr/>
              </p14:nvContentPartPr>
              <p14:xfrm>
                <a:off x="7160940" y="4821128"/>
                <a:ext cx="536400" cy="20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385262-23AF-C2F3-C42B-FFDD59622E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51940" y="4812488"/>
                  <a:ext cx="554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987952A-EB4F-1916-6C76-EAEF0DA7DDC2}"/>
                    </a:ext>
                  </a:extLst>
                </p14:cNvPr>
                <p14:cNvContentPartPr/>
                <p14:nvPr/>
              </p14:nvContentPartPr>
              <p14:xfrm>
                <a:off x="7550460" y="4791968"/>
                <a:ext cx="159840" cy="97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987952A-EB4F-1916-6C76-EAEF0DA7DD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41820" y="4782968"/>
                  <a:ext cx="177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1021C0-656D-68B0-5264-955AB1ECE846}"/>
                    </a:ext>
                  </a:extLst>
                </p14:cNvPr>
                <p14:cNvContentPartPr/>
                <p14:nvPr/>
              </p14:nvContentPartPr>
              <p14:xfrm>
                <a:off x="7154820" y="4786928"/>
                <a:ext cx="108360" cy="93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1021C0-656D-68B0-5264-955AB1ECE8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46180" y="4778288"/>
                  <a:ext cx="126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CD54ED4-81EA-C538-20AA-AC37950D2BF2}"/>
                    </a:ext>
                  </a:extLst>
                </p14:cNvPr>
                <p14:cNvContentPartPr/>
                <p14:nvPr/>
              </p14:nvContentPartPr>
              <p14:xfrm>
                <a:off x="7403220" y="5028848"/>
                <a:ext cx="45720" cy="106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CD54ED4-81EA-C538-20AA-AC37950D2B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94580" y="5020208"/>
                  <a:ext cx="63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064AAA-4959-6223-55F3-A61DA896AE66}"/>
                    </a:ext>
                  </a:extLst>
                </p14:cNvPr>
                <p14:cNvContentPartPr/>
                <p14:nvPr/>
              </p14:nvContentPartPr>
              <p14:xfrm>
                <a:off x="7289820" y="5002568"/>
                <a:ext cx="181440" cy="11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064AAA-4959-6223-55F3-A61DA896AE6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81180" y="4993928"/>
                  <a:ext cx="1990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B69E6F-6AE2-A35D-3E38-110A12300FB8}"/>
              </a:ext>
            </a:extLst>
          </p:cNvPr>
          <p:cNvGrpSpPr/>
          <p:nvPr/>
        </p:nvGrpSpPr>
        <p:grpSpPr>
          <a:xfrm>
            <a:off x="10229580" y="4867928"/>
            <a:ext cx="837000" cy="510480"/>
            <a:chOff x="10229580" y="4867928"/>
            <a:chExt cx="837000" cy="5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AA78AD-C0BF-0C37-48B2-99305EE7FE9A}"/>
                    </a:ext>
                  </a:extLst>
                </p14:cNvPr>
                <p14:cNvContentPartPr/>
                <p14:nvPr/>
              </p14:nvContentPartPr>
              <p14:xfrm>
                <a:off x="10364580" y="4977008"/>
                <a:ext cx="39240" cy="147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AA78AD-C0BF-0C37-48B2-99305EE7FE9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55940" y="4968368"/>
                  <a:ext cx="56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B95C79D-3A75-0643-03FF-9D7D5BC535E5}"/>
                    </a:ext>
                  </a:extLst>
                </p14:cNvPr>
                <p14:cNvContentPartPr/>
                <p14:nvPr/>
              </p14:nvContentPartPr>
              <p14:xfrm>
                <a:off x="10229580" y="4961168"/>
                <a:ext cx="213480" cy="6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B95C79D-3A75-0643-03FF-9D7D5BC535E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20940" y="4952528"/>
                  <a:ext cx="231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E71AF0-53B6-7ACB-6A3C-8B0017C212DB}"/>
                    </a:ext>
                  </a:extLst>
                </p14:cNvPr>
                <p14:cNvContentPartPr/>
                <p14:nvPr/>
              </p14:nvContentPartPr>
              <p14:xfrm>
                <a:off x="10579140" y="5078888"/>
                <a:ext cx="123840" cy="1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E71AF0-53B6-7ACB-6A3C-8B0017C212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70140" y="5069888"/>
                  <a:ext cx="14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3B5FF2-81F7-FA4A-FA91-1CA551EBC3F1}"/>
                    </a:ext>
                  </a:extLst>
                </p14:cNvPr>
                <p14:cNvContentPartPr/>
                <p14:nvPr/>
              </p14:nvContentPartPr>
              <p14:xfrm>
                <a:off x="10556820" y="5018048"/>
                <a:ext cx="124920" cy="11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3B5FF2-81F7-FA4A-FA91-1CA551EBC3F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48180" y="5009408"/>
                  <a:ext cx="142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DABA4D-3265-553B-7BFD-47367671E0F1}"/>
                    </a:ext>
                  </a:extLst>
                </p14:cNvPr>
                <p14:cNvContentPartPr/>
                <p14:nvPr/>
              </p14:nvContentPartPr>
              <p14:xfrm>
                <a:off x="10863540" y="4867928"/>
                <a:ext cx="46800" cy="114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DABA4D-3265-553B-7BFD-47367671E0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54540" y="4859288"/>
                  <a:ext cx="64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0ED67E-1172-AFA1-C6E3-57C50D11CA6D}"/>
                    </a:ext>
                  </a:extLst>
                </p14:cNvPr>
                <p14:cNvContentPartPr/>
                <p14:nvPr/>
              </p14:nvContentPartPr>
              <p14:xfrm>
                <a:off x="10803060" y="5060168"/>
                <a:ext cx="19584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0ED67E-1172-AFA1-C6E3-57C50D11CA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94420" y="5051528"/>
                  <a:ext cx="213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C2CED7C-5AE5-91DB-08C0-A71EC99E9452}"/>
                    </a:ext>
                  </a:extLst>
                </p14:cNvPr>
                <p14:cNvContentPartPr/>
                <p14:nvPr/>
              </p14:nvContentPartPr>
              <p14:xfrm>
                <a:off x="10898460" y="5121728"/>
                <a:ext cx="69120" cy="248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C2CED7C-5AE5-91DB-08C0-A71EC99E94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89820" y="5112728"/>
                  <a:ext cx="86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446CCA-47CD-184A-2B78-9ECFA899B177}"/>
                    </a:ext>
                  </a:extLst>
                </p14:cNvPr>
                <p14:cNvContentPartPr/>
                <p14:nvPr/>
              </p14:nvContentPartPr>
              <p14:xfrm>
                <a:off x="10842660" y="5247008"/>
                <a:ext cx="140760" cy="5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446CCA-47CD-184A-2B78-9ECFA899B1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33660" y="5238008"/>
                  <a:ext cx="158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DE9DE8B-FA0C-879D-C9BF-EFAC3B5F508A}"/>
                    </a:ext>
                  </a:extLst>
                </p14:cNvPr>
                <p14:cNvContentPartPr/>
                <p14:nvPr/>
              </p14:nvContentPartPr>
              <p14:xfrm>
                <a:off x="11007900" y="5257448"/>
                <a:ext cx="58680" cy="120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DE9DE8B-FA0C-879D-C9BF-EFAC3B5F508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98900" y="5248808"/>
                  <a:ext cx="763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62BEE79-C2B1-A197-4CBE-AD28585DF3B1}"/>
                  </a:ext>
                </a:extLst>
              </p14:cNvPr>
              <p14:cNvContentPartPr/>
              <p14:nvPr/>
            </p14:nvContentPartPr>
            <p14:xfrm>
              <a:off x="2894220" y="2898368"/>
              <a:ext cx="1953360" cy="16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62BEE79-C2B1-A197-4CBE-AD28585DF3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885580" y="2889728"/>
                <a:ext cx="197100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3EEAF467-E0B0-5F71-F4CF-E982608EA095}"/>
              </a:ext>
            </a:extLst>
          </p:cNvPr>
          <p:cNvGrpSpPr/>
          <p:nvPr/>
        </p:nvGrpSpPr>
        <p:grpSpPr>
          <a:xfrm>
            <a:off x="2972340" y="3008888"/>
            <a:ext cx="1832760" cy="239040"/>
            <a:chOff x="2972340" y="3008888"/>
            <a:chExt cx="183276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2E8FD5-F453-07BD-2ECA-20C339797817}"/>
                    </a:ext>
                  </a:extLst>
                </p14:cNvPr>
                <p14:cNvContentPartPr/>
                <p14:nvPr/>
              </p14:nvContentPartPr>
              <p14:xfrm>
                <a:off x="2972340" y="3158648"/>
                <a:ext cx="129600" cy="89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2E8FD5-F453-07BD-2ECA-20C3397978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63700" y="3149648"/>
                  <a:ext cx="147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78B392-825B-9CE4-7E13-1828FF170B54}"/>
                    </a:ext>
                  </a:extLst>
                </p14:cNvPr>
                <p14:cNvContentPartPr/>
                <p14:nvPr/>
              </p14:nvContentPartPr>
              <p14:xfrm>
                <a:off x="3126780" y="3174488"/>
                <a:ext cx="108000" cy="62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78B392-825B-9CE4-7E13-1828FF170B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17780" y="3165848"/>
                  <a:ext cx="125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C4B1BD3-C873-68DA-8B40-74F11EAE00C5}"/>
                    </a:ext>
                  </a:extLst>
                </p14:cNvPr>
                <p14:cNvContentPartPr/>
                <p14:nvPr/>
              </p14:nvContentPartPr>
              <p14:xfrm>
                <a:off x="3293820" y="3181328"/>
                <a:ext cx="119160" cy="41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C4B1BD3-C873-68DA-8B40-74F11EAE00C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84820" y="3172328"/>
                  <a:ext cx="136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48D361A-B264-4062-255E-3448E87A6CE3}"/>
                    </a:ext>
                  </a:extLst>
                </p14:cNvPr>
                <p14:cNvContentPartPr/>
                <p14:nvPr/>
              </p14:nvContentPartPr>
              <p14:xfrm>
                <a:off x="3475620" y="3153968"/>
                <a:ext cx="79920" cy="69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48D361A-B264-4062-255E-3448E87A6C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66620" y="3145328"/>
                  <a:ext cx="975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F8C55DB-3DD1-9CB5-F483-37109D17C8B4}"/>
                    </a:ext>
                  </a:extLst>
                </p14:cNvPr>
                <p14:cNvContentPartPr/>
                <p14:nvPr/>
              </p14:nvContentPartPr>
              <p14:xfrm>
                <a:off x="3751020" y="3163688"/>
                <a:ext cx="10800" cy="45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F8C55DB-3DD1-9CB5-F483-37109D17C8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42020" y="3155048"/>
                  <a:ext cx="28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6D35DD4-FBEE-09C7-F744-796B41787C07}"/>
                    </a:ext>
                  </a:extLst>
                </p14:cNvPr>
                <p14:cNvContentPartPr/>
                <p14:nvPr/>
              </p14:nvContentPartPr>
              <p14:xfrm>
                <a:off x="3705300" y="3060008"/>
                <a:ext cx="14760" cy="19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6D35DD4-FBEE-09C7-F744-796B41787C0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96300" y="3051008"/>
                  <a:ext cx="32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71E722-2B04-8F3A-2339-DEDC7EE07197}"/>
                    </a:ext>
                  </a:extLst>
                </p14:cNvPr>
                <p14:cNvContentPartPr/>
                <p14:nvPr/>
              </p14:nvContentPartPr>
              <p14:xfrm>
                <a:off x="3817620" y="3146408"/>
                <a:ext cx="132840" cy="46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B71E722-2B04-8F3A-2339-DEDC7EE071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08620" y="3137408"/>
                  <a:ext cx="150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BB25D1A-A60E-6BD4-AA30-B99E84542D1C}"/>
                    </a:ext>
                  </a:extLst>
                </p14:cNvPr>
                <p14:cNvContentPartPr/>
                <p14:nvPr/>
              </p14:nvContentPartPr>
              <p14:xfrm>
                <a:off x="4129380" y="3008888"/>
                <a:ext cx="111960" cy="197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BB25D1A-A60E-6BD4-AA30-B99E84542D1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20380" y="2999888"/>
                  <a:ext cx="129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D795DC5-D0B3-8FFA-F668-59647EA71C42}"/>
                    </a:ext>
                  </a:extLst>
                </p14:cNvPr>
                <p14:cNvContentPartPr/>
                <p14:nvPr/>
              </p14:nvContentPartPr>
              <p14:xfrm>
                <a:off x="4139820" y="3143168"/>
                <a:ext cx="120600" cy="10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D795DC5-D0B3-8FFA-F668-59647EA71C4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31180" y="3134168"/>
                  <a:ext cx="138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92867EF-25BA-9B48-AFA8-A7F334F4B239}"/>
                    </a:ext>
                  </a:extLst>
                </p14:cNvPr>
                <p14:cNvContentPartPr/>
                <p14:nvPr/>
              </p14:nvContentPartPr>
              <p14:xfrm>
                <a:off x="4311900" y="3158648"/>
                <a:ext cx="13680" cy="36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92867EF-25BA-9B48-AFA8-A7F334F4B2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03260" y="3150008"/>
                  <a:ext cx="31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BFEAC29-F61E-75D5-689A-1785F52C5EAD}"/>
                    </a:ext>
                  </a:extLst>
                </p14:cNvPr>
                <p14:cNvContentPartPr/>
                <p14:nvPr/>
              </p14:nvContentPartPr>
              <p14:xfrm>
                <a:off x="4265460" y="3044528"/>
                <a:ext cx="11520" cy="19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BFEAC29-F61E-75D5-689A-1785F52C5EA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56460" y="3035528"/>
                  <a:ext cx="29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BC921A-0279-411C-72EB-D9B1438D36F6}"/>
                    </a:ext>
                  </a:extLst>
                </p14:cNvPr>
                <p14:cNvContentPartPr/>
                <p14:nvPr/>
              </p14:nvContentPartPr>
              <p14:xfrm>
                <a:off x="4379580" y="3148208"/>
                <a:ext cx="252360" cy="52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BC921A-0279-411C-72EB-D9B1438D36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70940" y="3139568"/>
                  <a:ext cx="270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3DCBA6F-AAD8-EE67-B4C7-69262689C0E2}"/>
                    </a:ext>
                  </a:extLst>
                </p14:cNvPr>
                <p14:cNvContentPartPr/>
                <p14:nvPr/>
              </p14:nvContentPartPr>
              <p14:xfrm>
                <a:off x="4654980" y="3080168"/>
                <a:ext cx="150120" cy="110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3DCBA6F-AAD8-EE67-B4C7-69262689C0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45980" y="3071528"/>
                  <a:ext cx="1677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316839F-070C-DC89-536B-60A3026E5863}"/>
              </a:ext>
            </a:extLst>
          </p:cNvPr>
          <p:cNvGrpSpPr/>
          <p:nvPr/>
        </p:nvGrpSpPr>
        <p:grpSpPr>
          <a:xfrm>
            <a:off x="1371060" y="5200568"/>
            <a:ext cx="2137320" cy="1104120"/>
            <a:chOff x="1371060" y="5200568"/>
            <a:chExt cx="2137320" cy="11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D5F7FBB-62FA-9A35-170F-3E1EDADA8EFF}"/>
                    </a:ext>
                  </a:extLst>
                </p14:cNvPr>
                <p14:cNvContentPartPr/>
                <p14:nvPr/>
              </p14:nvContentPartPr>
              <p14:xfrm>
                <a:off x="1495980" y="5200568"/>
                <a:ext cx="57960" cy="1104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D5F7FBB-62FA-9A35-170F-3E1EDADA8E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87340" y="5191568"/>
                  <a:ext cx="7560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C78D3B4-CA12-3E07-24D7-195075AFB639}"/>
                    </a:ext>
                  </a:extLst>
                </p14:cNvPr>
                <p14:cNvContentPartPr/>
                <p14:nvPr/>
              </p14:nvContentPartPr>
              <p14:xfrm>
                <a:off x="1371060" y="6150968"/>
                <a:ext cx="2137320" cy="48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C78D3B4-CA12-3E07-24D7-195075AFB63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62060" y="6142328"/>
                  <a:ext cx="21549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9AAC8CB-56D2-CF3C-6476-FB9B92F6E8B8}"/>
              </a:ext>
            </a:extLst>
          </p:cNvPr>
          <p:cNvGrpSpPr/>
          <p:nvPr/>
        </p:nvGrpSpPr>
        <p:grpSpPr>
          <a:xfrm>
            <a:off x="1009620" y="5376248"/>
            <a:ext cx="1644480" cy="800640"/>
            <a:chOff x="1009620" y="5376248"/>
            <a:chExt cx="1644480" cy="80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3A2391F-014B-C084-AAF1-C09F59396410}"/>
                    </a:ext>
                  </a:extLst>
                </p14:cNvPr>
                <p14:cNvContentPartPr/>
                <p14:nvPr/>
              </p14:nvContentPartPr>
              <p14:xfrm>
                <a:off x="1521180" y="5580008"/>
                <a:ext cx="565920" cy="24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3A2391F-014B-C084-AAF1-C09F5939641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12180" y="5571008"/>
                  <a:ext cx="583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8495370-BD42-A5EB-B3ED-AE059027941F}"/>
                    </a:ext>
                  </a:extLst>
                </p14:cNvPr>
                <p14:cNvContentPartPr/>
                <p14:nvPr/>
              </p14:nvContentPartPr>
              <p14:xfrm>
                <a:off x="1542420" y="5616008"/>
                <a:ext cx="37440" cy="540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8495370-BD42-A5EB-B3ED-AE05902794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33420" y="5607008"/>
                  <a:ext cx="5508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240116F-D59E-9F2E-74F6-1FEE63AA21A5}"/>
                    </a:ext>
                  </a:extLst>
                </p14:cNvPr>
                <p14:cNvContentPartPr/>
                <p14:nvPr/>
              </p14:nvContentPartPr>
              <p14:xfrm>
                <a:off x="2051820" y="5572088"/>
                <a:ext cx="32040" cy="604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240116F-D59E-9F2E-74F6-1FEE63AA21A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42820" y="5563448"/>
                  <a:ext cx="4968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46E215D-AEAF-DA52-80AC-0223B13FECD7}"/>
                    </a:ext>
                  </a:extLst>
                </p14:cNvPr>
                <p14:cNvContentPartPr/>
                <p14:nvPr/>
              </p14:nvContentPartPr>
              <p14:xfrm>
                <a:off x="2100060" y="6103808"/>
                <a:ext cx="554040" cy="36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46E215D-AEAF-DA52-80AC-0223B13FECD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91060" y="6094808"/>
                  <a:ext cx="571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78DEEB7-306A-6083-1078-338840601A57}"/>
                    </a:ext>
                  </a:extLst>
                </p14:cNvPr>
                <p14:cNvContentPartPr/>
                <p14:nvPr/>
              </p14:nvContentPartPr>
              <p14:xfrm>
                <a:off x="1009620" y="6125048"/>
                <a:ext cx="510120" cy="16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78DEEB7-306A-6083-1078-338840601A5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0620" y="6116408"/>
                  <a:ext cx="527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E3E8B4-6289-E344-3FE0-500344369E04}"/>
                    </a:ext>
                  </a:extLst>
                </p14:cNvPr>
                <p14:cNvContentPartPr/>
                <p14:nvPr/>
              </p14:nvContentPartPr>
              <p14:xfrm>
                <a:off x="1272780" y="5500088"/>
                <a:ext cx="156240" cy="79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E3E8B4-6289-E344-3FE0-500344369E0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63780" y="5491448"/>
                  <a:ext cx="173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78B065-8B45-C5B3-828C-1CF85712A143}"/>
                    </a:ext>
                  </a:extLst>
                </p14:cNvPr>
                <p14:cNvContentPartPr/>
                <p14:nvPr/>
              </p14:nvContentPartPr>
              <p14:xfrm>
                <a:off x="1038780" y="5376248"/>
                <a:ext cx="36360" cy="156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78B065-8B45-C5B3-828C-1CF85712A1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9780" y="5367248"/>
                  <a:ext cx="540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CCE9CF6-6D92-6D64-90BD-C03E5B25C836}"/>
              </a:ext>
            </a:extLst>
          </p:cNvPr>
          <p:cNvGrpSpPr/>
          <p:nvPr/>
        </p:nvGrpSpPr>
        <p:grpSpPr>
          <a:xfrm>
            <a:off x="1393740" y="6332768"/>
            <a:ext cx="757440" cy="162720"/>
            <a:chOff x="1393740" y="6332768"/>
            <a:chExt cx="75744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A03A3AF-F5F3-0F9C-44A8-B15AAD92271A}"/>
                    </a:ext>
                  </a:extLst>
                </p14:cNvPr>
                <p14:cNvContentPartPr/>
                <p14:nvPr/>
              </p14:nvContentPartPr>
              <p14:xfrm>
                <a:off x="1393740" y="6405488"/>
                <a:ext cx="165600" cy="90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A03A3AF-F5F3-0F9C-44A8-B15AAD9227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85100" y="6396488"/>
                  <a:ext cx="183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8ADA7CC-9957-BA21-0479-E0C35907D025}"/>
                    </a:ext>
                  </a:extLst>
                </p14:cNvPr>
                <p14:cNvContentPartPr/>
                <p14:nvPr/>
              </p14:nvContentPartPr>
              <p14:xfrm>
                <a:off x="2072340" y="6366608"/>
                <a:ext cx="21960" cy="115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8ADA7CC-9957-BA21-0479-E0C35907D02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63340" y="6357608"/>
                  <a:ext cx="39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1AF370-DDD4-3921-5E84-A5BE93AB1CD3}"/>
                    </a:ext>
                  </a:extLst>
                </p14:cNvPr>
                <p14:cNvContentPartPr/>
                <p14:nvPr/>
              </p14:nvContentPartPr>
              <p14:xfrm>
                <a:off x="1892700" y="6332768"/>
                <a:ext cx="258480" cy="16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1AF370-DDD4-3921-5E84-A5BE93AB1CD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83700" y="6323768"/>
                  <a:ext cx="2761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6CC1008-A16F-5D4D-6457-D7A854AA17DA}"/>
              </a:ext>
            </a:extLst>
          </p:cNvPr>
          <p:cNvGrpSpPr/>
          <p:nvPr/>
        </p:nvGrpSpPr>
        <p:grpSpPr>
          <a:xfrm>
            <a:off x="3348540" y="6003008"/>
            <a:ext cx="408600" cy="236520"/>
            <a:chOff x="3348540" y="6003008"/>
            <a:chExt cx="40860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040CFFE-738C-E0DA-DEB8-18C3AEE434D5}"/>
                    </a:ext>
                  </a:extLst>
                </p14:cNvPr>
                <p14:cNvContentPartPr/>
                <p14:nvPr/>
              </p14:nvContentPartPr>
              <p14:xfrm>
                <a:off x="3348540" y="6112088"/>
                <a:ext cx="163080" cy="127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040CFFE-738C-E0DA-DEB8-18C3AEE434D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39900" y="6103088"/>
                  <a:ext cx="180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80F9E2-23B6-B750-256F-FFFF102AE4F4}"/>
                    </a:ext>
                  </a:extLst>
                </p14:cNvPr>
                <p14:cNvContentPartPr/>
                <p14:nvPr/>
              </p14:nvContentPartPr>
              <p14:xfrm>
                <a:off x="3621060" y="6003008"/>
                <a:ext cx="136080" cy="222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80F9E2-23B6-B750-256F-FFFF102AE4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12060" y="5994368"/>
                  <a:ext cx="153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DAFB2CF-B194-9A14-A9FF-7CEC7356E7B8}"/>
                    </a:ext>
                  </a:extLst>
                </p14:cNvPr>
                <p14:cNvContentPartPr/>
                <p14:nvPr/>
              </p14:nvContentPartPr>
              <p14:xfrm>
                <a:off x="3569940" y="6103808"/>
                <a:ext cx="134640" cy="21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DAFB2CF-B194-9A14-A9FF-7CEC7356E7B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61300" y="6095168"/>
                  <a:ext cx="1522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FECB54E-1720-DDCA-5E38-B02BF610B71C}"/>
              </a:ext>
            </a:extLst>
          </p:cNvPr>
          <p:cNvGrpSpPr/>
          <p:nvPr/>
        </p:nvGrpSpPr>
        <p:grpSpPr>
          <a:xfrm>
            <a:off x="1789020" y="4997888"/>
            <a:ext cx="1118520" cy="322920"/>
            <a:chOff x="1789020" y="4997888"/>
            <a:chExt cx="111852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85B88E-1700-F8C1-A8DC-A46EB9E14D8C}"/>
                    </a:ext>
                  </a:extLst>
                </p14:cNvPr>
                <p14:cNvContentPartPr/>
                <p14:nvPr/>
              </p14:nvContentPartPr>
              <p14:xfrm>
                <a:off x="1789020" y="5054408"/>
                <a:ext cx="166680" cy="212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85B88E-1700-F8C1-A8DC-A46EB9E14D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80020" y="5045408"/>
                  <a:ext cx="184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C897139-C8FB-21A0-F84B-E42640C1AE34}"/>
                    </a:ext>
                  </a:extLst>
                </p14:cNvPr>
                <p14:cNvContentPartPr/>
                <p14:nvPr/>
              </p14:nvContentPartPr>
              <p14:xfrm>
                <a:off x="2005380" y="5179328"/>
                <a:ext cx="156960" cy="141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C897139-C8FB-21A0-F84B-E42640C1AE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996380" y="5170328"/>
                  <a:ext cx="174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4B76C1-A596-ED4F-67DC-87DF1DA5D88D}"/>
                    </a:ext>
                  </a:extLst>
                </p14:cNvPr>
                <p14:cNvContentPartPr/>
                <p14:nvPr/>
              </p14:nvContentPartPr>
              <p14:xfrm>
                <a:off x="2062260" y="5236568"/>
                <a:ext cx="114840" cy="11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4B76C1-A596-ED4F-67DC-87DF1DA5D88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53620" y="5227568"/>
                  <a:ext cx="132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3BB916-A253-BBBF-3165-78164A2B1923}"/>
                    </a:ext>
                  </a:extLst>
                </p14:cNvPr>
                <p14:cNvContentPartPr/>
                <p14:nvPr/>
              </p14:nvContentPartPr>
              <p14:xfrm>
                <a:off x="2201580" y="5197328"/>
                <a:ext cx="111600" cy="86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3BB916-A253-BBBF-3165-78164A2B192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92580" y="5188328"/>
                  <a:ext cx="12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413E22A-1F18-0C61-A837-8DDAB084B5D3}"/>
                    </a:ext>
                  </a:extLst>
                </p14:cNvPr>
                <p14:cNvContentPartPr/>
                <p14:nvPr/>
              </p14:nvContentPartPr>
              <p14:xfrm>
                <a:off x="2372580" y="5184728"/>
                <a:ext cx="44640" cy="10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413E22A-1F18-0C61-A837-8DDAB084B5D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63940" y="5176088"/>
                  <a:ext cx="62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ADACA32-9CE8-2C50-BAEA-D9102BC2040B}"/>
                    </a:ext>
                  </a:extLst>
                </p14:cNvPr>
                <p14:cNvContentPartPr/>
                <p14:nvPr/>
              </p14:nvContentPartPr>
              <p14:xfrm>
                <a:off x="2374020" y="5167808"/>
                <a:ext cx="131040" cy="115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ADACA32-9CE8-2C50-BAEA-D9102BC204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65380" y="5159168"/>
                  <a:ext cx="148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C7D79EC-34A5-FC8E-E4FE-B827A5080B86}"/>
                    </a:ext>
                  </a:extLst>
                </p14:cNvPr>
                <p14:cNvContentPartPr/>
                <p14:nvPr/>
              </p14:nvContentPartPr>
              <p14:xfrm>
                <a:off x="2556540" y="5027768"/>
                <a:ext cx="101160" cy="201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C7D79EC-34A5-FC8E-E4FE-B827A5080B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47900" y="5019128"/>
                  <a:ext cx="118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8D8059F-D96D-3656-7C42-9BFA576D2138}"/>
                    </a:ext>
                  </a:extLst>
                </p14:cNvPr>
                <p14:cNvContentPartPr/>
                <p14:nvPr/>
              </p14:nvContentPartPr>
              <p14:xfrm>
                <a:off x="2704140" y="5059088"/>
                <a:ext cx="116640" cy="158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8D8059F-D96D-3656-7C42-9BFA576D213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95140" y="5050448"/>
                  <a:ext cx="134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6864C5A-E9BB-41D1-3C49-2DD4B59332E7}"/>
                    </a:ext>
                  </a:extLst>
                </p14:cNvPr>
                <p14:cNvContentPartPr/>
                <p14:nvPr/>
              </p14:nvContentPartPr>
              <p14:xfrm>
                <a:off x="2692620" y="5135048"/>
                <a:ext cx="97560" cy="18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6864C5A-E9BB-41D1-3C49-2DD4B59332E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83980" y="5126048"/>
                  <a:ext cx="11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FFE236C-92E0-DD6D-4E35-4FCEE4155CF1}"/>
                    </a:ext>
                  </a:extLst>
                </p14:cNvPr>
                <p14:cNvContentPartPr/>
                <p14:nvPr/>
              </p14:nvContentPartPr>
              <p14:xfrm>
                <a:off x="2784420" y="4997888"/>
                <a:ext cx="123120" cy="244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FFE236C-92E0-DD6D-4E35-4FCEE4155CF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75780" y="4988888"/>
                  <a:ext cx="14076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267B8C0-107B-F3B6-970F-3BC5BE354D8B}"/>
                  </a:ext>
                </a:extLst>
              </p14:cNvPr>
              <p14:cNvContentPartPr/>
              <p14:nvPr/>
            </p14:nvContentPartPr>
            <p14:xfrm>
              <a:off x="1440900" y="5147648"/>
              <a:ext cx="118440" cy="82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267B8C0-107B-F3B6-970F-3BC5BE354D8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432260" y="5138648"/>
                <a:ext cx="13608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2A5DA00-5D03-E2E7-AC68-91002B340BF8}"/>
              </a:ext>
            </a:extLst>
          </p:cNvPr>
          <p:cNvGrpSpPr/>
          <p:nvPr/>
        </p:nvGrpSpPr>
        <p:grpSpPr>
          <a:xfrm>
            <a:off x="3856966" y="5343962"/>
            <a:ext cx="3776400" cy="459000"/>
            <a:chOff x="4484700" y="5390288"/>
            <a:chExt cx="3776400" cy="45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D5A5891-BBAB-178C-5B14-67B5666F6F79}"/>
                    </a:ext>
                  </a:extLst>
                </p14:cNvPr>
                <p14:cNvContentPartPr/>
                <p14:nvPr/>
              </p14:nvContentPartPr>
              <p14:xfrm>
                <a:off x="4484700" y="5482448"/>
                <a:ext cx="194760" cy="240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D5A5891-BBAB-178C-5B14-67B5666F6F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75700" y="5473448"/>
                  <a:ext cx="212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8D9308-1746-CF60-3A60-4E867053DDBD}"/>
                    </a:ext>
                  </a:extLst>
                </p14:cNvPr>
                <p14:cNvContentPartPr/>
                <p14:nvPr/>
              </p14:nvContentPartPr>
              <p14:xfrm>
                <a:off x="4516740" y="5471288"/>
                <a:ext cx="122040" cy="269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8D9308-1746-CF60-3A60-4E867053DDB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07740" y="5462288"/>
                  <a:ext cx="139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34907C9-E8ED-A29F-50D8-86A456C233F8}"/>
                    </a:ext>
                  </a:extLst>
                </p14:cNvPr>
                <p14:cNvContentPartPr/>
                <p14:nvPr/>
              </p14:nvContentPartPr>
              <p14:xfrm>
                <a:off x="4759020" y="5657048"/>
                <a:ext cx="101520" cy="167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34907C9-E8ED-A29F-50D8-86A456C233F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50020" y="5648048"/>
                  <a:ext cx="119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8105F4-37D1-BAAE-F474-831903BD92F7}"/>
                    </a:ext>
                  </a:extLst>
                </p14:cNvPr>
                <p14:cNvContentPartPr/>
                <p14:nvPr/>
              </p14:nvContentPartPr>
              <p14:xfrm>
                <a:off x="4768740" y="5756048"/>
                <a:ext cx="115200" cy="5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8105F4-37D1-BAAE-F474-831903BD92F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59740" y="5747408"/>
                  <a:ext cx="13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4A8923C-0ED7-6615-C685-672A6AADD67A}"/>
                    </a:ext>
                  </a:extLst>
                </p14:cNvPr>
                <p14:cNvContentPartPr/>
                <p14:nvPr/>
              </p14:nvContentPartPr>
              <p14:xfrm>
                <a:off x="4914900" y="5720048"/>
                <a:ext cx="93240" cy="73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4A8923C-0ED7-6615-C685-672A6AADD6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05900" y="5711048"/>
                  <a:ext cx="110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F62C11-5FAD-F1D3-AA7F-D83B0BDA4C14}"/>
                    </a:ext>
                  </a:extLst>
                </p14:cNvPr>
                <p14:cNvContentPartPr/>
                <p14:nvPr/>
              </p14:nvContentPartPr>
              <p14:xfrm>
                <a:off x="5098500" y="5699168"/>
                <a:ext cx="16560" cy="90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F62C11-5FAD-F1D3-AA7F-D83B0BDA4C1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89860" y="5690528"/>
                  <a:ext cx="34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C1DBB0B-D3B6-8E7F-ADC2-BEB9C5D02B18}"/>
                    </a:ext>
                  </a:extLst>
                </p14:cNvPr>
                <p14:cNvContentPartPr/>
                <p14:nvPr/>
              </p14:nvContentPartPr>
              <p14:xfrm>
                <a:off x="5086260" y="5745968"/>
                <a:ext cx="117360" cy="11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C1DBB0B-D3B6-8E7F-ADC2-BEB9C5D02B1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77260" y="5737328"/>
                  <a:ext cx="135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1636CF1-9F8F-1561-AEF8-A5F97D2FD806}"/>
                    </a:ext>
                  </a:extLst>
                </p14:cNvPr>
                <p14:cNvContentPartPr/>
                <p14:nvPr/>
              </p14:nvContentPartPr>
              <p14:xfrm>
                <a:off x="5169420" y="5704568"/>
                <a:ext cx="46440" cy="98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1636CF1-9F8F-1561-AEF8-A5F97D2FD8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60420" y="5695568"/>
                  <a:ext cx="64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910177-A200-58DE-328F-5C441788344E}"/>
                    </a:ext>
                  </a:extLst>
                </p14:cNvPr>
                <p14:cNvContentPartPr/>
                <p14:nvPr/>
              </p14:nvContentPartPr>
              <p14:xfrm>
                <a:off x="5227380" y="5475608"/>
                <a:ext cx="82080" cy="261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910177-A200-58DE-328F-5C44178834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18380" y="5466968"/>
                  <a:ext cx="99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CE303DC-50C8-D932-64A3-321A42C90CEA}"/>
                    </a:ext>
                  </a:extLst>
                </p14:cNvPr>
                <p14:cNvContentPartPr/>
                <p14:nvPr/>
              </p14:nvContentPartPr>
              <p14:xfrm>
                <a:off x="5365980" y="5641928"/>
                <a:ext cx="87840" cy="203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CE303DC-50C8-D932-64A3-321A42C90C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56980" y="5633288"/>
                  <a:ext cx="105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4C12F4D-3BDE-F2A4-5199-0F315DAD86A0}"/>
                    </a:ext>
                  </a:extLst>
                </p14:cNvPr>
                <p14:cNvContentPartPr/>
                <p14:nvPr/>
              </p14:nvContentPartPr>
              <p14:xfrm>
                <a:off x="5345820" y="5511248"/>
                <a:ext cx="2520" cy="14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4C12F4D-3BDE-F2A4-5199-0F315DAD86A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37180" y="5502608"/>
                  <a:ext cx="20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188A947-1BEE-AF8C-916B-DA5F1CAD3F45}"/>
                    </a:ext>
                  </a:extLst>
                </p14:cNvPr>
                <p14:cNvContentPartPr/>
                <p14:nvPr/>
              </p14:nvContentPartPr>
              <p14:xfrm>
                <a:off x="5501700" y="5509448"/>
                <a:ext cx="255240" cy="211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188A947-1BEE-AF8C-916B-DA5F1CAD3F4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92700" y="5500808"/>
                  <a:ext cx="272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714CFCE-6141-C013-9522-EE7A808DDF6B}"/>
                    </a:ext>
                  </a:extLst>
                </p14:cNvPr>
                <p14:cNvContentPartPr/>
                <p14:nvPr/>
              </p14:nvContentPartPr>
              <p14:xfrm>
                <a:off x="5688900" y="5449688"/>
                <a:ext cx="216720" cy="360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714CFCE-6141-C013-9522-EE7A808DDF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79900" y="5441048"/>
                  <a:ext cx="2343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9A0C365-190A-7EF8-7CB5-0125B8ADD1A7}"/>
                    </a:ext>
                  </a:extLst>
                </p14:cNvPr>
                <p14:cNvContentPartPr/>
                <p14:nvPr/>
              </p14:nvContentPartPr>
              <p14:xfrm>
                <a:off x="5995980" y="5662808"/>
                <a:ext cx="88200" cy="8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9A0C365-190A-7EF8-7CB5-0125B8ADD1A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86980" y="5654168"/>
                  <a:ext cx="105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37E418-5BC6-580A-3D11-5B6437D5C996}"/>
                    </a:ext>
                  </a:extLst>
                </p14:cNvPr>
                <p14:cNvContentPartPr/>
                <p14:nvPr/>
              </p14:nvContentPartPr>
              <p14:xfrm>
                <a:off x="6015780" y="5611688"/>
                <a:ext cx="73800" cy="9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37E418-5BC6-580A-3D11-5B6437D5C99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06780" y="5603048"/>
                  <a:ext cx="91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0FF3BD2-062F-5725-4205-37AC52E5B585}"/>
                    </a:ext>
                  </a:extLst>
                </p14:cNvPr>
                <p14:cNvContentPartPr/>
                <p14:nvPr/>
              </p14:nvContentPartPr>
              <p14:xfrm>
                <a:off x="6152940" y="5462648"/>
                <a:ext cx="168480" cy="268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0FF3BD2-062F-5725-4205-37AC52E5B58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44300" y="5453648"/>
                  <a:ext cx="1861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B17C5B9-DFED-D2CF-0A5B-39E068E38E15}"/>
                    </a:ext>
                  </a:extLst>
                </p14:cNvPr>
                <p14:cNvContentPartPr/>
                <p14:nvPr/>
              </p14:nvContentPartPr>
              <p14:xfrm>
                <a:off x="6224220" y="5491808"/>
                <a:ext cx="44640" cy="259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B17C5B9-DFED-D2CF-0A5B-39E068E38E1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15220" y="5483168"/>
                  <a:ext cx="62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7B6A9C8-C454-EBE4-1D27-D826C31359EC}"/>
                    </a:ext>
                  </a:extLst>
                </p14:cNvPr>
                <p14:cNvContentPartPr/>
                <p14:nvPr/>
              </p14:nvContentPartPr>
              <p14:xfrm>
                <a:off x="6373260" y="5678648"/>
                <a:ext cx="61200" cy="148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7B6A9C8-C454-EBE4-1D27-D826C31359E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64620" y="5669648"/>
                  <a:ext cx="78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B0B935F-D841-4DBD-E602-533D8ADD807B}"/>
                    </a:ext>
                  </a:extLst>
                </p14:cNvPr>
                <p14:cNvContentPartPr/>
                <p14:nvPr/>
              </p14:nvContentPartPr>
              <p14:xfrm>
                <a:off x="6457140" y="5470208"/>
                <a:ext cx="62280" cy="279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B0B935F-D841-4DBD-E602-533D8ADD807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48500" y="5461568"/>
                  <a:ext cx="79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BC79A82-84A4-98E8-82DC-EB86B6D5C8A4}"/>
                    </a:ext>
                  </a:extLst>
                </p14:cNvPr>
                <p14:cNvContentPartPr/>
                <p14:nvPr/>
              </p14:nvContentPartPr>
              <p14:xfrm>
                <a:off x="6560820" y="5657768"/>
                <a:ext cx="87840" cy="191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BC79A82-84A4-98E8-82DC-EB86B6D5C8A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551820" y="5648768"/>
                  <a:ext cx="105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8FA3725-6AB6-A335-ECA8-9CF1785C57C3}"/>
                    </a:ext>
                  </a:extLst>
                </p14:cNvPr>
                <p14:cNvContentPartPr/>
                <p14:nvPr/>
              </p14:nvContentPartPr>
              <p14:xfrm>
                <a:off x="6568020" y="5538248"/>
                <a:ext cx="4320" cy="10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8FA3725-6AB6-A335-ECA8-9CF1785C57C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59020" y="5529608"/>
                  <a:ext cx="2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F0AEA67-AC42-D4FD-F776-8D201BA76ED3}"/>
                    </a:ext>
                  </a:extLst>
                </p14:cNvPr>
                <p14:cNvContentPartPr/>
                <p14:nvPr/>
              </p14:nvContentPartPr>
              <p14:xfrm>
                <a:off x="6634260" y="5531768"/>
                <a:ext cx="218520" cy="178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F0AEA67-AC42-D4FD-F776-8D201BA76ED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25620" y="5523128"/>
                  <a:ext cx="236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3DDF467-97B0-5065-E785-3819F6CF4A87}"/>
                    </a:ext>
                  </a:extLst>
                </p14:cNvPr>
                <p14:cNvContentPartPr/>
                <p14:nvPr/>
              </p14:nvContentPartPr>
              <p14:xfrm>
                <a:off x="6795540" y="5449688"/>
                <a:ext cx="136080" cy="317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3DDF467-97B0-5065-E785-3819F6CF4A8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86540" y="5441048"/>
                  <a:ext cx="1537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27EE135-D829-55C1-0660-EAA89346628E}"/>
                    </a:ext>
                  </a:extLst>
                </p14:cNvPr>
                <p14:cNvContentPartPr/>
                <p14:nvPr/>
              </p14:nvContentPartPr>
              <p14:xfrm>
                <a:off x="7019100" y="5626448"/>
                <a:ext cx="15840" cy="14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27EE135-D829-55C1-0660-EAA89346628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10100" y="5617808"/>
                  <a:ext cx="334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4C9C69-596D-5FA1-1365-135902227E12}"/>
                    </a:ext>
                  </a:extLst>
                </p14:cNvPr>
                <p14:cNvContentPartPr/>
                <p14:nvPr/>
              </p14:nvContentPartPr>
              <p14:xfrm>
                <a:off x="7039620" y="5634728"/>
                <a:ext cx="8640" cy="12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4C9C69-596D-5FA1-1365-135902227E1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030980" y="5626088"/>
                  <a:ext cx="26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D1A037B-0BF3-B805-EC09-ED4E63CA7C3B}"/>
                    </a:ext>
                  </a:extLst>
                </p14:cNvPr>
                <p14:cNvContentPartPr/>
                <p14:nvPr/>
              </p14:nvContentPartPr>
              <p14:xfrm>
                <a:off x="7112340" y="5485688"/>
                <a:ext cx="56520" cy="238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D1A037B-0BF3-B805-EC09-ED4E63CA7C3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103700" y="5477048"/>
                  <a:ext cx="741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74C40BD-63DC-D5A2-AB4D-FF7C013C5CF3}"/>
                    </a:ext>
                  </a:extLst>
                </p14:cNvPr>
                <p14:cNvContentPartPr/>
                <p14:nvPr/>
              </p14:nvContentPartPr>
              <p14:xfrm>
                <a:off x="7154100" y="5640488"/>
                <a:ext cx="86040" cy="38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74C40BD-63DC-D5A2-AB4D-FF7C013C5CF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45100" y="5631488"/>
                  <a:ext cx="103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BDC1FAC-F90A-E644-E1A2-09C37B326F49}"/>
                    </a:ext>
                  </a:extLst>
                </p14:cNvPr>
                <p14:cNvContentPartPr/>
                <p14:nvPr/>
              </p14:nvContentPartPr>
              <p14:xfrm>
                <a:off x="7221060" y="5487488"/>
                <a:ext cx="33840" cy="252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BDC1FAC-F90A-E644-E1A2-09C37B326F4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12060" y="5478488"/>
                  <a:ext cx="51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69A90A-13DF-6FAC-7357-3F691968D88A}"/>
                    </a:ext>
                  </a:extLst>
                </p14:cNvPr>
                <p14:cNvContentPartPr/>
                <p14:nvPr/>
              </p14:nvContentPartPr>
              <p14:xfrm>
                <a:off x="7289100" y="5646968"/>
                <a:ext cx="157680" cy="199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69A90A-13DF-6FAC-7357-3F691968D88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80100" y="5638328"/>
                  <a:ext cx="175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25BC246-C5AA-D67E-8D92-B03554849749}"/>
                    </a:ext>
                  </a:extLst>
                </p14:cNvPr>
                <p14:cNvContentPartPr/>
                <p14:nvPr/>
              </p14:nvContentPartPr>
              <p14:xfrm>
                <a:off x="7340940" y="5771888"/>
                <a:ext cx="126000" cy="5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25BC246-C5AA-D67E-8D92-B035548497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332300" y="5763248"/>
                  <a:ext cx="143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7DE634D-30FC-6BF9-C3DA-019F5DFED046}"/>
                    </a:ext>
                  </a:extLst>
                </p14:cNvPr>
                <p14:cNvContentPartPr/>
                <p14:nvPr/>
              </p14:nvContentPartPr>
              <p14:xfrm>
                <a:off x="7461180" y="5727968"/>
                <a:ext cx="103680" cy="71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7DE634D-30FC-6BF9-C3DA-019F5DFED04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452180" y="5718968"/>
                  <a:ext cx="1213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A9CB7D1-E2F6-710F-E9FE-0CF7554D41A5}"/>
                    </a:ext>
                  </a:extLst>
                </p14:cNvPr>
                <p14:cNvContentPartPr/>
                <p14:nvPr/>
              </p14:nvContentPartPr>
              <p14:xfrm>
                <a:off x="7600860" y="5683688"/>
                <a:ext cx="59040" cy="120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A9CB7D1-E2F6-710F-E9FE-0CF7554D41A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91860" y="5674688"/>
                  <a:ext cx="76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6B5E3E-6072-B4F7-728B-8DF65F1A001D}"/>
                    </a:ext>
                  </a:extLst>
                </p14:cNvPr>
                <p14:cNvContentPartPr/>
                <p14:nvPr/>
              </p14:nvContentPartPr>
              <p14:xfrm>
                <a:off x="7595460" y="5742008"/>
                <a:ext cx="146520" cy="26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6B5E3E-6072-B4F7-728B-8DF65F1A001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86820" y="5733368"/>
                  <a:ext cx="164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B682D6F-83CC-6F4B-BAC8-704A0F43A9BB}"/>
                    </a:ext>
                  </a:extLst>
                </p14:cNvPr>
                <p14:cNvContentPartPr/>
                <p14:nvPr/>
              </p14:nvContentPartPr>
              <p14:xfrm>
                <a:off x="7714980" y="5678288"/>
                <a:ext cx="44280" cy="119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B682D6F-83CC-6F4B-BAC8-704A0F43A9B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06340" y="5669648"/>
                  <a:ext cx="61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E0992A3-21D5-BBB5-0C1B-F3B8AF1F4436}"/>
                    </a:ext>
                  </a:extLst>
                </p14:cNvPr>
                <p14:cNvContentPartPr/>
                <p14:nvPr/>
              </p14:nvContentPartPr>
              <p14:xfrm>
                <a:off x="7715340" y="5442128"/>
                <a:ext cx="79560" cy="219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E0992A3-21D5-BBB5-0C1B-F3B8AF1F443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706340" y="5433488"/>
                  <a:ext cx="97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147934F-FF7E-9D2B-8A50-8AA992B5C028}"/>
                    </a:ext>
                  </a:extLst>
                </p14:cNvPr>
                <p14:cNvContentPartPr/>
                <p14:nvPr/>
              </p14:nvContentPartPr>
              <p14:xfrm>
                <a:off x="7844940" y="5590088"/>
                <a:ext cx="60120" cy="216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147934F-FF7E-9D2B-8A50-8AA992B5C02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36300" y="5581448"/>
                  <a:ext cx="77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8F78229-03AF-49FF-882A-83E2B0CF23FC}"/>
                    </a:ext>
                  </a:extLst>
                </p14:cNvPr>
                <p14:cNvContentPartPr/>
                <p14:nvPr/>
              </p14:nvContentPartPr>
              <p14:xfrm>
                <a:off x="7808580" y="5469488"/>
                <a:ext cx="16560" cy="2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8F78229-03AF-49FF-882A-83E2B0CF23F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799940" y="5460488"/>
                  <a:ext cx="34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79F1CFC-9866-D077-B056-0EDD88C19895}"/>
                    </a:ext>
                  </a:extLst>
                </p14:cNvPr>
                <p14:cNvContentPartPr/>
                <p14:nvPr/>
              </p14:nvContentPartPr>
              <p14:xfrm>
                <a:off x="7917660" y="5487488"/>
                <a:ext cx="212760" cy="160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79F1CFC-9866-D077-B056-0EDD88C1989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09020" y="5478848"/>
                  <a:ext cx="230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4FCAB17-1DAE-B86E-631C-1581C621B6A0}"/>
                    </a:ext>
                  </a:extLst>
                </p14:cNvPr>
                <p14:cNvContentPartPr/>
                <p14:nvPr/>
              </p14:nvContentPartPr>
              <p14:xfrm>
                <a:off x="8016300" y="5390288"/>
                <a:ext cx="244800" cy="335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4FCAB17-1DAE-B86E-631C-1581C621B6A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007660" y="5381288"/>
                  <a:ext cx="262440" cy="35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35491E6-2D39-575D-7D17-AF76F99F7E7E}"/>
                  </a:ext>
                </a:extLst>
              </p14:cNvPr>
              <p14:cNvContentPartPr/>
              <p14:nvPr/>
            </p14:nvContentPartPr>
            <p14:xfrm>
              <a:off x="7161660" y="6197408"/>
              <a:ext cx="3972240" cy="806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35491E6-2D39-575D-7D17-AF76F99F7E7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153020" y="6188768"/>
                <a:ext cx="398988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F15D154-3454-014D-A08E-B5D4D85E438B}"/>
              </a:ext>
            </a:extLst>
          </p:cNvPr>
          <p:cNvGrpSpPr/>
          <p:nvPr/>
        </p:nvGrpSpPr>
        <p:grpSpPr>
          <a:xfrm>
            <a:off x="8920260" y="5132888"/>
            <a:ext cx="118080" cy="1164600"/>
            <a:chOff x="8920260" y="5132888"/>
            <a:chExt cx="118080" cy="11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A4292A6-3D3A-B7DA-5951-F2FA6F9D8889}"/>
                    </a:ext>
                  </a:extLst>
                </p14:cNvPr>
                <p14:cNvContentPartPr/>
                <p14:nvPr/>
              </p14:nvContentPartPr>
              <p14:xfrm>
                <a:off x="8977140" y="5211368"/>
                <a:ext cx="61200" cy="1086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A4292A6-3D3A-B7DA-5951-F2FA6F9D888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968500" y="5202728"/>
                  <a:ext cx="7884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50392B-72D8-073A-F6C5-B9A17AE045DC}"/>
                    </a:ext>
                  </a:extLst>
                </p14:cNvPr>
                <p14:cNvContentPartPr/>
                <p14:nvPr/>
              </p14:nvContentPartPr>
              <p14:xfrm>
                <a:off x="8920260" y="5132888"/>
                <a:ext cx="117720" cy="150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50392B-72D8-073A-F6C5-B9A17AE045D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911620" y="5124248"/>
                  <a:ext cx="13536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2B878C1-F785-AEEF-F480-50A16D1FD549}"/>
                  </a:ext>
                </a:extLst>
              </p14:cNvPr>
              <p14:cNvContentPartPr/>
              <p14:nvPr/>
            </p14:nvContentPartPr>
            <p14:xfrm>
              <a:off x="8935380" y="6376328"/>
              <a:ext cx="179280" cy="1080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2B878C1-F785-AEEF-F480-50A16D1FD549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926380" y="6367688"/>
                <a:ext cx="19692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981CE51-B99C-3EBE-4A70-C221DD338FF1}"/>
              </a:ext>
            </a:extLst>
          </p:cNvPr>
          <p:cNvGrpSpPr/>
          <p:nvPr/>
        </p:nvGrpSpPr>
        <p:grpSpPr>
          <a:xfrm>
            <a:off x="11067300" y="5960888"/>
            <a:ext cx="586080" cy="377640"/>
            <a:chOff x="11067300" y="5960888"/>
            <a:chExt cx="58608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BFBF4AE-9D87-2067-EE41-E200B6AC69C5}"/>
                    </a:ext>
                  </a:extLst>
                </p14:cNvPr>
                <p14:cNvContentPartPr/>
                <p14:nvPr/>
              </p14:nvContentPartPr>
              <p14:xfrm>
                <a:off x="11067300" y="6127208"/>
                <a:ext cx="190080" cy="162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BFBF4AE-9D87-2067-EE41-E200B6AC69C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58300" y="6118568"/>
                  <a:ext cx="207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12124F0-D43B-525C-2F2D-EC621F6BBB9D}"/>
                    </a:ext>
                  </a:extLst>
                </p14:cNvPr>
                <p14:cNvContentPartPr/>
                <p14:nvPr/>
              </p14:nvContentPartPr>
              <p14:xfrm>
                <a:off x="11332620" y="6130448"/>
                <a:ext cx="76320" cy="208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12124F0-D43B-525C-2F2D-EC621F6BBB9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23620" y="6121808"/>
                  <a:ext cx="93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3C4F864-A24A-30C3-4AF1-19C67197419E}"/>
                    </a:ext>
                  </a:extLst>
                </p14:cNvPr>
                <p14:cNvContentPartPr/>
                <p14:nvPr/>
              </p14:nvContentPartPr>
              <p14:xfrm>
                <a:off x="11278980" y="5960888"/>
                <a:ext cx="9360" cy="3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3C4F864-A24A-30C3-4AF1-19C67197419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70340" y="5951888"/>
                  <a:ext cx="27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68D4001-8F0A-37FB-5C9C-01C572B830D7}"/>
                    </a:ext>
                  </a:extLst>
                </p14:cNvPr>
                <p14:cNvContentPartPr/>
                <p14:nvPr/>
              </p14:nvContentPartPr>
              <p14:xfrm>
                <a:off x="11444580" y="6015248"/>
                <a:ext cx="208800" cy="146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68D4001-8F0A-37FB-5C9C-01C572B830D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435940" y="6006248"/>
                  <a:ext cx="22644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BA07C43-4FB1-63E6-F378-E1D1F7150AED}"/>
                  </a:ext>
                </a:extLst>
              </p14:cNvPr>
              <p14:cNvContentPartPr/>
              <p14:nvPr/>
            </p14:nvContentPartPr>
            <p14:xfrm>
              <a:off x="9091980" y="5626088"/>
              <a:ext cx="874800" cy="5230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BA07C43-4FB1-63E6-F378-E1D1F7150AE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082980" y="5617088"/>
                <a:ext cx="89244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E817791-7A91-30B0-3570-9FF21FEC9763}"/>
                  </a:ext>
                </a:extLst>
              </p14:cNvPr>
              <p14:cNvContentPartPr/>
              <p14:nvPr/>
            </p14:nvContentPartPr>
            <p14:xfrm>
              <a:off x="9933660" y="6135488"/>
              <a:ext cx="902880" cy="2610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E817791-7A91-30B0-3570-9FF21FEC976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924660" y="6126848"/>
                <a:ext cx="9205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AF8FD8DF-8E52-539F-E32B-49CA04923DF3}"/>
                  </a:ext>
                </a:extLst>
              </p14:cNvPr>
              <p14:cNvContentPartPr/>
              <p14:nvPr/>
            </p14:nvContentPartPr>
            <p14:xfrm>
              <a:off x="10000980" y="6150968"/>
              <a:ext cx="31680" cy="1134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AF8FD8DF-8E52-539F-E32B-49CA04923DF3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992340" y="6141968"/>
                <a:ext cx="493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1928903-23C9-4F61-654E-7CB06CDCB574}"/>
                  </a:ext>
                </a:extLst>
              </p14:cNvPr>
              <p14:cNvContentPartPr/>
              <p14:nvPr/>
            </p14:nvContentPartPr>
            <p14:xfrm>
              <a:off x="9705060" y="6337808"/>
              <a:ext cx="252360" cy="1508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1928903-23C9-4F61-654E-7CB06CDCB57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696060" y="6329168"/>
                <a:ext cx="270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1901FD6-AD42-12A1-6D40-457A86BF3C34}"/>
                  </a:ext>
                </a:extLst>
              </p14:cNvPr>
              <p14:cNvContentPartPr/>
              <p14:nvPr/>
            </p14:nvContentPartPr>
            <p14:xfrm>
              <a:off x="9976860" y="6416648"/>
              <a:ext cx="84240" cy="1404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1901FD6-AD42-12A1-6D40-457A86BF3C3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967860" y="6407648"/>
                <a:ext cx="1018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8D6A407-0D79-D799-0E26-734D18DF94EA}"/>
                  </a:ext>
                </a:extLst>
              </p14:cNvPr>
              <p14:cNvContentPartPr/>
              <p14:nvPr/>
            </p14:nvContentPartPr>
            <p14:xfrm>
              <a:off x="10832220" y="6126848"/>
              <a:ext cx="31680" cy="1022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8D6A407-0D79-D799-0E26-734D18DF94EA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823580" y="6117848"/>
                <a:ext cx="4932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0EA26EC-45CB-C68E-BEC1-06A11F3A7B72}"/>
              </a:ext>
            </a:extLst>
          </p:cNvPr>
          <p:cNvGrpSpPr/>
          <p:nvPr/>
        </p:nvGrpSpPr>
        <p:grpSpPr>
          <a:xfrm>
            <a:off x="10631340" y="5761088"/>
            <a:ext cx="510120" cy="153000"/>
            <a:chOff x="10631340" y="5761088"/>
            <a:chExt cx="510120" cy="1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8FA4C1A-1DA3-01C8-2FF9-5713D44D1B2B}"/>
                    </a:ext>
                  </a:extLst>
                </p14:cNvPr>
                <p14:cNvContentPartPr/>
                <p14:nvPr/>
              </p14:nvContentPartPr>
              <p14:xfrm>
                <a:off x="10631340" y="5796368"/>
                <a:ext cx="112680" cy="111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8FA4C1A-1DA3-01C8-2FF9-5713D44D1B2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622700" y="5787728"/>
                  <a:ext cx="130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177E62B-AA28-48F9-6BE7-4F31039F93C2}"/>
                    </a:ext>
                  </a:extLst>
                </p14:cNvPr>
                <p14:cNvContentPartPr/>
                <p14:nvPr/>
              </p14:nvContentPartPr>
              <p14:xfrm>
                <a:off x="10806300" y="5761088"/>
                <a:ext cx="226440" cy="125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177E62B-AA28-48F9-6BE7-4F31039F93C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797660" y="5752088"/>
                  <a:ext cx="244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5970171-FA62-6645-C538-6653E41EC003}"/>
                    </a:ext>
                  </a:extLst>
                </p14:cNvPr>
                <p14:cNvContentPartPr/>
                <p14:nvPr/>
              </p14:nvContentPartPr>
              <p14:xfrm>
                <a:off x="11087100" y="5813648"/>
                <a:ext cx="54360" cy="100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5970171-FA62-6645-C538-6653E41EC00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78460" y="5805008"/>
                  <a:ext cx="7200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DE551CF-4199-245F-75D9-63C67779DF61}"/>
              </a:ext>
            </a:extLst>
          </p:cNvPr>
          <p:cNvGrpSpPr/>
          <p:nvPr/>
        </p:nvGrpSpPr>
        <p:grpSpPr>
          <a:xfrm>
            <a:off x="7212780" y="5620688"/>
            <a:ext cx="1943280" cy="927000"/>
            <a:chOff x="7212780" y="5620688"/>
            <a:chExt cx="1943280" cy="92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64C5DE5-CD5C-574B-4624-CAFB8AF2745B}"/>
                    </a:ext>
                  </a:extLst>
                </p14:cNvPr>
                <p14:cNvContentPartPr/>
                <p14:nvPr/>
              </p14:nvContentPartPr>
              <p14:xfrm>
                <a:off x="8094420" y="5620688"/>
                <a:ext cx="1061640" cy="643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64C5DE5-CD5C-574B-4624-CAFB8AF2745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085420" y="5611688"/>
                  <a:ext cx="107928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41005FC-292F-BE05-BA1F-ABFAAC63682B}"/>
                    </a:ext>
                  </a:extLst>
                </p14:cNvPr>
                <p14:cNvContentPartPr/>
                <p14:nvPr/>
              </p14:nvContentPartPr>
              <p14:xfrm>
                <a:off x="7337340" y="6271568"/>
                <a:ext cx="733680" cy="171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41005FC-292F-BE05-BA1F-ABFAAC63682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28700" y="6262568"/>
                  <a:ext cx="751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6E913F1-539F-2E45-A06B-9751DEE36113}"/>
                    </a:ext>
                  </a:extLst>
                </p14:cNvPr>
                <p14:cNvContentPartPr/>
                <p14:nvPr/>
              </p14:nvContentPartPr>
              <p14:xfrm>
                <a:off x="7232220" y="6296408"/>
                <a:ext cx="129960" cy="78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6E913F1-539F-2E45-A06B-9751DEE3611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223580" y="6287768"/>
                  <a:ext cx="147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06A6F39-1FC2-A12F-5179-5E2B607B5040}"/>
                    </a:ext>
                  </a:extLst>
                </p14:cNvPr>
                <p14:cNvContentPartPr/>
                <p14:nvPr/>
              </p14:nvContentPartPr>
              <p14:xfrm>
                <a:off x="7212780" y="6261128"/>
                <a:ext cx="34920" cy="30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06A6F39-1FC2-A12F-5179-5E2B607B504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04140" y="6252488"/>
                  <a:ext cx="52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2DF9C83-1322-8EF5-A593-BB5681E76BE4}"/>
                    </a:ext>
                  </a:extLst>
                </p14:cNvPr>
                <p14:cNvContentPartPr/>
                <p14:nvPr/>
              </p14:nvContentPartPr>
              <p14:xfrm>
                <a:off x="8078580" y="6176528"/>
                <a:ext cx="47160" cy="151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2DF9C83-1322-8EF5-A593-BB5681E76BE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69580" y="6167528"/>
                  <a:ext cx="64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503F5E3-6285-2D27-E6E1-B9E515B4FF92}"/>
                    </a:ext>
                  </a:extLst>
                </p14:cNvPr>
                <p14:cNvContentPartPr/>
                <p14:nvPr/>
              </p14:nvContentPartPr>
              <p14:xfrm>
                <a:off x="7967340" y="6471368"/>
                <a:ext cx="117000" cy="6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503F5E3-6285-2D27-E6E1-B9E515B4FF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58700" y="6462728"/>
                  <a:ext cx="134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62F1D90-C705-30D6-A202-FA1991D1F289}"/>
                    </a:ext>
                  </a:extLst>
                </p14:cNvPr>
                <p14:cNvContentPartPr/>
                <p14:nvPr/>
              </p14:nvContentPartPr>
              <p14:xfrm>
                <a:off x="8146260" y="6395048"/>
                <a:ext cx="177480" cy="120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62F1D90-C705-30D6-A202-FA1991D1F2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137620" y="6386408"/>
                  <a:ext cx="195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905A5F0-D7C2-ABF5-BA4D-4266E5A0190B}"/>
                    </a:ext>
                  </a:extLst>
                </p14:cNvPr>
                <p14:cNvContentPartPr/>
                <p14:nvPr/>
              </p14:nvContentPartPr>
              <p14:xfrm>
                <a:off x="8300340" y="6433208"/>
                <a:ext cx="127080" cy="114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905A5F0-D7C2-ABF5-BA4D-4266E5A0190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91340" y="6424208"/>
                  <a:ext cx="144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FDDE2E8-401B-C6B1-8F92-98582C561BFA}"/>
                    </a:ext>
                  </a:extLst>
                </p14:cNvPr>
                <p14:cNvContentPartPr/>
                <p14:nvPr/>
              </p14:nvContentPartPr>
              <p14:xfrm>
                <a:off x="7225020" y="6206048"/>
                <a:ext cx="38520" cy="96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FDDE2E8-401B-C6B1-8F92-98582C561BF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16020" y="6197048"/>
                  <a:ext cx="5616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D525CBD-606E-5101-4E2A-8ED63990613F}"/>
              </a:ext>
            </a:extLst>
          </p:cNvPr>
          <p:cNvGrpSpPr/>
          <p:nvPr/>
        </p:nvGrpSpPr>
        <p:grpSpPr>
          <a:xfrm>
            <a:off x="6670980" y="5949008"/>
            <a:ext cx="741600" cy="155520"/>
            <a:chOff x="6670980" y="5949008"/>
            <a:chExt cx="74160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FE7CE2D-C1EB-E623-9A38-1F4859DE7328}"/>
                    </a:ext>
                  </a:extLst>
                </p14:cNvPr>
                <p14:cNvContentPartPr/>
                <p14:nvPr/>
              </p14:nvContentPartPr>
              <p14:xfrm>
                <a:off x="6670980" y="6083648"/>
                <a:ext cx="161280" cy="93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FE7CE2D-C1EB-E623-9A38-1F4859DE732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61980" y="6074648"/>
                  <a:ext cx="178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D9E9D2A-F8F0-4ECB-74DD-5184715D9B2A}"/>
                    </a:ext>
                  </a:extLst>
                </p14:cNvPr>
                <p14:cNvContentPartPr/>
                <p14:nvPr/>
              </p14:nvContentPartPr>
              <p14:xfrm>
                <a:off x="6873300" y="5962688"/>
                <a:ext cx="151920" cy="137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D9E9D2A-F8F0-4ECB-74DD-5184715D9B2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864660" y="5953688"/>
                  <a:ext cx="169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40182DE-29B0-60DA-C087-F89BEA2D3141}"/>
                    </a:ext>
                  </a:extLst>
                </p14:cNvPr>
                <p14:cNvContentPartPr/>
                <p14:nvPr/>
              </p14:nvContentPartPr>
              <p14:xfrm>
                <a:off x="7045020" y="5949008"/>
                <a:ext cx="213120" cy="125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40182DE-29B0-60DA-C087-F89BEA2D314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36020" y="5940008"/>
                  <a:ext cx="230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63FBC1-47DE-3E17-953E-780C56F88618}"/>
                    </a:ext>
                  </a:extLst>
                </p14:cNvPr>
                <p14:cNvContentPartPr/>
                <p14:nvPr/>
              </p14:nvContentPartPr>
              <p14:xfrm>
                <a:off x="7309260" y="6006248"/>
                <a:ext cx="103320" cy="982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63FBC1-47DE-3E17-953E-780C56F8861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300260" y="5997248"/>
                  <a:ext cx="1209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5C60002-F61F-BB53-E6F7-3CD2B81E32F5}"/>
              </a:ext>
            </a:extLst>
          </p:cNvPr>
          <p:cNvGrpSpPr/>
          <p:nvPr/>
        </p:nvGrpSpPr>
        <p:grpSpPr>
          <a:xfrm>
            <a:off x="8371980" y="5360768"/>
            <a:ext cx="544680" cy="216720"/>
            <a:chOff x="8371980" y="5360768"/>
            <a:chExt cx="54468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534B29A-4F73-655A-6F42-B41F6D830E94}"/>
                    </a:ext>
                  </a:extLst>
                </p14:cNvPr>
                <p14:cNvContentPartPr/>
                <p14:nvPr/>
              </p14:nvContentPartPr>
              <p14:xfrm>
                <a:off x="8776980" y="5528528"/>
                <a:ext cx="139680" cy="48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534B29A-4F73-655A-6F42-B41F6D830E9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767980" y="5519888"/>
                  <a:ext cx="157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29405C5-D422-F550-B1D8-32F938589D8A}"/>
                    </a:ext>
                  </a:extLst>
                </p14:cNvPr>
                <p14:cNvContentPartPr/>
                <p14:nvPr/>
              </p14:nvContentPartPr>
              <p14:xfrm>
                <a:off x="8499060" y="5366168"/>
                <a:ext cx="29520" cy="141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29405C5-D422-F550-B1D8-32F938589D8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490060" y="5357528"/>
                  <a:ext cx="47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6701F6A-E5EF-DA2A-8DDE-0F5EF67EECE8}"/>
                    </a:ext>
                  </a:extLst>
                </p14:cNvPr>
                <p14:cNvContentPartPr/>
                <p14:nvPr/>
              </p14:nvContentPartPr>
              <p14:xfrm>
                <a:off x="8371980" y="5360768"/>
                <a:ext cx="227520" cy="11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6701F6A-E5EF-DA2A-8DDE-0F5EF67EECE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362980" y="5352128"/>
                  <a:ext cx="2451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81C37F07-BA8E-B0C1-45F6-673B89B2656D}"/>
              </a:ext>
            </a:extLst>
          </p:cNvPr>
          <p:cNvGrpSpPr/>
          <p:nvPr/>
        </p:nvGrpSpPr>
        <p:grpSpPr>
          <a:xfrm>
            <a:off x="8447940" y="4749848"/>
            <a:ext cx="1243080" cy="332280"/>
            <a:chOff x="8447940" y="4749848"/>
            <a:chExt cx="124308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29DD22C-530F-AFF4-114B-D965DB5750C4}"/>
                    </a:ext>
                  </a:extLst>
                </p14:cNvPr>
                <p14:cNvContentPartPr/>
                <p14:nvPr/>
              </p14:nvContentPartPr>
              <p14:xfrm>
                <a:off x="8447940" y="4837688"/>
                <a:ext cx="40680" cy="1674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29DD22C-530F-AFF4-114B-D965DB5750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439300" y="4829048"/>
                  <a:ext cx="58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7E9D197-15A8-81AF-0959-7412C747A29A}"/>
                    </a:ext>
                  </a:extLst>
                </p14:cNvPr>
                <p14:cNvContentPartPr/>
                <p14:nvPr/>
              </p14:nvContentPartPr>
              <p14:xfrm>
                <a:off x="8473500" y="4951808"/>
                <a:ext cx="95040" cy="14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7E9D197-15A8-81AF-0959-7412C747A29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464860" y="4942808"/>
                  <a:ext cx="11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7A754B2-5D24-AEB9-63D0-640FAB3CCE85}"/>
                    </a:ext>
                  </a:extLst>
                </p14:cNvPr>
                <p14:cNvContentPartPr/>
                <p14:nvPr/>
              </p14:nvContentPartPr>
              <p14:xfrm>
                <a:off x="8546220" y="4852448"/>
                <a:ext cx="51480" cy="162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7A754B2-5D24-AEB9-63D0-640FAB3CCE8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537580" y="4843448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B31564F-6333-7B5A-C052-2C05B219A6C0}"/>
                    </a:ext>
                  </a:extLst>
                </p14:cNvPr>
                <p14:cNvContentPartPr/>
                <p14:nvPr/>
              </p14:nvContentPartPr>
              <p14:xfrm>
                <a:off x="8618940" y="4912568"/>
                <a:ext cx="104760" cy="123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B31564F-6333-7B5A-C052-2C05B219A6C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10300" y="4903568"/>
                  <a:ext cx="122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D0DE65D-1765-50FC-9280-E0126518E4E3}"/>
                    </a:ext>
                  </a:extLst>
                </p14:cNvPr>
                <p14:cNvContentPartPr/>
                <p14:nvPr/>
              </p14:nvContentPartPr>
              <p14:xfrm>
                <a:off x="8645220" y="4961528"/>
                <a:ext cx="93600" cy="21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D0DE65D-1765-50FC-9280-E0126518E4E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636220" y="4952888"/>
                  <a:ext cx="111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011D5A9-571C-1A52-FCE5-AC6867E702BA}"/>
                    </a:ext>
                  </a:extLst>
                </p14:cNvPr>
                <p14:cNvContentPartPr/>
                <p14:nvPr/>
              </p14:nvContentPartPr>
              <p14:xfrm>
                <a:off x="8782380" y="4939568"/>
                <a:ext cx="106200" cy="74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011D5A9-571C-1A52-FCE5-AC6867E702B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73380" y="4930568"/>
                  <a:ext cx="123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264CD10-B4B5-951F-655D-A65E7CB3CE45}"/>
                    </a:ext>
                  </a:extLst>
                </p14:cNvPr>
                <p14:cNvContentPartPr/>
                <p14:nvPr/>
              </p14:nvContentPartPr>
              <p14:xfrm>
                <a:off x="8982900" y="4927688"/>
                <a:ext cx="23760" cy="83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264CD10-B4B5-951F-655D-A65E7CB3CE4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973900" y="4918688"/>
                  <a:ext cx="41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1BE3612-4D7F-4CDB-B89B-F3187CEC429B}"/>
                    </a:ext>
                  </a:extLst>
                </p14:cNvPr>
                <p14:cNvContentPartPr/>
                <p14:nvPr/>
              </p14:nvContentPartPr>
              <p14:xfrm>
                <a:off x="8967060" y="4948568"/>
                <a:ext cx="89640" cy="13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1BE3612-4D7F-4CDB-B89B-F3187CEC429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58420" y="4939568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650B92F-1BC5-2028-112A-4E398FCB4881}"/>
                    </a:ext>
                  </a:extLst>
                </p14:cNvPr>
                <p14:cNvContentPartPr/>
                <p14:nvPr/>
              </p14:nvContentPartPr>
              <p14:xfrm>
                <a:off x="9050220" y="4914728"/>
                <a:ext cx="29520" cy="103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650B92F-1BC5-2028-112A-4E398FCB488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41580" y="4905728"/>
                  <a:ext cx="47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2545154-CBFE-1115-2E84-88546C58F510}"/>
                    </a:ext>
                  </a:extLst>
                </p14:cNvPr>
                <p14:cNvContentPartPr/>
                <p14:nvPr/>
              </p14:nvContentPartPr>
              <p14:xfrm>
                <a:off x="9127620" y="4749848"/>
                <a:ext cx="78840" cy="200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2545154-CBFE-1115-2E84-88546C58F51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118980" y="4741208"/>
                  <a:ext cx="96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0FB7348-98D2-0164-93AD-DB768833595E}"/>
                    </a:ext>
                  </a:extLst>
                </p14:cNvPr>
                <p14:cNvContentPartPr/>
                <p14:nvPr/>
              </p14:nvContentPartPr>
              <p14:xfrm>
                <a:off x="9243180" y="4899248"/>
                <a:ext cx="83160" cy="182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0FB7348-98D2-0164-93AD-DB768833595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234540" y="4890248"/>
                  <a:ext cx="100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D5F6AE0-A45F-E535-6222-A7F9AC48D84A}"/>
                    </a:ext>
                  </a:extLst>
                </p14:cNvPr>
                <p14:cNvContentPartPr/>
                <p14:nvPr/>
              </p14:nvContentPartPr>
              <p14:xfrm>
                <a:off x="9261180" y="4825088"/>
                <a:ext cx="2520" cy="14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D5F6AE0-A45F-E535-6222-A7F9AC48D84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52540" y="481644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C3D33FA-1C63-87FE-C8DF-03C1461B2C85}"/>
                    </a:ext>
                  </a:extLst>
                </p14:cNvPr>
                <p14:cNvContentPartPr/>
                <p14:nvPr/>
              </p14:nvContentPartPr>
              <p14:xfrm>
                <a:off x="9367380" y="4778648"/>
                <a:ext cx="218520" cy="157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C3D33FA-1C63-87FE-C8DF-03C1461B2C8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358380" y="4770008"/>
                  <a:ext cx="236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85EA48-49D0-2C04-4171-3059DD66505C}"/>
                    </a:ext>
                  </a:extLst>
                </p14:cNvPr>
                <p14:cNvContentPartPr/>
                <p14:nvPr/>
              </p14:nvContentPartPr>
              <p14:xfrm>
                <a:off x="9569700" y="4753808"/>
                <a:ext cx="121320" cy="2718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85EA48-49D0-2C04-4171-3059DD66505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561060" y="4744808"/>
                  <a:ext cx="13896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B7D2197-EC36-EAC8-B871-F2C6662FD673}"/>
              </a:ext>
            </a:extLst>
          </p:cNvPr>
          <p:cNvGrpSpPr/>
          <p:nvPr/>
        </p:nvGrpSpPr>
        <p:grpSpPr>
          <a:xfrm>
            <a:off x="9455580" y="5766848"/>
            <a:ext cx="47160" cy="546480"/>
            <a:chOff x="9455580" y="5766848"/>
            <a:chExt cx="4716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95597D3-EA32-66DF-DEEC-76E38983686C}"/>
                    </a:ext>
                  </a:extLst>
                </p14:cNvPr>
                <p14:cNvContentPartPr/>
                <p14:nvPr/>
              </p14:nvContentPartPr>
              <p14:xfrm>
                <a:off x="9486540" y="6198848"/>
                <a:ext cx="16200" cy="114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95597D3-EA32-66DF-DEEC-76E38983686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77900" y="6190208"/>
                  <a:ext cx="33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B6F85E8-975E-A2A0-73C9-D1A2BFA3C018}"/>
                    </a:ext>
                  </a:extLst>
                </p14:cNvPr>
                <p14:cNvContentPartPr/>
                <p14:nvPr/>
              </p14:nvContentPartPr>
              <p14:xfrm>
                <a:off x="9455580" y="5766848"/>
                <a:ext cx="25200" cy="324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B6F85E8-975E-A2A0-73C9-D1A2BFA3C01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446580" y="5757848"/>
                  <a:ext cx="428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C367C8A-BB3D-D0F9-8FF8-77083CF8DD80}"/>
                    </a:ext>
                  </a:extLst>
                </p14:cNvPr>
                <p14:cNvContentPartPr/>
                <p14:nvPr/>
              </p14:nvContentPartPr>
              <p14:xfrm>
                <a:off x="9466380" y="6078608"/>
                <a:ext cx="14400" cy="124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C367C8A-BB3D-D0F9-8FF8-77083CF8DD8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457380" y="6069608"/>
                  <a:ext cx="3204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70B1BD5-AB01-E711-78AB-9A52E3F8377D}"/>
              </a:ext>
            </a:extLst>
          </p:cNvPr>
          <p:cNvGrpSpPr/>
          <p:nvPr/>
        </p:nvGrpSpPr>
        <p:grpSpPr>
          <a:xfrm>
            <a:off x="9289260" y="6337808"/>
            <a:ext cx="249840" cy="426240"/>
            <a:chOff x="9289260" y="6337808"/>
            <a:chExt cx="24984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89FB2C5-18BD-5B8C-8781-01864A3D46E8}"/>
                    </a:ext>
                  </a:extLst>
                </p14:cNvPr>
                <p14:cNvContentPartPr/>
                <p14:nvPr/>
              </p14:nvContentPartPr>
              <p14:xfrm>
                <a:off x="9289260" y="6337808"/>
                <a:ext cx="185760" cy="1051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89FB2C5-18BD-5B8C-8781-01864A3D46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80620" y="6328808"/>
                  <a:ext cx="203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AA5999C-F09A-E27C-E977-373B53E5D0DB}"/>
                    </a:ext>
                  </a:extLst>
                </p14:cNvPr>
                <p14:cNvContentPartPr/>
                <p14:nvPr/>
              </p14:nvContentPartPr>
              <p14:xfrm>
                <a:off x="9491940" y="6414488"/>
                <a:ext cx="47160" cy="95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AA5999C-F09A-E27C-E977-373B53E5D0D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482940" y="6405848"/>
                  <a:ext cx="64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0BF2BAA-8467-6E5C-46B7-DA5CFB1FB27D}"/>
                    </a:ext>
                  </a:extLst>
                </p14:cNvPr>
                <p14:cNvContentPartPr/>
                <p14:nvPr/>
              </p14:nvContentPartPr>
              <p14:xfrm>
                <a:off x="9368100" y="6584408"/>
                <a:ext cx="139680" cy="9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0BF2BAA-8467-6E5C-46B7-DA5CFB1FB27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59100" y="6575768"/>
                  <a:ext cx="157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0321329-B415-04DB-D6B5-F854427173C9}"/>
                    </a:ext>
                  </a:extLst>
                </p14:cNvPr>
                <p14:cNvContentPartPr/>
                <p14:nvPr/>
              </p14:nvContentPartPr>
              <p14:xfrm>
                <a:off x="9356940" y="6670808"/>
                <a:ext cx="128880" cy="93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0321329-B415-04DB-D6B5-F854427173C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347940" y="6661808"/>
                  <a:ext cx="14652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78D39667-DA1F-00B6-B25B-E4F4306F0E6A}"/>
              </a:ext>
            </a:extLst>
          </p:cNvPr>
          <p:cNvGrpSpPr/>
          <p:nvPr/>
        </p:nvGrpSpPr>
        <p:grpSpPr>
          <a:xfrm>
            <a:off x="9510300" y="5407208"/>
            <a:ext cx="987840" cy="250920"/>
            <a:chOff x="9510300" y="5407208"/>
            <a:chExt cx="98784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CAC8A4C-DCBB-A1E9-7E8C-7E7C8B59C1D5}"/>
                    </a:ext>
                  </a:extLst>
                </p14:cNvPr>
                <p14:cNvContentPartPr/>
                <p14:nvPr/>
              </p14:nvContentPartPr>
              <p14:xfrm>
                <a:off x="9510300" y="5604488"/>
                <a:ext cx="119520" cy="53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CAC8A4C-DCBB-A1E9-7E8C-7E7C8B59C1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501660" y="5595488"/>
                  <a:ext cx="137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623F07C-18B4-49F3-4E6B-CE98D2F7049B}"/>
                    </a:ext>
                  </a:extLst>
                </p14:cNvPr>
                <p14:cNvContentPartPr/>
                <p14:nvPr/>
              </p14:nvContentPartPr>
              <p14:xfrm>
                <a:off x="9632700" y="5517368"/>
                <a:ext cx="109080" cy="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623F07C-18B4-49F3-4E6B-CE98D2F7049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623700" y="5508728"/>
                  <a:ext cx="126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3EEAACC-0E72-BC8F-E1AE-5227A227D5DB}"/>
                    </a:ext>
                  </a:extLst>
                </p14:cNvPr>
                <p14:cNvContentPartPr/>
                <p14:nvPr/>
              </p14:nvContentPartPr>
              <p14:xfrm>
                <a:off x="9772380" y="5425928"/>
                <a:ext cx="135360" cy="174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3EEAACC-0E72-BC8F-E1AE-5227A227D5D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63740" y="5417288"/>
                  <a:ext cx="153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966964D-3739-238B-20C7-4DBF80CCC35E}"/>
                    </a:ext>
                  </a:extLst>
                </p14:cNvPr>
                <p14:cNvContentPartPr/>
                <p14:nvPr/>
              </p14:nvContentPartPr>
              <p14:xfrm>
                <a:off x="10009260" y="5610968"/>
                <a:ext cx="7560" cy="5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966964D-3739-238B-20C7-4DBF80CCC35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00620" y="5601968"/>
                  <a:ext cx="25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5BF5DA2-D4D2-5868-36D3-DFB88D4BC7A0}"/>
                    </a:ext>
                  </a:extLst>
                </p14:cNvPr>
                <p14:cNvContentPartPr/>
                <p14:nvPr/>
              </p14:nvContentPartPr>
              <p14:xfrm>
                <a:off x="10025820" y="5425568"/>
                <a:ext cx="98640" cy="176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5BF5DA2-D4D2-5868-36D3-DFB88D4BC7A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17180" y="5416568"/>
                  <a:ext cx="116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33F8CB3-D6AA-3F14-A60E-2EE76EAE7D39}"/>
                    </a:ext>
                  </a:extLst>
                </p14:cNvPr>
                <p14:cNvContentPartPr/>
                <p14:nvPr/>
              </p14:nvContentPartPr>
              <p14:xfrm>
                <a:off x="10226700" y="5411168"/>
                <a:ext cx="80280" cy="1490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33F8CB3-D6AA-3F14-A60E-2EE76EAE7D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18060" y="5402528"/>
                  <a:ext cx="979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F2A4689-1D41-6943-A218-85C1E2C3FF88}"/>
                    </a:ext>
                  </a:extLst>
                </p14:cNvPr>
                <p14:cNvContentPartPr/>
                <p14:nvPr/>
              </p14:nvContentPartPr>
              <p14:xfrm>
                <a:off x="10354140" y="5407208"/>
                <a:ext cx="144000" cy="169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F2A4689-1D41-6943-A218-85C1E2C3FF8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45500" y="5398568"/>
                  <a:ext cx="161640" cy="186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the ZOH frequency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rectangular hold pulse.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175504" cy="73152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335" y="1325880"/>
            <a:ext cx="2655570" cy="6217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2342" y="2240280"/>
            <a:ext cx="2910516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1508760"/>
            <a:ext cx="45720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phase term: e^{-jΩT/2} corresponds to a T/2 delay.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 term: sinc-shaped envelope.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frequencies are attenuated more than low frequencies.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069080"/>
            <a:ext cx="978408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178808"/>
            <a:ext cx="9491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ΩT=π: |H|/T = 2/π ≈ 0.637 → −3.92 dB.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AA22D2C-CEB1-7199-113F-530989609D34}"/>
                  </a:ext>
                </a:extLst>
              </p14:cNvPr>
              <p14:cNvContentPartPr/>
              <p14:nvPr/>
            </p14:nvContentPartPr>
            <p14:xfrm>
              <a:off x="1984860" y="1870568"/>
              <a:ext cx="867600" cy="93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AA22D2C-CEB1-7199-113F-530989609D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75860" y="1861568"/>
                <a:ext cx="8852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4FAB6E4-F219-EA14-68C4-E4A7FE5C9BA4}"/>
                  </a:ext>
                </a:extLst>
              </p14:cNvPr>
              <p14:cNvContentPartPr/>
              <p14:nvPr/>
            </p14:nvContentPartPr>
            <p14:xfrm>
              <a:off x="2547180" y="3033368"/>
              <a:ext cx="2077200" cy="52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4FAB6E4-F219-EA14-68C4-E4A7FE5C9B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38540" y="3024368"/>
                <a:ext cx="2094840" cy="7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47F740A-02F3-9FE7-C685-A7B5809FAD22}"/>
              </a:ext>
            </a:extLst>
          </p:cNvPr>
          <p:cNvGrpSpPr/>
          <p:nvPr/>
        </p:nvGrpSpPr>
        <p:grpSpPr>
          <a:xfrm>
            <a:off x="1371060" y="3423608"/>
            <a:ext cx="2026800" cy="410760"/>
            <a:chOff x="1371060" y="3423608"/>
            <a:chExt cx="202680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3325CF-8869-C5CE-F711-55D422E4EE57}"/>
                    </a:ext>
                  </a:extLst>
                </p14:cNvPr>
                <p14:cNvContentPartPr/>
                <p14:nvPr/>
              </p14:nvContentPartPr>
              <p14:xfrm>
                <a:off x="1371060" y="3462128"/>
                <a:ext cx="332280" cy="217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3325CF-8869-C5CE-F711-55D422E4EE5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62060" y="3453128"/>
                  <a:ext cx="349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4AB16D-8F41-2364-42F2-1A2B31AF8BD1}"/>
                    </a:ext>
                  </a:extLst>
                </p14:cNvPr>
                <p14:cNvContentPartPr/>
                <p14:nvPr/>
              </p14:nvContentPartPr>
              <p14:xfrm>
                <a:off x="1687500" y="3423608"/>
                <a:ext cx="203400" cy="244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4AB16D-8F41-2364-42F2-1A2B31AF8B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78500" y="3414608"/>
                  <a:ext cx="221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439B90-098A-4319-DD39-12594A67D6A5}"/>
                    </a:ext>
                  </a:extLst>
                </p14:cNvPr>
                <p14:cNvContentPartPr/>
                <p14:nvPr/>
              </p14:nvContentPartPr>
              <p14:xfrm>
                <a:off x="1911780" y="3538088"/>
                <a:ext cx="295920" cy="244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439B90-098A-4319-DD39-12594A67D6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03140" y="3529088"/>
                  <a:ext cx="3135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5E9AF8-8DB0-FFA6-4E37-E2A55F15AD77}"/>
                    </a:ext>
                  </a:extLst>
                </p14:cNvPr>
                <p14:cNvContentPartPr/>
                <p14:nvPr/>
              </p14:nvContentPartPr>
              <p14:xfrm>
                <a:off x="2379420" y="3501728"/>
                <a:ext cx="162720" cy="182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5E9AF8-8DB0-FFA6-4E37-E2A55F15AD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70420" y="3492728"/>
                  <a:ext cx="1803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CE095D2-0403-F77F-83B2-5A2DC26F373C}"/>
                    </a:ext>
                  </a:extLst>
                </p14:cNvPr>
                <p14:cNvContentPartPr/>
                <p14:nvPr/>
              </p14:nvContentPartPr>
              <p14:xfrm>
                <a:off x="2615940" y="3600728"/>
                <a:ext cx="151200" cy="23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CE095D2-0403-F77F-83B2-5A2DC26F37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07300" y="3591728"/>
                  <a:ext cx="168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F64A944-CC34-B345-4732-06F6B42DFB55}"/>
                    </a:ext>
                  </a:extLst>
                </p14:cNvPr>
                <p14:cNvContentPartPr/>
                <p14:nvPr/>
              </p14:nvContentPartPr>
              <p14:xfrm>
                <a:off x="2987100" y="3454928"/>
                <a:ext cx="60840" cy="142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F64A944-CC34-B345-4732-06F6B42DFB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78460" y="3445928"/>
                  <a:ext cx="78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1A478E-2C59-9274-5C78-5483D7F6B9BF}"/>
                    </a:ext>
                  </a:extLst>
                </p14:cNvPr>
                <p14:cNvContentPartPr/>
                <p14:nvPr/>
              </p14:nvContentPartPr>
              <p14:xfrm>
                <a:off x="2862180" y="3425408"/>
                <a:ext cx="224280" cy="14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1A478E-2C59-9274-5C78-5483D7F6B9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53180" y="3416768"/>
                  <a:ext cx="241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752409-7C76-26D1-1D97-30AD9327316E}"/>
                    </a:ext>
                  </a:extLst>
                </p14:cNvPr>
                <p14:cNvContentPartPr/>
                <p14:nvPr/>
              </p14:nvContentPartPr>
              <p14:xfrm>
                <a:off x="3085740" y="3433328"/>
                <a:ext cx="125640" cy="228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752409-7C76-26D1-1D97-30AD9327316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76740" y="3424688"/>
                  <a:ext cx="143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2996CD-2118-0310-9EC1-6C59E6EC28A8}"/>
                    </a:ext>
                  </a:extLst>
                </p14:cNvPr>
                <p14:cNvContentPartPr/>
                <p14:nvPr/>
              </p14:nvContentPartPr>
              <p14:xfrm>
                <a:off x="3200220" y="3624848"/>
                <a:ext cx="197640" cy="111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2996CD-2118-0310-9EC1-6C59E6EC28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91580" y="3615848"/>
                  <a:ext cx="21528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FD84B93-8A1A-CCCD-7D3E-4D8547EA8FC3}"/>
                  </a:ext>
                </a:extLst>
              </p14:cNvPr>
              <p14:cNvContentPartPr/>
              <p14:nvPr/>
            </p14:nvContentPartPr>
            <p14:xfrm>
              <a:off x="7169220" y="4670648"/>
              <a:ext cx="875520" cy="77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FD84B93-8A1A-CCCD-7D3E-4D8547EA8FC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60580" y="4662008"/>
                <a:ext cx="89316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34D5E76-03FC-865F-8954-83DEB0342BA3}"/>
              </a:ext>
            </a:extLst>
          </p:cNvPr>
          <p:cNvGrpSpPr/>
          <p:nvPr/>
        </p:nvGrpSpPr>
        <p:grpSpPr>
          <a:xfrm>
            <a:off x="5043060" y="2795408"/>
            <a:ext cx="583200" cy="468720"/>
            <a:chOff x="5043060" y="2795408"/>
            <a:chExt cx="58320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31551C-2EA4-A6E6-0AEB-0A9C2D101D85}"/>
                    </a:ext>
                  </a:extLst>
                </p14:cNvPr>
                <p14:cNvContentPartPr/>
                <p14:nvPr/>
              </p14:nvContentPartPr>
              <p14:xfrm>
                <a:off x="5043060" y="2795408"/>
                <a:ext cx="255600" cy="27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31551C-2EA4-A6E6-0AEB-0A9C2D101D8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34060" y="2786408"/>
                  <a:ext cx="2732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C9A910-6FCD-ADC0-7C71-2CFC07BF1D00}"/>
                    </a:ext>
                  </a:extLst>
                </p14:cNvPr>
                <p14:cNvContentPartPr/>
                <p14:nvPr/>
              </p14:nvContentPartPr>
              <p14:xfrm>
                <a:off x="5434020" y="2991608"/>
                <a:ext cx="192240" cy="272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C9A910-6FCD-ADC0-7C71-2CFC07BF1D0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25380" y="2982968"/>
                  <a:ext cx="209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5CCC4F1-48CF-D7C0-E35C-5B7545B46D6A}"/>
                    </a:ext>
                  </a:extLst>
                </p14:cNvPr>
                <p14:cNvContentPartPr/>
                <p14:nvPr/>
              </p14:nvContentPartPr>
              <p14:xfrm>
                <a:off x="5380020" y="2994848"/>
                <a:ext cx="183960" cy="179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5CCC4F1-48CF-D7C0-E35C-5B7545B46D6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71020" y="2985848"/>
                  <a:ext cx="201600" cy="19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6FE4177-5837-3C3B-1702-DDC1F5FD2AF0}"/>
                  </a:ext>
                </a:extLst>
              </p14:cNvPr>
              <p14:cNvContentPartPr/>
              <p14:nvPr/>
            </p14:nvContentPartPr>
            <p14:xfrm>
              <a:off x="5891580" y="3064328"/>
              <a:ext cx="259920" cy="127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6FE4177-5837-3C3B-1702-DDC1F5FD2AF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82580" y="3055688"/>
                <a:ext cx="277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93C9460-ADED-D3E4-5B96-082F4B5D03B2}"/>
                  </a:ext>
                </a:extLst>
              </p14:cNvPr>
              <p14:cNvContentPartPr/>
              <p14:nvPr/>
            </p14:nvContentPartPr>
            <p14:xfrm>
              <a:off x="6302340" y="3174128"/>
              <a:ext cx="7272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93C9460-ADED-D3E4-5B96-082F4B5D03B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93700" y="3165488"/>
                <a:ext cx="90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B8F76A7-78B2-7333-22FB-F10F48A4D8E7}"/>
                  </a:ext>
                </a:extLst>
              </p14:cNvPr>
              <p14:cNvContentPartPr/>
              <p14:nvPr/>
            </p14:nvContentPartPr>
            <p14:xfrm>
              <a:off x="6246540" y="3106088"/>
              <a:ext cx="128160" cy="11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B8F76A7-78B2-7333-22FB-F10F48A4D8E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237900" y="3097448"/>
                <a:ext cx="1458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F2B3CCA-575F-185A-C59B-D0F663A83090}"/>
                  </a:ext>
                </a:extLst>
              </p14:cNvPr>
              <p14:cNvContentPartPr/>
              <p14:nvPr/>
            </p14:nvContentPartPr>
            <p14:xfrm>
              <a:off x="6524460" y="3048848"/>
              <a:ext cx="250920" cy="131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F2B3CCA-575F-185A-C59B-D0F663A8309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515460" y="3039848"/>
                <a:ext cx="2685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C4F9915-19DF-3893-7C34-69838BC05B97}"/>
                  </a:ext>
                </a:extLst>
              </p14:cNvPr>
              <p14:cNvContentPartPr/>
              <p14:nvPr/>
            </p14:nvContentPartPr>
            <p14:xfrm>
              <a:off x="6767460" y="3110768"/>
              <a:ext cx="118800" cy="112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C4F9915-19DF-3893-7C34-69838BC05B9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758460" y="3101768"/>
                <a:ext cx="1364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ABBDFB7-620C-81C9-BFB4-252F6F220A89}"/>
                  </a:ext>
                </a:extLst>
              </p14:cNvPr>
              <p14:cNvContentPartPr/>
              <p14:nvPr/>
            </p14:nvContentPartPr>
            <p14:xfrm>
              <a:off x="6525900" y="3288608"/>
              <a:ext cx="275040" cy="50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ABBDFB7-620C-81C9-BFB4-252F6F220A8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516900" y="3279608"/>
                <a:ext cx="29268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BF8DD6B-EE80-0130-4BC8-D9CCF41891AC}"/>
                  </a:ext>
                </a:extLst>
              </p14:cNvPr>
              <p14:cNvContentPartPr/>
              <p14:nvPr/>
            </p14:nvContentPartPr>
            <p14:xfrm>
              <a:off x="6634260" y="3355928"/>
              <a:ext cx="164520" cy="99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BF8DD6B-EE80-0130-4BC8-D9CCF41891A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25620" y="3347288"/>
                <a:ext cx="18216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FC0BF7D4-4650-4BCE-423C-A077E81721EE}"/>
              </a:ext>
            </a:extLst>
          </p:cNvPr>
          <p:cNvGrpSpPr/>
          <p:nvPr/>
        </p:nvGrpSpPr>
        <p:grpSpPr>
          <a:xfrm>
            <a:off x="7044300" y="3033008"/>
            <a:ext cx="561960" cy="432000"/>
            <a:chOff x="7044300" y="3033008"/>
            <a:chExt cx="56196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708456-8C7D-8F1D-E34A-57F7DE97AC44}"/>
                    </a:ext>
                  </a:extLst>
                </p14:cNvPr>
                <p14:cNvContentPartPr/>
                <p14:nvPr/>
              </p14:nvContentPartPr>
              <p14:xfrm>
                <a:off x="7078500" y="3267728"/>
                <a:ext cx="89640" cy="11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708456-8C7D-8F1D-E34A-57F7DE97AC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69500" y="3259088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53B8B93-3C43-F995-F02D-223CC495D1E1}"/>
                    </a:ext>
                  </a:extLst>
                </p14:cNvPr>
                <p14:cNvContentPartPr/>
                <p14:nvPr/>
              </p14:nvContentPartPr>
              <p14:xfrm>
                <a:off x="7044300" y="3225968"/>
                <a:ext cx="130680" cy="5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53B8B93-3C43-F995-F02D-223CC495D1E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35660" y="3217328"/>
                  <a:ext cx="148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CF2A537-B915-C585-CBD2-AEDEC0444DEB}"/>
                    </a:ext>
                  </a:extLst>
                </p14:cNvPr>
                <p14:cNvContentPartPr/>
                <p14:nvPr/>
              </p14:nvContentPartPr>
              <p14:xfrm>
                <a:off x="7400340" y="3099248"/>
                <a:ext cx="30600" cy="55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CF2A537-B915-C585-CBD2-AEDEC0444DE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91700" y="3090608"/>
                  <a:ext cx="48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198408-D067-8525-6F80-E302F8DE10D9}"/>
                    </a:ext>
                  </a:extLst>
                </p14:cNvPr>
                <p14:cNvContentPartPr/>
                <p14:nvPr/>
              </p14:nvContentPartPr>
              <p14:xfrm>
                <a:off x="7475940" y="3096368"/>
                <a:ext cx="30600" cy="69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198408-D067-8525-6F80-E302F8DE10D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467300" y="3087368"/>
                  <a:ext cx="48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8F8EEB-8B2A-452A-150A-9CEF9D2D7500}"/>
                    </a:ext>
                  </a:extLst>
                </p14:cNvPr>
                <p14:cNvContentPartPr/>
                <p14:nvPr/>
              </p14:nvContentPartPr>
              <p14:xfrm>
                <a:off x="7267500" y="3033008"/>
                <a:ext cx="245160" cy="37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8F8EEB-8B2A-452A-150A-9CEF9D2D750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58860" y="3024008"/>
                  <a:ext cx="262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FA4738A-5763-5576-80AD-114CD7298A3A}"/>
                    </a:ext>
                  </a:extLst>
                </p14:cNvPr>
                <p14:cNvContentPartPr/>
                <p14:nvPr/>
              </p14:nvContentPartPr>
              <p14:xfrm>
                <a:off x="7352100" y="3236408"/>
                <a:ext cx="254160" cy="10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FA4738A-5763-5576-80AD-114CD7298A3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43460" y="3227408"/>
                  <a:ext cx="271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C83155-1B5F-0D50-7FFA-896401AE8980}"/>
                    </a:ext>
                  </a:extLst>
                </p14:cNvPr>
                <p14:cNvContentPartPr/>
                <p14:nvPr/>
              </p14:nvContentPartPr>
              <p14:xfrm>
                <a:off x="7460460" y="3350888"/>
                <a:ext cx="27720" cy="114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C83155-1B5F-0D50-7FFA-896401AE898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51820" y="3341888"/>
                  <a:ext cx="45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299888-E936-4613-B7E3-3A39D35AA535}"/>
                    </a:ext>
                  </a:extLst>
                </p14:cNvPr>
                <p14:cNvContentPartPr/>
                <p14:nvPr/>
              </p14:nvContentPartPr>
              <p14:xfrm>
                <a:off x="7345260" y="3319208"/>
                <a:ext cx="188280" cy="16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299888-E936-4613-B7E3-3A39D35AA5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36260" y="3310208"/>
                  <a:ext cx="20592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9D5C907-F74A-57BA-0BC2-8138FD35D5CD}"/>
                  </a:ext>
                </a:extLst>
              </p14:cNvPr>
              <p14:cNvContentPartPr/>
              <p14:nvPr/>
            </p14:nvContentPartPr>
            <p14:xfrm>
              <a:off x="6183180" y="4680368"/>
              <a:ext cx="563400" cy="21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9D5C907-F74A-57BA-0BC2-8138FD35D5C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174540" y="4671368"/>
                <a:ext cx="581040" cy="3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ZOH creates sinc-shaped amplitude droop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deterministic frequency response—not random noise.</a:t>
            </a:r>
            <a:endParaRPr lang="en-US" sz="1550" dirty="0"/>
          </a:p>
        </p:txBody>
      </p:sp>
      <p:pic>
        <p:nvPicPr>
          <p:cNvPr id="4" name="Image 0" descr="/mnt/data/week2_dsp_ml/assets/zoh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65" y="1325880"/>
            <a:ext cx="9886191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530352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75104" y="5413248"/>
            <a:ext cx="8211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filtering can both suppress images and compensate some passband droop.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C46096-1CF5-13EB-65C3-417821C80970}"/>
                  </a:ext>
                </a:extLst>
              </p14:cNvPr>
              <p14:cNvContentPartPr/>
              <p14:nvPr/>
            </p14:nvContentPartPr>
            <p14:xfrm>
              <a:off x="1395900" y="5205608"/>
              <a:ext cx="318600" cy="126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C46096-1CF5-13EB-65C3-417821C809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7260" y="5196968"/>
                <a:ext cx="336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6A83437-5261-4F43-DE15-7E8A0E12AD7D}"/>
                  </a:ext>
                </a:extLst>
              </p14:cNvPr>
              <p14:cNvContentPartPr/>
              <p14:nvPr/>
            </p14:nvContentPartPr>
            <p14:xfrm>
              <a:off x="913860" y="5433848"/>
              <a:ext cx="204480" cy="165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6A83437-5261-4F43-DE15-7E8A0E12AD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860" y="5425208"/>
                <a:ext cx="22212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678F9E0-059D-712F-A0B8-58529D24A8D4}"/>
              </a:ext>
            </a:extLst>
          </p:cNvPr>
          <p:cNvGrpSpPr/>
          <p:nvPr/>
        </p:nvGrpSpPr>
        <p:grpSpPr>
          <a:xfrm>
            <a:off x="10801980" y="5455088"/>
            <a:ext cx="160920" cy="177120"/>
            <a:chOff x="10801980" y="5455088"/>
            <a:chExt cx="16092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BC484F5-4B1A-CBD6-01E5-4A37FB65922C}"/>
                    </a:ext>
                  </a:extLst>
                </p14:cNvPr>
                <p14:cNvContentPartPr/>
                <p14:nvPr/>
              </p14:nvContentPartPr>
              <p14:xfrm>
                <a:off x="10827180" y="5455088"/>
                <a:ext cx="135720" cy="17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BC484F5-4B1A-CBD6-01E5-4A37FB6592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18180" y="5446088"/>
                  <a:ext cx="153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A82EE3-9888-ECD0-6BF5-8AD4241811F1}"/>
                    </a:ext>
                  </a:extLst>
                </p14:cNvPr>
                <p14:cNvContentPartPr/>
                <p14:nvPr/>
              </p14:nvContentPartPr>
              <p14:xfrm>
                <a:off x="10801980" y="5457608"/>
                <a:ext cx="79200" cy="55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A82EE3-9888-ECD0-6BF5-8AD4241811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93340" y="5448608"/>
                  <a:ext cx="9684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290F33-EA8D-90FB-41F3-E3C3A394584B}"/>
              </a:ext>
            </a:extLst>
          </p:cNvPr>
          <p:cNvGrpSpPr/>
          <p:nvPr/>
        </p:nvGrpSpPr>
        <p:grpSpPr>
          <a:xfrm>
            <a:off x="10728540" y="5771888"/>
            <a:ext cx="721080" cy="312480"/>
            <a:chOff x="10728540" y="5771888"/>
            <a:chExt cx="72108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42EA41-1C8E-968E-745D-799D6438C771}"/>
                    </a:ext>
                  </a:extLst>
                </p14:cNvPr>
                <p14:cNvContentPartPr/>
                <p14:nvPr/>
              </p14:nvContentPartPr>
              <p14:xfrm>
                <a:off x="10728540" y="5776928"/>
                <a:ext cx="311040" cy="131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42EA41-1C8E-968E-745D-799D6438C7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19540" y="5768288"/>
                  <a:ext cx="328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377742-1099-18AC-599F-B8941BEF5CDD}"/>
                    </a:ext>
                  </a:extLst>
                </p14:cNvPr>
                <p14:cNvContentPartPr/>
                <p14:nvPr/>
              </p14:nvContentPartPr>
              <p14:xfrm>
                <a:off x="11056140" y="5834168"/>
                <a:ext cx="85680" cy="112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377742-1099-18AC-599F-B8941BEF5CD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47140" y="5825528"/>
                  <a:ext cx="103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D589EB-F75C-7D23-D9C7-6A1DAC0D47FF}"/>
                    </a:ext>
                  </a:extLst>
                </p14:cNvPr>
                <p14:cNvContentPartPr/>
                <p14:nvPr/>
              </p14:nvContentPartPr>
              <p14:xfrm>
                <a:off x="11196540" y="5771888"/>
                <a:ext cx="114120" cy="24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D589EB-F75C-7D23-D9C7-6A1DAC0D47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187540" y="5763248"/>
                  <a:ext cx="131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2A232F-AFC1-101F-45AC-9E072295E375}"/>
                    </a:ext>
                  </a:extLst>
                </p14:cNvPr>
                <p14:cNvContentPartPr/>
                <p14:nvPr/>
              </p14:nvContentPartPr>
              <p14:xfrm>
                <a:off x="11315700" y="5938568"/>
                <a:ext cx="133920" cy="145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2A232F-AFC1-101F-45AC-9E072295E37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306700" y="5929568"/>
                  <a:ext cx="151560" cy="163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D/A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 is only one stage; analog filtering completes the reconstruction.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samples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 code 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LPF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$x_r(t)$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886200"/>
            <a:ext cx="1005840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2144" y="3995928"/>
            <a:ext cx="9765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analog LPF removes spectral images around multiples of f_s; oversampling gives the filter more transition width.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B9C4FF4-152E-84A3-9822-7EA88D562390}"/>
                  </a:ext>
                </a:extLst>
              </p14:cNvPr>
              <p14:cNvContentPartPr/>
              <p14:nvPr/>
            </p14:nvContentPartPr>
            <p14:xfrm>
              <a:off x="1295100" y="2882528"/>
              <a:ext cx="482040" cy="47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B9C4FF4-152E-84A3-9822-7EA88D5623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100" y="2873528"/>
                <a:ext cx="4996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E9DDEEE-AB77-93EB-1896-31AD849115AF}"/>
                  </a:ext>
                </a:extLst>
              </p14:cNvPr>
              <p14:cNvContentPartPr/>
              <p14:nvPr/>
            </p14:nvContentPartPr>
            <p14:xfrm>
              <a:off x="3405780" y="2825288"/>
              <a:ext cx="1297440" cy="43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E9DDEEE-AB77-93EB-1896-31AD849115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6780" y="2816288"/>
                <a:ext cx="131508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6795244-DFC8-B94E-4859-736B352B00D1}"/>
              </a:ext>
            </a:extLst>
          </p:cNvPr>
          <p:cNvGrpSpPr/>
          <p:nvPr/>
        </p:nvGrpSpPr>
        <p:grpSpPr>
          <a:xfrm>
            <a:off x="3657420" y="3267008"/>
            <a:ext cx="690120" cy="203760"/>
            <a:chOff x="3657420" y="3267008"/>
            <a:chExt cx="69012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7407D14-8C17-8F3A-F771-F1639CCF4F28}"/>
                    </a:ext>
                  </a:extLst>
                </p14:cNvPr>
                <p14:cNvContentPartPr/>
                <p14:nvPr/>
              </p14:nvContentPartPr>
              <p14:xfrm>
                <a:off x="3657420" y="3267008"/>
                <a:ext cx="252720" cy="203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7407D14-8C17-8F3A-F771-F1639CCF4F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48420" y="3258368"/>
                  <a:ext cx="270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3C1921E-04AD-323C-67A7-B2E47FABA391}"/>
                    </a:ext>
                  </a:extLst>
                </p14:cNvPr>
                <p14:cNvContentPartPr/>
                <p14:nvPr/>
              </p14:nvContentPartPr>
              <p14:xfrm>
                <a:off x="3761460" y="3376808"/>
                <a:ext cx="124920" cy="5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3C1921E-04AD-323C-67A7-B2E47FABA3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52820" y="3368168"/>
                  <a:ext cx="142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703929-FE56-E51C-CF85-4BDB63EB8DCB}"/>
                    </a:ext>
                  </a:extLst>
                </p14:cNvPr>
                <p14:cNvContentPartPr/>
                <p14:nvPr/>
              </p14:nvContentPartPr>
              <p14:xfrm>
                <a:off x="3942540" y="3335408"/>
                <a:ext cx="105120" cy="80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703929-FE56-E51C-CF85-4BDB63EB8D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33540" y="3326768"/>
                  <a:ext cx="122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BC2C544-C2CC-FBD6-801D-6A58FA620A1C}"/>
                    </a:ext>
                  </a:extLst>
                </p14:cNvPr>
                <p14:cNvContentPartPr/>
                <p14:nvPr/>
              </p14:nvContentPartPr>
              <p14:xfrm>
                <a:off x="4150980" y="3288608"/>
                <a:ext cx="65160" cy="142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BC2C544-C2CC-FBD6-801D-6A58FA620A1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42340" y="3279608"/>
                  <a:ext cx="82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7F53CB-BFC5-A228-3085-BA8D507477FC}"/>
                    </a:ext>
                  </a:extLst>
                </p14:cNvPr>
                <p14:cNvContentPartPr/>
                <p14:nvPr/>
              </p14:nvContentPartPr>
              <p14:xfrm>
                <a:off x="4197780" y="3357368"/>
                <a:ext cx="89640" cy="35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7F53CB-BFC5-A228-3085-BA8D507477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88780" y="3348368"/>
                  <a:ext cx="1072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439604-2CB5-0318-40F4-020094A08C47}"/>
                    </a:ext>
                  </a:extLst>
                </p14:cNvPr>
                <p14:cNvContentPartPr/>
                <p14:nvPr/>
              </p14:nvContentPartPr>
              <p14:xfrm>
                <a:off x="4265460" y="3273128"/>
                <a:ext cx="82080" cy="161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C439604-2CB5-0318-40F4-020094A08C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56460" y="3264128"/>
                  <a:ext cx="9972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ACD72E1-EC7E-AB59-246B-AEF6138C6A41}"/>
                  </a:ext>
                </a:extLst>
              </p14:cNvPr>
              <p14:cNvContentPartPr/>
              <p14:nvPr/>
            </p14:nvContentPartPr>
            <p14:xfrm>
              <a:off x="6375060" y="2431088"/>
              <a:ext cx="587880" cy="46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ACD72E1-EC7E-AB59-246B-AEF6138C6A4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66420" y="2422088"/>
                <a:ext cx="6055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6A69383-6CAD-84A4-0BE8-235C8911F12D}"/>
                  </a:ext>
                </a:extLst>
              </p14:cNvPr>
              <p14:cNvContentPartPr/>
              <p14:nvPr/>
            </p14:nvContentPartPr>
            <p14:xfrm>
              <a:off x="8918460" y="2899088"/>
              <a:ext cx="576720" cy="34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6A69383-6CAD-84A4-0BE8-235C8911F12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09460" y="2890448"/>
                <a:ext cx="59436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5D5F28BA-659A-4261-7CC5-27B3C46172DD}"/>
              </a:ext>
            </a:extLst>
          </p:cNvPr>
          <p:cNvGrpSpPr/>
          <p:nvPr/>
        </p:nvGrpSpPr>
        <p:grpSpPr>
          <a:xfrm>
            <a:off x="5505660" y="862208"/>
            <a:ext cx="4249080" cy="1330200"/>
            <a:chOff x="5505660" y="862208"/>
            <a:chExt cx="4249080" cy="13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99E853A-A039-E73A-AFD2-8EFACFE684C9}"/>
                    </a:ext>
                  </a:extLst>
                </p14:cNvPr>
                <p14:cNvContentPartPr/>
                <p14:nvPr/>
              </p14:nvContentPartPr>
              <p14:xfrm>
                <a:off x="5813460" y="1757888"/>
                <a:ext cx="318960" cy="434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99E853A-A039-E73A-AFD2-8EFACFE684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04820" y="1749248"/>
                  <a:ext cx="3366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B8422E-8770-D383-87E3-67DD8BD97578}"/>
                    </a:ext>
                  </a:extLst>
                </p14:cNvPr>
                <p14:cNvContentPartPr/>
                <p14:nvPr/>
              </p14:nvContentPartPr>
              <p14:xfrm>
                <a:off x="5505660" y="1479968"/>
                <a:ext cx="153360" cy="78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B8422E-8770-D383-87E3-67DD8BD9757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97020" y="1471328"/>
                  <a:ext cx="171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16C90A7-4535-92DA-0F6C-BEBAA43689BC}"/>
                    </a:ext>
                  </a:extLst>
                </p14:cNvPr>
                <p14:cNvContentPartPr/>
                <p14:nvPr/>
              </p14:nvContentPartPr>
              <p14:xfrm>
                <a:off x="5642100" y="1265408"/>
                <a:ext cx="456120" cy="262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16C90A7-4535-92DA-0F6C-BEBAA43689B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33460" y="1256408"/>
                  <a:ext cx="4737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373560-AA42-8124-0A72-3E0821723EA1}"/>
                    </a:ext>
                  </a:extLst>
                </p14:cNvPr>
                <p14:cNvContentPartPr/>
                <p14:nvPr/>
              </p14:nvContentPartPr>
              <p14:xfrm>
                <a:off x="6088860" y="1335968"/>
                <a:ext cx="94320" cy="127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373560-AA42-8124-0A72-3E0821723E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80220" y="1327328"/>
                  <a:ext cx="111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95EEF4-29A7-73FB-F596-3B117A26D6E7}"/>
                    </a:ext>
                  </a:extLst>
                </p14:cNvPr>
                <p14:cNvContentPartPr/>
                <p14:nvPr/>
              </p14:nvContentPartPr>
              <p14:xfrm>
                <a:off x="6208380" y="1387088"/>
                <a:ext cx="57960" cy="63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95EEF4-29A7-73FB-F596-3B117A26D6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99740" y="1378088"/>
                  <a:ext cx="75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8B3511-8CA7-9224-8BA6-833F1CD4DAFC}"/>
                    </a:ext>
                  </a:extLst>
                </p14:cNvPr>
                <p14:cNvContentPartPr/>
                <p14:nvPr/>
              </p14:nvContentPartPr>
              <p14:xfrm>
                <a:off x="6234300" y="1298528"/>
                <a:ext cx="27720" cy="29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8B3511-8CA7-9224-8BA6-833F1CD4DAF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25660" y="1289888"/>
                  <a:ext cx="45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91BD38-CC10-F489-A306-F4F485F08543}"/>
                    </a:ext>
                  </a:extLst>
                </p14:cNvPr>
                <p14:cNvContentPartPr/>
                <p14:nvPr/>
              </p14:nvContentPartPr>
              <p14:xfrm>
                <a:off x="6347700" y="1372688"/>
                <a:ext cx="105120" cy="65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91BD38-CC10-F489-A306-F4F485F0854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39060" y="1364048"/>
                  <a:ext cx="122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1BDBF88-8A42-EA3E-5E11-670EB003B767}"/>
                    </a:ext>
                  </a:extLst>
                </p14:cNvPr>
                <p14:cNvContentPartPr/>
                <p14:nvPr/>
              </p14:nvContentPartPr>
              <p14:xfrm>
                <a:off x="6431940" y="1199888"/>
                <a:ext cx="137520" cy="249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1BDBF88-8A42-EA3E-5E11-670EB003B7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422940" y="1191248"/>
                  <a:ext cx="1551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D45DA2-8FA8-0DC5-E6B0-C95F440F5B1F}"/>
                    </a:ext>
                  </a:extLst>
                </p14:cNvPr>
                <p14:cNvContentPartPr/>
                <p14:nvPr/>
              </p14:nvContentPartPr>
              <p14:xfrm>
                <a:off x="6468300" y="1284848"/>
                <a:ext cx="221040" cy="135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D45DA2-8FA8-0DC5-E6B0-C95F440F5B1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59300" y="1276208"/>
                  <a:ext cx="238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65EC9D-AE08-BCF1-446F-3AE09877B04D}"/>
                    </a:ext>
                  </a:extLst>
                </p14:cNvPr>
                <p14:cNvContentPartPr/>
                <p14:nvPr/>
              </p14:nvContentPartPr>
              <p14:xfrm>
                <a:off x="6716700" y="1172888"/>
                <a:ext cx="124920" cy="245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65EC9D-AE08-BCF1-446F-3AE09877B04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08060" y="1164248"/>
                  <a:ext cx="142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EEF35F-29B6-AEFF-2793-BF23B58B9063}"/>
                    </a:ext>
                  </a:extLst>
                </p14:cNvPr>
                <p14:cNvContentPartPr/>
                <p14:nvPr/>
              </p14:nvContentPartPr>
              <p14:xfrm>
                <a:off x="7075980" y="1308968"/>
                <a:ext cx="32400" cy="65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EEF35F-29B6-AEFF-2793-BF23B58B906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7340" y="1300328"/>
                  <a:ext cx="50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3F77BA-18EA-2B32-3117-1CAA6F6F541D}"/>
                    </a:ext>
                  </a:extLst>
                </p14:cNvPr>
                <p14:cNvContentPartPr/>
                <p14:nvPr/>
              </p14:nvContentPartPr>
              <p14:xfrm>
                <a:off x="7003260" y="1173968"/>
                <a:ext cx="52200" cy="57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3F77BA-18EA-2B32-3117-1CAA6F6F541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94620" y="1165328"/>
                  <a:ext cx="69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F0BB41-A9BB-3BD5-0E79-B8F6C75A6A6E}"/>
                    </a:ext>
                  </a:extLst>
                </p14:cNvPr>
                <p14:cNvContentPartPr/>
                <p14:nvPr/>
              </p14:nvContentPartPr>
              <p14:xfrm>
                <a:off x="7156260" y="1111688"/>
                <a:ext cx="120600" cy="320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F0BB41-A9BB-3BD5-0E79-B8F6C75A6A6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47260" y="1102688"/>
                  <a:ext cx="1382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A25582F-2EAE-95F7-A5B7-983347214A79}"/>
                    </a:ext>
                  </a:extLst>
                </p14:cNvPr>
                <p14:cNvContentPartPr/>
                <p14:nvPr/>
              </p14:nvContentPartPr>
              <p14:xfrm>
                <a:off x="7168860" y="1328768"/>
                <a:ext cx="57960" cy="8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A25582F-2EAE-95F7-A5B7-983347214A7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60220" y="1319768"/>
                  <a:ext cx="75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54D1F4-CE08-C093-A111-660DC86D297F}"/>
                    </a:ext>
                  </a:extLst>
                </p14:cNvPr>
                <p14:cNvContentPartPr/>
                <p14:nvPr/>
              </p14:nvContentPartPr>
              <p14:xfrm>
                <a:off x="7558020" y="1194488"/>
                <a:ext cx="117720" cy="136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54D1F4-CE08-C093-A111-660DC86D297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49020" y="1185848"/>
                  <a:ext cx="135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594C9B-CFE3-EDB2-2984-11F217AEF671}"/>
                    </a:ext>
                  </a:extLst>
                </p14:cNvPr>
                <p14:cNvContentPartPr/>
                <p14:nvPr/>
              </p14:nvContentPartPr>
              <p14:xfrm>
                <a:off x="7749900" y="1208168"/>
                <a:ext cx="383760" cy="8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594C9B-CFE3-EDB2-2984-11F217AEF67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40900" y="1199168"/>
                  <a:ext cx="401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38517AA-2337-A662-4E3E-84EC3FCE840D}"/>
                    </a:ext>
                  </a:extLst>
                </p14:cNvPr>
                <p14:cNvContentPartPr/>
                <p14:nvPr/>
              </p14:nvContentPartPr>
              <p14:xfrm>
                <a:off x="8186220" y="1152008"/>
                <a:ext cx="121680" cy="210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38517AA-2337-A662-4E3E-84EC3FCE840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77220" y="1143368"/>
                  <a:ext cx="139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C6F3C39-FE05-ECC2-24EA-DF6756FABB0A}"/>
                    </a:ext>
                  </a:extLst>
                </p14:cNvPr>
                <p14:cNvContentPartPr/>
                <p14:nvPr/>
              </p14:nvContentPartPr>
              <p14:xfrm>
                <a:off x="8280180" y="963728"/>
                <a:ext cx="198720" cy="241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C6F3C39-FE05-ECC2-24EA-DF6756FABB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71180" y="955088"/>
                  <a:ext cx="216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852157-1D6F-0C89-4978-CD7B2A72B239}"/>
                    </a:ext>
                  </a:extLst>
                </p14:cNvPr>
                <p14:cNvContentPartPr/>
                <p14:nvPr/>
              </p14:nvContentPartPr>
              <p14:xfrm>
                <a:off x="8411220" y="976688"/>
                <a:ext cx="11880" cy="30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852157-1D6F-0C89-4978-CD7B2A72B23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02580" y="967688"/>
                  <a:ext cx="29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A35EE9-215C-F3FA-2D4D-4A21AA9FBFEE}"/>
                    </a:ext>
                  </a:extLst>
                </p14:cNvPr>
                <p14:cNvContentPartPr/>
                <p14:nvPr/>
              </p14:nvContentPartPr>
              <p14:xfrm>
                <a:off x="8520300" y="1094408"/>
                <a:ext cx="113760" cy="3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A35EE9-215C-F3FA-2D4D-4A21AA9FBFE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511660" y="1085768"/>
                  <a:ext cx="131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690BABD-5392-B11B-8D86-98E1CC5AF275}"/>
                    </a:ext>
                  </a:extLst>
                </p14:cNvPr>
                <p14:cNvContentPartPr/>
                <p14:nvPr/>
              </p14:nvContentPartPr>
              <p14:xfrm>
                <a:off x="8707500" y="1043648"/>
                <a:ext cx="135000" cy="292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690BABD-5392-B11B-8D86-98E1CC5AF27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698500" y="1035008"/>
                  <a:ext cx="152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6CEE77-7EA5-1A75-5B59-0F56B5442960}"/>
                    </a:ext>
                  </a:extLst>
                </p14:cNvPr>
                <p14:cNvContentPartPr/>
                <p14:nvPr/>
              </p14:nvContentPartPr>
              <p14:xfrm>
                <a:off x="8992620" y="1019528"/>
                <a:ext cx="53280" cy="109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6CEE77-7EA5-1A75-5B59-0F56B544296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83620" y="1010528"/>
                  <a:ext cx="70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206D0F-8B71-555E-7D1D-F1AA9D51D05D}"/>
                    </a:ext>
                  </a:extLst>
                </p14:cNvPr>
                <p14:cNvContentPartPr/>
                <p14:nvPr/>
              </p14:nvContentPartPr>
              <p14:xfrm>
                <a:off x="9126540" y="1038968"/>
                <a:ext cx="109800" cy="88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206D0F-8B71-555E-7D1D-F1AA9D51D05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17540" y="1029968"/>
                  <a:ext cx="127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08D333-A6B5-CF1A-BDF8-B81F3D4AD505}"/>
                    </a:ext>
                  </a:extLst>
                </p14:cNvPr>
                <p14:cNvContentPartPr/>
                <p14:nvPr/>
              </p14:nvContentPartPr>
              <p14:xfrm>
                <a:off x="9211500" y="862208"/>
                <a:ext cx="304560" cy="231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08D333-A6B5-CF1A-BDF8-B81F3D4AD50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202500" y="853568"/>
                  <a:ext cx="322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39A7CA-D2D4-700B-1637-EE4C4DBD4278}"/>
                    </a:ext>
                  </a:extLst>
                </p14:cNvPr>
                <p14:cNvContentPartPr/>
                <p14:nvPr/>
              </p14:nvContentPartPr>
              <p14:xfrm>
                <a:off x="6499260" y="1750688"/>
                <a:ext cx="25200" cy="43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39A7CA-D2D4-700B-1637-EE4C4DBD42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90620" y="1741688"/>
                  <a:ext cx="42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58FC41-635E-52E3-D9B5-D00C25223DFB}"/>
                    </a:ext>
                  </a:extLst>
                </p14:cNvPr>
                <p14:cNvContentPartPr/>
                <p14:nvPr/>
              </p14:nvContentPartPr>
              <p14:xfrm>
                <a:off x="6426540" y="1620728"/>
                <a:ext cx="16920" cy="3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58FC41-635E-52E3-D9B5-D00C25223DF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17900" y="1612088"/>
                  <a:ext cx="34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705A793-F367-9565-9188-02462845AE29}"/>
                    </a:ext>
                  </a:extLst>
                </p14:cNvPr>
                <p14:cNvContentPartPr/>
                <p14:nvPr/>
              </p14:nvContentPartPr>
              <p14:xfrm>
                <a:off x="6557940" y="1688408"/>
                <a:ext cx="92520" cy="12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705A793-F367-9565-9188-02462845AE2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549300" y="1679408"/>
                  <a:ext cx="110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62C8E8-3892-5BCE-9217-9DC3D7320BF2}"/>
                    </a:ext>
                  </a:extLst>
                </p14:cNvPr>
                <p14:cNvContentPartPr/>
                <p14:nvPr/>
              </p14:nvContentPartPr>
              <p14:xfrm>
                <a:off x="6946020" y="1709288"/>
                <a:ext cx="24120" cy="38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562C8E8-3892-5BCE-9217-9DC3D7320BF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37380" y="1700288"/>
                  <a:ext cx="41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19B35FB-844F-33AC-FAA2-F515C1F61589}"/>
                    </a:ext>
                  </a:extLst>
                </p14:cNvPr>
                <p14:cNvContentPartPr/>
                <p14:nvPr/>
              </p14:nvContentPartPr>
              <p14:xfrm>
                <a:off x="6930540" y="1594808"/>
                <a:ext cx="3600" cy="30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19B35FB-844F-33AC-FAA2-F515C1F6158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21900" y="1586168"/>
                  <a:ext cx="21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A79CC1C-275C-F4E5-DC46-F0245168D90C}"/>
                    </a:ext>
                  </a:extLst>
                </p14:cNvPr>
                <p14:cNvContentPartPr/>
                <p14:nvPr/>
              </p14:nvContentPartPr>
              <p14:xfrm>
                <a:off x="7013700" y="1672928"/>
                <a:ext cx="115200" cy="36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A79CC1C-275C-F4E5-DC46-F0245168D90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04700" y="1663928"/>
                  <a:ext cx="132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D045E18-9F3F-ADF9-F2EC-FE9F63823021}"/>
                    </a:ext>
                  </a:extLst>
                </p14:cNvPr>
                <p14:cNvContentPartPr/>
                <p14:nvPr/>
              </p14:nvContentPartPr>
              <p14:xfrm>
                <a:off x="7213140" y="1547648"/>
                <a:ext cx="382680" cy="145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D045E18-9F3F-ADF9-F2EC-FE9F6382302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204500" y="1539008"/>
                  <a:ext cx="400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125DCC-0537-8342-1DF4-B09484CCEB71}"/>
                    </a:ext>
                  </a:extLst>
                </p14:cNvPr>
                <p14:cNvContentPartPr/>
                <p14:nvPr/>
              </p14:nvContentPartPr>
              <p14:xfrm>
                <a:off x="7599060" y="1542968"/>
                <a:ext cx="95760" cy="76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125DCC-0537-8342-1DF4-B09484CCEB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90060" y="1533968"/>
                  <a:ext cx="1134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FF7F67-378E-0084-B97F-2B2A7C49EE95}"/>
                    </a:ext>
                  </a:extLst>
                </p14:cNvPr>
                <p14:cNvContentPartPr/>
                <p14:nvPr/>
              </p14:nvContentPartPr>
              <p14:xfrm>
                <a:off x="7696980" y="1482128"/>
                <a:ext cx="74880" cy="148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FF7F67-378E-0084-B97F-2B2A7C49EE9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87980" y="1473488"/>
                  <a:ext cx="92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6DA025C-32A4-100E-F4BD-134EA80E6088}"/>
                    </a:ext>
                  </a:extLst>
                </p14:cNvPr>
                <p14:cNvContentPartPr/>
                <p14:nvPr/>
              </p14:nvContentPartPr>
              <p14:xfrm>
                <a:off x="7808580" y="1513088"/>
                <a:ext cx="98280" cy="11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6DA025C-32A4-100E-F4BD-134EA80E608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799940" y="1504088"/>
                  <a:ext cx="11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2DBA59-76D3-A35C-BE24-29943CDA92CD}"/>
                    </a:ext>
                  </a:extLst>
                </p14:cNvPr>
                <p14:cNvContentPartPr/>
                <p14:nvPr/>
              </p14:nvContentPartPr>
              <p14:xfrm>
                <a:off x="7942860" y="1371968"/>
                <a:ext cx="120240" cy="224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2DBA59-76D3-A35C-BE24-29943CDA92C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33860" y="1362968"/>
                  <a:ext cx="137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88CF65-8AE2-A4C0-98BD-39A6E0704747}"/>
                    </a:ext>
                  </a:extLst>
                </p14:cNvPr>
                <p14:cNvContentPartPr/>
                <p14:nvPr/>
              </p14:nvContentPartPr>
              <p14:xfrm>
                <a:off x="8359380" y="1402928"/>
                <a:ext cx="327600" cy="167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88CF65-8AE2-A4C0-98BD-39A6E070474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50380" y="1393928"/>
                  <a:ext cx="345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1FB53D6-3B5E-C392-C82C-A46E38AE5C7A}"/>
                    </a:ext>
                  </a:extLst>
                </p14:cNvPr>
                <p14:cNvContentPartPr/>
                <p14:nvPr/>
              </p14:nvContentPartPr>
              <p14:xfrm>
                <a:off x="8649900" y="1339208"/>
                <a:ext cx="123120" cy="271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1FB53D6-3B5E-C392-C82C-A46E38AE5C7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640900" y="1330568"/>
                  <a:ext cx="1407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6B88E59-5A9C-2754-A306-6A05CCCAC81D}"/>
                    </a:ext>
                  </a:extLst>
                </p14:cNvPr>
                <p14:cNvContentPartPr/>
                <p14:nvPr/>
              </p14:nvContentPartPr>
              <p14:xfrm>
                <a:off x="8661420" y="1508768"/>
                <a:ext cx="77760" cy="13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6B88E59-5A9C-2754-A306-6A05CCCAC81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652420" y="1500128"/>
                  <a:ext cx="95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462EAFC-66D7-5880-2376-1E0F762BBBC8}"/>
                    </a:ext>
                  </a:extLst>
                </p14:cNvPr>
                <p14:cNvContentPartPr/>
                <p14:nvPr/>
              </p14:nvContentPartPr>
              <p14:xfrm>
                <a:off x="8792100" y="1355048"/>
                <a:ext cx="159120" cy="156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462EAFC-66D7-5880-2376-1E0F762BBB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83460" y="1346048"/>
                  <a:ext cx="176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C839062-E388-0932-60C3-5359BB141908}"/>
                    </a:ext>
                  </a:extLst>
                </p14:cNvPr>
                <p14:cNvContentPartPr/>
                <p14:nvPr/>
              </p14:nvContentPartPr>
              <p14:xfrm>
                <a:off x="8979660" y="1361168"/>
                <a:ext cx="167760" cy="83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C839062-E388-0932-60C3-5359BB14190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70660" y="1352168"/>
                  <a:ext cx="185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39AC05D-FEB1-86A1-5537-5BD30DBB724A}"/>
                    </a:ext>
                  </a:extLst>
                </p14:cNvPr>
                <p14:cNvContentPartPr/>
                <p14:nvPr/>
              </p14:nvContentPartPr>
              <p14:xfrm>
                <a:off x="9257220" y="1236608"/>
                <a:ext cx="192960" cy="182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39AC05D-FEB1-86A1-5537-5BD30DBB724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48220" y="1227608"/>
                  <a:ext cx="210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35E09E8-D206-06AE-5E4F-33C037E813E8}"/>
                    </a:ext>
                  </a:extLst>
                </p14:cNvPr>
                <p14:cNvContentPartPr/>
                <p14:nvPr/>
              </p14:nvContentPartPr>
              <p14:xfrm>
                <a:off x="9509220" y="1169648"/>
                <a:ext cx="14400" cy="238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35E09E8-D206-06AE-5E4F-33C037E813E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00580" y="1161008"/>
                  <a:ext cx="32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AF8A73-D95C-CAA6-4284-3394927F8B9A}"/>
                    </a:ext>
                  </a:extLst>
                </p14:cNvPr>
                <p14:cNvContentPartPr/>
                <p14:nvPr/>
              </p14:nvContentPartPr>
              <p14:xfrm>
                <a:off x="9574020" y="1204928"/>
                <a:ext cx="180720" cy="186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AAF8A73-D95C-CAA6-4284-3394927F8B9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65380" y="1196288"/>
                  <a:ext cx="1983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7ECBA19-A6DC-813C-EFCE-EC420F896784}"/>
              </a:ext>
            </a:extLst>
          </p:cNvPr>
          <p:cNvGrpSpPr/>
          <p:nvPr/>
        </p:nvGrpSpPr>
        <p:grpSpPr>
          <a:xfrm>
            <a:off x="9972900" y="1009448"/>
            <a:ext cx="1174680" cy="305280"/>
            <a:chOff x="9972900" y="1009448"/>
            <a:chExt cx="117468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F87D98E-C1A8-799D-E221-E7F758048096}"/>
                    </a:ext>
                  </a:extLst>
                </p14:cNvPr>
                <p14:cNvContentPartPr/>
                <p14:nvPr/>
              </p14:nvContentPartPr>
              <p14:xfrm>
                <a:off x="9972900" y="1194848"/>
                <a:ext cx="80280" cy="119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F87D98E-C1A8-799D-E221-E7F75804809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963900" y="1185848"/>
                  <a:ext cx="97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80F471F-1FBB-0488-ACA8-E3CA4014B042}"/>
                    </a:ext>
                  </a:extLst>
                </p14:cNvPr>
                <p14:cNvContentPartPr/>
                <p14:nvPr/>
              </p14:nvContentPartPr>
              <p14:xfrm>
                <a:off x="10096740" y="1199888"/>
                <a:ext cx="97560" cy="95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80F471F-1FBB-0488-ACA8-E3CA4014B0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088100" y="1191248"/>
                  <a:ext cx="115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28C747-C82B-3FB3-7A81-2F86DE62D96E}"/>
                    </a:ext>
                  </a:extLst>
                </p14:cNvPr>
                <p14:cNvContentPartPr/>
                <p14:nvPr/>
              </p14:nvContentPartPr>
              <p14:xfrm>
                <a:off x="10224540" y="1207448"/>
                <a:ext cx="138240" cy="46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28C747-C82B-3FB3-7A81-2F86DE62D9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15540" y="1198808"/>
                  <a:ext cx="155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2F71001-C5F7-85FA-34BD-FCC977C1E01D}"/>
                    </a:ext>
                  </a:extLst>
                </p14:cNvPr>
                <p14:cNvContentPartPr/>
                <p14:nvPr/>
              </p14:nvContentPartPr>
              <p14:xfrm>
                <a:off x="10359540" y="1153808"/>
                <a:ext cx="99720" cy="100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2F71001-C5F7-85FA-34BD-FCC977C1E01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50900" y="1144808"/>
                  <a:ext cx="117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32B7C51-A509-C231-1F39-A42DEDAC5243}"/>
                    </a:ext>
                  </a:extLst>
                </p14:cNvPr>
                <p14:cNvContentPartPr/>
                <p14:nvPr/>
              </p14:nvContentPartPr>
              <p14:xfrm>
                <a:off x="10494180" y="1094768"/>
                <a:ext cx="122760" cy="101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32B7C51-A509-C231-1F39-A42DEDAC524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85180" y="1085768"/>
                  <a:ext cx="140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0BDEB2-4BB5-8119-D1BF-A4816B515632}"/>
                    </a:ext>
                  </a:extLst>
                </p14:cNvPr>
                <p14:cNvContentPartPr/>
                <p14:nvPr/>
              </p14:nvContentPartPr>
              <p14:xfrm>
                <a:off x="10711980" y="1063808"/>
                <a:ext cx="82440" cy="131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0BDEB2-4BB5-8119-D1BF-A4816B51563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03340" y="1055168"/>
                  <a:ext cx="100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D9C4A8-D35A-D661-C20E-A8F9D79B3A7D}"/>
                    </a:ext>
                  </a:extLst>
                </p14:cNvPr>
                <p14:cNvContentPartPr/>
                <p14:nvPr/>
              </p14:nvContentPartPr>
              <p14:xfrm>
                <a:off x="10806300" y="1106288"/>
                <a:ext cx="40680" cy="73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D9C4A8-D35A-D661-C20E-A8F9D79B3A7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797660" y="1097648"/>
                  <a:ext cx="58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3F3361-F9D9-3839-2D84-00C28B1A616F}"/>
                    </a:ext>
                  </a:extLst>
                </p14:cNvPr>
                <p14:cNvContentPartPr/>
                <p14:nvPr/>
              </p14:nvContentPartPr>
              <p14:xfrm>
                <a:off x="10769940" y="1009448"/>
                <a:ext cx="2520" cy="12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3F3361-F9D9-3839-2D84-00C28B1A616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761300" y="1000808"/>
                  <a:ext cx="2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21434B8-CCB1-61C7-ACB4-106F32BFC4B5}"/>
                    </a:ext>
                  </a:extLst>
                </p14:cNvPr>
                <p14:cNvContentPartPr/>
                <p14:nvPr/>
              </p14:nvContentPartPr>
              <p14:xfrm>
                <a:off x="10863900" y="1049048"/>
                <a:ext cx="283680" cy="95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21434B8-CCB1-61C7-ACB4-106F32BFC4B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855260" y="1040048"/>
                  <a:ext cx="301320" cy="112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Quantization: the second discretization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time. Quantization discretizes amplitude.</a:t>
            </a:r>
            <a:endParaRPr lang="en-US" sz="1550" dirty="0"/>
          </a:p>
        </p:txBody>
      </p:sp>
      <p:pic>
        <p:nvPicPr>
          <p:cNvPr id="4" name="Image 0" descr="/mnt/data/week2_dsp_ml/assets/quant_stair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44548"/>
            <a:ext cx="4754880" cy="38603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90118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614211"/>
            <a:ext cx="4754880" cy="3834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07" y="2423160"/>
            <a:ext cx="1155266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3246120"/>
            <a:ext cx="4663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bits → 2^B nominal levels.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quantizer step for full-scale range roughly [−A,A].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Overload/clipping is a separate failure mode when |x| exceeds the designed range.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214A26-F477-709D-7CD5-50DB992F8BB3}"/>
                  </a:ext>
                </a:extLst>
              </p14:cNvPr>
              <p14:cNvContentPartPr/>
              <p14:nvPr/>
            </p14:nvContentPartPr>
            <p14:xfrm>
              <a:off x="5939100" y="1801808"/>
              <a:ext cx="181440" cy="275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214A26-F477-709D-7CD5-50DB992F8B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0460" y="1793168"/>
                <a:ext cx="199080" cy="2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FCC22DF-442F-7403-8FEE-567A25E1AF2D}"/>
              </a:ext>
            </a:extLst>
          </p:cNvPr>
          <p:cNvGrpSpPr/>
          <p:nvPr/>
        </p:nvGrpSpPr>
        <p:grpSpPr>
          <a:xfrm>
            <a:off x="5532660" y="4732928"/>
            <a:ext cx="462600" cy="214200"/>
            <a:chOff x="5532660" y="4732928"/>
            <a:chExt cx="46260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35BD3E-6593-E6F8-1297-596FC52B830F}"/>
                    </a:ext>
                  </a:extLst>
                </p14:cNvPr>
                <p14:cNvContentPartPr/>
                <p14:nvPr/>
              </p14:nvContentPartPr>
              <p14:xfrm>
                <a:off x="5532660" y="4846688"/>
                <a:ext cx="133200" cy="1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35BD3E-6593-E6F8-1297-596FC52B83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24020" y="4838048"/>
                  <a:ext cx="150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BCBBCF0-1D57-51D2-26CD-A5918B3D3C3E}"/>
                    </a:ext>
                  </a:extLst>
                </p14:cNvPr>
                <p14:cNvContentPartPr/>
                <p14:nvPr/>
              </p14:nvContentPartPr>
              <p14:xfrm>
                <a:off x="5800140" y="4732928"/>
                <a:ext cx="195120" cy="21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BCBBCF0-1D57-51D2-26CD-A5918B3D3C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1500" y="4723928"/>
                  <a:ext cx="21276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CAB1D5-1935-8B8A-3B4F-C4CD5F6E3893}"/>
              </a:ext>
            </a:extLst>
          </p:cNvPr>
          <p:cNvGrpSpPr/>
          <p:nvPr/>
        </p:nvGrpSpPr>
        <p:grpSpPr>
          <a:xfrm>
            <a:off x="6681420" y="5347448"/>
            <a:ext cx="437400" cy="260280"/>
            <a:chOff x="6681420" y="5347448"/>
            <a:chExt cx="43740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F223D4-8F93-4F76-05F8-634F57B17C9A}"/>
                    </a:ext>
                  </a:extLst>
                </p14:cNvPr>
                <p14:cNvContentPartPr/>
                <p14:nvPr/>
              </p14:nvContentPartPr>
              <p14:xfrm>
                <a:off x="6893460" y="5347448"/>
                <a:ext cx="225360" cy="260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F223D4-8F93-4F76-05F8-634F57B17C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84460" y="5338448"/>
                  <a:ext cx="2430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F1F67B-A08D-F96F-95C1-928F553AF6A7}"/>
                    </a:ext>
                  </a:extLst>
                </p14:cNvPr>
                <p14:cNvContentPartPr/>
                <p14:nvPr/>
              </p14:nvContentPartPr>
              <p14:xfrm>
                <a:off x="6681420" y="5512328"/>
                <a:ext cx="93600" cy="9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F1F67B-A08D-F96F-95C1-928F553AF6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72420" y="5503328"/>
                  <a:ext cx="1112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C699F4-6712-F709-6FA6-EF3E465C26CA}"/>
              </a:ext>
            </a:extLst>
          </p:cNvPr>
          <p:cNvGrpSpPr/>
          <p:nvPr/>
        </p:nvGrpSpPr>
        <p:grpSpPr>
          <a:xfrm>
            <a:off x="10472940" y="5390648"/>
            <a:ext cx="203400" cy="229320"/>
            <a:chOff x="10472940" y="5390648"/>
            <a:chExt cx="20340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D34CC2-5F76-667E-581B-89CD296D2B4A}"/>
                    </a:ext>
                  </a:extLst>
                </p14:cNvPr>
                <p14:cNvContentPartPr/>
                <p14:nvPr/>
              </p14:nvContentPartPr>
              <p14:xfrm>
                <a:off x="10472940" y="5390648"/>
                <a:ext cx="203400" cy="229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D34CC2-5F76-667E-581B-89CD296D2B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64300" y="5381648"/>
                  <a:ext cx="221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BAE0A1-6BC6-C2E2-E43C-BCFF3ED06BC3}"/>
                    </a:ext>
                  </a:extLst>
                </p14:cNvPr>
                <p14:cNvContentPartPr/>
                <p14:nvPr/>
              </p14:nvContentPartPr>
              <p14:xfrm>
                <a:off x="10519740" y="5554808"/>
                <a:ext cx="84600" cy="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BAE0A1-6BC6-C2E2-E43C-BCFF3ED06B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10740" y="5546168"/>
                  <a:ext cx="1022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7787490-FFFB-22C3-8A0E-1535F6C10A02}"/>
              </a:ext>
            </a:extLst>
          </p:cNvPr>
          <p:cNvGrpSpPr/>
          <p:nvPr/>
        </p:nvGrpSpPr>
        <p:grpSpPr>
          <a:xfrm>
            <a:off x="8042220" y="5398208"/>
            <a:ext cx="1542960" cy="395640"/>
            <a:chOff x="8042220" y="5398208"/>
            <a:chExt cx="154296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B8B5D5-2635-0EC5-B36F-B52718DA427A}"/>
                    </a:ext>
                  </a:extLst>
                </p14:cNvPr>
                <p14:cNvContentPartPr/>
                <p14:nvPr/>
              </p14:nvContentPartPr>
              <p14:xfrm>
                <a:off x="8042220" y="5631128"/>
                <a:ext cx="471960" cy="100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B8B5D5-2635-0EC5-B36F-B52718DA42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33580" y="5622488"/>
                  <a:ext cx="489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04E207-8D95-ED2B-B3CC-8B6338CE6DAD}"/>
                    </a:ext>
                  </a:extLst>
                </p14:cNvPr>
                <p14:cNvContentPartPr/>
                <p14:nvPr/>
              </p14:nvContentPartPr>
              <p14:xfrm>
                <a:off x="8665380" y="5589728"/>
                <a:ext cx="393480" cy="10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04E207-8D95-ED2B-B3CC-8B6338CE6D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56380" y="5581088"/>
                  <a:ext cx="411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7BC830-F1B9-6CA3-3758-EA991FBED5FB}"/>
                    </a:ext>
                  </a:extLst>
                </p14:cNvPr>
                <p14:cNvContentPartPr/>
                <p14:nvPr/>
              </p14:nvContentPartPr>
              <p14:xfrm>
                <a:off x="9059580" y="5398208"/>
                <a:ext cx="214200" cy="230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7BC830-F1B9-6CA3-3758-EA991FBED5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50940" y="5389568"/>
                  <a:ext cx="2318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10DED7A-7C2B-28AD-0126-76410F5D3529}"/>
                    </a:ext>
                  </a:extLst>
                </p14:cNvPr>
                <p14:cNvContentPartPr/>
                <p14:nvPr/>
              </p14:nvContentPartPr>
              <p14:xfrm>
                <a:off x="9336420" y="5516648"/>
                <a:ext cx="114840" cy="83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10DED7A-7C2B-28AD-0126-76410F5D35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27420" y="5508008"/>
                  <a:ext cx="132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3FA59F-0CC2-9B26-3E0D-331C367846D4}"/>
                    </a:ext>
                  </a:extLst>
                </p14:cNvPr>
                <p14:cNvContentPartPr/>
                <p14:nvPr/>
              </p14:nvContentPartPr>
              <p14:xfrm>
                <a:off x="9444780" y="5521328"/>
                <a:ext cx="140400" cy="27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3FA59F-0CC2-9B26-3E0D-331C367846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36140" y="5512328"/>
                  <a:ext cx="15804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E59056-5FB5-3467-89B8-53CF2CF0E1D7}"/>
              </a:ext>
            </a:extLst>
          </p:cNvPr>
          <p:cNvGrpSpPr/>
          <p:nvPr/>
        </p:nvGrpSpPr>
        <p:grpSpPr>
          <a:xfrm>
            <a:off x="5267700" y="2681648"/>
            <a:ext cx="643680" cy="603720"/>
            <a:chOff x="5267700" y="2681648"/>
            <a:chExt cx="643680" cy="60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E38ED7-56EA-4AC6-A92B-08B8ADD30D64}"/>
                    </a:ext>
                  </a:extLst>
                </p14:cNvPr>
                <p14:cNvContentPartPr/>
                <p14:nvPr/>
              </p14:nvContentPartPr>
              <p14:xfrm>
                <a:off x="5267700" y="3109328"/>
                <a:ext cx="207720" cy="176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E38ED7-56EA-4AC6-A92B-08B8ADD30D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58700" y="3100328"/>
                  <a:ext cx="225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32819D-E13A-86DB-1F5B-419082C6B8DF}"/>
                    </a:ext>
                  </a:extLst>
                </p14:cNvPr>
                <p14:cNvContentPartPr/>
                <p14:nvPr/>
              </p14:nvContentPartPr>
              <p14:xfrm>
                <a:off x="5434380" y="3147848"/>
                <a:ext cx="27000" cy="57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32819D-E13A-86DB-1F5B-419082C6B8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25380" y="3138848"/>
                  <a:ext cx="44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F811559-6866-6A17-84C8-2BE765725660}"/>
                    </a:ext>
                  </a:extLst>
                </p14:cNvPr>
                <p14:cNvContentPartPr/>
                <p14:nvPr/>
              </p14:nvContentPartPr>
              <p14:xfrm>
                <a:off x="5428980" y="3065048"/>
                <a:ext cx="155880" cy="72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F811559-6866-6A17-84C8-2BE76572566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19980" y="3056408"/>
                  <a:ext cx="173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64727D-9D82-8902-BCEC-1B91533A9B44}"/>
                    </a:ext>
                  </a:extLst>
                </p14:cNvPr>
                <p14:cNvContentPartPr/>
                <p14:nvPr/>
              </p14:nvContentPartPr>
              <p14:xfrm>
                <a:off x="5582700" y="2899088"/>
                <a:ext cx="246960" cy="131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64727D-9D82-8902-BCEC-1B91533A9B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74060" y="2890448"/>
                  <a:ext cx="2646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9463A5-1973-3C02-202B-0BD471FD2FC6}"/>
                    </a:ext>
                  </a:extLst>
                </p14:cNvPr>
                <p14:cNvContentPartPr/>
                <p14:nvPr/>
              </p14:nvContentPartPr>
              <p14:xfrm>
                <a:off x="5731380" y="2681648"/>
                <a:ext cx="180000" cy="172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9463A5-1973-3C02-202B-0BD471FD2F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22380" y="2673008"/>
                  <a:ext cx="197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7F2535-2EA4-9975-FDE7-EEBCC5F26852}"/>
                    </a:ext>
                  </a:extLst>
                </p14:cNvPr>
                <p14:cNvContentPartPr/>
                <p14:nvPr/>
              </p14:nvContentPartPr>
              <p14:xfrm>
                <a:off x="5691780" y="2769128"/>
                <a:ext cx="147960" cy="4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7F2535-2EA4-9975-FDE7-EEBCC5F268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83140" y="2760128"/>
                  <a:ext cx="16560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6E5AA9D-83BD-4032-3C53-50CDF25F3540}"/>
              </a:ext>
            </a:extLst>
          </p:cNvPr>
          <p:cNvGrpSpPr/>
          <p:nvPr/>
        </p:nvGrpSpPr>
        <p:grpSpPr>
          <a:xfrm>
            <a:off x="9661860" y="2979008"/>
            <a:ext cx="1935720" cy="601200"/>
            <a:chOff x="9661860" y="2979008"/>
            <a:chExt cx="1935720" cy="60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F4071B-5FAA-2E76-2ADB-6B3AE07F2848}"/>
                    </a:ext>
                  </a:extLst>
                </p14:cNvPr>
                <p14:cNvContentPartPr/>
                <p14:nvPr/>
              </p14:nvContentPartPr>
              <p14:xfrm>
                <a:off x="9661860" y="3378248"/>
                <a:ext cx="146520" cy="134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F4071B-5FAA-2E76-2ADB-6B3AE07F28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53220" y="3369608"/>
                  <a:ext cx="164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B790B1-7796-6F97-7396-598A5198E0EB}"/>
                    </a:ext>
                  </a:extLst>
                </p14:cNvPr>
                <p14:cNvContentPartPr/>
                <p14:nvPr/>
              </p14:nvContentPartPr>
              <p14:xfrm>
                <a:off x="9886860" y="3485888"/>
                <a:ext cx="360" cy="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B790B1-7796-6F97-7396-598A5198E0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77860" y="347724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B3CD61-B4B1-4A0D-7B1B-1844501BD1FE}"/>
                    </a:ext>
                  </a:extLst>
                </p14:cNvPr>
                <p14:cNvContentPartPr/>
                <p14:nvPr/>
              </p14:nvContentPartPr>
              <p14:xfrm>
                <a:off x="9921420" y="3389768"/>
                <a:ext cx="166680" cy="190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B3CD61-B4B1-4A0D-7B1B-1844501BD1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12780" y="3381128"/>
                  <a:ext cx="184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280251-399E-A371-63F2-8CF75AAD7FFC}"/>
                    </a:ext>
                  </a:extLst>
                </p14:cNvPr>
                <p14:cNvContentPartPr/>
                <p14:nvPr/>
              </p14:nvContentPartPr>
              <p14:xfrm>
                <a:off x="10139220" y="3454928"/>
                <a:ext cx="2520" cy="8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280251-399E-A371-63F2-8CF75AAD7FF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30580" y="3445928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DBFA7B-533E-20A1-23A3-87251D9315E5}"/>
                    </a:ext>
                  </a:extLst>
                </p14:cNvPr>
                <p14:cNvContentPartPr/>
                <p14:nvPr/>
              </p14:nvContentPartPr>
              <p14:xfrm>
                <a:off x="10333620" y="3257288"/>
                <a:ext cx="64440" cy="14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DBFA7B-533E-20A1-23A3-87251D9315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24620" y="3248648"/>
                  <a:ext cx="82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085642-DF05-8CA0-439F-F5DE7A194412}"/>
                    </a:ext>
                  </a:extLst>
                </p14:cNvPr>
                <p14:cNvContentPartPr/>
                <p14:nvPr/>
              </p14:nvContentPartPr>
              <p14:xfrm>
                <a:off x="10493820" y="3237128"/>
                <a:ext cx="141840" cy="192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0085642-DF05-8CA0-439F-F5DE7A1944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84820" y="3228488"/>
                  <a:ext cx="159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FF247F-0108-D244-0EF6-A48D8F2E4F0B}"/>
                    </a:ext>
                  </a:extLst>
                </p14:cNvPr>
                <p14:cNvContentPartPr/>
                <p14:nvPr/>
              </p14:nvContentPartPr>
              <p14:xfrm>
                <a:off x="10753380" y="3132368"/>
                <a:ext cx="340560" cy="22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FF247F-0108-D244-0EF6-A48D8F2E4F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44740" y="3123728"/>
                  <a:ext cx="358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9C54A9-ECBC-41A6-37DD-F0B8F80B694D}"/>
                    </a:ext>
                  </a:extLst>
                </p14:cNvPr>
                <p14:cNvContentPartPr/>
                <p14:nvPr/>
              </p14:nvContentPartPr>
              <p14:xfrm>
                <a:off x="11076660" y="3195368"/>
                <a:ext cx="104760" cy="10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9C54A9-ECBC-41A6-37DD-F0B8F80B69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67660" y="3186728"/>
                  <a:ext cx="1224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5EEF032-A8C0-77EF-693D-73BE99DF1988}"/>
                    </a:ext>
                  </a:extLst>
                </p14:cNvPr>
                <p14:cNvContentPartPr/>
                <p14:nvPr/>
              </p14:nvContentPartPr>
              <p14:xfrm>
                <a:off x="11220300" y="3184568"/>
                <a:ext cx="186840" cy="10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5EEF032-A8C0-77EF-693D-73BE99DF19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11660" y="3175568"/>
                  <a:ext cx="204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1FC71C-8A77-659B-90A8-1E96E226946B}"/>
                    </a:ext>
                  </a:extLst>
                </p14:cNvPr>
                <p14:cNvContentPartPr/>
                <p14:nvPr/>
              </p14:nvContentPartPr>
              <p14:xfrm>
                <a:off x="11330820" y="2979008"/>
                <a:ext cx="167040" cy="301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1FC71C-8A77-659B-90A8-1E96E226946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321820" y="2970008"/>
                  <a:ext cx="1846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CBBE38-ED74-033A-62E7-05BA6F085985}"/>
                    </a:ext>
                  </a:extLst>
                </p14:cNvPr>
                <p14:cNvContentPartPr/>
                <p14:nvPr/>
              </p14:nvContentPartPr>
              <p14:xfrm>
                <a:off x="11455020" y="3093848"/>
                <a:ext cx="142560" cy="209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CBBE38-ED74-033A-62E7-05BA6F0859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46020" y="3084848"/>
                  <a:ext cx="16020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767B47-5DD7-5F50-1B3D-FAAD08B87F36}"/>
              </a:ext>
            </a:extLst>
          </p:cNvPr>
          <p:cNvGrpSpPr/>
          <p:nvPr/>
        </p:nvGrpSpPr>
        <p:grpSpPr>
          <a:xfrm>
            <a:off x="10353420" y="3791528"/>
            <a:ext cx="234000" cy="146880"/>
            <a:chOff x="10353420" y="3791528"/>
            <a:chExt cx="23400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9DE411-DE9B-BF25-F6AD-7DEA52BF66C2}"/>
                    </a:ext>
                  </a:extLst>
                </p14:cNvPr>
                <p14:cNvContentPartPr/>
                <p14:nvPr/>
              </p14:nvContentPartPr>
              <p14:xfrm>
                <a:off x="10353420" y="3834008"/>
                <a:ext cx="121680" cy="104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9DE411-DE9B-BF25-F6AD-7DEA52BF66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44420" y="3825368"/>
                  <a:ext cx="139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DBEE4A-9239-D7FE-FBED-A43E4E30AEC5}"/>
                    </a:ext>
                  </a:extLst>
                </p14:cNvPr>
                <p14:cNvContentPartPr/>
                <p14:nvPr/>
              </p14:nvContentPartPr>
              <p14:xfrm>
                <a:off x="10530900" y="3791528"/>
                <a:ext cx="56520" cy="117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DBEE4A-9239-D7FE-FBED-A43E4E30AE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522260" y="3782528"/>
                  <a:ext cx="741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50A6ABA-4B65-442B-F1A7-5B4180FC16B9}"/>
              </a:ext>
            </a:extLst>
          </p:cNvPr>
          <p:cNvGrpSpPr/>
          <p:nvPr/>
        </p:nvGrpSpPr>
        <p:grpSpPr>
          <a:xfrm>
            <a:off x="10863540" y="3527648"/>
            <a:ext cx="763920" cy="311400"/>
            <a:chOff x="10863540" y="3527648"/>
            <a:chExt cx="76392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2055F72-D649-AC0F-BDA2-33459816D52F}"/>
                    </a:ext>
                  </a:extLst>
                </p14:cNvPr>
                <p14:cNvContentPartPr/>
                <p14:nvPr/>
              </p14:nvContentPartPr>
              <p14:xfrm>
                <a:off x="10863540" y="3693968"/>
                <a:ext cx="175680" cy="105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2055F72-D649-AC0F-BDA2-33459816D5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54540" y="3684968"/>
                  <a:ext cx="193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A3307D-2BA2-96F3-0DAA-641DD8EE7ADB}"/>
                    </a:ext>
                  </a:extLst>
                </p14:cNvPr>
                <p14:cNvContentPartPr/>
                <p14:nvPr/>
              </p14:nvContentPartPr>
              <p14:xfrm>
                <a:off x="10972620" y="3724928"/>
                <a:ext cx="57960" cy="114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A3307D-2BA2-96F3-0DAA-641DD8EE7A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63620" y="3716288"/>
                  <a:ext cx="756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B3F2C26-A43F-8167-8DAD-07C335F4DBF9}"/>
                    </a:ext>
                  </a:extLst>
                </p14:cNvPr>
                <p14:cNvContentPartPr/>
                <p14:nvPr/>
              </p14:nvContentPartPr>
              <p14:xfrm>
                <a:off x="11143980" y="3626288"/>
                <a:ext cx="160560" cy="167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B3F2C26-A43F-8167-8DAD-07C335F4DBF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35340" y="3617288"/>
                  <a:ext cx="178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8A420D-17C6-FA14-A86E-295D9BCE38D0}"/>
                    </a:ext>
                  </a:extLst>
                </p14:cNvPr>
                <p14:cNvContentPartPr/>
                <p14:nvPr/>
              </p14:nvContentPartPr>
              <p14:xfrm>
                <a:off x="11384100" y="3683528"/>
                <a:ext cx="17280" cy="54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8A420D-17C6-FA14-A86E-295D9BCE38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75460" y="3674528"/>
                  <a:ext cx="349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B3F17D-4D9B-3C2E-12D0-E36F9F2FF3C9}"/>
                    </a:ext>
                  </a:extLst>
                </p14:cNvPr>
                <p14:cNvContentPartPr/>
                <p14:nvPr/>
              </p14:nvContentPartPr>
              <p14:xfrm>
                <a:off x="11310660" y="3567968"/>
                <a:ext cx="15840" cy="10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B3F17D-4D9B-3C2E-12D0-E36F9F2FF3C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01660" y="3558968"/>
                  <a:ext cx="33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657F28-D870-D657-2B13-50271666DA05}"/>
                    </a:ext>
                  </a:extLst>
                </p14:cNvPr>
                <p14:cNvContentPartPr/>
                <p14:nvPr/>
              </p14:nvContentPartPr>
              <p14:xfrm>
                <a:off x="11392020" y="3527648"/>
                <a:ext cx="93600" cy="172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657F28-D870-D657-2B13-50271666DA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383380" y="3518648"/>
                  <a:ext cx="111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066106D-CBD3-95ED-AE86-541B942FA491}"/>
                    </a:ext>
                  </a:extLst>
                </p14:cNvPr>
                <p14:cNvContentPartPr/>
                <p14:nvPr/>
              </p14:nvContentPartPr>
              <p14:xfrm>
                <a:off x="11479860" y="3579128"/>
                <a:ext cx="147600" cy="152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066106D-CBD3-95ED-AE86-541B942FA4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71220" y="3570488"/>
                  <a:ext cx="1652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131F77E-9660-DDD6-C636-001BC8E672FE}"/>
              </a:ext>
            </a:extLst>
          </p:cNvPr>
          <p:cNvGrpSpPr/>
          <p:nvPr/>
        </p:nvGrpSpPr>
        <p:grpSpPr>
          <a:xfrm>
            <a:off x="7786620" y="3213728"/>
            <a:ext cx="545040" cy="619920"/>
            <a:chOff x="7786620" y="3213728"/>
            <a:chExt cx="545040" cy="6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9D1F99-5570-1ED4-1F44-E2DCFEA2CB52}"/>
                    </a:ext>
                  </a:extLst>
                </p14:cNvPr>
                <p14:cNvContentPartPr/>
                <p14:nvPr/>
              </p14:nvContentPartPr>
              <p14:xfrm>
                <a:off x="7884540" y="3548168"/>
                <a:ext cx="447120" cy="22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9D1F99-5570-1ED4-1F44-E2DCFEA2CB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875540" y="3539168"/>
                  <a:ext cx="464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A3CFC97-8636-EDCD-397E-5F82432E7CB0}"/>
                    </a:ext>
                  </a:extLst>
                </p14:cNvPr>
                <p14:cNvContentPartPr/>
                <p14:nvPr/>
              </p14:nvContentPartPr>
              <p14:xfrm>
                <a:off x="7786620" y="3750488"/>
                <a:ext cx="344520" cy="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A3CFC97-8636-EDCD-397E-5F82432E7CB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77620" y="3741848"/>
                  <a:ext cx="362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95343F3-39B6-AAE5-AC0B-C6F225A0EE21}"/>
                    </a:ext>
                  </a:extLst>
                </p14:cNvPr>
                <p14:cNvContentPartPr/>
                <p14:nvPr/>
              </p14:nvContentPartPr>
              <p14:xfrm>
                <a:off x="7933140" y="3427928"/>
                <a:ext cx="26640" cy="38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95343F3-39B6-AAE5-AC0B-C6F225A0EE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24500" y="3418928"/>
                  <a:ext cx="442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652F5C2-228E-4AC7-2A71-37E1AC42794A}"/>
                    </a:ext>
                  </a:extLst>
                </p14:cNvPr>
                <p14:cNvContentPartPr/>
                <p14:nvPr/>
              </p14:nvContentPartPr>
              <p14:xfrm>
                <a:off x="7919100" y="3760208"/>
                <a:ext cx="96120" cy="73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652F5C2-228E-4AC7-2A71-37E1AC42794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10100" y="3751568"/>
                  <a:ext cx="113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B7BD2DA-FF33-85C4-2AEE-96B46E7BA6C7}"/>
                    </a:ext>
                  </a:extLst>
                </p14:cNvPr>
                <p14:cNvContentPartPr/>
                <p14:nvPr/>
              </p14:nvContentPartPr>
              <p14:xfrm>
                <a:off x="7892820" y="3481928"/>
                <a:ext cx="103320" cy="9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B7BD2DA-FF33-85C4-2AEE-96B46E7BA6C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83820" y="3472928"/>
                  <a:ext cx="120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81B9F64-7FD5-0DA1-4DCB-E01CE5916E37}"/>
                    </a:ext>
                  </a:extLst>
                </p14:cNvPr>
                <p14:cNvContentPartPr/>
                <p14:nvPr/>
              </p14:nvContentPartPr>
              <p14:xfrm>
                <a:off x="8049060" y="3213728"/>
                <a:ext cx="193680" cy="173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81B9F64-7FD5-0DA1-4DCB-E01CE5916E3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40420" y="3205088"/>
                  <a:ext cx="21132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7711D87-DFA9-3697-C2AC-240D28578253}"/>
                  </a:ext>
                </a:extLst>
              </p14:cNvPr>
              <p14:cNvContentPartPr/>
              <p14:nvPr/>
            </p14:nvContentPartPr>
            <p14:xfrm>
              <a:off x="2000700" y="3173768"/>
              <a:ext cx="1087920" cy="385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7711D87-DFA9-3697-C2AC-240D2857825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992060" y="3165128"/>
                <a:ext cx="110556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F9475C77-B6A2-F681-ECBA-49758F6F5F80}"/>
              </a:ext>
            </a:extLst>
          </p:cNvPr>
          <p:cNvGrpSpPr/>
          <p:nvPr/>
        </p:nvGrpSpPr>
        <p:grpSpPr>
          <a:xfrm>
            <a:off x="851220" y="5220008"/>
            <a:ext cx="2311920" cy="487800"/>
            <a:chOff x="851220" y="5220008"/>
            <a:chExt cx="231192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BE0FEB-C80E-5F18-FE48-343987FB8C0B}"/>
                    </a:ext>
                  </a:extLst>
                </p14:cNvPr>
                <p14:cNvContentPartPr/>
                <p14:nvPr/>
              </p14:nvContentPartPr>
              <p14:xfrm>
                <a:off x="851220" y="5476328"/>
                <a:ext cx="265680" cy="231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BE0FEB-C80E-5F18-FE48-343987FB8C0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2580" y="5467688"/>
                  <a:ext cx="283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1EBF846-61EC-68EF-E751-C6D1BB608276}"/>
                    </a:ext>
                  </a:extLst>
                </p14:cNvPr>
                <p14:cNvContentPartPr/>
                <p14:nvPr/>
              </p14:nvContentPartPr>
              <p14:xfrm>
                <a:off x="1267020" y="5505488"/>
                <a:ext cx="178560" cy="19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1EBF846-61EC-68EF-E751-C6D1BB6082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58020" y="5496848"/>
                  <a:ext cx="196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DA4FD0A-96DC-DD7F-C53B-1EBEF4D71B0B}"/>
                    </a:ext>
                  </a:extLst>
                </p14:cNvPr>
                <p14:cNvContentPartPr/>
                <p14:nvPr/>
              </p14:nvContentPartPr>
              <p14:xfrm>
                <a:off x="1381860" y="5636888"/>
                <a:ext cx="148680" cy="61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DA4FD0A-96DC-DD7F-C53B-1EBEF4D71B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72860" y="5627888"/>
                  <a:ext cx="166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2D91AF-EEEE-9968-8613-264EF131EC9B}"/>
                    </a:ext>
                  </a:extLst>
                </p14:cNvPr>
                <p14:cNvContentPartPr/>
                <p14:nvPr/>
              </p14:nvContentPartPr>
              <p14:xfrm>
                <a:off x="1564020" y="5464088"/>
                <a:ext cx="219240" cy="208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2D91AF-EEEE-9968-8613-264EF131EC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55020" y="5455448"/>
                  <a:ext cx="236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BC2BCFE-CEE8-E145-4F6D-9D36431BEC5B}"/>
                    </a:ext>
                  </a:extLst>
                </p14:cNvPr>
                <p14:cNvContentPartPr/>
                <p14:nvPr/>
              </p14:nvContentPartPr>
              <p14:xfrm>
                <a:off x="1895220" y="5459768"/>
                <a:ext cx="255960" cy="213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BC2BCFE-CEE8-E145-4F6D-9D36431BEC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86220" y="5450768"/>
                  <a:ext cx="273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288392-CEB6-77CE-7C30-1682045C83A8}"/>
                    </a:ext>
                  </a:extLst>
                </p14:cNvPr>
                <p14:cNvContentPartPr/>
                <p14:nvPr/>
              </p14:nvContentPartPr>
              <p14:xfrm>
                <a:off x="2343420" y="5574248"/>
                <a:ext cx="83880" cy="5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288392-CEB6-77CE-7C30-1682045C83A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34780" y="5565608"/>
                  <a:ext cx="101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96519D-3E47-7C81-D233-6D09146D0A56}"/>
                    </a:ext>
                  </a:extLst>
                </p14:cNvPr>
                <p14:cNvContentPartPr/>
                <p14:nvPr/>
              </p14:nvContentPartPr>
              <p14:xfrm>
                <a:off x="2336220" y="5520248"/>
                <a:ext cx="59040" cy="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96519D-3E47-7C81-D233-6D09146D0A5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27580" y="5511608"/>
                  <a:ext cx="76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42CFDA2-12A7-8CE7-4B9B-D6D5DEDE8EBD}"/>
                    </a:ext>
                  </a:extLst>
                </p14:cNvPr>
                <p14:cNvContentPartPr/>
                <p14:nvPr/>
              </p14:nvContentPartPr>
              <p14:xfrm>
                <a:off x="2669220" y="5220008"/>
                <a:ext cx="117360" cy="230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42CFDA2-12A7-8CE7-4B9B-D6D5DEDE8E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60580" y="5211008"/>
                  <a:ext cx="135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FB7EBD1-4954-0B45-3ED7-8D7090E0CBC3}"/>
                    </a:ext>
                  </a:extLst>
                </p14:cNvPr>
                <p14:cNvContentPartPr/>
                <p14:nvPr/>
              </p14:nvContentPartPr>
              <p14:xfrm>
                <a:off x="2826180" y="5392808"/>
                <a:ext cx="145440" cy="77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FB7EBD1-4954-0B45-3ED7-8D7090E0CB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17180" y="5383808"/>
                  <a:ext cx="163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E8213C1-A0BD-5346-E535-1333205EF0C1}"/>
                    </a:ext>
                  </a:extLst>
                </p14:cNvPr>
                <p14:cNvContentPartPr/>
                <p14:nvPr/>
              </p14:nvContentPartPr>
              <p14:xfrm>
                <a:off x="2871540" y="5397848"/>
                <a:ext cx="58680" cy="98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E8213C1-A0BD-5346-E535-1333205EF0C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62900" y="5389208"/>
                  <a:ext cx="76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51EEA1C-E5AD-E237-0CB6-FC22C2318749}"/>
                    </a:ext>
                  </a:extLst>
                </p14:cNvPr>
                <p14:cNvContentPartPr/>
                <p14:nvPr/>
              </p14:nvContentPartPr>
              <p14:xfrm>
                <a:off x="2573100" y="5563808"/>
                <a:ext cx="590040" cy="29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51EEA1C-E5AD-E237-0CB6-FC22C231874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64100" y="5554808"/>
                  <a:ext cx="60768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83AFA35-20B2-9317-AA3E-60372CFAB263}"/>
                  </a:ext>
                </a:extLst>
              </p14:cNvPr>
              <p14:cNvContentPartPr/>
              <p14:nvPr/>
            </p14:nvContentPartPr>
            <p14:xfrm>
              <a:off x="2632860" y="5688008"/>
              <a:ext cx="158040" cy="228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83AFA35-20B2-9317-AA3E-60372CFAB26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623860" y="5679368"/>
                <a:ext cx="1756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CC98A24-5CC4-E948-B506-440CE2C9AC72}"/>
                  </a:ext>
                </a:extLst>
              </p14:cNvPr>
              <p14:cNvContentPartPr/>
              <p14:nvPr/>
            </p14:nvContentPartPr>
            <p14:xfrm>
              <a:off x="2804940" y="5828768"/>
              <a:ext cx="169560" cy="1105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CC98A24-5CC4-E948-B506-440CE2C9AC7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796300" y="5819768"/>
                <a:ext cx="187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B54C295-9544-E913-3BD3-965A7DEB8221}"/>
                  </a:ext>
                </a:extLst>
              </p14:cNvPr>
              <p14:cNvContentPartPr/>
              <p14:nvPr/>
            </p14:nvContentPartPr>
            <p14:xfrm>
              <a:off x="2971620" y="6062768"/>
              <a:ext cx="155880" cy="1674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B54C295-9544-E913-3BD3-965A7DEB822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962620" y="6054128"/>
                <a:ext cx="1735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743D73C-297B-CD7D-2926-7E1F31303437}"/>
                  </a:ext>
                </a:extLst>
              </p14:cNvPr>
              <p14:cNvContentPartPr/>
              <p14:nvPr/>
            </p14:nvContentPartPr>
            <p14:xfrm>
              <a:off x="2939580" y="6069248"/>
              <a:ext cx="83880" cy="71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743D73C-297B-CD7D-2926-7E1F3130343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930580" y="6060248"/>
                <a:ext cx="1015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720D689-F75B-71FD-D8E0-9EC379EC6867}"/>
                  </a:ext>
                </a:extLst>
              </p14:cNvPr>
              <p14:cNvContentPartPr/>
              <p14:nvPr/>
            </p14:nvContentPartPr>
            <p14:xfrm>
              <a:off x="3216420" y="6156728"/>
              <a:ext cx="347040" cy="150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720D689-F75B-71FD-D8E0-9EC379EC686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207780" y="6148088"/>
                <a:ext cx="3646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BAB5EF6-4C20-FF85-2C50-882DF53A3997}"/>
                  </a:ext>
                </a:extLst>
              </p14:cNvPr>
              <p14:cNvContentPartPr/>
              <p14:nvPr/>
            </p14:nvContentPartPr>
            <p14:xfrm>
              <a:off x="3667860" y="6137648"/>
              <a:ext cx="232200" cy="1342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BAB5EF6-4C20-FF85-2C50-882DF53A399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59220" y="6129008"/>
                <a:ext cx="249840" cy="15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76DA574-7786-EC09-4005-142D0F6512AF}"/>
              </a:ext>
            </a:extLst>
          </p:cNvPr>
          <p:cNvGrpSpPr/>
          <p:nvPr/>
        </p:nvGrpSpPr>
        <p:grpSpPr>
          <a:xfrm>
            <a:off x="4143420" y="6024248"/>
            <a:ext cx="680760" cy="294840"/>
            <a:chOff x="4143420" y="6024248"/>
            <a:chExt cx="68076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745E10-8793-525E-9331-BAB65DDDC855}"/>
                    </a:ext>
                  </a:extLst>
                </p14:cNvPr>
                <p14:cNvContentPartPr/>
                <p14:nvPr/>
              </p14:nvContentPartPr>
              <p14:xfrm>
                <a:off x="4143420" y="6024248"/>
                <a:ext cx="159480" cy="294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745E10-8793-525E-9331-BAB65DDDC8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34420" y="6015608"/>
                  <a:ext cx="177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55B7038-954E-95A1-A633-43E297F2A007}"/>
                    </a:ext>
                  </a:extLst>
                </p14:cNvPr>
                <p14:cNvContentPartPr/>
                <p14:nvPr/>
              </p14:nvContentPartPr>
              <p14:xfrm>
                <a:off x="4327740" y="6153128"/>
                <a:ext cx="46080" cy="88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55B7038-954E-95A1-A633-43E297F2A00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19100" y="6144128"/>
                  <a:ext cx="63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3D6259-D4C0-F525-5709-D815D9E8FAF3}"/>
                    </a:ext>
                  </a:extLst>
                </p14:cNvPr>
                <p14:cNvContentPartPr/>
                <p14:nvPr/>
              </p14:nvContentPartPr>
              <p14:xfrm>
                <a:off x="4436100" y="6151328"/>
                <a:ext cx="95400" cy="84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3D6259-D4C0-F525-5709-D815D9E8FAF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427460" y="6142328"/>
                  <a:ext cx="113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9FB0E4-7F58-B5A7-8FE1-DB1644A0ECF4}"/>
                    </a:ext>
                  </a:extLst>
                </p14:cNvPr>
                <p14:cNvContentPartPr/>
                <p14:nvPr/>
              </p14:nvContentPartPr>
              <p14:xfrm>
                <a:off x="4550940" y="6183728"/>
                <a:ext cx="273240" cy="36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9FB0E4-7F58-B5A7-8FE1-DB1644A0ECF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42300" y="6175088"/>
                  <a:ext cx="29088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96300C5-A16F-D7AC-3D56-FBFB7ED57FFF}"/>
              </a:ext>
            </a:extLst>
          </p:cNvPr>
          <p:cNvGrpSpPr/>
          <p:nvPr/>
        </p:nvGrpSpPr>
        <p:grpSpPr>
          <a:xfrm>
            <a:off x="5086260" y="5979968"/>
            <a:ext cx="1790640" cy="339840"/>
            <a:chOff x="5086260" y="5979968"/>
            <a:chExt cx="179064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2ED7314-F3BA-FA4C-EB3F-05D28BAC8042}"/>
                    </a:ext>
                  </a:extLst>
                </p14:cNvPr>
                <p14:cNvContentPartPr/>
                <p14:nvPr/>
              </p14:nvContentPartPr>
              <p14:xfrm>
                <a:off x="5086260" y="6140168"/>
                <a:ext cx="171720" cy="179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2ED7314-F3BA-FA4C-EB3F-05D28BAC80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77620" y="6131168"/>
                  <a:ext cx="189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3487F53-9912-26EF-B241-1F32C6D40C5D}"/>
                    </a:ext>
                  </a:extLst>
                </p14:cNvPr>
                <p14:cNvContentPartPr/>
                <p14:nvPr/>
              </p14:nvContentPartPr>
              <p14:xfrm>
                <a:off x="5273100" y="6161768"/>
                <a:ext cx="140040" cy="41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3487F53-9912-26EF-B241-1F32C6D40C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64460" y="6152768"/>
                  <a:ext cx="157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0813B5F-475F-AF5A-98E3-64195540FAD5}"/>
                    </a:ext>
                  </a:extLst>
                </p14:cNvPr>
                <p14:cNvContentPartPr/>
                <p14:nvPr/>
              </p14:nvContentPartPr>
              <p14:xfrm>
                <a:off x="5479020" y="6150608"/>
                <a:ext cx="247680" cy="77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0813B5F-475F-AF5A-98E3-64195540FA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70020" y="6141608"/>
                  <a:ext cx="265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FE95C3A-120A-DBFA-6B49-A235287C6E42}"/>
                    </a:ext>
                  </a:extLst>
                </p14:cNvPr>
                <p14:cNvContentPartPr/>
                <p14:nvPr/>
              </p14:nvContentPartPr>
              <p14:xfrm>
                <a:off x="5751180" y="6005888"/>
                <a:ext cx="228240" cy="197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FE95C3A-120A-DBFA-6B49-A235287C6E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42540" y="5996888"/>
                  <a:ext cx="245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AAA7AE-B073-E316-7970-D263B0C06ED8}"/>
                    </a:ext>
                  </a:extLst>
                </p14:cNvPr>
                <p14:cNvContentPartPr/>
                <p14:nvPr/>
              </p14:nvContentPartPr>
              <p14:xfrm>
                <a:off x="5860260" y="6016328"/>
                <a:ext cx="16200" cy="20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AAA7AE-B073-E316-7970-D263B0C06ED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51620" y="6007328"/>
                  <a:ext cx="33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D699662-8A4F-045F-60E5-60548A189B8E}"/>
                    </a:ext>
                  </a:extLst>
                </p14:cNvPr>
                <p14:cNvContentPartPr/>
                <p14:nvPr/>
              </p14:nvContentPartPr>
              <p14:xfrm>
                <a:off x="6035220" y="6088328"/>
                <a:ext cx="226800" cy="167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D699662-8A4F-045F-60E5-60548A189B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26220" y="6079328"/>
                  <a:ext cx="244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85F1F95-AFE1-951D-A126-E0BF64C42EEE}"/>
                    </a:ext>
                  </a:extLst>
                </p14:cNvPr>
                <p14:cNvContentPartPr/>
                <p14:nvPr/>
              </p14:nvContentPartPr>
              <p14:xfrm>
                <a:off x="6109740" y="6125048"/>
                <a:ext cx="283320" cy="83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85F1F95-AFE1-951D-A126-E0BF64C42EE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00740" y="6116048"/>
                  <a:ext cx="300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FC8B3A1-962A-605A-35EA-CC0E7E1C7354}"/>
                    </a:ext>
                  </a:extLst>
                </p14:cNvPr>
                <p14:cNvContentPartPr/>
                <p14:nvPr/>
              </p14:nvContentPartPr>
              <p14:xfrm>
                <a:off x="6390180" y="5979968"/>
                <a:ext cx="152280" cy="222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FC8B3A1-962A-605A-35EA-CC0E7E1C735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81540" y="5970968"/>
                  <a:ext cx="169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BB4AD69-95A2-47CB-E91B-BA940CA7A7E9}"/>
                    </a:ext>
                  </a:extLst>
                </p14:cNvPr>
                <p14:cNvContentPartPr/>
                <p14:nvPr/>
              </p14:nvContentPartPr>
              <p14:xfrm>
                <a:off x="6463260" y="5998688"/>
                <a:ext cx="36360" cy="18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BB4AD69-95A2-47CB-E91B-BA940CA7A7E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54620" y="5989688"/>
                  <a:ext cx="54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F205968-4136-9009-F1BF-8C0D2951C6A6}"/>
                    </a:ext>
                  </a:extLst>
                </p14:cNvPr>
                <p14:cNvContentPartPr/>
                <p14:nvPr/>
              </p14:nvContentPartPr>
              <p14:xfrm>
                <a:off x="6586380" y="6097688"/>
                <a:ext cx="290520" cy="86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F205968-4136-9009-F1BF-8C0D2951C6A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577380" y="6089048"/>
                  <a:ext cx="308160" cy="104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additive quantization-noise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Useful—but only under assumptions.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16966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63488"/>
            <a:ext cx="4023360" cy="5191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235376"/>
            <a:ext cx="4572000" cy="4852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4139" y="3063240"/>
            <a:ext cx="3786922" cy="713232"/>
          </a:xfrm>
          <a:prstGeom prst="rect">
            <a:avLst/>
          </a:prstGeom>
        </p:spPr>
      </p:pic>
      <p:pic>
        <p:nvPicPr>
          <p:cNvPr id="8" name="Image 3" descr="/mnt/data/week2_dsp_ml/assets/quant_error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7203"/>
            <a:ext cx="4663440" cy="251207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217920" y="457200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/>
          <p:nvPr/>
        </p:nvSpPr>
        <p:spPr>
          <a:xfrm>
            <a:off x="6364224" y="4681728"/>
            <a:ext cx="4645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approximation when the signal spans many levels and the error is sufficiently decorrelated from the signal.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B76035-1BA4-7EC9-C86F-706CBA670A0E}"/>
              </a:ext>
            </a:extLst>
          </p:cNvPr>
          <p:cNvGrpSpPr/>
          <p:nvPr/>
        </p:nvGrpSpPr>
        <p:grpSpPr>
          <a:xfrm>
            <a:off x="6138180" y="2061368"/>
            <a:ext cx="444960" cy="129960"/>
            <a:chOff x="6138180" y="2061368"/>
            <a:chExt cx="444960" cy="1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FCFF4D-F4CA-1E61-5225-CFF63F3E4D38}"/>
                    </a:ext>
                  </a:extLst>
                </p14:cNvPr>
                <p14:cNvContentPartPr/>
                <p14:nvPr/>
              </p14:nvContentPartPr>
              <p14:xfrm>
                <a:off x="6138180" y="2124728"/>
                <a:ext cx="389520" cy="20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FCFF4D-F4CA-1E61-5225-CFF63F3E4D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29540" y="2116088"/>
                  <a:ext cx="407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CA11A3F-75A2-B08D-1CA2-9D5E4D411F80}"/>
                    </a:ext>
                  </a:extLst>
                </p14:cNvPr>
                <p14:cNvContentPartPr/>
                <p14:nvPr/>
              </p14:nvContentPartPr>
              <p14:xfrm>
                <a:off x="6436980" y="2061368"/>
                <a:ext cx="146160" cy="12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CA11A3F-75A2-B08D-1CA2-9D5E4D411F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28340" y="2052728"/>
                  <a:ext cx="16380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0D61D43-CF44-43FF-D3A5-2CDC1958667A}"/>
              </a:ext>
            </a:extLst>
          </p:cNvPr>
          <p:cNvGrpSpPr/>
          <p:nvPr/>
        </p:nvGrpSpPr>
        <p:grpSpPr>
          <a:xfrm>
            <a:off x="5475780" y="603728"/>
            <a:ext cx="4341600" cy="1158480"/>
            <a:chOff x="5475780" y="603728"/>
            <a:chExt cx="4341600" cy="11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67EAF5-F7E7-F779-8672-B08A66F8289C}"/>
                    </a:ext>
                  </a:extLst>
                </p14:cNvPr>
                <p14:cNvContentPartPr/>
                <p14:nvPr/>
              </p14:nvContentPartPr>
              <p14:xfrm>
                <a:off x="5544540" y="1542968"/>
                <a:ext cx="23040" cy="62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67EAF5-F7E7-F779-8672-B08A66F8289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35540" y="1533968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603A24-7673-9F8A-26DC-DA1BA795F0F0}"/>
                    </a:ext>
                  </a:extLst>
                </p14:cNvPr>
                <p14:cNvContentPartPr/>
                <p14:nvPr/>
              </p14:nvContentPartPr>
              <p14:xfrm>
                <a:off x="5475780" y="1444328"/>
                <a:ext cx="4320" cy="14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603A24-7673-9F8A-26DC-DA1BA795F0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67140" y="1435328"/>
                  <a:ext cx="21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F899C5-4313-CF15-7313-7E1A4E4A7A07}"/>
                    </a:ext>
                  </a:extLst>
                </p14:cNvPr>
                <p14:cNvContentPartPr/>
                <p14:nvPr/>
              </p14:nvContentPartPr>
              <p14:xfrm>
                <a:off x="5615100" y="1517408"/>
                <a:ext cx="155160" cy="48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F899C5-4313-CF15-7313-7E1A4E4A7A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06100" y="1508408"/>
                  <a:ext cx="172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EE1ED74-7E0E-284C-8261-75F00E33524F}"/>
                    </a:ext>
                  </a:extLst>
                </p14:cNvPr>
                <p14:cNvContentPartPr/>
                <p14:nvPr/>
              </p14:nvContentPartPr>
              <p14:xfrm>
                <a:off x="5896620" y="1406168"/>
                <a:ext cx="111240" cy="18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EE1ED74-7E0E-284C-8261-75F00E33524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87620" y="1397168"/>
                  <a:ext cx="128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858EE1-D019-6B6E-E8EE-DD2CCD821C3C}"/>
                    </a:ext>
                  </a:extLst>
                </p14:cNvPr>
                <p14:cNvContentPartPr/>
                <p14:nvPr/>
              </p14:nvContentPartPr>
              <p14:xfrm>
                <a:off x="6041700" y="1383848"/>
                <a:ext cx="32040" cy="97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858EE1-D019-6B6E-E8EE-DD2CCD821C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33060" y="1375208"/>
                  <a:ext cx="49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716B22-393F-F352-0DA2-233C698AA0D9}"/>
                    </a:ext>
                  </a:extLst>
                </p14:cNvPr>
                <p14:cNvContentPartPr/>
                <p14:nvPr/>
              </p14:nvContentPartPr>
              <p14:xfrm>
                <a:off x="6170940" y="1388888"/>
                <a:ext cx="104760" cy="6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716B22-393F-F352-0DA2-233C698AA0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62300" y="1380248"/>
                  <a:ext cx="122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B6569A-7EC1-9BED-0616-64DB003FBB08}"/>
                    </a:ext>
                  </a:extLst>
                </p14:cNvPr>
                <p14:cNvContentPartPr/>
                <p14:nvPr/>
              </p14:nvContentPartPr>
              <p14:xfrm>
                <a:off x="6324300" y="1334888"/>
                <a:ext cx="100800" cy="68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B6569A-7EC1-9BED-0616-64DB003FBB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15300" y="1326248"/>
                  <a:ext cx="118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9F04BE-E1B7-17D9-2D96-1D17E3FD484B}"/>
                    </a:ext>
                  </a:extLst>
                </p14:cNvPr>
                <p14:cNvContentPartPr/>
                <p14:nvPr/>
              </p14:nvContentPartPr>
              <p14:xfrm>
                <a:off x="6411060" y="1205288"/>
                <a:ext cx="190440" cy="181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9F04BE-E1B7-17D9-2D96-1D17E3FD484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02060" y="1196288"/>
                  <a:ext cx="208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AAF71D4-AF56-CD8B-CEC9-D0E253F8FFDF}"/>
                    </a:ext>
                  </a:extLst>
                </p14:cNvPr>
                <p14:cNvContentPartPr/>
                <p14:nvPr/>
              </p14:nvContentPartPr>
              <p14:xfrm>
                <a:off x="6505020" y="1175768"/>
                <a:ext cx="5040" cy="28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AAF71D4-AF56-CD8B-CEC9-D0E253F8FF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96020" y="1167128"/>
                  <a:ext cx="22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779219-7727-3F53-D440-0E72B02AE012}"/>
                    </a:ext>
                  </a:extLst>
                </p14:cNvPr>
                <p14:cNvContentPartPr/>
                <p14:nvPr/>
              </p14:nvContentPartPr>
              <p14:xfrm>
                <a:off x="6695820" y="1185848"/>
                <a:ext cx="291600" cy="140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779219-7727-3F53-D440-0E72B02AE01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86820" y="1176848"/>
                  <a:ext cx="309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2445551-043F-17DE-7C43-91CABF476E2F}"/>
                    </a:ext>
                  </a:extLst>
                </p14:cNvPr>
                <p14:cNvContentPartPr/>
                <p14:nvPr/>
              </p14:nvContentPartPr>
              <p14:xfrm>
                <a:off x="7288020" y="1090088"/>
                <a:ext cx="183960" cy="189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2445551-043F-17DE-7C43-91CABF476E2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279020" y="1081088"/>
                  <a:ext cx="201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8DDF0B-0445-1BC9-CB16-57DEC4372474}"/>
                    </a:ext>
                  </a:extLst>
                </p14:cNvPr>
                <p14:cNvContentPartPr/>
                <p14:nvPr/>
              </p14:nvContentPartPr>
              <p14:xfrm>
                <a:off x="7455420" y="1100528"/>
                <a:ext cx="165960" cy="4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8DDF0B-0445-1BC9-CB16-57DEC437247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46420" y="1091888"/>
                  <a:ext cx="183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84C82B-B9C8-4BC4-2DDF-D25F316CF258}"/>
                    </a:ext>
                  </a:extLst>
                </p14:cNvPr>
                <p14:cNvContentPartPr/>
                <p14:nvPr/>
              </p14:nvContentPartPr>
              <p14:xfrm>
                <a:off x="7627500" y="1027448"/>
                <a:ext cx="303120" cy="101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84C82B-B9C8-4BC4-2DDF-D25F316CF25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18860" y="1018448"/>
                  <a:ext cx="320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9C1C742-F6A3-2C11-7487-51E1F35149E7}"/>
                    </a:ext>
                  </a:extLst>
                </p14:cNvPr>
                <p14:cNvContentPartPr/>
                <p14:nvPr/>
              </p14:nvContentPartPr>
              <p14:xfrm>
                <a:off x="7886340" y="835568"/>
                <a:ext cx="125640" cy="204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9C1C742-F6A3-2C11-7487-51E1F35149E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77700" y="826928"/>
                  <a:ext cx="143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45E8F9-9DA4-93BE-D54B-B02D6EF7626E}"/>
                    </a:ext>
                  </a:extLst>
                </p14:cNvPr>
                <p14:cNvContentPartPr/>
                <p14:nvPr/>
              </p14:nvContentPartPr>
              <p14:xfrm>
                <a:off x="7920540" y="968408"/>
                <a:ext cx="91080" cy="18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45E8F9-9DA4-93BE-D54B-B02D6EF7626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11900" y="959768"/>
                  <a:ext cx="108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5C08A1-B766-95BE-601D-51B5F3EE369C}"/>
                    </a:ext>
                  </a:extLst>
                </p14:cNvPr>
                <p14:cNvContentPartPr/>
                <p14:nvPr/>
              </p14:nvContentPartPr>
              <p14:xfrm>
                <a:off x="8223300" y="771848"/>
                <a:ext cx="324360" cy="167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5C08A1-B766-95BE-601D-51B5F3EE369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14660" y="762848"/>
                  <a:ext cx="342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BE5C3F-6964-C0CD-F89F-D6FA58DA8119}"/>
                    </a:ext>
                  </a:extLst>
                </p14:cNvPr>
                <p14:cNvContentPartPr/>
                <p14:nvPr/>
              </p14:nvContentPartPr>
              <p14:xfrm>
                <a:off x="8613540" y="700208"/>
                <a:ext cx="213840" cy="137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9BE5C3F-6964-C0CD-F89F-D6FA58DA811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04900" y="691568"/>
                  <a:ext cx="231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BE71106-508F-7403-7B69-5949C3EC137D}"/>
                    </a:ext>
                  </a:extLst>
                </p14:cNvPr>
                <p14:cNvContentPartPr/>
                <p14:nvPr/>
              </p14:nvContentPartPr>
              <p14:xfrm>
                <a:off x="9003060" y="603728"/>
                <a:ext cx="221040" cy="135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BE71106-508F-7403-7B69-5949C3EC137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94060" y="594728"/>
                  <a:ext cx="238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0F1188-817B-10B4-9BB9-D4575C687855}"/>
                    </a:ext>
                  </a:extLst>
                </p14:cNvPr>
                <p14:cNvContentPartPr/>
                <p14:nvPr/>
              </p14:nvContentPartPr>
              <p14:xfrm>
                <a:off x="6174900" y="1714328"/>
                <a:ext cx="36720" cy="47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0F1188-817B-10B4-9BB9-D4575C68785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66260" y="1705328"/>
                  <a:ext cx="54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BBDA60-0CA0-8958-9A4D-076E3C2DEB7B}"/>
                    </a:ext>
                  </a:extLst>
                </p14:cNvPr>
                <p14:cNvContentPartPr/>
                <p14:nvPr/>
              </p14:nvContentPartPr>
              <p14:xfrm>
                <a:off x="6102540" y="1615688"/>
                <a:ext cx="2520" cy="6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BBDA60-0CA0-8958-9A4D-076E3C2DEB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093540" y="160668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FABEFC-1D83-4CCE-2A33-DEAADCC43099}"/>
                    </a:ext>
                  </a:extLst>
                </p14:cNvPr>
                <p14:cNvContentPartPr/>
                <p14:nvPr/>
              </p14:nvContentPartPr>
              <p14:xfrm>
                <a:off x="6207660" y="1642688"/>
                <a:ext cx="91440" cy="11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FABEFC-1D83-4CCE-2A33-DEAADCC4309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98660" y="1634048"/>
                  <a:ext cx="109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F9427E1-CFA2-714F-363E-1CDCC9743811}"/>
                    </a:ext>
                  </a:extLst>
                </p14:cNvPr>
                <p14:cNvContentPartPr/>
                <p14:nvPr/>
              </p14:nvContentPartPr>
              <p14:xfrm>
                <a:off x="6547500" y="1538288"/>
                <a:ext cx="258480" cy="129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F9427E1-CFA2-714F-363E-1CDCC974381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538500" y="1529648"/>
                  <a:ext cx="276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771B75-3B29-00B2-028F-2380F8D82C4C}"/>
                    </a:ext>
                  </a:extLst>
                </p14:cNvPr>
                <p14:cNvContentPartPr/>
                <p14:nvPr/>
              </p14:nvContentPartPr>
              <p14:xfrm>
                <a:off x="6794460" y="1537568"/>
                <a:ext cx="111960" cy="63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771B75-3B29-00B2-028F-2380F8D82C4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785820" y="1528928"/>
                  <a:ext cx="129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CFAE31-A0A2-B829-AED2-CDB7E1F56B73}"/>
                    </a:ext>
                  </a:extLst>
                </p14:cNvPr>
                <p14:cNvContentPartPr/>
                <p14:nvPr/>
              </p14:nvContentPartPr>
              <p14:xfrm>
                <a:off x="6988140" y="1449368"/>
                <a:ext cx="91080" cy="135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CFAE31-A0A2-B829-AED2-CDB7E1F56B7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979140" y="1440368"/>
                  <a:ext cx="108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13CFEE0-4DCE-AB7D-6BEB-281FEA9E4CA6}"/>
                    </a:ext>
                  </a:extLst>
                </p14:cNvPr>
                <p14:cNvContentPartPr/>
                <p14:nvPr/>
              </p14:nvContentPartPr>
              <p14:xfrm>
                <a:off x="7113780" y="1504808"/>
                <a:ext cx="97200" cy="49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13CFEE0-4DCE-AB7D-6BEB-281FEA9E4CA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04780" y="1495808"/>
                  <a:ext cx="114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A06E2B-9B97-852A-B175-956EB333A9A2}"/>
                    </a:ext>
                  </a:extLst>
                </p14:cNvPr>
                <p14:cNvContentPartPr/>
                <p14:nvPr/>
              </p14:nvContentPartPr>
              <p14:xfrm>
                <a:off x="7226820" y="1464488"/>
                <a:ext cx="124560" cy="36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A06E2B-9B97-852A-B175-956EB333A9A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217820" y="1455848"/>
                  <a:ext cx="14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C2675D-C6FC-561D-4AC1-E2E810FE8A49}"/>
                    </a:ext>
                  </a:extLst>
                </p14:cNvPr>
                <p14:cNvContentPartPr/>
                <p14:nvPr/>
              </p14:nvContentPartPr>
              <p14:xfrm>
                <a:off x="7392060" y="1413008"/>
                <a:ext cx="95760" cy="70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C2675D-C6FC-561D-4AC1-E2E810FE8A4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83060" y="1404008"/>
                  <a:ext cx="113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427C5ED-1B75-0518-7121-5440D02061A9}"/>
                    </a:ext>
                  </a:extLst>
                </p14:cNvPr>
                <p14:cNvContentPartPr/>
                <p14:nvPr/>
              </p14:nvContentPartPr>
              <p14:xfrm>
                <a:off x="7450020" y="1278008"/>
                <a:ext cx="185760" cy="192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427C5ED-1B75-0518-7121-5440D02061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41380" y="1269008"/>
                  <a:ext cx="203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452489B-BF23-7C52-188A-0EE1DAA13E95}"/>
                    </a:ext>
                  </a:extLst>
                </p14:cNvPr>
                <p14:cNvContentPartPr/>
                <p14:nvPr/>
              </p14:nvContentPartPr>
              <p14:xfrm>
                <a:off x="7640100" y="1200248"/>
                <a:ext cx="355680" cy="327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452489B-BF23-7C52-188A-0EE1DAA13E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31460" y="1191608"/>
                  <a:ext cx="3733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1FD112-D40B-9681-CC96-B5DF3860A418}"/>
                    </a:ext>
                  </a:extLst>
                </p14:cNvPr>
                <p14:cNvContentPartPr/>
                <p14:nvPr/>
              </p14:nvContentPartPr>
              <p14:xfrm>
                <a:off x="8124660" y="1162088"/>
                <a:ext cx="398520" cy="127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1FD112-D40B-9681-CC96-B5DF3860A41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16020" y="1153088"/>
                  <a:ext cx="416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1B42FD-E44C-D5E6-7B12-DA0C7EBD64E6}"/>
                    </a:ext>
                  </a:extLst>
                </p14:cNvPr>
                <p14:cNvContentPartPr/>
                <p14:nvPr/>
              </p14:nvContentPartPr>
              <p14:xfrm>
                <a:off x="8562060" y="1173968"/>
                <a:ext cx="45720" cy="48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1B42FD-E44C-D5E6-7B12-DA0C7EBD64E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53060" y="1165328"/>
                  <a:ext cx="63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7AAA5CF-7616-7C2A-6029-B89972A47B92}"/>
                    </a:ext>
                  </a:extLst>
                </p14:cNvPr>
                <p14:cNvContentPartPr/>
                <p14:nvPr/>
              </p14:nvContentPartPr>
              <p14:xfrm>
                <a:off x="8489340" y="1035368"/>
                <a:ext cx="5400" cy="50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7AAA5CF-7616-7C2A-6029-B89972A47B9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80340" y="1026728"/>
                  <a:ext cx="23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24819E-A1CF-73E4-3A5B-0473236C35A3}"/>
                    </a:ext>
                  </a:extLst>
                </p14:cNvPr>
                <p14:cNvContentPartPr/>
                <p14:nvPr/>
              </p14:nvContentPartPr>
              <p14:xfrm>
                <a:off x="8626140" y="1007648"/>
                <a:ext cx="128880" cy="298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24819E-A1CF-73E4-3A5B-0473236C35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17140" y="999008"/>
                  <a:ext cx="1465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2BFA01-8CD4-9C54-C451-AF456244638A}"/>
                    </a:ext>
                  </a:extLst>
                </p14:cNvPr>
                <p14:cNvContentPartPr/>
                <p14:nvPr/>
              </p14:nvContentPartPr>
              <p14:xfrm>
                <a:off x="8721180" y="1069928"/>
                <a:ext cx="111960" cy="79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2BFA01-8CD4-9C54-C451-AF456244638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12180" y="1060928"/>
                  <a:ext cx="129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2A34B2D-ADE0-F65C-2704-6C8FDC5D7A3C}"/>
                    </a:ext>
                  </a:extLst>
                </p14:cNvPr>
                <p14:cNvContentPartPr/>
                <p14:nvPr/>
              </p14:nvContentPartPr>
              <p14:xfrm>
                <a:off x="8864820" y="1015568"/>
                <a:ext cx="50760" cy="81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2A34B2D-ADE0-F65C-2704-6C8FDC5D7A3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55820" y="1006928"/>
                  <a:ext cx="68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2BE5CB3-6BE9-6F12-4D3A-1629A62AFAF3}"/>
                    </a:ext>
                  </a:extLst>
                </p14:cNvPr>
                <p14:cNvContentPartPr/>
                <p14:nvPr/>
              </p14:nvContentPartPr>
              <p14:xfrm>
                <a:off x="9008820" y="987848"/>
                <a:ext cx="324720" cy="8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2BE5CB3-6BE9-6F12-4D3A-1629A62AFAF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99820" y="979208"/>
                  <a:ext cx="342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19EC4DF-0B1E-B396-7E07-60618439C1F8}"/>
                    </a:ext>
                  </a:extLst>
                </p14:cNvPr>
                <p14:cNvContentPartPr/>
                <p14:nvPr/>
              </p14:nvContentPartPr>
              <p14:xfrm>
                <a:off x="8203500" y="1584368"/>
                <a:ext cx="28440" cy="58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19EC4DF-0B1E-B396-7E07-60618439C1F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194500" y="1575728"/>
                  <a:ext cx="46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CC02DF-A937-EB37-71DE-3AC72439E1DE}"/>
                    </a:ext>
                  </a:extLst>
                </p14:cNvPr>
                <p14:cNvContentPartPr/>
                <p14:nvPr/>
              </p14:nvContentPartPr>
              <p14:xfrm>
                <a:off x="8128620" y="1461248"/>
                <a:ext cx="33480" cy="40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CC02DF-A937-EB37-71DE-3AC72439E1D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19980" y="1452608"/>
                  <a:ext cx="511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12AD4E3-D63A-5FDD-A115-615F9579EB4F}"/>
                    </a:ext>
                  </a:extLst>
                </p14:cNvPr>
                <p14:cNvContentPartPr/>
                <p14:nvPr/>
              </p14:nvContentPartPr>
              <p14:xfrm>
                <a:off x="8233380" y="1425608"/>
                <a:ext cx="197280" cy="30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12AD4E3-D63A-5FDD-A115-615F9579EB4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24380" y="1416968"/>
                  <a:ext cx="2149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64BFAC-BFDB-5106-3448-076A09897DEE}"/>
                    </a:ext>
                  </a:extLst>
                </p14:cNvPr>
                <p14:cNvContentPartPr/>
                <p14:nvPr/>
              </p14:nvContentPartPr>
              <p14:xfrm>
                <a:off x="8281980" y="1610288"/>
                <a:ext cx="93240" cy="21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64BFAC-BFDB-5106-3448-076A09897DE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73340" y="1601648"/>
                  <a:ext cx="110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838F2E-D8DC-90FB-2EA4-BD5FEEAA9B15}"/>
                    </a:ext>
                  </a:extLst>
                </p14:cNvPr>
                <p14:cNvContentPartPr/>
                <p14:nvPr/>
              </p14:nvContentPartPr>
              <p14:xfrm>
                <a:off x="8660340" y="1438208"/>
                <a:ext cx="74880" cy="113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838F2E-D8DC-90FB-2EA4-BD5FEEAA9B1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651700" y="1429208"/>
                  <a:ext cx="92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4B936E4-DC6B-5E45-C62F-459F845BD1F8}"/>
                    </a:ext>
                  </a:extLst>
                </p14:cNvPr>
                <p14:cNvContentPartPr/>
                <p14:nvPr/>
              </p14:nvContentPartPr>
              <p14:xfrm>
                <a:off x="8600220" y="1401848"/>
                <a:ext cx="216360" cy="172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4B936E4-DC6B-5E45-C62F-459F845BD1F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591220" y="1392848"/>
                  <a:ext cx="234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E1C5B6B-11CE-7151-7966-3FD2BEA0E692}"/>
                    </a:ext>
                  </a:extLst>
                </p14:cNvPr>
                <p14:cNvContentPartPr/>
                <p14:nvPr/>
              </p14:nvContentPartPr>
              <p14:xfrm>
                <a:off x="8861220" y="1381688"/>
                <a:ext cx="122400" cy="91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E1C5B6B-11CE-7151-7966-3FD2BEA0E69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52220" y="1373048"/>
                  <a:ext cx="140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60B307F-F6DE-A64F-A82A-3E84AE39C54B}"/>
                    </a:ext>
                  </a:extLst>
                </p14:cNvPr>
                <p14:cNvContentPartPr/>
                <p14:nvPr/>
              </p14:nvContentPartPr>
              <p14:xfrm>
                <a:off x="8942220" y="1462688"/>
                <a:ext cx="87840" cy="61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60B307F-F6DE-A64F-A82A-3E84AE39C54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33220" y="1453688"/>
                  <a:ext cx="105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DA1D8F7-D63E-ED61-16BF-A184E222E940}"/>
                    </a:ext>
                  </a:extLst>
                </p14:cNvPr>
                <p14:cNvContentPartPr/>
                <p14:nvPr/>
              </p14:nvContentPartPr>
              <p14:xfrm>
                <a:off x="9092340" y="1206368"/>
                <a:ext cx="161640" cy="197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DA1D8F7-D63E-ED61-16BF-A184E222E94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83340" y="1197368"/>
                  <a:ext cx="179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69D12B-1E1F-46E2-A542-48663CB1328E}"/>
                    </a:ext>
                  </a:extLst>
                </p14:cNvPr>
                <p14:cNvContentPartPr/>
                <p14:nvPr/>
              </p14:nvContentPartPr>
              <p14:xfrm>
                <a:off x="9372420" y="1163528"/>
                <a:ext cx="154080" cy="173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69D12B-1E1F-46E2-A542-48663CB1328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63420" y="1154888"/>
                  <a:ext cx="171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D92FCE9-7CFB-1F6D-10D9-2280E8016B28}"/>
                    </a:ext>
                  </a:extLst>
                </p14:cNvPr>
                <p14:cNvContentPartPr/>
                <p14:nvPr/>
              </p14:nvContentPartPr>
              <p14:xfrm>
                <a:off x="9559620" y="1246688"/>
                <a:ext cx="36360" cy="4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D92FCE9-7CFB-1F6D-10D9-2280E8016B2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50620" y="1238048"/>
                  <a:ext cx="54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D48E6B-5675-58C1-5F9A-91DE86E275BC}"/>
                    </a:ext>
                  </a:extLst>
                </p14:cNvPr>
                <p14:cNvContentPartPr/>
                <p14:nvPr/>
              </p14:nvContentPartPr>
              <p14:xfrm>
                <a:off x="9468900" y="1097288"/>
                <a:ext cx="7920" cy="27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D48E6B-5675-58C1-5F9A-91DE86E275B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60260" y="1088648"/>
                  <a:ext cx="25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AE104E4-3FE8-005F-59A9-48073969FAC4}"/>
                    </a:ext>
                  </a:extLst>
                </p14:cNvPr>
                <p14:cNvContentPartPr/>
                <p14:nvPr/>
              </p14:nvContentPartPr>
              <p14:xfrm>
                <a:off x="9569700" y="1085768"/>
                <a:ext cx="123840" cy="189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AE104E4-3FE8-005F-59A9-48073969FAC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61060" y="1076768"/>
                  <a:ext cx="141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D75BB9-87CD-A92B-AEAE-4C0938498D79}"/>
                    </a:ext>
                  </a:extLst>
                </p14:cNvPr>
                <p14:cNvContentPartPr/>
                <p14:nvPr/>
              </p14:nvContentPartPr>
              <p14:xfrm>
                <a:off x="9575100" y="1198088"/>
                <a:ext cx="104400" cy="27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D75BB9-87CD-A92B-AEAE-4C0938498D7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66100" y="1189448"/>
                  <a:ext cx="12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40F4A4A-5722-A2C1-1820-C9BC5AE91EDA}"/>
                    </a:ext>
                  </a:extLst>
                </p14:cNvPr>
                <p14:cNvContentPartPr/>
                <p14:nvPr/>
              </p14:nvContentPartPr>
              <p14:xfrm>
                <a:off x="9728100" y="1129688"/>
                <a:ext cx="89280" cy="158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40F4A4A-5722-A2C1-1820-C9BC5AE91ED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19100" y="1120688"/>
                  <a:ext cx="1069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1B27F00-E3D7-58FF-6ABF-EDD50144B117}"/>
                  </a:ext>
                </a:extLst>
              </p14:cNvPr>
              <p14:cNvContentPartPr/>
              <p14:nvPr/>
            </p14:nvContentPartPr>
            <p14:xfrm>
              <a:off x="724860" y="2769128"/>
              <a:ext cx="1431360" cy="612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1B27F00-E3D7-58FF-6ABF-EDD50144B11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15860" y="2760128"/>
                <a:ext cx="144900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14C8C92-D62C-5562-DBEA-FEB16AE66FD9}"/>
                  </a:ext>
                </a:extLst>
              </p14:cNvPr>
              <p14:cNvContentPartPr/>
              <p14:nvPr/>
            </p14:nvContentPartPr>
            <p14:xfrm>
              <a:off x="1954980" y="2748608"/>
              <a:ext cx="263880" cy="1612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14C8C92-D62C-5562-DBEA-FEB16AE66FD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945980" y="2739968"/>
                <a:ext cx="2815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A906193-D163-40C4-0CF5-552D57C04118}"/>
                  </a:ext>
                </a:extLst>
              </p14:cNvPr>
              <p14:cNvContentPartPr/>
              <p14:nvPr/>
            </p14:nvContentPartPr>
            <p14:xfrm>
              <a:off x="222660" y="3783248"/>
              <a:ext cx="164880" cy="939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A906193-D163-40C4-0CF5-552D57C0411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13660" y="3774608"/>
                <a:ext cx="1825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EDEA14C-13EC-F515-0C2D-8D63E75212E5}"/>
                  </a:ext>
                </a:extLst>
              </p14:cNvPr>
              <p14:cNvContentPartPr/>
              <p14:nvPr/>
            </p14:nvContentPartPr>
            <p14:xfrm>
              <a:off x="394740" y="3742568"/>
              <a:ext cx="165960" cy="554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EDEA14C-13EC-F515-0C2D-8D63E75212E5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85740" y="3733568"/>
                <a:ext cx="1836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F62E1F9-C54F-4208-A061-48471343894D}"/>
                  </a:ext>
                </a:extLst>
              </p14:cNvPr>
              <p14:cNvContentPartPr/>
              <p14:nvPr/>
            </p14:nvContentPartPr>
            <p14:xfrm>
              <a:off x="592020" y="3709448"/>
              <a:ext cx="58680" cy="583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F62E1F9-C54F-4208-A061-48471343894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83380" y="3700448"/>
                <a:ext cx="763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59D54B9-EC9F-D868-B26B-9F29EC1A74F6}"/>
                  </a:ext>
                </a:extLst>
              </p14:cNvPr>
              <p14:cNvContentPartPr/>
              <p14:nvPr/>
            </p14:nvContentPartPr>
            <p14:xfrm>
              <a:off x="508860" y="3589928"/>
              <a:ext cx="31680" cy="352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59D54B9-EC9F-D868-B26B-9F29EC1A74F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00220" y="3580928"/>
                <a:ext cx="493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830729F-9C67-B938-C4D4-0C48F7A7ED74}"/>
                  </a:ext>
                </a:extLst>
              </p14:cNvPr>
              <p14:cNvContentPartPr/>
              <p14:nvPr/>
            </p14:nvContentPartPr>
            <p14:xfrm>
              <a:off x="651420" y="3532688"/>
              <a:ext cx="185040" cy="275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830729F-9C67-B938-C4D4-0C48F7A7ED7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42420" y="3524048"/>
                <a:ext cx="2026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ADDA09B-D097-4F2E-C01C-1875AD9BB13A}"/>
                  </a:ext>
                </a:extLst>
              </p14:cNvPr>
              <p14:cNvContentPartPr/>
              <p14:nvPr/>
            </p14:nvContentPartPr>
            <p14:xfrm>
              <a:off x="801180" y="3454928"/>
              <a:ext cx="236880" cy="2192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ADDA09B-D097-4F2E-C01C-1875AD9BB13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92180" y="3445928"/>
                <a:ext cx="2545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FB97841-72F3-741A-B9DC-DE9C1951F9E1}"/>
                  </a:ext>
                </a:extLst>
              </p14:cNvPr>
              <p14:cNvContentPartPr/>
              <p14:nvPr/>
            </p14:nvContentPartPr>
            <p14:xfrm>
              <a:off x="1096020" y="3457808"/>
              <a:ext cx="252360" cy="806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FB97841-72F3-741A-B9DC-DE9C1951F9E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87380" y="3449168"/>
                <a:ext cx="27000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9F831CE-0DEA-11C6-E1FA-A29038D3380E}"/>
              </a:ext>
            </a:extLst>
          </p:cNvPr>
          <p:cNvGrpSpPr/>
          <p:nvPr/>
        </p:nvGrpSpPr>
        <p:grpSpPr>
          <a:xfrm>
            <a:off x="296460" y="3948488"/>
            <a:ext cx="1039320" cy="741240"/>
            <a:chOff x="296460" y="3948488"/>
            <a:chExt cx="103932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46DBBF9-11EE-D14E-86C9-9EA72814204E}"/>
                    </a:ext>
                  </a:extLst>
                </p14:cNvPr>
                <p14:cNvContentPartPr/>
                <p14:nvPr/>
              </p14:nvContentPartPr>
              <p14:xfrm>
                <a:off x="296460" y="4090328"/>
                <a:ext cx="183960" cy="207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46DBBF9-11EE-D14E-86C9-9EA72814204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87460" y="4081328"/>
                  <a:ext cx="201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4135A3-5C33-28C5-1150-97077B104B06}"/>
                    </a:ext>
                  </a:extLst>
                </p14:cNvPr>
                <p14:cNvContentPartPr/>
                <p14:nvPr/>
              </p14:nvContentPartPr>
              <p14:xfrm>
                <a:off x="488340" y="4166648"/>
                <a:ext cx="60480" cy="61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4135A3-5C33-28C5-1150-97077B104B0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9340" y="4157648"/>
                  <a:ext cx="78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620F860-8DCE-2F3E-7AEA-F4EE1E9B7906}"/>
                    </a:ext>
                  </a:extLst>
                </p14:cNvPr>
                <p14:cNvContentPartPr/>
                <p14:nvPr/>
              </p14:nvContentPartPr>
              <p14:xfrm>
                <a:off x="457020" y="4068008"/>
                <a:ext cx="12240" cy="39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620F860-8DCE-2F3E-7AEA-F4EE1E9B790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48020" y="4059008"/>
                  <a:ext cx="29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2E15632-D1C7-DDFD-1F81-49B8FBDFB2C4}"/>
                    </a:ext>
                  </a:extLst>
                </p14:cNvPr>
                <p14:cNvContentPartPr/>
                <p14:nvPr/>
              </p14:nvContentPartPr>
              <p14:xfrm>
                <a:off x="559980" y="4083488"/>
                <a:ext cx="127800" cy="100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2E15632-D1C7-DDFD-1F81-49B8FBDFB2C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51340" y="4074488"/>
                  <a:ext cx="145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6D28A8-F80A-51AF-C8DC-6465F13696A7}"/>
                    </a:ext>
                  </a:extLst>
                </p14:cNvPr>
                <p14:cNvContentPartPr/>
                <p14:nvPr/>
              </p14:nvContentPartPr>
              <p14:xfrm>
                <a:off x="592020" y="3948488"/>
                <a:ext cx="148320" cy="171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6D28A8-F80A-51AF-C8DC-6465F13696A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83380" y="3939488"/>
                  <a:ext cx="165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975025-68FE-8166-959E-2ABFA3F00D96}"/>
                    </a:ext>
                  </a:extLst>
                </p14:cNvPr>
                <p14:cNvContentPartPr/>
                <p14:nvPr/>
              </p14:nvContentPartPr>
              <p14:xfrm>
                <a:off x="613980" y="4052528"/>
                <a:ext cx="123840" cy="54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975025-68FE-8166-959E-2ABFA3F00D9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5340" y="4043528"/>
                  <a:ext cx="141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0C61A08-C95B-A454-3C6D-2BB241F40216}"/>
                    </a:ext>
                  </a:extLst>
                </p14:cNvPr>
                <p14:cNvContentPartPr/>
                <p14:nvPr/>
              </p14:nvContentPartPr>
              <p14:xfrm>
                <a:off x="752220" y="3949208"/>
                <a:ext cx="105840" cy="117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0C61A08-C95B-A454-3C6D-2BB241F4021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3580" y="3940208"/>
                  <a:ext cx="123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EBFA0F6-9C44-2371-C3D7-55A9B11E0A72}"/>
                    </a:ext>
                  </a:extLst>
                </p14:cNvPr>
                <p14:cNvContentPartPr/>
                <p14:nvPr/>
              </p14:nvContentPartPr>
              <p14:xfrm>
                <a:off x="986940" y="4010768"/>
                <a:ext cx="5760" cy="11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EBFA0F6-9C44-2371-C3D7-55A9B11E0A7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77940" y="4001768"/>
                  <a:ext cx="23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704DE31-8CCD-4614-1B8C-FE5486AE262D}"/>
                    </a:ext>
                  </a:extLst>
                </p14:cNvPr>
                <p14:cNvContentPartPr/>
                <p14:nvPr/>
              </p14:nvContentPartPr>
              <p14:xfrm>
                <a:off x="416700" y="4628888"/>
                <a:ext cx="45360" cy="60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704DE31-8CCD-4614-1B8C-FE5486AE262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07700" y="4620248"/>
                  <a:ext cx="63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6661EA5-EE4E-608C-B00F-17AE33EDA405}"/>
                    </a:ext>
                  </a:extLst>
                </p14:cNvPr>
                <p14:cNvContentPartPr/>
                <p14:nvPr/>
              </p14:nvContentPartPr>
              <p14:xfrm>
                <a:off x="327060" y="4525208"/>
                <a:ext cx="26640" cy="14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6661EA5-EE4E-608C-B00F-17AE33EDA40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8420" y="4516208"/>
                  <a:ext cx="44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52C4F94-D37D-2C30-CD36-C16FC6407BC9}"/>
                    </a:ext>
                  </a:extLst>
                </p14:cNvPr>
                <p14:cNvContentPartPr/>
                <p14:nvPr/>
              </p14:nvContentPartPr>
              <p14:xfrm>
                <a:off x="462060" y="4582448"/>
                <a:ext cx="121320" cy="58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52C4F94-D37D-2C30-CD36-C16FC6407BC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3420" y="4573808"/>
                  <a:ext cx="138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29B3A42-8049-B48C-9C8F-1C5D086955E2}"/>
                    </a:ext>
                  </a:extLst>
                </p14:cNvPr>
                <p14:cNvContentPartPr/>
                <p14:nvPr/>
              </p14:nvContentPartPr>
              <p14:xfrm>
                <a:off x="794340" y="4451048"/>
                <a:ext cx="130680" cy="53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29B3A42-8049-B48C-9C8F-1C5D086955E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5700" y="4442048"/>
                  <a:ext cx="148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7F4371-4D89-FE59-7895-FCA0FDE718A1}"/>
                    </a:ext>
                  </a:extLst>
                </p14:cNvPr>
                <p14:cNvContentPartPr/>
                <p14:nvPr/>
              </p14:nvContentPartPr>
              <p14:xfrm>
                <a:off x="972900" y="4290128"/>
                <a:ext cx="223560" cy="116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7F4371-4D89-FE59-7895-FCA0FDE718A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63900" y="4281488"/>
                  <a:ext cx="241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81B325A-8FE7-1C3F-77D5-204AB3E22128}"/>
                    </a:ext>
                  </a:extLst>
                </p14:cNvPr>
                <p14:cNvContentPartPr/>
                <p14:nvPr/>
              </p14:nvContentPartPr>
              <p14:xfrm>
                <a:off x="1036980" y="4416128"/>
                <a:ext cx="225720" cy="114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81B325A-8FE7-1C3F-77D5-204AB3E2212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8340" y="4407128"/>
                  <a:ext cx="2433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0ACF0F1-2086-840E-DD80-D5E69D947F69}"/>
                    </a:ext>
                  </a:extLst>
                </p14:cNvPr>
                <p14:cNvContentPartPr/>
                <p14:nvPr/>
              </p14:nvContentPartPr>
              <p14:xfrm>
                <a:off x="1137780" y="4581368"/>
                <a:ext cx="198000" cy="93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0ACF0F1-2086-840E-DD80-D5E69D947F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28780" y="4572368"/>
                  <a:ext cx="2156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CC06190-D776-6934-E434-9ECC96362AB4}"/>
              </a:ext>
            </a:extLst>
          </p:cNvPr>
          <p:cNvGrpSpPr/>
          <p:nvPr/>
        </p:nvGrpSpPr>
        <p:grpSpPr>
          <a:xfrm>
            <a:off x="1480500" y="3953168"/>
            <a:ext cx="558360" cy="411120"/>
            <a:chOff x="1480500" y="3953168"/>
            <a:chExt cx="55836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E2247C0-D48F-501D-D593-A787AC727ED0}"/>
                    </a:ext>
                  </a:extLst>
                </p14:cNvPr>
                <p14:cNvContentPartPr/>
                <p14:nvPr/>
              </p14:nvContentPartPr>
              <p14:xfrm>
                <a:off x="1480500" y="4351688"/>
                <a:ext cx="21960" cy="12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E2247C0-D48F-501D-D593-A787AC727ED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71860" y="4343048"/>
                  <a:ext cx="39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BEB6110-EC33-8B39-11AA-14D07BF519D0}"/>
                    </a:ext>
                  </a:extLst>
                </p14:cNvPr>
                <p14:cNvContentPartPr/>
                <p14:nvPr/>
              </p14:nvContentPartPr>
              <p14:xfrm>
                <a:off x="1542780" y="4266008"/>
                <a:ext cx="108720" cy="51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BEB6110-EC33-8B39-11AA-14D07BF519D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34140" y="4257008"/>
                  <a:ext cx="126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7F5261-89F8-02AA-73A8-BAD5F5DE16DB}"/>
                    </a:ext>
                  </a:extLst>
                </p14:cNvPr>
                <p14:cNvContentPartPr/>
                <p14:nvPr/>
              </p14:nvContentPartPr>
              <p14:xfrm>
                <a:off x="1651500" y="3953168"/>
                <a:ext cx="183240" cy="146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7F5261-89F8-02AA-73A8-BAD5F5DE16D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42500" y="3944528"/>
                  <a:ext cx="200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BAEC8A2-8C30-5727-9FC1-FC222BC57062}"/>
                    </a:ext>
                  </a:extLst>
                </p14:cNvPr>
                <p14:cNvContentPartPr/>
                <p14:nvPr/>
              </p14:nvContentPartPr>
              <p14:xfrm>
                <a:off x="1772460" y="4083488"/>
                <a:ext cx="165600" cy="10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BAEC8A2-8C30-5727-9FC1-FC222BC5706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763460" y="4074488"/>
                  <a:ext cx="183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2EA7947-E55D-B35E-02E6-AD608C4AE4E1}"/>
                    </a:ext>
                  </a:extLst>
                </p14:cNvPr>
                <p14:cNvContentPartPr/>
                <p14:nvPr/>
              </p14:nvContentPartPr>
              <p14:xfrm>
                <a:off x="1849500" y="4206968"/>
                <a:ext cx="189360" cy="97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2EA7947-E55D-B35E-02E6-AD608C4AE4E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840500" y="4197968"/>
                  <a:ext cx="207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2DE977-A3B4-FB9F-48C6-1E27920009E1}"/>
                    </a:ext>
                  </a:extLst>
                </p14:cNvPr>
                <p14:cNvContentPartPr/>
                <p14:nvPr/>
              </p14:nvContentPartPr>
              <p14:xfrm>
                <a:off x="1529460" y="4041008"/>
                <a:ext cx="55800" cy="84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2DE977-A3B4-FB9F-48C6-1E27920009E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20820" y="4032368"/>
                  <a:ext cx="73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2940D99-E1F9-CAD3-3854-F749D2FE0D5C}"/>
                    </a:ext>
                  </a:extLst>
                </p14:cNvPr>
                <p14:cNvContentPartPr/>
                <p14:nvPr/>
              </p14:nvContentPartPr>
              <p14:xfrm>
                <a:off x="1521900" y="4073048"/>
                <a:ext cx="83520" cy="35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2940D99-E1F9-CAD3-3854-F749D2FE0D5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13260" y="4064408"/>
                  <a:ext cx="101160" cy="5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25FE0A0-3BB1-5EA0-1A51-427D265AD6D0}"/>
                  </a:ext>
                </a:extLst>
              </p14:cNvPr>
              <p14:cNvContentPartPr/>
              <p14:nvPr/>
            </p14:nvContentPartPr>
            <p14:xfrm>
              <a:off x="4101660" y="3958208"/>
              <a:ext cx="1400040" cy="738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25FE0A0-3BB1-5EA0-1A51-427D265AD6D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093020" y="3949208"/>
                <a:ext cx="1417680" cy="9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quantization-noise variance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error over one quantization interval.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51755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158" y="1280160"/>
            <a:ext cx="4659923" cy="685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768" y="2286000"/>
            <a:ext cx="3402623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1560" y="3794760"/>
            <a:ext cx="996696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197864" y="3904488"/>
            <a:ext cx="9674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additional bit halves Δ → noise power falls by a factor of 4 → about 6 dB improvement.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BF899C8-4345-EC19-A4C8-74BF66D034EC}"/>
                  </a:ext>
                </a:extLst>
              </p14:cNvPr>
              <p14:cNvContentPartPr/>
              <p14:nvPr/>
            </p14:nvContentPartPr>
            <p14:xfrm>
              <a:off x="6220260" y="2579048"/>
              <a:ext cx="491040" cy="128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BF899C8-4345-EC19-A4C8-74BF66D034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1260" y="2570048"/>
                <a:ext cx="50868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599172C-7A5A-1245-B800-754D59324D16}"/>
              </a:ext>
            </a:extLst>
          </p:cNvPr>
          <p:cNvGrpSpPr/>
          <p:nvPr/>
        </p:nvGrpSpPr>
        <p:grpSpPr>
          <a:xfrm>
            <a:off x="7039620" y="1932488"/>
            <a:ext cx="4080960" cy="1104840"/>
            <a:chOff x="7039620" y="1932488"/>
            <a:chExt cx="4080960" cy="11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D778E7-3EBD-1806-68C9-05C0254D3886}"/>
                    </a:ext>
                  </a:extLst>
                </p14:cNvPr>
                <p14:cNvContentPartPr/>
                <p14:nvPr/>
              </p14:nvContentPartPr>
              <p14:xfrm>
                <a:off x="7039620" y="2477168"/>
                <a:ext cx="136440" cy="169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D778E7-3EBD-1806-68C9-05C0254D388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30620" y="2468528"/>
                  <a:ext cx="154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36B14C-71AD-2A23-DC0C-1292C80698BC}"/>
                    </a:ext>
                  </a:extLst>
                </p14:cNvPr>
                <p14:cNvContentPartPr/>
                <p14:nvPr/>
              </p14:nvContentPartPr>
              <p14:xfrm>
                <a:off x="7219620" y="2477168"/>
                <a:ext cx="397800" cy="126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36B14C-71AD-2A23-DC0C-1292C80698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0620" y="2468528"/>
                  <a:ext cx="415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53A7A3-AB2A-FD69-EEE6-3A8D1BE3B67B}"/>
                    </a:ext>
                  </a:extLst>
                </p14:cNvPr>
                <p14:cNvContentPartPr/>
                <p14:nvPr/>
              </p14:nvContentPartPr>
              <p14:xfrm>
                <a:off x="7522740" y="2337848"/>
                <a:ext cx="9720" cy="55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53A7A3-AB2A-FD69-EEE6-3A8D1BE3B67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14100" y="2328848"/>
                  <a:ext cx="27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4EB682-6306-9B2A-1954-107E2A65CBA8}"/>
                    </a:ext>
                  </a:extLst>
                </p14:cNvPr>
                <p14:cNvContentPartPr/>
                <p14:nvPr/>
              </p14:nvContentPartPr>
              <p14:xfrm>
                <a:off x="7694100" y="2463848"/>
                <a:ext cx="378360" cy="83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4EB682-6306-9B2A-1954-107E2A65CBA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85460" y="2455208"/>
                  <a:ext cx="396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F0BAEC-C02F-7DB7-8AC8-18973C141FAA}"/>
                    </a:ext>
                  </a:extLst>
                </p14:cNvPr>
                <p14:cNvContentPartPr/>
                <p14:nvPr/>
              </p14:nvContentPartPr>
              <p14:xfrm>
                <a:off x="8160660" y="2355128"/>
                <a:ext cx="250920" cy="13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F0BAEC-C02F-7DB7-8AC8-18973C141F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51660" y="2346488"/>
                  <a:ext cx="268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B282A1-F719-741D-2581-D8EEF8B05F32}"/>
                    </a:ext>
                  </a:extLst>
                </p14:cNvPr>
                <p14:cNvContentPartPr/>
                <p14:nvPr/>
              </p14:nvContentPartPr>
              <p14:xfrm>
                <a:off x="8664300" y="2348288"/>
                <a:ext cx="97920" cy="95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B282A1-F719-741D-2581-D8EEF8B05F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55660" y="2339648"/>
                  <a:ext cx="115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B57480-E70F-3C44-ACD4-0C3951D8AEBA}"/>
                    </a:ext>
                  </a:extLst>
                </p14:cNvPr>
                <p14:cNvContentPartPr/>
                <p14:nvPr/>
              </p14:nvContentPartPr>
              <p14:xfrm>
                <a:off x="8789580" y="2139848"/>
                <a:ext cx="197640" cy="451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B57480-E70F-3C44-ACD4-0C3951D8AEB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80940" y="2130848"/>
                  <a:ext cx="2152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8F9C53A-B779-FE17-F367-33E92136E932}"/>
                    </a:ext>
                  </a:extLst>
                </p14:cNvPr>
                <p14:cNvContentPartPr/>
                <p14:nvPr/>
              </p14:nvContentPartPr>
              <p14:xfrm>
                <a:off x="9169380" y="2274128"/>
                <a:ext cx="217440" cy="223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8F9C53A-B779-FE17-F367-33E92136E9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60740" y="2265128"/>
                  <a:ext cx="2350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8CDF1F-236D-C25A-3D6B-DC03215B1CAA}"/>
                    </a:ext>
                  </a:extLst>
                </p14:cNvPr>
                <p14:cNvContentPartPr/>
                <p14:nvPr/>
              </p14:nvContentPartPr>
              <p14:xfrm>
                <a:off x="9346500" y="2280608"/>
                <a:ext cx="152640" cy="70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8CDF1F-236D-C25A-3D6B-DC03215B1CA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37500" y="2271968"/>
                  <a:ext cx="170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20B2C8D-17F5-D0A8-C29C-9FECD64610E1}"/>
                    </a:ext>
                  </a:extLst>
                </p14:cNvPr>
                <p14:cNvContentPartPr/>
                <p14:nvPr/>
              </p14:nvContentPartPr>
              <p14:xfrm>
                <a:off x="9527940" y="2233808"/>
                <a:ext cx="379800" cy="99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20B2C8D-17F5-D0A8-C29C-9FECD64610E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19300" y="2224808"/>
                  <a:ext cx="397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1C78B65-2164-6DB5-261E-941F7A9B01BF}"/>
                    </a:ext>
                  </a:extLst>
                </p14:cNvPr>
                <p14:cNvContentPartPr/>
                <p14:nvPr/>
              </p14:nvContentPartPr>
              <p14:xfrm>
                <a:off x="9772380" y="1979288"/>
                <a:ext cx="177120" cy="26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1C78B65-2164-6DB5-261E-941F7A9B01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63740" y="1970648"/>
                  <a:ext cx="194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37F222-119E-B9F3-7792-37AC1A2E582D}"/>
                    </a:ext>
                  </a:extLst>
                </p14:cNvPr>
                <p14:cNvContentPartPr/>
                <p14:nvPr/>
              </p14:nvContentPartPr>
              <p14:xfrm>
                <a:off x="9826020" y="2142728"/>
                <a:ext cx="76680" cy="1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37F222-119E-B9F3-7792-37AC1A2E582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17020" y="2133728"/>
                  <a:ext cx="94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06A9A9-9F8D-8421-3F37-6EC09193BF4E}"/>
                    </a:ext>
                  </a:extLst>
                </p14:cNvPr>
                <p14:cNvContentPartPr/>
                <p14:nvPr/>
              </p14:nvContentPartPr>
              <p14:xfrm>
                <a:off x="10088100" y="2089448"/>
                <a:ext cx="195480" cy="135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06A9A9-9F8D-8421-3F37-6EC09193BF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79460" y="2080448"/>
                  <a:ext cx="213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822ABF-A82F-E05D-8CC4-3B8BA4F0B054}"/>
                    </a:ext>
                  </a:extLst>
                </p14:cNvPr>
                <p14:cNvContentPartPr/>
                <p14:nvPr/>
              </p14:nvContentPartPr>
              <p14:xfrm>
                <a:off x="10316700" y="2030048"/>
                <a:ext cx="91080" cy="143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822ABF-A82F-E05D-8CC4-3B8BA4F0B0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308060" y="2021048"/>
                  <a:ext cx="108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A98CE4D-CF8D-9E36-F9BC-A5D08CC4ACBB}"/>
                    </a:ext>
                  </a:extLst>
                </p14:cNvPr>
                <p14:cNvContentPartPr/>
                <p14:nvPr/>
              </p14:nvContentPartPr>
              <p14:xfrm>
                <a:off x="10502820" y="1932488"/>
                <a:ext cx="262080" cy="224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A98CE4D-CF8D-9E36-F9BC-A5D08CC4AC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94180" y="1923848"/>
                  <a:ext cx="279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C561B1-6B20-387B-1793-ACA6C204361F}"/>
                    </a:ext>
                  </a:extLst>
                </p14:cNvPr>
                <p14:cNvContentPartPr/>
                <p14:nvPr/>
              </p14:nvContentPartPr>
              <p14:xfrm>
                <a:off x="7559460" y="2945528"/>
                <a:ext cx="197640" cy="26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C561B1-6B20-387B-1793-ACA6C204361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50460" y="2936888"/>
                  <a:ext cx="215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F3C7ED-5EE2-91CE-337F-A2FFDDA6F2D2}"/>
                    </a:ext>
                  </a:extLst>
                </p14:cNvPr>
                <p14:cNvContentPartPr/>
                <p14:nvPr/>
              </p14:nvContentPartPr>
              <p14:xfrm>
                <a:off x="7570260" y="2888288"/>
                <a:ext cx="176040" cy="1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F3C7ED-5EE2-91CE-337F-A2FFDDA6F2D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61620" y="2879288"/>
                  <a:ext cx="193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B74F5D-F638-FEFF-74F7-AC74E9A4632A}"/>
                    </a:ext>
                  </a:extLst>
                </p14:cNvPr>
                <p14:cNvContentPartPr/>
                <p14:nvPr/>
              </p14:nvContentPartPr>
              <p14:xfrm>
                <a:off x="7896420" y="2829968"/>
                <a:ext cx="122760" cy="207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B74F5D-F638-FEFF-74F7-AC74E9A4632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87420" y="2821328"/>
                  <a:ext cx="140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9547B9C-1A92-22D0-0FBF-F622921A2314}"/>
                    </a:ext>
                  </a:extLst>
                </p14:cNvPr>
                <p14:cNvContentPartPr/>
                <p14:nvPr/>
              </p14:nvContentPartPr>
              <p14:xfrm>
                <a:off x="8089380" y="2831408"/>
                <a:ext cx="125640" cy="84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9547B9C-1A92-22D0-0FBF-F622921A231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080380" y="2822768"/>
                  <a:ext cx="14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046225-17EE-4EB0-0938-104D39A36FD9}"/>
                    </a:ext>
                  </a:extLst>
                </p14:cNvPr>
                <p14:cNvContentPartPr/>
                <p14:nvPr/>
              </p14:nvContentPartPr>
              <p14:xfrm>
                <a:off x="8270820" y="2757608"/>
                <a:ext cx="230040" cy="151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046225-17EE-4EB0-0938-104D39A36FD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62180" y="2748968"/>
                  <a:ext cx="247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E3D84B-55B8-CB49-6B40-D9242FA2B431}"/>
                    </a:ext>
                  </a:extLst>
                </p14:cNvPr>
                <p14:cNvContentPartPr/>
                <p14:nvPr/>
              </p14:nvContentPartPr>
              <p14:xfrm>
                <a:off x="8576460" y="2684888"/>
                <a:ext cx="208080" cy="15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E3D84B-55B8-CB49-6B40-D9242FA2B4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67820" y="2676248"/>
                  <a:ext cx="225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BBC37B-9B18-F16C-C482-D4C9BA2EBCFB}"/>
                    </a:ext>
                  </a:extLst>
                </p14:cNvPr>
                <p14:cNvContentPartPr/>
                <p14:nvPr/>
              </p14:nvContentPartPr>
              <p14:xfrm>
                <a:off x="9174420" y="2690648"/>
                <a:ext cx="95760" cy="69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BBC37B-9B18-F16C-C482-D4C9BA2EBCF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65420" y="2681648"/>
                  <a:ext cx="113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B6F5D2-6D0F-BEBC-79D0-98EBF5C5C4EE}"/>
                    </a:ext>
                  </a:extLst>
                </p14:cNvPr>
                <p14:cNvContentPartPr/>
                <p14:nvPr/>
              </p14:nvContentPartPr>
              <p14:xfrm>
                <a:off x="9277020" y="2523248"/>
                <a:ext cx="145440" cy="295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B6F5D2-6D0F-BEBC-79D0-98EBF5C5C4E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68380" y="2514248"/>
                  <a:ext cx="1630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BCDD75-9C91-9678-E1E7-3FDB6AB42167}"/>
                    </a:ext>
                  </a:extLst>
                </p14:cNvPr>
                <p14:cNvContentPartPr/>
                <p14:nvPr/>
              </p14:nvContentPartPr>
              <p14:xfrm>
                <a:off x="9617580" y="2581568"/>
                <a:ext cx="86040" cy="12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BCDD75-9C91-9678-E1E7-3FDB6AB4216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608580" y="2572928"/>
                  <a:ext cx="103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54509C-FE1D-EA61-D3D7-8CF845D78074}"/>
                    </a:ext>
                  </a:extLst>
                </p14:cNvPr>
                <p14:cNvContentPartPr/>
                <p14:nvPr/>
              </p14:nvContentPartPr>
              <p14:xfrm>
                <a:off x="9736020" y="2556008"/>
                <a:ext cx="112320" cy="52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54509C-FE1D-EA61-D3D7-8CF845D7807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27380" y="2547008"/>
                  <a:ext cx="129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0CB97B-5F91-7C35-0C05-DBD8EC0F352C}"/>
                    </a:ext>
                  </a:extLst>
                </p14:cNvPr>
                <p14:cNvContentPartPr/>
                <p14:nvPr/>
              </p14:nvContentPartPr>
              <p14:xfrm>
                <a:off x="9939060" y="2519648"/>
                <a:ext cx="254160" cy="53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0CB97B-5F91-7C35-0C05-DBD8EC0F352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930420" y="2510648"/>
                  <a:ext cx="271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91BCE56-FA3D-3F55-8489-523F6521A074}"/>
                    </a:ext>
                  </a:extLst>
                </p14:cNvPr>
                <p14:cNvContentPartPr/>
                <p14:nvPr/>
              </p14:nvContentPartPr>
              <p14:xfrm>
                <a:off x="10156860" y="2383568"/>
                <a:ext cx="137160" cy="172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91BCE56-FA3D-3F55-8489-523F6521A07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48220" y="2374928"/>
                  <a:ext cx="154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03E08E-7DC7-01D1-75AC-6C6F5815549B}"/>
                    </a:ext>
                  </a:extLst>
                </p14:cNvPr>
                <p14:cNvContentPartPr/>
                <p14:nvPr/>
              </p14:nvContentPartPr>
              <p14:xfrm>
                <a:off x="10194660" y="2472128"/>
                <a:ext cx="102960" cy="58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03E08E-7DC7-01D1-75AC-6C6F5815549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86020" y="2463488"/>
                  <a:ext cx="1206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9E90BC1-F7FA-6E22-0237-7A35A73BEE43}"/>
                    </a:ext>
                  </a:extLst>
                </p14:cNvPr>
                <p14:cNvContentPartPr/>
                <p14:nvPr/>
              </p14:nvContentPartPr>
              <p14:xfrm>
                <a:off x="10468620" y="2386088"/>
                <a:ext cx="226080" cy="13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9E90BC1-F7FA-6E22-0237-7A35A73BEE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59980" y="2377448"/>
                  <a:ext cx="243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68662C9-0CEF-CC4F-CFB9-3CB33FDF225A}"/>
                    </a:ext>
                  </a:extLst>
                </p14:cNvPr>
                <p14:cNvContentPartPr/>
                <p14:nvPr/>
              </p14:nvContentPartPr>
              <p14:xfrm>
                <a:off x="10748700" y="2344688"/>
                <a:ext cx="64080" cy="133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68662C9-0CEF-CC4F-CFB9-3CB33FDF225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40060" y="2336048"/>
                  <a:ext cx="81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288FACE-F305-045D-F102-77EC9A6546BF}"/>
                    </a:ext>
                  </a:extLst>
                </p14:cNvPr>
                <p14:cNvContentPartPr/>
                <p14:nvPr/>
              </p14:nvContentPartPr>
              <p14:xfrm>
                <a:off x="10889100" y="2270528"/>
                <a:ext cx="231480" cy="140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288FACE-F305-045D-F102-77EC9A6546B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80460" y="2261888"/>
                  <a:ext cx="249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646147-722B-64D3-C849-DA36522EFD1E}"/>
                    </a:ext>
                  </a:extLst>
                </p14:cNvPr>
                <p14:cNvContentPartPr/>
                <p14:nvPr/>
              </p14:nvContentPartPr>
              <p14:xfrm>
                <a:off x="10868220" y="2342888"/>
                <a:ext cx="145800" cy="68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646147-722B-64D3-C849-DA36522EFD1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859220" y="2333888"/>
                  <a:ext cx="163440" cy="86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SQNR: where 6.02B + 1.76 dB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arbitrary rule of thumb; it follows from signal and error power.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21208" y="1271016"/>
            <a:ext cx="109362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349" y="1325880"/>
            <a:ext cx="5545942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583" y="2331720"/>
            <a:ext cx="5761714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50008" y="3419856"/>
            <a:ext cx="7461504" cy="950976"/>
          </a:xfrm>
          <a:prstGeom prst="roundRect">
            <a:avLst>
              <a:gd name="adj" fmla="val 4808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5723" y="3474720"/>
            <a:ext cx="6790073" cy="8412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28800" y="470916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975104" y="4818888"/>
            <a:ext cx="8211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+1.76 dB constant is specific to a full-scale sine and the ideal uniform-quantizer model.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DCD158-DC87-3D55-7DEC-5DA2F9415E10}"/>
                  </a:ext>
                </a:extLst>
              </p14:cNvPr>
              <p14:cNvContentPartPr/>
              <p14:nvPr/>
            </p14:nvContentPartPr>
            <p14:xfrm>
              <a:off x="5503500" y="2139848"/>
              <a:ext cx="1012680" cy="47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DCD158-DC87-3D55-7DEC-5DA2F9415E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4860" y="2131208"/>
                <a:ext cx="103032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EA289D2-A585-755A-678F-7E07F9B2C425}"/>
              </a:ext>
            </a:extLst>
          </p:cNvPr>
          <p:cNvGrpSpPr/>
          <p:nvPr/>
        </p:nvGrpSpPr>
        <p:grpSpPr>
          <a:xfrm>
            <a:off x="3991140" y="2062088"/>
            <a:ext cx="1355040" cy="502200"/>
            <a:chOff x="3991140" y="2062088"/>
            <a:chExt cx="135504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AA2D17-15D4-5450-49A2-E87991DEFD0F}"/>
                    </a:ext>
                  </a:extLst>
                </p14:cNvPr>
                <p14:cNvContentPartPr/>
                <p14:nvPr/>
              </p14:nvContentPartPr>
              <p14:xfrm>
                <a:off x="5077620" y="2337128"/>
                <a:ext cx="268560" cy="11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AA2D17-15D4-5450-49A2-E87991DEFD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68980" y="2328488"/>
                  <a:ext cx="286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D6EC860-65AC-38C3-1DF5-201467BAD840}"/>
                    </a:ext>
                  </a:extLst>
                </p14:cNvPr>
                <p14:cNvContentPartPr/>
                <p14:nvPr/>
              </p14:nvContentPartPr>
              <p14:xfrm>
                <a:off x="3991140" y="2270168"/>
                <a:ext cx="154440" cy="136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D6EC860-65AC-38C3-1DF5-201467BAD8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82500" y="2261528"/>
                  <a:ext cx="172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C63990-8BD4-D5FD-0CFB-7F7B011F5AC4}"/>
                    </a:ext>
                  </a:extLst>
                </p14:cNvPr>
                <p14:cNvContentPartPr/>
                <p14:nvPr/>
              </p14:nvContentPartPr>
              <p14:xfrm>
                <a:off x="4176900" y="2322368"/>
                <a:ext cx="20160" cy="41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C63990-8BD4-D5FD-0CFB-7F7B011F5A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68260" y="2313368"/>
                  <a:ext cx="37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F94F8B-5C8A-1D3C-7B8E-EE195EEA7DDF}"/>
                    </a:ext>
                  </a:extLst>
                </p14:cNvPr>
                <p14:cNvContentPartPr/>
                <p14:nvPr/>
              </p14:nvContentPartPr>
              <p14:xfrm>
                <a:off x="4130100" y="2233808"/>
                <a:ext cx="14400" cy="13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F94F8B-5C8A-1D3C-7B8E-EE195EEA7D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21460" y="2225168"/>
                  <a:ext cx="32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E59DEF-AC3C-B70D-D6A1-4408A729A234}"/>
                    </a:ext>
                  </a:extLst>
                </p14:cNvPr>
                <p14:cNvContentPartPr/>
                <p14:nvPr/>
              </p14:nvContentPartPr>
              <p14:xfrm>
                <a:off x="4249620" y="2286728"/>
                <a:ext cx="119880" cy="161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E59DEF-AC3C-B70D-D6A1-4408A729A23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40980" y="2277728"/>
                  <a:ext cx="137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F5312D-1F29-5E49-36DE-538A17BC3A54}"/>
                    </a:ext>
                  </a:extLst>
                </p14:cNvPr>
                <p14:cNvContentPartPr/>
                <p14:nvPr/>
              </p14:nvContentPartPr>
              <p14:xfrm>
                <a:off x="4358700" y="2262608"/>
                <a:ext cx="110520" cy="35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F5312D-1F29-5E49-36DE-538A17BC3A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50060" y="2253608"/>
                  <a:ext cx="128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4AAC87-AF50-F368-8F38-683B74369C7C}"/>
                    </a:ext>
                  </a:extLst>
                </p14:cNvPr>
                <p14:cNvContentPartPr/>
                <p14:nvPr/>
              </p14:nvContentPartPr>
              <p14:xfrm>
                <a:off x="4532580" y="2062088"/>
                <a:ext cx="190440" cy="240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4AAC87-AF50-F368-8F38-683B74369C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23580" y="2053448"/>
                  <a:ext cx="208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84059B4-CFA3-E10A-A072-3907788B08F5}"/>
                    </a:ext>
                  </a:extLst>
                </p14:cNvPr>
                <p14:cNvContentPartPr/>
                <p14:nvPr/>
              </p14:nvContentPartPr>
              <p14:xfrm>
                <a:off x="4453380" y="2425328"/>
                <a:ext cx="92880" cy="138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84059B4-CFA3-E10A-A072-3907788B08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4380" y="2416688"/>
                  <a:ext cx="110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6B4981F-9730-E1A1-A09F-BF0F44819166}"/>
                    </a:ext>
                  </a:extLst>
                </p14:cNvPr>
                <p14:cNvContentPartPr/>
                <p14:nvPr/>
              </p14:nvContentPartPr>
              <p14:xfrm>
                <a:off x="4577220" y="2404448"/>
                <a:ext cx="87480" cy="6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6B4981F-9730-E1A1-A09F-BF0F448191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68220" y="2395448"/>
                  <a:ext cx="10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D3390E-122E-9AD9-76B6-6806F10BA028}"/>
                    </a:ext>
                  </a:extLst>
                </p14:cNvPr>
                <p14:cNvContentPartPr/>
                <p14:nvPr/>
              </p14:nvContentPartPr>
              <p14:xfrm>
                <a:off x="4727340" y="2347568"/>
                <a:ext cx="111240" cy="94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D3390E-122E-9AD9-76B6-6806F10BA0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18340" y="2338928"/>
                  <a:ext cx="128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8A5BFB-0A65-AC5E-85B7-A61347D013CF}"/>
                    </a:ext>
                  </a:extLst>
                </p14:cNvPr>
                <p14:cNvContentPartPr/>
                <p14:nvPr/>
              </p14:nvContentPartPr>
              <p14:xfrm>
                <a:off x="4900500" y="2295728"/>
                <a:ext cx="127080" cy="110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8A5BFB-0A65-AC5E-85B7-A61347D013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91860" y="2286728"/>
                  <a:ext cx="1447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306A5B-61A0-7A81-C08B-27F2C0DC1B1F}"/>
              </a:ext>
            </a:extLst>
          </p:cNvPr>
          <p:cNvGrpSpPr/>
          <p:nvPr/>
        </p:nvGrpSpPr>
        <p:grpSpPr>
          <a:xfrm>
            <a:off x="4065660" y="3016448"/>
            <a:ext cx="1285920" cy="423720"/>
            <a:chOff x="4065660" y="3016448"/>
            <a:chExt cx="128592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F5A30A-6965-FCF1-BCE4-D88A157919C0}"/>
                    </a:ext>
                  </a:extLst>
                </p14:cNvPr>
                <p14:cNvContentPartPr/>
                <p14:nvPr/>
              </p14:nvContentPartPr>
              <p14:xfrm>
                <a:off x="5130540" y="3025448"/>
                <a:ext cx="221040" cy="71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F5A30A-6965-FCF1-BCE4-D88A157919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1900" y="3016448"/>
                  <a:ext cx="238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C909B6-DA4B-A2D5-573E-35A4A40D4379}"/>
                    </a:ext>
                  </a:extLst>
                </p14:cNvPr>
                <p14:cNvContentPartPr/>
                <p14:nvPr/>
              </p14:nvContentPartPr>
              <p14:xfrm>
                <a:off x="4065660" y="3185648"/>
                <a:ext cx="138240" cy="193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C909B6-DA4B-A2D5-573E-35A4A40D43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57020" y="3177008"/>
                  <a:ext cx="1558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DBC680-2124-20B7-F82F-44B79A5F96D4}"/>
                    </a:ext>
                  </a:extLst>
                </p14:cNvPr>
                <p14:cNvContentPartPr/>
                <p14:nvPr/>
              </p14:nvContentPartPr>
              <p14:xfrm>
                <a:off x="4159620" y="3193928"/>
                <a:ext cx="136440" cy="67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DBC680-2124-20B7-F82F-44B79A5F96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50980" y="3185288"/>
                  <a:ext cx="154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D690ED-3BFB-1FDB-5D61-26FA619C9A5E}"/>
                    </a:ext>
                  </a:extLst>
                </p14:cNvPr>
                <p14:cNvContentPartPr/>
                <p14:nvPr/>
              </p14:nvContentPartPr>
              <p14:xfrm>
                <a:off x="4338540" y="3163688"/>
                <a:ext cx="320400" cy="6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D690ED-3BFB-1FDB-5D61-26FA619C9A5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29900" y="3154688"/>
                  <a:ext cx="338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7D1D39-95EC-88B4-BC1A-EFA523283AFE}"/>
                    </a:ext>
                  </a:extLst>
                </p14:cNvPr>
                <p14:cNvContentPartPr/>
                <p14:nvPr/>
              </p14:nvContentPartPr>
              <p14:xfrm>
                <a:off x="4590900" y="3016448"/>
                <a:ext cx="147960" cy="18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7D1D39-95EC-88B4-BC1A-EFA523283A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82260" y="3007448"/>
                  <a:ext cx="165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348440E-9F33-F64C-1DF7-193B2E6E93EF}"/>
                    </a:ext>
                  </a:extLst>
                </p14:cNvPr>
                <p14:cNvContentPartPr/>
                <p14:nvPr/>
              </p14:nvContentPartPr>
              <p14:xfrm>
                <a:off x="4430340" y="3337568"/>
                <a:ext cx="211320" cy="102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348440E-9F33-F64C-1DF7-193B2E6E93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21340" y="3328928"/>
                  <a:ext cx="228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94D74AD-734E-E7AB-88E8-6A0FB6E5E2A7}"/>
                    </a:ext>
                  </a:extLst>
                </p14:cNvPr>
                <p14:cNvContentPartPr/>
                <p14:nvPr/>
              </p14:nvContentPartPr>
              <p14:xfrm>
                <a:off x="4678380" y="3299408"/>
                <a:ext cx="64800" cy="83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94D74AD-734E-E7AB-88E8-6A0FB6E5E2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69740" y="3290408"/>
                  <a:ext cx="82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3C6D6B7-5089-BF04-7BF5-D8F5CD7DF9DC}"/>
                    </a:ext>
                  </a:extLst>
                </p14:cNvPr>
                <p14:cNvContentPartPr/>
                <p14:nvPr/>
              </p14:nvContentPartPr>
              <p14:xfrm>
                <a:off x="4840740" y="3298688"/>
                <a:ext cx="197280" cy="105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3C6D6B7-5089-BF04-7BF5-D8F5CD7DF9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32100" y="3289688"/>
                  <a:ext cx="214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ADE01C-DC53-A97B-9CD9-DE362F210E85}"/>
                    </a:ext>
                  </a:extLst>
                </p14:cNvPr>
                <p14:cNvContentPartPr/>
                <p14:nvPr/>
              </p14:nvContentPartPr>
              <p14:xfrm>
                <a:off x="4976820" y="3267368"/>
                <a:ext cx="79920" cy="128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ADE01C-DC53-A97B-9CD9-DE362F210E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67820" y="3258368"/>
                  <a:ext cx="975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23F69C4-A585-543D-B9BA-847102004F05}"/>
              </a:ext>
            </a:extLst>
          </p:cNvPr>
          <p:cNvGrpSpPr/>
          <p:nvPr/>
        </p:nvGrpSpPr>
        <p:grpSpPr>
          <a:xfrm>
            <a:off x="5262660" y="3155768"/>
            <a:ext cx="756000" cy="292680"/>
            <a:chOff x="5262660" y="3155768"/>
            <a:chExt cx="75600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CA6C47-3687-2D4B-0019-EEE7D953BB01}"/>
                    </a:ext>
                  </a:extLst>
                </p14:cNvPr>
                <p14:cNvContentPartPr/>
                <p14:nvPr/>
              </p14:nvContentPartPr>
              <p14:xfrm>
                <a:off x="5262660" y="3278168"/>
                <a:ext cx="100440" cy="170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CA6C47-3687-2D4B-0019-EEE7D953BB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54020" y="3269168"/>
                  <a:ext cx="118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583B9A4-3DAF-2E29-7DEB-F3F932BD3B93}"/>
                    </a:ext>
                  </a:extLst>
                </p14:cNvPr>
                <p14:cNvContentPartPr/>
                <p14:nvPr/>
              </p14:nvContentPartPr>
              <p14:xfrm>
                <a:off x="5398020" y="3277088"/>
                <a:ext cx="82800" cy="74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83B9A4-3DAF-2E29-7DEB-F3F932BD3B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89020" y="3268448"/>
                  <a:ext cx="100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B1F4A09-031A-84EF-0858-272A77E6AED2}"/>
                    </a:ext>
                  </a:extLst>
                </p14:cNvPr>
                <p14:cNvContentPartPr/>
                <p14:nvPr/>
              </p14:nvContentPartPr>
              <p14:xfrm>
                <a:off x="5558940" y="3231728"/>
                <a:ext cx="167040" cy="10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B1F4A09-031A-84EF-0858-272A77E6AE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49940" y="3222728"/>
                  <a:ext cx="184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7F9823C-047D-B53C-7CB3-4CBF6F26C448}"/>
                    </a:ext>
                  </a:extLst>
                </p14:cNvPr>
                <p14:cNvContentPartPr/>
                <p14:nvPr/>
              </p14:nvContentPartPr>
              <p14:xfrm>
                <a:off x="5782140" y="3155768"/>
                <a:ext cx="236520" cy="12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7F9823C-047D-B53C-7CB3-4CBF6F26C4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73500" y="3147128"/>
                  <a:ext cx="25416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D50A5F6-7013-0572-E268-0FA1F30C95B6}"/>
                  </a:ext>
                </a:extLst>
              </p14:cNvPr>
              <p14:cNvContentPartPr/>
              <p14:nvPr/>
            </p14:nvContentPartPr>
            <p14:xfrm>
              <a:off x="2270340" y="768248"/>
              <a:ext cx="1819800" cy="1101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D50A5F6-7013-0572-E268-0FA1F30C95B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61700" y="759608"/>
                <a:ext cx="18374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6A5F49D-B4B5-102A-9BBF-83175E4BFF99}"/>
                  </a:ext>
                </a:extLst>
              </p14:cNvPr>
              <p14:cNvContentPartPr/>
              <p14:nvPr/>
            </p14:nvContentPartPr>
            <p14:xfrm>
              <a:off x="7390980" y="2103488"/>
              <a:ext cx="1340280" cy="94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6A5F49D-B4B5-102A-9BBF-83175E4BFF9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382340" y="2094848"/>
                <a:ext cx="135792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B341558F-A83B-5D56-0117-3B408943FE07}"/>
              </a:ext>
            </a:extLst>
          </p:cNvPr>
          <p:cNvGrpSpPr/>
          <p:nvPr/>
        </p:nvGrpSpPr>
        <p:grpSpPr>
          <a:xfrm>
            <a:off x="8127180" y="4158008"/>
            <a:ext cx="2311920" cy="531720"/>
            <a:chOff x="8127180" y="4158008"/>
            <a:chExt cx="2311920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5A6D3D3-2759-88C2-B8C8-1CA73257EBB9}"/>
                    </a:ext>
                  </a:extLst>
                </p14:cNvPr>
                <p14:cNvContentPartPr/>
                <p14:nvPr/>
              </p14:nvContentPartPr>
              <p14:xfrm>
                <a:off x="8127180" y="4158008"/>
                <a:ext cx="317160" cy="310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5A6D3D3-2759-88C2-B8C8-1CA73257EBB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18180" y="4149368"/>
                  <a:ext cx="334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15435E8-2918-CDCF-CAC1-7C416E0AA434}"/>
                    </a:ext>
                  </a:extLst>
                </p14:cNvPr>
                <p14:cNvContentPartPr/>
                <p14:nvPr/>
              </p14:nvContentPartPr>
              <p14:xfrm>
                <a:off x="8679420" y="4456808"/>
                <a:ext cx="25560" cy="118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15435E8-2918-CDCF-CAC1-7C416E0AA43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70420" y="4447808"/>
                  <a:ext cx="43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B21E4E-17DD-3920-53F3-BF88003E2D9A}"/>
                    </a:ext>
                  </a:extLst>
                </p14:cNvPr>
                <p14:cNvContentPartPr/>
                <p14:nvPr/>
              </p14:nvContentPartPr>
              <p14:xfrm>
                <a:off x="8763660" y="4468328"/>
                <a:ext cx="132480" cy="99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B21E4E-17DD-3920-53F3-BF88003E2D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55020" y="4459688"/>
                  <a:ext cx="150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02953B-0229-8634-3DDB-AED72CF1CAB2}"/>
                    </a:ext>
                  </a:extLst>
                </p14:cNvPr>
                <p14:cNvContentPartPr/>
                <p14:nvPr/>
              </p14:nvContentPartPr>
              <p14:xfrm>
                <a:off x="9038700" y="4431608"/>
                <a:ext cx="56880" cy="156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02953B-0229-8634-3DDB-AED72CF1CA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30060" y="4422608"/>
                  <a:ext cx="74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783562-8247-AB7D-0E07-AB5FEF2F202D}"/>
                    </a:ext>
                  </a:extLst>
                </p14:cNvPr>
                <p14:cNvContentPartPr/>
                <p14:nvPr/>
              </p14:nvContentPartPr>
              <p14:xfrm>
                <a:off x="9121500" y="4478048"/>
                <a:ext cx="129960" cy="9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783562-8247-AB7D-0E07-AB5FEF2F20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12860" y="4469408"/>
                  <a:ext cx="147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C43079-B0FA-A190-BE01-BB1C1263D5E5}"/>
                    </a:ext>
                  </a:extLst>
                </p14:cNvPr>
                <p14:cNvContentPartPr/>
                <p14:nvPr/>
              </p14:nvContentPartPr>
              <p14:xfrm>
                <a:off x="9298620" y="4481648"/>
                <a:ext cx="131040" cy="208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C43079-B0FA-A190-BE01-BB1C1263D5E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89620" y="4473008"/>
                  <a:ext cx="148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CFACBC-9484-EC1F-98B7-6495E275B8E8}"/>
                    </a:ext>
                  </a:extLst>
                </p14:cNvPr>
                <p14:cNvContentPartPr/>
                <p14:nvPr/>
              </p14:nvContentPartPr>
              <p14:xfrm>
                <a:off x="9543780" y="4566608"/>
                <a:ext cx="21960" cy="52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CFACBC-9484-EC1F-98B7-6495E275B8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35140" y="4557968"/>
                  <a:ext cx="39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65DB13C-51BE-0AFA-2075-21DD9D875B20}"/>
                    </a:ext>
                  </a:extLst>
                </p14:cNvPr>
                <p14:cNvContentPartPr/>
                <p14:nvPr/>
              </p14:nvContentPartPr>
              <p14:xfrm>
                <a:off x="9624420" y="4541048"/>
                <a:ext cx="96120" cy="94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65DB13C-51BE-0AFA-2075-21DD9D875B2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15420" y="4532408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50F15D-19CF-ECDD-6329-56AB90C187FD}"/>
                    </a:ext>
                  </a:extLst>
                </p14:cNvPr>
                <p14:cNvContentPartPr/>
                <p14:nvPr/>
              </p14:nvContentPartPr>
              <p14:xfrm>
                <a:off x="9850140" y="4303808"/>
                <a:ext cx="90360" cy="318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50F15D-19CF-ECDD-6329-56AB90C187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41500" y="4295168"/>
                  <a:ext cx="108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F238AD-C371-A25F-9509-DE36FB362B93}"/>
                    </a:ext>
                  </a:extLst>
                </p14:cNvPr>
                <p14:cNvContentPartPr/>
                <p14:nvPr/>
              </p14:nvContentPartPr>
              <p14:xfrm>
                <a:off x="10079100" y="4235768"/>
                <a:ext cx="143280" cy="156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F238AD-C371-A25F-9509-DE36FB362B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70100" y="4227128"/>
                  <a:ext cx="160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06C7EB-8258-4CC9-7275-7AA96566BC48}"/>
                    </a:ext>
                  </a:extLst>
                </p14:cNvPr>
                <p14:cNvContentPartPr/>
                <p14:nvPr/>
              </p14:nvContentPartPr>
              <p14:xfrm>
                <a:off x="10092060" y="4431608"/>
                <a:ext cx="137880" cy="43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06C7EB-8258-4CC9-7275-7AA96566BC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83060" y="4422608"/>
                  <a:ext cx="155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525C31-1FC1-DB55-1E04-644438421807}"/>
                    </a:ext>
                  </a:extLst>
                </p14:cNvPr>
                <p14:cNvContentPartPr/>
                <p14:nvPr/>
              </p14:nvContentPartPr>
              <p14:xfrm>
                <a:off x="10110060" y="4524848"/>
                <a:ext cx="142920" cy="100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525C31-1FC1-DB55-1E04-6444384218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01420" y="4516208"/>
                  <a:ext cx="160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A0C1EA-44F3-935B-F5E0-BFC303DBCD4D}"/>
                    </a:ext>
                  </a:extLst>
                </p14:cNvPr>
                <p14:cNvContentPartPr/>
                <p14:nvPr/>
              </p14:nvContentPartPr>
              <p14:xfrm>
                <a:off x="10297260" y="4327568"/>
                <a:ext cx="141840" cy="26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A0C1EA-44F3-935B-F5E0-BFC303DBCD4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88260" y="4318928"/>
                  <a:ext cx="1594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B87F32A-EC9F-E27E-16E9-5DA633F2F113}"/>
              </a:ext>
            </a:extLst>
          </p:cNvPr>
          <p:cNvGrpSpPr/>
          <p:nvPr/>
        </p:nvGrpSpPr>
        <p:grpSpPr>
          <a:xfrm>
            <a:off x="156060" y="5666768"/>
            <a:ext cx="888840" cy="610200"/>
            <a:chOff x="156060" y="5666768"/>
            <a:chExt cx="888840" cy="61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8602B2-3D3E-2174-458D-71C3BDC53316}"/>
                    </a:ext>
                  </a:extLst>
                </p14:cNvPr>
                <p14:cNvContentPartPr/>
                <p14:nvPr/>
              </p14:nvContentPartPr>
              <p14:xfrm>
                <a:off x="594540" y="5666768"/>
                <a:ext cx="153720" cy="178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8602B2-3D3E-2174-458D-71C3BDC533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5900" y="5658128"/>
                  <a:ext cx="171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10D6238-5000-4008-6496-20581CB470B1}"/>
                    </a:ext>
                  </a:extLst>
                </p14:cNvPr>
                <p14:cNvContentPartPr/>
                <p14:nvPr/>
              </p14:nvContentPartPr>
              <p14:xfrm>
                <a:off x="836820" y="5668928"/>
                <a:ext cx="208080" cy="18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10D6238-5000-4008-6496-20581CB470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8180" y="5659928"/>
                  <a:ext cx="225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A51D7B-EA9D-F7A0-4906-665991F2C1B2}"/>
                    </a:ext>
                  </a:extLst>
                </p14:cNvPr>
                <p14:cNvContentPartPr/>
                <p14:nvPr/>
              </p14:nvContentPartPr>
              <p14:xfrm>
                <a:off x="531180" y="5932808"/>
                <a:ext cx="475920" cy="43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A51D7B-EA9D-F7A0-4906-665991F2C1B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2540" y="5923808"/>
                  <a:ext cx="493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D04050-0DF5-B0FB-0C9A-253FB7A8427C}"/>
                    </a:ext>
                  </a:extLst>
                </p14:cNvPr>
                <p14:cNvContentPartPr/>
                <p14:nvPr/>
              </p14:nvContentPartPr>
              <p14:xfrm>
                <a:off x="566100" y="6109568"/>
                <a:ext cx="205920" cy="167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D04050-0DF5-B0FB-0C9A-253FB7A8427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7460" y="6100928"/>
                  <a:ext cx="223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BEEB7B9-5832-5F80-4149-BA2F7E06C6DB}"/>
                    </a:ext>
                  </a:extLst>
                </p14:cNvPr>
                <p14:cNvContentPartPr/>
                <p14:nvPr/>
              </p14:nvContentPartPr>
              <p14:xfrm>
                <a:off x="819900" y="6049088"/>
                <a:ext cx="57600" cy="91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BEEB7B9-5832-5F80-4149-BA2F7E06C6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0900" y="6040088"/>
                  <a:ext cx="75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2B14E51-BF19-7264-6E4F-6523760100F7}"/>
                    </a:ext>
                  </a:extLst>
                </p14:cNvPr>
                <p14:cNvContentPartPr/>
                <p14:nvPr/>
              </p14:nvContentPartPr>
              <p14:xfrm>
                <a:off x="823860" y="5990048"/>
                <a:ext cx="146880" cy="16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2B14E51-BF19-7264-6E4F-6523760100F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5220" y="5981408"/>
                  <a:ext cx="164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8604594-028D-48F2-58E1-2508C8621755}"/>
                    </a:ext>
                  </a:extLst>
                </p14:cNvPr>
                <p14:cNvContentPartPr/>
                <p14:nvPr/>
              </p14:nvContentPartPr>
              <p14:xfrm>
                <a:off x="156060" y="5873408"/>
                <a:ext cx="119520" cy="156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8604594-028D-48F2-58E1-2508C86217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7420" y="5864408"/>
                  <a:ext cx="137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E09715-56CC-4AE8-CA19-1080A1719538}"/>
                    </a:ext>
                  </a:extLst>
                </p14:cNvPr>
                <p14:cNvContentPartPr/>
                <p14:nvPr/>
              </p14:nvContentPartPr>
              <p14:xfrm>
                <a:off x="321300" y="5962328"/>
                <a:ext cx="68760" cy="12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E09715-56CC-4AE8-CA19-1080A171953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2300" y="5953328"/>
                  <a:ext cx="86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1CC9A35-FFAD-84BE-5260-EE6B364E1E85}"/>
                    </a:ext>
                  </a:extLst>
                </p14:cNvPr>
                <p14:cNvContentPartPr/>
                <p14:nvPr/>
              </p14:nvContentPartPr>
              <p14:xfrm>
                <a:off x="287820" y="5896808"/>
                <a:ext cx="70920" cy="5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1CC9A35-FFAD-84BE-5260-EE6B364E1E8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9180" y="5887808"/>
                  <a:ext cx="885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F6B5B88-085C-9AB7-36BA-9AF6D210DD5F}"/>
              </a:ext>
            </a:extLst>
          </p:cNvPr>
          <p:cNvGrpSpPr/>
          <p:nvPr/>
        </p:nvGrpSpPr>
        <p:grpSpPr>
          <a:xfrm>
            <a:off x="1405980" y="5730848"/>
            <a:ext cx="1703880" cy="351720"/>
            <a:chOff x="1405980" y="5730848"/>
            <a:chExt cx="170388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876EFD-FC2F-0EE5-1BC9-10892064A179}"/>
                    </a:ext>
                  </a:extLst>
                </p14:cNvPr>
                <p14:cNvContentPartPr/>
                <p14:nvPr/>
              </p14:nvContentPartPr>
              <p14:xfrm>
                <a:off x="1467900" y="5916248"/>
                <a:ext cx="21960" cy="67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876EFD-FC2F-0EE5-1BC9-10892064A1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58900" y="5907608"/>
                  <a:ext cx="39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823B79-E5D8-C021-D881-625F94BE6BD8}"/>
                    </a:ext>
                  </a:extLst>
                </p14:cNvPr>
                <p14:cNvContentPartPr/>
                <p14:nvPr/>
              </p14:nvContentPartPr>
              <p14:xfrm>
                <a:off x="1405980" y="5812568"/>
                <a:ext cx="18000" cy="6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823B79-E5D8-C021-D881-625F94BE6B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96980" y="5803928"/>
                  <a:ext cx="35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BC27E58-A5AE-9507-EBBD-C15A555544B9}"/>
                    </a:ext>
                  </a:extLst>
                </p14:cNvPr>
                <p14:cNvContentPartPr/>
                <p14:nvPr/>
              </p14:nvContentPartPr>
              <p14:xfrm>
                <a:off x="1505340" y="5730848"/>
                <a:ext cx="135720" cy="351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BC27E58-A5AE-9507-EBBD-C15A555544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96340" y="5721848"/>
                  <a:ext cx="153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1E8B6D-BA26-08B1-7A6C-ED8EF9D0BC8B}"/>
                    </a:ext>
                  </a:extLst>
                </p14:cNvPr>
                <p14:cNvContentPartPr/>
                <p14:nvPr/>
              </p14:nvContentPartPr>
              <p14:xfrm>
                <a:off x="1516500" y="5953688"/>
                <a:ext cx="115200" cy="10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1E8B6D-BA26-08B1-7A6C-ED8EF9D0BC8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07500" y="5944688"/>
                  <a:ext cx="132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D21E4F-D04A-4AF9-5B6F-19FE44F71ED3}"/>
                    </a:ext>
                  </a:extLst>
                </p14:cNvPr>
                <p14:cNvContentPartPr/>
                <p14:nvPr/>
              </p14:nvContentPartPr>
              <p14:xfrm>
                <a:off x="1780740" y="5833088"/>
                <a:ext cx="213840" cy="194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D21E4F-D04A-4AF9-5B6F-19FE44F71E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72100" y="5824448"/>
                  <a:ext cx="2314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E400390-B5DD-C695-2512-F493C43004AB}"/>
                    </a:ext>
                  </a:extLst>
                </p14:cNvPr>
                <p14:cNvContentPartPr/>
                <p14:nvPr/>
              </p14:nvContentPartPr>
              <p14:xfrm>
                <a:off x="2105100" y="5916608"/>
                <a:ext cx="218520" cy="12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E400390-B5DD-C695-2512-F493C43004A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96460" y="5907608"/>
                  <a:ext cx="236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E493CAB-3BD1-8F55-8357-36C7DB137569}"/>
                    </a:ext>
                  </a:extLst>
                </p14:cNvPr>
                <p14:cNvContentPartPr/>
                <p14:nvPr/>
              </p14:nvContentPartPr>
              <p14:xfrm>
                <a:off x="2289420" y="5870528"/>
                <a:ext cx="132120" cy="92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E493CAB-3BD1-8F55-8357-36C7DB13756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80420" y="5861528"/>
                  <a:ext cx="1497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1E655B0-392F-88F0-C632-01A11B716686}"/>
                    </a:ext>
                  </a:extLst>
                </p14:cNvPr>
                <p14:cNvContentPartPr/>
                <p14:nvPr/>
              </p14:nvContentPartPr>
              <p14:xfrm>
                <a:off x="2587860" y="5786288"/>
                <a:ext cx="183240" cy="173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1E655B0-392F-88F0-C632-01A11B71668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78860" y="5777648"/>
                  <a:ext cx="200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D8C112E-2359-2DD1-529E-EA3D31A91358}"/>
                    </a:ext>
                  </a:extLst>
                </p14:cNvPr>
                <p14:cNvContentPartPr/>
                <p14:nvPr/>
              </p14:nvContentPartPr>
              <p14:xfrm>
                <a:off x="2862540" y="5839568"/>
                <a:ext cx="57960" cy="104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D8C112E-2359-2DD1-529E-EA3D31A913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53540" y="5830568"/>
                  <a:ext cx="756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9441BE0-DA25-1CD1-5E49-166E2946C414}"/>
                    </a:ext>
                  </a:extLst>
                </p14:cNvPr>
                <p14:cNvContentPartPr/>
                <p14:nvPr/>
              </p14:nvContentPartPr>
              <p14:xfrm>
                <a:off x="2815740" y="5886008"/>
                <a:ext cx="140760" cy="1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9441BE0-DA25-1CD1-5E49-166E2946C41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07100" y="5877368"/>
                  <a:ext cx="158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138F97C-2294-6495-87A9-A6094565562D}"/>
                    </a:ext>
                  </a:extLst>
                </p14:cNvPr>
                <p14:cNvContentPartPr/>
                <p14:nvPr/>
              </p14:nvContentPartPr>
              <p14:xfrm>
                <a:off x="3044340" y="5782328"/>
                <a:ext cx="65520" cy="150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138F97C-2294-6495-87A9-A609456556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35700" y="5773688"/>
                  <a:ext cx="831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7470ADE-D096-CF5D-00FB-67DB3F8840AB}"/>
              </a:ext>
            </a:extLst>
          </p:cNvPr>
          <p:cNvGrpSpPr/>
          <p:nvPr/>
        </p:nvGrpSpPr>
        <p:grpSpPr>
          <a:xfrm>
            <a:off x="3428100" y="5715368"/>
            <a:ext cx="733680" cy="460080"/>
            <a:chOff x="3428100" y="5715368"/>
            <a:chExt cx="73368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227D63-1F9E-4B7C-4690-3FA7D0A707B0}"/>
                    </a:ext>
                  </a:extLst>
                </p14:cNvPr>
                <p14:cNvContentPartPr/>
                <p14:nvPr/>
              </p14:nvContentPartPr>
              <p14:xfrm>
                <a:off x="3441060" y="5896808"/>
                <a:ext cx="172080" cy="16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227D63-1F9E-4B7C-4690-3FA7D0A707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32060" y="5887808"/>
                  <a:ext cx="189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C0EDC7F-7898-0A8F-88E4-86A9850E20BC}"/>
                    </a:ext>
                  </a:extLst>
                </p14:cNvPr>
                <p14:cNvContentPartPr/>
                <p14:nvPr/>
              </p14:nvContentPartPr>
              <p14:xfrm>
                <a:off x="3428100" y="5844248"/>
                <a:ext cx="177480" cy="27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C0EDC7F-7898-0A8F-88E4-86A9850E20B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19460" y="5835248"/>
                  <a:ext cx="195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7AA3CF-E128-ECA5-FA93-ACFF5358E26F}"/>
                    </a:ext>
                  </a:extLst>
                </p14:cNvPr>
                <p14:cNvContentPartPr/>
                <p14:nvPr/>
              </p14:nvContentPartPr>
              <p14:xfrm>
                <a:off x="3553380" y="5792768"/>
                <a:ext cx="197280" cy="181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7AA3CF-E128-ECA5-FA93-ACFF5358E26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44740" y="5783768"/>
                  <a:ext cx="214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7993895-8E9B-3323-0187-D585F7A47A34}"/>
                    </a:ext>
                  </a:extLst>
                </p14:cNvPr>
                <p14:cNvContentPartPr/>
                <p14:nvPr/>
              </p14:nvContentPartPr>
              <p14:xfrm>
                <a:off x="4017420" y="5715368"/>
                <a:ext cx="139320" cy="128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7993895-8E9B-3323-0187-D585F7A47A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08420" y="5706728"/>
                  <a:ext cx="156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24C2B02-BCED-8D53-655D-1ABB534280C0}"/>
                    </a:ext>
                  </a:extLst>
                </p14:cNvPr>
                <p14:cNvContentPartPr/>
                <p14:nvPr/>
              </p14:nvContentPartPr>
              <p14:xfrm>
                <a:off x="3910500" y="5917328"/>
                <a:ext cx="251280" cy="32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24C2B02-BCED-8D53-655D-1ABB534280C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01500" y="5908328"/>
                  <a:ext cx="268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094D140-C0B8-EAFF-147B-51CEEA3AF14A}"/>
                    </a:ext>
                  </a:extLst>
                </p14:cNvPr>
                <p14:cNvContentPartPr/>
                <p14:nvPr/>
              </p14:nvContentPartPr>
              <p14:xfrm>
                <a:off x="3979620" y="6041888"/>
                <a:ext cx="158400" cy="133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094D140-C0B8-EAFF-147B-51CEEA3AF14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70620" y="6033248"/>
                  <a:ext cx="1760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5C4D820-06F1-0F91-6E2B-229D82482A4E}"/>
              </a:ext>
            </a:extLst>
          </p:cNvPr>
          <p:cNvGrpSpPr/>
          <p:nvPr/>
        </p:nvGrpSpPr>
        <p:grpSpPr>
          <a:xfrm>
            <a:off x="4443660" y="5797808"/>
            <a:ext cx="435240" cy="206280"/>
            <a:chOff x="4443660" y="5797808"/>
            <a:chExt cx="43524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4D5644E-DC38-FF93-87CB-4266D0AF57C1}"/>
                    </a:ext>
                  </a:extLst>
                </p14:cNvPr>
                <p14:cNvContentPartPr/>
                <p14:nvPr/>
              </p14:nvContentPartPr>
              <p14:xfrm>
                <a:off x="4506660" y="5933168"/>
                <a:ext cx="210960" cy="19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4D5644E-DC38-FF93-87CB-4266D0AF57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97660" y="5924168"/>
                  <a:ext cx="228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F5FAADA-695F-96ED-F371-965D37004C75}"/>
                    </a:ext>
                  </a:extLst>
                </p14:cNvPr>
                <p14:cNvContentPartPr/>
                <p14:nvPr/>
              </p14:nvContentPartPr>
              <p14:xfrm>
                <a:off x="4443660" y="5870528"/>
                <a:ext cx="243000" cy="5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F5FAADA-695F-96ED-F371-965D37004C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34660" y="5861888"/>
                  <a:ext cx="2606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BAC2-AE91-E3CE-E220-CB60A8B39402}"/>
                    </a:ext>
                  </a:extLst>
                </p14:cNvPr>
                <p14:cNvContentPartPr/>
                <p14:nvPr/>
              </p14:nvContentPartPr>
              <p14:xfrm>
                <a:off x="4613220" y="5797808"/>
                <a:ext cx="265680" cy="206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BAC2-AE91-E3CE-E220-CB60A8B3940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04580" y="5789168"/>
                  <a:ext cx="2833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43ECEAB-87DF-7487-AB5A-B6387D2F6A41}"/>
              </a:ext>
            </a:extLst>
          </p:cNvPr>
          <p:cNvGrpSpPr/>
          <p:nvPr/>
        </p:nvGrpSpPr>
        <p:grpSpPr>
          <a:xfrm>
            <a:off x="5085900" y="5649488"/>
            <a:ext cx="888840" cy="449640"/>
            <a:chOff x="5085900" y="5649488"/>
            <a:chExt cx="88884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A3D0B3B-FD13-F727-9781-A1304EE8DA79}"/>
                    </a:ext>
                  </a:extLst>
                </p14:cNvPr>
                <p14:cNvContentPartPr/>
                <p14:nvPr/>
              </p14:nvContentPartPr>
              <p14:xfrm>
                <a:off x="5085900" y="5729768"/>
                <a:ext cx="120960" cy="260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A3D0B3B-FD13-F727-9781-A1304EE8DA7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77260" y="5721128"/>
                  <a:ext cx="138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1AA34F-66DA-46F1-FE59-4B8233C7C981}"/>
                    </a:ext>
                  </a:extLst>
                </p14:cNvPr>
                <p14:cNvContentPartPr/>
                <p14:nvPr/>
              </p14:nvContentPartPr>
              <p14:xfrm>
                <a:off x="5245740" y="5922728"/>
                <a:ext cx="122760" cy="100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1AA34F-66DA-46F1-FE59-4B8233C7C98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37100" y="5913728"/>
                  <a:ext cx="140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2E22C1-186F-7459-6958-AE7403880A82}"/>
                    </a:ext>
                  </a:extLst>
                </p14:cNvPr>
                <p14:cNvContentPartPr/>
                <p14:nvPr/>
              </p14:nvContentPartPr>
              <p14:xfrm>
                <a:off x="5455260" y="5872688"/>
                <a:ext cx="129960" cy="3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2E22C1-186F-7459-6958-AE7403880A8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46620" y="5864048"/>
                  <a:ext cx="147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6343D4-721E-0229-6FF8-56A74E02F6DD}"/>
                    </a:ext>
                  </a:extLst>
                </p14:cNvPr>
                <p14:cNvContentPartPr/>
                <p14:nvPr/>
              </p14:nvContentPartPr>
              <p14:xfrm>
                <a:off x="5451300" y="5812568"/>
                <a:ext cx="123480" cy="6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6343D4-721E-0229-6FF8-56A74E02F6D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42660" y="5803568"/>
                  <a:ext cx="141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36036A4-13F1-8E63-74F3-9EAB28D26CC1}"/>
                    </a:ext>
                  </a:extLst>
                </p14:cNvPr>
                <p14:cNvContentPartPr/>
                <p14:nvPr/>
              </p14:nvContentPartPr>
              <p14:xfrm>
                <a:off x="5806620" y="5649488"/>
                <a:ext cx="49680" cy="130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36036A4-13F1-8E63-74F3-9EAB28D26CC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97620" y="5640848"/>
                  <a:ext cx="67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467DF48-5C70-3250-F58F-6D648F16D36E}"/>
                    </a:ext>
                  </a:extLst>
                </p14:cNvPr>
                <p14:cNvContentPartPr/>
                <p14:nvPr/>
              </p14:nvContentPartPr>
              <p14:xfrm>
                <a:off x="5745780" y="5823368"/>
                <a:ext cx="228960" cy="16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467DF48-5C70-3250-F58F-6D648F16D36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37140" y="5814728"/>
                  <a:ext cx="246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2D78D9-2E05-438E-F377-6B0F190EC342}"/>
                    </a:ext>
                  </a:extLst>
                </p14:cNvPr>
                <p14:cNvContentPartPr/>
                <p14:nvPr/>
              </p14:nvContentPartPr>
              <p14:xfrm>
                <a:off x="5803380" y="5923448"/>
                <a:ext cx="170280" cy="93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2D78D9-2E05-438E-F377-6B0F190EC3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94740" y="5914448"/>
                  <a:ext cx="187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8AE35D-11B0-2835-507D-A5D8F798CB69}"/>
                    </a:ext>
                  </a:extLst>
                </p14:cNvPr>
                <p14:cNvContentPartPr/>
                <p14:nvPr/>
              </p14:nvContentPartPr>
              <p14:xfrm>
                <a:off x="5881500" y="5953688"/>
                <a:ext cx="52200" cy="145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8AE35D-11B0-2835-507D-A5D8F798CB6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72500" y="5945048"/>
                  <a:ext cx="69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56DDA10-1A24-9855-C277-12CB8886F9AD}"/>
              </a:ext>
            </a:extLst>
          </p:cNvPr>
          <p:cNvGrpSpPr/>
          <p:nvPr/>
        </p:nvGrpSpPr>
        <p:grpSpPr>
          <a:xfrm>
            <a:off x="6267780" y="5635808"/>
            <a:ext cx="297360" cy="329400"/>
            <a:chOff x="6267780" y="5635808"/>
            <a:chExt cx="29736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751D53-95FF-E931-4DBB-1A8065D754F8}"/>
                    </a:ext>
                  </a:extLst>
                </p14:cNvPr>
                <p14:cNvContentPartPr/>
                <p14:nvPr/>
              </p14:nvContentPartPr>
              <p14:xfrm>
                <a:off x="6267780" y="5802488"/>
                <a:ext cx="139320" cy="105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751D53-95FF-E931-4DBB-1A8065D754F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59140" y="5793848"/>
                  <a:ext cx="156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DFF096D-9992-B17F-1C90-DC25440AC987}"/>
                    </a:ext>
                  </a:extLst>
                </p14:cNvPr>
                <p14:cNvContentPartPr/>
                <p14:nvPr/>
              </p14:nvContentPartPr>
              <p14:xfrm>
                <a:off x="6467940" y="5781608"/>
                <a:ext cx="56880" cy="109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DFF096D-9992-B17F-1C90-DC25440AC98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59300" y="5772968"/>
                  <a:ext cx="74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CA04615-3797-24A8-198E-BF616A51F32F}"/>
                    </a:ext>
                  </a:extLst>
                </p14:cNvPr>
                <p14:cNvContentPartPr/>
                <p14:nvPr/>
              </p14:nvContentPartPr>
              <p14:xfrm>
                <a:off x="6435900" y="5635808"/>
                <a:ext cx="129240" cy="329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CA04615-3797-24A8-198E-BF616A51F32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27260" y="5627168"/>
                  <a:ext cx="1468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A7D418-6775-7A44-7A9E-1CD3D73E39D4}"/>
                    </a:ext>
                  </a:extLst>
                </p14:cNvPr>
                <p14:cNvContentPartPr/>
                <p14:nvPr/>
              </p14:nvContentPartPr>
              <p14:xfrm>
                <a:off x="6454620" y="5797088"/>
                <a:ext cx="107640" cy="27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A7D418-6775-7A44-7A9E-1CD3D73E39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45620" y="5788448"/>
                  <a:ext cx="125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12261DD-20DD-A3B6-88E0-8A6E142B091E}"/>
                    </a:ext>
                  </a:extLst>
                </p14:cNvPr>
                <p14:cNvContentPartPr/>
                <p14:nvPr/>
              </p14:nvContentPartPr>
              <p14:xfrm>
                <a:off x="6502500" y="5834168"/>
                <a:ext cx="41040" cy="124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12261DD-20DD-A3B6-88E0-8A6E142B091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93500" y="5825528"/>
                  <a:ext cx="5868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2C39D63-8888-CD2D-4868-3AD82B642D91}"/>
              </a:ext>
            </a:extLst>
          </p:cNvPr>
          <p:cNvGrpSpPr/>
          <p:nvPr/>
        </p:nvGrpSpPr>
        <p:grpSpPr>
          <a:xfrm>
            <a:off x="5117220" y="5532848"/>
            <a:ext cx="305640" cy="133560"/>
            <a:chOff x="5117220" y="5532848"/>
            <a:chExt cx="305640" cy="13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325F614-A374-6C2D-0BE2-26331AE89337}"/>
                    </a:ext>
                  </a:extLst>
                </p14:cNvPr>
                <p14:cNvContentPartPr/>
                <p14:nvPr/>
              </p14:nvContentPartPr>
              <p14:xfrm>
                <a:off x="5146020" y="5579648"/>
                <a:ext cx="37440" cy="83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325F614-A374-6C2D-0BE2-26331AE8933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37020" y="5571008"/>
                  <a:ext cx="55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3E9740E-5D0D-45EE-DFA7-EF91EC0A4F49}"/>
                    </a:ext>
                  </a:extLst>
                </p14:cNvPr>
                <p14:cNvContentPartPr/>
                <p14:nvPr/>
              </p14:nvContentPartPr>
              <p14:xfrm>
                <a:off x="5117220" y="5553008"/>
                <a:ext cx="122400" cy="113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3E9740E-5D0D-45EE-DFA7-EF91EC0A4F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08580" y="5544008"/>
                  <a:ext cx="140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01EE798-95E7-CD3B-AB4A-27CAFBEFA058}"/>
                    </a:ext>
                  </a:extLst>
                </p14:cNvPr>
                <p14:cNvContentPartPr/>
                <p14:nvPr/>
              </p14:nvContentPartPr>
              <p14:xfrm>
                <a:off x="5266980" y="5563088"/>
                <a:ext cx="38160" cy="63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01EE798-95E7-CD3B-AB4A-27CAFBEFA05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57980" y="5554088"/>
                  <a:ext cx="558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E7B40DE-8941-5D38-D3DE-9811079205C8}"/>
                    </a:ext>
                  </a:extLst>
                </p14:cNvPr>
                <p14:cNvContentPartPr/>
                <p14:nvPr/>
              </p14:nvContentPartPr>
              <p14:xfrm>
                <a:off x="5246820" y="5600528"/>
                <a:ext cx="83880" cy="7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E7B40DE-8941-5D38-D3DE-9811079205C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37820" y="5591528"/>
                  <a:ext cx="101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7389422-EEB4-50EC-7BA2-F1F688D625C1}"/>
                    </a:ext>
                  </a:extLst>
                </p14:cNvPr>
                <p14:cNvContentPartPr/>
                <p14:nvPr/>
              </p14:nvContentPartPr>
              <p14:xfrm>
                <a:off x="5377140" y="5532848"/>
                <a:ext cx="45720" cy="81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7389422-EEB4-50EC-7BA2-F1F688D625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68140" y="5524208"/>
                  <a:ext cx="633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ED68E5C-6ADC-E71C-459B-813CCF6E2ED1}"/>
              </a:ext>
            </a:extLst>
          </p:cNvPr>
          <p:cNvGrpSpPr/>
          <p:nvPr/>
        </p:nvGrpSpPr>
        <p:grpSpPr>
          <a:xfrm>
            <a:off x="6764220" y="5553008"/>
            <a:ext cx="356760" cy="417960"/>
            <a:chOff x="6764220" y="5553008"/>
            <a:chExt cx="35676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F42C7CD-8DFC-545F-B37F-41B0D1DF2244}"/>
                    </a:ext>
                  </a:extLst>
                </p14:cNvPr>
                <p14:cNvContentPartPr/>
                <p14:nvPr/>
              </p14:nvContentPartPr>
              <p14:xfrm>
                <a:off x="6816420" y="5771888"/>
                <a:ext cx="51120" cy="150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F42C7CD-8DFC-545F-B37F-41B0D1DF224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07420" y="5763248"/>
                  <a:ext cx="687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7D34AE-E85C-BCBA-70D7-BEA305FA7CB7}"/>
                    </a:ext>
                  </a:extLst>
                </p14:cNvPr>
                <p14:cNvContentPartPr/>
                <p14:nvPr/>
              </p14:nvContentPartPr>
              <p14:xfrm>
                <a:off x="6764220" y="5679728"/>
                <a:ext cx="117720" cy="107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7D34AE-E85C-BCBA-70D7-BEA305FA7C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55580" y="5670728"/>
                  <a:ext cx="135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14DE3CE-5B8B-3EB8-16B6-336963D60530}"/>
                    </a:ext>
                  </a:extLst>
                </p14:cNvPr>
                <p14:cNvContentPartPr/>
                <p14:nvPr/>
              </p14:nvContentPartPr>
              <p14:xfrm>
                <a:off x="6914700" y="5880248"/>
                <a:ext cx="150480" cy="90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14DE3CE-5B8B-3EB8-16B6-336963D6053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05700" y="5871248"/>
                  <a:ext cx="168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E7B763D-C32D-F7E4-2954-465ABAA409A9}"/>
                    </a:ext>
                  </a:extLst>
                </p14:cNvPr>
                <p14:cNvContentPartPr/>
                <p14:nvPr/>
              </p14:nvContentPartPr>
              <p14:xfrm>
                <a:off x="6983100" y="5553008"/>
                <a:ext cx="137880" cy="158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E7B763D-C32D-F7E4-2954-465ABAA409A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74460" y="5544368"/>
                  <a:ext cx="1555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6866DD2-B829-26C8-7A74-D066906912FE}"/>
              </a:ext>
            </a:extLst>
          </p:cNvPr>
          <p:cNvGrpSpPr/>
          <p:nvPr/>
        </p:nvGrpSpPr>
        <p:grpSpPr>
          <a:xfrm>
            <a:off x="8260740" y="5522768"/>
            <a:ext cx="1340640" cy="427320"/>
            <a:chOff x="8260740" y="5522768"/>
            <a:chExt cx="134064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11EE80F-BEDA-FA1E-3A5F-42756858BBBF}"/>
                    </a:ext>
                  </a:extLst>
                </p14:cNvPr>
                <p14:cNvContentPartPr/>
                <p14:nvPr/>
              </p14:nvContentPartPr>
              <p14:xfrm>
                <a:off x="8260740" y="5683688"/>
                <a:ext cx="67680" cy="136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11EE80F-BEDA-FA1E-3A5F-42756858BBB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51740" y="5674688"/>
                  <a:ext cx="85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FC39133-F69E-656E-6D5B-527CA4614B0B}"/>
                    </a:ext>
                  </a:extLst>
                </p14:cNvPr>
                <p14:cNvContentPartPr/>
                <p14:nvPr/>
              </p14:nvContentPartPr>
              <p14:xfrm>
                <a:off x="8384940" y="5714288"/>
                <a:ext cx="130680" cy="79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FC39133-F69E-656E-6D5B-527CA4614B0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75940" y="5705288"/>
                  <a:ext cx="1483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C711887-1572-528A-02DC-6DF1983EF7F5}"/>
                    </a:ext>
                  </a:extLst>
                </p14:cNvPr>
                <p14:cNvContentPartPr/>
                <p14:nvPr/>
              </p14:nvContentPartPr>
              <p14:xfrm>
                <a:off x="8608860" y="5584688"/>
                <a:ext cx="129960" cy="244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C711887-1572-528A-02DC-6DF1983EF7F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99860" y="5575688"/>
                  <a:ext cx="147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C859F36-9390-447B-C98C-AE8BE6BAFD77}"/>
                    </a:ext>
                  </a:extLst>
                </p14:cNvPr>
                <p14:cNvContentPartPr/>
                <p14:nvPr/>
              </p14:nvContentPartPr>
              <p14:xfrm>
                <a:off x="8778780" y="5699528"/>
                <a:ext cx="105840" cy="88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C859F36-9390-447B-C98C-AE8BE6BAFD7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69780" y="5690888"/>
                  <a:ext cx="123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708E146-76B8-0852-AC68-0998DE846F31}"/>
                    </a:ext>
                  </a:extLst>
                </p14:cNvPr>
                <p14:cNvContentPartPr/>
                <p14:nvPr/>
              </p14:nvContentPartPr>
              <p14:xfrm>
                <a:off x="8962020" y="5712128"/>
                <a:ext cx="98640" cy="237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708E146-76B8-0852-AC68-0998DE846F3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3380" y="5703488"/>
                  <a:ext cx="116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A68FE4-32CE-B311-2B27-0511F5A4E502}"/>
                    </a:ext>
                  </a:extLst>
                </p14:cNvPr>
                <p14:cNvContentPartPr/>
                <p14:nvPr/>
              </p14:nvContentPartPr>
              <p14:xfrm>
                <a:off x="9107460" y="5797808"/>
                <a:ext cx="36000" cy="85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A68FE4-32CE-B311-2B27-0511F5A4E50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98460" y="5789168"/>
                  <a:ext cx="53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7E606B1-5A61-2865-48E7-B27A62C7AE7B}"/>
                    </a:ext>
                  </a:extLst>
                </p14:cNvPr>
                <p14:cNvContentPartPr/>
                <p14:nvPr/>
              </p14:nvContentPartPr>
              <p14:xfrm>
                <a:off x="9187740" y="5795288"/>
                <a:ext cx="97920" cy="96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7E606B1-5A61-2865-48E7-B27A62C7AE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78740" y="5786648"/>
                  <a:ext cx="115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F0084F0-2E68-9448-1C08-FA7923226624}"/>
                    </a:ext>
                  </a:extLst>
                </p14:cNvPr>
                <p14:cNvContentPartPr/>
                <p14:nvPr/>
              </p14:nvContentPartPr>
              <p14:xfrm>
                <a:off x="9476460" y="5522768"/>
                <a:ext cx="36360" cy="125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F0084F0-2E68-9448-1C08-FA792322662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67460" y="5513768"/>
                  <a:ext cx="54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8A5AFF-E29F-DF0C-0E02-38E4B19BA2C0}"/>
                    </a:ext>
                  </a:extLst>
                </p14:cNvPr>
                <p14:cNvContentPartPr/>
                <p14:nvPr/>
              </p14:nvContentPartPr>
              <p14:xfrm>
                <a:off x="9420300" y="5725088"/>
                <a:ext cx="181080" cy="9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8A5AFF-E29F-DF0C-0E02-38E4B19BA2C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11660" y="5716448"/>
                  <a:ext cx="198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AE8F855-0432-0598-9BC5-54E91D242ADE}"/>
                    </a:ext>
                  </a:extLst>
                </p14:cNvPr>
                <p14:cNvContentPartPr/>
                <p14:nvPr/>
              </p14:nvContentPartPr>
              <p14:xfrm>
                <a:off x="9450180" y="5782328"/>
                <a:ext cx="150840" cy="78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AE8F855-0432-0598-9BC5-54E91D242AD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41540" y="5773688"/>
                  <a:ext cx="168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3BAD17C-234D-C5D4-A1D7-ED653A62F639}"/>
                    </a:ext>
                  </a:extLst>
                </p14:cNvPr>
                <p14:cNvContentPartPr/>
                <p14:nvPr/>
              </p14:nvContentPartPr>
              <p14:xfrm>
                <a:off x="9554220" y="5803208"/>
                <a:ext cx="28440" cy="102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3BAD17C-234D-C5D4-A1D7-ED653A62F63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45580" y="5794208"/>
                  <a:ext cx="4608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68FD812-53F2-3957-48E2-BAA3CDF525B4}"/>
              </a:ext>
            </a:extLst>
          </p:cNvPr>
          <p:cNvGrpSpPr/>
          <p:nvPr/>
        </p:nvGrpSpPr>
        <p:grpSpPr>
          <a:xfrm>
            <a:off x="9829980" y="5506928"/>
            <a:ext cx="1214280" cy="281160"/>
            <a:chOff x="9829980" y="5506928"/>
            <a:chExt cx="121428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8415D7D-F67E-7BCE-F1E6-D58871D3BB2D}"/>
                    </a:ext>
                  </a:extLst>
                </p14:cNvPr>
                <p14:cNvContentPartPr/>
                <p14:nvPr/>
              </p14:nvContentPartPr>
              <p14:xfrm>
                <a:off x="9829980" y="5738408"/>
                <a:ext cx="197640" cy="44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8415D7D-F67E-7BCE-F1E6-D58871D3BB2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820980" y="5729768"/>
                  <a:ext cx="215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2840165-CE85-A90E-4EFA-3232E69A0AAC}"/>
                    </a:ext>
                  </a:extLst>
                </p14:cNvPr>
                <p14:cNvContentPartPr/>
                <p14:nvPr/>
              </p14:nvContentPartPr>
              <p14:xfrm>
                <a:off x="9844380" y="5663168"/>
                <a:ext cx="141480" cy="60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2840165-CE85-A90E-4EFA-3232E69A0AA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35380" y="5654168"/>
                  <a:ext cx="159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500E7CB-FFF0-2C24-6FAC-BAE2B5B1B9B3}"/>
                    </a:ext>
                  </a:extLst>
                </p14:cNvPr>
                <p14:cNvContentPartPr/>
                <p14:nvPr/>
              </p14:nvContentPartPr>
              <p14:xfrm>
                <a:off x="10193220" y="5704208"/>
                <a:ext cx="135360" cy="21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500E7CB-FFF0-2C24-6FAC-BAE2B5B1B9B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84580" y="5695568"/>
                  <a:ext cx="153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F04B9EC-8348-2355-C468-77C4F597233F}"/>
                    </a:ext>
                  </a:extLst>
                </p14:cNvPr>
                <p14:cNvContentPartPr/>
                <p14:nvPr/>
              </p14:nvContentPartPr>
              <p14:xfrm>
                <a:off x="10447740" y="5550488"/>
                <a:ext cx="125280" cy="237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F04B9EC-8348-2355-C468-77C4F59723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38740" y="5541488"/>
                  <a:ext cx="142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EB59EF9-7A6B-DBC3-B577-E42FB0B3D70A}"/>
                    </a:ext>
                  </a:extLst>
                </p14:cNvPr>
                <p14:cNvContentPartPr/>
                <p14:nvPr/>
              </p14:nvContentPartPr>
              <p14:xfrm>
                <a:off x="10730700" y="5513768"/>
                <a:ext cx="126360" cy="212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EB59EF9-7A6B-DBC3-B577-E42FB0B3D70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722060" y="5505128"/>
                  <a:ext cx="144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FDD946-5304-892A-C507-B60EB0F5952E}"/>
                    </a:ext>
                  </a:extLst>
                </p14:cNvPr>
                <p14:cNvContentPartPr/>
                <p14:nvPr/>
              </p14:nvContentPartPr>
              <p14:xfrm>
                <a:off x="10877220" y="5506928"/>
                <a:ext cx="167040" cy="221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FDD946-5304-892A-C507-B60EB0F5952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868580" y="5498288"/>
                  <a:ext cx="18468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5C51875-CB54-C68F-8B23-CECB2E691A32}"/>
              </a:ext>
            </a:extLst>
          </p:cNvPr>
          <p:cNvGrpSpPr/>
          <p:nvPr/>
        </p:nvGrpSpPr>
        <p:grpSpPr>
          <a:xfrm>
            <a:off x="8214300" y="6031808"/>
            <a:ext cx="1449720" cy="310320"/>
            <a:chOff x="8214300" y="6031808"/>
            <a:chExt cx="144972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D9E7FC5-3D1C-820D-7009-E9CEBEE6ED87}"/>
                    </a:ext>
                  </a:extLst>
                </p14:cNvPr>
                <p14:cNvContentPartPr/>
                <p14:nvPr/>
              </p14:nvContentPartPr>
              <p14:xfrm>
                <a:off x="8252820" y="6138008"/>
                <a:ext cx="113400" cy="204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D9E7FC5-3D1C-820D-7009-E9CEBEE6ED8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243820" y="6129008"/>
                  <a:ext cx="1310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6BFD7A7-0B17-1939-155C-7A1B54254EAE}"/>
                    </a:ext>
                  </a:extLst>
                </p14:cNvPr>
                <p14:cNvContentPartPr/>
                <p14:nvPr/>
              </p14:nvContentPartPr>
              <p14:xfrm>
                <a:off x="8214300" y="6239528"/>
                <a:ext cx="171360" cy="32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6BFD7A7-0B17-1939-155C-7A1B54254EA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205660" y="6230888"/>
                  <a:ext cx="189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07C9434-5E7F-820B-5CF3-7C408368CE37}"/>
                    </a:ext>
                  </a:extLst>
                </p14:cNvPr>
                <p14:cNvContentPartPr/>
                <p14:nvPr/>
              </p14:nvContentPartPr>
              <p14:xfrm>
                <a:off x="8381340" y="6218288"/>
                <a:ext cx="79560" cy="107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07C9434-5E7F-820B-5CF3-7C408368CE3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372340" y="6209648"/>
                  <a:ext cx="97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AAC5D2-9F54-B9B6-1EF1-C0286D953495}"/>
                    </a:ext>
                  </a:extLst>
                </p14:cNvPr>
                <p14:cNvContentPartPr/>
                <p14:nvPr/>
              </p14:nvContentPartPr>
              <p14:xfrm>
                <a:off x="8564940" y="6264728"/>
                <a:ext cx="258480" cy="69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AAC5D2-9F54-B9B6-1EF1-C0286D95349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556300" y="6256088"/>
                  <a:ext cx="276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90C7039-ECBB-AEB4-2D27-4E5A4B605D1A}"/>
                    </a:ext>
                  </a:extLst>
                </p14:cNvPr>
                <p14:cNvContentPartPr/>
                <p14:nvPr/>
              </p14:nvContentPartPr>
              <p14:xfrm>
                <a:off x="8787060" y="6215048"/>
                <a:ext cx="156960" cy="109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90C7039-ECBB-AEB4-2D27-4E5A4B605D1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78420" y="6206048"/>
                  <a:ext cx="174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6DB9336-FD81-52F8-D48B-4DDEBFCE89EB}"/>
                    </a:ext>
                  </a:extLst>
                </p14:cNvPr>
                <p14:cNvContentPartPr/>
                <p14:nvPr/>
              </p14:nvContentPartPr>
              <p14:xfrm>
                <a:off x="8965980" y="6089048"/>
                <a:ext cx="65520" cy="1861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6DB9336-FD81-52F8-D48B-4DDEBFCE89E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57340" y="6080048"/>
                  <a:ext cx="83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FB3122E-2321-C6D3-9D1B-1A05004B64EB}"/>
                    </a:ext>
                  </a:extLst>
                </p14:cNvPr>
                <p14:cNvContentPartPr/>
                <p14:nvPr/>
              </p14:nvContentPartPr>
              <p14:xfrm>
                <a:off x="8942580" y="6068888"/>
                <a:ext cx="128520" cy="222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FB3122E-2321-C6D3-9D1B-1A05004B64E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33580" y="6060248"/>
                  <a:ext cx="1461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A4A8C84-B958-F5AC-5AD8-66427F548A8B}"/>
                    </a:ext>
                  </a:extLst>
                </p14:cNvPr>
                <p14:cNvContentPartPr/>
                <p14:nvPr/>
              </p14:nvContentPartPr>
              <p14:xfrm>
                <a:off x="9101340" y="6192728"/>
                <a:ext cx="151920" cy="889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A4A8C84-B958-F5AC-5AD8-66427F548A8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92700" y="6183728"/>
                  <a:ext cx="169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0EB61E-45B3-FD44-39FA-BE3AC8EF86EF}"/>
                    </a:ext>
                  </a:extLst>
                </p14:cNvPr>
                <p14:cNvContentPartPr/>
                <p14:nvPr/>
              </p14:nvContentPartPr>
              <p14:xfrm>
                <a:off x="9190620" y="6031808"/>
                <a:ext cx="258120" cy="247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0EB61E-45B3-FD44-39FA-BE3AC8EF86E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81620" y="6022808"/>
                  <a:ext cx="275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4AD0DF1-5F4C-D1FD-08FD-4177DAC17D8D}"/>
                    </a:ext>
                  </a:extLst>
                </p14:cNvPr>
                <p14:cNvContentPartPr/>
                <p14:nvPr/>
              </p14:nvContentPartPr>
              <p14:xfrm>
                <a:off x="9448380" y="6126128"/>
                <a:ext cx="215640" cy="137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4AD0DF1-5F4C-D1FD-08FD-4177DAC17D8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39380" y="6117128"/>
                  <a:ext cx="2332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589AB37-D294-10E9-42B1-77AA5F21DF2D}"/>
              </a:ext>
            </a:extLst>
          </p:cNvPr>
          <p:cNvGrpSpPr/>
          <p:nvPr/>
        </p:nvGrpSpPr>
        <p:grpSpPr>
          <a:xfrm>
            <a:off x="9865980" y="6010928"/>
            <a:ext cx="565920" cy="262440"/>
            <a:chOff x="9865980" y="6010928"/>
            <a:chExt cx="56592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FF7A53-83AC-665F-5391-3E07DA061FAB}"/>
                    </a:ext>
                  </a:extLst>
                </p14:cNvPr>
                <p14:cNvContentPartPr/>
                <p14:nvPr/>
              </p14:nvContentPartPr>
              <p14:xfrm>
                <a:off x="9964260" y="6224048"/>
                <a:ext cx="20880" cy="49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FF7A53-83AC-665F-5391-3E07DA061FA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955620" y="6215048"/>
                  <a:ext cx="38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0B1A292-2D6A-E0E6-7B31-37D01490F34D}"/>
                    </a:ext>
                  </a:extLst>
                </p14:cNvPr>
                <p14:cNvContentPartPr/>
                <p14:nvPr/>
              </p14:nvContentPartPr>
              <p14:xfrm>
                <a:off x="9865980" y="6094088"/>
                <a:ext cx="24120" cy="13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0B1A292-2D6A-E0E6-7B31-37D01490F34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57340" y="6085448"/>
                  <a:ext cx="41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22DBE5A-F3C6-8A38-D895-A1AB8DDF1E46}"/>
                    </a:ext>
                  </a:extLst>
                </p14:cNvPr>
                <p14:cNvContentPartPr/>
                <p14:nvPr/>
              </p14:nvContentPartPr>
              <p14:xfrm>
                <a:off x="10032300" y="6197768"/>
                <a:ext cx="147600" cy="37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22DBE5A-F3C6-8A38-D895-A1AB8DDF1E4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023300" y="6188768"/>
                  <a:ext cx="165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2EC4918-EE3E-6FDF-0077-AF97A099A739}"/>
                    </a:ext>
                  </a:extLst>
                </p14:cNvPr>
                <p14:cNvContentPartPr/>
                <p14:nvPr/>
              </p14:nvContentPartPr>
              <p14:xfrm>
                <a:off x="10177740" y="6010928"/>
                <a:ext cx="79920" cy="214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2EC4918-EE3E-6FDF-0077-AF97A099A73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168740" y="6002288"/>
                  <a:ext cx="97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60703EF-F985-A63E-A8C4-7099BF1946C6}"/>
                    </a:ext>
                  </a:extLst>
                </p14:cNvPr>
                <p14:cNvContentPartPr/>
                <p14:nvPr/>
              </p14:nvContentPartPr>
              <p14:xfrm>
                <a:off x="10152180" y="6126488"/>
                <a:ext cx="103680" cy="16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60703EF-F985-A63E-A8C4-7099BF1946C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143540" y="6117488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3C4ED6A-E7C3-06A2-E6F0-55D0174022E9}"/>
                    </a:ext>
                  </a:extLst>
                </p14:cNvPr>
                <p14:cNvContentPartPr/>
                <p14:nvPr/>
              </p14:nvContentPartPr>
              <p14:xfrm>
                <a:off x="10349820" y="6120368"/>
                <a:ext cx="82080" cy="637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3C4ED6A-E7C3-06A2-E6F0-55D0174022E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341180" y="6111368"/>
                  <a:ext cx="997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EF1B184-A572-42C8-575B-3DCCEF750BDA}"/>
              </a:ext>
            </a:extLst>
          </p:cNvPr>
          <p:cNvGrpSpPr/>
          <p:nvPr/>
        </p:nvGrpSpPr>
        <p:grpSpPr>
          <a:xfrm>
            <a:off x="10702260" y="6026408"/>
            <a:ext cx="364680" cy="186120"/>
            <a:chOff x="10702260" y="6026408"/>
            <a:chExt cx="36468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75B36E9-5842-7E88-918A-8AEC0A84408D}"/>
                    </a:ext>
                  </a:extLst>
                </p14:cNvPr>
                <p14:cNvContentPartPr/>
                <p14:nvPr/>
              </p14:nvContentPartPr>
              <p14:xfrm>
                <a:off x="10785420" y="6099128"/>
                <a:ext cx="48600" cy="113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75B36E9-5842-7E88-918A-8AEC0A84408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776780" y="6090488"/>
                  <a:ext cx="66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5963615-BB11-08EB-0EC9-02F034DB0DEF}"/>
                    </a:ext>
                  </a:extLst>
                </p14:cNvPr>
                <p14:cNvContentPartPr/>
                <p14:nvPr/>
              </p14:nvContentPartPr>
              <p14:xfrm>
                <a:off x="10702260" y="6151328"/>
                <a:ext cx="125280" cy="3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5963615-BB11-08EB-0EC9-02F034DB0DE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93260" y="6142328"/>
                  <a:ext cx="142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61E5101-AA54-56B0-5D7D-8EFF976819E9}"/>
                    </a:ext>
                  </a:extLst>
                </p14:cNvPr>
                <p14:cNvContentPartPr/>
                <p14:nvPr/>
              </p14:nvContentPartPr>
              <p14:xfrm>
                <a:off x="10949580" y="6026408"/>
                <a:ext cx="117360" cy="178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61E5101-AA54-56B0-5D7D-8EFF976819E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940580" y="6017768"/>
                  <a:ext cx="1350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5052885-7652-4730-4CE8-D66D88249D43}"/>
              </a:ext>
            </a:extLst>
          </p:cNvPr>
          <p:cNvGrpSpPr/>
          <p:nvPr/>
        </p:nvGrpSpPr>
        <p:grpSpPr>
          <a:xfrm>
            <a:off x="11277540" y="5973128"/>
            <a:ext cx="250200" cy="201240"/>
            <a:chOff x="11277540" y="5973128"/>
            <a:chExt cx="25020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4F9E31B-8495-99D7-B1A7-C5C8EA584330}"/>
                    </a:ext>
                  </a:extLst>
                </p14:cNvPr>
                <p14:cNvContentPartPr/>
                <p14:nvPr/>
              </p14:nvContentPartPr>
              <p14:xfrm>
                <a:off x="11277540" y="5979608"/>
                <a:ext cx="116280" cy="194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4F9E31B-8495-99D7-B1A7-C5C8EA58433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268900" y="5970968"/>
                  <a:ext cx="133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A820A85-96A9-0FDE-C589-DF5F09445C30}"/>
                    </a:ext>
                  </a:extLst>
                </p14:cNvPr>
                <p14:cNvContentPartPr/>
                <p14:nvPr/>
              </p14:nvContentPartPr>
              <p14:xfrm>
                <a:off x="11404260" y="5973128"/>
                <a:ext cx="123480" cy="186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A820A85-96A9-0FDE-C589-DF5F09445C3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95620" y="5964488"/>
                  <a:ext cx="14112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A5F9C209-7D3C-AE73-B711-E2D76E41E2D3}"/>
              </a:ext>
            </a:extLst>
          </p:cNvPr>
          <p:cNvGrpSpPr/>
          <p:nvPr/>
        </p:nvGrpSpPr>
        <p:grpSpPr>
          <a:xfrm>
            <a:off x="9958860" y="6355808"/>
            <a:ext cx="266040" cy="291960"/>
            <a:chOff x="9958860" y="6355808"/>
            <a:chExt cx="26604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46C0F82-D136-068D-E58F-3745A041C9DB}"/>
                    </a:ext>
                  </a:extLst>
                </p14:cNvPr>
                <p14:cNvContentPartPr/>
                <p14:nvPr/>
              </p14:nvContentPartPr>
              <p14:xfrm>
                <a:off x="9958860" y="6499448"/>
                <a:ext cx="115200" cy="83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46C0F82-D136-068D-E58F-3745A041C9D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50220" y="6490448"/>
                  <a:ext cx="132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04D6CD-7F64-3E53-45CA-5252EA133927}"/>
                    </a:ext>
                  </a:extLst>
                </p14:cNvPr>
                <p14:cNvContentPartPr/>
                <p14:nvPr/>
              </p14:nvContentPartPr>
              <p14:xfrm>
                <a:off x="10094220" y="6355808"/>
                <a:ext cx="130680" cy="291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04D6CD-7F64-3E53-45CA-5252EA13392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085220" y="6346808"/>
                  <a:ext cx="1483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151E105-0E7F-2F4D-9831-A5FEF7FA4806}"/>
                    </a:ext>
                  </a:extLst>
                </p14:cNvPr>
                <p14:cNvContentPartPr/>
                <p14:nvPr/>
              </p14:nvContentPartPr>
              <p14:xfrm>
                <a:off x="10067580" y="6561728"/>
                <a:ext cx="105120" cy="15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151E105-0E7F-2F4D-9831-A5FEF7FA480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58940" y="6553088"/>
                  <a:ext cx="1227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89DECC0-D9D1-1175-EE7B-A75DDDCBA818}"/>
              </a:ext>
            </a:extLst>
          </p:cNvPr>
          <p:cNvGrpSpPr/>
          <p:nvPr/>
        </p:nvGrpSpPr>
        <p:grpSpPr>
          <a:xfrm>
            <a:off x="10409220" y="6359768"/>
            <a:ext cx="790200" cy="213480"/>
            <a:chOff x="10409220" y="6359768"/>
            <a:chExt cx="79020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24C7126-C2CA-CBAC-1C87-E88C393197D2}"/>
                    </a:ext>
                  </a:extLst>
                </p14:cNvPr>
                <p14:cNvContentPartPr/>
                <p14:nvPr/>
              </p14:nvContentPartPr>
              <p14:xfrm>
                <a:off x="10409220" y="6409088"/>
                <a:ext cx="101160" cy="164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24C7126-C2CA-CBAC-1C87-E88C393197D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400580" y="6400448"/>
                  <a:ext cx="118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F10B15A-68B5-4360-4288-5EE2C601651D}"/>
                    </a:ext>
                  </a:extLst>
                </p14:cNvPr>
                <p14:cNvContentPartPr/>
                <p14:nvPr/>
              </p14:nvContentPartPr>
              <p14:xfrm>
                <a:off x="10524780" y="6401528"/>
                <a:ext cx="105480" cy="1450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F10B15A-68B5-4360-4288-5EE2C601651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16140" y="6392888"/>
                  <a:ext cx="123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2AA9A58-343A-0857-E469-CAE2BB75701E}"/>
                    </a:ext>
                  </a:extLst>
                </p14:cNvPr>
                <p14:cNvContentPartPr/>
                <p14:nvPr/>
              </p14:nvContentPartPr>
              <p14:xfrm>
                <a:off x="10603620" y="6489008"/>
                <a:ext cx="87120" cy="56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2AA9A58-343A-0857-E469-CAE2BB75701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594980" y="6480008"/>
                  <a:ext cx="104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C528637-EA78-32D5-C7FF-C83B2497AE5B}"/>
                    </a:ext>
                  </a:extLst>
                </p14:cNvPr>
                <p14:cNvContentPartPr/>
                <p14:nvPr/>
              </p14:nvContentPartPr>
              <p14:xfrm>
                <a:off x="10730340" y="6380648"/>
                <a:ext cx="165240" cy="176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C528637-EA78-32D5-C7FF-C83B2497AE5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21340" y="6372008"/>
                  <a:ext cx="182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217582A-0539-C32F-8AC3-F20040382C4F}"/>
                    </a:ext>
                  </a:extLst>
                </p14:cNvPr>
                <p14:cNvContentPartPr/>
                <p14:nvPr/>
              </p14:nvContentPartPr>
              <p14:xfrm>
                <a:off x="10988100" y="6359768"/>
                <a:ext cx="211320" cy="171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217582A-0539-C32F-8AC3-F20040382C4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79460" y="6351128"/>
                  <a:ext cx="228960" cy="189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6 dB per bit—verified numerically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 model is remarkably accurate at moderate/high resolution.</a:t>
            </a:r>
            <a:endParaRPr lang="en-US" sz="1550" dirty="0"/>
          </a:p>
        </p:txBody>
      </p:sp>
      <p:pic>
        <p:nvPicPr>
          <p:cNvPr id="4" name="Image 0" descr="/mnt/data/week2_dsp_ml/assets/sqnr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2843"/>
            <a:ext cx="7498080" cy="38751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45920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58784" y="1755648"/>
            <a:ext cx="2633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results deviate more because the high-resolution assumptions are weak.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412480" y="3337560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58784" y="34472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full-scale sine theory: 98.08 dB SQNR.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52A234-523F-6894-FD54-BAC44359D984}"/>
              </a:ext>
            </a:extLst>
          </p:cNvPr>
          <p:cNvGrpSpPr/>
          <p:nvPr/>
        </p:nvGrpSpPr>
        <p:grpSpPr>
          <a:xfrm>
            <a:off x="3574260" y="4122008"/>
            <a:ext cx="124560" cy="357480"/>
            <a:chOff x="3574260" y="4122008"/>
            <a:chExt cx="12456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646409-2DF3-B6B2-0796-8686F2B09954}"/>
                    </a:ext>
                  </a:extLst>
                </p14:cNvPr>
                <p14:cNvContentPartPr/>
                <p14:nvPr/>
              </p14:nvContentPartPr>
              <p14:xfrm>
                <a:off x="3584340" y="4162688"/>
                <a:ext cx="56520" cy="316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646409-2DF3-B6B2-0796-8686F2B099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75340" y="4153688"/>
                  <a:ext cx="741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EFDA8DA-1581-5624-F248-D6E9BDE914AE}"/>
                    </a:ext>
                  </a:extLst>
                </p14:cNvPr>
                <p14:cNvContentPartPr/>
                <p14:nvPr/>
              </p14:nvContentPartPr>
              <p14:xfrm>
                <a:off x="3574260" y="4122008"/>
                <a:ext cx="124560" cy="133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EFDA8DA-1581-5624-F248-D6E9BDE914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65620" y="4113008"/>
                  <a:ext cx="142200" cy="150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audio: “96 dB” and “98 dB” can both appear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refer to slightly different reference calculations.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dB/bit rule of thumb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54701"/>
            <a:ext cx="4800600" cy="5254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640" y="2014728"/>
            <a:ext cx="4800600" cy="4053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692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 dB is the amplitude ratio across 16 binary bits.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093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556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98.1 dB includes the RMS power of a full-scale sine and uniform error model.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2834640" y="4754880"/>
            <a:ext cx="6583680" cy="594360"/>
          </a:xfrm>
          <a:prstGeom prst="roundRect">
            <a:avLst>
              <a:gd name="adj" fmla="val 10769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80944" y="4864608"/>
            <a:ext cx="6291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precise about what quantity is being compared.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97B2126-96D8-3EDF-DA54-FFDCDC032E61}"/>
                  </a:ext>
                </a:extLst>
              </p14:cNvPr>
              <p14:cNvContentPartPr/>
              <p14:nvPr/>
            </p14:nvContentPartPr>
            <p14:xfrm>
              <a:off x="3776940" y="2592728"/>
              <a:ext cx="1095480" cy="36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97B2126-96D8-3EDF-DA54-FFDCDC032E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8300" y="2583728"/>
                <a:ext cx="111312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FF1F305-ABDD-53E7-18E3-2E010745AF72}"/>
              </a:ext>
            </a:extLst>
          </p:cNvPr>
          <p:cNvGrpSpPr/>
          <p:nvPr/>
        </p:nvGrpSpPr>
        <p:grpSpPr>
          <a:xfrm>
            <a:off x="3099780" y="2750408"/>
            <a:ext cx="1425960" cy="256320"/>
            <a:chOff x="3099780" y="2750408"/>
            <a:chExt cx="142596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79BE8F9-513F-C348-9706-F523A52E7FEA}"/>
                    </a:ext>
                  </a:extLst>
                </p14:cNvPr>
                <p14:cNvContentPartPr/>
                <p14:nvPr/>
              </p14:nvContentPartPr>
              <p14:xfrm>
                <a:off x="3099780" y="2833568"/>
                <a:ext cx="64440" cy="17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79BE8F9-513F-C348-9706-F523A52E7FE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91140" y="2824928"/>
                  <a:ext cx="82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6A0128-9C08-91F6-3A0C-2470FDC24382}"/>
                    </a:ext>
                  </a:extLst>
                </p14:cNvPr>
                <p14:cNvContentPartPr/>
                <p14:nvPr/>
              </p14:nvContentPartPr>
              <p14:xfrm>
                <a:off x="3220740" y="2800088"/>
                <a:ext cx="156240" cy="181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6A0128-9C08-91F6-3A0C-2470FDC243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11740" y="2791448"/>
                  <a:ext cx="173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E2D7E24-A672-9F45-FE1E-CB4E44782EA5}"/>
                    </a:ext>
                  </a:extLst>
                </p14:cNvPr>
                <p14:cNvContentPartPr/>
                <p14:nvPr/>
              </p14:nvContentPartPr>
              <p14:xfrm>
                <a:off x="3454740" y="2857328"/>
                <a:ext cx="114840" cy="71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E2D7E24-A672-9F45-FE1E-CB4E44782E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46100" y="2848328"/>
                  <a:ext cx="132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D9E3D43-6EFF-20D6-712D-1ED5C41781A8}"/>
                    </a:ext>
                  </a:extLst>
                </p14:cNvPr>
                <p14:cNvContentPartPr/>
                <p14:nvPr/>
              </p14:nvContentPartPr>
              <p14:xfrm>
                <a:off x="3496860" y="2883248"/>
                <a:ext cx="56880" cy="86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D9E3D43-6EFF-20D6-712D-1ED5C41781A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88220" y="2874608"/>
                  <a:ext cx="74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8ECEC1-812E-BDB6-A359-EB35E2AAE270}"/>
                    </a:ext>
                  </a:extLst>
                </p14:cNvPr>
                <p14:cNvContentPartPr/>
                <p14:nvPr/>
              </p14:nvContentPartPr>
              <p14:xfrm>
                <a:off x="3775140" y="2750408"/>
                <a:ext cx="147600" cy="19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8ECEC1-812E-BDB6-A359-EB35E2AAE2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66140" y="2741768"/>
                  <a:ext cx="165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C58E3B6-8043-F4B1-8A78-C3FF97513E2D}"/>
                    </a:ext>
                  </a:extLst>
                </p14:cNvPr>
                <p14:cNvContentPartPr/>
                <p14:nvPr/>
              </p14:nvContentPartPr>
              <p14:xfrm>
                <a:off x="4022100" y="2935088"/>
                <a:ext cx="35640" cy="1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C58E3B6-8043-F4B1-8A78-C3FF97513E2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13460" y="2926448"/>
                  <a:ext cx="53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392BCA-E9A2-2DF3-9A1E-409F1825D70E}"/>
                    </a:ext>
                  </a:extLst>
                </p14:cNvPr>
                <p14:cNvContentPartPr/>
                <p14:nvPr/>
              </p14:nvContentPartPr>
              <p14:xfrm>
                <a:off x="4071060" y="2810528"/>
                <a:ext cx="151200" cy="93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392BCA-E9A2-2DF3-9A1E-409F1825D7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62060" y="2801888"/>
                  <a:ext cx="168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5980E07-6FED-E708-987C-06EF8E72DDC1}"/>
                    </a:ext>
                  </a:extLst>
                </p14:cNvPr>
                <p14:cNvContentPartPr/>
                <p14:nvPr/>
              </p14:nvContentPartPr>
              <p14:xfrm>
                <a:off x="4249620" y="2774888"/>
                <a:ext cx="276120" cy="156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5980E07-6FED-E708-987C-06EF8E72DDC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40980" y="2765888"/>
                  <a:ext cx="29376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99EB251-F471-3E6F-C3F5-EE66FB1E8BD1}"/>
                  </a:ext>
                </a:extLst>
              </p14:cNvPr>
              <p14:cNvContentPartPr/>
              <p14:nvPr/>
            </p14:nvContentPartPr>
            <p14:xfrm>
              <a:off x="8170740" y="2461688"/>
              <a:ext cx="681120" cy="27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99EB251-F471-3E6F-C3F5-EE66FB1E8BD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62100" y="2452688"/>
                <a:ext cx="69876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F53B797C-FD71-6F91-A66A-2EF42DA9D0CC}"/>
              </a:ext>
            </a:extLst>
          </p:cNvPr>
          <p:cNvGrpSpPr/>
          <p:nvPr/>
        </p:nvGrpSpPr>
        <p:grpSpPr>
          <a:xfrm>
            <a:off x="8739540" y="1169288"/>
            <a:ext cx="3183840" cy="740880"/>
            <a:chOff x="8739540" y="1169288"/>
            <a:chExt cx="3183840" cy="74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241260-8846-F67F-30BC-0B41E74F270D}"/>
                    </a:ext>
                  </a:extLst>
                </p14:cNvPr>
                <p14:cNvContentPartPr/>
                <p14:nvPr/>
              </p14:nvContentPartPr>
              <p14:xfrm>
                <a:off x="8739540" y="1662488"/>
                <a:ext cx="361440" cy="195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241260-8846-F67F-30BC-0B41E74F270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30900" y="1653488"/>
                  <a:ext cx="379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10BE6E-5EC5-CF05-5C46-F5688B955284}"/>
                    </a:ext>
                  </a:extLst>
                </p14:cNvPr>
                <p14:cNvContentPartPr/>
                <p14:nvPr/>
              </p14:nvContentPartPr>
              <p14:xfrm>
                <a:off x="8748540" y="1710368"/>
                <a:ext cx="198720" cy="124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10BE6E-5EC5-CF05-5C46-F5688B95528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39900" y="1701728"/>
                  <a:ext cx="216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B7AD87B-B853-7CF0-EBC7-02A4543415B9}"/>
                    </a:ext>
                  </a:extLst>
                </p14:cNvPr>
                <p14:cNvContentPartPr/>
                <p14:nvPr/>
              </p14:nvContentPartPr>
              <p14:xfrm>
                <a:off x="9290340" y="1480688"/>
                <a:ext cx="138960" cy="13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B7AD87B-B853-7CF0-EBC7-02A4543415B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81340" y="1471688"/>
                  <a:ext cx="1566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B7D5043-6B57-DA84-03CD-3AEA65446AAB}"/>
                    </a:ext>
                  </a:extLst>
                </p14:cNvPr>
                <p14:cNvContentPartPr/>
                <p14:nvPr/>
              </p14:nvContentPartPr>
              <p14:xfrm>
                <a:off x="9461340" y="1479968"/>
                <a:ext cx="305640" cy="184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B7D5043-6B57-DA84-03CD-3AEA65446AA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52340" y="1470968"/>
                  <a:ext cx="323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8F2A83F-B2C8-921D-03BD-146EE539CB0C}"/>
                    </a:ext>
                  </a:extLst>
                </p14:cNvPr>
                <p14:cNvContentPartPr/>
                <p14:nvPr/>
              </p14:nvContentPartPr>
              <p14:xfrm>
                <a:off x="9789660" y="1459808"/>
                <a:ext cx="187920" cy="62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8F2A83F-B2C8-921D-03BD-146EE539CB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80660" y="1450808"/>
                  <a:ext cx="205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5ADCD1A-8B73-27C1-78B3-6347FB41C391}"/>
                    </a:ext>
                  </a:extLst>
                </p14:cNvPr>
                <p14:cNvContentPartPr/>
                <p14:nvPr/>
              </p14:nvContentPartPr>
              <p14:xfrm>
                <a:off x="9891900" y="1345328"/>
                <a:ext cx="28080" cy="25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5ADCD1A-8B73-27C1-78B3-6347FB41C3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83260" y="1336688"/>
                  <a:ext cx="45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7EAB17-32F6-342C-4FF8-705E51CFFDF9}"/>
                    </a:ext>
                  </a:extLst>
                </p14:cNvPr>
                <p14:cNvContentPartPr/>
                <p14:nvPr/>
              </p14:nvContentPartPr>
              <p14:xfrm>
                <a:off x="10035180" y="1315088"/>
                <a:ext cx="164520" cy="255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7EAB17-32F6-342C-4FF8-705E51CFFD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26180" y="1306088"/>
                  <a:ext cx="182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C26C64-0D4B-3AB6-077B-DAA33EAD1191}"/>
                    </a:ext>
                  </a:extLst>
                </p14:cNvPr>
                <p14:cNvContentPartPr/>
                <p14:nvPr/>
              </p14:nvContentPartPr>
              <p14:xfrm>
                <a:off x="10188180" y="1444328"/>
                <a:ext cx="38160" cy="60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C26C64-0D4B-3AB6-077B-DAA33EAD119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79180" y="1435328"/>
                  <a:ext cx="55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765121B-7671-29D2-734A-EF4FE7732285}"/>
                    </a:ext>
                  </a:extLst>
                </p14:cNvPr>
                <p14:cNvContentPartPr/>
                <p14:nvPr/>
              </p14:nvContentPartPr>
              <p14:xfrm>
                <a:off x="10149660" y="1377368"/>
                <a:ext cx="2520" cy="4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765121B-7671-29D2-734A-EF4FE773228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41020" y="1368728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6ED237-5037-0589-0099-5CA63A722E71}"/>
                    </a:ext>
                  </a:extLst>
                </p14:cNvPr>
                <p14:cNvContentPartPr/>
                <p14:nvPr/>
              </p14:nvContentPartPr>
              <p14:xfrm>
                <a:off x="10259100" y="1395368"/>
                <a:ext cx="185760" cy="75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6ED237-5037-0589-0099-5CA63A722E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50100" y="1386728"/>
                  <a:ext cx="203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5CD420B-CF9D-965F-B504-29E047C21F57}"/>
                    </a:ext>
                  </a:extLst>
                </p14:cNvPr>
                <p14:cNvContentPartPr/>
                <p14:nvPr/>
              </p14:nvContentPartPr>
              <p14:xfrm>
                <a:off x="10556820" y="1252088"/>
                <a:ext cx="112680" cy="189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5CD420B-CF9D-965F-B504-29E047C21F5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48180" y="1243088"/>
                  <a:ext cx="130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F19E59-767D-57E7-CBC7-0C4627D7AA47}"/>
                    </a:ext>
                  </a:extLst>
                </p14:cNvPr>
                <p14:cNvContentPartPr/>
                <p14:nvPr/>
              </p14:nvContentPartPr>
              <p14:xfrm>
                <a:off x="10587420" y="1376288"/>
                <a:ext cx="105120" cy="11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F19E59-767D-57E7-CBC7-0C4627D7AA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78420" y="1367288"/>
                  <a:ext cx="122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C734E9-0CD6-BFBD-8E47-820510AE9065}"/>
                    </a:ext>
                  </a:extLst>
                </p14:cNvPr>
                <p14:cNvContentPartPr/>
                <p14:nvPr/>
              </p14:nvContentPartPr>
              <p14:xfrm>
                <a:off x="10729980" y="1357208"/>
                <a:ext cx="119520" cy="62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AC734E9-0CD6-BFBD-8E47-820510AE906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0980" y="1348208"/>
                  <a:ext cx="137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4AA5F74-4EF8-78E0-0781-04EB11D95D88}"/>
                    </a:ext>
                  </a:extLst>
                </p14:cNvPr>
                <p14:cNvContentPartPr/>
                <p14:nvPr/>
              </p14:nvContentPartPr>
              <p14:xfrm>
                <a:off x="11017620" y="1244168"/>
                <a:ext cx="173160" cy="153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4AA5F74-4EF8-78E0-0781-04EB11D95D8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08620" y="1235528"/>
                  <a:ext cx="190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2144374-D9C8-5FDE-76EF-AD5DE13807F3}"/>
                    </a:ext>
                  </a:extLst>
                </p14:cNvPr>
                <p14:cNvContentPartPr/>
                <p14:nvPr/>
              </p14:nvContentPartPr>
              <p14:xfrm>
                <a:off x="11154420" y="1308968"/>
                <a:ext cx="35280" cy="4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144374-D9C8-5FDE-76EF-AD5DE13807F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145780" y="1300328"/>
                  <a:ext cx="52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76B1EA4-EDEF-F1DA-A171-2AC77E1BBF85}"/>
                    </a:ext>
                  </a:extLst>
                </p14:cNvPr>
                <p14:cNvContentPartPr/>
                <p14:nvPr/>
              </p14:nvContentPartPr>
              <p14:xfrm>
                <a:off x="11138580" y="1179368"/>
                <a:ext cx="5760" cy="35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76B1EA4-EDEF-F1DA-A171-2AC77E1BBF8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29940" y="1170368"/>
                  <a:ext cx="23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A14A11-685D-5E1E-3957-A6D5560659B3}"/>
                    </a:ext>
                  </a:extLst>
                </p14:cNvPr>
                <p14:cNvContentPartPr/>
                <p14:nvPr/>
              </p14:nvContentPartPr>
              <p14:xfrm>
                <a:off x="11201220" y="1257128"/>
                <a:ext cx="189000" cy="76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A14A11-685D-5E1E-3957-A6D5560659B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92220" y="1248128"/>
                  <a:ext cx="206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72F1B25-2686-BB01-6B2F-52205D850D5B}"/>
                    </a:ext>
                  </a:extLst>
                </p14:cNvPr>
                <p14:cNvContentPartPr/>
                <p14:nvPr/>
              </p14:nvContentPartPr>
              <p14:xfrm>
                <a:off x="11398500" y="1169288"/>
                <a:ext cx="218880" cy="150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72F1B25-2686-BB01-6B2F-52205D850D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89860" y="1160288"/>
                  <a:ext cx="236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1BF1D8-C889-171F-1D72-B2BA7C942F57}"/>
                    </a:ext>
                  </a:extLst>
                </p14:cNvPr>
                <p14:cNvContentPartPr/>
                <p14:nvPr/>
              </p14:nvContentPartPr>
              <p14:xfrm>
                <a:off x="9854100" y="1655648"/>
                <a:ext cx="171360" cy="254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1BF1D8-C889-171F-1D72-B2BA7C942F5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45100" y="1646648"/>
                  <a:ext cx="189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C29983-7585-6025-C859-FAA7D0BB9A8B}"/>
                    </a:ext>
                  </a:extLst>
                </p14:cNvPr>
                <p14:cNvContentPartPr/>
                <p14:nvPr/>
              </p14:nvContentPartPr>
              <p14:xfrm>
                <a:off x="9870660" y="1828448"/>
                <a:ext cx="156600" cy="1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C29983-7585-6025-C859-FAA7D0BB9A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62020" y="1819808"/>
                  <a:ext cx="1742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CDAD78B-3FEB-F5DE-98E0-B47A660BFF46}"/>
                    </a:ext>
                  </a:extLst>
                </p14:cNvPr>
                <p14:cNvContentPartPr/>
                <p14:nvPr/>
              </p14:nvContentPartPr>
              <p14:xfrm>
                <a:off x="10057500" y="1787408"/>
                <a:ext cx="150840" cy="3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CDAD78B-3FEB-F5DE-98E0-B47A660BFF4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048860" y="1778408"/>
                  <a:ext cx="168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E9C5699-5F05-03A8-D062-95C3FCBA1335}"/>
                    </a:ext>
                  </a:extLst>
                </p14:cNvPr>
                <p14:cNvContentPartPr/>
                <p14:nvPr/>
              </p14:nvContentPartPr>
              <p14:xfrm>
                <a:off x="10255140" y="1589768"/>
                <a:ext cx="239760" cy="213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E9C5699-5F05-03A8-D062-95C3FCBA133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46140" y="1580768"/>
                  <a:ext cx="257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28C21CC-C0CB-ABDE-DD4F-9B310B8B1E3D}"/>
                    </a:ext>
                  </a:extLst>
                </p14:cNvPr>
                <p14:cNvContentPartPr/>
                <p14:nvPr/>
              </p14:nvContentPartPr>
              <p14:xfrm>
                <a:off x="10716660" y="1634768"/>
                <a:ext cx="300600" cy="84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28C21CC-C0CB-ABDE-DD4F-9B310B8B1E3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07660" y="1625768"/>
                  <a:ext cx="318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3EDD5EE-2664-FA89-2D23-2D5BC46FDC5B}"/>
                    </a:ext>
                  </a:extLst>
                </p14:cNvPr>
                <p14:cNvContentPartPr/>
                <p14:nvPr/>
              </p14:nvContentPartPr>
              <p14:xfrm>
                <a:off x="11081700" y="1585448"/>
                <a:ext cx="69840" cy="176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3EDD5EE-2664-FA89-2D23-2D5BC46FDC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73060" y="1576448"/>
                  <a:ext cx="87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BD5916B-4F39-C70D-033D-6C6C588B6749}"/>
                    </a:ext>
                  </a:extLst>
                </p14:cNvPr>
                <p14:cNvContentPartPr/>
                <p14:nvPr/>
              </p14:nvContentPartPr>
              <p14:xfrm>
                <a:off x="11180340" y="1442528"/>
                <a:ext cx="210960" cy="189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BD5916B-4F39-C70D-033D-6C6C588B674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171700" y="1433528"/>
                  <a:ext cx="228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55A3E95-2B42-679B-ADC2-719F005C65CE}"/>
                    </a:ext>
                  </a:extLst>
                </p14:cNvPr>
                <p14:cNvContentPartPr/>
                <p14:nvPr/>
              </p14:nvContentPartPr>
              <p14:xfrm>
                <a:off x="11336220" y="1448288"/>
                <a:ext cx="360" cy="20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5A3E95-2B42-679B-ADC2-719F005C65C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327580" y="1439288"/>
                  <a:ext cx="1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5EBE73-8758-BA77-A20E-BB5FE4F66F01}"/>
                    </a:ext>
                  </a:extLst>
                </p14:cNvPr>
                <p14:cNvContentPartPr/>
                <p14:nvPr/>
              </p14:nvContentPartPr>
              <p14:xfrm>
                <a:off x="11336220" y="1406528"/>
                <a:ext cx="169560" cy="178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5EBE73-8758-BA77-A20E-BB5FE4F66F0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327580" y="1397888"/>
                  <a:ext cx="187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4B18AE7-FAAB-317D-234B-B7F659CBF50C}"/>
                    </a:ext>
                  </a:extLst>
                </p14:cNvPr>
                <p14:cNvContentPartPr/>
                <p14:nvPr/>
              </p14:nvContentPartPr>
              <p14:xfrm>
                <a:off x="11416500" y="1504088"/>
                <a:ext cx="81360" cy="33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4B18AE7-FAAB-317D-234B-B7F659CBF5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407500" y="1495448"/>
                  <a:ext cx="990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42ED35E-F9DC-AAA6-419A-3CD753B84092}"/>
                    </a:ext>
                  </a:extLst>
                </p14:cNvPr>
                <p14:cNvContentPartPr/>
                <p14:nvPr/>
              </p14:nvContentPartPr>
              <p14:xfrm>
                <a:off x="11492100" y="1501208"/>
                <a:ext cx="160560" cy="57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42ED35E-F9DC-AAA6-419A-3CD753B8409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483460" y="1492568"/>
                  <a:ext cx="178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BBA9701-DEC8-E0C9-9C13-F95020DA4B58}"/>
                    </a:ext>
                  </a:extLst>
                </p14:cNvPr>
                <p14:cNvContentPartPr/>
                <p14:nvPr/>
              </p14:nvContentPartPr>
              <p14:xfrm>
                <a:off x="11694780" y="1346768"/>
                <a:ext cx="228600" cy="209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BBA9701-DEC8-E0C9-9C13-F95020DA4B5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686140" y="1337768"/>
                  <a:ext cx="246240" cy="226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PCM storage is not the same thing as ML compute dtype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Casting to float changes representation—not the information already captured.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920240"/>
          </a:xfrm>
          <a:prstGeom prst="roundRect">
            <a:avLst>
              <a:gd name="adj" fmla="val 2381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54480"/>
            <a:ext cx="4974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pcm = np.array(..., dtype=np.int16)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pcm.astype(np.float32) / 32768.0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xt = torch.from_numpy(x)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xt.dtype == torch.float32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120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PCM: discrete integer codes from the recording/ADC pipeline.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float32 tensor: convenient numerical format for DSP and neural-network arithmetic.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int16 → float32 cannot recreate amplitude values between the original quantization levels.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float32 tensor can still contain badly aliased or coarsely quantized data.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4270248"/>
            <a:ext cx="9674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bits in the variable ≠ more bits of information in the measurement.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B67C6B-2646-2F61-A671-D1811D86A1D6}"/>
                  </a:ext>
                </a:extLst>
              </p14:cNvPr>
              <p14:cNvContentPartPr/>
              <p14:nvPr/>
            </p14:nvContentPartPr>
            <p14:xfrm>
              <a:off x="6519780" y="1688048"/>
              <a:ext cx="1145520" cy="42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B67C6B-2646-2F61-A671-D1811D86A1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780" y="1679408"/>
                <a:ext cx="1163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39DD259-0BE4-822F-2D4E-15CC1ADB4C6B}"/>
                  </a:ext>
                </a:extLst>
              </p14:cNvPr>
              <p14:cNvContentPartPr/>
              <p14:nvPr/>
            </p14:nvContentPartPr>
            <p14:xfrm>
              <a:off x="6466500" y="2259728"/>
              <a:ext cx="1351080" cy="37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39DD259-0BE4-822F-2D4E-15CC1ADB4C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57860" y="2250728"/>
                <a:ext cx="1368720" cy="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1214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 aliasing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9626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controlled bandwidth loss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8039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noise floor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46451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granular/fuzzy error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4-bit quantization does to a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error is often broad-band, but it need not be perfectly white or independent.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</a:t>
            </a:r>
            <a:endParaRPr lang="en-US" sz="1800" dirty="0"/>
          </a:p>
        </p:txBody>
      </p:sp>
      <p:pic>
        <p:nvPicPr>
          <p:cNvPr id="6" name="Image 0" descr="/mnt/data/week2_dsp_ml/assets/spec_quan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6087"/>
            <a:ext cx="5394960" cy="2531586"/>
          </a:xfrm>
          <a:prstGeom prst="rect">
            <a:avLst/>
          </a:prstGeom>
        </p:spPr>
      </p:pic>
      <p:pic>
        <p:nvPicPr>
          <p:cNvPr id="7" name="Image 1" descr="/mnt/data/week2_dsp_ml/assets/spec_quant_4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46087"/>
            <a:ext cx="5394960" cy="2531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 nuance: when the “white quantization noise” story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is one tool for trading correlated distortion for more noise-like error.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6751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sinusoids can produce periodic, signal-correlated error rather than white noise.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 clipping is nonlinear distortion and is not captured by 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intentionally adds noise before quantization to decorrelate the quantization error.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shaping can push quantization noise toward frequency regions that matter less—but requires feedback/oversampling ideas beyond today.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818120" y="1737360"/>
            <a:ext cx="3337560" cy="2194560"/>
          </a:xfrm>
          <a:prstGeom prst="roundRect">
            <a:avLst>
              <a:gd name="adj" fmla="val 291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64424" y="1847088"/>
            <a:ext cx="30449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lesson for ML: know which “noise assumptions” are physics and which are convenient approximations.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F478-CC9C-4D6F-91BE-8A673353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402028-2CF1-2113-87CD-3107422BBCDD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4A7E21-4033-46F7-3D99-714B664684B5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CF963A-C328-337D-7B58-C30DE45DEDCF}"/>
              </a:ext>
            </a:extLst>
          </p:cNvPr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31F8D4-02BE-B8DD-F0C8-5EDECF8A343A}"/>
              </a:ext>
            </a:extLst>
          </p:cNvPr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ADA08F-9250-A6EF-092D-2D2E9132AC45}"/>
              </a:ext>
            </a:extLst>
          </p:cNvPr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4FD53B-E5C9-0219-B91E-1383A54F5E45}"/>
              </a:ext>
            </a:extLst>
          </p:cNvPr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5F559B-CF7F-8F9C-55A2-694DB4B5B6B7}"/>
              </a:ext>
            </a:extLst>
          </p:cNvPr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9941B5-269A-84EE-EC32-FA71C175A690}"/>
              </a:ext>
            </a:extLst>
          </p:cNvPr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A417D4-47D2-820B-2823-2F211C6BF30D}"/>
              </a:ext>
            </a:extLst>
          </p:cNvPr>
          <p:cNvSpPr/>
          <p:nvPr/>
        </p:nvSpPr>
        <p:spPr>
          <a:xfrm>
            <a:off x="960120" y="46177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sinc is the impulse response of the ideal bandlimiting reconstruction filter.  2) sinc-shaped magnitude droop (plus linear phase/delay).  3) ≈ 74 dB.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C460C52-7C8F-0DD4-2CA5-90F05B094C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4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 summary: faithful digital audio needs both time and amplitude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theory, reconstruction, and quantization are one end-to-end system.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68580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D/C isolates one spectrum replica and yields sinc interpolation.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zero-order hold is practical but imposes sinc-shaped passband droop and spectral images.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B-bit uniform quantizer has step Δ≈2A/2^B; under standard assumptions σ_e²≈Δ²/12.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full-scale sine gives SQNR≈6.02B+1.76 dB.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int16→float32 is a computational conversion; it does not undo aliasing or quantization.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173736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47304" y="1847088"/>
            <a:ext cx="30449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principle: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acquisition creates “features” that no downstream ML method can reliably repair.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1773</Words>
  <Application>Microsoft Office PowerPoint</Application>
  <PresentationFormat>Widescreen</PresentationFormat>
  <Paragraphs>235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Mono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4 — Reconstruction, D/A, and Quantization Noise</dc:title>
  <dc:subject>Week 2 DSP + ML course materials</dc:subject>
  <dc:creator>OpenAI</dc:creator>
  <cp:lastModifiedBy>Peter Mathys</cp:lastModifiedBy>
  <cp:revision>9</cp:revision>
  <cp:lastPrinted>2026-08-19T22:38:57Z</cp:lastPrinted>
  <dcterms:created xsi:type="dcterms:W3CDTF">2026-08-18T14:43:54Z</dcterms:created>
  <dcterms:modified xsi:type="dcterms:W3CDTF">2026-09-04T00:16:12Z</dcterms:modified>
</cp:coreProperties>
</file>