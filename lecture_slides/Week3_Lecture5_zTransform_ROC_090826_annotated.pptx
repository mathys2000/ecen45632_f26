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83" r:id="rId10"/>
    <p:sldId id="263" r:id="rId11"/>
    <p:sldId id="284" r:id="rId12"/>
    <p:sldId id="285" r:id="rId13"/>
    <p:sldId id="264" r:id="rId14"/>
    <p:sldId id="265" r:id="rId15"/>
    <p:sldId id="266" r:id="rId16"/>
    <p:sldId id="267" r:id="rId17"/>
    <p:sldId id="278" r:id="rId18"/>
    <p:sldId id="268" r:id="rId19"/>
    <p:sldId id="269" r:id="rId20"/>
    <p:sldId id="270" r:id="rId21"/>
    <p:sldId id="271" r:id="rId22"/>
    <p:sldId id="272" r:id="rId23"/>
    <p:sldId id="273" r:id="rId24"/>
    <p:sldId id="279" r:id="rId25"/>
    <p:sldId id="274" r:id="rId26"/>
    <p:sldId id="280" r:id="rId27"/>
    <p:sldId id="275" r:id="rId28"/>
    <p:sldId id="281" r:id="rId29"/>
    <p:sldId id="277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5:39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30 24575,'-2'-2'0,"-17"-22"0,14 20 0,11 18 0,0-3 0,1 0 0,0-1 0,0 0 0,1 0 0,1-1 0,9 9 0,64 47 0,-15-13 0,-40-28 0,0-2 0,61 37 0,-76-54 0,-15-11 0,-16-14 0,-101-99-1365,106 105-5461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5:39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0 24575,'0'1'0,"1"-1"0,-1 0 0,1 0 0,0 0 0,-1 1 0,1-1 0,-1 0 0,1 1 0,-1-1 0,1 0 0,-1 1 0,1-1 0,-1 1 0,0-1 0,1 1 0,-1-1 0,1 1 0,-1-1 0,0 1 0,0-1 0,1 1 0,-1 0 0,0-1 0,0 1 0,0-1 0,1 1 0,-1 0 0,0-1 0,0 1 0,0 0 0,0-1 0,0 1 0,0-1 0,-1 2 0,-1 22 0,0-18 0,0 0 0,-1 0 0,1 0 0,-1 0 0,0-1 0,-1 1 0,-4 6 0,-4 2 0,-16 15 0,16-17 0,1 0 0,-13 17 0,23-28-31,-2 3-160,0 1 1,0 0-1,0 0 1,1 0-1,-1 0 1,-1 8-1,1-3-6635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5:40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88 24575,'-10'-13'0,"0"0"0,-22-23 0,29 34 0,1 0 0,-1-1 0,1 1 0,-1 0 0,1 0 0,-1 1 0,0-1 0,0 0 0,0 1 0,0 0 0,0 0 0,0 0 0,-1 0 0,1 0 0,0 1 0,-1-1 0,1 1 0,0 0 0,0 0 0,-1 0 0,-5 1 0,7 0 0,0 0 0,-1 0 0,1 0 0,0 0 0,0 1 0,0-1 0,1 1 0,-1-1 0,0 1 0,-3 3 0,-14 23 0,7-10 0,5-8 0,-2 0 0,1 1 0,-6 13 0,11-19 0,1 0 0,0 0 0,0 0 0,1 0 0,-1 0 0,1 0 0,0 1 0,0 7 0,2 6 0,0 0 0,2 0 0,0 0 0,6 20 0,4 26 0,2 30 0,-8-51 0,16 56 0,-22-97 0,0-1 0,-1 0 0,1 1 0,0-1 0,0 0 0,1 1 0,-1-1 0,0 0 0,1 0 0,-1 0 0,1 0 0,0 0 0,0-1 0,-1 1 0,5 3 0,-2-4 0,-1 1 0,1-1 0,-1 0 0,1 0 0,-1 0 0,1 0 0,0-1 0,-1 0 0,1 1 0,5-2 0,16 1 0,81-3 0,-103 3-124,0 0 0,0-1 0,-1 1 0,1-1 0,-1 0 0,1 0-1,0 0 1,-1 0 0,1 0 0,2-3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5:41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17 24575,'-1'-2'0,"0"1"0,0-1 0,0 1 0,0 0 0,-1-1 0,1 1 0,0 0 0,-1 0 0,1 0 0,0 0 0,-3-1 0,4 2 0,0 0 0,-1 0 0,1 0 0,0 0 0,-1 0 0,1 0 0,0 0 0,0 0 0,-1 0 0,1 0 0,0 0 0,0 0 0,-1 0 0,1 0 0,0 0 0,-1 0 0,1 0 0,0 0 0,0 0 0,-1 0 0,1 1 0,0-1 0,0 0 0,-1 0 0,1 0 0,0 1 0,-1 0 0,1-1 0,-1 1 0,1 0 0,0 0 0,-1 0 0,1 0 0,0 0 0,-1 0 0,1 0 0,0-1 0,0 1 0,0 2 0,1 7 0,0-1 0,1 1 0,0-1 0,0 0 0,1 1 0,6 13 0,-2-5 0,-4-9 0,0 2 0,1 0 0,9 15 0,-12-24 0,0 1 0,1-1 0,-1 0 0,1 0 0,0 0 0,-1 0 0,1 0 0,0 0 0,0 0 0,0-1 0,1 1 0,-1-1 0,0 1 0,0-1 0,1 0 0,3 1 0,-5-2 0,1 1 0,-1-1 0,1 0 0,-1 0 0,1 0 0,-1-1 0,1 1 0,-1 0 0,1-1 0,-1 1 0,1-1 0,-1 1 0,0-1 0,1 1 0,-1-1 0,0 0 0,0 0 0,1 0 0,-1 0 0,0 0 0,0 0 0,0 0 0,0 0 0,0 0 0,0 0 0,-1 0 0,2-3 0,3-4 0,-1 0 0,0 0 0,3-12 0,-5 14 0,5-15 0,-5 13 0,1 1 0,-1-1 0,1 1 0,1 0 0,-1-1 0,1 1 0,9-11 0,-12 16 0,1 1 0,0 0 0,0-1 0,0 1 0,0 0 0,0 0 0,0 0 0,0 0 0,1 0 0,-1 0 0,0 1 0,0-1 0,1 1 0,-1 0 0,0-1 0,1 1 0,-1 0 0,0 0 0,1 1 0,-1-1 0,0 0 0,0 1 0,1-1 0,-1 1 0,0 0 0,4 2 0,2 0 0,-1 2 0,1-1 0,-1 1 0,-1 0 0,14 11 0,16 20 0,0 1 0,46 64 0,-81-101 3,-1 1 0,0-1 0,0 0 0,1 0 0,-1 0 0,0 1 0,0-1 0,1 0 0,-1 0 0,0 1-1,0-1 1,0 0 0,0 0 0,1 1 0,-1-1 0,0 0 0,0 1 0,0-1 0,0 0 0,0 1 0,0-1 0,0 0 0,0 1 0,0-1 0,0 0-1,0 1 1,0-1 0,0 0 0,0 1 0,0-1 0,0 0 0,0 1 0,0-1 0,0 0 0,-1 1 0,-11-5-1474,2-1-5355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5:41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24575,'16'-9'0,"72"-37"0,-72 40 0,-1 0 0,1 0 0,30-6 0,-40 12 0,0 0 0,-1 0 0,1 0 0,0 0 0,0 1 0,-1 0 0,1 0 0,-1 1 0,1-1 0,-1 1 0,1 0 0,-1 1 0,0 0 0,0-1 0,0 1 0,0 1 0,-1-1 0,7 7 0,-1-1 0,-1 0 0,-1 1 0,1 0 0,-2 1 0,1-1 0,-2 1 0,8 15 0,-9-14 0,0 1 0,-1-1 0,-1 1 0,0-1 0,2 21 0,-2 63 0,-3-21 0,4-47 0,0 0 0,2 1 0,1-1 0,1-1 0,1 0 0,14 27 0,0 12 0,-14-38 0,-8-26 0,-1-1 0,1 1 0,-1-1 0,1 1 0,-1 0 0,1-1 0,-1 1 0,0 0 0,0 0 0,0-1 0,0 1 0,0 0 0,0-1 0,-1 1 0,1 0 0,-1-1 0,1 1 0,-1 0 0,1-1 0,-1 1 0,0-1 0,0 1 0,0-1 0,0 1 0,0-1 0,0 0 0,0 1 0,0-1 0,0 0 0,-1 0 0,1 0 0,-1 0 0,1 0 0,-1 0 0,1 0 0,-1 0 0,-2 0 0,-3 1 0,-1 0 0,0 0 0,1 0 0,-1-1 0,0-1 0,-15 0 0,5 0-96,4-1-327,1 1 0,-23 2 0,20 1-6403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5:42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55 24575,'0'0'0,"0"0"0,0 1 0,0-1 0,0 0 0,-1 1 0,1-1 0,0 0 0,0 0 0,0 1 0,-1-1 0,1 0 0,0 0 0,0 1 0,-1-1 0,1 0 0,0 0 0,0 1 0,-1-1 0,1 0 0,0 0 0,-1 0 0,1 0 0,0 0 0,-1 1 0,1-1 0,0 0 0,-1 0 0,1 0 0,0 0 0,-1 0 0,1 0 0,-1 0 0,-14-1 0,12 1 0,-98-12 0,40 3 0,59 9-62,0-1 0,1 1 0,-1-1 0,0 1 0,0-1 0,0 0 0,1 0 0,-1 0 0,0 0 0,1 0 0,-1 0 0,1 0-1,-1-1 1,1 1 0,0 0 0,-1-1 0,1 0 0,0 1 0,0-1 0,0 1 0,-1-4 0,-3-6-6764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5:42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15 24575,'-18'-2'0,"-7"-1"0,-2-1 0,0 2 0,3 0 0,4 1 0,1 0 0,3 4 0,1 0 0,0 0 0,4 0-8191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5:44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20 121 24575,'-3'-7'0,"0"0"0,0 1 0,0-1 0,1 0 0,0 0 0,-1-15 0,2 20 0,1 0 0,0 0 0,0 0 0,0 0 0,1 0 0,-1 0 0,0 0 0,1 1 0,-1-1 0,1 0 0,0 0 0,-1 0 0,1 0 0,0 1 0,0-1 0,0 0 0,1 1 0,-1-1 0,0 1 0,0-1 0,1 1 0,-1 0 0,1-1 0,-1 1 0,1 0 0,0 0 0,0 0 0,-1 0 0,1 1 0,3-2 0,7-1 0,1 1 0,0 0 0,-1 1 0,1 0 0,0 1 0,22 3 0,5-1 0,-26-2 0,-1 1 0,1 0 0,-1 1 0,0 1 0,0 0 0,0 1 0,0 0 0,0 1 0,23 12 0,-33-15 0,1 0 0,-1 1 0,0-1 0,0 1 0,0-1 0,-1 1 0,1 0 0,-1 0 0,1 1 0,-1-1 0,0 0 0,0 1 0,0-1 0,-1 1 0,1 0 0,-1 0 0,0-1 0,0 1 0,0 0 0,-1 0 0,0 0 0,1 0 0,-1 0 0,0 0 0,-1 7 0,-3 6 0,0-1 0,-1 1 0,0 0 0,-13 26 0,-1 3 0,15-34 0,-1 0 0,0 0 0,-1-1 0,0 0 0,-1 0 0,0 0 0,-1-1 0,0 0 0,-17 16 0,11-13 0,-1-1 0,-24 14 0,15-10 0,23-16 0,1 0 0,-1 0 0,0 1 0,1-1 0,-1 1 0,1-1 0,-1 0 0,1 1 0,-1-1 0,1 1 0,-1-1 0,1 1 0,-1 0 0,1-1 0,0 1 0,-1-1 0,1 1 0,0 0 0,-1-1 0,1 1 0,0 0 0,0 0 0,0 0 0,0-1 0,0 1 0,1-1 0,-1 1 0,0-1 0,1 1 0,-1-1 0,1 0 0,-1 1 0,0-1 0,1 0 0,-1 1 0,1-1 0,-1 0 0,1 0 0,-1 1 0,1-1 0,-1 0 0,1 0 0,-1 0 0,2 1 0,4 0 0,1 0 0,-1 0 0,10-1 0,54 5 0,113 20 0,-149-19 0,-22-4 0,30 4 0,-39-5 0,1-1 0,0 0 0,0 0 0,0 0 0,0-1 0,0 0 0,7-1 0,-11 1-35,1 1 0,0 0 0,0-1 0,-1 1 0,1 0 0,-1-1 0,1 1 0,0-1 0,-1 1 0,1-1 0,-1 0 0,1 1 0,-1-1 0,0 0 0,1 1 0,-1-1 0,0 0 0,1 1 0,-1-1 0,0 0 0,0 1 0,1-1 0,-1 0 0,0 0 0,0 0 0,0 1 0,0-1 0,0 0 0,0 0 0,0 1 0,0-1 0,-1 0 0,1 0 0,0 1 0,0-1 0,-1 0 0,1 1 0,-1-2 0,-4-9-6791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5:44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24575,'1'-1'0,"-1"1"0,1-1 0,-1 0 0,1 1 0,-1 0 0,1-1 0,0 1 0,-1-1 0,1 1 0,0 0 0,-1-1 0,1 1 0,0 0 0,0-1 0,-1 1 0,1 0 0,0 0 0,0 0 0,-1 0 0,1 0 0,0 0 0,0 0 0,-1 0 0,1 0 0,0 0 0,0 0 0,-1 1 0,1-1 0,0 0 0,-1 1 0,1-1 0,0 0 0,-1 1 0,1-1 0,0 0 0,-1 1 0,1-1 0,-1 1 0,1 0 0,-1-1 0,1 1 0,-1-1 0,1 1 0,-1 0 0,1 0 0,3 5 0,0 1 0,-1-1 0,6 15 0,-4-9 0,-2-5 0,2 4 0,0 0 0,14 21 0,-19-32 0,0 0 0,0 0 0,0 1 0,1-1 0,-1 0 0,0 0 0,0 0 0,0 1 0,0-1 0,0 0 0,1 0 0,-1 0 0,0 1 0,0-1 0,0 0 0,1 0 0,-1 0 0,0 0 0,0 0 0,0 0 0,1 0 0,-1 1 0,0-1 0,0 0 0,1 0 0,-1 0 0,0 0 0,0 0 0,0 0 0,1 0 0,-1 0 0,0 0 0,0 0 0,1 0 0,-1 0 0,0 0 0,0-1 0,1 1 0,-1 0 0,0 0 0,0 0 0,0 0 0,1 0 0,3-13 0,-2-17 0,-2 30 0,-1-32 0,0 16 0,1 0 0,1-18 0,0 31 0,-1-1 0,1 0 0,0 1 0,0-1 0,0 1 0,0-1 0,0 1 0,1-1 0,0 1 0,-1 0 0,1 0 0,0 0 0,1 0 0,3-4 0,-4 6 0,-1-1 0,1 1 0,0 0 0,-1 0 0,1 0 0,0 0 0,0 0 0,0 1 0,0-1 0,0 1 0,0-1 0,0 1 0,0 0 0,4-1 0,-2 1 0,1 1 0,-1-1 0,0 1 0,1 0 0,-1 0 0,7 3 0,0 1 0,-1 0 0,1 1 0,-1 0 0,12 10 0,-12-8 0,61 51 0,-63-52 0,-1 1 0,1 0 0,-2 1 0,1-1 0,-1 2 0,6 10 0,-12-19-57,1-1 0,-1 1 1,0-1-1,0 1 0,1 0 0,-1-1 0,0 1 0,0-1 0,0 1 0,0-1 1,0 1-1,0 0 0,0-1 0,0 1 0,0-1 0,0 1 0,0-1 0,0 1 0,0 0 1,0-1-1,-1 1 0,1-1 0,-1 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5:46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24575,'0'0'0,"-1"0"0,1 1 0,-1-1 0,1 0 0,-1 0 0,1 0 0,-1 1 0,1-1 0,-1 0 0,1 1 0,-1-1 0,1 0 0,0 1 0,-1-1 0,1 0 0,0 1 0,-1-1 0,1 1 0,0-1 0,-1 1 0,1-1 0,0 1 0,0-1 0,-1 1 0,1-1 0,0 1 0,0-1 0,0 1 0,0-1 0,0 1 0,0-1 0,0 1 0,0 0 0,0 0 0,2 20 0,7 29 0,8 30 0,-14-72 0,0 1 0,0-1 0,0 0 0,1 0 0,1-1 0,-1 1 0,8 7 0,-11-13 0,0-1 0,1 1 0,-1-1 0,1 1 0,-1-1 0,1 0 0,0 0 0,-1 0 0,1 0 0,0 0 0,0 0 0,0 0 0,0-1 0,0 1 0,-1-1 0,1 1 0,0-1 0,3 0 0,-2 0 0,1 0 0,-1 0 0,1-1 0,-1 0 0,1 0 0,-1 0 0,0 0 0,1 0 0,5-4 0,-1 0 0,0 0 0,0-1 0,-1 0 0,1-1 0,-1 1 0,11-15 0,-11 10 0,0 0 0,-1 0 0,-1 0 0,0-1 0,0 0 0,-1 0 0,4-24 0,-4 22 0,-4 13 0,0 1 0,0-1 0,0 1 0,0-1 0,0 1 0,0-1 0,0 0 0,1 1 0,-1-1 0,0 1 0,1-1 0,-1 1 0,0 0 0,1-1 0,-1 1 0,0-1 0,1 1 0,-1-1 0,1 1 0,-1 0 0,0-1 0,2 1 0,-2 0 0,0 0 0,1 0 0,-1 0 0,1 0 0,-1 0 0,1 0 0,-1 1 0,1-1 0,-1 0 0,0 0 0,1 0 0,-1 1 0,1-1 0,-1 0 0,0 1 0,1-1 0,-1 0 0,0 1 0,1-1 0,-1 0 0,0 1 0,17 28 0,-14-22 0,14 24 0,31 49 0,-39-66 0,0-2 0,1 1 0,21 19 0,8 3 0,-38-33-14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5:47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89 24575,'-118'-58'0,"101"52"0,1 0 0,-1 1 0,0 0 0,-1 2 0,-23-3 0,39 6 0,-1 0 0,1 0 0,0 0 0,-1 0 0,1 1 0,0-1 0,-1 0 0,1 1 0,0 0 0,-1 0 0,1-1 0,0 1 0,0 1 0,0-1 0,0 0 0,0 0 0,0 1 0,0-1 0,0 1 0,1 0 0,-3 2 0,3-3 0,0 1 0,0 0 0,1-1 0,-1 1 0,1-1 0,-1 1 0,1 0 0,0 0 0,-1-1 0,1 1 0,0 0 0,0 0 0,0-1 0,0 1 0,1 0 0,-1 0 0,0-1 0,1 1 0,-1 0 0,1-1 0,0 1 0,-1-1 0,1 1 0,0-1 0,0 1 0,0-1 0,0 1 0,0-1 0,2 2 0,38 42 0,-30-35 0,0 1 0,-1 1 0,0 0 0,-1 1 0,-1-1 0,0 2 0,8 16 0,-11-17 0,-1 1 0,-1-1 0,0 0 0,-1 1 0,0 0 0,-1 25 0,-12 83 0,8-100 0,1-4 0,0 0 0,1 1 0,2 21 0,-1-36 0,0 1 0,1 0 0,0-1 0,0 1 0,0-1 0,1 1 0,-1-1 0,1 1 0,0-1 0,0 0 0,1 0 0,-1 0 0,1 0 0,0 0 0,0-1 0,0 1 0,0-1 0,5 3 0,-6-4 0,1-1 0,-1 1 0,1-1 0,0 0 0,-1 0 0,1 0 0,0 0 0,0-1 0,0 1 0,0-1 0,0 0 0,0 1 0,3-2 0,4 0 0,1 0 0,13-4 0,8-1 0,69-11 0,-89 14-1365,-3 0-5461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5:47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30 24575,'-2'-4'0,"-1"0"0,1 0 0,0 0 0,-1 0 0,-5-6 0,12 26 0,6 10 0,19 44 0,-25-62 0,1 1 0,0-1 0,0 0 0,1 0 0,12 12 0,-17-19 0,0 0 0,0 0 0,0 1 0,1-1 0,-1 0 0,0 0 0,1 0 0,-1-1 0,1 1 0,-1 0 0,1 0 0,0-1 0,-1 1 0,1-1 0,-1 0 0,1 1 0,0-1 0,-1 0 0,4 0 0,-4 0 0,1-1 0,0 1 0,-1-1 0,1 0 0,-1 1 0,0-1 0,1 0 0,-1 0 0,0 0 0,1 0 0,-1 0 0,0 0 0,0-1 0,0 1 0,0 0 0,1-3 0,3-4 0,0-2 0,-1 1 0,0 0 0,4-20 0,-6 21 0,0 0 0,1-1 0,-1 1 0,1-1 0,9-14 0,-11 21 0,-1 1 0,1 0 0,0 0 0,0-1 0,0 1 0,0 0 0,0 0 0,0 0 0,0 0 0,0 0 0,1 0 0,-1 0 0,0 1 0,1-1 0,-1 0 0,0 1 0,1-1 0,-1 1 0,1-1 0,-1 1 0,1 0 0,-1 0 0,1 0 0,-1 0 0,1 0 0,-1 0 0,1 0 0,-1 0 0,1 0 0,-1 1 0,1-1 0,-1 0 0,0 1 0,1-1 0,-1 1 0,3 1 0,7 5 0,0-1 0,0 2 0,-1 0 0,18 16 0,33 45 0,-9-11 0,-47-52 0,-1-4 0,-1 1 0,0 0 0,-1 1 0,1-1 0,-1 0 0,1 1 0,-1-1 0,2 6 0,-3-3-1365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5:48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24575,'46'-1'0,"80"4"0,-111-1 0,0 0 0,0 1 0,-1 0 0,1 1 0,-1 1 0,18 8 0,-28-10 0,1 0 0,0 0 0,-1 0 0,0 1 0,0-1 0,0 1 0,0 0 0,0 1 0,-1-1 0,0 0 0,0 1 0,0 0 0,0 0 0,-1 0 0,0 0 0,0 0 0,0 0 0,-1 1 0,2 9 0,-1 0 0,0 0 0,-1 0 0,-1 0 0,-1 0 0,0 1 0,-3 14 0,0-6 0,1 0 0,1 1 0,3 47 0,1-53 0,1-1 0,1 0 0,0-1 0,1 1 0,1-1 0,8 17 0,-3-14 0,0 0 0,2-1 0,0 0 0,30 31 0,-41-48 0,0 0 0,-1 0 0,1 0 0,0 1 0,-1-1 0,0 0 0,1 1 0,0 3 0,-2-5 0,0 0 0,0-1 0,1 1 0,-1 0 0,-1 0 0,1 0 0,0-1 0,0 1 0,0 0 0,0 0 0,-1-1 0,1 1 0,0 0 0,0 0 0,-1-1 0,1 1 0,-1 0 0,1-1 0,-1 1 0,1 0 0,-1-1 0,1 1 0,-1-1 0,1 1 0,-1-1 0,0 1 0,1-1 0,-1 0 0,0 1 0,0-1 0,1 0 0,-1 1 0,-1-1 0,-8 4 0,-2-1 0,1 0 0,0-1 0,0 0 0,-1-1 0,1-1 0,-1 1 0,-11-2 0,5 0 0,-35 4 0,35 0-1365,3 0-5461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6:04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664 420 24575,'-6'-3'0,"0"0"0,1-1 0,-1 1 0,1-1 0,0 0 0,-8-9 0,2 4 0,-39-29 0,-2 2 0,-57-29 0,30 18 0,-182-113 0,248 150-36,9 8-130,1-1 0,0 1-1,-1 0 1,1-1 0,-1 2 0,0-1 0,-4-1 0,-2 1-6660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6:05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3 24575,'0'-1'0,"0"1"0,0 0 0,0 0 0,0 0 0,0 0 0,0 0 0,0 0 0,0 0 0,0 0 0,0 0 0,0-1 0,0 1 0,0 0 0,0 0 0,0 0 0,0 0 0,0 0 0,0 0 0,0 0 0,1 0 0,-1 0 0,0 0 0,0 0 0,0 0 0,0 0 0,0 0 0,0 0 0,0 0 0,0 0 0,0 0 0,1 0 0,-1 0 0,0 0 0,0 0 0,0 0 0,0 0 0,0 0 0,0 0 0,0 0 0,0 0 0,0 0 0,1 0 0,-1 0 0,0 0 0,0 0 0,0 0 0,0 0 0,0 0 0,0 0 0,0 0 0,0 0 0,9 5 0,7 8 0,-8-5 0,0 0 0,0 0 0,-1 1 0,0 0 0,-1 1 0,6 11 0,-1 1 0,14 41 0,-23-57 0,0-1 0,-1 1 0,1 0 0,-1-1 0,-1 1 0,1 0 0,-1-1 0,-1 12 0,1-15 0,0 0 0,-1-1 0,1 1 0,-1 0 0,0 0 0,1 0 0,-1 0 0,0-1 0,0 1 0,0 0 0,0-1 0,0 1 0,-1-1 0,1 1 0,0-1 0,-1 0 0,1 0 0,-1 1 0,0-1 0,1 0 0,-1 0 0,0 0 0,1-1 0,-1 1 0,0 0 0,0-1 0,0 1 0,0-1 0,-2 1 0,-16 1 0,-1-1 0,-40-3 0,13 0 0,-24-2 0,-95-16 0,142 15-1365,3 0-5461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6:11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24575,'2'-5'0,"0"1"0,0 0 0,0 0 0,1 0 0,-1 1 0,1-1 0,0 0 0,0 1 0,0 0 0,0 0 0,0 0 0,1 0 0,0 0 0,-1 1 0,1-1 0,0 1 0,5-2 0,8-2 0,0 0 0,0 1 0,18-3 0,-6 1 0,-27 6 0,1 1 0,-1-1 0,0 1 0,0-1 0,1 1 0,-1 0 0,0 0 0,1 0 0,-1 0 0,0 1 0,1-1 0,-1 0 0,0 1 0,4 1 0,-4-1 0,-1 0 0,1 1 0,-1-1 0,1 0 0,-1 1 0,0-1 0,1 0 0,-1 1 0,0 0 0,0-1 0,0 1 0,0 0 0,0-1 0,-1 1 0,1 0 0,0 0 0,0 3 0,4 20 0,-1 0 0,-1 0 0,-1-1 0,-1 2 0,-4 40 0,2-61 0,0 1 0,0-1 0,-1 0 0,0 0 0,0 0 0,0 0 0,-1 0 0,0 0 0,0-1 0,0 1 0,0-1 0,-1 0 0,-4 5 0,-14 17 0,22-26 0,0 1 0,-1-1 0,1 0 0,0 0 0,0 1 0,0-1 0,-1 0 0,1 1 0,0-1 0,0 0 0,0 1 0,0-1 0,0 0 0,0 1 0,0-1 0,0 0 0,0 1 0,0-1 0,0 0 0,0 1 0,0-1 0,0 0 0,0 1 0,0-1 0,0 0 0,0 1 0,0-1 0,0 0 0,0 1 0,0-1 0,1 0 0,-1 1 0,0-1 0,0 0 0,0 0 0,1 1 0,0 0 0,0-1 0,1 1 0,-1-1 0,0 1 0,0-1 0,1 1 0,-1-1 0,0 0 0,1 0 0,0 1 0,32-2 0,8-6 0,71 0 0,-110 7-90,19-2 312,-21 2-282,0 0 0,0 0 0,-1 0 0,1-1 0,0 1 0,0 0 1,-1 0-1,1-1 0,0 1 0,-1-1 0,1 1 0,0 0 0,-1-1 0,1 1 1,0-1-1,-1 0 0,1 1 0,-1-1 0,1 1 0,-1-1 0,0 0 1,1 1-1,-1-1 0,1-1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6:12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24575,'0'8'0,"1"-1"0,0 1 0,0 0 0,1-1 0,0 1 0,1-1 0,-1 0 0,5 8 0,-4-9 0,0 0 0,0-1 0,0 0 0,1 0 0,0 0 0,0 0 0,0-1 0,1 0 0,-1 1 0,9 4 0,-13-8 0,1-1 0,-1 0 0,1 0 0,-1 1 0,1-1 0,-1 0 0,1 0 0,-1 0 0,1 1 0,0-1 0,-1 0 0,1 0 0,-1 0 0,1 0 0,-1 0 0,1 0 0,0 0 0,-1 0 0,1 0 0,-1-1 0,1 1 0,-1 0 0,1 0 0,-1 0 0,1-1 0,0 0 0,0 1 0,0-1 0,0 0 0,0 0 0,0 0 0,-1 0 0,1 0 0,0 0 0,-1 0 0,1 0 0,0-2 0,1-2 0,-1 1 0,1-1 0,-1-1 0,1-6 0,-2-38 0,-1 40 0,1 1 0,0-1 0,0 0 0,4-19 0,-3 28 0,-1-1 0,0 1 0,1-1 0,-1 1 0,1-1 0,-1 1 0,1-1 0,0 1 0,0 0 0,-1-1 0,1 1 0,0 0 0,0 0 0,0 0 0,1 0 0,-1 0 0,0 0 0,0 0 0,0 0 0,1 0 0,-1 1 0,1-1 0,-1 0 0,0 1 0,1-1 0,-1 1 0,1-1 0,-1 1 0,1 0 0,-1 0 0,1 0 0,-1 0 0,1 0 0,0 0 0,-1 0 0,1 0 0,-1 1 0,1-1 0,-1 0 0,3 2 0,6 2 0,0 0 0,0 1 0,0 0 0,15 10 0,-13-6 0,22 14 120,-32-22-207,0 1-1,-1-1 1,1 1 0,-1-1-1,1 1 1,-1-1 0,0 1-1,0 0 1,0 0-1,0 0 1,0 0 0,0-1-1,0 1 1,0 0 0,-1 1-1,1 2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6:13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12 24575,'0'-5'0,"-2"-1"0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6:14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24575,'2'12'0,"1"-1"0,0 1 0,0-1 0,1 1 0,0-1 0,1 0 0,0-1 0,11 17 0,-12-23 0,0 1 0,0 0 0,0-1 0,0 0 0,1 0 0,-1 0 0,1-1 0,0 1 0,0-1 0,1 0 0,-1 0 0,1-1 0,-1 0 0,1 0 0,0 0 0,0-1 0,0 0 0,9 1 0,-9-1 0,-1-1 0,1 0 0,0 0 0,-1-1 0,1 1 0,-1-1 0,1 0 0,9-4 0,-12 3 0,0 1 0,0-1 0,0 1 0,-1-1 0,1 0 0,-1 0 0,1 0 0,-1-1 0,0 1 0,0 0 0,0-1 0,0 0 0,0 1 0,-1-1 0,1 0 0,1-5 0,1-2 0,-2-1 0,1 1 0,-1 0 0,-1-1 0,1 0 0,-2 1 0,0-12 0,-1-3 0,-10-45 0,41 116 0,-13-24-181,0 0 0,1-1 0,28 24 0,-36-34-460,3 1-6185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6:14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6:15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28 24575,'0'-1'0,"-1"-1"0,1 1 0,-1-1 0,1 1 0,-1-1 0,1 1 0,-1 0 0,0-1 0,1 1 0,-1 0 0,0-1 0,0 1 0,0 0 0,0 0 0,0 0 0,-1 0 0,1 0 0,0 0 0,0 0 0,-2-1 0,2 2 0,-1 0 0,1 0 0,0 0 0,0 0 0,0 0 0,-1 0 0,1 0 0,0 0 0,0 1 0,0-1 0,-1 0 0,1 1 0,0-1 0,0 1 0,0-1 0,0 1 0,0-1 0,0 1 0,0 0 0,0 0 0,0-1 0,0 1 0,0 0 0,0 0 0,-1 2 0,-1 0 0,0 1 0,-1 1 0,0-1 0,1 1 0,-5 8 0,7-11 0,1-1 0,-1 1 0,1-1 0,-1 0 0,1 1 0,0-1 0,0 1 0,-1-1 0,1 1 0,0-1 0,0 1 0,1 0 0,-1-1 0,0 1 0,0-1 0,1 0 0,-1 1 0,1-1 0,-1 1 0,1-1 0,0 0 0,1 3 0,17 24 0,-4-8 0,13 26 0,-14-19 0,-1 0 0,-1 1 0,-2 0 0,-1 1 0,-1 0 0,5 42 0,-12-66 0,-1 0 0,1 0 0,0-1 0,0 1 0,1 0 0,0 0 0,-1-1 0,5 8 0,-5-10 0,1-1 0,0 1 0,-1 0 0,1 0 0,0 0 0,0-1 0,0 1 0,0-1 0,0 0 0,0 1 0,0-1 0,0 0 0,1 0 0,-1-1 0,0 1 0,1 0 0,-1-1 0,1 1 0,2-1 0,19 2 0,1-1 0,43-5 0,-28-4 0,-37 7 0,0 0 0,0 0 0,0 0 0,0 0 0,0 0 0,-1-1 0,1 0 0,0 1 0,-1-1 0,4-3 0,-2-3-1365,-3 0-5461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6:15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24575,'1'4'0,"0"-1"0,0 0 0,0 0 0,1 0 0,-1 0 0,1 0 0,3 5 0,0-1 0,1 4 0,0-1 0,1 0 0,0-1 0,0 1 0,1-1 0,1-1 0,-1 0 0,19 13 0,-26-20 0,0 0 0,0 0 0,0-1 0,0 1 0,1 0 0,-1-1 0,0 1 0,1-1 0,-1 0 0,0 1 0,1-1 0,-1 0 0,0 0 0,1 0 0,-1 0 0,1 0 0,-1 0 0,0 0 0,1 0 0,-1-1 0,1 1 0,-1 0 0,0-1 0,0 1 0,1-1 0,-1 0 0,0 1 0,0-1 0,0 0 0,2-1 0,-1 0 0,-1 0 0,1-1 0,0 1 0,-1 0 0,0-1 0,0 1 0,0-1 0,0 0 0,0 1 0,0-1 0,0 0 0,-1 0 0,0 1 0,1-5 0,-3-98 0,2 104 0,0 0 0,0 1 0,0-1 0,0 0 0,0 0 0,1 0 0,-1 0 0,0 0 0,0 0 0,1 0 0,-1 0 0,1 1 0,-1-1 0,0 0 0,1 0 0,0 0 0,-1 1 0,1-1 0,-1 0 0,1 1 0,0-1 0,0 0 0,-1 1 0,1-1 0,0 1 0,0-1 0,0 1 0,-1 0 0,1-1 0,0 1 0,0 0 0,0-1 0,0 1 0,0 0 0,0 0 0,0 0 0,0 0 0,0 0 0,0 0 0,-1 0 0,1 0 0,0 1 0,0-1 0,0 0 0,0 0 0,1 1 0,6 2 0,-1 0 0,1 0 0,-1 1 0,9 5 0,-14-7 0,150 87 0,-128-75-1365,-14-8-5461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6:16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24575,'15'-15'0,"37"-34"0,-47 44 0,1 1 0,1 0 0,-1 0 0,1 0 0,-1 1 0,1 0 0,9-3 0,-13 5 0,0 1 0,0-1 0,1 1 0,-1 0 0,0 0 0,1 0 0,-1 0 0,0 1 0,1-1 0,-1 1 0,0 0 0,0 0 0,0 0 0,0 1 0,1-1 0,-2 1 0,1-1 0,0 1 0,0 0 0,-1 0 0,5 4 0,4 5 0,0 1 0,-1 0 0,12 18 0,-13-17 0,19 28 0,-1 0 0,-3 1 0,37 89 0,-56-120 0,-1 0 0,1 1 0,1-2 0,0 1 0,0-1 0,1 1 0,0-2 0,9 10 0,-15-18 0,1 0 0,-2 0 0,1 0 0,0 0 0,0 0 0,0 0 0,0 0 0,-1 0 0,1 0 0,0 0 0,-1 0 0,1 1 0,-1-1 0,1 0 0,-1 0 0,0 1 0,1-1 0,-1 0 0,0 1 0,0-1 0,0 0 0,0 1 0,0-1 0,0 0 0,-1 2 0,0-1 0,0 0 0,0 0 0,0 0 0,0 0 0,-1 0 0,1-1 0,-1 1 0,1 0 0,-1-1 0,0 1 0,0-1 0,1 0 0,-1 1 0,-3 0 0,-46 24 69,35-19-547,1 0 0,-23 16 0,26-14-6348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6:28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957 102 24575,'12'-7'0,"1"0"0,0 1 0,0 1 0,1 0 0,0 1 0,0 0 0,16-2 0,-247 22 0,136-16 0,-146-2 0,157-2 0,-84-16 0,91 8 0,1 3 0,-98-3 0,152 13 0,6-1 0,-1 0 0,1 1 0,0-1 0,-1 0 0,1 0 0,-1-1 0,1 1 0,-1 0 0,1-1 0,0 1 0,-1-1 0,1 0 0,-4-2 0,6 3 0,0 0 0,0-1 0,0 1 0,0 0 0,0 0 0,0 0 0,0 0 0,0-1 0,0 1 0,0 0 0,0 0 0,0 0 0,0 0 0,0-1 0,0 1 0,0 0 0,0 0 0,0 0 0,0 0 0,0-1 0,0 1 0,1 0 0,-1 0 0,0 0 0,0 0 0,0 0 0,0 0 0,0-1 0,1 1 0,-1 0 0,0 0 0,0 0 0,0 0 0,0 0 0,0 0 0,1 0 0,-1 0 0,0 0 0,0 0 0,0 0 0,1 0 0,-1 0 0,0 0 0,0 0 0,0 0 0,0 0 0,1 0 0,9-2 0,11 0-249,22 2 0,-34 0-618,5 0-5959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6:29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331 217 24575,'3'-2'0,"-1"0"0,1 0 0,-1 0 0,1 0 0,-1 0 0,0-1 0,1 1 0,-1-1 0,0 1 0,-1-1 0,1 0 0,0 0 0,-1 1 0,0-1 0,1 0 0,-1-1 0,0 1 0,-1 0 0,1 0 0,0 0 0,-1 0 0,0-1 0,0 1 0,0 0 0,0-1 0,0 1 0,-1 0 0,1 0 0,-1 0 0,0 0 0,0-1 0,0 1 0,-1 0 0,1 1 0,-1-1 0,1 0 0,-1 0 0,0 1 0,0-1 0,0 1 0,0-1 0,-1 1 0,1 0 0,-6-4 0,-5-2 0,0 1 0,0 0 0,-1 1 0,1 1 0,-1 0 0,-1 1 0,-15-3 0,-1-1 0,-11-3 0,-82-10 0,113 22 0,15 4 0,17 6 0,40 16 0,64 24 0,-77-36 0,0 3 0,-2 1 0,72 42 0,-82-39 0,-10-7 0,42 33 0,-67-47 0,1 0 0,-1 0 0,0 0 0,0 0 0,0 0 0,0 0 0,0 0 0,0 0 0,0 1 0,0-1 0,-1 0 0,1 0 0,0 1 0,-1-1 0,1 1 0,-1-1 0,1 1 0,-1-1 0,0 1 0,0-1 0,0 1 0,0-1 0,0 1 0,0-1 0,0 1 0,0-1 0,0 1 0,-1-1 0,1 1 0,-1 2 0,-1-2 0,0 1 0,1-1 0,-1 0 0,0 0 0,0 1 0,0-1 0,0-1 0,-1 1 0,1 0 0,0 0 0,-1-1 0,1 1 0,-1-1 0,0 0 0,-3 1 0,-3 1 0,-1-1 0,0 0 0,0-1 0,0 0 0,0-1 0,-14 0 0,13-1 0,0 1 0,-1 1 0,1 0 0,-17 3 0,10 1 0,13-4 0,-1 0 0,1 0 0,0 0 0,0 1 0,-1 0 0,2 0 0,-1 1 0,0-1 0,0 1 0,1 0 0,-1 0 0,-5 6 0,-1 3-1365,2 0-5461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6:33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1 234 24575,'1'2'0,"3"-7"0,2-9 0,-1-18 0,-4 23 0,0 0 0,1 0 0,0 0 0,1 0 0,0 0 0,0 0 0,0 1 0,1-1 0,6-8 0,-5 11 0,0-1 0,0 0 0,0 1 0,1 0 0,0 1 0,0-1 0,1 1 0,-1 0 0,1 0 0,0 1 0,1 0 0,-1 1 0,1-1 0,-1 1 0,1 1 0,0-1 0,0 1 0,0 1 0,1 0 0,15-1 0,-12 2 0,-1 0 0,0 1 0,1 0 0,-1 1 0,0 0 0,1 1 0,12 5 0,-19-6 0,0 0 0,0 1 0,0 0 0,0 0 0,-1 0 0,1 1 0,-1-1 0,0 1 0,0 0 0,0 0 0,0 0 0,-1 1 0,0 0 0,0-1 0,0 1 0,4 9 0,-3-3 0,-1-1 0,1 1 0,-2 0 0,1 0 0,-1 0 0,-1 1 0,0 14 0,-1-18 0,-1 1 0,0-1 0,-1 1 0,1-1 0,-1 0 0,-1 0 0,0 0 0,0 0 0,0 0 0,-7 10 0,-24 41 0,25-41 0,0-1 0,-2 1 0,0-2 0,-1 0 0,-21 23 0,27-34 0,3-2 0,0-1 0,0 1 0,1-1 0,-1 1 0,-3 6 0,5-8 0,1-1 0,0 0 0,0 1 0,0-1 0,0 1 0,-1-1 0,1 0 0,0 1 0,0-1 0,0 1 0,0-1 0,0 0 0,0 1 0,0-1 0,0 1 0,0-1 0,0 0 0,0 1 0,1-1 0,-1 1 0,0-1 0,0 0 0,1 1 0,-1 0 0,1 0 0,0-1 0,0 1 0,0 0 0,-1-1 0,1 1 0,0-1 0,0 1 0,0-1 0,0 0 0,0 1 0,0-1 0,0 0 0,1 0 0,174 39 0,-171-38 0,2 1 0,1-1 0,0 1 0,-1-2 0,1 1 0,0-1 0,-1 0 0,15-2 0,-22 1-3,1 1 0,0 0 0,0 0 0,0-1 0,-1 1 0,1 0 0,0-1 0,-1 1 0,1 0 0,0-1 0,-1 1 1,1-1-1,0 0 0,-1 1 0,1-1 0,-1 1 0,1-1 0,-1 0 0,1 1 0,-1-1 0,0 0 0,1 0 0,-1 1 0,0-1 0,0 0 0,1-1 0,-1 0 21,0 0 0,0 0 0,0 0 1,-1 1-1,1-1 0,-1 0 0,1 0 0,-1 0 1,1 0-1,-3-3 0,-1-3-389,-1 0-1,0 1 1,-10-12 0,2 5-6455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6:34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24575,'0'-1'0,"1"1"0,-1-1 0,0 1 0,0 0 0,0-1 0,0 1 0,0 0 0,1 0 0,-1-1 0,0 1 0,0 0 0,1-1 0,-1 1 0,0 0 0,0 0 0,1-1 0,-1 1 0,0 0 0,1 0 0,-1 0 0,0-1 0,1 1 0,-1 0 0,0 0 0,1 0 0,-1 0 0,0 0 0,1 0 0,-1 0 0,0 0 0,1 0 0,-1 0 0,1 0 0,0 0 0,-1 0 0,1 1 0,0 0 0,0-1 0,0 1 0,0 0 0,0 0 0,-1-1 0,1 1 0,0 0 0,0 0 0,0 2 0,15 31 0,-15-32 0,6 19 0,2 0 0,0 0 0,21 31 0,-30-52 0,1 1 0,-1 0 0,0-1 0,1 1 0,-1-1 0,1 1 0,-1 0 0,1-1 0,-1 1 0,1-1 0,0 1 0,-1-1 0,1 0 0,0 1 0,-1-1 0,1 0 0,0 1 0,-1-1 0,1 0 0,0 0 0,0 0 0,1 1 0,-2-1 0,1-1 0,0 1 0,0 0 0,-1-1 0,1 1 0,0 0 0,-1-1 0,1 1 0,-1-1 0,1 1 0,0-1 0,-1 1 0,1-1 0,-1 0 0,0 1 0,1-1 0,-1 0 0,1 0 0,1-3 0,0-1 0,0 1 0,-1-1 0,0 1 0,0-1 0,1-4 0,13-97 0,-15 105 0,0 0 0,0-1 0,1 1 0,-1 0 0,0-1 0,1 1 0,-1 0 0,1 0 0,-1-1 0,1 1 0,-1 0 0,1 0 0,0 0 0,0 0 0,0 0 0,-1 0 0,1 0 0,0 0 0,0 0 0,1 0 0,-1 0 0,2 0 0,-2 0 0,1 1 0,0-1 0,0 1 0,0 0 0,0 0 0,0-1 0,0 1 0,-1 1 0,1-1 0,0 0 0,0 0 0,0 1 0,3 1 0,5 2 0,0 0 0,-1 1 0,1 0 0,10 9 0,3 2 0,37 27 0,-58-42-59,-1 0 0,0 0-1,0 0 1,1 0-1,-1 0 1,0 0 0,0 0-1,0 1 1,0-1 0,-1 0-1,1 1 1,0-1 0,0 0-1,-1 1 1,1-1-1,-1 1 1,1-1 0,-1 1-1,0 0 1,0-1 0,1 1-1,-1 2 1,-3 5-6767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6:35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 24575,'42'105'0,"-21"-56"0,-31-63 0,-13-26 0,18 30 0,0-1 0,1-1 0,0 1 0,1-1 0,0 1 0,1-1 0,-1-13 0,3 22 0,0 0 0,0 0 0,0-1 0,0 1 0,1 0 0,-1 0 0,1 0 0,0 0 0,0 0 0,0 0 0,0 0 0,1 0 0,-1 0 0,1 1 0,0-1 0,-1 0 0,1 1 0,0 0 0,1-1 0,-1 1 0,0 0 0,1 0 0,-1 0 0,1 0 0,-1 1 0,1-1 0,0 1 0,0-1 0,0 1 0,0 0 0,4-1 0,9-1-26,-1 1 1,1 0-1,0 1 0,-1 1 0,20 2 0,-3-1-1184,-19-1-5616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6:37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57 24575,'-1'0'0,"1"0"0,-1 0 0,0 0 0,1 1 0,-1-1 0,1 0 0,-1 1 0,1-1 0,-1 0 0,1 1 0,-1-1 0,1 1 0,-1-1 0,1 1 0,-1-1 0,1 1 0,0-1 0,-1 1 0,1-1 0,0 1 0,0-1 0,-1 1 0,1 0 0,0-1 0,0 1 0,0-1 0,0 1 0,0 0 0,-1-1 0,1 1 0,0 0 0,1-1 0,-1 1 0,0 0 0,3 23 0,-2-19 0,1-1 0,1 1 0,-1-1 0,0 1 0,1-1 0,0 0 0,0 0 0,0 0 0,1 0 0,-1 0 0,7 4 0,-7-6 0,-1 0 0,0-1 0,0 1 0,1-1 0,-1 1 0,1-1 0,-1 0 0,1 0 0,-1 0 0,1 0 0,0 0 0,0-1 0,-1 1 0,1-1 0,0 0 0,0 0 0,-1 0 0,1 0 0,0 0 0,0-1 0,0 1 0,3-2 0,-5 1 0,1 1 0,-1-1 0,0 0 0,0 0 0,1 0 0,-1 0 0,0 0 0,0 0 0,0 0 0,0 0 0,0-1 0,0 1 0,-1 0 0,1 0 0,0-1 0,0 1 0,-1-1 0,1 1 0,-1 0 0,1-3 0,0-3 0,0-1 0,0 1 0,-1-10 0,1-11 0,0 24 0,0-1 0,1 1 0,-1-1 0,1 1 0,0 0 0,0 0 0,1 0 0,-1 0 0,1 0 0,0 0 0,0 0 0,6-4 0,-8 6 0,1 0 0,0 1 0,0 0 0,0-1 0,0 1 0,0 0 0,1 0 0,-1 0 0,0 0 0,1 1 0,-1-1 0,0 1 0,1-1 0,-1 1 0,0 0 0,1 0 0,-1 0 0,1 0 0,-1 0 0,1 0 0,-1 1 0,0-1 0,1 1 0,-1 0 0,0-1 0,3 3 0,4 2 0,0 0 0,0 0 0,-1 1 0,0 1 0,0 0 0,10 10 0,-13-11 0,0 0 0,0 0 0,-1 0 0,0 1 0,0-1 0,0 1 0,-1 0 0,0 0 0,3 10 0,-6-9-1365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6:41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24575,'5'12'0,"0"0"0,0 0 0,1-1 0,0 0 0,1 0 0,0-1 0,1 1 0,0-2 0,0 1 0,1-1 0,1 0 0,-1-1 0,2 0 0,-1-1 0,1 0 0,0-1 0,0 0 0,16 6 0,-23-10 0,0-1 0,0 0 0,-1 0 0,1 0 0,0-1 0,0 1 0,0-1 0,0 0 0,1 0 0,-1-1 0,0 1 0,4-2 0,-5 1 0,-1 0 0,0 0 0,1 0 0,-1 0 0,0-1 0,0 1 0,0-1 0,0 1 0,0-1 0,-1 0 0,1 1 0,0-1 0,-1 0 0,1 0 0,-1-1 0,0 1 0,0 0 0,0 0 0,0-1 0,1-2 0,0 0 0,-1 0 0,0 1 0,-1-1 0,1 0 0,-1 0 0,0 1 0,0-1 0,-1 0 0,1 0 0,-3-7 0,3 8 0,-1 4 0,1 0 0,0 0 0,0-1 0,0 1 0,0 0 0,0 0 0,0 0 0,0-1 0,0 1 0,0 0 0,0 0 0,0 0 0,0-1 0,0 1 0,0 0 0,0 0 0,0 0 0,0-1 0,0 1 0,0 0 0,0 0 0,0-1 0,0 1 0,0 0 0,0 0 0,0 0 0,0 0 0,0-1 0,1 1 0,-1 0 0,0 0 0,0 0 0,0 0 0,0-1 0,0 1 0,1 0 0,-1 0 0,0 0 0,0 0 0,0 0 0,1 0 0,-1 0 0,0 0 0,0-1 0,1 1 0,9 6 0,10 14 0,15 22-63,-5-5-588,36 34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6:41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30 24575,'-23'-4'0,"-33"-6"0,0 3 0,-69-1 0,122 8 0,-1 0 0,1 0 0,0 0 0,0 1 0,0-1 0,0 1 0,0 0 0,0 0 0,0 0 0,0 0 0,0 1 0,0-1 0,0 1 0,1 0 0,-1 0 0,-3 2 0,4-1 0,0 0 0,0-1 0,0 1 0,1 0 0,-1 0 0,1 1 0,-1-1 0,1 0 0,0 0 0,0 1 0,0-1 0,1 0 0,-1 1 0,1 6 0,0-3 0,0 0 0,1 0 0,0 0 0,0 0 0,1 0 0,-1 0 0,2 0 0,3 10 0,5 5 0,16 24 0,-8-15 0,33 50 0,-31-51 0,21 42 0,-36-60 0,-1-1 0,-1 1 0,1 0 0,-2 1 0,0-1 0,0 1 0,0 19 0,-3-9 0,-1-1 0,-2 1 0,0 0 0,-1-1 0,-8 23 0,11-38 0,0-6 0,1 1 0,-1 0 0,1-1 0,-1 1 0,1 0 0,0-1 0,0 1 0,0 0 0,0 0 0,0-1 0,1 1 0,-1 0 0,0 0 0,1-1 0,-1 1 0,1 0 0,0-1 0,-1 1 0,1-1 0,0 1 0,0-1 0,0 1 0,2 2 0,0-3 0,-1 1 0,1 0 0,0-1 0,-1 1 0,1-1 0,0 0 0,0 0 0,0 0 0,0 0 0,0-1 0,0 1 0,0-1 0,3 0 0,36 2 0,62-6 0,-98 4 15,0-1 0,0 0 0,-1 0 0,1 0 0,-1-1 0,1 0 0,5-3 0,-10 5-55,1-1 0,-1 0 0,0 1-1,0-1 1,0 0 0,0 0 0,0 0 0,0 0 0,0 0 0,0 0 0,-1 0-1,1 0 1,0 0 0,0 0 0,-1 0 0,1-1 0,-1 1 0,1 0-1,-1 0 1,0-1 0,1 1 0,-1 0 0,0 0 0,0-1 0,0 1-1,0 0 1,0-1 0,0 1 0,0 0 0,-1-1 0,1 1 0,0 0 0,-1-1-1,1 1 1,-1 0 0,0-1 0,-5-10-6786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6:42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24575,'1'3'0,"0"-1"0,0 0 0,0 1 0,0-1 0,0 0 0,0 0 0,1 0 0,-1 0 0,1 0 0,2 2 0,0 1 0,-3-3 0,13 14 0,-1 0 0,2 0 0,21 17 0,-32-29 0,1-1 0,1 1 0,-1-1 0,0 0 0,1 0 0,0-1 0,0 0 0,-1 0 0,1 0 0,0-1 0,1 1 0,-1-2 0,0 1 0,0-1 0,12 0 0,-16 0 0,-1 0 0,0 0 0,1-1 0,-1 1 0,0 0 0,1-1 0,-1 1 0,0-1 0,0 1 0,0-1 0,1 0 0,-1 1 0,0-1 0,0 0 0,0 0 0,0 0 0,0 0 0,0 0 0,0 0 0,0 0 0,-1 0 0,1 0 0,0 0 0,-1-1 0,1 1 0,-1 0 0,1 0 0,0-3 0,0-3 0,0 0 0,-1 0 0,0 0 0,-1-13 0,1 15 0,-1 0 0,1-1 0,0 1 0,1 0 0,1-10 0,-2 14 0,1 0 0,-1 0 0,1 0 0,-1 0 0,1 0 0,0 0 0,-1 0 0,1 0 0,0 0 0,0 1 0,0-1 0,0 0 0,0 0 0,0 1 0,0-1 0,0 1 0,0-1 0,0 1 0,0-1 0,0 1 0,0 0 0,0-1 0,1 1 0,-1 0 0,0 0 0,0 0 0,0 0 0,0 0 0,1 0 0,-1 0 0,0 0 0,0 1 0,0-1 0,0 0 0,3 2 0,4 0 0,0 1 0,-1 0 0,13 8 0,-18-10 0,17 11 0,0 0 0,33 32 0,-2-2 0,-44-38-1365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6:42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24575,'24'-10'0,"2"-1"0,46-13 0,-65 22 0,1 1 0,-1 0 0,0 0 0,0 0 0,1 1 0,-1 0 0,0 0 0,1 1 0,-1 0 0,0 0 0,12 4 0,-14-2 0,1 0 0,-1 0 0,1 1 0,-1-1 0,0 1 0,-1 0 0,1 1 0,-1-1 0,0 1 0,5 6 0,-1-1 0,-1 2 0,0-1 0,10 23 0,-10-12 0,-1 1 0,0 0 0,-2 0 0,0 1 0,-2-1 0,-1 1 0,-2 40 0,-6-10 0,4-37 0,-2 34 0,5-46 0,0 1 0,1 0 0,0-1 0,0 1 0,0-1 0,0 0 0,1 1 0,0-1 0,0 0 0,4 6 0,13 16 0,-15-22 0,0 1 0,0-1 0,0 1 0,-1 0 0,0 0 0,0 0 0,3 10 0,-6-14 0,1-1 0,-1 1 0,0-1 0,0 1 0,0-1 0,0 1 0,0-1 0,0 1 0,-1-1 0,1 1 0,0-1 0,-1 1 0,1-1 0,-1 0 0,1 1 0,-1-1 0,0 0 0,-1 3 0,0-2 0,0 0 0,0 0 0,-1 0 0,1 0 0,0 0 0,-1-1 0,1 1 0,-1-1 0,-3 2 0,-3 1 0,0-1 0,0-1 0,-1 1 0,-17 1 0,7-2-1365,4-2-5461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6:53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24575,'1'0'0,"1"1"0,-1-1 0,0 1 0,1-1 0,-1 1 0,0-1 0,1 1 0,-1 0 0,0-1 0,0 1 0,0 0 0,0 0 0,2 2 0,14 16 0,-13-15 0,179 231 0,-122-154 0,-3-5 0,86 87 0,-57-75 0,-86-87-4,-1-1 0,0 0 0,1 1-1,-1-1 1,1 1 0,-1-1 0,1 0 0,-1 1-1,1-1 1,-1 0 0,1 1 0,-1-1-1,1 0 1,-1 0 0,1 0 0,0 1 0,0-1-1,0-7 194,-11-15-1667,2 10-5348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6:54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22 24575,'0'-1'0,"0"-1"0,0 1 0,-1 0 0,1 0 0,0 0 0,-1 0 0,1 0 0,-1 0 0,0 1 0,1-1 0,-1 0 0,0 0 0,1 0 0,-1 0 0,0 1 0,0-1 0,0 0 0,1 1 0,-1-1 0,0 0 0,0 1 0,0-1 0,0 1 0,0 0 0,0-1 0,-1 1 0,0 0 0,0 0 0,1 1 0,-1-1 0,1 0 0,-1 1 0,1-1 0,-1 1 0,1 0 0,-1 0 0,1-1 0,0 1 0,-1 0 0,1 0 0,0 0 0,0 0 0,0 0 0,-2 3 0,-3 3 0,1 0 0,0 1 0,0-1 0,1 1 0,-5 12 0,-15 45 0,12-28 0,-102 244 0,29-130 0,66-123 0,-1 0 0,-2-1 0,-24 24 0,41-47-1365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6:54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59 24575,'-1'-6'0,"1"0"0,1 0 0,-1 0 0,1 0 0,0 0 0,0 1 0,1-1 0,1-6 0,-3 12 0,0 0 0,0 1 0,0-1 0,0 0 0,0 0 0,0 0 0,0 0 0,0 0 0,0 0 0,0 0 0,0 0 0,0 1 0,0-1 0,0 0 0,0 0 0,0 0 0,0 0 0,1 0 0,-1 0 0,0 0 0,0 0 0,0 0 0,0 1 0,0-1 0,0 0 0,0 0 0,0 0 0,0 0 0,0 0 0,0 0 0,0 0 0,1 0 0,-1 0 0,0 0 0,0 0 0,0 0 0,0 0 0,0 0 0,0 0 0,0 0 0,0 0 0,0 0 0,1 0 0,-1 0 0,0 0 0,0 0 0,0 0 0,0 0 0,0 0 0,0 0 0,0 0 0,0 0 0,1 0 0,-1 0 0,0 0 0,0 0 0,0 0 0,0 0 0,0 0 0,0 0 0,0 0 0,0-1 0,2 11 0,-2 22 0,-1 0 0,-1-1 0,-2 1 0,-1-1 0,-2 0 0,-19 56 0,16-57 0,2 1 0,0 0 0,3 0 0,0 1 0,0 39 0,5-56 0,0 0 0,2 0 0,0 1 0,0-1 0,1 0 0,1-1 0,1 1 0,0-1 0,1 0 0,0 0 0,1 0 0,17 24 0,0-7 0,1-1 0,51 47 0,-75-76-124,0 0 0,1 0 0,-1 0 0,0 0 0,0 0 0,0-1-1,1 1 1,-1 0 0,0-1 0,3 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6:55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1 120 24575,'6'-11'0,"0"-1"0,0 1 0,2 0 0,-1 1 0,1 0 0,14-14 0,-19 21 0,1 0 0,0 0 0,-1 0 0,1 1 0,0-1 0,1 1 0,-1 0 0,0 0 0,1 1 0,-1-1 0,1 1 0,0 0 0,-1 0 0,1 0 0,0 1 0,-1 0 0,1 0 0,0 0 0,0 0 0,8 2 0,-4 1 0,-1-1 0,1 1 0,-1 0 0,0 1 0,0 0 0,0 0 0,0 1 0,-1 0 0,0 0 0,0 1 0,0-1 0,0 2 0,9 11 0,-12-13 0,0 1 0,-1-1 0,0 0 0,0 1 0,0 0 0,-1 0 0,1 0 0,-1 0 0,-1 0 0,1 1 0,-1-1 0,0 0 0,-1 1 0,1-1 0,-1 0 0,-1 1 0,1-1 0,-1 1 0,-3 10 0,-1-3 0,0-1 0,-1 0 0,-1 0 0,0 0 0,-1-1 0,0 0 0,-13 15 0,17-22 0,0 0 0,1 0 0,-1 1 0,1-1 0,0 1 0,-4 10 0,7-14 0,0-1 0,-1 1 0,1 0 0,0-1 0,0 1 0,0-1 0,0 1 0,0 0 0,0-1 0,0 1 0,1-1 0,-1 1 0,0-1 0,1 1 0,-1-1 0,1 1 0,0-1 0,0 1 0,-1-1 0,1 0 0,0 1 0,0-1 0,0 0 0,0 0 0,1 0 0,-1 0 0,0 0 0,0 0 0,1 0 0,-1 0 0,0 0 0,3 0 0,4 3 0,-1-1 0,1 0 0,0 0 0,0-1 0,0 0 0,0 0 0,0-1 0,0 0 0,11-1 0,-15 0 0,0 0 0,0 0 0,0-1 0,0 0 0,1 1 0,-1-2 0,0 1 0,-1 0 0,1-1 0,0 0 0,0 0 0,-1 0 0,1 0 0,-1 0 0,1-1 0,-1 1 0,0-1 0,0 0 0,4-6 0,0-2-1365,-1 0-5461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6:55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0 24575,'-27'0'0,"-12"0"0,-1 0 0,1 0 0,5 0 0,6 3 0,5 0 0,3 0 0,4 2 0,2 0 0,0 0 0,3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6:55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24575,'20'1'0,"1"0"0,-1 2 0,1 0 0,-1 1 0,0 1 0,0 1 0,-1 1 0,1 1 0,-2 0 0,1 1 0,-1 2 0,-1-1 0,0 2 0,0 0 0,-1 1 0,-1 1 0,0 1 0,-1 0 0,21 28 0,-11-7 0,-2 0 0,-1 2 0,-3 0 0,0 1 0,-3 1 0,13 51 0,-22-71 0,-2-1 0,0 1 0,-1 0 0,-1 0 0,-1 21 0,-1-32 0,-1 0 0,0 0 0,-1 0 0,0 0 0,0 0 0,-1-1 0,0 1 0,0-1 0,-1 0 0,0 0 0,-1 0 0,1 0 0,-10 10 0,6-8 0,-2 0 0,1-1 0,-2 0 0,1 0 0,-1-1 0,0-1 0,-1 0 0,1 0 0,-1-1 0,-1-1 0,1 0 0,-1 0 0,-16 2 0,10-1-1365,2-1-5461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6:57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65 24575,'-27'-8'0,"-11"-1"0,-2-1 0,3 0 0,6 2 0,6 1 0,4 3 0,4 1 0,2 2 0,1 1 0,0 0 0,3-2 0,1-1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6:57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46 24575,'-27'-8'0,"-11"-2"0,-2 1 0,4 2 0,5 1 0,5 3 0,3 1 0,3 1 0,-1 1 0,-1 1 0,0-1 0,0 1 0,0-1 0,4 0-8191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6:59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815 12 24575,'35'-5'0,"-19"3"0,-1 0 0,1 0 0,-1 2 0,17 1 0,-32-1 0,0-1 0,0 1 0,0 0 0,0 0 0,0 0 0,0 0 0,0 0 0,0 0 0,0 0 0,0 0 0,1 0 0,-1 0 0,0 0 0,0 0 0,0 0 0,0 0 0,0 0 0,0 0 0,0 0 0,0 0 0,0 0 0,0 0 0,0 0 0,1 0 0,-1 0 0,0 0 0,0 0 0,0 0 0,0 0 0,0 0 0,0 0 0,0 0 0,0 0 0,0 0 0,0 0 0,0 0 0,0 0 0,1 0 0,-1 0 0,0 1 0,0-1 0,0 0 0,0 0 0,0 0 0,0 0 0,0 0 0,0 0 0,0 0 0,0 0 0,0 0 0,0 0 0,0 0 0,0 0 0,0 1 0,0-1 0,0 0 0,0 0 0,0 0 0,0 0 0,0 0 0,0 0 0,0 0 0,0 0 0,0 0 0,0 0 0,0 1 0,-8 1 0,-12 2 0,-244-1 0,149-4 0,69 1 0,-124 3 0,134-1 0,0 3 0,-60 14 0,35-7 0,40-9 0,-26 8 0,83-2 0,195 54 0,-168-41 0,95 46 0,-147-63 0,-1 1 0,0 0 0,0 0 0,0 1 0,-1 1 0,11 9 0,-18-14 0,1 0 0,-1 0 0,0 0 0,0 0 0,0 0 0,0 0 0,-1 0 0,1 1 0,-1-1 0,0 1 0,0-1 0,0 1 0,0-1 0,-1 1 0,1 0 0,-1-1 0,0 1 0,0 0 0,0-1 0,-1 1 0,1 0 0,-1-1 0,0 1 0,-1 4 0,-1-3 0,1-1 0,-1 1 0,1-1 0,-1 1 0,-1-1 0,1 0 0,-1 0 0,1 0 0,-6 4 0,-41 30 0,40-31 0,-13 7 0,0 0 0,-1-1 0,-45 17 0,-80 17 0,109-35 0,-134 49 0,173-60 0,0-1 0,0 0 0,0 0 0,1 0 0,-1 1 0,0-1 0,0 1 0,1-1 0,-1 0 0,0 1 0,1-1 0,-1 1 0,1 0 0,-1-1 0,0 1 0,1-1 0,-1 1 0,1 0 0,0-1 0,-1 1 0,1 0 0,-1 1 0,1-1 0,0-1 0,0 1 0,1 0 0,-1-1 0,0 1 0,0 0 0,1-1 0,-1 1 0,1-1 0,-1 1 0,0-1 0,1 1 0,-1-1 0,1 1 0,-1-1 0,1 1 0,-1-1 0,1 1 0,0-1 0,0 1 0,5 2 0,1 0 0,-1 0 0,13 3 0,10 1 0,0-1 0,1-2 0,0-1 0,42 0 0,35-3 0,265-10 0,-226 4-1365,-133 6-5461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7:01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 24575,'-2'-3'0,"6"8"0,11 9 0,68 48 0,193 147 0,-252-189 0,-20-16 0,-16-13 0,-14-10-1365,12 10-5461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7:01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2 24575,'0'0'0,"-1"-1"0,0 1 0,1 0 0,-1 0 0,0 0 0,0-1 0,1 1 0,-1 0 0,0 0 0,0 0 0,1 0 0,-1 1 0,0-1 0,0 0 0,1 0 0,-1 0 0,0 1 0,1-1 0,-1 0 0,0 0 0,1 1 0,-1-1 0,0 1 0,1-1 0,-1 1 0,1-1 0,-1 1 0,-19 16 0,19-16 0,-10 10 0,-82 70 0,82-72-170,0 0-1,1 1 0,0 0 1,0 0-1,1 1 0,1 0 1,-13 21-1,15-20-6655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7:06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476 78 24575,'-33'-26'0,"25"18"0,-2 1 0,1 0 0,-1 0 0,0 1 0,-16-7 0,24 12 0,0 1 0,0-1 0,0 1 0,0-1 0,0 1 0,0 0 0,0 0 0,0 0 0,0 0 0,0 0 0,0 0 0,0 1 0,0-1 0,0 0 0,0 1 0,0 0 0,0 0 0,0-1 0,0 1 0,0 0 0,1 0 0,-1 1 0,0-1 0,1 0 0,-1 1 0,-2 2 0,-2 3 0,0 1 0,1 0 0,0 0 0,-7 13 0,6-8 0,-5 9 0,8-16 0,0 1 0,-1-1 0,1 0 0,-7 8 0,8-12 0,1 0 0,-1 0 0,0 0 0,0-1 0,0 1 0,-1-1 0,1 0 0,0 1 0,-1-1 0,1 0 0,0 0 0,-1 0 0,1-1 0,-1 1 0,1-1 0,-4 1 0,-4 0 0,0-1 0,1 0 0,-1-1 0,0 0 0,0-1 0,0 0 0,1 0 0,-1-1 0,1 0 0,-11-6 0,14 7 0,0-1 0,1 0 0,-1-1 0,1 1 0,0-1 0,0 0 0,0 0 0,1-1 0,0 1 0,-1-1 0,2 0 0,-1 0 0,0-1 0,1 1 0,0-1 0,1 1 0,-3-7 0,4 11 0,1 0 0,-1 0 0,1 0 0,0-1 0,-1 1 0,1 0 0,0 0 0,0 0 0,0 0 0,0 0 0,0 0 0,0 0 0,0-1 0,0 1 0,0 0 0,1 0 0,-1 0 0,0 0 0,1 0 0,-1 0 0,1 0 0,-1 0 0,1 0 0,-1 0 0,1 0 0,0 0 0,0 0 0,-1 1 0,1-1 0,0 0 0,0 0 0,0 1 0,0-1 0,0 0 0,0 1 0,0-1 0,0 1 0,0 0 0,0-1 0,0 1 0,0 0 0,0-1 0,0 1 0,0 0 0,0 0 0,2 0 0,3 0 0,-1 0 0,1 0 0,-1 1 0,0-1 0,1 1 0,-1 1 0,0-1 0,9 4 0,20 10 0,87 37 0,-92-41 0,1-1 0,38 6 0,-48-11 0,-11-3 0,-1 0 0,1 0 0,0-1 0,10 0 0,-17-1 0,0 0 0,0 0 0,0 0 0,0-1 0,0 1 0,0-1 0,0 1 0,0-1 0,-1 0 0,1 1 0,0-1 0,0 0 0,-1 0 0,1 0 0,-1-1 0,1 1 0,-1 0 0,1-1 0,-1 1 0,0-1 0,1 1 0,-1-1 0,2-3 0,-3 4 6,1 0-1,-1 0 1,0-1-1,1 1 0,-1 0 1,0-1-1,0 1 1,0 0-1,0-1 1,0 1-1,0 0 1,0-1-1,0 1 0,0 0 1,-1-1-1,1 1 1,-1 0-1,1-1 1,-1 1-1,1 0 1,-2-2-1,0 0-253,-1-1 1,1 1-1,-1-1 1,0 1-1,-4-4 1,-3-1-6579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7:08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18 24575,'-3'-2'0,"0"-1"0,-1 1 0,1 0 0,-1 0 0,1 1 0,-8-3 0,10 3 0,0 1 0,1 0 0,-1 0 0,0 0 0,0 0 0,0 0 0,0 0 0,0 0 0,1 0 0,-1 0 0,0 0 0,0 0 0,0 1 0,0-1 0,1 0 0,-1 1 0,0-1 0,0 0 0,1 1 0,-1-1 0,0 1 0,0-1 0,1 1 0,-1-1 0,1 1 0,-1 0 0,0-1 0,1 1 0,-1 0 0,1-1 0,0 1 0,-1 0 0,1 0 0,0 0 0,-1-1 0,1 1 0,0 1 0,-2 4 0,1-1 0,0 1 0,0 0 0,1-1 0,0 1 0,0 0 0,1 6 0,9 42 0,-4-28 0,-1-1 0,-1-10 0,-2 0 0,2 19 0,4 36 0,-5-43 0,1 33 0,-5-38 0,0-15 0,1 0 0,0-1 0,0 1 0,0 0 0,1-1 0,0 1 0,2 7 0,-2-13 0,-1 1 0,1-1 0,1 1 0,-1-1 0,0 0 0,0 0 0,0 1 0,1-1 0,-1 0 0,0 0 0,1 0 0,-1 0 0,1 0 0,-1-1 0,1 1 0,0 0 0,-1-1 0,3 1 0,35 6 0,-32-6 0,17 1 0,27-2 0,-32 0 0,-1 0 0,1 1 0,21 5 0,-15-4-1365,-16-3-5461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7:08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24575,'0'2'0,"1"1"0,-1 0 0,1-1 0,-1 1 0,1 0 0,0-1 0,0 1 0,0-1 0,1 1 0,-1-1 0,0 0 0,3 3 0,0-1 0,-1 1 0,1-1 0,0 0 0,1 0 0,-1-1 0,6 5 0,-5-6 0,-1 1 0,0-1 0,1 0 0,-1 0 0,1-1 0,0 1 0,8 1 0,-11-3 0,1 1 0,0-1 0,-1 0 0,1 0 0,0-1 0,-1 1 0,1 0 0,0-1 0,-1 1 0,1-1 0,-1 0 0,1 0 0,-1 0 0,4-2 0,-3 1 0,-1-1 0,1 1 0,-1 0 0,0-1 0,0 1 0,0-1 0,0 0 0,0 0 0,0 1 0,-1-1 0,2-5 0,11-17 0,-13 25 0,0-1 0,0 0 0,0 0 0,0 1 0,0-1 0,0 1 0,0-1 0,0 1 0,0-1 0,0 1 0,0-1 0,0 1 0,1 0 0,-1 0 0,0 0 0,0-1 0,0 1 0,0 0 0,1 1 0,-1-1 0,0 0 0,0 0 0,0 0 0,0 1 0,0-1 0,1 0 0,-1 1 0,1 0 0,5 3 0,0 0 0,0 0 0,7 5 0,-7-4 0,58 42 0,-63-45-1365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7:09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24575,'21'2'0,"1"2"0,0 0 0,30 10 0,-43-10 0,0-1 0,-1 1 0,1 1 0,-1-1 0,0 1 0,-1 1 0,1 0 0,-1 0 0,0 0 0,11 13 0,-8-6 0,-1-1 0,15 28 0,-21-34 0,0 1 0,0-1 0,-1 1 0,0 0 0,-1 0 0,1 0 0,-1 0 0,0 14 0,-1-13 0,-1 11 0,1 1 0,1 0 0,1-1 0,1 1 0,5 18 0,-4-26 0,-1 0 0,2-1 0,-1 0 0,2 0 0,-1 0 0,2 0 0,10 14 0,-10-17 0,-1 0 0,0 0 0,-1 1 0,0 0 0,-1-1 0,6 16 0,-9-22 0,-1 0 0,1 0 0,-1 0 0,0 1 0,1-1 0,-1 0 0,0 0 0,0 1 0,-1-1 0,1 0 0,0 0 0,-1 0 0,1 1 0,-2 2 0,0-3 0,1 0 0,0 0 0,-1 0 0,1-1 0,-1 1 0,0 0 0,1-1 0,-1 1 0,0-1 0,0 1 0,0-1 0,0 0 0,0 0 0,0 0 0,0 0 0,-5 1 0,-6 1-1365,0-1-5461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7:10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24575,'0'2'0,"0"-1"0,3-1 0,0-3 0,-3-1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7:11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24575,'27'-10'0,"2"2"0,-1 0 0,57-6 0,-77 13 0,0 1 0,0 0 0,0 0 0,0 1 0,0 0 0,0 0 0,0 1 0,0 0 0,0 0 0,0 1 0,-1 0 0,1 1 0,-1-1 0,0 1 0,0 1 0,-1 0 0,1-1 0,-1 2 0,7 6 0,-9-8 0,-1 0 0,1 0 0,-1 1 0,0-1 0,0 1 0,-1 0 0,0 0 0,1 0 0,-1 0 0,-1 0 0,1 1 0,-1-1 0,1 7 0,-2-5 0,0 0 0,0 0 0,-1 1 0,0-1 0,0 0 0,0 0 0,-1-1 0,0 1 0,-6 12 0,-6 11 0,-14 34 0,25-56 0,1 0 0,0 1 0,0-1 0,0 1 0,0 14 0,2-20 0,0 0 0,1 0 0,0 0 0,-1 0 0,1 0 0,0 0 0,0 0 0,0-1 0,1 1 0,-1 0 0,1-1 0,-1 1 0,1-1 0,0 1 0,0-1 0,0 0 0,0 0 0,0 0 0,1 0 0,-1 0 0,4 1 0,0 1 0,0-1 0,1 1 0,-1-1 0,1-1 0,0 1 0,0-1 0,11 2 0,-16-4-62,0 0 0,0 0 0,1 0 0,-1-1 0,0 1 0,0 0 0,0-1 0,0 1 0,-1-1 0,1 0 0,0 0 0,0 0-1,0 0 1,0 0 0,-1 0 0,1 0 0,0 0 0,-1-1 0,1 1 0,-1-1 0,2-2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7:11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31 24575,'-25'-5'0,"-10"-2"0,-2 1 0,4 1 0,3 1 0,4 2 0,2 1 0,2 1 0,1 0 0,4 0-8191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7:12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4 24575,'0'-2'0,"-2"1"0,-4 1 0,-3 1 0,-2-1 0,-2 1 0,-2 2 0,-2 1 0,-4-1 0,0-1 0,-2 0 0,-2-1 0,1 0 0,5-1-8191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7:12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24575,'8'25'0,"1"0"0,14 25 0,-22-48 0,0-1 0,0 1 0,0 0 0,0-1 0,1 1 0,-1-1 0,0 0 0,1 1 0,-1-1 0,4 2 0,-5-3 0,1 0 0,-1 0 0,0 1 0,0-1 0,1 0 0,-1 0 0,0 0 0,1 0 0,-1 0 0,1 0 0,-1 0 0,0 0 0,1 0 0,-1 0 0,0 0 0,1 0 0,-1 0 0,0 0 0,1-1 0,-1 1 0,0 0 0,0 0 0,1 0 0,-1-1 0,1 1 0,0-1 0,-1 0 0,1 1 0,-1-1 0,1 0 0,-1 0 0,0 0 0,1 1 0,-1-1 0,0 0 0,1 0 0,-1 0 0,0-1 0,3-31 0,1-8 0,-3 38 0,0 1 0,0-1 0,0 0 0,0 1 0,0-1 0,0 1 0,0-1 0,1 1 0,0 0 0,-1-1 0,1 1 0,3-3 0,-4 4 0,1 0 0,0 0 0,-1 0 0,1 1 0,0-1 0,0 0 0,-1 1 0,1-1 0,0 1 0,0 0 0,0-1 0,0 1 0,0 0 0,0 0 0,0 0 0,0 0 0,0 1 0,0-1 0,-1 1 0,1-1 0,3 2 0,4 1 0,0 1 0,16 9 0,-24-13 0,12 8-136,-1-1-1,0 2 1,0 0-1,-1 0 1,0 1-1,-1 1 1,0 0-1,0 0 0,13 22 1,-17-20-6690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7:03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24575,'1'14'0,"1"0"0,1 1 0,0-1 0,8 23 0,-10-36 0,1 7 0,1-1 0,0 1 0,0-1 0,6 10 0,-9-17 0,1 1 0,-1-1 0,0 0 0,0 0 0,0 0 0,0 1 0,1-1 0,-1 0 0,0 0 0,0 0 0,0 1 0,1-1 0,-1 0 0,0 0 0,0 0 0,1 0 0,-1 0 0,0 0 0,0 0 0,1 0 0,-1 0 0,0 1 0,0-1 0,1 0 0,-1 0 0,0 0 0,0 0 0,1-1 0,-1 1 0,0 0 0,1 0 0,6-7 0,3-13 0,-9 20 0,11-35 0,-9 24 0,0 1 0,2-1 0,-1 1 0,7-11 0,-10 20 0,-1 0 0,1 0 0,0 0 0,-1 0 0,1 0 0,0 1 0,0-1 0,0 0 0,-1 1 0,1-1 0,0 0 0,0 1 0,0-1 0,0 1 0,0-1 0,0 1 0,0 0 0,0-1 0,0 1 0,1 0 0,-1 0 0,0 0 0,0 0 0,0 0 0,0 0 0,0 0 0,0 0 0,0 0 0,0 0 0,0 1 0,0-1 0,0 0 0,0 1 0,0-1 0,0 1 0,2 1 0,4 2 0,-1 0 0,0 1 0,0 0 0,7 8 0,-2-3 0,15 12 0,14 13 0,-33-27-1365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7:04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10 24575,'-3'0'0,"-3"0"0,-2 0 0,-4 0 0,-1 0 0,-1 0 0,-1 0 0,0 0 0,0 0 0,0 0 0,0 0 0,0 0 0,1 0 0,-1 0 0,1-3 0,0 0 0,2 0-8191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7:04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34 24575,'-27'-8'0,"-11"-1"0,-2-1 0,4 5 0,5 3 0,5 4 0,6 2 0,5 0-8191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7:35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15 24575,'0'-2'0,"-2"-1"0,-4-1 0,-3 2 0,-2 0 0,-2 1 0,-2 0 0,1 1 0,-1 0 0,-1 0 0,2 0 0,-1 1 0,0-1 0,0 0 0,3 0-8191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7:36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421 129 24575,'-4'-11'0,"-1"1"0,0 0 0,0 0 0,-1 1 0,0 0 0,-1 0 0,0 0 0,0 1 0,-1 0 0,0 0 0,0 1 0,-11-7 0,18 13 0,0 0 0,-1 0 0,1 1 0,-1-1 0,1 0 0,-1 1 0,1-1 0,-1 1 0,1 0 0,-1-1 0,1 1 0,-1 0 0,0 0 0,1 0 0,-1 0 0,1 1 0,-1-1 0,0 0 0,1 0 0,-4 2 0,3-1 0,-1 1 0,1-1 0,0 1 0,-1 0 0,1 0 0,0 0 0,0 0 0,0 0 0,0 0 0,-2 5 0,-2 3 0,0 0 0,1 1 0,1 0 0,-5 18 0,6-21 0,1 1 0,-1-1 0,0 0 0,-1-1 0,-5 10 0,7-14 0,1-1 0,-1 0 0,0 0 0,0 1 0,0-1 0,0 0 0,-1-1 0,1 1 0,0 0 0,-1-1 0,1 1 0,-1-1 0,0 0 0,1 0 0,-1 0 0,0 0 0,0 0 0,-5 0 0,-1 0 0,-1 0 0,1-1 0,0 0 0,0 0 0,0-1 0,0-1 0,-12-2 0,17 3 0,0-1 0,0 0 0,0 1 0,1-1 0,-1 0 0,1-1 0,-1 1 0,1-1 0,0 0 0,0 0 0,0 0 0,0 0 0,0 0 0,1 0 0,-1-1 0,1 1 0,0-1 0,-2-4 0,2 2 0,-1-1 0,1 1 0,0-1 0,0 1 0,1-1 0,0 1 0,0-1 0,1 0 0,0 0 0,0 1 0,0-1 0,3-10 0,-3 16 0,0 0 0,0 1 0,1-1 0,-1 1 0,0-1 0,0 1 0,1-1 0,-1 1 0,0 0 0,1-1 0,-1 1 0,1-1 0,-1 1 0,0 0 0,1-1 0,-1 1 0,1 0 0,-1-1 0,1 1 0,-1 0 0,1 0 0,0 0 0,-1-1 0,1 1 0,-1 0 0,1 0 0,-1 0 0,1 0 0,-1 0 0,1 0 0,0 0 0,-1 0 0,1 0 0,-1 0 0,1 0 0,-1 1 0,1-1 0,-1 0 0,1 0 0,-1 0 0,1 1 0,-1-1 0,2 1 0,22 16 0,-20-14 0,16 11 0,-1-1 0,2 0 0,-1-2 0,2-1 0,23 9 0,-3-5 0,78 16 0,-111-29 0,-1 1 0,0-1 0,1-1 0,-1 1 0,14-2 0,-20 1 0,0-1 0,0 1 0,-1 0 0,1-1 0,0 1 0,0-1 0,-1 0 0,1 1 0,-1-1 0,1 0 0,0 0 0,-1 0 0,0 0 0,1 0 0,-1-1 0,0 1 0,1 0 0,-1-1 0,0 1 0,0 0 0,0-1 0,0 1 0,0-1 0,-1 0 0,1 1 0,0-1 0,-1 0 0,1 1 0,-1-1 0,0 0 0,1 0 0,-1-2 0,0 2 5,0 0 0,0 0 0,-1 1-1,1-1 1,0 0 0,-1 0 0,0 0 0,1 1-1,-1-1 1,0 0 0,0 1 0,0-1 0,0 0-1,0 1 1,0-1 0,0 1 0,0 0-1,-1-1 1,1 1 0,0 0 0,-1 0 0,1 0-1,-1 0 1,-2-1 0,-2-1-302,-1-1 0,1 2 0,-1-1 0,-13-2 0,7 2-6529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7:42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132 709 24575,'20'-36'0,"-15"29"0,0-1 0,0 0 0,-1 1 0,-1-1 0,1-1 0,-1 1 0,3-17 0,0-15 0,0-50 0,-7 68 0,0 0 0,-1 0 0,-10-42 0,-35-99 0,37 134 0,-2 1 0,-1 0 0,-24-39 0,36 65 0,0 1 0,0-1 0,0 0 0,0 1 0,0 0 0,-1-1 0,1 1 0,-1 0 0,1-1 0,-3 0 0,3 2 0,1-1 0,-1 1 0,0 0 0,1 0 0,-1 0 0,0 0 0,1 0 0,-1 0 0,0 1 0,1-1 0,-1 0 0,0 0 0,1 0 0,-1 1 0,0-1 0,1 0 0,-1 1 0,1-1 0,-1 0 0,1 1 0,-1-1 0,1 1 0,-1-1 0,1 1 0,-1-1 0,1 1 0,-1-1 0,1 1 0,0-1 0,-1 1 0,1-1 0,0 2 0,-5 5 0,2 0 0,-1 0 0,1 1 0,0 0 0,1-1 0,0 1 0,0 0 0,-1 14 0,1 6 0,2 33 0,0-36 0,1 1 0,2 0 0,0 0 0,2 0 0,1-1 0,1 0 0,18 44 0,-14-46 0,1-1 0,0 0 0,25 30 0,-32-45 0,2-1 0,-1 0 0,0 0 0,1 0 0,0-1 0,1 0 0,-1-1 0,1 1 0,0-1 0,0-1 0,0 0 0,0 0 0,15 3 0,-9-3 0,1-1 0,0 0 0,0-1 0,0-1 0,0 0 0,0-1 0,17-4 0,-28 4 0,0 0 0,-1 0 0,1 0 0,0-1 0,-1 1 0,1-1 0,-1 0 0,0 0 0,1 0 0,-1-1 0,0 1 0,-1-1 0,1 0 0,0 0 0,-1 0 0,1 0 0,-1 0 0,0 0 0,0 0 0,0-1 0,-1 1 0,1-1 0,-1 0 0,0 1 0,0-1 0,1-4 0,1-7 0,-1 0 0,-1 0 0,-1 0 0,0 0 0,-3-23 0,3 33 0,-1 0 0,0-1 0,-1 1 0,-3-10 0,4 14 0,1 0 0,-1-1 0,0 1 0,1 0 0,-1 0 0,0 0 0,0 0 0,0 0 0,0 0 0,0 0 0,-1-1 0,1 2 0,1 0 0,-1-1 0,0 1 0,1 0 0,-1 0 0,0 0 0,1-1 0,-1 1 0,0 0 0,1 0 0,-1 0 0,0 0 0,1 0 0,-1 0 0,0 1 0,1-1 0,-1 0 0,1 0 0,-1 0 0,0 1 0,1-1 0,-1 0 0,0 1 0,0-1 0,0 2 0,-1-1 0,1 0 0,-1 1 0,1-1 0,0 1 0,-1 0 0,1-1 0,0 1 0,0 0 0,0 0 0,0 0 0,1 0 0,-1 0 0,0 0 0,1 0 0,-1 3 0,-3 35 0,4-37 0,0 5 0,1 1 0,0-1 0,0 1 0,0-1 0,1 0 0,1 0 0,-1 0 0,1 0 0,1 0 0,-1-1 0,1 1 0,1-1 0,-1 0 0,1 0 0,1-1 0,-1 1 0,1-1 0,11 9 0,-7-7 0,0 0 0,0-1 0,1 0 0,0-1 0,0-1 0,1 1 0,-1-2 0,1 1 0,0-2 0,0 0 0,1 0 0,13 1 0,-24-4 0,0 0 0,1 0 0,-1 0 0,1 0 0,-1 0 0,0-1 0,1 1 0,-1 0 0,1-1 0,-1 0 0,0 0 0,0 0 0,1 0 0,-1 0 0,0 0 0,0 0 0,0-1 0,2-1 0,-3 2 0,0-1 0,0 1 0,0-1 0,0 1 0,-1-1 0,1 0 0,0 1 0,-1-1 0,1 0 0,-1 1 0,1-1 0,-1 0 0,0 0 0,0 1 0,0-1 0,0 0 0,0 0 0,0 0 0,0 1 0,0-1 0,-1 0 0,1 0 0,-1 1 0,0-1 0,0-1 0,-3-5-227,0 0-1,0 0 1,-1 1-1,1 0 1,-8-9-1,-1 2-6598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7:43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24575,'2'-13'0,"-2"13"0,0 0 0,0 0 0,0 0 0,0 0 0,0 0 0,1 0 0,-1 0 0,0 0 0,0 0 0,0 0 0,0 0 0,0 0 0,0-1 0,0 1 0,1 0 0,-1 0 0,0 0 0,0 0 0,0 0 0,0 0 0,0 0 0,0 0 0,0 1 0,1-1 0,-1 0 0,0 0 0,0 0 0,0 0 0,0 0 0,0 0 0,0 0 0,0 0 0,1 0 0,-1 0 0,0 0 0,0 0 0,0 0 0,0 0 0,0 1 0,0-1 0,0 0 0,0 0 0,0 0 0,0 0 0,0 0 0,0 0 0,0 0 0,11 24 0,152 395 0,-134-363 0,-24-49 0,-1 0 0,1-1 0,0 1 0,1-1 0,9 8 0,-14-13-6,0 0 0,0 0-1,0 0 1,1 0 0,-1 0-1,0-1 1,1 1 0,-1 0-1,0-1 1,1 1 0,-1-1-1,1 0 1,2 1 0,-3-1 16,0 0 1,-1 0 0,1-1 0,0 1 0,0 0 0,0 0 0,0-1-1,0 1 1,-1 0 0,1-1 0,0 1 0,0-1 0,-1 1 0,1-1-1,0 1 1,0-1 0,0 0 0,2-3-168,-1 0-1,1-1 1,-1 1 0,0 0-1,0-1 1,2-7 0,-2 8-214,3-9-6455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7:43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0 24575,'-30'7'0,"-12"3"0,-1 2 0,2 1 0,5 1 0,6 1 0,7-2 0,6-4-8191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7:44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24575,'28'-20'0,"-17"11"0,0 2 0,0-1 0,0 2 0,22-10 0,-29 14 0,-1 1 0,1 0 0,0 0 0,-1 1 0,1-1 0,0 1 0,0 0 0,0 0 0,-1 0 0,1 0 0,0 1 0,0 0 0,0-1 0,-1 1 0,1 1 0,-1-1 0,1 0 0,-1 1 0,1 0 0,-1 0 0,4 3 0,-2-2 0,-1 0 0,0 1 0,0-1 0,0 1 0,-1 0 0,1 0 0,-1 1 0,0-1 0,0 0 0,0 1 0,-1 0 0,0 0 0,0 0 0,3 8 0,-4-6 0,0 0 0,0 0 0,0 1 0,-1-1 0,0 0 0,-1 1 0,0-1 0,0 0 0,0 0 0,-3 9 0,-23 56 0,18-52 0,1 1 0,-9 37 0,15-50 0,1 0 0,0 0 0,1 1 0,0-1 0,0 0 0,2 11 0,-1-15 0,0 1 0,0-1 0,0 0 0,1 1 0,0-1 0,0 0 0,0 0 0,0 0 0,1 0 0,-1-1 0,1 1 0,5 5 0,-4-6 0,-1 0 0,1 0 0,-1 0 0,1 0 0,0-1 0,0 1 0,0-1 0,0 0 0,1 0 0,-1-1 0,0 1 0,1-1 0,-1 0 0,1 0 0,5 0 0,11 2-89,-16-1-2,-1-1 0,0-1 0,1 1 0,-1 0-1,0-1 1,1 0 0,-1 0 0,1-1 0,-1 1 0,0-1-1,1 0 1,-1 0 0,5-2 0,3-2-6735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7:44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27 24575,'-30'-5'0,"-11"-2"0,-2 1 0,4 1 0,6 1 0,7 5 0,4 1 0,5 0 0,4 1-8191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7:53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24575,'1'9'0,"0"0"0,1-1 0,1 1 0,-1-1 0,1 1 0,1-1 0,8 15 0,3 10 0,-13-28 0,-1 0 0,1-1 0,0 0 0,0 0 0,0 0 0,0 0 0,1 0 0,5 6 0,-8-10 0,0 0 0,0 1 0,1-1 0,-1 0 0,0 0 0,0 0 0,1 1 0,-1-1 0,0 0 0,1 0 0,-1 0 0,0 0 0,1 0 0,-1 0 0,0 0 0,1 0 0,-1 0 0,0 0 0,1 0 0,-1 0 0,0 0 0,1 0 0,-1 0 0,0 0 0,0 0 0,1 0 0,-1 0 0,0 0 0,1 0 0,-1-1 0,9-9 0,1-19 0,-9 26 0,31-117 0,-32 119 0,0-1 0,1 0 0,-1 1 0,0-1 0,1 1 0,0-1 0,-1 1 0,1 0 0,0-1 0,0 1 0,-1-1 0,1 1 0,0 0 0,0 0 0,1 0 0,-1-1 0,0 1 0,0 0 0,0 1 0,1-1 0,2-2 0,-2 3 0,0 0 0,0 0 0,0-1 0,0 1 0,0 0 0,0 1 0,0-1 0,0 0 0,0 1 0,0-1 0,0 1 0,0-1 0,0 1 0,0 0 0,-1 0 0,1 0 0,2 1 0,7 6 0,0 0 0,-1 1 0,0 0 0,0 1 0,-1 0 0,8 11 0,-5-6 0,1 0 0,16 14 0,-19-22-227,-1 1-1,0 1 1,0 0-1,-1 0 1,12 17-1,-15-16-6598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7:53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0 24575,'-20'0'0,"-9"0"0,-1 0 0,1 3 0,3 0 0,4 0 0,3 0 0,5-4 0,5-1-8191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7:53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15 24575,'-30'-5'0,"-11"1"0,-2 1 0,4 1 0,6 3 0,6 2 0,6 0 0,1 0 0,2-1 0,1-1 0,3 0-8191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7:54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24575,'28'33'0,"37"42"0,-53-60 0,-2 1 0,0-1 0,10 23 0,-14-27 0,3 10 0,-10-19 0,-4-5 0,-5-4 0,-1-3 0,0-1 0,1 0 0,0 0 0,1-1 0,0 0 0,1-1 0,0 0 0,1-1 0,1 1 0,0-1 0,0 0 0,-5-26 0,11 38 0,-1-1 0,1 0 0,0 1 0,-1-1 0,1 0 0,0 1 0,1-1 0,-1 0 0,0 1 0,1-1 0,0 0 0,-1 1 0,1-1 0,0 1 0,0-1 0,1 1 0,1-4 0,0 3 0,-1 0 0,1 0 0,0 0 0,0 0 0,0 1 0,1-1 0,-1 1 0,0 0 0,1 0 0,6-3 0,2 1 0,1 0 0,0 1 0,0 0 0,0 1 0,0 0 0,16 0 0,15 2-1365,-32 1-5461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7:55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24575,'15'30'0,"-1"1"0,2-1 0,2 0 0,23 31 0,-40-59 0,0-1 0,0 0 0,0 0 0,0 1 0,1-1 0,-1 0 0,0 0 0,1 0 0,-1 0 0,1 0 0,-1 0 0,1-1 0,-1 1 0,1 0 0,-1-1 0,1 1 0,0-1 0,-1 0 0,1 1 0,2-1 0,-3 0 0,1-1 0,-1 1 0,0-1 0,1 1 0,-1-1 0,0 0 0,0 1 0,1-1 0,-1 0 0,0 0 0,0 0 0,0 0 0,0 0 0,0 0 0,0 0 0,0 0 0,0 0 0,-1 0 0,1-1 0,0 1 0,-1 0 0,1 0 0,-1-1 0,1-1 0,3-11 0,-1 0 0,0-1 0,-1 1 0,-1-1 0,0 1 0,-1-1 0,-2-15 0,3-44 0,-1 73 0,0 0 0,0 0 0,0 0 0,0 0 0,0 0 0,0 1 0,0-1 0,1 0 0,-1 0 0,0 0 0,0 0 0,1 0 0,-1 1 0,1-1 0,-1 0 0,1 0 0,-1 1 0,1-1 0,0 0 0,-1 1 0,1-1 0,0 1 0,-1-1 0,1 0 0,0 1 0,0 0 0,0-1 0,1 0 0,0 1 0,-1 0 0,1 0 0,-1 0 0,1 1 0,0-1 0,-1 0 0,1 0 0,-1 1 0,1-1 0,-1 1 0,1 0 0,-1-1 0,2 2 0,7 4 0,-1 0 0,0 0 0,10 11 0,-18-17 0,10 10 0,-1 1 0,0 0 0,10 15 0,-15-20 0,-1 1 0,0-1 0,0 1 0,-1 0 0,0 0 0,0 0 0,-1 0 0,2 9 0,-4-14-136,0 1-1,0-1 1,0 0-1,0 1 1,0-1-1,0 1 1,-1-1-1,0 0 0,-1 4 1,-3 7-6690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7:56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0 205 24575,'84'1'0,"91"-2"0,-171 1 0,-1-1 0,0 1 0,0-1 0,1 1 0,-1-1 0,0 0 0,0 0 0,0-1 0,0 1 0,0 0 0,0-1 0,0 0 0,0 0 0,-1 0 0,1 0 0,-1 0 0,1 0 0,-1-1 0,0 1 0,0-1 0,0 0 0,0 0 0,-1 1 0,1-1 0,-1 0 0,1 0 0,-1-1 0,0 1 0,0 0 0,-1 0 0,1 0 0,-1-1 0,1 1 0,-1 0 0,-1-7 0,1 5 0,0-1 0,-1 1 0,0-1 0,0 1 0,0-1 0,-1 1 0,1-1 0,-1 1 0,-1 0 0,1 0 0,-1 0 0,0 0 0,0 1 0,0-1 0,-1 1 0,0 0 0,1 0 0,-2 0 0,1 0 0,-9-5 0,9 7 0,0 0 0,0 0 0,-1 0 0,1 1 0,-1-1 0,0 1 0,1 0 0,-1 1 0,0-1 0,0 1 0,1 0 0,-1 0 0,0 1 0,-5 0 0,7 0 0,1-1 0,-1 1 0,0 0 0,0 0 0,1 0 0,-1 1 0,1-1 0,-1 1 0,1-1 0,-1 1 0,1 0 0,0 0 0,0 0 0,0 0 0,0 0 0,0 1 0,0-1 0,1 0 0,-1 1 0,1-1 0,0 1 0,0 0 0,-2 5 0,-27 121 0,29-124 0,1-1 0,-1 0 0,1 0 0,0 1 0,0-1 0,1 0 0,-1 0 0,1 1 0,0-1 0,0 0 0,0 0 0,0 0 0,1 0 0,4 7 0,-3-7 0,0 0 0,0 0 0,0 0 0,1-1 0,-1 0 0,1 1 0,0-1 0,0-1 0,1 1 0,-1-1 0,0 1 0,8 2 0,13 4 0,1-1 0,0 0 0,0-2 0,53 5 0,-44-5 0,9 1 0,-40-7 0,-1 0 0,1 0 0,0 0 0,0 0 0,0-1 0,0 0 0,0 1 0,5-3 0,0-2-1365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7:57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24575,'1'-1'0,"1"0"0,-1 0 0,1 0 0,0 0 0,0 1 0,-1-1 0,1 0 0,0 1 0,0-1 0,0 1 0,0 0 0,0 0 0,0 0 0,-1 0 0,1 0 0,0 0 0,4 1 0,-3 0 0,-1 0 0,1 0 0,0 0 0,0 1 0,-1-1 0,1 1 0,-1-1 0,1 1 0,-1 0 0,3 3 0,4 6 0,-1-1 0,-1 1 0,0 0 0,7 14 0,-11-19 0,22 42 0,-2 1 0,-2 1 0,19 72 0,-40-121 0,2 6 0,0 0 0,-1-1 0,0 1 0,0 0 0,0 8 0,-1-14 0,0 1 0,0-1 0,0 0 0,-1 1 0,1-1 0,0 0 0,-1 0 0,1 1 0,-1-1 0,1 0 0,-1 0 0,0 0 0,1 0 0,-1 1 0,0-1 0,0 0 0,0-1 0,0 1 0,0 0 0,0 0 0,0 0 0,0 0 0,0-1 0,0 1 0,0 0 0,0-1 0,0 1 0,-1-1 0,1 0 0,0 1 0,-1-1 0,1 0 0,-2 1 0,-3-1 0,1 0 0,-1-1 0,1 1 0,-1-1 0,1 0 0,-1-1 0,1 1 0,0-1 0,0 0 0,-1 0 0,2 0 0,-10-7 0,5 4 0,0-2 0,1 1 0,-1-1 0,2 0 0,-14-15 0,18 17 8,1 1-1,-1-1 1,0 1-1,1-1 1,0 0-1,0 0 1,1 0-1,0 0 1,-1 0-1,2 0 1,-1 0-1,0-1 1,1 1-1,0 0 1,1-7-1,0 2-193,1 1 1,0-1-1,0 1 0,1 0 1,0 0-1,0 0 1,8-12-1,-4 8-6640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7:57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24575,'3'-5'0,"3"1"0,0 4 0,0 4 0,-2 3 0,-1 7 0,-1 2 0,-2 2 0,1-1 0,-2-2-8191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7:57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95 24575,'17'39'0,"-9"-22"0,-3-5 0,1 0 0,0 1 0,8 11 0,-12-21 0,0 0 0,0 0 0,0-1 0,0 1 0,1 0 0,0-1 0,-1 0 0,1 1 0,0-1 0,0-1 0,0 1 0,7 3 0,-8-5 0,-1 0 0,1 1 0,0-1 0,0 0 0,0 0 0,0 0 0,0-1 0,-1 1 0,1 0 0,0-1 0,0 1 0,-1-1 0,1 1 0,0-1 0,0 0 0,-1 0 0,1 0 0,-1 0 0,1 0 0,-1 0 0,1 0 0,-1-1 0,0 1 0,1 0 0,0-3 0,3-2 0,-1 0 0,1 0 0,-1 0 0,-1-1 0,4-6 0,15-59 0,-22 71 0,1 1 0,-1-1 0,0 1 0,0-1 0,1 1 0,-1 0 0,0-1 0,0 1 0,1-1 0,-1 1 0,1 0 0,-1-1 0,0 1 0,1 0 0,-1-1 0,1 1 0,-1 0 0,0 0 0,1 0 0,-1-1 0,1 1 0,-1 0 0,1 0 0,-1 0 0,1 0 0,-1 0 0,1 0 0,-1 0 0,1 0 0,-1 0 0,1 0 0,-1 0 0,1 0 0,-1 0 0,1 0 0,-1 0 0,1 1 0,-1-1 0,1 0 0,-1 0 0,1 1 0,-1-1 0,1 0 0,-1 1 0,0-1 0,1 0 0,-1 1 0,0-1 0,1 1 0,22 23 0,-18-17 0,2-1 0,-1 0 0,1-1 0,0 1 0,0-1 0,0-1 0,1 1 0,10 3 0,-14-6 0,0 0 0,0-1 0,1 1 0,-1-1 0,0 0 0,0 0 0,1-1 0,-1 1 0,1-1 0,-1 0 0,1 0 0,-1 0 0,0-1 0,1 0 0,-1 0 0,5-1 0,-7 1 0,0-1 0,-1 1 0,1-1 0,0 1 0,-1-1 0,1 0 0,-1 1 0,1-1 0,-1 0 0,0 0 0,0 0 0,0 0 0,0 0 0,0 0 0,0 0 0,-1-1 0,1 1 0,-1 0 0,1 0 0,-1-1 0,0 1 0,0 0 0,0-5 0,-1-1 0,1-1 0,-1 0 0,0 1 0,-1-1 0,-3-8 0,3 11-124,-1-1 0,0 1 0,0 0 0,-1 0 0,0 1 0,0-1-1,0 1 1,-1 0 0,1 0 0,-10-8 0,1 4-6702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7:58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24575,'13'15'0,"21"31"0,-16-21 0,-4-5 0,27 31 0,-41-50 0,1-1 0,-1 1 0,1 0 0,0-1 0,0 1 0,-1 0 0,1-1 0,0 1 0,0-1 0,0 1 0,-1-1 0,1 1 0,0-1 0,0 0 0,0 1 0,0-1 0,0 0 0,0 0 0,1 0 0,-1 0 0,0 0 0,-1 0 0,1-1 0,0 1 0,-1 0 0,1-1 0,0 1 0,-1 0 0,1-1 0,0 1 0,-1-1 0,1 1 0,-1-1 0,1 1 0,-1-1 0,1 0 0,-1 1 0,1-2 0,1-2 0,0 0 0,-1 1 0,0-1 0,1 0 0,-2 0 0,1 0 0,0-7 0,0-14 0,-1 11 0,3-25 0,-2 36 0,-1-1 0,1 1 0,0-1 0,0 1 0,1 0 0,-1 0 0,0 0 0,1-1 0,0 1 0,0 1 0,0-1 0,3-4 0,-3 6 0,0-1 0,0 1 0,0 0 0,1 0 0,-1 0 0,0 0 0,1 0 0,-1 0 0,1 0 0,-1 1 0,0-1 0,1 1 0,-1 0 0,1 0 0,0 0 0,-1 0 0,1 0 0,-1 0 0,1 1 0,-1-1 0,0 1 0,1 0 0,2 1 0,7 2 0,0 1 0,0 1 0,11 8 0,-22-14 0,8 6-170,0 1-1,0 0 0,-1 1 1,0 0-1,0 0 0,-1 1 1,12 17-1,-8-11-6655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8:08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24575,'1'3'0,"0"0"0,0-1 0,0 1 0,1 0 0,-1 0 0,1-1 0,-1 1 0,1-1 0,0 0 0,0 1 0,0-1 0,4 3 0,-1 1 0,270 302 0,-245-274 0,142 162 0,-81-88 0,-91-107 0,0-1 0,0 1 0,1-1 0,-1 0 0,0 1 0,1-1 0,-1 0 0,0 1 0,1-1 0,-1 0 0,0 1 0,1-1 0,-1 0 0,1 0 0,-1 1 0,1-1 0,-1 0 0,0 0 0,2 0 0,-1-6 0,-5-15 0,-2 4 30,-1 0 0,-1 0 0,-15-24 0,-35-44-1515,48 72-5341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8:09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58 24575,'24'-58'0,"-121"263"0,-44 112 0,124-261 44,12-37-514,-1 0 1,-12 27-1,13-36-6356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8:09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9 24575,'0'0'0,"0"0"0,0-1 0,0 1 0,0 0 0,0-1 0,0 1 0,0 0 0,0-1 0,-1 1 0,1-1 0,0 1 0,0 0 0,0 0 0,0-1 0,0 1 0,-1 0 0,1-1 0,0 1 0,0 0 0,-1-1 0,1 1 0,0 0 0,0 0 0,-1 0 0,1-1 0,0 1 0,-1 0 0,1 0 0,0 0 0,-1 0 0,1-1 0,0 1 0,-1 0 0,1 0 0,0 0 0,-1 0 0,1 0 0,0 0 0,-1 0 0,1 0 0,0 0 0,-1 0 0,1 0 0,0 0 0,-1 0 0,1 1 0,-1-1 0,1 0 0,0 0 0,0 0 0,-1 0 0,0 1 0,-16 9 0,8 1 0,-1 1 0,2 0 0,-1 0 0,2 0 0,-1 1 0,2 1 0,0-1 0,0 1 0,2 0 0,-1 0 0,-2 21 0,0 9 0,2 1 0,1 65 0,5-59 0,2-1 0,2 0 0,2 0 0,3 0 0,2-1 0,23 64 0,-13-59 0,1-1 0,61 100 0,-80-148 0,0 1 0,1-1 0,0 1 0,-1-1 0,9 6 0,-11-10 0,0 1 0,0-1 0,0 0 0,0 0 0,0 0 0,0 0 0,0 0 0,0-1 0,3 1 0,-3 0 0,-1-1 0,0 0 0,0 0 0,0 0 0,0-1 0,0 1 0,0 0 0,0 0 0,0 0 0,0-1 0,0 1 0,0-1 0,0 1 0,0 0 0,0-1 0,0 0 0,-1 1 0,1-1 0,0 0 0,1-1 0,0 0-70,-1-1 0,1 0 0,-1 1 0,0-1 0,0 0 0,0 0-1,0 0 1,-1 0 0,1 0 0,-1 0 0,0 0 0,1 0 0,-1 0-1,-1-3 1,1 4-243,0-11-6513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8:10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24575,'5'-9'0,"1"1"0,1 0 0,-1 1 0,1-1 0,0 1 0,1 1 0,-1-1 0,16-8 0,-20 13 0,0 0 0,1 1 0,-1-1 0,1 1 0,0 0 0,-1 0 0,1 0 0,0 0 0,0 1 0,0 0 0,-1-1 0,1 1 0,0 1 0,0-1 0,0 0 0,-1 1 0,1 0 0,0 0 0,0 0 0,-1 0 0,1 1 0,-1 0 0,1-1 0,-1 1 0,5 4 0,1 1 0,1 0 0,-1 1 0,-1 0 0,0 0 0,0 1 0,13 18 0,-18-21 0,1 0 0,-1 0 0,0 0 0,-1 1 0,0-1 0,0 1 0,0-1 0,-1 1 0,1 0 0,-2 0 0,1 0 0,-1-1 0,0 10 0,-2-1 0,-1 0 0,0-1 0,0 1 0,-10 22 0,-30 52 0,41-85 0,0-1 0,0 1 0,0 0 0,1 0 0,-1 0 0,1 0 0,0 0 0,0 0 0,1 0 0,-1 4 0,1-6 0,1 0 0,-1 0 0,0 0 0,1 0 0,0 0 0,-1 0 0,1 0 0,0 0 0,0 0 0,0 0 0,0-1 0,0 1 0,0 0 0,1-1 0,-1 1 0,1-1 0,-1 1 0,1-1 0,-1 0 0,1 0 0,3 2 0,5 3 0,-1-1 0,1 0 0,0-1 0,0 0 0,1 0 0,-1-1 0,1-1 0,0 0 0,-1 0 0,13 0 0,-19-2 0,0 0 0,1 0 0,-1-1 0,0 1 0,0-1 0,1 0 0,-1 0 0,0-1 0,0 1 0,0-1 0,0 0 0,0 0 0,0 0 0,-1 0 0,1-1 0,-1 0 0,1 1 0,-1-1 0,0 0 0,0-1 0,-1 1 0,1-1 0,0 1 0,-1-1 0,0 0 0,0 1 0,3-8 0,-1-4-1365,-1 2-5461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8:10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1 24575,'-27'5'0,"-12"1"0,-1 0 0,4-1 0,5-1 0,6-2 0,4-1 0,4 0 0,1-1 0,2 0 0,1-1 0,0 1 0,-1-3 0,3 0-8191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8:11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24575,'17'4'0,"0"1"0,0 0 0,0 1 0,-1 1 0,0 1 0,0 0 0,28 20 0,-25-13 0,0 1 0,-1 0 0,-1 2 0,0 0 0,14 21 0,-5-1 0,39 76 0,8 44 0,-8 14 0,-58-149 0,-1 0 0,-1 1 0,-1-1 0,-1 1 0,-1 38 0,-2-58 0,0 0 0,0 1 0,-1-1 0,0 0 0,0 1 0,0-1 0,0 0 0,-1 0 0,1 0 0,-1 0 0,0 0 0,-1 0 0,1-1 0,0 1 0,-1-1 0,0 1 0,0-1 0,0 0 0,0 0 0,-1 0 0,1-1 0,-1 1 0,0-1 0,1 0 0,-1 0 0,0 0 0,0 0 0,0-1 0,-1 0 0,1 1 0,0-2 0,0 1 0,-1 0 0,-5-1 0,-30 1-1365,23-2-5461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8:11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14 24575,'-187'26'0,"178"-25"24,0 0 0,0 0 0,0-1 0,-18-2 0,23 1-117,1 1 0,0-1 1,-1 0-1,1-1 0,0 1 0,0-1 0,0 1 0,0-1 1,0 0-1,0 0 0,0 0 0,1-1 0,-1 1 1,1-1-1,-4-4 0,-1-2-6733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8:12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59 24575,'-27'-9'0,"-11"-4"0,-2 0 0,3 3 0,6 3 0,6 2 0,4 3 0,4 4 0,2 1 0,1 0 0,0 0 0,4 0-8191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8:18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1010 44 24575,'14'-6'0,"0"1"0,1 0 0,0 0 0,19-2 0,-54 7 0,-1 0 0,-33-6 0,19 3 0,-275-4 0,200 8 0,-2 7 0,2-1 0,68-6 0,-74-3 0,95-4 0,19 4 0,12 4 0,54 14 0,-1 4 0,82 37 0,-131-51 0,19 9 0,48 28 0,-78-42 0,-1 1 0,1 0 0,-1 0 0,0-1 0,0 1 0,0 1 0,0-1 0,0 0 0,0 0 0,-1 1 0,1-1 0,-1 1 0,1-1 0,-1 1 0,0 0 0,0-1 0,0 1 0,0 0 0,-1 0 0,1 4 0,-1-4 0,0 0 0,-1-1 0,1 1 0,-1 0 0,1 0 0,-1-1 0,0 1 0,0 0 0,0-1 0,-1 1 0,1-1 0,-1 1 0,1-1 0,-1 1 0,0-1 0,0 0 0,0 0 0,0 0 0,0 0 0,-4 2 0,-16 10 0,-1-1 0,0-2 0,0 0 0,-46 14 0,-14 6 0,-86 51 0,147-68 0,0 0 0,2 1 0,-1 0 0,2 2 0,-23 25 0,42-42 0,-1 0 0,1 1 0,0-1 0,0 0 0,-1 1 0,1-1 0,0 0 0,-1 1 0,1-1 0,0 0 0,0 1 0,0-1 0,-1 1 0,1-1 0,0 0 0,0 1 0,0-1 0,0 1 0,0-1 0,0 1 0,0-1 0,0 0 0,0 1 0,0-1 0,0 1 0,0-1 0,0 1 0,0-1 0,1 1 0,-1 0 0,1-1 0,-1 1 0,1-1 0,0 1 0,-1-1 0,1 1 0,0-1 0,0 0 0,-1 1 0,1-1 0,0 0 0,0 0 0,0 0 0,1 1 0,37-1 0,-31-1 0,689-1 0,-390 3 0,-300-1-341,-1 0 0,0 0-1,9 2 1,-5 1-6485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8:19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6 24575,'-2'3'0,"0"-1"0,1 1 0,-1-1 0,1 1 0,-1 0 0,1 0 0,0-1 0,0 1 0,1 0 0,-1 0 0,1 0 0,-1 5 0,1 36 0,1-38 0,0 0 0,0 0 0,3 10 0,-3-15 0,-1 0 0,0 0 0,0 0 0,1 0 0,-1 0 0,1 0 0,-1 0 0,1 0 0,-1 0 0,1 0 0,0 0 0,-1 0 0,1-1 0,0 1 0,0 0 0,0 0 0,-1-1 0,1 1 0,0-1 0,0 1 0,0-1 0,0 1 0,0-1 0,0 1 0,0-1 0,0 0 0,2 1 0,-2-2 0,0 1 0,0 0 0,0-1 0,0 1 0,0-1 0,0 1 0,0-1 0,-1 1 0,1-1 0,0 0 0,0 1 0,0-1 0,0 0 0,-1 0 0,1 0 0,0 0 0,-1 0 0,1 1 0,-1-1 0,1 0 0,-1 0 0,1-2 0,7-24 0,-7 22 0,5-21 0,-3 13 0,7-24 0,-10 36 0,1 0 0,-1 0 0,0 0 0,1 0 0,-1 0 0,1 0 0,0 0 0,-1 0 0,1 0 0,0 0 0,0 0 0,-1 1 0,1-1 0,0 0 0,0 0 0,0 1 0,0-1 0,0 0 0,0 1 0,0-1 0,0 1 0,0 0 0,0-1 0,2 1 0,-1 0 0,0 0 0,-1 0 0,1 0 0,0 0 0,0 1 0,0-1 0,0 1 0,0 0 0,0-1 0,0 1 0,-1 0 0,1 0 0,1 1 0,6 4 0,-1 1 0,0 0 0,0 0 0,7 9 0,-1 1 0,-5-7 0,-1 0 0,2-1 0,-1 1 0,13 8 0,-22-18 3,0 0-1,1 0 1,-1 0 0,0 1-1,0-1 1,0 0-1,0 0 1,1 0-1,-1 0 1,0 0 0,0 1-1,0-1 1,1 0-1,-1 0 1,0 0-1,0 0 1,0 0 0,1 0-1,-1 0 1,0 0-1,0 0 1,1 0-1,-1 0 1,0 0 0,0 0-1,1 0 1,-1 0-1,0 0 1,0 0-1,0 0 1,1 0 0,-1 0-1,0 0 1,0 0-1,1 0 1,-1-1-1,0 1 1,0 0 0,-2-9-1469,-3 1-5360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8:20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60 24575,'-24'-10'0,"-11"-3"0,-2 0 0,3 3 0,5 3 0,5 3 0,6 1-8191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8:20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52 24575,'-29'-10'0,"-13"-3"0,-1 0 0,4 3 0,6 6 0,7 2 0,5 6 0,6 3 0,5 1-8191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8:20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3 24575,'6'7'0,"0"0"0,0 0 0,-1 1 0,0-1 0,-1 1 0,0 1 0,0-1 0,0 1 0,-1-1 0,0 1 0,-1 0 0,0 0 0,1 15 0,-3-22 0,0-1 0,0 0 0,0 0 0,0 0 0,0 1 0,-1-1 0,1 0 0,0 0 0,-1 0 0,1 0 0,-1 0 0,1 0 0,-1 0 0,1 0 0,-1 0 0,0 0 0,0 0 0,1 0 0,-1 0 0,0 0 0,0 0 0,-1 0 0,-1 1 0,1-1 0,-1 0 0,1 0 0,-1-1 0,1 1 0,-1 0 0,1-1 0,-1 1 0,-4-1 0,-5 0 0,1-1 0,-1 0 0,-17-5 0,7 0 0,0-1 0,0-1 0,1-1 0,1-1 0,0-1 0,-23-16 0,40 26 0,0-1 0,0-1 0,0 1 0,1 0 0,-1-1 0,1 1 0,0-1 0,-1 0 0,-2-5 0,5 8 0,0-1 0,-1 0 0,1 0 0,0 0 0,-1-1 0,1 1 0,0 0 0,0 0 0,0 0 0,0 0 0,0 0 0,0 0 0,0 0 0,1 0 0,-1 0 0,0 0 0,0 0 0,1 0 0,-1 0 0,1 0 0,-1 0 0,1 0 0,-1 0 0,1 1 0,0-1 0,-1 0 0,1 0 0,0 0 0,0 1 0,-1-1 0,1 0 0,0 1 0,0-1 0,0 1 0,0-1 0,1 1 0,3-3 0,0 0 0,1 1 0,-1 0 0,1 0 0,0 1 0,-1-1 0,1 1 0,10 0 0,50 1 0,-41 1 0,12-1-1365,-22 0-5461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8:22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696 148 24575,'-234'-127'0,"227"124"0,0-1 0,-1 1 0,0 0 0,1 1 0,-1 0 0,-11-1 0,17 2 0,1 1 0,-1 0 0,0 0 0,0 0 0,0 1 0,1-1 0,-1 0 0,0 1 0,0-1 0,1 1 0,-1-1 0,0 1 0,1 0 0,-1 0 0,1 0 0,-1 0 0,1 0 0,-1 0 0,1 0 0,0 0 0,-1 1 0,1-1 0,0 0 0,0 1 0,0-1 0,0 1 0,0-1 0,0 1 0,1 0 0,-1-1 0,0 1 0,1 0 0,-1 3 0,-1 4 0,0 1 0,0 16 0,-1 12 0,0-26 0,1 1 0,-1-1 0,-1 0 0,-1 0 0,1 0 0,-10 15 0,12-24 0,0 1 0,-1-1 0,1 0 0,-1 0 0,0 0 0,1 0 0,-2-1 0,1 1 0,0-1 0,0 1 0,-1-1 0,1 0 0,-1-1 0,0 1 0,1-1 0,-1 1 0,0-1 0,0 0 0,0-1 0,0 1 0,0-1 0,0 1 0,0-1 0,-4-1 0,-2 0 0,1 0 0,0-1 0,0 0 0,-1-1 0,1 0 0,1 0 0,-16-9 0,-54-37 0,75 46 0,-2 0 0,1 0 0,0-1 0,0 1 0,0-1 0,0 0 0,1 0 0,0-1 0,0 1 0,0-1 0,-4-7 0,6 8 0,-1 1 0,1 0 0,0-1 0,1 1 0,-1 0 0,1-1 0,-1 1 0,1-1 0,0 1 0,0-1 0,1 1 0,-1-1 0,1 1 0,-1 0 0,1-1 0,0 1 0,3-5 0,-3 5 0,1 1 0,-1-1 0,1 1 0,-1 0 0,1 0 0,0 0 0,0 0 0,0 0 0,1 0 0,-1 0 0,0 1 0,0-1 0,1 1 0,-1 0 0,1 0 0,0 0 0,-1 0 0,1 0 0,0 0 0,-1 1 0,1-1 0,0 1 0,0 0 0,3 0 0,5 0 0,-1 0 0,1 1 0,0 1 0,19 5 0,24 10 0,-1 2 0,64 35 0,51 16 0,-138-58 0,-27-11 0,47 16 0,-46-16 0,0 0 0,-1 0 0,1-1 0,-1 1 0,1-1 0,0 0 0,0 0 0,-1 0 0,1-1 0,0 1 0,5-3 0,-8 3-3,0 0 0,0-1 0,0 1-1,0 0 1,0-1 0,-1 1 0,1-1 0,0 1-1,0-1 1,-1 0 0,1 1 0,-1-1-1,1 0 1,0 1 0,-1-1 0,1 0 0,-1 0-1,1 0 1,-1 1 0,0-1 0,1 0-1,-1 0 1,0 0 0,1-1 0,-1 0 19,-1 0 1,1 1 0,0-1 0,0 0-1,-1 1 1,1-1 0,-1 0-1,1 1 1,-1-1 0,0 0-1,-1-2 1,-2-2-265,0 0 1,0 1-1,-1 0 1,0 0-1,-6-6 1,-2 1-6579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8:26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24575,'2'-4'0,"-1"0"0,1 1 0,1-1 0,-1 1 0,0 0 0,1 0 0,-1-1 0,1 2 0,0-1 0,0 0 0,0 1 0,1-1 0,-1 1 0,0 0 0,1 0 0,0 0 0,-1 0 0,1 1 0,0 0 0,0 0 0,5-1 0,25-5 0,64-3 0,-93 10 0,-1 1 0,0-1 0,1 1 0,-1 0 0,0 0 0,1 1 0,-1-1 0,0 1 0,0 0 0,0 0 0,0 0 0,-1 1 0,1-1 0,0 1 0,-1 0 0,0 0 0,0 0 0,0 0 0,0 1 0,0-1 0,-1 1 0,1 0 0,-1-1 0,0 1 0,0 0 0,0 1 0,-1-1 0,0 0 0,0 0 0,0 1 0,0-1 0,0 0 0,-1 1 0,0-1 0,0 1 0,0-1 0,0 1 0,-1-1 0,-2 8 0,-3 5 0,-1-1 0,-13 22 0,-2 7 0,14-28 0,0 0 0,-1 0 0,0-1 0,-2 0 0,0-1 0,-20 23 0,27-35 0,-12 15 0,16-17 0,-1-1 0,1 1 0,0-1 0,0 0 0,0 1 0,0-1 0,-1 1 0,1-1 0,0 1 0,0-1 0,0 1 0,0-1 0,0 1 0,0-1 0,0 0 0,0 1 0,0-1 0,1 1 0,-1-1 0,0 1 0,0-1 0,0 1 0,0-1 0,1 0 0,-1 1 0,0-1 0,0 1 0,1-1 0,-1 0 0,0 1 0,1-1 0,-1 0 0,0 0 0,1 1 0,-1-1 0,0 0 0,1 0 0,-1 1 0,1-1 0,-1 0 0,1 0 0,-1 0 0,0 0 0,1 1 0,0-1 0,13 4 0,-1-1 0,1 0 0,0 0 0,23 0 0,60-4 0,-42-1 0,-44 3-82,-8-1-78,1 0-1,-1 0 1,1 0 0,-1 0-1,0-1 1,1 1-1,3-2 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8:26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24575,'14'28'0,"-10"-18"0,1 1 0,0-1 0,1 0 0,0 0 0,1-1 0,13 16 0,-20-25 0,0 1 0,0-1 0,1 1 0,-1-1 0,0 0 0,0 1 0,1-1 0,-1 0 0,0 0 0,1 1 0,-1-1 0,0 0 0,1 0 0,-1 1 0,0-1 0,1 0 0,-1 0 0,1 0 0,-1 0 0,0 1 0,1-1 0,-1 0 0,1 0 0,-1 0 0,1 0 0,-1 0 0,0 0 0,1 0 0,-1 0 0,1 0 0,-1 0 0,1-1 0,-1 1 0,0 0 0,1 0 0,-1 0 0,1 0 0,-1-1 0,0 1 0,1 0 0,-1 0 0,0-1 0,1 1 0,-1 0 0,0-1 0,1 1 0,-1 0 0,0-1 0,0 1 0,0 0 0,1-1 0,-1 1 0,0-1 0,0 1 0,0 0 0,0-1 0,0 1 0,0-1 0,1 1 0,-1-1 0,1-6 0,0 0 0,0 0 0,0-8 0,0 3 0,1-4 0,-1 7 0,1 0 0,-1 1 0,2-1 0,-1 0 0,5-8 0,-7 15 0,1 0 0,1 0 0,-1 0 0,0 0 0,0 1 0,1-1 0,-1 1 0,0-1 0,1 1 0,0-1 0,-1 1 0,1 0 0,0 0 0,0-1 0,0 1 0,0 1 0,0-1 0,0 0 0,0 0 0,0 1 0,0-1 0,0 1 0,0 0 0,0-1 0,0 1 0,4 1 0,1-1 0,1 2 0,-1-1 0,1 1 0,-1 0 0,0 1 0,0-1 0,0 2 0,0-1 0,7 5 0,56 42 0,-61-44 0,-4-2-85,0-1 0,-1 1-1,1 0 1,-1 0 0,0 0-1,0 0 1,-1 1 0,1 0-1,-1 0 1,0 0 0,0 0-1,0 0 1,-1 1 0,0-1-1,2 7 1,-2-2-6741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8:29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53 24575,'-1'0'0,"1"-1"0,0 0 0,-1 1 0,1-1 0,-1 1 0,1 0 0,0-1 0,-1 1 0,1-1 0,-1 1 0,1 0 0,-1-1 0,0 1 0,1 0 0,-1 0 0,1-1 0,-1 1 0,0 0 0,1 0 0,-1 0 0,1 0 0,-1 0 0,-1 0 0,2 0 0,0 1 0,0 0 0,0-1 0,0 1 0,-1 0 0,1-1 0,0 1 0,0 0 0,0-1 0,0 1 0,1 0 0,-1-1 0,0 1 0,0 0 0,0-1 0,0 1 0,1 0 0,-1-1 0,0 1 0,1 0 0,-1 0 0,10 19 0,1-1 0,21 32 0,-19-33 0,-2-1 0,0 2 0,9 22 0,-18-32 0,-8-15 0,-9-14 0,9 9 0,1 1 0,0-1 0,0 0 0,1 0 0,1-1 0,-3-14 0,5 22 0,1 0 0,-1 0 0,1 0 0,0 0 0,0 0 0,0 0 0,1 0 0,-1 0 0,1 0 0,0 0 0,0 1 0,1-1 0,-1 0 0,1 1 0,0-1 0,0 1 0,0-1 0,0 1 0,0 0 0,1 0 0,0 0 0,4-4 0,2 0 24,0 0 0,0 1 0,1 0 0,11-5 0,-17 9-148,1 0 0,-1 1 1,1-1-1,0 1 0,0 0 0,-1 0 1,1 0-1,0 1 0,0-1 0,0 1 1,8 1-1,-3 1-6702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8:37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1 148 24575,'73'-14'0,"-26"6"0,1-2 0,48-17 0,-89 24 0,0 0 0,-1 0 0,1-1 0,-1 1 0,9-9 0,-13 11 0,0-1 0,-1 1 0,1-1 0,-1 0 0,0 1 0,1-1 0,-1 0 0,0 0 0,0 0 0,1-3 0,-2 4 0,0 0 0,1 0 0,-1 0 0,0 0 0,0 0 0,0 0 0,0 0 0,0 0 0,-1 0 0,1 0 0,0 0 0,0 0 0,-1 0 0,1 0 0,0 0 0,-1 0 0,1 0 0,-1 0 0,1 0 0,-1 0 0,0 0 0,-1-1 0,0 0 0,0 1 0,-1-1 0,1 1 0,-1 0 0,1-1 0,-1 1 0,1 0 0,-1 0 0,0 0 0,0 1 0,1-1 0,-1 1 0,0 0 0,-4-1 0,-4 1 0,-1 0 0,-12 2 0,20-1 0,0 0 0,0 0 0,0 1 0,0-1 0,1 1 0,-1 0 0,0 0 0,1 0 0,-1 1 0,1-1 0,0 1 0,0-1 0,0 1 0,0 0 0,0 1 0,-3 4 0,3-5 0,1 1 0,-1 0 0,1 0 0,0 1 0,0-1 0,0 0 0,0 1 0,1-1 0,0 1 0,0-1 0,0 1 0,1 0 0,-1-1 0,1 8 0,1-9 0,0 0 0,0 0 0,0 0 0,0 0 0,1 0 0,-1 0 0,1 0 0,0-1 0,0 1 0,0 0 0,0-1 0,0 1 0,0-1 0,1 0 0,-1 0 0,4 2 0,7 5 0,0-1 0,16 8 0,-17-10 0,10 5 0,1-1 0,0-1 0,0-1 0,1-1 0,0-2 0,0 0 0,1-1 0,-1-1 0,1-2 0,0 0 0,30-4 0,-43 0-1365,-3 0-5461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8:37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29 24575,'-20'-5'0,"-11"-2"0,-3 1 0,2 1 0,4 1 0,4 2 0,4 3 0,3 2 0,4 3 0,2 0 0,0 1 0,0 0 0,2 2 0,0-2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8:37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 24575,'6'139'0,"-4"-113"0,2-1 0,1 0 0,12 35 0,43 97 0,-59-155 0,0 1 0,-1 0 0,1 0 0,-1-1 0,1 1 0,-1 0 0,0 0 0,0 5 0,0-7 0,-1 0 0,1 0 0,0-1 0,0 1 0,-1 0 0,1 0 0,-1-1 0,1 1 0,0 0 0,-1-1 0,1 1 0,-1-1 0,0 1 0,1 0 0,-1-1 0,1 1 0,-1-1 0,0 1 0,1-1 0,-1 0 0,0 1 0,0-1 0,1 0 0,-1 0 0,0 1 0,0-1 0,1 0 0,-1 0 0,0 0 0,0 0 0,0 0 0,0 0 0,1 0 0,-1 0 0,0 0 0,-1-1 0,-4 0 0,0 0 0,0 0 0,-1-1 0,1 0 0,0 0 0,1-1 0,-1 0 0,0 0 0,-6-5 0,-6-5 0,-21-20 0,30 25 0,4 4 0,0-1 0,0 0 0,1-1 0,0 1 0,0-1 0,-4-7 0,7 11 0,0 1 0,0-1 0,1 0 0,-1 1 0,1-1 0,-1 0 0,1 0 0,0 1 0,0-1 0,0 0 0,0 0 0,0-2 0,0 3 0,1 0 0,-1-1 0,0 1 0,1 0 0,-1 0 0,1 0 0,0 0 0,-1 1 0,1-1 0,0 0 0,-1 0 0,1 0 0,0 0 0,0 1 0,0-1 0,0 0 0,0 1 0,0-1 0,0 1 0,0-1 0,2 0 0,7-2 0,0 1 0,0 0 0,1 1 0,-1 0 0,1 0 0,-1 1 0,19 2 0,2 0 0,28-1-1365,-43-1-5461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8:38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38 24575,'2'-10'0,"-1"-3"0,-1 3 0,-1 6 0,-2 6 0,-1 4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8:38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26 101 24575,'-1'0'0,"0"0"0,0 0 0,0 0 0,0 1 0,0-1 0,0 0 0,0 0 0,0 1 0,0-1 0,0 0 0,0 1 0,0-1 0,0 1 0,0-1 0,0 1 0,1 0 0,-1-1 0,0 1 0,0 0 0,0 0 0,1-1 0,-1 1 0,1 0 0,-1 0 0,0 0 0,1 0 0,0 0 0,-1 0 0,1 0 0,-1 0 0,1 0 0,0 0 0,0 0 0,0 0 0,0 0 0,-1 0 0,1 0 0,1 0 0,-1 0 0,0 0 0,0 2 0,1 1 0,-1 1 0,1-1 0,0 0 0,1 1 0,-1-1 0,1 0 0,0 0 0,3 6 0,0-2 0,0 1 0,1-1 0,1-1 0,-1 1 0,1-1 0,0 0 0,1 0 0,0-1 0,0 0 0,0 0 0,1-1 0,-1 0 0,1-1 0,1 0 0,-1 0 0,0-1 0,1 0 0,15 2 0,-20-4 0,-1-1 0,0 1 0,1-1 0,-1 0 0,1 0 0,-1-1 0,0 1 0,1-1 0,7-2 0,-9 2 0,-1 0 0,0-1 0,0 1 0,0 0 0,0-1 0,0 0 0,0 1 0,0-1 0,-1 0 0,1 0 0,-1 0 0,1 0 0,-1 0 0,0 0 0,0 0 0,1-1 0,-2 1 0,3-5 0,-2 2 0,0-1 0,0 0 0,1-9 0,-2 10 0,0 0 0,1 0 0,-1 0 0,1 1 0,2-7 0,-3 11 0,1 0 0,-1 0 0,0-1 0,0 1 0,0 0 0,1 0 0,-1-1 0,0 1 0,0 0 0,0 0 0,1 0 0,-1-1 0,0 1 0,0 0 0,1 0 0,-1 0 0,0 0 0,1 0 0,-1 0 0,0-1 0,0 1 0,1 0 0,-1 0 0,0 0 0,1 0 0,-1 0 0,0 0 0,1 0 0,-1 0 0,0 0 0,1 1 0,-1-1 0,0 0 0,0 0 0,1 0 0,-1 0 0,0 0 0,1 0 0,-1 1 0,0-1 0,1 0 0,12 10 0,-10-8 0,20 17 0,26 15 0,-41-29 0,0-1 0,0 0 0,0 0 0,0-1 0,1 0 0,-1 0 0,1-1 0,9 1 0,-17-3 0,1 0 0,-1 0 0,1 1 0,-1-2 0,1 1 0,-1 0 0,1 0 0,-1 0 0,1-1 0,-1 1 0,1-1 0,-1 1 0,0-1 0,1 0 0,-1 1 0,0-1 0,1 0 0,-1 0 0,0 0 0,0 0 0,2-1 0,-2-1 0,1 1 0,-1-1 0,1 1 0,-1-1 0,0 1 0,0-1 0,0 0 0,0 1 0,-1-1 0,2-5 0,-2-1 0,1 0 0,-1-1 0,-1 1 0,0 0 0,0 0 0,-3-10 0,1 10 17,0 0 0,0-1 1,-1 2-1,-1-1 0,1 0 0,-12-14 0,1 5-760,-28-28 1,30 34-6084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8:39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 24575,'0'0'0,"0"0"0,0 0 0,0 0 0,0 0 0,0 0 0,0 0 0,0 0 0,0-1 0,0 1 0,0 0 0,0 0 0,0 0 0,0 0 0,-1 0 0,1 0 0,0 0 0,0 0 0,0 0 0,0 0 0,0-1 0,0 1 0,0 0 0,0 0 0,-1 0 0,1 0 0,0 0 0,0 0 0,0 0 0,0 0 0,0 0 0,0 0 0,0 0 0,-1 0 0,1 0 0,0 0 0,0 0 0,0 0 0,0 0 0,0 0 0,0 0 0,0 0 0,-1 0 0,1 1 0,0-1 0,0 0 0,0 0 0,0 0 0,0 0 0,0 0 0,0 0 0,0 0 0,-1 0 0,1 9 0,5 11 0,3 0 0,1 0 0,0 0 0,2-1 0,24 34 0,-33-51 0,0 0 0,0 1 0,0-1 0,0 0 0,0 0 0,0 0 0,1-1 0,-1 1 0,5 2 0,-7-4 0,1 0 0,0 1 0,0-1 0,0 0 0,-1 0 0,1 1 0,0-1 0,0 0 0,0 0 0,-1 0 0,1 0 0,0 0 0,0 0 0,0 0 0,0-1 0,-1 1 0,1 0 0,0 0 0,0-1 0,0 1 0,-1 0 0,1-1 0,0 1 0,-1-1 0,1 1 0,0-1 0,-1 1 0,1-1 0,0 1 0,-1-1 0,1 0 0,-1 1 0,1-1 0,-1 0 0,0 1 0,1-1 0,0-1 0,2-6 0,0 0 0,0-1 0,-1 1 0,0 0 0,-1-1 0,1-10 0,5-23 0,-7 41 0,1-1 0,-1 0 0,1 1 0,-1-1 0,1 1 0,0-1 0,-1 1 0,1-1 0,0 1 0,0-1 0,0 1 0,0 0 0,0-1 0,0 1 0,1 0 0,-1 0 0,0 0 0,1 0 0,-1 0 0,1 0 0,-1 0 0,2 0 0,0 0 0,0 1 0,-1-1 0,1 1 0,0 0 0,0 0 0,0 0 0,0 0 0,-1 0 0,1 1 0,0-1 0,0 1 0,2 1 0,7 2 0,-1 1 0,0 1 0,0-1 0,19 15 0,10 11-455,-2 2 0,42 46 0,-71-69-6371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8:33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 24575,'-3'0'0,"-2"0"0,-2 2 0,-1 2 0,-2-1 0,-2-1 0,-1 2 0,0 1 0,-2-2 0,0 0 0,1-1 0,-1-1 0,2-1-8191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8:34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 24575,'-5'-8'0,"1"9"0,4 0 0,0 0 0,-1 0 0,1 0 0,0 0 0,0-1 0,0 1 0,0 0 0,0 0 0,0 0 0,0 0 0,0 0 0,1 0 0,-1 1 0,10 36 0,27 67 0,-37-104 0,1 0 0,-1 0 0,0 0 0,1 0 0,-1 0 0,1 0 0,-1-1 0,1 1 0,-1 0 0,1 0 0,0 0 0,-1-1 0,1 1 0,0 0 0,-1-1 0,1 1 0,0-1 0,0 1 0,0-1 0,0 1 0,0-1 0,0 1 0,-1-1 0,1 0 0,0 0 0,0 1 0,0-1 0,0 0 0,0 0 0,0 0 0,0 0 0,0 0 0,0 0 0,0 0 0,0 0 0,0-1 0,0 1 0,0 0 0,0-1 0,0 1 0,0 0 0,0-1 0,-1 1 0,3-2 0,3-3 0,0 0 0,0 0 0,0-1 0,9-11 0,-4 5 0,-10 10 0,1 0 0,0 0 0,0 0 0,0 1 0,0-1 0,0 1 0,0-1 0,1 1 0,-1 0 0,0 0 0,1 0 0,2-1 0,-3 2 0,-1 0 0,1 0 0,0 0 0,-1 0 0,1 1 0,-1-1 0,1 0 0,0 1 0,-1-1 0,1 1 0,-1 0 0,1 0 0,-1-1 0,1 1 0,-1 0 0,0 0 0,1 0 0,-1 0 0,0 1 0,2 1 0,127 135 0,-104-110-1365,-17-15-5461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8:41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24575,'11'-5'0,"-9"4"0,0 0 0,0 0 0,0 0 0,0 1 0,0-1 0,0 1 0,3-1 0,-4 1 0,-1 0 0,1 0 0,-1 0 0,1 0 0,-1 0 0,1 0 0,-1 1 0,1-1 0,0 0 0,-1 0 0,1 1 0,-1-1 0,1 0 0,-1 1 0,0-1 0,1 0 0,-1 1 0,1-1 0,-1 1 0,0-1 0,1 1 0,-1-1 0,0 1 0,1-1 0,-1 1 0,0-1 0,0 1 0,0-1 0,1 1 0,-1 0 0,0-1 0,0 1 0,2 12 0,-1 0 0,0 0 0,0 0 0,-3 26 0,0 0 0,1-31 0,1-6 0,0 1 0,-1-1 0,1 0 0,0 1 0,0-1 0,1 1 0,-1-1 0,0 0 0,1 1 0,-1-1 0,1 0 0,0 0 0,0 1 0,2 2 0,-3-4 0,1-1 0,-1 0 0,1 0 0,-1 0 0,1 1 0,-1-1 0,1 0 0,-1 0 0,1 0 0,-1 0 0,1 0 0,-1 0 0,1 0 0,-1 0 0,1 0 0,-1 0 0,1 0 0,-1 0 0,1 0 0,-1 0 0,1-1 0,-1 1 0,1 0 0,-1 0 0,1-1 0,-1 1 0,0 0 0,1 0 0,-1-1 0,1 1 0,-1 0 0,0-1 0,1 1 0,-1-1 0,0 1 0,0-1 0,1 1 0,-1 0 0,0-1 0,1 0 0,11-21 0,-11 21 0,5-13 0,1 0 0,1 0 0,0 1 0,18-21 0,-23 30 0,1 1 0,-1 0 0,0 1 0,1-1 0,-1 0 0,1 1 0,0 0 0,0 0 0,6-3 0,-7 5 0,0-1 0,-1 1 0,1-1 0,0 1 0,0 0 0,0 0 0,0 0 0,-1 0 0,1 0 0,0 1 0,0-1 0,0 1 0,-1 0 0,1 0 0,0 0 0,3 2 0,-1 0 0,0 0 0,0 0 0,-1 1 0,1 0 0,-1 0 0,0 0 0,0 1 0,0 0 0,4 5 0,1 4 0,14 31 0,-8 3-1365,-11-37-5461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9:04.4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24575,'5'2'0,"-1"1"0,0-1 0,1 1 0,6 6 0,6 7 0,0 0 0,16 22 0,13 14 0,-8-15 0,199 190 0,-222-213 0,179 150 0,-126-112 0,211 152 0,-129-101 0,-81-51 0,-53-45 120,-16-6-143,0-1 0,1 0-1,-1 0 1,0 0 0,0 0 0,1 0 0,-1 0-1,0 0 1,0 0 0,1 0 0,-1 0 0,0 0-1,0 0 1,0 0 0,1 0 0,-1 0 0,0 0-1,0 0 1,1 0 0,-1 0 0,0 0-1,0 0 1,1 0 0,-1 0 0,0 0 0,0 0-1,0-1 1,1 1 0,-1 0 0,0 0 0,0 0-1,0 0 1,1-1 0,-1 1 0,0 0 0,0 0-1,0 0 1,0-1 0,0 1 0,0 0 0,0 0-1,1 0 1,-1-1 0,0 1 0,0 0 0,0 0-1,0-1 1,0 1 0,0 0 0,0 0 0,0-1-1,0 1 1,0 0 0,0 0 0,0 0 0,0-1-1,0 1 1,-1 0 0,1 0 0,0-1 0,0 1-1,0 0 1,0-1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9:05.4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38 24575,'-1'-1'0,"0"0"0,0 0 0,0-1 0,1 1 0,-1 0 0,1-1 0,-1 1 0,1-1 0,-1 1 0,1-1 0,0 1 0,-1-1 0,1 1 0,0-1 0,0 1 0,1-3 0,-1 3 0,0 0 0,1 1 0,-1-1 0,1 0 0,-1 1 0,1-1 0,-1 0 0,1 1 0,-1-1 0,1 1 0,0-1 0,-1 1 0,1-1 0,0 1 0,0 0 0,-1-1 0,1 1 0,0 0 0,0 0 0,-1-1 0,1 1 0,0 0 0,0 0 0,0 0 0,-1 0 0,1 0 0,0 0 0,0 0 0,0 0 0,0 0 0,-1 0 0,2 1 0,19 3 0,0 1 0,0 1 0,-1 1 0,37 18 0,14 4 0,-44-19 0,-11-3 0,28 6 0,-81-37 0,5 7 0,6 3 0,-1 1 0,-37-12 0,54 22 0,0 1 0,-19-2 0,24 4 0,0 0 0,0 0 0,0 0 0,1 0 0,-1 1 0,0 0 0,0 0 0,-4 2 0,8-3 0,0 1 0,0 0 0,0-1 0,0 1 0,0 0 0,0 0 0,0 0 0,1 0 0,-1 0 0,0 0 0,1 0 0,-1 0 0,1 0 0,-1 0 0,1 0 0,-1 0 0,1 0 0,0 1 0,-1-1 0,1 0 0,0 0 0,0 0 0,0 1 0,0-1 0,0 0 0,0 0 0,0 0 0,1 2 0,0 5 0,1 0 0,5 16 0,-4-16 0,3 14-119,1-2 245,5 30 1,-11-43-315,-1 1 1,1-1 0,-1 1-1,0 0 1,-1-1 0,0 1-1,-2 11 1,-1-6-6639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9:08.2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175 419 24575,'-9'-1'0,"0"0"0,1 0 0,-11-4 0,-22-2 0,34 7 0,0-1 0,0 1 0,1 1 0,-1-1 0,-13 3 0,18-2 0,0 0 0,1-1 0,-1 1 0,0 0 0,0 0 0,1 0 0,-1 0 0,0 1 0,1-1 0,-1 0 0,1 1 0,-1-1 0,1 1 0,0-1 0,0 1 0,0 0 0,0-1 0,0 1 0,0 0 0,0 0 0,0 0 0,1 0 0,-1 0 0,0 3 0,1 0 0,-1-1 0,1 1 0,0 0 0,0 0 0,0 0 0,1 0 0,0 0 0,0 0 0,0-1 0,0 1 0,1 0 0,-1-1 0,1 1 0,1-1 0,-1 0 0,1 1 0,-1-1 0,1 0 0,0-1 0,1 1 0,5 5 0,-4-4 0,0-1 0,0 0 0,0 0 0,1-1 0,0 1 0,0-1 0,0 0 0,0-1 0,0 0 0,0 0 0,1 0 0,-1 0 0,0-1 0,1 0 0,11 0 0,-15-1 0,-1-1 0,1 1 0,-1 0 0,0-1 0,1 1 0,-1-1 0,0 0 0,0 1 0,0-1 0,0-1 0,1 1 0,-1 0 0,0 0 0,-1-1 0,1 1 0,3-3 0,-3 1 0,0 0 0,0 0 0,0 1 0,-1-2 0,1 1 0,0 0 0,-1 0 0,0 0 0,0-1 0,1-3 0,-1-4 0,1-1 0,-2 1 0,0 0 0,0 0 0,-4-23 0,-11-39 0,-47-134 0,36 129 0,20 62 0,-15-57 0,27 128 0,1-23 0,2-1 0,1 0 0,23 51 0,55 82 0,-75-141 0,45 74-1365,-53-88-5461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9:08.9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233 58 24575,'-19'-9'0,"-55"-22"0,63 27 0,0 0 0,-1 2 0,1-1 0,-21-1 0,30 4 0,-1 0 0,1 0 0,-1 0 0,1 0 0,-1 0 0,1 1 0,0-1 0,-1 1 0,1 0 0,-1-1 0,1 1 0,0 0 0,0 0 0,-1 1 0,1-1 0,-3 3 0,3-2 0,0 0 0,0 0 0,1 1 0,-1-1 0,1 1 0,-1-1 0,1 1 0,0 0 0,0-1 0,0 1 0,0 0 0,1 0 0,-1 5 0,0-1 0,1 0 0,0 0 0,0 0 0,1 0 0,0 0 0,0 0 0,1 0 0,0-1 0,0 1 0,0-1 0,1 1 0,0-1 0,5 8 0,-6-11 0,0 0 0,0 0 0,0 0 0,0 0 0,1 0 0,-1 0 0,1-1 0,0 1 0,0-1 0,0 0 0,0 0 0,0 0 0,0 0 0,1 0 0,-1-1 0,0 0 0,1 1 0,0-1 0,-1 0 0,1-1 0,0 1 0,-1-1 0,1 0 0,0 0 0,-1 0 0,6-1 0,-6 1 0,-1-1 0,1 1 0,-1-1 0,1 0 0,-1 0 0,1 0 0,-1-1 0,0 1 0,0 0 0,0-1 0,0 0 0,0 1 0,0-1 0,3-4 0,-2 2 0,-1 1 0,1-1 0,-1 0 0,0-1 0,0 1 0,-1 0 0,3-9 0,-2 0 0,0-2 0,0 1 0,-2 0 0,0-19 0,4 42 0,1 1 0,1-1 0,0 0 0,0 0 0,8 9 0,3 2-114,22 26 357,-35-42-430,1 1 0,0-1 1,-1 0-1,2-1 0,-1 1 0,0-1 1,8 3-1,-1-2-6639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9:09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24575,'0'3'0,"1"0"0,1 0 0,-1 1 0,0-1 0,1 0 0,-1 0 0,1 0 0,0-1 0,3 5 0,0 0 0,2 3 0,0 0 0,1-1 0,0 0 0,14 12 0,-18-18 0,0 0 0,0 0 0,0 0 0,0 0 0,0-1 0,1 0 0,-1 0 0,1 0 0,0 0 0,0-1 0,-1 0 0,1 0 0,8 1 0,-12-2 0,1 0 0,-1 0 0,1 0 0,-1-1 0,1 1 0,-1 0 0,0-1 0,1 1 0,-1-1 0,1 0 0,-1 1 0,0-1 0,1 0 0,-1 0 0,0 0 0,0 0 0,0 0 0,2-2 0,-1 1 0,0-1 0,0 1 0,-1-1 0,1 0 0,-1 0 0,0 0 0,0 0 0,0 0 0,0-3 0,0 1 0,0-1 0,0 0 0,-1 1 0,0-1 0,0 0 0,0 1 0,-1-1 0,0 0 0,-2-9 0,30 51 0,-22-30 0,0 0 0,1 0 0,0 0 0,0-1 0,1 0 0,10 7 0,-14-11 0,1 1 0,0 0 0,-1-1 0,1 0 0,0 0 0,0 0 0,0-1 0,0 1 0,0-1 0,0 0 0,0 0 0,0 0 0,0 0 0,-1-1 0,1 0 0,0 0 0,6-2 0,-5 1 0,0-1 0,0 1 0,-1-1 0,1-1 0,-1 1 0,0-1 0,0 1 0,0-1 0,0 0 0,-1 0 0,1-1 0,2-5 0,-5 9 0,0-1 0,0 0 0,0 1 0,0 0 0,0-1 0,1 1 0,-1-1 0,0 1 0,1 0 0,-1 0 0,1 0 0,-1 0 0,1 0 0,-1 0 0,1 0 0,0 1 0,0-1 0,-1 1 0,1-1 0,0 1 0,0-1 0,2 1 0,-2 0 0,1 1 0,0-1 0,-1 1 0,1 0 0,-1-1 0,1 1 0,-1 1 0,1-1 0,-1 0 0,0 0 0,1 1 0,-1-1 0,3 4 0,3 3 0,0 0 0,0 1 0,-1 0 0,0 1 0,11 18 0,-12-15-1365,-2-3-5461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9:10.0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60 24575,'15'126'0,"33"128"0,-45-238 0,-3-12 0,0-1 0,1 1 0,-1-1 0,1 1 0,0-1 0,0 0 0,0 1 0,0-1 0,1 0 0,2 5 0,-1-8 0,-3-5 0,-1-5 0,-22-83 0,15 65 0,1 0 0,-4-35 0,8 27 0,1-41 0,3 65 0,0 1 0,0-1 0,1 1 0,0 0 0,1 0 0,1 0 0,7-19 0,-9 27 0,0 0 0,0-1 0,1 1 0,-1 0 0,1 0 0,0 0 0,-1 1 0,1-1 0,1 1 0,-1-1 0,0 1 0,0 0 0,1 0 0,-1 0 0,1 1 0,0-1 0,0 1 0,-1 0 0,1 0 0,0 0 0,0 1 0,5-1 0,-5 1 0,-1 0 0,1 0 0,0 0 0,-1 1 0,1 0 0,0-1 0,-1 1 0,1 0 0,-1 1 0,0-1 0,1 1 0,-1-1 0,0 1 0,0 0 0,0 0 0,0 1 0,0-1 0,0 0 0,-1 1 0,1 0 0,-1 0 0,0 0 0,1 0 0,0 3 0,-2-4 0,0 0 0,0 0 0,0 0 0,0 0 0,-1 0 0,1 0 0,-1 0 0,1 0 0,-1 0 0,0 0 0,0 1 0,0-1 0,0 0 0,0 0 0,0 0 0,-1 0 0,0 4 0,-1-3 0,1 0 0,-1 0 0,1 0 0,-1 0 0,0 0 0,0 0 0,-1-1 0,1 1 0,0-1 0,-4 3 0,-2 1 0,-1 0 0,0 0 0,0-1 0,0 0 0,-1-1 0,-13 4 0,-50 13-1365,55-15-5461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9:10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2 269 24575,'27'-37'0,"28"-43"0,-49 70 0,0-1 0,-1 0 0,0 0 0,-1 0 0,5-21 0,-8 29 0,-1 1 0,1-1 0,-1 1 0,0-1 0,0 1 0,0-1 0,0 1 0,-1-1 0,1 1 0,-1-1 0,0 1 0,1-1 0,-1 1 0,0 0 0,0-1 0,-1 1 0,1 0 0,0 0 0,-1 0 0,1 0 0,-1 0 0,0 0 0,-2-2 0,2 3 0,1 0 0,-1 0 0,1 0 0,-1 0 0,0 1 0,1-1 0,-1 1 0,0-1 0,0 1 0,0 0 0,1-1 0,-1 1 0,0 0 0,0 0 0,0 0 0,1 0 0,-1 1 0,0-1 0,0 0 0,0 1 0,1-1 0,-1 1 0,0 0 0,1 0 0,-1-1 0,1 1 0,-1 0 0,1 0 0,-1 1 0,1-1 0,-1 0 0,-1 3 0,-1 1 0,0 0 0,0 0 0,0 0 0,1 1 0,0 0 0,0 0 0,0 0 0,1 0 0,0 0 0,-2 10 0,2-6 0,0 1 0,0 0 0,2 0 0,-1 0 0,2 16 0,0-21 0,1 0 0,0 1 0,0-1 0,0 0 0,0 0 0,1 0 0,0 0 0,1-1 0,-1 1 0,1-1 0,0 0 0,0 0 0,1 0 0,-1 0 0,7 4 0,-4-3 0,0-1 0,1 1 0,-1-2 0,1 1 0,1-1 0,-1 0 0,0 0 0,1-1 0,0 0 0,9 1 0,-4-2-170,-1-1-1,1 0 0,0-1 1,-1 0-1,1-1 0,-1-1 1,14-3-1,-14 2-6655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9:11.0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148 383 24575,'-22'9'0,"-36"19"0,52-25 0,1 1 0,-1 0 0,1 0 0,-1 0 0,1 1 0,1 0 0,-1 0 0,1 0 0,0 0 0,-7 12 0,10-15 0,0 1 0,0 0 0,0-1 0,0 1 0,0 0 0,1 0 0,0-1 0,-1 1 0,1 0 0,0 0 0,1 0 0,-1 0 0,0-1 0,1 1 0,-1 0 0,2 3 0,0-2 0,-1 0 0,1 0 0,0 0 0,0-1 0,1 1 0,-1-1 0,1 1 0,0-1 0,0 0 0,4 4 0,-4-4 0,0-1 0,0 0 0,0 0 0,1 0 0,-1 0 0,1 0 0,-1-1 0,1 1 0,0-1 0,-1 0 0,6 1 0,-6-2 0,0 0 0,-1 0 0,1 0 0,-1 0 0,1 0 0,0-1 0,-1 1 0,1-1 0,-1 1 0,1-1 0,-1 0 0,1 0 0,-1 0 0,0-1 0,0 1 0,1 0 0,2-4 0,0 0 0,0 0 0,0-1 0,-1 0 0,0 0 0,0 0 0,-1 0 0,1 0 0,-1-1 0,4-12 0,-2 2 0,-1 0 0,4-33 0,-5 19 0,-2 1 0,-1-1 0,-2 1 0,0-1 0,-2 1 0,-2 0 0,-14-46 0,-16-41 0,29 102 0,2 12 0,1 10 0,2 1 0,2 1 0,-1-1 0,1 1 0,0-1 0,1 0 0,0 1 0,0-1 0,4 10 0,23 67 0,-25-76 0,36 84 0,54 91 0,-57-110-1365,-29-57-5461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9:12.5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145 147 24575,'-1'2'0,"0"-1"0,0 1 0,-1 0 0,1 0 0,0 0 0,1 0 0,-1 0 0,0 0 0,0 0 0,1 0 0,-1 4 0,-1 26 0,1-23 0,1 4 0,1-1 0,0 1 0,0 0 0,2 0 0,-1 0 0,7 15 0,32 70 0,-27-66 0,-12-27 0,-10-15 0,-12-20 0,19 29 0,-33-48 0,12 16 0,-24-42 0,2-20 0,37 77 0,1-1 0,0 0 0,-3-26 0,8 43 0,1-1 0,-1 0 0,1 1 0,0-1 0,0 1 0,0-1 0,1 1 0,-1-1 0,0 0 0,1 1 0,0-1 0,0 1 0,0 0 0,0-1 0,1-2 0,0 3 0,-1 1 0,1-1 0,-1 1 0,1 0 0,-1 0 0,1-1 0,0 1 0,-1 0 0,1 0 0,0 0 0,0 1 0,0-1 0,0 0 0,0 1 0,0-1 0,0 1 0,0 0 0,0 0 0,0 0 0,2 0 0,5 0 0,1 1 0,-1 1 0,0-1 0,0 1 0,0 1 0,0 0 0,0 0 0,0 1 0,-1 0 0,10 6 0,10 8 0,39 32 0,33 41 0,-85-75 0,-1 0 0,0 1 0,-1 1 0,12 23 0,-22-36 0,-1 0 0,1 0 0,-1 0 0,-1 0 0,1 0 0,-1 0 0,0 0 0,0 1 0,0-1 0,-1 0 0,1 1 0,-2 5 0,1-7 0,-1-1 0,0 0 0,0 0 0,0 0 0,-1 1 0,1-1 0,-1 0 0,1-1 0,-1 1 0,0 0 0,0 0 0,0-1 0,-1 1 0,1-1 0,0 0 0,-1 0 0,0 0 0,0 0 0,1 0 0,-5 2 0,-1 0 0,0-1 0,-1 0 0,1 0 0,-1-1 0,0 0 0,1 0 0,-17 1 0,-67-5 0,49 1 0,16-2-1365,18-1-5461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9:12.9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24575,'2'27'0,"1"0"0,0-1 0,2 1 0,2-1 0,0 0 0,1-1 0,2 0 0,21 42 0,-30-65-151,0 0-1,0 0 0,1-1 0,-1 1 1,0 0-1,1 0 0,-1-1 1,4 3-1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9:13.1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483 60 24575,'-27'-7'0,"-16"-5"0,-6-1 0,1 2 0,3 3 0,5 3 0,4 2 0,3 2 0,3 3 0,1 2 0,0 2 0,1 3 0,3-1 0,5 0-8191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9:13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24575,'5'30'0,"4"14"0,3 2 0,-1-1 0,1-7 0,0-4 0,-1-6 0,-1-5 0,1-1 0,-2-3 0,0-4 0,-1-2 0,0-1 0,-1-5 0,-4-3 0,-3-6 0,-3-4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9:13.9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84 24575,'14'-10'0,"0"2"0,0-1 0,1 2 0,1 0 0,-1 1 0,1 1 0,0 0 0,23-3 0,-4 3 0,1 2 0,65 2 0,-91 2 0,-6-1 0,0 0 0,0 1 0,0-1 0,0-1 0,0 1 0,0 0 0,-1-1 0,1 0 0,6-2 0,-10 3-19,0 0-1,0 0 1,0 0-1,0 0 1,0 0-1,0 0 1,-1 0-1,1 0 1,0 0-1,0 0 1,0 0-1,0 0 1,0-1-1,0 1 1,0 0-1,0 0 1,-1 0-1,1 0 1,0 0-1,0 0 1,0 0-1,0 0 1,0 0-1,0 0 1,0-1-1,0 1 1,0 0-1,0 0 1,0 0-1,0 0 1,0 0-1,-1 0 1,1 0-1,0-1 1,0 1-1,0 0 1,0 0-1,0 0 1,0 0-1,0 0 1,0 0-1,0 0 1,0-1-1,1 1 1,-1 0-1,0 0 1,0 0-1,0 0 1,0 0-1,0 0 1,0 0-1,0-1 1,0 1-1,0 0 1,0 0-1,0 0 1,0 0-1,0 0 1,1 0-1,-1 0 1,0 0-1,0 0 1,0 0-1,0 0 1,0 0-1,0-1 1,0 1-1,0 0 1,1 0-1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9:14.1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 24575,'27'-5'0,"11"-1"0,5-3 0,-4 1 0,-5 1 0,-6 2 0,-3 2 0,-3 2 0,-3 0 0,-2 1 0,-2 0 0,-1 1 0,0 1 0,-3 2-8191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9:14.5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24575,'28'87'0,"36"100"0,-53-161 0,1-1 0,1 0 0,0-2 0,27 35 0,-48-79-1365,3 9-5461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9:14.8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338 3 24575,'-27'-2'0,"-14"1"0,-4 4 0,-1 3 0,4 1 0,1 2 0,3 1 0,5 0 0,9-2-8191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9:15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290 58 24575,'2'-7'0,"-1"-3"0,-3 1 0,-5 1 0,-2 3 0,-6 1 0,-2 3 0,-3 0 0,-3 1 0,-3 0 0,1 1 0,0-3 0,-2-1 0,3 0 0,2 0 0,3 2 0,1 0 0,5 0-8191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9:17.0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 24575,'28'37'0,"-18"-22"0,1 0 0,1-1 0,26 24 0,-37-37 0,0 0 0,0 0 0,-1 0 0,1-1 0,0 1 0,0-1 0,0 1 0,0-1 0,0 1 0,0-1 0,0 1 0,1-1 0,-1 0 0,0 0 0,0 1 0,0-1 0,0 0 0,0 0 0,1 0 0,-1 0 0,2-1 0,-2 1 0,0-1 0,0 1 0,0-1 0,0 0 0,0 0 0,-1 1 0,1-1 0,0 0 0,0 0 0,0 0 0,-1 0 0,1 0 0,0 0 0,-1 0 0,1 0 0,-1 0 0,1-1 0,1-5 0,0 1 0,-1 0 0,0-1 0,0 0 0,0-12 0,-2 3 0,1 12 0,0 0 0,-1-1 0,1 1 0,1 0 0,-1-1 0,1 1 0,1-6 0,-2 9 0,0 1 0,0-1 0,1 1 0,-1 0 0,0-1 0,0 1 0,0-1 0,1 1 0,-1 0 0,0-1 0,1 1 0,-1 0 0,0 0 0,1-1 0,-1 1 0,0 0 0,1 0 0,-1-1 0,1 1 0,-1 0 0,0 0 0,1 0 0,-1 0 0,1 0 0,-1-1 0,0 1 0,2 0 0,12 5 0,12 17 0,-24-20 0,12 12-1365,-1-1-5461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9:18.6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46 24575,'2'7'0,"0"0"0,1 1 0,0-1 0,1 0 0,-1-1 0,1 1 0,0 0 0,10 10 0,-12-15 0,0 0 0,0-1 0,0 1 0,0-1 0,0 0 0,0 1 0,1-1 0,-1 0 0,0 0 0,1-1 0,-1 1 0,0 0 0,1-1 0,-1 0 0,1 1 0,-1-1 0,1 0 0,-1 0 0,1 0 0,-1-1 0,1 1 0,-1-1 0,0 1 0,1-1 0,-1 0 0,0 0 0,1 0 0,-1 0 0,0 0 0,3-2 0,-2 1 0,1-1 0,-1 0 0,1 0 0,-1 0 0,0 0 0,0 0 0,0-1 0,0 1 0,-1-1 0,1 0 0,-1 0 0,0 0 0,0 0 0,-1 0 0,3-8 0,-2-21 0,-1 11 0,-1 22 0,0 0 0,0-1 0,0 1 0,0 0 0,0 0 0,0-1 0,0 1 0,0 0 0,0 0 0,0-1 0,1 1 0,-1 0 0,0 0 0,0 0 0,0-1 0,0 1 0,0 0 0,1 0 0,-1 0 0,0-1 0,0 1 0,0 0 0,1 0 0,-1 0 0,0 0 0,0-1 0,1 1 0,-1 0 0,0 0 0,0 0 0,1 0 0,-1 0 0,0 0 0,0 0 0,1 0 0,-1 0 0,0 0 0,0 0 0,1 0 0,-1 0 0,0 0 0,0 0 0,1 0 0,-1 0 0,0 0 0,0 0 0,1 1 0,-1-1 0,0 0 0,0 0 0,1 0 0,-1 0 0,0 0 0,0 1 0,1-1 0,13 11 0,-13-9 0,79 59 12,-46-37-1389,-25-17-5449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39:58.7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766 60 24575,'4'-5'0,"0"0"0,1 1 0,-1-1 0,1 1 0,0 0 0,0 0 0,0 0 0,1 1 0,-1-1 0,1 1 0,0 1 0,0-1 0,0 1 0,0 0 0,0 0 0,10-1 0,-16 3 0,0 0 0,1 0 0,-1 0 0,0 0 0,0 0 0,0 0 0,0 0 0,1 0 0,-1 0 0,0-1 0,0 1 0,0 0 0,0 0 0,1 0 0,-1 0 0,0 0 0,0 0 0,0 0 0,1 0 0,-1 0 0,0 1 0,0-1 0,0 0 0,0 0 0,1 0 0,-1 0 0,0 0 0,0 0 0,0 0 0,0 0 0,1 0 0,-1 0 0,0 1 0,0-1 0,0 0 0,0 0 0,0 0 0,0 0 0,1 0 0,-1 1 0,0-1 0,0 0 0,0 0 0,0 0 0,0 1 0,-6 8 0,-19 12 0,22-19 0,-28 23 0,10-9 0,1 1 0,0 0 0,1 2 0,-32 41 0,34-36 0,6-9 0,1 1 0,0-1 0,-12 31 0,15-32 0,0 0 0,-15 22 0,13-22 0,-15 29 0,-8 31 0,-44 110 0,56-128 0,8-22 0,1-1 0,-9 47 0,-18 106 0,4-20 0,23-109 0,2-13 0,-5 62 0,13-79 0,1-10 0,-1-1 0,-6 30 0,-10 61 0,5-32 0,10-57 0,0 0 0,2 24 0,-2 10 0,-2-34 0,3-16 0,1 0 0,-1 0 0,0 1 0,1-1 0,0 0 0,-1 0 0,1 1 0,0 2 0,0-5 0,0 0 0,0 0 0,1 0 0,-1 0 0,0 0 0,0 0 0,0 1 0,0-1 0,0 0 0,0 0 0,0 0 0,0 0 0,0 0 0,1 0 0,-1 0 0,0 0 0,0 0 0,0 0 0,0 0 0,0 0 0,0 0 0,1 0 0,-1 0 0,0 0 0,0 0 0,0 0 0,0 0 0,0 0 0,0 0 0,1 0 0,-1 0 0,0 0 0,0 0 0,0 0 0,0 0 0,0 0 0,0 0 0,0 0 0,1 0 0,-1 0 0,0 0 0,0 0 0,0 0 0,0 0 0,0-1 0,0 1 0,0 0 0,0 0 0,0 0 0,0 0 0,1 0 0,-1 0 0,0-1 0,5-4 0,3-9 0,0-1 0,-1 0 0,9-25 0,4-13 0,-16 45 0,3-8 0,1 0 0,0 1 0,0 0 0,2 0 0,20-25 0,-29 40 0,-1 0 0,0 0 0,0 0 0,0 0 0,0-1 0,0 1 0,0 0 0,1 0 0,-1 0 0,0 0 0,0 0 0,0 0 0,0-1 0,1 1 0,-1 0 0,0 0 0,0 0 0,0 0 0,1 0 0,-1 0 0,0 0 0,0 0 0,0 0 0,1 0 0,-1 0 0,0 0 0,0 0 0,0 0 0,1 0 0,-1 0 0,0 0 0,0 0 0,0 0 0,0 1 0,1-1 0,-1 0 0,0 0 0,0 0 0,0 0 0,0 0 0,1 0 0,-1 0 0,0 1 0,0-1 0,0 0 0,0 0 0,0 0 0,0 0 0,0 1 0,1-1 0,-1 0 0,0 0 0,0 0 0,0 1 0,0-1 0,0 0 0,0 0 0,0 0 0,0 1 0,0-1 0,0 0 0,0 0 0,0 0 0,0 1 0,0-1 0,0 0 0,0 0 0,0 0 0,-1 1 0,0 15 0,-4 12 0,-14 54 0,16-71 0,-1-1 0,0 0 0,0 0 0,-1 0 0,-11 15 0,15-23 0,0-1 0,-1 1 0,1 0 0,-1-1 0,0 1 0,1-1 0,-1 0 0,0 0 0,0 1 0,0-1 0,0 0 0,0 0 0,0-1 0,0 1 0,0 0 0,0-1 0,0 1 0,-1-1 0,1 0 0,0 0 0,0 1 0,0-2 0,0 1 0,-3 0 0,1-1 0,1 0 0,0 0 0,0 0 0,0 0 0,0 0 0,0-1 0,0 1 0,0-1 0,0 0 0,0 0 0,0 0 0,1 0 0,0-1 0,-1 1 0,-1-3 0,-14-22 0,1 0 0,2 0 0,-16-40 0,-4-6 0,-39-64 0,64 113-1365,7 14-5461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0:04.7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2 118 24575,'0'-1'0,"2"-17"0,1 16 0,4 10 0,56 116 0,-40-76 0,-15-34 0,-1 2 0,0-1 0,-1 1 0,-1-1 0,4 24 0,-9-38 0,1 0 0,-1 0 0,0 0 0,0-1 0,0 1 0,0 0 0,0 0 0,0 0 0,0 0 0,0-1 0,0 1 0,0 0 0,-1 0 0,1-1 0,0 1 0,0 0 0,-1 0 0,0 1 0,1-2 0,-1 0 0,1 0 0,0 0 0,-1 0 0,1 0 0,-1 0 0,1 0 0,0-1 0,-1 1 0,1 0 0,-1 0 0,1 0 0,0 0 0,-1 0 0,1-1 0,0 1 0,-1 0 0,1 0 0,0-1 0,-1 1 0,1 0 0,0 0 0,-1-1 0,1 1 0,0-1 0,-25-30 0,21 25 0,-9-12 0,1-1 0,0 0 0,2-1 0,0-1 0,1 1 0,1-1 0,1-1 0,1 1 0,1-1 0,1 0 0,-1-30 0,4 48 0,1 0 0,0 0 0,1-1 0,-1 1 0,1 0 0,0 0 0,0 0 0,0 0 0,0 0 0,1 0 0,0 0 0,0 0 0,3-5 0,-3 7 0,0 0 0,1-1 0,-1 1 0,1 0 0,-1 0 0,1 0 0,0 0 0,-1 1 0,1-1 0,0 1 0,0 0 0,0 0 0,0 0 0,1 0 0,-1 0 0,0 1 0,6-1 0,1 0 14,0 1-1,-1 0 0,1 1 0,-1 0 1,1 1-1,-1 0 0,1 0 1,8 4-1,-12-4-112,-1 0 0,0 1 0,1 0 0,-1 0 0,0 0 0,0 0 0,-1 1 0,1 0 0,-1 0 0,0 0 0,0 0 0,0 1 0,-1 0 0,5 5 0,-2 3-6727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0:05.2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 1 24575,'11'0'0,"-7"-1"0,0 1 0,0 0 0,0 0 0,0 1 0,0-1 0,0 1 0,0 0 0,0 0 0,5 2 0,-9-3 0,0 0 0,1 0 0,-1 0 0,0 0 0,0 0 0,0 0 0,0 1 0,1-1 0,-1 0 0,0 0 0,0 0 0,0 1 0,0-1 0,0 0 0,1 0 0,-1 0 0,0 1 0,0-1 0,0 0 0,0 0 0,0 1 0,0-1 0,0 0 0,0 0 0,0 0 0,0 1 0,0-1 0,0 0 0,0 0 0,0 1 0,0-1 0,0 0 0,0 0 0,0 1 0,0-1 0,0 0 0,-1 0 0,1 0 0,0 1 0,0-1 0,0 0 0,0 0 0,0 0 0,-1 1 0,1-1 0,0 0 0,0 0 0,0 0 0,0 0 0,-1 0 0,1 0 0,0 1 0,0-1 0,-1 0 0,-11 7 0,5-4 0,0 0 0,-1 0 0,1 0 0,0-1 0,-15 2 0,18-4 0,0 0 0,0 0 0,0 0 0,0-1 0,0 1 0,0-1 0,0 0 0,0 0 0,1 0 0,-1-1 0,0 1 0,-6-5 0,-17-13-1365,18 10-5461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0:05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331 46 24575,'0'-2'0,"0"0"0,0 1 0,0-1 0,-1 0 0,1 0 0,-1 1 0,1-1 0,-1 0 0,1 0 0,-1 1 0,0-1 0,0 1 0,0-1 0,0 1 0,0-1 0,0 1 0,-1 0 0,1-1 0,0 1 0,-1 0 0,1 0 0,-1 0 0,1 0 0,-1 0 0,1 0 0,-1 0 0,0 1 0,1-1 0,-1 1 0,0-1 0,-3 0 0,-5 0 0,-1-1 0,1 1 0,-1 1 0,-13 1 0,11 0 0,-188 0-1365,188-1-5461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0:06.5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89 24575,'4'-7'0,"0"-1"0,0 1 0,1 0 0,0 1 0,0-1 0,1 1 0,7-7 0,-9 10 0,0 0 0,0 0 0,0 0 0,0 1 0,0 0 0,1 0 0,-1 0 0,1 0 0,-1 1 0,1-1 0,0 1 0,0 0 0,8 0 0,88 4 0,-97-3 0,-1 1 0,1 0 0,-1-1 0,1 1 0,-1 1 0,1-1 0,-1 0 0,0 1 0,1 0 0,-1-1 0,0 1 0,0 1 0,0-1 0,-1 0 0,5 5 0,-4-3 0,0 0 0,0 0 0,0 1 0,0-1 0,-1 1 0,0 0 0,0 0 0,0 0 0,2 10 0,-3-8 0,0 0 0,0 0 0,0 1 0,-1-1 0,0 0 0,-1 0 0,0 0 0,0 0 0,0 0 0,-1 0 0,0 0 0,0 0 0,-1 0 0,1-1 0,-2 1 0,-3 5 0,-10 10 0,-1-1 0,-1-1 0,-1 0 0,-34 25 0,53-45 0,1 1 0,-1-1 0,0 1 0,1-1 0,-1 0 0,0 1 0,1-1 0,-1 1 0,1 0 0,-1-1 0,1 1 0,-1-1 0,1 1 0,0 0 0,-1-1 0,1 1 0,0 0 0,-1-1 0,1 1 0,0 0 0,0 0 0,0-1 0,-1 3 0,2-3 0,-1 1 0,1-1 0,-1 1 0,1-1 0,-1 1 0,1-1 0,-1 1 0,1-1 0,-1 1 0,1-1 0,-1 0 0,1 1 0,0-1 0,-1 0 0,1 0 0,0 1 0,-1-1 0,1 0 0,0 0 0,0 0 0,8 1 0,0 0 0,17 0 0,-23-1 0,51-2 0,69 3 0,-112 1-1365,-1 1-5461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0:06.8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0 24575,'-2'0'0,"-1"3"0,0 2 0,0 4 0,4 2 0,1 3 0,0-3-8191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0:07.5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16 24575,'-7'-14'0,"4"12"0,2 10 0,6 15 0,1-1 0,1 0 0,1 0 0,11 23 0,-6-16 0,-8-15 0,2 0 0,-1-1 0,13 18 0,-19-31 0,0 0 0,0 1 0,1-1 0,-1 0 0,0 0 0,0 0 0,1 0 0,-1 1 0,0-1 0,1 0 0,-1 0 0,0 0 0,1 0 0,-1 0 0,0 0 0,1 0 0,-1 0 0,0 0 0,1 0 0,-1 0 0,0 0 0,1 0 0,-1 0 0,0 0 0,0 0 0,1 0 0,-1-1 0,0 1 0,1 0 0,-1 0 0,0 0 0,0 0 0,1-1 0,-1 1 0,0 0 0,0 0 0,1 0 0,-1-1 0,0 1 0,0-1 0,12-13 0,-6 7 0,-4 5 0,0 0 0,1 0 0,0 1 0,-1-1 0,1 0 0,0 1 0,0 0 0,0 0 0,0 0 0,0 0 0,0 0 0,0 0 0,1 1 0,-1-1 0,0 1 0,0 0 0,0 0 0,0 1 0,1-1 0,-1 0 0,0 1 0,0 0 0,0 0 0,6 2 0,4 3 0,1 0 0,-1 1 0,23 17 0,-26-17 0,-1 0 0,0 1 0,-1 1 0,0-1 0,0 1 0,-1 1 0,0-1 0,0 1 0,-1 0 0,-1 1 0,1 0 0,6 22 0,-11-31 0,-1 0 0,1 1 0,-1-1 0,1 0 0,-1 1 0,0-1 0,0 1 0,0-1 0,0 1 0,0-1 0,-1 0 0,1 1 0,-1-1 0,1 1 0,-1-1 0,0 0 0,0 0 0,0 0 0,0 1 0,-1-1 0,1 0 0,0 0 0,-1 0 0,0-1 0,1 1 0,-1 0 0,0-1 0,0 1 0,0-1 0,0 1 0,0-1 0,0 0 0,0 0 0,-4 2 0,-4 0 0,0 0 0,0 0 0,1-1 0,-1-1 0,-1 1 0,1-2 0,-10 1 0,15-1-44,-82-4 214,76 3-383,0-1 0,1 0 0,-1-1 0,1 0 0,0-1 0,-11-5 0,9 3-6613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0:07.8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 24575,'27'-2'0,"14"-2"0,5 1 0,-3 1 0,-4 0 0,-4 1 0,-5 0 0,-3 1 0,-3 0 0,-4 0 0,-3 0 0,-1 0 0,-4-2 0,-1-1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0:11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24575,'25'9'0,"1"2"0,33 19 0,44 35 0,-74-46 0,488 290-2569,12-21-1181,-318-175 3250,1649 914-2582,-1699-932 3902,62 34 49,-192-114 329,-8-4-2375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0:12.1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24575,'182'109'-3,"195"108"-267,572 271-4268,-755-388 4349,774 413-2186,-952-504 2321,321 186-883,-14 16 2496,-294-191-2943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0:12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1 24575,'39'26'0,"0"2"0,-1 1 0,-2 2 0,-1 2 0,34 42 0,199 224 0,-268-298 0,9 7 0,0 1 0,-1 1 0,0-1 0,13 22 0,-20-30 0,0 1 0,0 0 0,0-1 0,-1 1 0,1 0 0,0 0 0,-1 0 0,1 0 0,-1-1 0,0 1 0,1 0 0,-1 0 0,0 0 0,0 0 0,-1 0 0,1 0 0,0 0 0,0 0 0,-1 0 0,1-1 0,-1 1 0,0 0 0,0 0 0,1 0 0,-1-1 0,0 1 0,0 0 0,-1-1 0,1 1 0,0-1 0,0 1 0,-1-1 0,1 0 0,-1 0 0,1 0 0,-1 1 0,0-1 0,1-1 0,-1 1 0,-3 1 0,0 0 0,0 0 0,-1 0 0,1-1 0,-1 1 0,1-1 0,-1-1 0,-7 1 0,-43-2 0,22-1 0,-80-6 0,-4 1 0,-63 7-1365,160 0-5461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0:14.1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43 24575,'-2'-1'0,"-20"-8"0,-1 1 0,-1 1 0,1 1 0,-38-5 0,57 11 0,1 0 0,-1 0 0,1 0 0,-1 0 0,1 1 0,0 0 0,-1 0 0,1 0 0,0 0 0,-1 0 0,1 0 0,0 1 0,0 0 0,0-1 0,0 1 0,0 0 0,1 1 0,-1-1 0,0 0 0,1 1 0,0 0 0,0-1 0,0 1 0,0 0 0,0 0 0,0 0 0,1 0 0,-1 0 0,1 1 0,-2 5 0,2-3 0,-1 0 0,1 0 0,0 0 0,1 0 0,0 0 0,0-1 0,0 1 0,0 0 0,1 0 0,0 0 0,0 0 0,1 0 0,-1-1 0,1 1 0,1 0 0,-1-1 0,6 8 0,1-1 0,0-1 0,1 0 0,1 0 0,0-1 0,0-1 0,1 1 0,15 8 0,-6-6 0,1-1 0,0 0 0,38 11 0,-53-19-136,0-1-1,1-1 1,-1 1-1,0-1 1,1-1-1,-1 1 1,1-1-1,-1-1 0,13-1 1,-8-1-6690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0:14.6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42 24575,'5'-1'0,"-1"0"0,0 0 0,0 1 0,0-1 0,1 1 0,-1 0 0,0 0 0,0 0 0,1 1 0,-1 0 0,7 1 0,-8-1 0,-1 1 0,1-1 0,0 1 0,-1 0 0,1-1 0,-1 1 0,1 0 0,-1 0 0,0 1 0,0-1 0,0 0 0,0 1 0,0-1 0,-1 1 0,1 0 0,-1-1 0,1 4 0,3 5 0,-1-1 0,0 1 0,3 19 0,-7-27 0,1 0 0,-1 0 0,1 0 0,-1 0 0,0 0 0,0 0 0,0 0 0,-1 0 0,1 0 0,-1 0 0,1 0 0,-1 0 0,0 0 0,0 0 0,-1-1 0,1 1 0,0 0 0,-4 4 0,3-5 0,-1-1 0,1 1 0,-1 0 0,0-1 0,1 0 0,-1 0 0,0 0 0,0 0 0,1 0 0,-1 0 0,0-1 0,0 1 0,0-1 0,0 0 0,0 0 0,-3 0 0,-3-1 0,0 0 0,1 0 0,-1 0 0,-11-5 0,11 4 0,0-2 0,1 1 0,-1-1 0,1-1 0,-1 1 0,-12-11 0,19 13 0,0 0 0,-1 0 0,1 0 0,0 0 0,1 0 0,-1-1 0,0 1 0,1 0 0,-1-1 0,1 0 0,0 1 0,0-1 0,0 0 0,0 1 0,0-1 0,1 0 0,-1 0 0,1 0 0,0 0 0,0 0 0,0 0 0,0 1 0,0-1 0,0 0 0,2-5 0,0 1-85,1 0 0,-1 1-1,1-1 1,1 1 0,-1 0-1,1 0 1,0 0 0,0 0-1,1 0 1,-1 1 0,1 0-1,0 0 1,1 1 0,-1-1-1,11-5 1,-8 7-6741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0:15.1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24575,'1'5'0,"-1"0"0,1-1 0,0 1 0,0-1 0,0 1 0,1-1 0,0 0 0,3 7 0,22 33 0,-20-34 0,-2-1 0,1-1 0,0 1 0,1-1 0,0-1 0,14 14 0,-19-20 0,0 0 0,-1 0 0,1 0 0,0 1 0,0-2 0,0 1 0,0 0 0,0 0 0,0-1 0,0 1 0,0-1 0,0 1 0,0-1 0,0 0 0,0 0 0,0 0 0,1 0 0,-1 0 0,0 0 0,0-1 0,0 1 0,0-1 0,0 0 0,0 1 0,0-1 0,0 0 0,0 0 0,-1 0 0,1 0 0,0-1 0,0 1 0,-1 0 0,1-1 0,-1 1 0,3-3 0,1-3 0,0 1 0,8-14 0,-10 14 0,1 1 0,-1-1 0,1 1 0,10-10 0,-13 13 0,1 1 0,0 0 0,0-1 0,0 1 0,0 0 0,0 0 0,0 1 0,0-1 0,0 0 0,0 0 0,0 1 0,0 0 0,1-1 0,-1 1 0,0 0 0,0 0 0,0 0 0,1 0 0,2 1 0,3 1 0,-1 0 0,1 1 0,-1 0 0,0 0 0,1 0 0,-2 1 0,14 9 0,41 39 0,-44-36-341,0 0 0,-2 2-1,16 20 1,-23-25-6485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0:15.8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40 24575,'6'18'0,"2"-1"0,0 0 0,1 0 0,1-1 0,0 0 0,2 0 0,-1-1 0,2-1 0,15 14 0,7 13 0,-28-31 0,1-1 0,0 0 0,0 0 0,1-1 0,15 11 0,-24-19 0,0 0 0,0 0 0,1 1 0,-1-1 0,0 0 0,1 0 0,-1 0 0,0 0 0,1 0 0,-1 1 0,1-1 0,-1 0 0,0 0 0,1 0 0,-1 0 0,0 0 0,1 0 0,-1 0 0,1 0 0,-1 0 0,0 0 0,1 0 0,-1-1 0,0 1 0,1 0 0,-1 0 0,1 0 0,-1 0 0,0 0 0,1-1 0,-1 0 0,1 1 0,0-1 0,-1 0 0,1 0 0,-1 0 0,1 0 0,-1 0 0,0 0 0,1 1 0,-1-1 0,0-2 0,2-29 0,-2 29 0,0-36 0,-1 11 0,1 0 0,1 0 0,2 0 0,8-39 0,-8 56-109,-2 5-101,1-1 1,0 1 0,0 1-1,0-1 1,4-7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0:16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61 231 24575,'10'-25'0,"19"-53"0,-27 69 0,1 0 0,-2 1 0,1-1 0,-1 0 0,-1 0 0,1 0 0,-2-9 0,1 14 0,-1 1 0,0 0 0,1 0 0,-1-1 0,0 1 0,-1 0 0,1 0 0,-1 0 0,-2-4 0,3 6 0,1 0 0,-1 0 0,0 0 0,0 1 0,1-1 0,-1 0 0,0 1 0,0-1 0,0 0 0,0 1 0,0-1 0,0 1 0,0-1 0,0 1 0,0 0 0,0 0 0,0-1 0,0 1 0,0 0 0,0 0 0,0 0 0,-1 0 0,1 0 0,0 0 0,0 0 0,0 0 0,0 1 0,0-1 0,0 0 0,0 1 0,0-1 0,-1 1 0,-2 2 0,-1-1 0,1 1 0,1 0 0,-1 1 0,0-1 0,1 0 0,-1 1 0,1 0 0,0 0 0,1 0 0,-1 0 0,1 0 0,-1 1 0,1-1 0,-3 10 0,3-8 0,1 0 0,-1 1 0,1-1 0,0 0 0,0 1 0,1 0 0,-1-1 0,1 1 0,1-1 0,0 1 0,2 9 0,-2-12 0,0-1 0,1 1 0,0-1 0,0 0 0,0 1 0,0-1 0,0 0 0,0 0 0,1 0 0,0-1 0,-1 1 0,1-1 0,0 1 0,0-1 0,1 0 0,3 2 0,6 2 0,1 0 0,26 8 0,-14-6 0,36 9 0,110 18 0,-162-33 0,-2-1 0,-2 1 0,0-1 0,1-1 0,-1 1 0,1-1 0,6 0 0,-11 0 0,-1-1 0,0 1 0,0 0 0,1 0 0,-1-1 0,0 1 0,0-1 0,0 1 0,1-1 0,-1 0 0,0 1 0,0-1 0,0 0 0,0 0 0,0 0 0,0 0 0,0 0 0,0 0 0,-1 0 0,1 0 0,0 0 0,-1 0 0,1 0 0,-1 0 0,1 0 0,-1-1 0,1 1 0,-1 0 0,0-1 0,1-1 0,-1-9 0,1 0 0,-2 1 0,0-1 0,0 0 0,-1 1 0,0-1 0,-8-19 0,6 19 0,1 0 0,0 0 0,1 0 0,0 0 0,1 0 0,0-22 0,1 34 5,0-1-1,0 0 1,0 0 0,0 0-1,0 0 1,1 0-1,-1 0 1,0 0 0,1 0-1,-1 0 1,0 1 0,1-1-1,-1 0 1,1 0-1,-1 0 1,1 1 0,-1-1-1,1 0 1,0 1-1,-1-1 1,1 0 0,0 1-1,0-1 1,-1 1-1,2-1 1,0 1-92,-1-1-1,0 1 1,1 0 0,-1 0-1,0 0 1,1 0 0,-1 0-1,0 1 1,0-1-1,1 0 1,-1 1 0,0-1-1,1 0 1,-1 1 0,0 0-1,2 1 1,6 3-6739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0:17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91 24575,'-14'-8'0,"-27"-14"0,37 20 0,1 1 0,-1 0 0,1 0 0,-1 0 0,0 0 0,1 0 0,-1 1 0,0-1 0,1 1 0,-1 0 0,0 0 0,0 0 0,1 1 0,-6 1 0,7-1 0,1-1 0,-1 1 0,1 0 0,0 1 0,-1-1 0,1 0 0,0 0 0,0 1 0,0-1 0,0 0 0,0 1 0,0-1 0,0 1 0,0-1 0,0 1 0,1 0 0,-1-1 0,1 1 0,-1 0 0,1-1 0,0 1 0,0 0 0,-1 0 0,1-1 0,1 4 0,-1 3 0,0 1 0,1-1 0,3 16 0,0-12 0,-1 1 0,2-1 0,0 0 0,8 16 0,-9-21 0,0 0 0,1 0 0,0-1 0,0 0 0,0 0 0,1 0 0,0 0 0,7 5 0,-12-10 0,0 0 0,1 0 0,-1 0 0,0 0 0,1-1 0,-1 1 0,0 0 0,1-1 0,-1 1 0,1-1 0,-1 0 0,1 1 0,-1-1 0,1 0 0,-1 0 0,1 0 0,-1 0 0,1 0 0,-1 0 0,4-1 0,-4 0 0,1 0 0,-1 0 0,0 0 0,1 0 0,-1 0 0,0 0 0,0 0 0,0 0 0,1 0 0,-1-1 0,0 1 0,-1 0 0,1-1 0,0 1 0,1-4 0,1-3 0,-1 0 0,0 0 0,0 0 0,-1-1 0,0 1 0,0-10 0,-2-6 0,2-14 0,3 44 0,-1 7 0,44 342 0,-46-349 0,0 4 0,0-1 0,-1 1 0,0 0 0,0-1 0,-3 17 0,3-24 0,-1-1 0,1 1 0,-1 0 0,0-1 0,1 1 0,-1 0 0,0-1 0,0 1 0,0-1 0,0 1 0,0-1 0,0 0 0,-1 1 0,1-1 0,0 0 0,-1 0 0,1 0 0,-1 0 0,1 0 0,-1 0 0,1 0 0,-1-1 0,0 1 0,1 0 0,-1-1 0,0 0 0,0 1 0,1-1 0,-1 0 0,0 0 0,0 0 0,0 0 0,1 0 0,-1 0 0,0 0 0,0-1 0,-1 0 0,-5 0 0,1-1 0,0 0 0,0-1 0,0 0 0,0 0 0,0 0 0,1-1 0,-1 0 0,1 0 0,0-1 0,0 1 0,1-1 0,0-1 0,-1 1 0,-5-10 0,8 11 0,1 1 0,0-1 0,0-1 0,0 1 0,0 0 0,1 0 0,-1-1 0,1 1 0,1 0 0,-1-1 0,0 1 0,1-1 0,0 1 0,0-1 0,1 1 0,-1-1 0,1 1 0,0-1 0,0 1 0,0 0 0,1-1 0,-1 1 0,1 0 0,0 0 0,0 0 0,1 0 0,-1 0 0,5-5 0,4-2 0,0 1 0,0-1 0,0 2 0,25-16 0,57-26 0,-61 34 0,-16 9 0,-1 0 0,0-2 0,19-14 0,-30 20 0,0 0 0,0 0 0,0 0 0,-1 0 0,0-1 0,0 1 0,0-1 0,0 0 0,-1 0 0,1 0 0,-1 0 0,-1 0 0,1 0 0,-1-1 0,1-5 0,-1 1 0,0-1 0,-1 0 0,0 0 0,-1 1 0,-4-19 0,3 22 0,1-1 0,-2 1 0,1 0 0,-1 0 0,0 0 0,-1 0 0,1 0 0,-9-10 0,12 17 0,0-1 0,-1 1 0,1 0 0,0-1 0,-1 1 0,1-1 0,0 1 0,-1 0 0,1-1 0,0 1 0,-1 0 0,1-1 0,-1 1 0,1 0 0,-1-1 0,1 1 0,-1 0 0,1 0 0,-1 0 0,1 0 0,-1 0 0,1-1 0,-1 1 0,1 0 0,-1 0 0,1 0 0,-1 0 0,0 0 0,1 1 0,-1-1 0,1 0 0,-1 0 0,0 1 0,0 0 0,0 0 0,0 0 0,0 0 0,0 0 0,0 0 0,1 0 0,-1 0 0,0 0 0,1 0 0,-1 1 0,0 1 0,-1 5 0,0-1 0,0 1 0,-1 11 0,3-14 0,-2 53 0,2-53 0,0-1 0,1 1 0,-1 0 0,1-1 0,0 1 0,1-1 0,-1 1 0,1-1 0,0 0 0,2 5 0,-2-7 0,-1-1 0,1 1 0,-1-1 0,1 1 0,0-1 0,0 1 0,0-1 0,0 0 0,0 0 0,0 0 0,0 0 0,0 0 0,0 0 0,0-1 0,1 1 0,-1-1 0,0 0 0,0 1 0,1-1 0,-1 0 0,0 0 0,1-1 0,-1 1 0,0 0 0,0-1 0,3 0 0,4-1 0,-1-1 0,1 0 0,-1 0 0,0-1 0,11-6 0,-10 4 0,0-1 0,-1 0 0,14-14 0,-4 4 0,-17 16 0,0 1 0,-1-1 0,1 0 0,0 1 0,0 0 0,0-1 0,-1 1 0,1-1 0,0 1 0,0 0 0,0 0 0,0-1 0,0 1 0,0 0 0,-1 0 0,1 0 0,0 0 0,0 0 0,0 0 0,0 0 0,0 1 0,0-1 0,0 0 0,0 0 0,-1 1 0,1-1 0,0 0 0,0 1 0,0-1 0,-1 1 0,1-1 0,1 2 0,3 2 0,0 1 0,-1-1 0,8 10 0,-3-2 0,-8-12 0,7 9 0,0 0 0,1-1 0,0 0 0,0-1 0,1 1 0,10 5 0,-19-13 0,0 1 0,0-1 0,0 0 0,0 1 0,0-1 0,0 0 0,0 0 0,0 1 0,-1-1 0,1 0 0,0 0 0,0 0 0,0 0 0,0 0 0,0-1 0,0 1 0,0 0 0,0 0 0,0-1 0,0 1 0,0 0 0,0-1 0,-1 1 0,1-1 0,0 1 0,0-1 0,0 1 0,-1-1 0,1 0 0,0 1 0,-1-1 0,1 0 0,-1 0 0,2-1 0,1-3 0,-1 0 0,1-1 0,-1 0 0,3-10 0,3-9 0,-7 24 4,0-1-1,0 1 0,0 0 1,0-1-1,0 1 0,0 0 1,0 0-1,0 0 0,1 0 1,-1 0-1,0 0 0,1 0 0,-1 0 1,1 1-1,-1-1 0,1 0 1,-1 1-1,1-1 0,-1 1 1,1 0-1,-1-1 0,1 1 1,0 0-1,-1 0 0,1 0 1,0 0-1,-1 0 0,1 1 1,-1-1-1,1 0 0,0 1 1,-1-1-1,1 1 0,-1-1 1,2 2-1,4 2-251,0 0 1,0 0-1,-1 0 1,0 1-1,11 10 1,-5-3-6579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0:19.2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34 24575,'-1'-2'0,"1"1"0,0 0 0,-1 0 0,1 0 0,-1 0 0,1-1 0,-1 1 0,0 0 0,1 0 0,-1 0 0,0 0 0,0 1 0,1-1 0,-1 0 0,0 0 0,0 0 0,0 1 0,0-1 0,0 0 0,-1 1 0,1-1 0,0 1 0,-2-1 0,1 1 0,0 0 0,0 0 0,0 0 0,0 0 0,0 0 0,0 1 0,0-1 0,0 1 0,0-1 0,0 1 0,0 0 0,0 0 0,-2 1 0,-3 3 0,0 0 0,1 0 0,-1 0 0,1 1 0,-11 12 0,15-15 0,0 0 0,0 0 0,0 0 0,1 0 0,-1 0 0,1 1 0,0-1 0,0 0 0,0 1 0,0-1 0,1 1 0,-1-1 0,1 1 0,0-1 0,0 1 0,0-1 0,0 1 0,1-1 0,-1 1 0,1-1 0,0 0 0,0 1 0,0-1 0,3 5 0,-1-3 0,0 0 0,0 0 0,1 0 0,-1 0 0,1 0 0,0-1 0,0 1 0,1-1 0,-1 0 0,1-1 0,0 1 0,0-1 0,8 4 0,3 1 0,9 3 0,50 18 0,-62-26 0,-3 1 0,0-2 0,0 1 0,1-2 0,11 2 0,-18-3 0,-1 0 0,1-1 0,-1 1 0,1-1 0,-1 0 0,0 0 0,1 0 0,-1 0 0,0 0 0,0-1 0,0 1 0,0-1 0,0 0 0,0 0 0,0 0 0,4-4 0,-2 1 0,0 0 0,0-1 0,0 1 0,-1-1 0,0 0 0,0 0 0,0-1 0,-1 1 0,0-1 0,0 0 0,-1 1 0,4-15 0,-3 3 0,1 2 0,-1 0 0,-1-1 0,0 1 0,-2-30 0,0 45 0,0-1 0,0 1 0,0-1 0,-1 1 0,1-1 0,0 1 0,-1-1 0,1 1 0,-1 0 0,1-1 0,-1 1 0,0 0 0,0 0 0,1-1 0,-1 1 0,0 0 0,0 0 0,0 0 0,0 0 0,-1 0 0,1 0 0,0 0 0,0 0 0,-2 0 0,1 0 0,1 1 0,-1 0 0,1 0 0,-1 0 0,1 0 0,0 0 0,-1 0 0,1 0 0,-1 0 0,1 1 0,-1-1 0,1 1 0,0-1 0,-1 1 0,1-1 0,0 1 0,0 0 0,-1 0 0,1-1 0,0 1 0,0 0 0,0 0 0,0 0 0,-1 2 0,-2 2 0,0-1 0,1 1 0,0 0 0,0 0 0,0 0 0,1 1 0,-1-1 0,1 1 0,1-1 0,-1 1 0,-1 8 0,2-1 0,0 0 0,0 0 0,1 0 0,2 14 0,-1-22 0,0 0 0,1 0 0,-1-1 0,1 1 0,0 0 0,0-1 0,0 1 0,1-1 0,0 0 0,0 1 0,0-1 0,0-1 0,0 1 0,1 0 0,0-1 0,0 0 0,0 0 0,0 0 0,7 4 0,4 1 0,0-1 0,1 0 0,0-1 0,25 6 0,24 2 69,24 7-1503,-76-17-5392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0:23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 24575,'4'-1'0,"-1"1"0,0-1 0,0 0 0,0 0 0,5-1 0,10-4 0,12 3 0,-1 1 0,60 4 0,-81-1 0,0 0 0,0 0 0,0 1 0,-1 0 0,1 0 0,-1 1 0,1 0 0,-1 0 0,0 1 0,0 0 0,0 0 0,9 9 0,-13-11 0,0 1 0,0 0 0,-1 0 0,1 0 0,-1 0 0,0 0 0,0 1 0,0-1 0,0 0 0,0 1 0,-1 0 0,0-1 0,1 1 0,-1 0 0,-1 0 0,1 0 0,-1 0 0,1-1 0,-1 1 0,0 0 0,-1 0 0,1 0 0,-1 0 0,1 0 0,-1 0 0,0-1 0,-2 6 0,-1-2 0,1 0 0,-1 0 0,0 0 0,-1-1 0,0 1 0,0-1 0,0 0 0,0 0 0,-1-1 0,-12 9 0,-6 2 0,-41 22 0,61-36 0,-20 9 0,19-9 0,-1 0 0,1 0 0,0 1 0,-1 0 0,1 0 0,-7 6 0,12-8 0,-1-1 0,1 0 0,0 0 0,0 0 0,-1 1 0,1-1 0,0 0 0,0 0 0,0 1 0,0-1 0,-1 0 0,1 0 0,0 1 0,0-1 0,0 0 0,0 1 0,0-1 0,0 0 0,0 0 0,0 1 0,0-1 0,0 0 0,0 1 0,0-1 0,0 0 0,0 1 0,0-1 0,0 0 0,0 0 0,0 1 0,0-1 0,0 0 0,1 1 0,-1-1 0,0 0 0,0 0 0,0 1 0,0-1 0,1 0 0,-1 0 0,0 0 0,0 1 0,1-1 0,-1 0 0,0 0 0,0 0 0,1 0 0,-1 1 0,0-1 0,0 0 0,1 0 0,-1 0 0,0 0 0,1 0 0,20 6 0,-15-6 0,16 5 0,0-2 0,0-1 0,42-1 0,67-14 0,-125 12-109,27-5 352,-31 6-380,0-1 1,0 0 0,1 1 0,-1-1-1,0 0 1,0 0 0,0 0 0,0-1-1,0 1 1,3-3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0:24.2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861 34 24575,'46'-16'0,"8"-2"0,-93 26 0,0-2 0,-52 1 0,-82-7 0,85-1 0,-160-7 113,-12 0-1591,238 8-5348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0:25.0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1 116 24575,'3'-9'0,"1"0"0,1 0 0,0 0 0,0 1 0,1 0 0,0 0 0,0 0 0,9-7 0,-12 11 0,1 1 0,0 0 0,0 0 0,0 1 0,0-1 0,1 1 0,-1 0 0,1 0 0,-1 0 0,1 1 0,0-1 0,-1 1 0,1 0 0,0 1 0,0-1 0,0 1 0,0 0 0,7 1 0,3 1 0,-1 1 0,0 0 0,23 9 0,-31-9 0,0-1 0,0 1 0,0 0 0,-1 0 0,1 1 0,-1 0 0,0 0 0,0 0 0,-1 0 0,9 10 0,-11-10 0,-1-1 0,1 1 0,0 0 0,-1 0 0,0 0 0,0 0 0,0 0 0,-1 0 0,1 0 0,-1 0 0,0 0 0,0 0 0,0 0 0,0 0 0,-1 0 0,0 0 0,-1 5 0,-1 0 0,0 0 0,0 0 0,-1 0 0,0 0 0,0-1 0,-8 11 0,-17 18 0,-10 13 0,35-44 0,1 0 0,0 0 0,0 0 0,0 0 0,1 1 0,0-1 0,-2 8 0,4-13 0,0 0 0,-1 0 0,1 0 0,0 0 0,0-1 0,0 1 0,0 0 0,0 0 0,0 0 0,0 0 0,0 0 0,0 0 0,0 0 0,1 0 0,-1 0 0,0-1 0,1 1 0,-1 0 0,0 0 0,1 0 0,-1-1 0,1 1 0,0 0 0,-1 0 0,1-1 0,0 2 0,1-2 0,-1 1 0,0-1 0,1 1 0,-1-1 0,1 0 0,-1 1 0,1-1 0,-1 0 0,1 0 0,-1 0 0,0 0 0,1 0 0,-1-1 0,3 1 0,5-3 0,0 0 0,0 0 0,15-8 0,-13 6 0,0-1 0,0-1 0,-1 1 0,0-2 0,-1 1 0,1-2 0,-1 1 0,-1-1 0,0 0 0,0-1 0,8-13 0,-8 11-1365,0 2-5461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0:25.2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1 24575,'-5'7'0,"-1"5"0,0 3 0,3-1 0,3-3-8191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0:25.8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3 24575,'-5'-1'0,"0"0"0,0 1 0,-1 0 0,1 0 0,0 0 0,0 1 0,-1-1 0,1 1 0,0 1 0,-5 1 0,8-3 0,1 1 0,0 0 0,-1-1 0,1 1 0,0 0 0,-1 0 0,1 0 0,0 0 0,0 0 0,0 0 0,0 0 0,0 0 0,0 1 0,0-1 0,0 0 0,0 0 0,1 1 0,-1-1 0,0 1 0,1-1 0,-1 1 0,1-1 0,0 1 0,-1-1 0,1 1 0,0-1 0,0 1 0,0-1 0,0 1 0,0-1 0,1 1 0,-1 0 0,0-1 0,1 1 0,-1-1 0,1 0 0,0 3 0,1 0 0,-1-1 0,1 0 0,-1 1 0,1-1 0,0 0 0,0 0 0,0 0 0,0 0 0,1 0 0,-1-1 0,1 1 0,0-1 0,0 0 0,0 0 0,0 0 0,0 0 0,0 0 0,6 2 0,-1-2 0,0 1 0,0-2 0,1 1 0,-1-1 0,0-1 0,1 1 0,8-2 0,-9 1 0,0 1 0,0 0 0,0 0 0,0 1 0,0 0 0,-1 1 0,1-1 0,-1 1 0,1 1 0,-1-1 0,8 7 0,1 0 0,0 2 0,-1 0 0,21 22 0,-34-32 0,-1-1 0,1 1 0,-1-1 0,0 1 0,0 0 0,0-1 0,0 1 0,0 0 0,0 0 0,0 0 0,0 0 0,-1 0 0,1 0 0,-1 0 0,0 0 0,1 0 0,-1 0 0,0 0 0,0 3 0,-1-3 0,0 1 0,1 0 0,-1 0 0,0-1 0,-1 1 0,1 0 0,0-1 0,-1 1 0,1-1 0,-1 0 0,0 1 0,-3 2 0,1-1 0,-1 0 0,1 0 0,-1 0 0,0-1 0,0 0 0,-1 0 0,1 0 0,-1-1 0,1 1 0,-1-1 0,0-1 0,-10 3 0,-5-2 40,0-2 0,-26-1 0,39 0-189,1 0 1,-1 0-1,1-1 1,-1 0-1,1 0 1,0 0-1,0-1 1,0-1-1,-10-5 1,8 2-6678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0:26.2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 24575,'29'-2'0,"13"-1"0,3 2 0,-3 2 0,-6 0 0,-7 1 0,-6-1 0,-4 0 0,-3-1 0,-2 1 0,-3-1-8191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0:27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1 24575,'8'0'0,"4"0"0,-2 0 0,-5 0 0,-6 0 0,-5 0 0,-4 0 0,-3 0 0,-2 0 0,0 0 0,2 0-8191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0:28.9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461 35 24575,'4'-6'0,"-2"4"0,0-1 0,0 0 0,0 1 0,-1-1 0,1 0 0,-1 0 0,2-6 0,-3 9 0,0 0 0,-1 0 0,1 0 0,0 0 0,0 0 0,-1 0 0,1 0 0,0 0 0,-1 0 0,1 0 0,0 0 0,0 0 0,-1 0 0,1 0 0,0 0 0,-1 0 0,1 0 0,0 0 0,0 0 0,-1 0 0,1 1 0,0-1 0,-1 0 0,1 0 0,0 0 0,0 0 0,0 1 0,-1-1 0,1 0 0,-10 7 0,-5 1 0,0 0 0,0 0 0,-1-1 0,0-1 0,-16 4 0,-86 15 0,107-23 0,-34 6 0,21-5 0,-34 10 0,50-11 0,0 1 0,0 0 0,1 1 0,-1-1 0,1 2 0,-1-1 0,-12 11 0,16-11 0,-13 13 0,17-17 0,0 0 0,0 1 0,-1-1 0,1 0 0,0 0 0,0 1 0,0-1 0,0 0 0,0 0 0,0 1 0,0-1 0,0 0 0,0 0 0,0 1 0,0-1 0,0 0 0,0 1 0,0-1 0,0 0 0,0 0 0,0 1 0,0-1 0,0 0 0,0 0 0,0 1 0,1-1 0,-1 1 0,1-1 0,0 1 0,-1-1 0,1 0 0,-1 1 0,1-1 0,0 0 0,0 1 0,-1-1 0,1 0 0,0 0 0,0 1 0,-1-1 0,2 0 0,8 1 0,9 2 0,-1 0 0,30 10 0,376 130 0,-419-142-84,-5-1-8,1 1 1,0-1-1,0 0 1,-1 1-1,1-1 1,0 0-1,0 0 1,0 0-1,-1 0 1,1 0-1,0 0 1,0 0-1,1 0 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0:29.4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40 24575,'-10'-15'0,"-1"0"0,2 6 0,2 10 0,5 12 0,5 9 0,2 10 0,3 5 0,0 5 0,0 0 0,0 0 0,-1 0 0,-3-2 0,-2-2 0,-3-2 0,-2-3 0,-3-5 0,0-8-8191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1:24.5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17 24575,'0'0'0,"-1"0"0,1 0 0,-1 0 0,1 0 0,0 0 0,-1 0 0,1 0 0,-1-1 0,1 1 0,0 0 0,-1 0 0,1-1 0,0 1 0,-1 0 0,1 0 0,0-1 0,0 1 0,-1 0 0,1-1 0,0 1 0,0-1 0,-1 1 0,1 0 0,0-1 0,0 1 0,0 0 0,0-1 0,0 1 0,0-1 0,-1 1 0,1-1 0,0 0 0,0 1 0,0 0 0,1-1 0,-1 1 0,0 0 0,0-1 0,0 1 0,0 0 0,0 0 0,0-1 0,0 1 0,0 0 0,1-1 0,-1 1 0,0 0 0,0 0 0,0-1 0,1 1 0,-1 0 0,0 0 0,0 0 0,0-1 0,1 1 0,-1 0 0,0 0 0,1 0 0,-1 0 0,0 0 0,0-1 0,1 1 0,-1 0 0,0 0 0,1 0 0,-1 0 0,0 0 0,1 0 0,-1 0 0,0 0 0,0 0 0,1 0 0,-1 0 0,0 0 0,1 0 0,-1 1 0,0-1 0,1 0 0,-1 0 0,0 0 0,0 0 0,1 0 0,-1 1 0,4 1 0,-1 0 0,1 0 0,-1 0 0,0 0 0,0 1 0,0-1 0,0 1 0,5 6 0,19 29 0,-18-26 0,52 77 0,178 236 0,-84-148 0,-144-162 0,-9-12 0,0 1 0,1-1 0,-1 0 0,1 0 0,0 0 0,0 0 0,0-1 0,5 4 0,-8-6-3,1 1 1,-1-1-1,1 0 0,-1 1 0,1-1 0,-1 0 0,1 0 0,-1 0 0,1 0 1,-1 0-1,1 1 0,-1-1 0,1 0 0,-1 0 0,1 0 0,-1 0 0,1 0 1,-1-1-1,1 1 0,-1 0 0,1 0 0,-1 0 0,1 0 0,-1 0 0,1-1 1,-1 1-1,1-1 0,0 1 16,-1-1 1,1 0-1,-1 1 0,1-1 1,-1 0-1,0 0 0,1 0 1,-1 1-1,0-1 0,0 0 1,0 0-1,1 0 0,-1 0 1,0-1-1,0-2-261,-1-1 1,1 1-1,-1 0 1,1 0-1,-3-7 1,-3-2-6579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1:24.9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341 77 24575,'-8'-13'0,"5"7"0,0 0 0,0 1 0,-1-1 0,0 1 0,0 0 0,0 0 0,-1 0 0,0 1 0,0-1 0,-5-3 0,9 8 0,0 0 0,1-1 0,-1 1 0,1 0 0,-1-1 0,0 1 0,1 0 0,-1 0 0,0-1 0,0 1 0,1 0 0,-1 0 0,0 0 0,1 0 0,-1 0 0,0 0 0,0 0 0,1 0 0,-1 0 0,0 0 0,1 1 0,-1-1 0,0 0 0,1 0 0,-1 1 0,0-1 0,1 0 0,-1 1 0,1-1 0,-1 1 0,0-1 0,1 0 0,-1 1 0,1 0 0,-1-1 0,1 1 0,0-1 0,-1 1 0,1-1 0,0 1 0,-1 0 0,1-1 0,0 1 0,0 0 0,-1 1 0,0 4 0,0-1 0,0 1 0,0 0 0,1 9 0,-1-8 0,-2 29 0,-1-1 0,-3 0 0,0 0 0,-17 44 0,-63 128 0,33-79 0,6-15 0,36-91-1365,7-13-5461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1:25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46 24575,'9'-43'0,"-7"41"0,-1 8 0,-1 10 0,-9 93 0,4 1 0,16 176 0,-7-255 0,1-1 0,18 56 0,-18-71 0,1 0 0,0 0 0,1-1 0,1 0 0,0 0 0,1-1 0,14 17 0,-20-27 0,0 1 0,1-1 0,-1 0 0,1-1 0,0 1 0,-1-1 0,1 1 0,7 2 0,-10-5 0,1 1 0,-1-1 0,1 1 0,-1-1 0,1 0 0,0 1 0,-1-1 0,1 0 0,0 0 0,-1 0 0,1 0 0,0-1 0,-1 1 0,1 0 0,0-1 0,-1 1 0,1-1 0,-1 1 0,1-1 0,-1 0 0,1 0 0,-1 0 0,1 1 0,-1-1 0,2-2 0,5-6-1365,-1 1-5461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1:25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0 106 24575,'8'-8'0,"51"-47"0,-52 49 0,0 1 0,0 0 0,1 0 0,0 1 0,0 0 0,13-5 0,-17 8 0,-1 0 0,1 0 0,-1 0 0,1 1 0,0-1 0,-1 1 0,1 0 0,0 0 0,-1 1 0,1-1 0,-1 1 0,1 0 0,0 0 0,3 1 0,-2 1 0,0-1 0,-1 1 0,1 0 0,-1 0 0,1 0 0,-1 0 0,0 1 0,6 7 0,0 2 0,0 1 0,-1 1 0,0 0 0,12 30 0,-16-31 0,0 0 0,-1 0 0,-1 1 0,0 0 0,-1-1 0,-1 1 0,0 0 0,-1 0 0,-1 0 0,0 0 0,-1 0 0,-5 19 0,6-27 0,-1 0 0,1 0 0,1-1 0,-1 1 0,1 0 0,1 12 0,-1-17 0,1 0 0,-1 0 0,1 0 0,0 0 0,0 0 0,-1 0 0,1-1 0,0 1 0,0 0 0,1-1 0,-1 1 0,0-1 0,1 1 0,-1-1 0,0 1 0,1-1 0,0 0 0,-1 0 0,1 0 0,0 0 0,-1 0 0,1 0 0,0 0 0,0-1 0,0 1 0,0 0 0,3-1 0,3 2 10,0-1 0,1 0 0,-1 0 0,0-1 0,1 0 0,-1-1 0,0 0 0,0 0 0,1-1 0,-1 0 0,10-4 0,-12 4-93,-1-1 1,0 1-1,0-1 1,0 0-1,-1 0 1,1-1-1,-1 1 1,0-1-1,0 0 1,0 0-1,0 0 1,-1-1-1,1 1 1,-1-1-1,-1 0 1,1 0-1,3-8 1,-2 0-6744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1:26.0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388 0 24575,'-29'3'0,"-13"0"0,-1 0 0,2 0 0,5-2 0,6 1 0,6-2 0,5 0 0,0 0 0,1 0 0,-1 3 0,0 0 0,1 0 0,1 2 0,4 0-8191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1:26.4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24575,'19'0'0,"-1"1"0,0 1 0,0 0 0,0 2 0,-1 0 0,1 1 0,-1 1 0,0 0 0,26 15 0,-25-11 0,-1 1 0,0 2 0,-1-1 0,0 2 0,-1 0 0,0 1 0,-1 0 0,13 21 0,-3 0 0,-3 0 0,0 2 0,-3 1 0,-1 0 0,-2 1 0,18 78 0,-29-104 0,-2 0 0,1 0 0,-2 0 0,0 0 0,-1 1 0,0-1 0,-1 0 0,-5 24 0,5-31 0,-1-1 0,0 0 0,0 0 0,-1 0 0,0 0 0,0 0 0,0 0 0,-1-1 0,0 1 0,0-1 0,0 0 0,0 0 0,-1-1 0,0 1 0,0-1 0,0 0 0,-1 0 0,1-1 0,-1 0 0,0 0 0,-6 3 0,-24 3-1365,21-7-5461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1:26.7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388 103 24575,'-27'-12'0,"-16"-4"0,-6-2 0,3 2 0,5 4 0,6 1 0,5 3 0,4 3 0,5 2 0,3 1 0,3 2 0,0 0 0,4 3 0,1 1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1:26.9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342 89 24575,'-29'-14'0,"-13"-6"0,-3 1 0,2 4 0,8 5 0,3 3 0,3 3 0,4 5 0,2 3 0,1-1 0,5 1-8191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1:28.3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768 22 24575,'1'-1'0,"0"1"0,0-1 0,-1 0 0,1 1 0,0-1 0,-1 0 0,1 0 0,-1 0 0,1 0 0,-1 0 0,1 0 0,-1 0 0,1-2 0,-1 3 0,0 0 0,0-1 0,0 1 0,0 0 0,0 0 0,-1-1 0,1 1 0,0 0 0,0-1 0,0 1 0,0 0 0,0 0 0,-1-1 0,1 1 0,0 0 0,0 0 0,0 0 0,-1-1 0,1 1 0,0 0 0,0 0 0,-1 0 0,1-1 0,0 1 0,0 0 0,-1 0 0,1 0 0,0 0 0,-1 0 0,-1-1 0,-1 1 0,1 0 0,-1 0 0,1 0 0,-1 0 0,1 0 0,-1 0 0,1 1 0,-1 0 0,-1 0 0,-49 14 0,-79 13 0,-56-4 0,72-10 0,-14-1 0,39-5 0,84-8 0,5 0 0,1 0 0,-1 0 0,0 0 0,0 0 0,1 1 0,-1-1 0,0 0 0,1 1 0,-1-1 0,0 1 0,1 0 0,-4 1 0,5-2 0,0 1 0,0-1 0,0 0 0,1 1 0,-1-1 0,0 0 0,0 1 0,0-1 0,0 1 0,0-1 0,1 0 0,-1 1 0,0-1 0,0 0 0,1 0 0,-1 1 0,0-1 0,0 0 0,1 1 0,-1-1 0,0 0 0,1 0 0,-1 0 0,0 1 0,1-1 0,-1 0 0,1 0 0,-1 0 0,0 0 0,1 0 0,13 7 0,155 44 0,-8-2 0,69 48 0,-224-95 0,-1 1 0,1 0 0,-1 1 0,0-1 0,0 1 0,6 6 0,-10-9 0,0 0 0,0 0 0,0 0 0,0 0 0,-1 0 0,1 0 0,0 1 0,-1-1 0,1 0 0,-1 0 0,1 1 0,-1-1 0,0 0 0,0 0 0,1 1 0,-1-1 0,0 0 0,0 1 0,0-1 0,0 0 0,-1 1 0,1-1 0,0 0 0,0 1 0,-1-1 0,1 0 0,-1 0 0,1 1 0,-1-1 0,0 0 0,1 0 0,-1 0 0,0 0 0,0 0 0,-1 2 0,-2 0 0,0 1 0,0 0 0,0-1 0,0 0 0,-1 0 0,0 0 0,1-1 0,-10 4 0,-45 12 0,41-14 0,-247 86 0,230-76 0,-104 49 0,136-62 0,0 1 0,0-1 0,0 1 0,0 0 0,1 1 0,-1-1 0,1 0 0,-3 3 0,5-4 0,-1 0 0,1-1 0,0 1 0,-1 0 0,1-1 0,0 1 0,-1 0 0,1 0 0,0-1 0,0 1 0,0 0 0,0 0 0,-1 0 0,1-1 0,0 1 0,1 0 0,-1 0 0,0 0 0,0-1 0,0 1 0,0 0 0,1 0 0,-1-1 0,0 1 0,1 0 0,-1 0 0,0-1 0,1 1 0,-1 0 0,1-1 0,-1 1 0,1-1 0,-1 1 0,1-1 0,0 1 0,-1-1 0,1 1 0,1 0 0,3 2 0,0 1 0,1-1 0,-1-1 0,1 1 0,0-1 0,0 0 0,7 2 0,45 6 0,-39-8 0,180 14 0,1-16 0,-86-2 0,69 2-1365,-156 0-5461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1:28.9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 24575,'-3'12'0,"1"0"0,0 0 0,1 1 0,-1 21 0,3-30 0,-1 0 0,0 0 0,1 0 0,-1 0 0,1-1 0,0 1 0,1 0 0,-1-1 0,0 1 0,1-1 0,0 1 0,0-1 0,0 0 0,0 1 0,1-1 0,-1 0 0,1-1 0,0 1 0,3 3 0,-5-6 0,-1 0 0,0 0 0,0 1 0,1-1 0,-1 0 0,1 0 0,-1 1 0,0-1 0,1 0 0,-1 0 0,0 0 0,1 0 0,-1 0 0,1 0 0,-1 1 0,0-1 0,1 0 0,-1 0 0,1 0 0,-1 0 0,0-1 0,1 1 0,-1 0 0,1 0 0,-1 0 0,0 0 0,1 0 0,-1 0 0,1-1 0,-1 1 0,1 0 0,-1-1 0,1 0 0,0 0 0,-1 0 0,1 0 0,-1 0 0,1 1 0,-1-1 0,0 0 0,1 0 0,-1 0 0,1-3 0,1-31 0,-2 33 0,-2-23 0,2 18 0,-1-1 0,1 0 0,0 1 0,0-1 0,1 0 0,2-8 0,-3 15 0,1 0 0,-1 0 0,0 0 0,1 0 0,0 0 0,-1 0 0,1 0 0,-1 0 0,1 1 0,0-1 0,0 0 0,-1 0 0,1 0 0,0 1 0,0-1 0,0 0 0,0 1 0,0-1 0,0 1 0,0-1 0,0 1 0,0 0 0,0-1 0,0 1 0,0 0 0,1 0 0,-1 0 0,0 0 0,0 0 0,0 0 0,0 0 0,0 0 0,0 0 0,0 0 0,1 1 0,-1-1 0,0 0 0,1 1 0,5 2 0,1 0 0,-1 0 0,0 1 0,8 5 0,-13-7 0,38 26-617,49 44-1,-87-71 488,6 7-6696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1:29.4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24575,'10'7'0,"5"8"0,6 3 0,1 2 0,2 1 0,2 1 0,1-2 0,1 1 0,-1-1 0,-2-1 0,-1-1 0,0-2 0,-3 0 0,-1-4 0,-2-1 0,-2-2 0,-1-1 0,-3-1-8191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1:29.6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1 24575,'-17'22'0,"-6"9"0,2 3 0,1-2 0,4-5 0,3-4 0,3-3 0,1-4 0,2 0 0,0-2 0,-2-1 0,1-1-8191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1:30.3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247 67 24575,'-2'0'0,"-33"-17"0,-1 2 0,-62-17 0,95 31 0,0 0 0,1 1 0,-1-1 0,0 1 0,0 0 0,1 0 0,-1 0 0,0 0 0,0 1 0,1-1 0,-1 1 0,0 0 0,1-1 0,-1 1 0,0 0 0,-2 2 0,3-2 0,0 1 0,0 0 0,0 0 0,1-1 0,-1 1 0,0 0 0,1 1 0,-1-1 0,1 0 0,0 0 0,0 0 0,0 1 0,0-1 0,0 1 0,0-1 0,0 1 0,0 2 0,0 4 0,1-1 0,-1 0 0,1 1 0,1-1 0,-1 0 0,1 1 0,1-1 0,0 0 0,0 0 0,0 0 0,6 12 0,6 7 0,30 49 0,-18-34 0,14 22 0,-19-32 0,-1 0 0,19 45 0,-37-70 0,1 0 0,-1 0 0,0 1 0,-1-1 0,0 0 0,0 1 0,-1-1 0,0 1 0,0-1 0,0 0 0,-1 1 0,0-1 0,-1 0 0,0 1 0,0-1 0,0 0 0,-1 0 0,-4 8 0,6-14 0,1 0 0,-1 0 0,1 0 0,-1 0 0,1 0 0,-1 0 0,1 0 0,0 0 0,0 0 0,0 1 0,-1-1 0,1 0 0,0 0 0,0 0 0,1 0 0,-1 1 0,0-1 0,0 0 0,1 0 0,-1 0 0,0 0 0,1 0 0,-1 0 0,1 2 0,1-2 0,-1 0 0,1 1 0,-1-1 0,1 0 0,-1 0 0,1 0 0,-1 0 0,1 0 0,0 0 0,0 0 0,0-1 0,-1 1 0,4 0 0,6 1 0,0-1 0,0 1 0,21-2 0,-32 0 0,3 0 0,0 0 0,0 0 0,0 0 0,0-1 0,0 1 0,0-1 0,0 0 0,0 0 0,-1 0 0,1 0 0,0 0 0,-1 0 0,1-1 0,0 1 0,-1-1 0,0 0 0,1 0 0,-1 0 0,0 0 0,0 0 0,0 0 0,0-1 0,0 1 0,-1-1 0,1 1 0,-1-1 0,0 0 0,0 1 0,0-1 0,0 0 0,1-6 0,2-3-1365,0 3-5461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1:30.7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5 24575,'0'1'0,"-1"0"0,1 0 0,0 0 0,-1 0 0,1 0 0,0 0 0,0 0 0,0 0 0,0 1 0,0-1 0,0 0 0,0 0 0,0 0 0,0 0 0,0 0 0,0 0 0,1 0 0,-1 0 0,1 0 0,-1 0 0,0 0 0,1 0 0,0 0 0,-1 0 0,2 1 0,17 24 0,-14-19 0,6 6 0,1 0 0,22 20 0,-30-30 0,0-1 0,-1 1 0,1 0 0,0-1 0,0 0 0,1 0 0,-1 0 0,0-1 0,1 1 0,-1-1 0,1 0 0,-1 0 0,1-1 0,0 1 0,5-1 0,-8 0 0,0-1 0,-1 1 0,1 0 0,-1-1 0,1 1 0,-1-1 0,1 1 0,-1-1 0,1 0 0,-1 1 0,1-1 0,-1 0 0,0 0 0,1 0 0,-1 0 0,0-1 0,1 0 0,0-1 0,0 1 0,0-1 0,-1 0 0,0 1 0,1-1 0,-1 0 0,0 0 0,1-5 0,0-4 0,-1 0 0,0 0 0,-1-20 0,0 27 0,0 2 0,-1 1 0,1 0 0,1-1 0,-1 1 0,0-1 0,1 1 0,-1 0 0,1-1 0,-1 1 0,2-3 0,-1 5 0,-1 0 0,0-1 0,0 1 0,1 0 0,-1-1 0,0 1 0,0 0 0,1 0 0,-1-1 0,0 1 0,1 0 0,-1 0 0,0-1 0,1 1 0,-1 0 0,1 0 0,-1 0 0,0 0 0,1 0 0,-1 0 0,1 0 0,-1 0 0,1 0 0,1 0 0,-1 0 0,0 1 0,0-1 0,1 1 0,-1-1 0,0 1 0,0-1 0,1 1 0,-1 0 0,2 1 0,96 82 0,-75-66-1365,-15-12-5461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1:31.3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0 120 24575,'14'-9'0,"83"-57"0,-85 58 0,1 2 0,0 0 0,0 0 0,1 1 0,-1 1 0,16-4 0,-25 8 0,0-1 0,0 1 0,0 0 0,1 0 0,-1 0 0,0 0 0,0 1 0,0 0 0,0 0 0,-1 0 0,1 0 0,0 1 0,0-1 0,3 3 0,-1-1 0,-1 1 0,0 0 0,0 0 0,-1 0 0,1 0 0,-1 1 0,0 0 0,5 7 0,-2 0 0,-1-1 0,0 1 0,0 0 0,-2 0 0,1 0 0,-2 1 0,0-1 0,3 18 0,-2 5 0,26 179 0,-20-161 0,2-1 0,20 52 0,-29-97 0,0 1 0,-1 0 0,0 0 0,0 0 0,0 13 0,-1-19 0,-1 0 0,0 0 0,-1 1 0,1-1 0,0 0 0,-1 0 0,1 0 0,-1 0 0,1 0 0,-1 0 0,0 0 0,0 0 0,0 0 0,0 0 0,0 0 0,-1 0 0,1-1 0,-1 1 0,1 0 0,-1-1 0,1 1 0,-1-1 0,0 0 0,0 0 0,-3 2 0,-8 3-77,-1-1-1,-17 5 0,17-6-1054,1 0-5694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1:32.1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56 24575,'1'-4'0,"0"1"0,0 0 0,0 0 0,1 0 0,0 0 0,-1 1 0,1-1 0,0 0 0,0 1 0,1-1 0,-1 1 0,0 0 0,1-1 0,-1 1 0,1 0 0,0 1 0,0-1 0,0 0 0,0 1 0,0 0 0,0-1 0,0 1 0,0 0 0,0 1 0,1-1 0,-1 1 0,0-1 0,0 1 0,1 0 0,4 1 0,-2-1 0,-1 1 0,1 0 0,-1 1 0,1-1 0,-1 1 0,1 0 0,-1 0 0,0 1 0,0 0 0,0 0 0,-1 0 0,1 0 0,-1 1 0,1 0 0,-1 0 0,0 0 0,4 5 0,-3 0 0,0-1 0,0 0 0,-1 1 0,0 0 0,0 0 0,-1 1 0,0-1 0,0 1 0,-2-1 0,1 1 0,0 16 0,-2-6 0,-1-1 0,-1 1 0,-1-1 0,-9 36 0,8-38 0,-5 34 0,9-43 0,-1 0 0,1 0 0,0 0 0,1 0 0,0 0 0,3 11 0,-3-15 0,1 0 0,0 0 0,-1-1 0,1 1 0,0-1 0,1 1 0,-1-1 0,1 0 0,0 0 0,-1 0 0,1 0 0,0 0 0,1-1 0,-1 1 0,0-1 0,1 0 0,-1 0 0,1 0 0,4 1 0,1 0 0,0 0 0,0-1 0,0 0 0,0-1 0,0 1 0,1-2 0,11 0 0,-18 0-52,3 1-58,0-1 1,1 0-1,-1-1 1,0 0 0,0 0-1,0 0 1,0 0-1,0-1 1,0 0 0,0-1-1,10-5 1,-4-1-6717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1:32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55 24575,'-27'-10'0,"-11"-3"0,-2 1 0,3 2 0,6 3 0,8 5 0,6 2 0,3 3 0,1 2 0,3 0-8191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1:32.8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347 31 24575,'-27'-5'0,"-11"-1"0,-4-1 0,2 2 0,6 2 0,3 1 0,6 0 0,1 2 0,2 0 0,3 3 0,2 0 0,1 0 0,4 0-8191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1:33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18 24575,'-1'0'0,"1"0"0,0 1 0,0-1 0,-1 0 0,1 0 0,0 1 0,0-1 0,-1 0 0,1 0 0,0 1 0,0-1 0,0 0 0,0 1 0,0-1 0,-1 0 0,1 1 0,0-1 0,0 0 0,0 1 0,0-1 0,0 1 0,0-1 0,0 0 0,0 1 0,0-1 0,0 0 0,0 1 0,0-1 0,1 0 0,-1 1 0,0-1 0,0 0 0,0 1 0,0-1 0,1 0 0,-1 1 0,6 15 0,-6-15 0,10 19 0,0 0 0,1 0 0,1 0 0,27 31 0,-38-50 0,0 0 0,-1 0 0,1 0 0,0 0 0,0 0 0,0 0 0,0 0 0,0-1 0,0 1 0,0 0 0,0 0 0,0-1 0,0 1 0,0-1 0,0 1 0,0-1 0,0 0 0,1 1 0,-1-1 0,0 0 0,0 0 0,0 0 0,1 0 0,1 0 0,-2-1 0,0 1 0,0-1 0,1 0 0,-1 0 0,-1 0 0,1 1 0,0-1 0,0 0 0,0 0 0,0 0 0,-1-1 0,1 1 0,0 0 0,-1 0 0,1 0 0,-1 0 0,1-1 0,-1 1 0,0 0 0,0 0 0,1-1 0,-1 1 0,0-2 0,3-41 0,-4 33 0,2 1 0,0-1 0,0 1 0,1 0 0,0-1 0,0 1 0,7-15 0,-8 23 0,0 1 0,-1-1 0,1 1 0,1-1 0,-1 1 0,0 0 0,0 0 0,0-1 0,1 1 0,-1 0 0,1 0 0,-1 0 0,1 1 0,-1-1 0,1 0 0,-1 0 0,1 1 0,0-1 0,-1 1 0,1 0 0,0-1 0,-1 1 0,1 0 0,0 0 0,0 0 0,-1 0 0,1 0 0,0 0 0,-1 1 0,1-1 0,0 1 0,-1-1 0,4 2 0,4 1 0,1 2 0,-1-1 0,1 1 0,9 7 0,-17-10 0,24 16 0,-1 2 0,-1 1 0,28 32 0,-45-46-341,0 1 0,-1 0-1,8 13 1,-8-8-6485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16.6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2 24575,'-3'-2'0,"3"3"0,3 8 0,7 11 0,23 36 0,44 57 0,-72-107-93,-6-10 253,-7-14-688,7 15-376,-5-9-5922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16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 38 24575,'-3'-10'0,"-2"-3"0,-2 3 0,2 6 0,-2 3 0,1 5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17.2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178 47 24575,'-10'-6'0,"-50"-24"0,55 28 0,-1 0 0,0 0 0,1 1 0,-1 0 0,0 0 0,0 0 0,0 0 0,-10 1 0,14 0 0,0 1 0,0-1 0,0 1 0,0 0 0,0-1 0,0 1 0,1 0 0,-1 0 0,0 0 0,0 0 0,1 0 0,-1 0 0,1 1 0,-1-1 0,1 1 0,-1-1 0,1 1 0,0-1 0,0 1 0,0 0 0,0-1 0,0 1 0,0 0 0,0 0 0,0 0 0,1 0 0,-1 3 0,-1 3 0,1 1 0,0-1 0,0 1 0,1-1 0,0 11 0,3 7 4,0-1-1,2 0 1,15 48-1,36 71-518,-56-143 507,41 92-9,4-1 0,4-3 0,4-1 0,4-4 0,107 125 0,-146-191-1247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17.4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455 105 24575,'-29'-15'0,"-15"-4"0,-5 0 0,1 4 0,4 2 0,7 3 0,5 3 0,2 3 0,3 2 0,2 2 0,1 0 0,0 1 0,1-1 0,5 1-8191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18.1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1 162 24575,'20'31'0,"188"257"0,-239-334 0,11 22 0,2-1 0,2 0 0,0-1 0,1-1 0,2-1 0,0 0 0,2 0 0,2-1 0,-10-46 0,18 69 0,0 1 0,0-1 0,1 1 0,0-1 0,0 1 0,1-1 0,0 1 0,0-1 0,0 1 0,0-1 0,1 1 0,0 0 0,3-7 0,-3 10 0,-1-1 0,1 0 0,0 1 0,0 0 0,0-1 0,0 1 0,1 0 0,-1 0 0,1 0 0,-1 0 0,1 1 0,0-1 0,-1 1 0,1 0 0,0-1 0,0 1 0,0 0 0,0 1 0,0-1 0,0 1 0,0-1 0,1 1 0,-1 0 0,6 0 0,-3 1-80,0 0 0,0 1-1,0-1 1,1 1 0,-2 1-1,1-1 1,0 1 0,0 0-1,-1 0 1,0 1 0,1-1 0,-1 1-1,-1 0 1,1 1 0,-1-1-1,8 10 1,-3-2-6746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18.5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215 46 24575,'-2'-8'0,"-4"-2"0,-3 1 0,-2 1 0,-2 3 0,-2 2 0,1 1 0,-1 1 0,0 1 0,0 1 0,0-1 0,0 0 0,0 1 0,1 1 0,0 2 0,-1-1 0,3 0-8191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18.8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61 24575,'-17'-10'0,"-8"-3"0,-3 1 0,2 2 0,2 2 0,3 4 0,0 2 0,2 1 0,0 1 0,2 0 0,-1 1 0,0 2 0,3 0-8191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19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24575,'61'128'0,"80"145"0,-22-98-1365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20.7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24575,'12'8'0,"4"4"0,0 3 0,-4 1 0,-3-1-8191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20.9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24575,'4'12'0,"1"5"0,-2-2-8191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21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24575,'10'50'0,"18"52"0,-23-88 0,0 0 0,1 0 0,0-1 0,1 0 0,1-1 0,0 1 0,1-1 0,15 17 0,-23-28 0,0-1 0,-1 1 0,1 0 0,0-1 0,0 1 0,0 0 0,0-1 0,-1 1 0,1-1 0,0 1 0,0-1 0,0 0 0,0 1 0,0-1 0,0 0 0,0 0 0,0 0 0,0 0 0,0 1 0,0-1 0,1-1 0,0 1 0,-1 0 0,1-1 0,-1 0 0,1 1 0,-1-1 0,0 0 0,1 0 0,-1 0 0,0 0 0,0 0 0,0 0 0,0 0 0,0 0 0,2-2 0,2-5 0,-1 0 0,1-1 0,-1 1 0,2-10 0,-4 13 0,9-26 0,-2-1 0,6-36 0,-4 16 0,-11 51 0,0 0 0,0 0 0,0 0 0,1-1 0,-1 1 0,1 0 0,-1 0 0,1 0 0,-1 0 0,1 0 0,-1 0 0,1 0 0,0 0 0,0 0 0,0 1 0,-1-1 0,1 0 0,0 0 0,2 0 0,-2 0 0,0 1 0,0 0 0,0 0 0,0-1 0,0 1 0,0 0 0,0 0 0,0 0 0,0 0 0,0 1 0,0-1 0,0 0 0,0 0 0,0 1 0,0-1 0,0 0 0,2 1 0,2 3 0,1-1 0,-1 1 0,0-1 0,0 2 0,8 8 0,62 80 567,-49-59-1991,0 0-3607,-17-25 2728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21.9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124 46 24575,'-6'-2'0,"-8"-1"0,0 1 0,-16-2 0,27 4 0,1 0 0,-1-1 0,0 1 0,1 1 0,-1-1 0,0 0 0,1 1 0,-1-1 0,1 1 0,-1 0 0,1 0 0,-1 0 0,1 0 0,-1 0 0,1 1 0,0-1 0,0 1 0,-4 2 0,5-2 0,0 0 0,0 0 0,0 0 0,0 0 0,0 0 0,1 0 0,-1 0 0,1 0 0,-1 0 0,1 0 0,0 1 0,0-1 0,-1 0 0,2 0 0,-1 1 0,0-1 0,0 0 0,1 0 0,-1 0 0,1 0 0,0 0 0,-1 1 0,1-1 0,0 0 0,0-1 0,1 1 0,0 2 0,2 2 0,0 0 0,0 0 0,1-1 0,0 1 0,0-1 0,0-1 0,7 6 0,-4-5 0,0 0 0,0 0 0,0-1 0,0 0 0,0 0 0,1-1 0,0 0 0,17 3 0,-23-6 0,0 1 0,-1-1 0,1 0 0,0 0 0,0 0 0,0-1 0,-1 1 0,1-1 0,0 1 0,-1-1 0,1 0 0,0 0 0,-1 0 0,1 0 0,-1-1 0,1 1 0,-1-1 0,0 1 0,0-1 0,1 0 0,-1 0 0,-1 0 0,1 0 0,0 0 0,0-1 0,-1 1 0,1 0 0,-1-1 0,0 1 0,0-1 0,0 1 0,2-6 0,-3 4 0,1 0 0,0 0 0,-1 0 0,0-1 0,1 1 0,-2 0 0,1-1 0,0 1 0,-1 0 0,0 0 0,0 0 0,0-1 0,-1 1 0,1 0 0,-1 1 0,0-1 0,0 0 0,-1 0 0,1 1 0,-1-1 0,-5-5 0,4 4 0,-1 0 0,0 1 0,0-1 0,0 1 0,-1 0 0,1 0 0,-1 1 0,0-1 0,0 1 0,0 1 0,-1-1 0,1 1 0,-10-2 0,-3 2-682,-41 2-1,45 0-6143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22.6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104 218 24575,'13'29'0,"-2"-6"0,0 0 0,-2 0 0,9 36 0,-18-48 0,-5-13 0,-9-15 0,13 15 0,-20-27 0,-6-8 0,-33-61 0,54 86 0,1 1 0,0-1 0,0-1 0,1 1 0,1-1 0,0 1 0,0-1 0,2 0 0,-1 0 0,2-15 0,0 26 0,0 0 0,0 0 0,0 0 0,1 0 0,-1 0 0,1 0 0,-1 0 0,1 0 0,0 0 0,0 0 0,0 0 0,0 0 0,0 1 0,0-1 0,0 0 0,1 1 0,-1-1 0,1 1 0,-1-1 0,1 1 0,-1 0 0,1-1 0,0 1 0,0 0 0,0 0 0,0 0 0,-1 1 0,1-1 0,0 0 0,0 1 0,0-1 0,1 1 0,-1 0 0,0 0 0,4 0 0,3 0 0,1 0 0,0 1 0,0 1 0,0 0 0,-1 0 0,12 4 0,4 2-273,0 1 0,-1 1 0,0 1 0,26 17 0,-38-19-6553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23.0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77 24575,'-24'-12'0,"1"0"0,1 0 0,-1 2 0,-1 1 0,-45-11 0,66 19 0,0 1 0,0-1 0,0 1 0,0 0 0,0 0 0,0 0 0,0 1 0,0-1 0,1 1 0,-1-1 0,0 1 0,0 0 0,0 0 0,0 0 0,1 1 0,-4 1 0,4-2 0,1 1 0,0-1 0,0 0 0,-1 1 0,1-1 0,0 1 0,1-1 0,-1 1 0,0 0 0,0-1 0,1 1 0,-1 0 0,1-1 0,-1 1 0,1 0 0,0 0 0,-1-1 0,1 1 0,0 0 0,0 0 0,1 0 0,-1-1 0,0 1 0,1 0 0,-1 0 0,1-1 0,0 4 0,3 3 0,-1 1 0,1-1 0,1-1 0,-1 1 0,1-1 0,1 0 0,-1 0 0,1 0 0,12 10 0,-3-4 0,0-2 0,1 0 0,26 14 0,-36-22 0,0 0 0,0-1 0,0 0 0,0 0 0,1 0 0,-1-1 0,1 1 0,0-2 0,11 1 0,-16-1 0,0 0 0,0 0 0,1 0 0,-1-1 0,0 1 0,0-1 0,1 1 0,-1-1 0,0 0 0,0 0 0,0 0 0,0 0 0,0 0 0,0-1 0,0 1 0,-1 0 0,1-1 0,0 0 0,-1 1 0,1-1 0,-1 0 0,0 0 0,1 0 0,-1 1 0,0-1 0,0-1 0,0 1 0,0 0 0,-1 0 0,2-4 0,1-32 0,-3 37 0,0 1 0,0 0 0,0 0 0,0 0 0,0 0 0,0 0 0,0 0 0,0 0 0,0 0 0,0 0 0,0 0 0,0 0 0,0 0 0,0 0 0,0-1 0,0 1 0,0 0 0,0 0 0,0 0 0,0 0 0,0 0 0,0 0 0,0 0 0,0 0 0,0 0 0,0 0 0,0 0 0,0 0 0,0 0 0,0-1 0,0 1 0,0 0 0,0 0 0,0 0 0,0 0 0,0 0 0,1 0 0,-1 0 0,0 0 0,0 0 0,0 0 0,0 0 0,0 0 0,0 0 0,0 0 0,0 0 0,0 0 0,0 0 0,0 0 0,0 0 0,1 0 0,-1 0 0,0 0 0,0 0 0,0 0 0,0 0 0,0 0 0,0 0 0,0 0 0,0 0 0,3 6 0,2 8 0,9 30-1365,-8-30-5461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23.8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211 449 24575,'-27'-5'0,"-48"-6"0,68 11 0,-1-1 0,1 2 0,-1-1 0,1 1 0,-1 0 0,1 0 0,-12 4 0,17-4 0,0 0 0,0 0 0,0 0 0,0 0 0,0 0 0,0 1 0,0-1 0,0 0 0,0 1 0,1 0 0,-1-1 0,0 1 0,1 0 0,0 0 0,-1 0 0,-1 4 0,2-3 0,0 0 0,0 1 0,0-1 0,1 0 0,-1 1 0,1-1 0,-1 1 0,1-1 0,1 1 0,0 4 0,0 0 0,0-1 0,1 1 0,1-1 0,-1 0 0,1 0 0,1 0 0,-1 0 0,1-1 0,8 11 0,-5-8 0,1 0 0,0-1 0,0 0 0,1 0 0,14 9 0,-19-14 0,0-1 0,-1 0 0,1 0 0,0-1 0,0 1 0,0-1 0,0 0 0,0 0 0,1 0 0,-1 0 0,0-1 0,0 0 0,1 0 0,-1 0 0,0 0 0,0-1 0,1 1 0,4-3 0,-5 2 0,-1-1 0,0 0 0,0 0 0,0 0 0,0 0 0,0 0 0,0 0 0,-1-1 0,1 0 0,-1 1 0,0-1 0,0 0 0,0 0 0,0 0 0,0 0 0,0-1 0,-1 1 0,0 0 0,2-5 0,1-7 0,0 1 0,-1-1 0,1-19 0,-3 8 0,0 0 0,-2 0 0,-1 0 0,-1 1 0,-10-42 0,-48-121 0,50 159 0,-1 1 0,-2 0 0,-20-32 0,31 58 0,2 7 0,0 8 0,1-12 0,1 19 0,1 1 0,1-1 0,8 32 0,24 61 0,-28-93 0,68 170 0,-54-146 0,2-1 0,34 48 0,-54-87 0,1 0 0,-1 1 0,1-1 0,0 0 0,0-1 0,1 1 0,-1-1 0,1 1 0,0-2 0,-1 1 0,1 0 0,9 2 0,-11-4 0,0 0 0,0-1 0,0 1 0,0-1 0,0 1 0,0-1 0,0 0 0,0 0 0,0-1 0,0 1 0,0-1 0,0 1 0,0-1 0,0 0 0,0 0 0,0-1 0,-1 1 0,1 0 0,0-1 0,-1 1 0,1-1 0,-1 0 0,1 0 0,2-3 0,-2 1 0,0 0 0,0 0 0,0 0 0,0 0 0,-1 0 0,1 0 0,-1 0 0,0-1 0,-1 0 0,1 1 0,1-7 0,-1-3 0,-1 0 0,1-22 0,-1 2 0,-2 34 0,1-1 0,0 1 0,0-1 0,0 1 0,0 0 0,0-1 0,0 1 0,0-1 0,0 1 0,0-1 0,1 1 0,-1-1 0,0 1 0,0-1 0,0 1 0,0 0 0,1-1 0,-1 1 0,0-1 0,0 1 0,1 0 0,-1-1 0,0 1 0,1 0 0,-1-1 0,0 1 0,1 0 0,0-1 0,0 1 0,-1 0 0,1 1 0,0-1 0,-1 0 0,1 1 0,-1-1 0,1 0 0,0 1 0,-1-1 0,1 0 0,-1 1 0,1-1 0,-1 1 0,1-1 0,-1 1 0,1 0 0,18 29 0,-18-29 0,13 23 0,0-1 0,2 0 0,1-2 0,29 31 0,-46-51 7,1-1 0,0 1 0,0 0 0,0 0 0,0 0 1,0-1-1,0 1 0,0-1 0,0 1 0,0 0 0,0-1 0,0 0 0,0 1 0,0-1 0,1 0 0,1 1 0,-2-2-58,-1 1 0,1 0-1,0 0 1,-1-1 0,1 1 0,0-1 0,-1 1-1,1 0 1,-1-1 0,1 1 0,-1-1-1,1 0 1,-1 1 0,0-1 0,1 1 0,-1-1-1,1 0 1,-1 1 0,0-1 0,0 0 0,1 1-1,-1-1 1,0 0 0,0 1 0,0-1 0,0 0-1,0 1 1,0-2 0,1-9-6775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24.0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24575,'10'5'0,"6"4"0,-1 3 0,-1 4 0,-5 3 0,-3-3-8191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24.4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6 24575,'-5'-2'0,"0"1"0,1 0 0,-1 0 0,0 1 0,0-1 0,0 1 0,1 0 0,-1 1 0,0-1 0,-6 2 0,8-1 0,1 0 0,0-1 0,0 1 0,-1 1 0,1-1 0,0 0 0,0 0 0,0 1 0,0-1 0,0 1 0,1 0 0,-1-1 0,0 1 0,1 0 0,-1 0 0,1 0 0,0 0 0,0 0 0,-1 0 0,1 1 0,1-1 0,-2 4 0,0 1 0,1 0 0,0 0 0,0 0 0,1 1 0,0-1 0,0 0 0,1 0 0,0 1 0,0-1 0,1 0 0,-1 0 0,2 0 0,-1 0 0,4 6 0,6 12 0,1-2 0,22 32 0,-26-43 0,-5-6 0,1 1 0,0-2 0,0 1 0,0-1 0,8 7 0,-12-11 0,1 0 0,-1 0 0,1 0 0,-1 0 0,1-1 0,0 1 0,-1 0 0,1-1 0,0 1 0,0-1 0,0 1 0,2-1 0,-3 0 0,0 0 0,0 0 0,0-1 0,0 1 0,0 0 0,0 0 0,0-1 0,0 1 0,0-1 0,0 1 0,0-1 0,0 1 0,0-1 0,-1 0 0,1 0 0,0 1 0,0-1 0,0 0 0,-1 0 0,1 0 0,-1 0 0,2-1 0,0-2 0,0 1 0,-1-1 0,1-1 0,-1 1 0,0 0 0,0 0 0,0 0 0,-1-1 0,1-4 0,-2-43 0,0 31 0,-1-4 0,2 14 0,-1-1 0,2-19 0,-1 30 0,0 1 0,0 0 0,0 0 0,0 0 0,0 0 0,0 0 0,0 0 0,0-1 0,0 1 0,0 0 0,0 0 0,0 0 0,0 0 0,0 0 0,0-1 0,0 1 0,0 0 0,0 0 0,0 0 0,0 0 0,1 0 0,-1 0 0,0-1 0,0 1 0,0 0 0,0 0 0,0 0 0,0 0 0,0 0 0,0 0 0,0 0 0,1 0 0,-1 0 0,0 0 0,0-1 0,0 1 0,0 0 0,0 0 0,0 0 0,1 0 0,-1 0 0,0 0 0,0 0 0,0 0 0,0 0 0,0 0 0,0 0 0,1 0 0,-1 0 0,0 0 0,6 8 0,3 11 0,7 41-1365,-12-47-5461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25.1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131 671 24575,'6'-37'0,"-1"0"0,-2-1 0,-2 0 0,-1 0 0,-2 0 0,-2 1 0,-1-1 0,-2 1 0,-18-56 0,-56-125 0,71 200 0,4 14 0,6 5 0,-1-1 0,1 0 0,0 1 0,0-1 0,-1 1 0,1-1 0,0 0 0,-1 1 0,1-1 0,0 1 0,0-1 0,0 1 0,0-1 0,-1 0 0,1 1 0,0-1 0,0 1 0,0-1 0,0 1 0,-1 15 0,1-1 0,0 0 0,1 0 0,1 1 0,3 14 0,0-1 0,3 24 0,2 0 0,18 52 0,-21-82 0,1-1 0,2 0 0,0-1 0,2 0 0,0-1 0,1 0 0,17 20 0,-8-16 60,47 43 0,-59-58-246,1-1 1,0-1-1,1 0 0,-1 0 1,1-1-1,1 0 1,18 5-1,-19-8-6640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25.9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216 574 24575,'-7'-10'0,"-50"-63"0,49 64 0,0 1 0,0 0 0,-1 0 0,0 1 0,-18-11 0,25 17 0,0 0 0,0-1 0,-1 1 0,1 1 0,0-1 0,-1 0 0,1 0 0,0 1 0,-1 0 0,1-1 0,-1 1 0,1 0 0,-1 0 0,1 0 0,-3 1 0,3 0 0,0-1 0,0 1 0,0 0 0,0 0 0,0 0 0,1 0 0,-1 0 0,0 1 0,1-1 0,-1 0 0,1 1 0,-1 0 0,1-1 0,0 1 0,0 0 0,0-1 0,0 1 0,-1 2 0,0 0 0,0 0 0,0-1 0,1 1 0,-1 1 0,1-1 0,0 0 0,1 0 0,-1 0 0,1 0 0,-1 1 0,1-1 0,1 0 0,-1 1 0,0-1 0,1 0 0,0 0 0,3 8 0,-1-4 0,1 0 0,0 0 0,1-1 0,0 0 0,0 0 0,1 0 0,10 11 0,0-3 0,1 0 0,0 0 0,25 14 0,-33-23 0,0-1 0,0 0 0,0-1 0,1 0 0,-1-1 0,1 0 0,0 0 0,0-1 0,15 1 0,-23-2 0,0-1 0,0 0 0,0 0 0,-1 0 0,1-1 0,0 1 0,0 0 0,0-1 0,-1 1 0,1-1 0,0 1 0,-1-1 0,1 0 0,0 0 0,-1 0 0,1 0 0,-1 0 0,1 0 0,-1 0 0,0 0 0,0-1 0,1 1 0,-1-1 0,0 1 0,0-1 0,0 1 0,0-1 0,-1 1 0,1-1 0,0 0 0,-1 1 0,1-1 0,-1 0 0,1 0 0,-1 0 0,0-3 0,1-3 0,-1 0 0,0 0 0,-1 0 0,0 0 0,0 0 0,0 0 0,-4-8 0,-53-146 0,-9-27 0,2-55 0,62 237 0,1 7 0,1 14 0,3 25 0,3-5 11,1-2-1,2 1 0,1-1 1,2 0-1,24 51 0,93 141-409,-73-133-629,-45-75-5798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26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261 118 24575,'-5'-5'0,"-73"-60"0,68 58 0,0 0 0,0 1 0,-1 0 0,1 1 0,-1 0 0,-16-4 0,25 8 0,-1 1 0,1-1 0,-1 1 0,1-1 0,-1 1 0,0 0 0,1 0 0,-1 1 0,1-1 0,-1 0 0,1 1 0,-1 0 0,0-1 0,1 1 0,0 0 0,-1 0 0,1 0 0,0 1 0,-1-1 0,1 1 0,0-1 0,0 1 0,0 0 0,0-1 0,1 1 0,-1 0 0,0 0 0,1 0 0,-1 1 0,-1 3 0,0 0 0,0 0 0,1 0 0,0 1 0,0-1 0,0 1 0,0-1 0,1 1 0,1 0 0,-1-1 0,1 14 0,1-15 0,0 0 0,0 0 0,1 0 0,0 0 0,0-1 0,0 1 0,0-1 0,0 1 0,1-1 0,0 0 0,0 0 0,0 0 0,1 0 0,-1-1 0,5 4 0,7 6 0,1-1 0,24 14 0,-30-20 0,1 0 0,0-1 0,0 0 0,16 4 0,-21-7 0,0-1 0,0 0 0,0 0 0,0 0 0,0-1 0,0 0 0,1 0 0,-1-1 0,0 1 0,9-3 0,-13 2 0,1 0 0,-1 0 0,0 0 0,0 0 0,1 0 0,-1 0 0,0-1 0,0 1 0,0-1 0,0 0 0,-1 1 0,1-1 0,0 0 0,-1 0 0,3-3 0,-2 2 0,0-1 0,-1 0 0,1 0 0,-1 0 0,0 0 0,0 0 0,0-1 0,0-4 0,0-3 0,-1 1 0,0 0 0,-1-1 0,-1 1 0,-5-21 0,7 32 0,-2-7 0,0 0 0,0 0 0,0 0 0,-5-6 0,10 25 0,7 10 0,11 10 0,1-2 0,2-1 0,44 43 0,-64-68 30,0 0 0,1 0 0,7 5 0,-11-9-87,0 1 0,0 0 0,0-1 0,0 1-1,0-1 1,0 0 0,0 1 0,0-1 0,0 1 0,1-1 0,-1 0 0,0 0-1,0 0 1,0 0 0,0 0 0,0 0 0,1 0 0,-1 0 0,0 0 0,0-1 0,0 1-1,0 0 1,0-1 0,0 1 0,2-1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27.5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24575,'9'-1'0,"0"0"0,0 0 0,-1 1 0,1 1 0,0-1 0,0 2 0,0-1 0,0 1 0,0 0 0,-1 1 0,1 0 0,-1 0 0,13 8 0,-5-2 0,-1 2 0,0 0 0,0 1 0,-1 0 0,18 21 0,-29-30 0,0 0 0,0 0 0,0-1 0,0 1 0,1-1 0,-1 1 0,1-1 0,-1 0 0,1-1 0,7 4 0,-9-5 0,-1 0 0,1 0 0,-1 0 0,0 1 0,1-1 0,-1 0 0,1-1 0,-1 1 0,1 0 0,-1 0 0,0-1 0,1 1 0,-1-1 0,0 1 0,1-1 0,-1 1 0,0-1 0,0 0 0,1 0 0,-1 1 0,0-1 0,0 0 0,0 0 0,0 0 0,0 0 0,0-1 0,0 1 0,-1 0 0,1 0 0,0 0 0,-1-1 0,1 1 0,0 0 0,-1-2 0,2-4 0,0 0 0,0 0 0,-1 0 0,0 0 0,-1 0 0,0 0 0,0 0 0,0 0 0,-1 0 0,0 0 0,0 0 0,-3-7 0,16 26 0,-1 0 0,12 15 0,-7-6 0,38 35 0,-43-46 0,-1-2 0,1 1 0,1-1 0,-1-1 0,21 9 0,-28-14 0,0 0 0,0-1 0,0 1 0,1-1 0,-1-1 0,0 1 0,1 0 0,-1-1 0,1 0 0,-1 0 0,8-1 0,-10 0 0,1 1 0,-1-1 0,0 0 0,0 0 0,1 0 0,-1 0 0,0 0 0,0-1 0,0 1 0,0-1 0,-1 1 0,1-1 0,0 1 0,-1-1 0,1 0 0,-1 0 0,1 0 0,-1 0 0,0 0 0,0 0 0,0-1 0,1-3 0,0-1 0,0 1 0,-1-1 0,-1 1 0,1-1 0,-1 0 0,-1-9 0,1 9 0,0 0 0,0 0 0,1 0 0,2-13 0,-3 18 0,0 1 0,1-1 0,-1 1 0,1-1 0,0 1 0,-1-1 0,1 1 0,0 0 0,0-1 0,0 1 0,0 0 0,0 0 0,0 0 0,0-1 0,1 1 0,-1 0 0,0 1 0,1-1 0,-1 0 0,2-1 0,0 1 0,0 1 0,-1-1 0,1 1 0,0-1 0,0 1 0,-1 0 0,1 0 0,0 0 0,0 1 0,5 0 0,2 2 0,0 0 0,1 1 0,-1 0 0,17 11 0,25 17 0,-1 3 0,68 62 0,-81-61-1365,-23-22-5461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28.1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0 164 24575,'30'32'0,"-2"1"0,-2 2 0,-1 1 0,-2 1 0,-1 0 0,-2 2 0,16 43 0,44 151 0,-78-224 0,-8-14 0,-9-14 0,-23-37 0,2-2 0,-48-106 0,73 140 0,2-1 0,1 0 0,1-1 0,1 0 0,1 0 0,1 0 0,1-1 0,2 1 0,1-1 0,3-26 0,-2 45 0,0 1 0,0 0 0,1-1 0,1 1 0,-1 0 0,1 0 0,0 0 0,1 0 0,-1 1 0,1-1 0,8-9 0,-9 14 0,0-1 0,-1 0 0,1 1 0,0-1 0,1 1 0,-1 0 0,0 0 0,1 0 0,-1 1 0,1-1 0,-1 1 0,1 0 0,0 0 0,-1 0 0,1 0 0,0 1 0,0-1 0,0 1 0,-1 0 0,1 0 0,0 1 0,0-1 0,0 1 0,5 1 0,-4 0 0,0 0 0,0 0 0,0 0 0,0 0 0,0 1 0,0 0 0,-1 0 0,1 0 0,-1 1 0,0 0 0,0-1 0,0 1 0,-1 1 0,0-1 0,1 0 0,2 8 0,-2-6 0,-1 0 0,0 1 0,-1 0 0,0 0 0,0 0 0,0 0 0,-1 0 0,0 0 0,0 0 0,-1 0 0,0 0 0,0 8 0,-1-11 0,0 0 0,0 0 0,0 0 0,0 0 0,0 0 0,-1-1 0,0 1 0,1 0 0,-1-1 0,-1 0 0,-4 7 0,2-5 0,0 0 0,0 0 0,0-1 0,-1 0 0,0 0 0,-8 4 0,-2 0 0,-1 0 0,-1-2 0,1 0 0,-24 4 0,7-2-1365,4-2-5461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28.6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24575,'15'30'0,"7"11"0,0 3 0,-1-8 0,-5-7 0,-2-8 0,-4-5 0,-3-6-8191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28.8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24575,'3'12'0,"0"7"0,0 3 0,-1-4-8191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29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71 24575,'6'20'0,"1"0"0,0 0 0,2-1 0,1-1 0,19 31 0,-24-43 0,-1 0 0,1-1 0,7 7 0,-10-10 0,0 0 0,1 0 0,-1 0 0,0-1 0,1 1 0,-1-1 0,1 1 0,0-1 0,-1 0 0,6 1 0,-7-2 0,0 0 0,0 0 0,-1 0 0,1 0 0,0 0 0,0 0 0,0-1 0,-1 1 0,1 0 0,0-1 0,0 1 0,-1 0 0,1-1 0,0 1 0,-1-1 0,1 1 0,0-1 0,-1 1 0,1-1 0,-1 0 0,1 1 0,-1-1 0,1 0 0,-1 1 0,0-1 0,1 0 0,-1 1 0,0-1 0,1 0 0,-1 0 0,0 0 0,0 1 0,0-1 0,0 0 0,0 0 0,0-1 0,1-5 0,0-1 0,-2-14 0,1 17 0,-2-47 0,2-71 0,0 121 0,0 1 0,0 0 0,0 0 0,1-1 0,-1 1 0,0 0 0,1 0 0,-1 0 0,1-1 0,-1 1 0,1 0 0,-1 0 0,1 0 0,0 0 0,-1 0 0,1 0 0,0 0 0,1-1 0,-1 1 0,0 1 0,0 0 0,0-1 0,0 1 0,0 0 0,0-1 0,0 1 0,0 0 0,0 0 0,1 0 0,-1 0 0,0 0 0,0 0 0,0 0 0,0 0 0,0 0 0,1 1 0,4 1 0,0 1 0,0-1 0,-1 1 0,1 0 0,8 7 0,45 33-105,-5-1-315,3-3 0,63 32 0,-108-65-6406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30.2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263 203 24575,'-4'-7'0,"-59"-83"0,49 73 0,0 0 0,-32-28 0,42 42 0,1 0 0,-1 0 0,0 1 0,0-1 0,0 1 0,0 0 0,-1 0 0,1 1 0,-1-1 0,-5-1 0,9 3 0,-1 0 0,0 0 0,0 0 0,0 0 0,0 0 0,0 0 0,1 1 0,-1-1 0,0 1 0,0-1 0,0 1 0,1-1 0,-1 1 0,0 0 0,1 0 0,-1 0 0,1 0 0,-1 0 0,1 0 0,-1 0 0,1 1 0,0-1 0,-1 1 0,1-1 0,0 1 0,0-1 0,0 1 0,0 1 0,-4 6 0,1-1 0,1 1 0,0 0 0,0 0 0,1 0 0,0 0 0,0 0 0,1 1 0,0-1 0,1 0 0,0 1 0,1-1 0,1 11 0,0-9 0,1 0 0,0 0 0,0 0 0,1-1 0,0 0 0,1 0 0,0 0 0,1 0 0,0-1 0,13 16 0,-13-18 0,0-1 0,0 0 0,0 0 0,1-1 0,0 0 0,0 0 0,1-1 0,-1 1 0,1-2 0,0 1 0,10 2 0,-13-4 0,0-1 0,0 0 0,0-1 0,0 1 0,0-1 0,1 0 0,-1-1 0,0 1 0,0-1 0,0 0 0,0 0 0,0 0 0,0-1 0,0 0 0,0 0 0,-1 0 0,1 0 0,-1-1 0,8-5 0,-5 2 0,-1-1 0,1 1 0,-2-1 0,1-1 0,-1 1 0,0-1 0,0 0 0,-1 0 0,0 0 0,-1 0 0,0-1 0,0 0 0,-1 1 0,0-1 0,0 0 0,0-11 0,-3 9 0,-3 17 0,-4 18 0,-4 42 0,4 0 0,0 81 0,7 85 0,1-145 0,0-83 0,-2 24 0,2-27 0,0-1 0,0 1 0,0-1 0,0 1 0,0-1 0,0 1 0,-1-1 0,1 0 0,0 1 0,0-1 0,0 1 0,-1-1 0,1 0 0,0 1 0,0-1 0,-1 1 0,1-1 0,0 0 0,-1 0 0,1 1 0,-1-1 0,1 0 0,0 0 0,-1 1 0,1-1 0,-1 0 0,1 0 0,-1 0 0,1 0 0,0 1 0,-1-1 0,1 0 0,-1 0 0,1 0 0,-1 0 0,1 0 0,-1 0 0,1 0 0,-1-1 0,1 1 0,-1 0 0,1 0 0,0 0 0,-1 0 0,1 0 0,-1-1 0,1 1 0,0 0 0,-1 0 0,0-1 0,-5-4 0,-1-1 0,1 0 0,0 0 0,0 0 0,1-1 0,0 0 0,0 0 0,0 0 0,-3-9 0,-2 0 0,4 6 0,1 0 0,-1 0 0,2-1 0,-1 1 0,2-1 0,-1 0 0,-2-20 0,5 28 0,1-1 0,-1 1 0,1 0 0,0 0 0,1 0 0,-1 0 0,0 0 0,1 0 0,0-1 0,-1 1 0,1 0 0,0 0 0,1 1 0,-1-1 0,0 0 0,1 0 0,0 1 0,0-1 0,0 1 0,0-1 0,0 1 0,0 0 0,0-1 0,1 1 0,-1 1 0,1-1 0,-1 0 0,1 1 0,0-1 0,0 1 0,0 0 0,0 0 0,3-1 0,2 0-273,1 0 0,-1 1 0,0 0 0,12 0 0,-4 2-6553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36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10 176 24575,'1'5'0,"0"0"0,0 0 0,1 0 0,0 0 0,0 0 0,0 0 0,0 0 0,1-1 0,3 7 0,4 5 0,2 4 0,1 0 0,1-1 0,18 20 0,-16-21 0,0 2 0,20 33 0,-31-44 0,-11-21 0,1 2 0,-54-99 0,31 60 0,3-1 0,-33-86 0,57 133 0,0 0 0,1 0 0,-1 0 0,0 0 0,1 0 0,0 0 0,0 0 0,0 0 0,0 0 0,0 0 0,1-1 0,-1 1 0,2-5 0,-1 6 0,0 0 0,0 1 0,1-1 0,-1 0 0,0 0 0,0 1 0,1-1 0,-1 1 0,1-1 0,0 1 0,-1 0 0,1 0 0,0 0 0,0 0 0,0 0 0,-1 0 0,1 0 0,0 0 0,0 1 0,0-1 0,3 0 0,3 0-85,1 0 0,-1 1-1,0 0 1,1 0 0,-1 0-1,0 1 1,0 0 0,1 1-1,-1 0 1,0 0 0,-1 1-1,1 0 1,0 1 0,-1-1-1,13 9 1,-6-2-6741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36.8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24575,'16'14'0,"0"-1"0,1-1 0,30 17 0,-17-11 0,17 9 0,2-3 0,1-1 0,73 22 0,-105-40 0,-14-4 0,1 0 0,0 1 0,0-1 0,-1 1 0,1 0 0,-1 0 0,1 1 0,3 2 0,-7-5 0,-1 1 0,0-1 0,0 0 0,0 0 0,1 0 0,-1 0 0,0 1 0,0-1 0,0 0 0,0 0 0,0 0 0,0 1 0,1-1 0,-1 0 0,0 0 0,0 0 0,0 1 0,0-1 0,0 0 0,0 0 0,0 1 0,0-1 0,0 0 0,0 0 0,0 1 0,0-1 0,0 0 0,0 0 0,0 0 0,0 1 0,0-1 0,-1 0 0,1 0 0,0 1 0,0-1 0,0 0 0,-10 7 0,-15 0 0,23-6 0,-75 14 0,-40 11 0,101-22-74,0-1 0,-1-1 0,1 0 0,0-1 0,-25-2-1,20 0-845,8 1-5906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37.4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16 24575,'-1'-1'0,"-1"-1"0,1 0 0,0 1 0,0-1 0,-1 1 0,1-1 0,-1 1 0,-1-2 0,2 3 0,1 0 0,0 0 0,0 0 0,-1 0 0,1 0 0,0 0 0,0 0 0,-1 0 0,1-1 0,0 1 0,0 0 0,-1 0 0,1 0 0,0 0 0,-1 1 0,1-1 0,0 0 0,0 0 0,-1 0 0,1 0 0,0 0 0,0 0 0,-1 0 0,1 1 0,-5 9 0,3-2 0,1 0 0,1 0 0,-1 0 0,1 0 0,1-1 0,-1 1 0,1 0 0,1 0 0,4 15 0,4 5 0,18 35 0,-18-42 0,4 6 0,1-1 0,2 0 0,1-2 0,37 41 0,-37-47-1365,-9-11-5461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38.8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636 67 24575,'0'-1'0,"0"1"0,1 0 0,-1 0 0,0 0 0,0 0 0,0 0 0,0-1 0,0 1 0,1 0 0,-1 0 0,0 0 0,0-1 0,0 1 0,0 0 0,0 0 0,0 0 0,0-1 0,0 1 0,0 0 0,0 0 0,0 0 0,0-1 0,1 1 0,-2 0 0,1 0 0,0 0 0,0-1 0,0 1 0,0 0 0,0 0 0,0 0 0,0-1 0,0 1 0,0 0 0,0-1 0,-9-3 0,-12 1 0,2 3 0,0 1 0,-29 5 0,-10 0 0,1-5 0,-1-2 0,1-2 0,-1-3 0,-110-27 0,116 15-1365,39 13-5461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39.1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563 30 24575,'-171'-25'0,"126"21"0,-82 3 0,51 8 0,-34 2 0,91-9-1365,5 0-5461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39.6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24575,'18'7'0,"0"1"0,0 0 0,31 21 0,45 40 0,-91-66 0,27 21 0,16 12 0,64 39 0,-71-53 0,42 25 0,-79-45 0,0 0 0,1-1 0,-1 1 0,0 0 0,0 0 0,0 0 0,0 1 0,0-1 0,2 4 0,-4-5 0,0 0 0,1-1 0,-1 1 0,0 0 0,0 0 0,0 0 0,0 0 0,1-1 0,-1 1 0,0 0 0,0 0 0,-1 0 0,1 0 0,0-1 0,0 1 0,0 0 0,0 0 0,-1 0 0,1-1 0,0 1 0,-1 0 0,1 0 0,-1-1 0,1 1 0,-1 0 0,1-1 0,-1 1 0,1 0 0,-1-1 0,0 1 0,1-1 0,-1 1 0,0-1 0,0 1 0,1-1 0,-2 1 0,-11 5 0,0-1 0,0 0 0,-1-1 0,1-1 0,-1 0 0,-19 2 0,-9 2 0,-174 24 18,126-20-1401,76-9-5443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40.7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87 232 24575,'116'166'0,"-115"-164"0,0-1 0,1 1 0,-1 0 0,0-1 0,1 1 0,0-1 0,-1 0 0,3 2 0,-4-3 0,0 0 0,0 0 0,0 0 0,0 0 0,0 0 0,0 0 0,0 0 0,1 0 0,-1 0 0,0 0 0,0 0 0,0 0 0,0 0 0,0 0 0,0 0 0,0 0 0,0 0 0,0 0 0,0 0 0,0 0 0,0 0 0,0 0 0,0 0 0,1 0 0,-1 0 0,0 0 0,0 0 0,0 0 0,0 0 0,0 0 0,0 0 0,0 0 0,0 0 0,0-1 0,0 1 0,0 0 0,0 0 0,0 0 0,0 0 0,0 0 0,0 0 0,0 0 0,0 0 0,0 0 0,0 0 0,0 0 0,0 0 0,0 0 0,0 0 0,0 0 0,0-1 0,0 1 0,0 0 0,0 0 0,0 0 0,0 0 0,0 0 0,0 0 0,0 0 0,0 0 0,0 0 0,0 0 0,-5-11 0,-21-27 0,-32-37 0,30 41 0,-36-58 0,57 81 0,1 0 0,1-1 0,0 1 0,0-1 0,-4-21 0,8 30 0,1 1 0,-1-1 0,1 0 0,0 0 0,0 0 0,0 0 0,1 1 0,-1-1 0,1 0 0,-1 0 0,1 0 0,0 1 0,2-5 0,-2 5 0,0 0 0,1 0 0,0 1 0,-1-1 0,1 0 0,0 1 0,0-1 0,0 1 0,0-1 0,0 1 0,0 0 0,0 0 0,0 0 0,1 0 0,-1 0 0,0 0 0,1 1 0,2-1 0,3 0 9,1 0 1,-1 1-1,0 0 0,1 0 0,-1 1 1,0 0-1,1 1 0,-1 0 0,0 0 0,0 1 1,0 0-1,10 5 0,7 5-504,-1 1 0,31 23 0,-37-24-6331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41.1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218 8 24575,'-15'-3'0,"0"1"0,-1 1 0,1 0 0,0 1 0,-1 0 0,-24 5 0,36-4 0,-1 0 0,1 0 0,0 0 0,0 1 0,0 0 0,0 0 0,0 0 0,0 0 0,0 0 0,1 1 0,-1 0 0,1-1 0,-1 1 0,1 1 0,0-1 0,0 0 0,1 1 0,-1-1 0,1 1 0,0 0 0,0 0 0,0 0 0,0 0 0,1 0 0,-1 1 0,1-1 0,-1 7 0,2-9 0,0 0 0,-1 1 0,1-1 0,0 0 0,1 1 0,-1-1 0,0 0 0,1 0 0,-1 1 0,1-1 0,0 0 0,-1 0 0,1 0 0,0 0 0,0 1 0,1-1 0,1 2 0,-1-1 0,1 0 0,0 0 0,0-1 0,0 1 0,0-1 0,1 1 0,-1-1 0,1 0 0,4 2 0,-1-1 0,1-1 0,-1 0 0,0 0 0,0 0 0,1-1 0,-1 0 0,1 0 0,-1-1 0,1 0 0,11-2 0,-14 2 0,-1-1 0,1 0 0,-1-1 0,1 1 0,-1-1 0,1 0 0,-1 0 0,0 0 0,0 0 0,0-1 0,0 0 0,-1 1 0,1-2 0,-1 1 0,1 0 0,-1-1 0,0 1 0,0-1 0,-1 0 0,1 0 0,-1 0 0,0 0 0,0-1 0,0 1 0,1-7 0,-3 10 0,0 1 0,1-1 0,-1 0 0,0 0 0,0 0 0,0 1 0,1-1 0,-1 0 0,0 1 0,1-1 0,-1 0 0,0 1 0,1-1 0,-1 0 0,1 1 0,-1-1 0,1 1 0,-1-1 0,1 1 0,0-1 0,-1 1 0,1-1 0,0 1 0,-1 0 0,1-1 0,0 1 0,-1 0 0,1-1 0,0 1 0,0 0 0,-1 0 0,1 0 0,0 0 0,0 0 0,0 0 0,-1 0 0,1 0 0,0 0 0,0 0 0,-1 0 0,1 1 0,0-1 0,0 0 0,-1 0 0,1 1 0,0-1 0,-1 0 0,1 1 0,0-1 0,0 1 0,5 4 0,0-1 0,0 1 0,0 1 0,6 6 0,-6-5 0,50 47-1365,-47-45-5461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41.9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76 389 24575,'-3'0'0,"0"0"0,0 1 0,0-1 0,0 0 0,-1 1 0,1 0 0,0-1 0,1 1 0,-1 1 0,0-1 0,0 0 0,0 1 0,1-1 0,-1 1 0,0 0 0,1 0 0,0 0 0,-1 0 0,1 0 0,0 0 0,-2 4 0,2-3 0,0 1 0,0-1 0,1 1 0,0 0 0,-1-1 0,1 1 0,0 0 0,1 0 0,-1 0 0,1 0 0,0-1 0,0 1 0,0 0 0,0 0 0,1 0 0,1 6 0,-1-5 0,1 1 0,0-1 0,1 0 0,-1 0 0,1 0 0,0-1 0,0 1 0,1-1 0,-1 1 0,1-1 0,0 0 0,0-1 0,0 1 0,1-1 0,5 4 0,0-1 0,0 0 0,1 0 0,-1-1 0,2-1 0,-1 0 0,13 3 0,-22-6 0,1-1 0,-1 1 0,0-1 0,0 1 0,0-1 0,1 0 0,-1 0 0,0 0 0,0 0 0,0-1 0,1 1 0,-1-1 0,0 1 0,0-1 0,0 0 0,0 1 0,0-1 0,0 0 0,0-1 0,0 1 0,0 0 0,0 0 0,-1-1 0,1 1 0,2-4 0,-1 2 0,-1-1 0,0 0 0,0 0 0,0 0 0,-1 0 0,1-1 0,-1 1 0,0 0 0,0-1 0,-1 1 0,1 0 0,-1-6 0,0-6 0,-1-1 0,-1 1 0,0 0 0,-1 0 0,-1 0 0,-7-19 0,-42-91 0,27 70 0,0-6 0,-41-84 0,64 142 0,3 5 0,6 14 0,10 24 0,151 290 0,-143-278 0,-15-30 0,1-1 0,22 36 0,-30-54 0,0 1 0,0-1 0,0 0 0,0 0 0,0 0 0,0 0 0,1 0 0,-1 0 0,1-1 0,-1 1 0,1-1 0,4 2 0,-5-2 0,-1-1 0,1 0 0,-1 0 0,1 1 0,-1-1 0,1 0 0,-1 0 0,1-1 0,-1 1 0,1 0 0,-1 0 0,1-1 0,-1 1 0,1-1 0,-1 1 0,0-1 0,1 0 0,-1 1 0,0-1 0,1 0 0,-1 0 0,0 0 0,0 0 0,0 0 0,0 0 0,2-3 0,2-3 0,0-1 0,0-1 0,-1 1 0,0-1 0,4-11 0,-6 12 0,2 0 0,-1 0 0,1 0 0,0 0 0,1 0 0,6-7 0,-11 14 0,0 1 0,1-1 0,-1 1 0,1 0 0,-1-1 0,0 1 0,1-1 0,-1 1 0,1 0 0,-1 0 0,1-1 0,-1 1 0,1 0 0,0 0 0,-1-1 0,1 1 0,-1 0 0,1 0 0,-1 0 0,1 0 0,-1 0 0,1 0 0,0 0 0,-1 0 0,1 0 0,-1 0 0,1 0 0,-1 1 0,1-1 0,0 0 0,-1 0 0,1 1 0,-1-1 0,1 0 0,-1 0 0,1 1 0,-1-1 0,0 0 0,1 1 0,-1-1 0,1 1 0,-1-1 0,0 1 0,1-1 0,-1 1 0,0-1 0,1 1 0,-1-1 0,0 1 0,3 5 0,1 0 0,-2 0 0,4 9 0,-4-10 0,3 8 24,1 0 0,0-1 0,1 0 0,10 12 0,-13-18-148,0-2 0,0 1 1,0 0-1,1-1 0,0 0 0,0 0 1,0 0-1,0 0 0,1-1 0,-1 0 1,8 3-1,-3-3-6702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42.0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24575,'9'13'0,"5"5"0,0 4 0,0-1 0,-4-1 0,-3-3-8191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42.8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65 419 24575,'-3'-1'0,"0"-1"0,0 1 0,0 1 0,-1-1 0,1 0 0,0 1 0,0 0 0,0 0 0,0 0 0,-1 0 0,1 0 0,-3 1 0,4-1 0,1 1 0,0-1 0,0 1 0,0-1 0,0 1 0,0-1 0,0 1 0,0 0 0,0 0 0,0-1 0,1 1 0,-1 0 0,0 0 0,0 0 0,1 0 0,-1 0 0,0 0 0,1 0 0,-1 0 0,1 0 0,-1 0 0,1 0 0,0 1 0,-1-1 0,1 0 0,0 0 0,0 0 0,0 0 0,0 1 0,0-1 0,0 0 0,0 0 0,0 0 0,1 1 0,0 0 0,1 8 0,0 0 0,1-1 0,0 0 0,1 1 0,0-1 0,0-1 0,1 1 0,0-1 0,11 13 0,3 2 0,42 37 0,-58-57 0,1 0 0,0 0 0,-1 0 0,1-1 0,0 1 0,0-1 0,6 3 0,-9-5 0,0 0 0,0 0 0,0 1 0,0-1 0,0 0 0,0 0 0,0 0 0,-1 0 0,1 0 0,0 0 0,0 0 0,0 0 0,0-1 0,0 1 0,0 0 0,0-1 0,1 0 0,-1 1 0,0-1 0,-1 0 0,1 0 0,0 0 0,0 0 0,-1 0 0,1 0 0,0 0 0,-1 0 0,1 0 0,-1 0 0,1 0 0,-1 0 0,0 0 0,1 0 0,-1-1 0,0 0 0,1-14 0,0 1 0,-1-1 0,-1 1 0,0-1 0,-1 1 0,-1-1 0,-6-18 0,-3-22 0,22 65 0,4 9 0,-2-1 0,1-1 0,0 0 0,24 22 0,-30-32 0,0 0 0,0-1 0,0 0 0,1 0 0,0 0 0,0-1 0,0 0 0,1-1 0,-1 0 0,16 4 0,-21-7 0,-1 1 0,1-1 0,0 0 0,-1 0 0,1 0 0,0 0 0,0 0 0,-1 0 0,1-1 0,0 0 0,-1 1 0,1-1 0,-1 0 0,1 0 0,-1 0 0,1-1 0,-1 1 0,0 0 0,1-1 0,-1 0 0,0 1 0,0-1 0,0 0 0,2-2 0,-2-1 0,1 1 0,-1 0 0,1-1 0,-1 0 0,0 0 0,-1 1 0,1-1 0,-1 0 0,0 0 0,0 0 0,-1 0 0,0-6 0,0-7 0,-1 0 0,0 1 0,-2-1 0,0 1 0,-9-27 0,-36-83 0,32 89 0,13 31 0,-19-47 0,-36-64 0,55 113 0,-1 1 0,1-1 0,-1 1 0,0-1 0,-6-4 0,9 8 0,0 0 0,0 0 0,0 1 0,0-1 0,0 0 0,0 1 0,0-1 0,-1 1 0,1 0 0,0-1 0,0 1 0,0 0 0,-1 0 0,0-1 0,1 1 0,1 1 0,-1-1 0,0 0 0,0 0 0,1 1 0,-1-1 0,0 0 0,1 1 0,-1-1 0,1 1 0,-1-1 0,0 1 0,1-1 0,-1 1 0,1-1 0,-1 1 0,1-1 0,0 1 0,-1 0 0,1-1 0,-1 1 0,1 0 0,0-1 0,0 1 0,-1 1 0,0 4 0,-1-1 0,2 1 0,-1 0 0,0 0 0,1 0 0,0 0 0,1 0 0,-1-1 0,1 1 0,0 0 0,1 0 0,3 10 0,3 7 0,20 35 0,-6-17 40,2-2 0,53 67 0,73 57-1525,-140-153-5341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43.6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207 501 24575,'-29'-4'0,"-30"-2"0,50 6 0,-1 0 0,1 1 0,0-1 0,0 2 0,0-1 0,1 1 0,-14 5 0,20-6 0,0-1 0,0 1 0,0 0 0,1 0 0,-1-1 0,0 1 0,1 1 0,-1-1 0,1 0 0,-1 0 0,1 0 0,-1 1 0,1-1 0,0 1 0,0-1 0,0 1 0,0 0 0,0-1 0,0 1 0,0 0 0,0 0 0,1-1 0,-1 1 0,1 0 0,-1 0 0,1 0 0,0 0 0,0 0 0,0 3 0,0-1 0,1-1 0,0 1 0,1 0 0,-1 0 0,0-1 0,1 1 0,0-1 0,0 1 0,0-1 0,0 0 0,1 0 0,-1 0 0,5 4 0,0-1 0,0 0 0,0 0 0,1-1 0,-1 0 0,1 0 0,0-1 0,1 0 0,-1-1 0,1 1 0,0-2 0,0 1 0,-1-1 0,2-1 0,11 2 0,-19-3 0,0-1 0,0 1 0,1 0 0,-1-1 0,0 0 0,0 1 0,0-1 0,0 0 0,0 0 0,0 0 0,0 0 0,0 0 0,0-1 0,0 1 0,0 0 0,-1-1 0,1 0 0,-1 1 0,1-1 0,-1 0 0,0 0 0,1 0 0,-1 0 0,0 0 0,0 0 0,-1 0 0,1 0 0,0 0 0,0-3 0,2-5 0,-1 0 0,-1-1 0,1 1 0,-2-20 0,-1 0 0,-1 1 0,-2-1 0,-2 1 0,-16-54 0,-52-106 0,64 167 0,1-1 0,-2 0 0,0 1 0,-2 0 0,-16-23 0,37 74 0,15 21 0,51 79 0,43 42 0,-65-98 0,64 81 0,-104-141-1365,-2-4-5461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44.7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62 24575,'-48'-36'0,"43"33"0,-1-1 0,1 1 0,-1 1 0,0-1 0,0 1 0,0 0 0,-7-1 0,12 2 0,-1 1 0,1 0 0,-1 0 0,1 0 0,-1 0 0,1 0 0,-1 0 0,1 0 0,-1 1 0,1-1 0,-1 1 0,1-1 0,0 1 0,-1-1 0,1 1 0,0 0 0,-1-1 0,1 1 0,-1 1 0,0 0 0,0 1 0,0-1 0,0 0 0,0 1 0,1-1 0,-1 1 0,1-1 0,-1 1 0,0 3 0,-1 4 0,1 0 0,-1 1 0,2-1 0,-2 15 0,3-19 0,0-1 0,1 0 0,0 0 0,-1 0 0,1 0 0,1 0 0,-1 0 0,1 0 0,0 0 0,0-1 0,5 9 0,-3-7 0,0 0 0,1 0 0,0 0 0,0-1 0,0 1 0,1-1 0,9 6 0,-13-9 0,-1-1 0,1 1 0,0-1 0,1 0 0,-1 1 0,0-1 0,0 0 0,0-1 0,1 1 0,-1 0 0,0-1 0,1 1 0,-1-1 0,0 0 0,1 0 0,-1 0 0,1 0 0,-1 0 0,0 0 0,1 0 0,-1-1 0,0 0 0,1 1 0,-1-1 0,0 0 0,0 0 0,0 0 0,1 0 0,-1 0 0,0-1 0,-1 1 0,1-1 0,0 1 0,0-1 0,-1 0 0,3-3 0,0 1 0,-2-1 0,1 1 0,0-1 0,-1 0 0,0 0 0,0 0 0,0-1 0,-1 1 0,0 0 0,0-1 0,0 1 0,0 0 0,-1-1 0,0 1 0,-1-8 0,-3-8 0,-7-22 0,1 3 0,36 76 0,-17-24 0,46 60 0,-48-64 0,0-1 0,0 0 0,1-1 0,0 1 0,0-1 0,17 8 0,-24-13 0,0 0 0,0-1 0,0 1 0,0-1 0,1 1 0,-1-1 0,0 0 0,0 1 0,0-1 0,1 0 0,-1 0 0,0 0 0,1 0 0,-1 0 0,0 0 0,0 0 0,1-1 0,-1 1 0,0 0 0,0-1 0,0 1 0,3-2 0,-3 1 0,1 0 0,-1-1 0,1 1 0,-1-1 0,0 1 0,0-1 0,0 0 0,0 0 0,0 1 0,0-1 0,0 0 0,0 0 0,0-2 0,2-6 0,-1-1 0,-1 0 0,1 1 0,-1-15 0,-3-6 0,1 24 0,1-1 0,0 0 0,0 1 0,0-1 0,1 1 0,3-14 0,-4 20 0,0 1 0,0-1 0,0 1 0,1-1 0,-1 1 0,0-1 0,0 1 0,1 0 0,-1-1 0,0 1 0,1 0 0,-1-1 0,0 1 0,1 0 0,-1-1 0,0 1 0,1 0 0,-1-1 0,1 1 0,-1 0 0,1 0 0,-1 0 0,0 0 0,1-1 0,-1 1 0,2 0 0,-1 0 0,0 0 0,0 1 0,0-1 0,1 0 0,-1 0 0,0 1 0,0-1 0,0 1 0,0-1 0,2 2 0,23 20 0,-24-20 0,30 32 0,-21-22 0,1 0 0,14 12 0,-13-13 0,33 24 0,-41-32 0,0-1 0,-1 1 0,1-1 0,0 0 0,0 0 0,1 0 0,-1-1 0,6 2 0,-10-3 0,1 0 0,-1-1 0,1 1 0,-1 0 0,0 0 0,1-1 0,-1 1 0,0-1 0,0 1 0,1-1 0,-1 1 0,0-1 0,0 0 0,0 0 0,0 1 0,0-1 0,0 0 0,0 0 0,0 0 0,0 0 0,0 0 0,0 0 0,-1-1 0,1 1 0,0 0 0,-1 0 0,1-1 0,-1 1 0,1 0 0,-1 0 0,1-3 0,1-5 0,0-1 0,0 0 0,0-11 0,-1 15 0,-1-12 0,0 15 0,-1 0 0,1 0 0,0-1 0,0 1 0,1 0 0,-1 0 0,1 0 0,-1-1 0,1 1 0,0 0 0,0 0 0,3-5 0,-4 8 0,1 0 0,-1 0 0,1-1 0,-1 1 0,0 0 0,1 0 0,-1 0 0,1 0 0,-1 0 0,1-1 0,-1 1 0,1 0 0,-1 0 0,1 0 0,-1 0 0,1 0 0,-1 0 0,1 0 0,-1 1 0,0-1 0,1 0 0,-1 0 0,1 0 0,-1 0 0,1 1 0,-1-1 0,1 0 0,-1 0 0,0 1 0,1-1 0,-1 0 0,0 1 0,1 0 0,14 14 0,-12-12 0,9 12 0,1-1 0,1-1 0,0 0 0,1-1 0,0-1 0,24 14 0,-35-23 0,-1 0 0,1-1 0,0 0 0,-1 1 0,1-1 0,0-1 0,0 1 0,0 0 0,0-1 0,0 0 0,-1 0 0,1 0 0,0-1 0,0 1 0,0-1 0,0 0 0,-1 0 0,1 0 0,0 0 0,4-3 0,-1 0 0,-1 0 0,-1 0 0,1-1 0,0 1 0,-1-1 0,0-1 0,0 1 0,-1-1 0,8-12 0,-10 16 0,-1 0 0,0 0 0,1 0 0,0 0 0,-1 0 0,1 0 0,0 0 0,0 1 0,0-1 0,0 1 0,0-1 0,1 1 0,-1 0 0,0 0 0,1 0 0,-1 0 0,1 0 0,3-1 0,-3 2 0,0 0 0,0 0 0,0 1 0,0-1 0,0 0 0,0 1 0,0 0 0,-1 0 0,1 0 0,0 0 0,0 0 0,-1 0 0,1 1 0,-1-1 0,1 1 0,2 2 0,56 45-1365,-52-40-5461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45.2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0 170 24575,'46'101'0,"53"108"0,-37-109 0,-56-92 0,-28-45 0,2-1 0,2-1 0,1-1 0,-15-55 0,26 74 0,1 0 0,2 0 0,0 0 0,1 0 0,1-25 0,1 33 0,1 0 0,1 0 0,0 0 0,0 0 0,2 1 0,-1-1 0,2 1 0,0 0 0,10-19 0,-13 28 0,0 0 0,0 0 0,0-1 0,1 1 0,-1 1 0,1-1 0,0 0 0,0 1 0,0-1 0,0 1 0,0 0 0,1 0 0,-1 0 0,7-2 0,-8 4 0,0-1 0,0 1 0,0 0 0,0-1 0,0 1 0,1 0 0,-1 0 0,0 1 0,0-1 0,0 0 0,0 1 0,1-1 0,-1 1 0,0 0 0,0 0 0,0 0 0,-1 0 0,1 0 0,0 0 0,0 0 0,0 1 0,-1-1 0,1 1 0,-1-1 0,1 1 0,2 3 0,-2-2 0,0 0 0,0 0 0,0 0 0,0 0 0,-1 0 0,1 0 0,-1 1 0,0-1 0,0 1 0,0-1 0,0 1 0,0-1 0,-1 1 0,0-1 0,0 7 0,0-5 0,-1 0 0,0 0 0,-1 1 0,1-1 0,-1-1 0,0 1 0,0 0 0,-1 0 0,-5 8 0,1-4 0,-1 1 0,0-1 0,-1 0 0,0-1 0,0 0 0,-1-1 0,0 0 0,-16 9 0,-1-3-1365,3-2-5461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45.8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24575,'2'3'0,"4"2"0,1 4 0,1 5 0,2 2 0,-1 2 0,1-1 0,-2 0 0,1 1 0,1 1 0,1-1 0,1 0 0,-1-2 0,-3-6 0,-4-4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46.0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24575,'8'27'0,"2"9"-8191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46.4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51 24575,'23'19'0,"114"93"0,-136-111 0,1 0 0,-1 0 0,0 0 0,1 0 0,-1-1 0,1 1 0,-1 0 0,1-1 0,-1 1 0,1-1 0,0 1 0,-1-1 0,1 0 0,0 0 0,-1 1 0,1-1 0,-1-1 0,3 1 0,-3 0 0,0-1 0,1 0 0,-1 0 0,0 0 0,0 0 0,0 0 0,0 0 0,0 0 0,0 0 0,0 0 0,0 0 0,-1 0 0,1 0 0,0-1 0,0 1 0,-1 0 0,1-1 0,-1 1 0,0 0 0,1-3 0,1-7 0,0 0 0,0 0 0,-1 0 0,-2-21 0,1 20 0,0 0 0,1 0 0,3-19 0,-4 30 0,0 0 0,0 0 0,0 0 0,0 0 0,1 0 0,-1 0 0,0 0 0,1 0 0,-1 0 0,1 0 0,-1 0 0,1 0 0,0 0 0,-1 1 0,1-1 0,0 0 0,0 0 0,-1 1 0,1-1 0,0 0 0,0 1 0,0-1 0,0 1 0,0-1 0,0 1 0,0 0 0,0-1 0,0 1 0,0 0 0,0 0 0,0 0 0,0-1 0,0 1 0,0 0 0,0 0 0,0 0 0,0 1 0,0-1 0,0 0 0,0 0 0,0 1 0,0-1 0,0 0 0,0 1 0,0-1 0,1 2 0,5 1 0,1 2 0,-1-1 0,-1 1 0,11 9 0,30 28 0,-24-20 0,1-1 0,0-2 0,43 27 0,-57-41-1365,0-2-5461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47.0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13 24575,'-1'-1'0,"1"1"0,0-1 0,-1 0 0,0 1 0,1-1 0,-1 1 0,1-1 0,-1 1 0,0 0 0,1-1 0,-1 1 0,0-1 0,1 1 0,-1 0 0,0 0 0,1-1 0,-1 1 0,0 0 0,0 0 0,1 0 0,-1 0 0,0 0 0,0 0 0,-1 0 0,1 1 0,1-1 0,-1 1 0,0-1 0,1 1 0,-1-1 0,0 1 0,1 0 0,-1 0 0,1-1 0,-1 1 0,1 0 0,0 0 0,-1-1 0,1 1 0,0 0 0,0 0 0,-1 2 0,0 5 0,0 1 0,0-1 0,1 12 0,0-17 0,0 3 0,2 31 0,-2-36 0,1 1 0,-1-1 0,1 1 0,-1-1 0,1 1 0,-1-1 0,1 1 0,0-1 0,-1 0 0,1 1 0,0-1 0,0 0 0,0 0 0,0 1 0,0-1 0,1 0 0,-1 0 0,0 0 0,2 1 0,-2-2 0,0 0 0,0 0 0,0 0 0,-1 1 0,1-1 0,0 0 0,0 0 0,0-1 0,0 1 0,-1 0 0,1 0 0,0 0 0,0 0 0,-1-1 0,1 1 0,0 0 0,0-1 0,-1 1 0,1-1 0,0 1 0,-1-1 0,1 1 0,0-1 0,-1 1 0,1-1 0,-1 1 0,1-1 0,-1 0 0,1 1 0,-1-1 0,0 0 0,1 0 0,-1 1 0,1-2 0,1-3 0,0 0 0,0 0 0,0 0 0,0-5 0,0 3 0,-1 1 0,0 0 0,0-1 0,-1 1 0,0-1 0,0 1 0,0-1 0,-1 1 0,0 0 0,0-1 0,-1 1 0,-4-12 0,6 18 0,0 0 0,-1 0 0,1 1 0,0-1 0,0 0 0,0 0 0,0 0 0,-1 0 0,1 0 0,0 0 0,0 1 0,0-1 0,0 0 0,0 0 0,-1 0 0,1 0 0,0 1 0,0-1 0,0 0 0,0 0 0,0 0 0,0 1 0,0-1 0,0 0 0,0 0 0,0 1 0,0-1 0,0 0 0,0 0 0,0 0 0,0 1 0,0-1 0,0 0 0,0 0 0,0 0 0,0 1 0,0-1 0,-1 13 0,1 7 0,1 1 0,1 0 0,8 34 0,22 61 0,-10-44 0,-15-47 0,17 73 0,-22-83 0,0-1 0,-1 1 0,0 0 0,-3 27 0,2-40 0,-1 1 0,1-1 0,-1 0 0,1 1 0,-1-1 0,0 1 0,1-1 0,-1 0 0,-1 0 0,1 1 0,0-1 0,0 0 0,-1 0 0,1 0 0,-1 0 0,0-1 0,1 1 0,-1 0 0,0-1 0,0 1 0,0-1 0,0 0 0,0 1 0,-1-1 0,1 0 0,0 0 0,-1-1 0,1 1 0,0 0 0,-5 0 0,3-1 0,0 0 0,0 0 0,0 0 0,0-1 0,0 1 0,0-1 0,0 0 0,0 0 0,0-1 0,1 1 0,-1-1 0,0 0 0,1 0 0,-1 0 0,1 0 0,0 0 0,0-1 0,-4-3 0,1 0 0,1 0 0,0 0 0,0-1 0,1 1 0,0-1 0,0 0 0,0 0 0,1-1 0,0 1 0,0-1 0,-1-7 0,3 11 0,1 0 0,-1 0 0,1 0 0,0 0 0,0 0 0,0 0 0,1 0 0,-1 0 0,1 0 0,0 0 0,0 0 0,0 0 0,1 1 0,-1-1 0,1 1 0,0-1 0,0 1 0,0-1 0,1 1 0,-1 0 0,1 0 0,0 0 0,-1 0 0,5-3 0,23-15-1365,-15 11-5461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48.4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31 189 24575,'9'19'0,"70"154"0,-107-217 0,14 25 0,1-1 0,0 0 0,-11-27 0,19 31 0,0 1 0,0-1 0,2 0 0,-4-30 0,6 40 0,1 1 0,0-1 0,0 1 0,0-1 0,1 1 0,0-1 0,0 1 0,1-1 0,-1 1 0,1 0 0,0 0 0,0-1 0,1 1 0,0 1 0,0-1 0,0 0 0,0 1 0,5-5 0,-6 7 7,0 0 0,0 0-1,1 1 1,-1-1 0,1 1-1,0-1 1,-1 1-1,1 0 1,0 0 0,0 0-1,-1 0 1,1 0 0,0 1-1,0 0 1,0-1 0,0 1-1,6 0 1,-1 1-255,-1 1 1,1 0-1,-1 0 1,0 0-1,12 6 1,-6-3-6579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49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0 299 24575,'11'-2'0,"78"-19"0,-77 18 0,0-1 0,-1-1 0,1 0 0,-1-1 0,12-7 0,-20 11 0,0 0 0,-1 0 0,1 0 0,0-1 0,-1 1 0,1-1 0,-1 0 0,0 1 0,0-1 0,0 0 0,0 0 0,-1-1 0,1 1 0,-1 0 0,0 0 0,2-6 0,-3 5 0,1 0 0,-1-1 0,0 1 0,-1 0 0,1 0 0,-1 0 0,1 0 0,-1 0 0,0 0 0,-1 0 0,1 1 0,-1-1 0,1 0 0,-4-3 0,-8-16 0,-2 0 0,0 0 0,-20-20 0,34 42 0,0 0 0,0 0 0,0 0 0,0 0 0,0 0 0,0 0 0,-1 0 0,1 1 0,0-1 0,-1 0 0,1 1 0,0-1 0,-1 1 0,1-1 0,0 1 0,-1 0 0,1 0 0,-1-1 0,1 1 0,-1 0 0,-2 1 0,2-1 0,-1 1 0,1 0 0,-1 0 0,1 0 0,-1 0 0,1 0 0,0 1 0,0-1 0,-1 1 0,1 0 0,-2 2 0,-2 2 0,0 1 0,0 0 0,1 0 0,0 0 0,0 1 0,-4 10 0,6-12 0,1 0 0,0 1 0,1-1 0,-1 1 0,1-1 0,1 1 0,-1 0 0,1-1 0,0 1 0,1 0 0,-1-1 0,1 1 0,1-1 0,-1 1 0,1-1 0,0 1 0,1-1 0,-1 0 0,1 0 0,1 0 0,-1-1 0,1 1 0,6 7 0,3-2 0,2 0 0,-1 0 0,1-1 0,1-1 0,24 11 0,-30-16 9,0-1-1,0 1 0,0-2 1,0 1-1,0-1 0,16 0 1,65-2-371,-53-1-700,-25 1-5764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50.4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83 24575,'-24'-32'0,"21"28"0,1 0 0,-1 0 0,0 0 0,0 0 0,0 0 0,0 1 0,-1-1 0,1 1 0,-1 0 0,0 0 0,0 0 0,-6-3 0,9 6 0,0 0 0,0-1 0,1 1 0,-1 0 0,0 0 0,0 0 0,1-1 0,-1 1 0,0 0 0,0 0 0,1 0 0,-1 1 0,0-1 0,0 0 0,0 0 0,1 0 0,-1 0 0,0 1 0,1-1 0,-1 0 0,0 1 0,0-1 0,1 0 0,-1 1 0,1-1 0,-1 1 0,0 0 0,0 1 0,0-1 0,0 1 0,0 0 0,0 0 0,0-1 0,0 1 0,1 0 0,-1 0 0,1 0 0,-1 3 0,1 3 0,-1 0 0,1-1 0,1 1 0,2 13 0,1-4 0,2-1 0,1 0 0,0 0 0,0 0 0,12 16 0,11 21 0,-30-51-116,5 5-1133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50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12 24575,'0'-5'0,"0"1"0,-2 1 0,-2 4 0,1 4 0,1 3 0,0 3 0,1 3 0,3 0 0,1-1-8191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51.2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87 24575,'-2'-7'0,"-1"0"0,1 0 0,-1 0 0,0 0 0,0 1 0,-1-1 0,1 1 0,-2 0 0,1 0 0,-9-9 0,13 14 0,-1 1 0,0-1 0,1 1 0,-1-1 0,0 1 0,1 0 0,-1-1 0,0 1 0,1 0 0,-1 0 0,0-1 0,0 1 0,1 0 0,-1 0 0,0 0 0,0 0 0,1 0 0,-1 0 0,0 0 0,0 0 0,1 0 0,-1 0 0,0 0 0,0 1 0,1-1 0,-1 0 0,0 1 0,1-1 0,-1 0 0,0 1 0,1-1 0,-1 1 0,0-1 0,1 1 0,-1-1 0,1 1 0,-1-1 0,1 1 0,-1-1 0,1 1 0,0 0 0,-1-1 0,1 1 0,0 0 0,-1-1 0,1 2 0,-2 3 0,0 0 0,0 0 0,0 0 0,1 0 0,-1 7 0,0 2 0,1 0 0,0 0 0,1 0 0,1 0 0,0 0 0,1 0 0,3 14 0,-2-18 0,0-1 0,0 0 0,1 0 0,0-1 0,0 1 0,1-1 0,1 0 0,-1 0 0,1-1 0,0 1 0,9 7 0,-9-10 0,-1 1 0,1-1 0,0 0 0,1 0 0,11 6 0,-17-10 0,1 0 0,-1 0 0,1-1 0,-1 1 0,1-1 0,-1 1 0,1-1 0,0 0 0,-1 1 0,1-1 0,0 0 0,-1 0 0,1 0 0,0-1 0,-1 1 0,1 0 0,-1-1 0,1 1 0,0 0 0,-1-1 0,1 0 0,-1 1 0,1-1 0,-1 0 0,0 0 0,1 0 0,-1 0 0,2-2 0,1-1 0,0-1 0,0 0 0,-1 0 0,1 0 0,-1-1 0,0 1 0,-1-1 0,1 0 0,-1 0 0,0 0 0,-1 0 0,1 0 0,-1 0 0,0-10 0,-2 49 0,5 62 0,14 39 0,0 6 0,-15-104 0,-2 66 0,-1-101 0,0 1 0,0-1 0,-1 1 0,1-1 0,0 1 0,0-1 0,-1 0 0,1 1 0,-1-1 0,1 0 0,-1 1 0,1-1 0,-1 0 0,0 0 0,0 1 0,1-1 0,-1 0 0,0 0 0,0 0 0,0 0 0,0 0 0,-2 1 0,1-2 0,1 1 0,-1-1 0,1 1 0,-1-1 0,0 0 0,1 0 0,-1 0 0,0 0 0,1 0 0,-1 0 0,0 0 0,1-1 0,-1 1 0,1 0 0,-1-1 0,-1 0 0,-7-4 0,0 0 0,0 0 0,1-1 0,-12-9 0,19 14 0,-16-14-227,1 0-1,0-1 1,1 0-1,1-1 1,-22-33-1,26 35-6598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51.6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24575,'4'7'0,"3"5"0,2 3 0,-1 2 0,1-1 0,2 1 0,-2-1 0,1-1 0,0 0 0,-1 0 0,1-3 0,-2-1 0,-2-4 0,-5-4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51.9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24575,'2'7'0,"2"3"-8191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52.3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24575,'1'13'0,"0"0"0,2 0 0,0 0 0,0 0 0,1 0 0,0-1 0,1 1 0,1-1 0,10 17 0,-15-27 0,0-1 0,0 1 0,0-1 0,0 1 0,0-1 0,0 0 0,0 1 0,0-1 0,1 0 0,-1 0 0,0 0 0,1 0 0,-1 0 0,1 0 0,-1 0 0,1-1 0,2 2 0,-3-2 0,0 0 0,0 0 0,0 0 0,0 0 0,0 0 0,0-1 0,0 1 0,0 0 0,0-1 0,-1 1 0,1 0 0,0-1 0,0 1 0,0-1 0,0 1 0,0-1 0,-1 0 0,1 1 0,0-1 0,-1 0 0,1 0 0,0 1 0,-1-1 0,1 0 0,-1 0 0,1 0 0,-1 0 0,1 0 0,-1 1 0,0-1 0,1-2 0,2-6 0,-1 0 0,0 0 0,2-15 0,-3 13 0,1 0 0,5-18 0,-6 27 0,0-1 0,0 0 0,0 0 0,1 1 0,-1-1 0,1 0 0,0 1 0,-1 0 0,1-1 0,0 1 0,1 0 0,-1 0 0,0 0 0,3-2 0,-2 3 0,-1 0 0,1 0 0,-1 0 0,1 0 0,-1 1 0,1-1 0,-1 1 0,1-1 0,-1 1 0,1 0 0,0 0 0,-1 0 0,1 1 0,-1-1 0,1 1 0,0-1 0,-1 1 0,1 0 0,-1 0 0,0 0 0,1 0 0,-1 0 0,0 0 0,1 1 0,1 1 0,7 5 0,-1 1 0,1 0 0,12 15 0,-18-19 0,30 34 64,14 14-1493,-33-37-5397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53.0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3 24575,'-7'-1'0,"0"0"0,0 1 0,0-1 0,-1 2 0,1-1 0,0 1 0,0 0 0,0 0 0,-11 4 0,15-4 0,0 1 0,0-1 0,0 1 0,0 0 0,0 0 0,1 0 0,-1 0 0,0 0 0,1 0 0,0 1 0,0 0 0,-1-1 0,2 1 0,-1 0 0,0 0 0,0 0 0,1 0 0,0 0 0,-1 0 0,1 0 0,0 1 0,0 3 0,0 0 0,0-1 0,1 1 0,0 0 0,0 0 0,0-1 0,3 13 0,-2-15 0,0 0 0,0 0 0,0 0 0,1 0 0,-1 0 0,1 0 0,0-1 0,0 1 0,1-1 0,-1 1 0,5 5 0,-6-9 0,-1 1 0,0-1 0,1 0 0,-1 0 0,0 1 0,1-1 0,-1 0 0,1 0 0,-1 1 0,0-1 0,1 0 0,-1 0 0,1 0 0,-1 0 0,1 0 0,-1 1 0,1-1 0,-1 0 0,0 0 0,1 0 0,-1 0 0,1 0 0,-1-1 0,1 1 0,-1 0 0,1 0 0,0 0 0,0-1 0,0 0 0,0 1 0,-1-1 0,1 0 0,0 0 0,0 1 0,-1-1 0,1 0 0,0 0 0,-1 0 0,1-1 0,11-31 0,-11 29 0,1-1 0,-2 3 0,1 0 0,-1 0 0,1-1 0,0 1 0,-1 0 0,1 0 0,0 0 0,0 1 0,1-1 0,-1 0 0,0 0 0,3-2 0,-4 4 0,1 0 0,-1 0 0,0 0 0,1 0 0,-1 0 0,0 0 0,1 0 0,-1 0 0,0 0 0,1 0 0,-1 0 0,0 0 0,1 0 0,-1 0 0,0 0 0,1 0 0,-1 0 0,0 1 0,0-1 0,1 0 0,-1 0 0,0 0 0,1 1 0,-1-1 0,0 0 0,0 0 0,0 0 0,1 1 0,-1-1 0,0 0 0,0 1 0,0-1 0,1 0 0,-1 0 0,0 1 0,0-1 0,0 0 0,0 1 0,6 13 0,19 90 0,-12-43 0,8 24 0,14 126 0,-34-200 0,0-1 0,-1 1 0,0-1 0,-1 1 0,-2 14 0,2-23 0,1 0 0,-1 0 0,1 0 0,-1 0 0,0 0 0,0 0 0,0 0 0,0 0 0,0-1 0,0 1 0,-1 0 0,1-1 0,0 1 0,-1-1 0,1 1 0,-1-1 0,0 0 0,1 0 0,-1 1 0,0-1 0,0 0 0,0-1 0,0 1 0,0 0 0,0-1 0,0 1 0,0-1 0,0 1 0,0-1 0,0 0 0,0 0 0,0 0 0,-4 0 0,-2-1 0,1 0 0,0 0 0,0-1 0,0 1 0,0-1 0,1-1 0,-1 0 0,0 0 0,1 0 0,0 0 0,0-1 0,0 0 0,0-1 0,0 1 0,1-1 0,0 0 0,0 0 0,0-1 0,1 0 0,-7-9 0,7 7 0,1 1 0,-1-1 0,1 1 0,1-1 0,0 0 0,0 0 0,0 0 0,1-1 0,0 1 0,0 0 0,1 0 0,0-1 0,1 1 0,0 0 0,0 0 0,1-1 0,4-13 0,-1 9 30,0 0 0,1 0 0,12-19 0,-15 27-144,0 1 0,0 0-1,1-1 1,-1 1 0,1 0 0,0 1-1,0-1 1,1 1 0,-1 0 0,1 0-1,-1 0 1,7-3 0,1 2-6712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53.7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24575,'13'20'0,"6"8"0,-1 1-8191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53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0 24575,'-2'5'0,"-2"4"0,1 3 0,1 2 0,0 1 0,3 0 0,2 0 0,2 1 0,1-1 0,2 0 0,-1-1 0,-2 1 0,2-3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54.1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37 24575,'7'16'0,"0"0"0,1-1 0,0 1 0,1-2 0,20 25 0,-29-38 0,1 0 0,0 0 0,0 0 0,0 0 0,0-1 0,0 1 0,0 0 0,1-1 0,-1 1 0,0 0 0,0-1 0,0 1 0,1-1 0,-1 0 0,0 1 0,1-1 0,-1 0 0,0 0 0,0 0 0,3 0 0,-2-1 0,0 1 0,0-1 0,0 0 0,0 1 0,0-1 0,-1 0 0,1 0 0,0 0 0,-1-1 0,1 1 0,0 0 0,1-2 0,2-3 0,0-1 0,0 1 0,0-1 0,-1 0 0,6-12 0,-2-1 0,-5 11 0,1-1 0,1 1 0,9-15 0,-13 22 0,1 0 0,-1 0 0,1 0 0,0 0 0,0 1 0,0-1 0,0 0 0,0 1 0,0 0 0,0-1 0,1 1 0,-1 0 0,0 0 0,1 0 0,-1 0 0,1 1 0,-1-1 0,1 1 0,3-1 0,2 1 0,0 1 0,-1 0 0,1 0 0,-1 0 0,1 1 0,-1 0 0,0 1 0,0 0 0,13 7 0,5 4 0,30 25 0,-22-15 0,-7-7-90,-8-6-335,-1 2 0,30 25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54.9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24575,'2'0'0,"-1"0"0,1 1 0,0-1 0,0 1 0,0-1 0,-1 1 0,1 0 0,0-1 0,-1 1 0,1 0 0,0 0 0,-1 0 0,1 1 0,1 1 0,20 23 0,-16-17 0,166 176 0,-138-153 0,1-1 0,2-2 0,56 32 0,-91-59-195,0 0 0,1 0 0,-1-1 0,1 1 0,0-1 0,4 1 0,1-1-6631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55.2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218 1 24575,'-27'24'0,"-9"11"0,-1 2 0,4-1 0,7-3 0,6-6 0,6-4 0,5-4 0,2-3 0,2-1 0,3-2 0,0-2-8191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56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276 1 24575,'-52'3'0,"26"-2"0,0 1 0,-1 1 0,1 1 0,-49 15 0,72-18 0,1 0 0,-1 0 0,0 0 0,1 0 0,-1 1 0,1-1 0,0 1 0,0 0 0,-1-1 0,1 1 0,0 0 0,0 0 0,1 0 0,-1 1 0,0-1 0,-1 4 0,2-3 0,0 0 0,0 0 0,1 0 0,-1 0 0,1 0 0,0 1 0,0-1 0,0 0 0,0 0 0,0 0 0,1 0 0,-1 0 0,1 0 0,2 5 0,7 17 0,0 0 0,28 44 0,9 21 0,-42-79 0,-1 0 0,0 0 0,-1 0 0,-1 1 0,0-1 0,1 21 0,-4 22 0,0 19 0,2-70 0,-1 0 0,1 0 0,0 0 0,0 0 0,0 0 0,0 0 0,1 0 0,-1 0 0,1 0 0,0 0 0,0-1 0,0 1 0,0-1 0,0 0 0,0 1 0,1-1 0,-1 0 0,1 0 0,-1 0 0,5 1 0,6 4 0,0 0 0,1-2 0,17 6 0,0 0 0,-20-7 0,1 0 0,0-1 0,1 0 0,-1-1 0,0-1 0,1 0 0,-1 0 0,24-3 0,-34 2-105,-1 0 0,1 0 0,0-1 0,-1 1 0,0-1 0,1 1 0,-1-1 0,1 1 0,-1-1 0,1 0 0,-1 0 0,2-1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56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14 24575,'-1'0'0,"1"0"0,0 1 0,-1-1 0,1 0 0,0 1 0,0-1 0,-1 0 0,1 1 0,0-1 0,0 0 0,0 1 0,0-1 0,-1 1 0,1-1 0,0 0 0,0 1 0,0-1 0,0 1 0,0-1 0,0 1 0,0-1 0,0 0 0,0 1 0,0-1 0,0 1 0,1-1 0,-1 1 0,0-1 0,0 1 0,4 15 0,2 5 0,13 31 0,-17-47 0,1 1 0,0-1 0,0 0 0,0 0 0,1 0 0,-1-1 0,1 1 0,0-1 0,1 0 0,7 7 0,-10-10 0,-1 0 0,1 0 0,-1-1 0,1 1 0,0 0 0,-1 0 0,1-1 0,0 1 0,-1-1 0,1 0 0,0 1 0,0-1 0,-1 0 0,1 0 0,0 0 0,0 0 0,0 0 0,-1-1 0,1 1 0,0 0 0,-1-1 0,1 0 0,0 1 0,-1-1 0,1 0 0,0 0 0,-1 0 0,1 0 0,-1 0 0,0 0 0,1 0 0,-1 0 0,0 0 0,0-1 0,1 1 0,-1-1 0,1-1 0,4-7 0,0 0 0,-1-1 0,0 1 0,6-19 0,-6 16 0,-3 5 0,1 1 0,0 0 0,1 0 0,0 0 0,0 0 0,8-10 0,-10 16 0,0-1 0,-1 0 0,1 1 0,0 0 0,0-1 0,0 1 0,0 0 0,0 0 0,0 0 0,0 0 0,0 0 0,0 0 0,0 1 0,0-1 0,1 1 0,-1 0 0,0-1 0,0 1 0,1 0 0,-1 0 0,0 1 0,1-1 0,-1 0 0,0 1 0,0-1 0,0 1 0,3 1 0,2 1 0,0 0 0,0 1 0,-1 0 0,0 0 0,0 0 0,0 1 0,0 0 0,-1 0 0,8 8 0,2 7 0,20 31 0,6 9 0,-38-57-195,0 1 0,0 0 0,0 0 0,-1 0 0,0 0 0,3 8 0,-2-2-6631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57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24575,'38'7'0,"0"2"0,42 16 0,-63-18 0,1 0 0,-1 1 0,-1 1 0,1 1 0,-2 0 0,23 19 0,-32-23 0,0-1 0,0 0 0,-1 1 0,7 8 0,-11-13 0,0 0 0,0 1 0,0-1 0,0 1 0,-1-1 0,1 1 0,0 0 0,-1-1 0,1 1 0,-1-1 0,0 1 0,1 0 0,-1-1 0,0 1 0,0 0 0,0-1 0,0 1 0,-1 0 0,1 0 0,0-1 0,-1 3 0,-2 4 0,0 1 0,0 1 0,1-1 0,0 0 0,1 0 0,0 1 0,0-1 0,1 1 0,1-1 0,-1 1 0,1-1 0,5 18 0,55 219 0,-57-231 0,18 79 0,-20-80 0,0 0 0,-1 1 0,0-1 0,-3 23 0,2-35 0,0-1 0,-1 0 0,1 1 0,0-1 0,-1 1 0,0-1 0,1 0 0,-1 0 0,0 1 0,1-1 0,-1 0 0,0 0 0,0 0 0,0 0 0,0 0 0,0 0 0,0 0 0,0 0 0,-1 0 0,1-1 0,0 1 0,0 0 0,-1-1 0,1 1 0,0-1 0,-1 1 0,1-1 0,0 0 0,-3 1 0,-4 0 0,0-1 0,0 1 0,-1-1 0,-8-2 0,2 2 0,-6-1-455,-1-1 0,-38-8 0,38 4-6371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57.8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86 24575,'28'26'0,"-24"-22"0,0 1 0,1-1 0,-1 0 0,1 0 0,0 0 0,0-1 0,0 1 0,1-1 0,-1-1 0,8 4 0,-11-6 0,0 1 0,-1-1 0,1 0 0,0 0 0,-1 0 0,1 0 0,-1 0 0,1 0 0,0-1 0,-1 1 0,1-1 0,-1 1 0,1-1 0,0 1 0,-1-1 0,0 0 0,1 0 0,-1 1 0,1-1 0,-1 0 0,0-1 0,0 1 0,1 0 0,-1 0 0,0 0 0,0-1 0,0 1 0,-1 0 0,1-1 0,0 1 0,0-1 0,0-1 0,3-6 0,-1-1 0,0 1 0,-1-1 0,2-11 0,-2 7 0,0 7 0,-2 2 0,1 0 0,0 1 0,0-1 0,1 1 0,-1-1 0,5-6 0,-6 10 0,1 0 0,-1 0 0,1 1 0,0-1 0,0 0 0,0 0 0,-1 1 0,1-1 0,0 1 0,0-1 0,0 1 0,0-1 0,0 1 0,0-1 0,0 1 0,0 0 0,0 0 0,0-1 0,0 1 0,0 0 0,0 0 0,0 0 0,1 0 0,-1 0 0,0 0 0,0 1 0,0-1 0,0 0 0,0 0 0,0 1 0,0-1 0,0 1 0,0-1 0,0 1 0,1 0 0,6 4 1,-1 0 1,0 1-1,0 0 0,0 0 0,-1 0 0,1 1 0,-1 0 0,-1 0 1,7 11-1,13 16-1378,-16-24-5449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2:58.9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94 24575,'11'16'0,"14"17"0,-24-31 0,1-1 0,0 1 0,-1-1 0,1 1 0,0-1 0,0 0 0,0 0 0,0 0 0,0 0 0,0 0 0,0 0 0,0 0 0,0-1 0,0 1 0,3 0 0,-3-1 0,-1-1 0,1 1 0,0 0 0,-1-1 0,1 1 0,0-1 0,-1 1 0,1-1 0,-1 0 0,1 0 0,-1 0 0,1 0 0,-1 0 0,0 0 0,1 0 0,-1 0 0,0 0 0,0-1 0,0 1 0,0-1 0,0 1 0,0 0 0,0-1 0,0 0 0,-1 1 0,2-4 0,0-2 0,1 0 0,-1 0 0,-1 0 0,1 0 0,0-7 0,-2-4 0,0 12 0,0 0 0,0-1 0,1 1 0,0 0 0,2-10 0,-3 15 0,1 0 0,-1 0 0,1 0 0,-1 0 0,1 0 0,-1 0 0,1 1 0,0-1 0,-1 0 0,1 0 0,0 0 0,0 1 0,-1-1 0,1 0 0,0 1 0,0-1 0,0 1 0,0-1 0,0 1 0,0 0 0,0-1 0,0 1 0,0 0 0,0-1 0,0 1 0,0 0 0,0 0 0,0 0 0,0 0 0,0 0 0,0 0 0,0 0 0,0 1 0,0-1 0,0 0 0,0 1 0,0-1 0,0 0 0,1 2 0,6 1 0,-1 0 0,0 1 0,-1 0 0,1 0 0,-1 1 0,1 0 0,6 7 0,38 43 0,-47-50 0,31 38-1365,-29-33-5461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3:18.7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24575,'0'8'0,"0"2"0,0 0 0,0-1 0,1 1 0,3 14 0,-3-20 0,1-1 0,-1 0 0,1 1 0,-1-1 0,1 0 0,0 0 0,0 0 0,0 0 0,0-1 0,1 1 0,-1-1 0,1 1 0,0-1 0,-1 0 0,1 0 0,4 2 0,2 1 0,0-1 0,1 0 0,-1-1 0,1 0 0,0-1 0,0 0 0,0 0 0,0-1 0,0 0 0,0-1 0,0 0 0,16-3 0,-23 3 0,-1 0 0,1-1 0,-1 1 0,1-1 0,-1 0 0,1 0 0,-1 0 0,0 0 0,1 0 0,-1-1 0,0 1 0,0-1 0,0 1 0,0-1 0,0 0 0,0 0 0,-1 0 0,1 0 0,-1 0 0,1 0 0,-1 0 0,0 0 0,2-4 0,-2 2 0,0 0 0,0 1 0,0-1 0,0 0 0,-1 1 0,1-1 0,-1 0 0,0 0 0,0 0 0,0 1 0,-1-1 0,1 0 0,-1 0 0,0 1 0,-2-5 0,40 57 0,-32-44 0,0 1 0,0-1 0,1-1 0,-1 1 0,1-1 0,0 0 0,7 4 0,48 19 0,-49-23 0,-9-2 0,0-1 0,0 0 0,0 0 0,1 0 0,-1-1 0,0 1 0,0-1 0,1 0 0,-1 0 0,0 0 0,1 0 0,-1 0 0,5-2 0,-6 2 0,0-1 0,-1 0 0,1 0 0,0 0 0,-1 0 0,1 0 0,-1 0 0,0 0 0,1 0 0,-1-1 0,0 1 0,0 0 0,0-1 0,0 1 0,0-1 0,0 1 0,0-1 0,0 0 0,-1 1 0,1-1 0,0 0 0,-1 1 0,0-1 0,1 0 0,-1 0 0,0-1 0,0-4 0,0 0 0,0 0 0,-1 0 0,0 1 0,0-1 0,-3-8 0,2 8 0,0-1 0,1 1 0,0-1 0,-1-9 0,2 17 0,0 0 0,0-1 0,0 1 0,0-1 0,0 1 0,0 0 0,0-1 0,0 1 0,0-1 0,0 1 0,0 0 0,1-1 0,-1 1 0,0-1 0,0 1 0,0 0 0,0-1 0,1 1 0,-1 0 0,0-1 0,0 1 0,1 0 0,-1-1 0,0 1 0,0 0 0,1 0 0,-1-1 0,0 1 0,1 0 0,-1 0 0,0-1 0,1 1 0,-1 0 0,1 0 0,-1 0 0,0 0 0,1 0 0,-1 0 0,1 0 0,-1 0 0,0 0 0,1 0 0,-1 0 0,1 0 0,-1 0 0,0 0 0,1 0 0,-1 0 0,1 0 0,-1 0 0,0 0 0,1 1 0,-1-1 0,0 0 0,1 0 0,-1 0 0,0 1 0,1-1 0,-1 0 0,1 1 0,22 17 0,-22-17 0,27 27 0,-15-15 0,1 1 0,18 12 0,-31-25 0,0 0 0,0 0 0,1 0 0,-1-1 0,0 1 0,0 0 0,1-1 0,-1 1 0,0-1 0,1 1 0,-1-1 0,1 0 0,-1 0 0,1 1 0,-1-1 0,0 0 0,1 0 0,-1-1 0,1 1 0,-1 0 0,1 0 0,-1-1 0,0 1 0,1 0 0,-1-1 0,0 0 0,3 0 0,-3-1 0,1 1 0,0-1 0,0 0 0,-1 0 0,1 0 0,-1 0 0,1 0 0,-1 0 0,0 0 0,0-1 0,0 1 0,0 0 0,0-1 0,-1 1 0,1-3 0,0 3 0,-1 0 0,0 0 0,1 0 0,-1 0 0,1 0 0,0 0 0,0 1 0,0-1 0,0 0 0,0 0 0,0 1 0,0-1 0,0 1 0,0-1 0,1 1 0,-1-1 0,1 1 0,2-2 0,-2 2 0,0 1 0,0-1 0,0 1 0,0-1 0,0 1 0,0 0 0,-1 0 0,1 0 0,0 0 0,0 0 0,0 1 0,0-1 0,0 0 0,0 1 0,0 0 0,-1-1 0,1 1 0,0 0 0,2 1 0,27 17 0,-1 1 0,-1 1 0,29 27 0,-36-28 0,-9-9-1365,-4-2-5461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3:19.3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208 29 24575,'-21'-6'0,"-49"-12"0,60 16 0,0 1 0,0 0 0,0 0 0,-19 2 0,26-1 0,1 1 0,0-1 0,0 0 0,0 1 0,0-1 0,0 1 0,0 0 0,0 0 0,0-1 0,0 1 0,1 1 0,-1-1 0,0 0 0,0 0 0,1 1 0,-1-1 0,1 0 0,-1 1 0,1 0 0,0-1 0,0 1 0,0 0 0,0 0 0,0 0 0,0-1 0,0 1 0,0 0 0,1 0 0,-1 0 0,1 0 0,-1 1 0,1-1 0,0 0 0,0 0 0,0 4 0,0-1 0,1 0 0,0 0 0,0-1 0,0 1 0,1 0 0,-1-1 0,1 1 0,0-1 0,0 1 0,1-1 0,-1 0 0,1 0 0,0 0 0,6 5 0,-1-1 0,1-1 0,1-1 0,-1 1 0,1-2 0,1 1 0,-1-1 0,1-1 0,-1 0 0,15 3 0,-2-1 0,1-2 0,0-1 0,33 1 0,-50-4 15,0 0 0,1-1 0,-1 0 0,0 0 0,-1 0 0,1-1 0,9-3 0,-12 3-121,0 1 0,-1-1 0,1 0 0,0-1 0,-1 1 0,0-1-1,1 1 1,-1-1 0,0 0 0,0 0 0,-1-1 0,1 1 0,3-6 0,-2 1-6720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3:19.8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 24575,'-1'2'0,"-1"0"0,1 0 0,-1 0 0,1 1 0,0-1 0,0 1 0,0-1 0,0 1 0,1-1 0,-1 1 0,1 0 0,-1-1 0,1 1 0,0 0 0,0 4 0,1 6 0,5 23 0,-6-35 0,6 28 0,2-1 0,0-1 0,2 1 0,1-2 0,1 1 0,1-2 0,2 1 0,30 39 0,-32-48 0,24 27 0,-33-40 0,0 0 0,1 0 0,-1-1 0,1 0 0,-1 0 0,1 0 0,10 4 0,-14-6 0,0-1 0,-1 0 0,1 1 0,0-1 0,0 0 0,0 0 0,-1 0 0,1 0 0,0 0 0,0 0 0,0 0 0,0 0 0,-1 0 0,1 0 0,0 0 0,0 0 0,0-1 0,-1 1 0,1 0 0,0 0 0,0-1 0,1 0 0,-1 0 0,-1 0 0,1 0 0,0 0 0,0 0 0,0 0 0,-1 0 0,1-1 0,-1 1 0,1 0 0,-1 0 0,1-1 0,-1 1 0,1-2 0,0-5 0,-1-1 0,1 1 0,-2-16 0,0 16 0,0-13 0,0 14 0,0 1 0,0-1 0,1 1 0,0-1 0,1 1 0,0-1 0,0 1 0,1-7 0,-1 12 0,-1 1 0,0-1 0,1 1 0,-1-1 0,1 0 0,-1 1 0,1-1 0,-1 1 0,1-1 0,-1 1 0,1-1 0,0 1 0,-1 0 0,1-1 0,0 1 0,-1 0 0,1 0 0,0-1 0,-1 1 0,1 0 0,0 0 0,0 0 0,-1 0 0,1 0 0,0 0 0,0 0 0,-1 0 0,1 0 0,0 0 0,-1 0 0,2 1 0,22 8 0,-24-9 0,39 21 0,-2 2 0,0 2 0,-1 2 0,38 37 0,-66-56-1365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3:20.6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30 24575,'-7'-5'0,"1"1"0,-1 0 0,0 1 0,0 0 0,-15-5 0,21 8 0,-1-1 0,1 1 0,-1 0 0,1-1 0,-1 1 0,1 0 0,0 0 0,-1 0 0,1 0 0,-1 0 0,1 0 0,-1 1 0,1-1 0,-1 0 0,1 1 0,0-1 0,-1 1 0,1-1 0,0 1 0,-1 0 0,1-1 0,0 1 0,0 0 0,0 0 0,-1 0 0,1 0 0,0 0 0,0 0 0,1 1 0,-1-1 0,0 0 0,0 0 0,0 1 0,1-1 0,-1 0 0,1 1 0,-1-1 0,0 3 0,1 2 0,-1-1 0,0 1 0,1 0 0,0-1 0,1 1 0,-1 0 0,1-1 0,0 1 0,0 0 0,1-1 0,0 0 0,0 1 0,0-1 0,1 0 0,5 9 0,0-1 0,1-1 0,0 0 0,1 0 0,20 17 0,-25-24 0,1 0 0,-1-1 0,1 0 0,0 0 0,1-1 0,-1 1 0,11 3 0,-15-7 0,0 1 0,-1 0 0,1-1 0,0 0 0,-1 1 0,1-1 0,0 0 0,-1 0 0,1 0 0,0 0 0,0 0 0,-1-1 0,1 1 0,0-1 0,-1 1 0,1-1 0,0 1 0,-1-1 0,1 0 0,-1 1 0,1-1 0,-1 0 0,1 0 0,-1 0 0,0-1 0,1 1 0,-1 0 0,0 0 0,0-1 0,0 1 0,0-1 0,0 1 0,0-1 0,-1 1 0,1-1 0,1-3 0,0-1 0,-1-1 0,1 1 0,-1-1 0,0 0 0,-1 0 0,1 0 0,-2-9 0,-7-47 0,8 63 0,0 0 0,-1-1 0,1 1 0,0-1 0,0 1 0,0-1 0,0 1 0,0-1 0,0 1 0,0-1 0,0 1 0,0 0 0,0-1 0,0 1 0,0-1 0,0 1 0,0-1 0,1 1 0,-1-1 0,0 1 0,0 0 0,0-1 0,1 1 0,0-1 0,-1 1 0,0 0 0,1 0 0,-1 0 0,1 0 0,-1 0 0,1 0 0,-1 0 0,1 0 0,-1 0 0,0 0 0,1 0 0,-1 1 0,1-1 0,-1 0 0,1 0 0,-1 1 0,0-1 0,1 0 0,-1 1 0,19 18 0,-8-6 0,1-1 0,0 0 0,1 0 0,19 13 0,-23-19 0,0 0 0,1 0 0,-1-1 0,2-1 0,-1 1 0,0-2 0,21 6 0,-29-9 0,-1 1 0,1-1 0,0 0 0,-1 0 0,1 0 0,-1 0 0,1 0 0,-1 0 0,1 0 0,0-1 0,-1 1 0,1 0 0,-1-1 0,1 1 0,-1-1 0,1 0 0,-1 1 0,0-1 0,1 0 0,0-1 0,0 0 0,-1 1 0,0-1 0,0 0 0,0 1 0,0-1 0,0 0 0,0 0 0,-1 0 0,1 0 0,0 0 0,-1 0 0,0 0 0,1 0 0,-1 0 0,0-3 0,0-6 0,-1 0 0,0 1 0,-1-1 0,0 0 0,-1 0 0,0 1 0,-1-1 0,-6-12 0,10 23 0,0 0 0,0-1 0,0 1 0,-1 0 0,1-1 0,0 1 0,0 0 0,0-1 0,0 1 0,0 0 0,-1-1 0,1 1 0,0-1 0,0 1 0,0 0 0,0-1 0,0 1 0,0 0 0,0-1 0,0 1 0,0 0 0,1-1 0,-1 1 0,0 0 0,0-1 0,0 1 0,0-1 0,1 1 0,8 3 0,12 13 0,-3 1 0,28 20 0,-37-30 0,0-1 0,1 0 0,0-1 0,0 0 0,16 5 0,-24-9 0,0-1 0,-1 1 0,1-1 0,0 0 0,-1 1 0,1-1 0,0 0 0,-1 0 0,1 0 0,0 0 0,-1 0 0,1-1 0,0 1 0,-1 0 0,1-1 0,-1 1 0,1-1 0,0 0 0,-1 1 0,1-1 0,-1 0 0,2-1 0,0-1 0,0-1 0,0 1 0,0-1 0,-1 0 0,1 0 0,2-6 0,-1 3 0,-3 6 3,0-1-1,0 1 1,0-1-1,0 1 1,0 0-1,0-1 0,0 1 1,0 0-1,1 0 1,-1 0-1,1 0 1,-1 0-1,0 0 1,1 0-1,0 1 1,-1-1-1,1 0 1,-1 1-1,1 0 0,0-1 1,-1 1-1,1 0 1,0 0-1,0-1 1,-1 2-1,1-1 1,0 0-1,-1 0 1,1 0-1,0 1 0,-1-1 1,1 1-1,0-1 1,-1 1-1,3 1 1,6 3-152,0 1 0,0 0 0,-1 0 1,12 10-1,-11-8-561,2 1-6116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3:21.7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116 102 24575,'-10'-18'0,"-12"-19"0,19 32 0,0 1 0,0-1 0,-1 1 0,0 0 0,0 0 0,0 0 0,0 1 0,-10-7 0,13 10 0,1-1 0,-1 1 0,0 0 0,1-1 0,-1 1 0,0 0 0,1 0 0,-1-1 0,0 1 0,0 0 0,1 0 0,-1 0 0,0 0 0,0 0 0,1 0 0,-1 0 0,0 0 0,0 0 0,1 0 0,-1 1 0,0-1 0,0 0 0,1 0 0,-2 1 0,1 0 0,0 0 0,1 0 0,-1-1 0,0 1 0,0 0 0,1 0 0,-1 0 0,1 0 0,-1 0 0,1 1 0,-1-1 0,1 0 0,0 0 0,-1 2 0,0 4 0,0 1 0,1 0 0,1 14 0,-1-17 0,0 2 0,1 0 0,-1 0 0,1 0 0,1 0 0,-1 0 0,1 0 0,1 0 0,-1-1 0,1 1 0,0-1 0,0 0 0,1 0 0,0 0 0,0 0 0,1 0 0,-1-1 0,1 0 0,0 0 0,1 0 0,-1-1 0,1 0 0,10 6 0,-10-6 0,1 1 0,1-1 0,0 1 0,0-2 0,17 7 0,-24-10 0,0 0 0,0 1 0,1-1 0,-1 0 0,1 0 0,-1 1 0,0-1 0,1 0 0,-1 0 0,0-1 0,1 1 0,-1 0 0,0 0 0,1-1 0,-1 1 0,0-1 0,1 1 0,-1-1 0,0 0 0,0 1 0,0-1 0,1 0 0,-1 0 0,0 0 0,0 1 0,0-1 0,0-1 0,-1 1 0,1 0 0,0 0 0,0 0 0,-1 0 0,1 0 0,0-1 0,-1 1 0,1 0 0,-1-1 0,0 1 0,1-3 0,0-2 0,0 0 0,0 0 0,0 0 0,-1 0 0,0 0 0,0 0 0,-1 0 0,0 0 0,-1-8 0,2 14 0,0 0 0,0-1 0,0 1 0,0 0 0,-1-1 0,1 1 0,0 0 0,0-1 0,0 1 0,0 0 0,0-1 0,0 1 0,-1 0 0,1 0 0,0-1 0,0 1 0,-1 0 0,1 0 0,0-1 0,0 1 0,-1 0 0,1 0 0,0 0 0,0-1 0,-1 1 0,1 0 0,-4 7 0,0 14 0,3 0 0,1-1 0,1 0 0,1 1 0,8 32 0,-2-20 0,2-1 0,16 32 0,9 29 0,-32-82 0,0 0 0,-1 1 0,0-1 0,-1 0 0,0 1 0,-1 17 0,-1-27 0,1 0 0,0 0 0,0 0 0,-1-1 0,1 1 0,-1 0 0,0 0 0,1 0 0,-1-1 0,0 1 0,0-1 0,0 1 0,0 0 0,-1-1 0,1 0 0,0 1 0,0-1 0,-1 0 0,-1 2 0,0-1 0,0-1 0,0 1 0,-1-1 0,1 0 0,0 0 0,-1 0 0,1 0 0,0 0 0,-7 0 0,-3-1 0,0-1 0,0 0 0,0 0 0,-20-6 0,20 4 0,1-1 0,0 0 0,1-1 0,-1 0 0,1-1 0,0 0 0,-15-11 0,22 14 0,1 0 0,-1 0 0,1-1 0,0 1 0,0-1 0,0 1 0,0-1 0,1 0 0,0 0 0,-3-6 0,4 7 0,0 0 0,1 0 0,-1 0 0,1 0 0,-1 0 0,1 0 0,0 0 0,0 0 0,0 0 0,1 0 0,-1 0 0,1 0 0,-1 0 0,1 0 0,0 1 0,0-1 0,2-3 0,0 1 0,0 0 0,0 0 0,1 0 0,0 1 0,0 0 0,0 0 0,0 0 0,0 0 0,1 0 0,-1 1 0,9-5 0,6-2 0,36-13 0,-34 15 0,28-10 0,-22 9 0,-1-2 0,43-24 0,-38 17 0,78-53 0,-96 61 0,0-1 0,-1 0 0,0-1 0,-1 0 0,17-23 0,-25 31 0,0-1 0,-1 0 0,0 0 0,0 1 0,0-2 0,0 1 0,-1 0 0,0 0 0,0 0 0,0-1 0,0-9 0,-1 13 0,-1 0 0,1 0 0,0 0 0,0 0 0,-1 0 0,1 0 0,-1 0 0,0 0 0,1 0 0,-1 1 0,0-1 0,0 0 0,0 0 0,0 1 0,-1-1 0,1 1 0,0-1 0,-1 1 0,1-1 0,-1 1 0,1 0 0,-1 0 0,0 0 0,1 0 0,-1 0 0,0 0 0,0 0 0,0 1 0,0-1 0,0 0 0,1 1 0,-1 0 0,-4-1 0,2 1 0,1 0 0,-1 0 0,1 0 0,0 0 0,-1 0 0,1 1 0,-1 0 0,1-1 0,0 1 0,0 1 0,-1-1 0,1 0 0,0 1 0,0-1 0,0 1 0,-3 3 0,2-2 0,1 0 0,0 1 0,-1 0 0,1-1 0,1 1 0,-1 0 0,0 1 0,1-1 0,0 0 0,-3 9 0,3-7 0,0 0 0,1 0 0,-1 1 0,1-1 0,1 0 0,-1 1 0,1-1 0,0 1 0,1-1 0,-1 0 0,1 1 0,1-1 0,-1 0 0,1 0 0,0 1 0,0-1 0,6 9 0,-3-8 9,-1-1-1,2 0 1,-1-1-1,1 1 1,-1-1 0,1-1-1,1 1 1,-1-1-1,1 0 1,0 0-1,0 0 1,0-1-1,13 4 1,-15-6-71,-1 0 0,1 0 0,-1 0 0,1 0 1,0-1-1,-1 0 0,1 1 0,0-2 0,-1 1 0,1-1 0,0 1 0,-1-1 1,1-1-1,-1 1 0,1-1 0,-1 1 0,0-1 0,0 0 0,0-1 0,0 1 1,0-1-1,0 0 0,6-6 0,-1-2-6764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3:22.1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53 385 24575,'-2'1'0,"-1"-1"0,0 1 0,0 0 0,0 0 0,1 1 0,-1-1 0,1 0 0,-1 1 0,1-1 0,0 1 0,-1 0 0,1 0 0,0 0 0,0 0 0,0 0 0,0 1 0,1-1 0,-1 0 0,1 1 0,-3 4 0,3-4 0,1 0 0,-1-1 0,1 1 0,-1 0 0,1 0 0,0 0 0,0 0 0,0 0 0,1 0 0,-1 0 0,1 0 0,-1 0 0,1 0 0,0 0 0,0 0 0,0-1 0,0 1 0,1 0 0,-1-1 0,3 4 0,0-2 0,0 1 0,0 0 0,0-1 0,0 0 0,0 0 0,1 0 0,0-1 0,0 0 0,0 0 0,11 5 0,-15-7 0,1 0 0,0-1 0,0 1 0,-1-1 0,1 1 0,0-1 0,0 0 0,0 1 0,0-1 0,0 0 0,0 0 0,0-1 0,0 1 0,-1 0 0,1 0 0,0-1 0,0 0 0,0 1 0,0-1 0,-1 0 0,1 0 0,0 1 0,-1-1 0,1-1 0,-1 1 0,1 0 0,-1 0 0,1-1 0,-1 1 0,0 0 0,0-1 0,1 0 0,-1 1 0,0-1 0,-1 1 0,1-1 0,1-2 0,2-6 0,-1-1 0,1 1 0,-2-1 0,0 0 0,0 0 0,-1 0 0,0 0 0,-1 0 0,-1-16 0,-4-11 0,-12-53 0,4 34 0,-1-10 0,5 27 0,-6-53 0,17 116 0,1-2 0,11 41 0,3-11 0,2-2 0,2 0 0,53 87 0,-45-91-682,29 65-1,-52-97-6143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3:08.7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 24575,'1'0'0,"-1"0"0,0 0 0,1 0 0,-1 0 0,0 0 0,1 0 0,-1-1 0,0 1 0,1 0 0,-1 0 0,0 0 0,1 0 0,-1-1 0,0 1 0,1 0 0,-1 0 0,0-1 0,0 1 0,1 0 0,-1 0 0,0-1 0,0 1 0,1-1 0,2-2 0,5 8 0,7 9 0,0 1 0,-2 1 0,0 0 0,0 0 0,-2 2 0,19 36 0,40 119 0,-69-170 0,11 34 0,0 2 0,7 54 0,-16-65 0,-3 50 0,0-40 0,0-29 120,0-9-142,0 0 0,0 0-1,0 0 1,0 0 0,0 0 0,0 0 0,1 0 0,-1-1-1,0 1 1,0 0 0,0 0 0,0 0 0,0 0 0,0 0 0,0 0-1,0 0 1,0 0 0,0 0 0,0 0 0,0 0 0,1 0-1,-1-1 1,0 1 0,0 0 0,0 0 0,0 0 0,0 0-1,0 0 1,0 0 0,0 0 0,1 0 0,-1 0 0,0 0-1,0 0 1,0 0 0,0 0 0,0 0 0,0 0 0,0 0-1,0 0 1,1 0 0,-1 0 0,0 0 0,0 0 0,0 1-1,0-1 1,0 0 0,0 0 0,0 0 0,0 0 0,0 0-1,1 0 1,-1 0 0,0 0 0,0 0 0,0 0 0,0 0-1,0 1 1,0-1 0,0 0 0,0 0 0,0 0 0,0 0-1,0 0 1,0 0 0,0 1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3:09.8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41 24575,'0'-1'0,"-1"1"0,0-1 0,0 1 0,1-1 0,-1 0 0,1 0 0,-1 1 0,1-1 0,-1 0 0,1 0 0,-1 0 0,1 0 0,0 1 0,-1-1 0,1 0 0,0 0 0,0-1 0,0 1 0,0 1 0,0 0 0,0-1 0,0 1 0,1-1 0,-1 1 0,0 0 0,0-1 0,1 1 0,-1 0 0,0-1 0,0 1 0,1 0 0,-1-1 0,0 1 0,1 0 0,-1 0 0,0-1 0,1 1 0,-1 0 0,1 0 0,-1 0 0,0 0 0,1-1 0,0 1 0,2 0 0,1-1 0,0 0 0,-1 1 0,1 0 0,0 0 0,6 1 0,21 6 0,-1 1 0,0 1 0,0 2 0,49 25 0,-68-29 0,-18-6 0,-22-6 0,-2-6 0,-1-1 0,-37-22 0,13 7 0,54 26 0,1 0 0,-1 0 0,0 1 0,0-1 0,1 0 0,-1 1 0,0-1 0,0 1 0,0 0 0,0 0 0,0 0 0,0 0 0,1 0 0,-1 0 0,0 0 0,0 1 0,0-1 0,0 1 0,0-1 0,-2 2 0,2 0 0,0-1 0,0 1 0,0 0 0,0 0 0,0 0 0,0 0 0,1 0 0,-1 0 0,1 0 0,0 0 0,0 1 0,0-1 0,0 1 0,-1 3 0,-5 12-273,2 1 0,0 0 0,2 0 0,-4 37 0,7-43-6553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3:32.4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3051 239 24575,'-93'70'0,"-33"22"0,-34 8 0,71-33 0,11-6 0,-53 23 0,63-42 0,-77 62 0,-69 94 0,187-174 0,-53 35 0,2-2 0,-10 4 0,14-11 0,-26 34 0,74-57 0,1 2 0,-37 56 0,58-79 0,-33 50 0,13-20 0,-36 45 0,47-66 0,-2 2 0,-30 28 0,-113 84 0,85-56 0,-83 66 0,94-81 0,-23 20 0,7-11 0,-44 33 0,-10 7 0,3-3 0,105-85 0,1 1 0,-23 26 0,21-21 0,-28 24 0,36-35 0,12-9 0,12-9 0,29-25 0,33-33 0,-35 30 0,39-29 0,93-65 0,-17 12 0,102-81 0,-18-23 0,43-48 0,-229 222 0,365-317 0,-221 194 0,-19 14 0,-146 133 0,-2-2 0,34-39 0,-34 34 0,24-32 0,-27 31 0,46-44 0,-11 13 0,-21 22 0,1 2 0,52-37 0,-61 52 0,2 2 0,31-15 0,15-9 0,-71 39 0,1-1 0,-1 0 0,0 0 0,0 0 0,0-1 0,0 1 0,-1-1 0,0 0 0,0 0 0,3-7 0,-3 5 0,1 1 0,0 0 0,0 0 0,0 0 0,1 0 0,6-6 0,283-209 0,-239 183 0,-37 26-1365,-3 3-5461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3:12.8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1 24575,'-3'0'0,"0"0"0,0 1 0,0 0 0,0-1 0,0 1 0,0 0 0,0 1 0,0-1 0,0 1 0,1-1 0,-1 1 0,0 0 0,1 0 0,-1 0 0,1 0 0,-4 4 0,-3 5 0,0 1 0,-9 16 0,12-19 0,-4 9 0,0 2 0,1-1 0,1 1 0,0 0 0,-6 34 0,-13 108 0,9 34 0,17-171-97,2-1-1,0 1 1,1 0-1,2-1 1,0 1-1,2-1 1,1-1-1,0 1 1,2-1-1,1 0 1,0-1-1,2 0 0,26 37 1,-25-43-6729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4:47.3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33 24575,'0'-1'0,"0"0"0,0 0 0,0 0 0,0-1 0,0 1 0,0 0 0,0 0 0,0 0 0,1-1 0,-1 1 0,0 0 0,1 0 0,-1 0 0,1 0 0,-1 0 0,1 0 0,0 0 0,-1 0 0,1 0 0,0 0 0,0 0 0,0 0 0,-1 0 0,1 1 0,0-1 0,0 0 0,0 1 0,0-1 0,0 0 0,1 1 0,-1 0 0,0-1 0,0 1 0,0 0 0,0-1 0,1 1 0,-1 0 0,0 0 0,0 0 0,0 0 0,1 0 0,-1 0 0,1 0 0,3 1 0,1 0 0,-1 1 0,0-1 0,0 1 0,0 0 0,0 0 0,-1 1 0,9 4 0,9 8 0,84 63 0,-87-63 0,-2 1 0,0 1 0,23 29 0,-23-22 0,-1 0 0,-1 1 0,17 36 0,-26-46 0,0 1 0,-1 0 0,0 0 0,-1 0 0,-1 0 0,-1 1 0,1 22 0,-3-34 0,-1 1 0,0-1 0,1 0 0,-1 0 0,-1 0 0,1 0 0,-1 0 0,0 0 0,0 0 0,0-1 0,-1 1 0,0-1 0,0 0 0,0 1 0,0-1 0,0 0 0,-1-1 0,0 1 0,0-1 0,0 1 0,0-1 0,-1-1 0,1 1 0,-1 0 0,1-1 0,-1 0 0,0 0 0,0-1 0,0 1 0,0-1 0,0 0 0,-9 0 0,-2 0 0,-1-1 0,1-1 0,0-1 0,1 0 0,-1-1 0,0-1 0,1 0 0,-1-1 0,1-1 0,1 0 0,-21-12 0,17 8 0,1-2 0,0 1 0,1-2 0,0 0 0,1-1 0,1-1 0,0 0 0,-18-27 0,24 31 0,1-2 0,1 1 0,0-1 0,0 0 0,1 0 0,1-1 0,0 1 0,-2-22 0,5 31 7,1 0-1,1 0 0,-1 1 0,0-1 1,1 0-1,0 0 0,0 1 1,0-1-1,0 1 0,1-1 1,-1 1-1,1-1 0,0 1 0,0 0 1,0 0-1,0 0 0,1 0 1,5-5-1,-3 3-171,1 0 0,0 0 0,1 0 0,-1 1 0,1 0 0,0 1 0,0-1 0,9-2 0,-3 2-6661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4:47.7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285 16 24575,'-3'0'0,"-2"0"0,-4 0 0,-2 0 0,-3 0 0,0 0 0,-1 0 0,-2 0 0,-1 0 0,-3 0 0,0-3 0,2 0 0,-2 0 0,1 0 0,-1 2 0,0-1 0,1 2 0,5 0-8191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4:52.2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2309 1808 24575,'0'0'0,"1"1"0,-1-1 0,1 0 0,-1 1 0,1-1 0,-1 0 0,1 0 0,0 1 0,-1-1 0,1 0 0,0 0 0,-1 0 0,1 0 0,-1 0 0,1 0 0,0 0 0,-1 0 0,1 0 0,0 0 0,-1 0 0,1 0 0,-1 0 0,1-1 0,0 1 0,-1 0 0,1 0 0,-1-1 0,1 1 0,-1 0 0,1-1 0,-1 1 0,1 0 0,-1-1 0,1 1 0,-1-1 0,1 1 0,-1-1 0,0 1 0,1-1 0,-1 1 0,0-1 0,0 1 0,1-1 0,-1 0 0,0 1 0,0-1 0,0 1 0,0-1 0,1 0 0,-1 1 0,0-2 0,0-2 0,0 1 0,0-1 0,0 0 0,0 1 0,-1-1 0,1 0 0,-2-5 0,-5-7 0,0 1 0,-1 0 0,-1 0 0,0 1 0,-17-19 0,-2-6 0,-14-24 0,-71-80 0,-122-108 0,51 68 0,128 133 0,-92-62 0,112 88 0,-436-268 0,366 236 0,-249-133 0,229 125 0,44 24 0,33 15 0,-67-22 0,74 30 0,30 11 0,-1 1 0,-25-7 0,38 12 0,-1 0 0,1 0 0,-1 0 0,1 0 0,-1-1 0,1 1 0,-1 0 0,0 0 0,1 0 0,-1 0 0,1-1 0,-1 1 0,1 0 0,0-1 0,-1 1 0,1 0 0,-1-1 0,1 1 0,-1 0 0,1-1 0,-1 0 0,1 1 0,1-1 0,-1 1 0,0 0 0,0-1 0,0 1 0,0 0 0,1-1 0,-1 1 0,0 0 0,0-1 0,0 1 0,1 0 0,-1 0 0,0-1 0,1 1 0,-1 0 0,0 0 0,1-1 0,-1 1 0,0 0 0,1 0 0,-1 0 0,26-10 0,3 5 0,-1 2 0,1 0 0,1 2 0,31 2 0,-13 0 0,343 0 0,-428 16 0,13-10 0,0-1 0,-1 0 0,0-2 0,0-1 0,-44-1 0,-127-15 0,175 11 0,-26-6 0,32 5 0,0 1 0,0 0 0,-26 1 0,40 1 0,0 0 0,0 0 0,0 0 0,0 0 0,0 0 0,0 1 0,0-1 0,0 0 0,0 1 0,0-1 0,0 0 0,0 1 0,0-1 0,0 1 0,0 0 0,0-1 0,0 1 0,1 0 0,-1-1 0,-1 3 0,2-3 0,-1 1 0,1 0 0,0 0 0,0 0 0,-1 0 0,1 0 0,0 0 0,0 0 0,0 0 0,0 0 0,0 0 0,0 0 0,1 0 0,-1 0 0,0 0 0,0 0 0,1 2 0,3 4 0,0 0 0,0 0 0,0-1 0,8 10 0,-6-9 0,61 71 0,-2-4 0,-43-45-75,-9-15-248,-2 1 1,0 1-1,13 26 1,-19-30-6504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4:53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71 24575,'1'11'0,"0"-1"0,0 1 0,1-1 0,1 1 0,0-1 0,0 0 0,1 0 0,0 0 0,9 16 0,-5-13 0,1 0 0,0-1 0,0 0 0,2 0 0,-1-1 0,15 12 0,-19-19 0,-1 0 0,0-1 0,1 1 0,0-1 0,0-1 0,0 1 0,0-1 0,0 0 0,12 2 0,-16-3 0,0-1 0,0 0 0,0 1 0,0-1 0,0 0 0,0 0 0,0-1 0,0 1 0,0 0 0,0-1 0,0 1 0,0-1 0,0 1 0,0-1 0,-1 0 0,1 0 0,0 0 0,0 0 0,-1 0 0,1 0 0,-1-1 0,1 1 0,-1 0 0,1-1 0,-1 1 0,0-1 0,0 0 0,0 1 0,1-1 0,-2 0 0,1 0 0,0 1 0,0-1 0,-1 0 0,2-3 0,-1-1 0,0-1 0,-1 1 0,1-1 0,-1 1 0,0 0 0,-1-1 0,1 1 0,-1-1 0,-4-11 0,-1 1 0,0 1 0,-11-22 0,48 68 0,1 3 0,2-1 0,42 30 0,-56-48 0,0 0 0,2-1 0,0-1 0,0-1 0,39 13 0,-53-22 0,0 0 0,1 0 0,-1-1 0,0 0 0,0-1 0,1 0 0,-1 0 0,11-1 0,-17 0 0,0 1 0,0 0 0,0-1 0,0 1 0,0-1 0,0 0 0,0 0 0,0 0 0,0 0 0,0 0 0,0 0 0,-1 0 0,1 0 0,-1-1 0,1 1 0,-1-1 0,1 1 0,-1-1 0,0 0 0,1 1 0,-1-1 0,0 0 0,0 0 0,0 0 0,-1 0 0,1 0 0,0 0 0,-1 0 0,1 0 0,-1 0 0,0 0 0,0 0 0,0 0 0,0 0 0,0 0 0,0 0 0,-1-4 0,-1-3 0,0 0 0,0-1 0,-1 1 0,-1 0 0,-7-15 0,-29-42 0,29 49 0,3 4-89,-51-73 310,52 77-435,0 1 0,-1-1 0,-1 1 0,1 1 1,-1-1-1,-18-10 0,14 11-6612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4:54.6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88 24575,'0'18'0,"2"1"0,0-1 0,1 0 0,0 0 0,2 0 0,0 0 0,1-1 0,14 28 0,-16-39 0,1 1 0,0 0 0,0-1 0,1 0 0,-1 0 0,1-1 0,0 0 0,1 0 0,-1 0 0,1-1 0,14 7 0,-20-10 0,0-1 0,0 1 0,0-1 0,0 1 0,0-1 0,0 0 0,1 0 0,-1 0 0,0 1 0,0-1 0,2-1 0,-3 1 0,1 0 0,-1 0 0,0 0 0,1 0 0,-1 0 0,0 0 0,1-1 0,-1 1 0,0 0 0,0 0 0,1 0 0,-1-1 0,0 1 0,0 0 0,1 0 0,-1-1 0,0 1 0,0 0 0,0 0 0,1-1 0,-1 1 0,0 0 0,0-1 0,0 1 0,0-1 0,0 0 0,1-1 0,-2 0 0,1 1 0,0-1 0,0 0 0,0 1 0,-1-1 0,1 1 0,-1-1 0,1 0 0,-1 1 0,0-1 0,0 1 0,-1-2 0,-22-34 0,-35-37 0,33 43 0,-36-57 0,60 84 0,0 0 0,-1-1 0,1 1 0,1-1 0,-1 1 0,1-1 0,0 0 0,-2-8 0,3 11 0,0 1 0,0-1 0,0 1 0,1-1 0,-1 1 0,0-1 0,1 0 0,-1 1 0,1 0 0,-1-1 0,1 1 0,-1-1 0,1 1 0,0-1 0,0 1 0,0 0 0,0 0 0,0 0 0,0-1 0,0 1 0,0 0 0,0 0 0,1 0 0,-1 1 0,0-1 0,1 0 0,-1 0 0,1 1 0,-1-1 0,3 0 0,1 0 7,1 0-1,-1 0 1,0 0-1,0 1 1,1 0-1,-1 0 1,0 1-1,1-1 1,-1 1-1,0 0 0,9 3 1,7 4-300,29 14 1,-31-13-566,-6-3-5968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4:55.0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16 219 24575,'3'-1'0,"77"-24"0,-71 22 0,1-1 0,-2-1 0,1 1 0,-1-2 0,1 1 0,9-9 0,-16 12 0,0 1 0,-1-1 0,1 0 0,-1 0 0,1 1 0,-1-1 0,1 0 0,-1 0 0,0 0 0,0 0 0,0-1 0,0 1 0,0 0 0,-1 0 0,1 0 0,-1-1 0,1 1 0,-1 0 0,0-1 0,0-2 0,-1 1 0,0 0 0,0 1 0,0-1 0,0 1 0,-1-1 0,1 1 0,-1 0 0,0-1 0,0 1 0,-1 0 0,-3-5 0,0 1 0,0 1 0,0-1 0,-1 1 0,0 0 0,0 1 0,0 0 0,-8-5 0,12 9 0,1 0 0,-1 0 0,1 0 0,-1 0 0,0 0 0,1 1 0,-1-1 0,0 1 0,1-1 0,-1 1 0,0 0 0,0 0 0,1 1 0,-1-1 0,0 0 0,1 1 0,-1 0 0,0 0 0,1-1 0,-1 2 0,1-1 0,-1 0 0,1 0 0,0 1 0,0-1 0,-1 1 0,-2 2 0,2-1 0,0 0 0,1 0 0,-1 0 0,1 0 0,-1 1 0,1-1 0,0 1 0,0-1 0,1 1 0,-1-1 0,1 1 0,-1 0 0,1 0 0,1 0 0,-1 0 0,0 0 0,1 0 0,0 0 0,0 0 0,0 0 0,0 0 0,1 0 0,-1 0 0,1 0 0,0 0 0,1 0 0,-1 0 0,1-1 0,-1 1 0,1 0 0,0-1 0,0 0 0,1 1 0,-1-1 0,1 0 0,4 5 0,3 0 0,0-1 0,1 0 0,-1 0 0,2-1 0,16 7 0,-19-10 0,-1 0 0,1 0 0,0-1 0,0 0 0,0-1 0,0 0 0,0 0 0,13-1 0,-19 0 0,-1-1 0,0 1 0,1 0 0,-1-1 0,0 0 0,1 1 0,-1-1 0,0 0 0,0 0 0,0 0 0,1 0 0,-1-1 0,-1 1 0,1 0 0,0-1 0,0 0 0,0 1 0,-1-1 0,1 0 0,-1 0 0,1 0 0,-1 0 0,0 0 0,0 0 0,0 0 0,1-4 0,-1 3 0,-1 0 0,1 0 0,-1 0 0,0 0 0,0 0 0,0 0 0,0 0 0,0 0 0,-1 0 0,1 0 0,-1 1 0,0-1 0,0 0 0,0 0 0,0 0 0,-1 1 0,1-1 0,-1 0 0,1 1 0,-5-4 0,-2-3-227,-1 0-1,0 1 1,-1 0-1,0 1 1,-15-8-1,8 5-6598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4:55.5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0 24575,'-2'16'0,"0"-1"0,1 0 0,1 0 0,1 0 0,0 0 0,0 0 0,2 0 0,7 26 0,5 4 0,28 62 0,-12-41 0,73 113 0,-64-124-1365,-31-43-5461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4:55.7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301 66 24575,'-29'-12'0,"-13"-5"0,-1 2 0,4 2 0,7 7 0,5 3 0,6 6 0,3 4 0,3 4 0,4 2 0,1 1 0,2 1 0,3-2-8191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4:56.2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1 24575,'-8'1'0,"-3"0"0,0 1 0,-1 0 0,1 1 0,0 0 0,-12 6 0,21-8 0,0-1 0,0 1 0,1 0 0,-1 0 0,1 0 0,-1 0 0,1 0 0,-1 1 0,1-1 0,-1 0 0,1 1 0,0-1 0,0 1 0,0-1 0,0 1 0,0 0 0,0-1 0,0 1 0,1 0 0,-1 0 0,1-1 0,-1 1 0,1 0 0,0 0 0,-1 0 0,1 0 0,0 0 0,0 0 0,0-1 0,1 1 0,-1 0 0,0 0 0,1 0 0,-1 0 0,1 0 0,0-1 0,-1 1 0,1 0 0,2 2 0,1 4 0,1 0 0,-1-1 0,2 1 0,-1-1 0,1 0 0,0-1 0,1 1 0,0-1 0,10 7 0,-13-10 0,0 0 0,1 0 0,-1 0 0,1-1 0,0 0 0,0 0 0,0 0 0,0-1 0,0 1 0,0-1 0,0 0 0,0-1 0,1 1 0,-1-1 0,0 0 0,0 0 0,9-2 0,-12 1 0,0 0 0,0 0 0,0 0 0,0 0 0,0 0 0,-1 0 0,1 0 0,0-1 0,-1 1 0,1-1 0,-1 1 0,1-1 0,-1 1 0,0-1 0,0 0 0,1 0 0,-1 0 0,-1 0 0,1 0 0,0 0 0,0 0 0,-1 0 0,1 0 0,-1 0 0,1 0 0,-1-4 0,1-6 0,-1 0 0,0 0 0,-3-18 0,2 29 0,-1-8 0,-2-8 0,4 16 0,0 1 0,0 0 0,0-1 0,0 1 0,0 0 0,0-1 0,0 1 0,0-1 0,0 1 0,0 0 0,0-1 0,0 1 0,0 0 0,0-1 0,0 1 0,0-1 0,0 1 0,0 0 0,0-1 0,1 1 0,-1 0 0,0-1 0,0 1 0,0 0 0,1 0 0,-1-1 0,0 1 0,1-1 0,0 2 0,1 0 0,0-1 0,-1 1 0,1 0 0,-1 0 0,0 0 0,1 0 0,-1 0 0,0 0 0,1 1 0,-1-1 0,1 2 0,2 1 0,106 83-1365,-97-78-5461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4:56.8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24575,'226'420'0,"-153"-307"0,-109-156 0,11 12 0,-49-68 0,72 97 0,1 0 0,-1-1 0,1 1 0,0 0 0,0-1 0,0 1 0,0-1 0,0 1 0,0-3 0,1 4 0,0 0 0,0 1 0,0-1 0,1 0 0,-1 0 0,0 1 0,0-1 0,0 0 0,1 1 0,-1-1 0,0 0 0,1 1 0,-1-1 0,0 0 0,1 1 0,-1-1 0,1 1 0,-1-1 0,1 1 0,-1-1 0,1 1 0,0-1 0,-1 1 0,1-1 0,-1 1 0,1 0 0,0 0 0,-1-1 0,1 1 0,0 0 0,0 0 0,-1 0 0,1-1 0,0 1 0,-1 0 0,2 0 0,10-1 0,-1 1 0,0 0 0,1 0 0,-1 1 0,0 1 0,1 0 0,-1 0 0,0 1 0,15 6 0,8 5 0,50 28 0,-62-32 0,-16-7 0,0-1 0,-1 1 0,1 0 0,0 0 0,-1 1 0,0 0 0,0 0 0,0 0 0,5 6 0,-9-10-47,-1 1 0,0-1 0,0 1 0,1-1 0,-1 1 0,0-1 0,0 1 0,0-1 0,1 1-1,-1-1 1,0 1 0,0-1 0,0 1 0,0-1 0,0 1 0,0-1 0,0 1 0,0-1 0,0 1 0,0-1 0,0 1 0,-1-1-1,1 1 1,0-1 0,0 1 0,0-1 0,-1 1 0,1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4:57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24575,'3'3'0,"3"5"0,0 4 0,0 2 0,0 5 0,1 0 0,-3 2 0,0-2-8191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4:57.4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48 24575,'13'12'0,"30"25"0,60 39 0,-101-74 0,1 0 0,-1-1 0,1 0 0,0 0 0,0 1 0,-1-1 0,1-1 0,0 1 0,0 0 0,0-1 0,6 1 0,-8-1 0,0-1 0,1 1 0,-1 0 0,0-1 0,1 1 0,-1-1 0,0 1 0,1-1 0,-1 1 0,0-1 0,0 0 0,0 0 0,1 1 0,-1-1 0,0 0 0,0 0 0,0 0 0,-1 0 0,1-1 0,0 1 0,0 0 0,-1 0 0,1 0 0,0-1 0,-1 1 0,1 0 0,0-3 0,3-15 0,0-1 0,2-32 0,-4 35 0,-2 6 0,0 7 0,1 0 0,-1-1 0,1 1 0,-1 0 0,4-8 0,-4 11 0,0 1 0,0-1 0,1 1 0,-1 0 0,0-1 0,1 1 0,-1-1 0,0 1 0,1-1 0,-1 1 0,0 0 0,1-1 0,-1 1 0,1 0 0,-1 0 0,1-1 0,-1 1 0,1 0 0,-1 0 0,2-1 0,-1 1 0,0 0 0,0 0 0,0 0 0,0 1 0,0-1 0,0 0 0,0 0 0,0 1 0,0-1 0,0 1 0,0-1 0,0 1 0,0-1 0,1 2 0,10 7 0,22 21 0,-22-19 0,22 18 0,17 6-1365,-37-27-5461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4:57.9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82 24575,'-6'-10'0,"2"2"0,-1 1 0,0-1 0,0 1 0,-1 0 0,0 0 0,0 0 0,-13-9 0,19 15 0,-1 1 0,1 0 0,-1-1 0,1 1 0,-1 0 0,1-1 0,-1 1 0,1 0 0,-1-1 0,0 1 0,1 0 0,-1 0 0,1 0 0,-1 0 0,0 0 0,1 0 0,-1 0 0,1 0 0,-1 0 0,0 0 0,1 0 0,-1 0 0,0 0 0,1 0 0,-1 1 0,1-1 0,-1 0 0,1 0 0,-1 1 0,0-1 0,1 0 0,-1 1 0,1-1 0,-1 1 0,1-1 0,0 0 0,-1 1 0,1-1 0,-1 1 0,1-1 0,0 1 0,-1 0 0,1-1 0,0 1 0,0-1 0,-1 1 0,1-1 0,0 1 0,0 0 0,0-1 0,0 2 0,-1 3 0,0 1 0,0 0 0,0 0 0,1 6 0,0-10 0,4 160 0,-4-161 0,0 0 0,0 0 0,0-1 0,0 1 0,0 0 0,0 0 0,0 0 0,1 0 0,-1-1 0,0 1 0,1 0 0,-1 0 0,0-1 0,1 1 0,-1 0 0,1 0 0,-1-1 0,1 1 0,0 0 0,0-1 0,-1 0 0,1 1 0,-1-1 0,1 0 0,-1-1 0,1 1 0,-1 0 0,0 0 0,1 0 0,-1 0 0,1 0 0,-1 0 0,1-1 0,-1 1 0,1 0 0,-1 0 0,0-1 0,1 1 0,-1 0 0,0 0 0,1-1 0,-1 1 0,0 0 0,1-1 0,4-6 0,0 1 0,-1 0 0,4-8 0,-5 9 0,-3 5 0,5-8 0,-1 1 0,1 0 0,0 0 0,10-10 0,-14 16 0,0 0 0,0 1 0,0-1 0,0 0 0,0 0 0,0 0 0,0 1 0,0-1 0,1 0 0,-1 1 0,0-1 0,0 1 0,1-1 0,-1 1 0,0 0 0,1 0 0,-1 0 0,0-1 0,1 1 0,-1 0 0,0 1 0,1-1 0,-1 0 0,0 0 0,0 0 0,1 1 0,-1-1 0,0 1 0,0-1 0,1 1 0,-1-1 0,0 1 0,0 0 0,0 0 0,0 0 0,0-1 0,0 1 0,2 2 0,3 5 0,0-1 0,0 1 0,-1 1 0,1-1 0,5 16 0,16 50 0,-13-34 0,3 9 0,-2 0 0,-3 1 0,11 94 0,-22-137 0,0-1 0,-1 1 0,0-1 0,-1 1 0,1 0 0,-1-1 0,-1 1 0,1-1 0,-3 8 0,3-12 0,0 0 0,-1 0 0,1 0 0,0 0 0,-1 0 0,1 0 0,-1 0 0,0 0 0,1 0 0,-1-1 0,0 1 0,0-1 0,0 1 0,0-1 0,0 0 0,-1 0 0,1 0 0,0 0 0,0 0 0,-1 0 0,1-1 0,-1 1 0,1-1 0,0 0 0,-1 0 0,1 0 0,-4 0 0,-1 0 0,0-1 0,1 0 0,-1 0 0,0 0 0,0-1 0,1 0 0,-1 0 0,1-1 0,0 0 0,0 0 0,0-1 0,0 1 0,0-1 0,1 0 0,-1-1 0,1 0 0,0 1 0,1-2 0,-1 1 0,1 0 0,0-1 0,0 0 0,1 0 0,-5-11 0,4 8 0,0-1 0,1-1 0,0 1 0,0 0 0,1-1 0,1 1 0,0-1 0,0 1 0,1-1 0,1 1 0,-1-1 0,2 0 0,-1 1 0,2 0 0,4-16 0,-5 21-65,0 1 0,1-1 0,0 1 0,-1 0 0,1 0 0,1 0 0,-1 0 0,1 0 0,-1 1 0,1 0 0,0 0 0,0 0 0,0 0 0,1 0 0,-1 1 0,1 0 0,-1 0 0,1 0 0,0 0 0,7-1 0,2 1-6761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4:59.7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231 175 24575,'-3'-17'0,"3"15"0,0 0 0,0 0 0,0 0 0,-1 0 0,1 1 0,-1-1 0,1 0 0,-1 0 0,-1-1 0,2 2 0,-1 0 0,0 0 0,0 1 0,1-1 0,-1 0 0,0 1 0,0-1 0,0 1 0,0-1 0,0 1 0,0-1 0,0 1 0,0 0 0,0 0 0,0-1 0,0 1 0,0 0 0,0 0 0,0 0 0,-2 0 0,-3 0 0,1 0 0,-1 0 0,1 0 0,0 0 0,-1 1 0,1 0 0,0 0 0,0 1 0,0-1 0,0 1 0,0 0 0,0 0 0,0 1 0,1 0 0,-1 0 0,1 0 0,-1 0 0,1 0 0,-7 9 0,11-12 0,0 0 0,0 0 0,0 1 0,-1-1 0,1 0 0,0 0 0,0 1 0,0-1 0,0 0 0,-1 0 0,1 0 0,0 0 0,0 1 0,-1-1 0,1 0 0,0 0 0,0 0 0,-1 0 0,1 0 0,0 0 0,0 0 0,-1 0 0,1 0 0,0 0 0,-1 0 0,1 0 0,0 0 0,0 0 0,-1 0 0,1 0 0,-1 0 0,0-7 0,5 1 0,-4 6 0,0 0 0,1 0 0,-1 0 0,0 0 0,1 0 0,-1 1 0,1-1 0,-1 0 0,0 0 0,1 0 0,-1 0 0,0 0 0,1 0 0,-1 1 0,0-1 0,1 0 0,-1 0 0,0 1 0,0-1 0,1 0 0,-1 0 0,0 1 0,0-1 0,1 0 0,-1 1 0,0-1 0,0 1 0,3 3 0,0 2 0,-1-1 0,1 0 0,-1 0 0,2 9 0,3 7 0,36 94 0,22 50 0,-59-150 0,50 117 0,-56-132 0,1 1 0,-1 0 0,1 0 0,-1 0 0,0 0 0,0 0 0,1 0 0,-1 0 0,0 0 0,0 0 0,0 0 0,0 0 0,0 0 0,-1 2 0,1-3 0,0 0 0,-1 0 0,1 0 0,0 1 0,-1-1 0,1 0 0,0 0 0,-1 0 0,1 0 0,0 0 0,0 0 0,-1 0 0,1 0 0,0-1 0,-1 1 0,1 0 0,0 0 0,-1 0 0,1 0 0,0 0 0,0 0 0,-1-1 0,1 1 0,0 0 0,0 0 0,-1 0 0,1-1 0,0 1 0,0 0 0,-26-26 0,24 23 0,-27-32 0,1-1 0,2-1 0,1-1 0,3-2 0,1 0 0,-16-43 0,26 54 0,2-1 0,-8-40 0,14 55 0,1 0 0,1-1 0,0 1 0,1 0 0,1-1 0,4-24 0,-5 36 0,1 1 0,0-1 0,0 1 0,1-1 0,-1 1 0,1 0 0,-1 0 0,1 0 0,0 0 0,0 0 0,0 0 0,1 0 0,-1 1 0,1-1 0,-1 1 0,1 0 0,0 0 0,0 0 0,0 0 0,0 0 0,0 0 0,1 1 0,-1 0 0,0 0 0,1 0 0,-1 0 0,1 0 0,-1 0 0,1 1 0,5 0 0,0 0 0,0 0 0,1 1 0,-1 0 0,0 0 0,0 1 0,0 1 0,0-1 0,0 2 0,-1-1 0,15 8 0,-15-6 0,0 1 0,0-1 0,0 1 0,-1 1 0,0-1 0,0 1 0,0 0 0,-1 1 0,6 10 0,-10-15 0,0 0 0,0 0 0,0 1 0,-1-1 0,0 0 0,0 1 0,0-1 0,0 1 0,0 0 0,-1-1 0,1 1 0,-1 0 0,0-1 0,0 1 0,0 0 0,-1-1 0,0 1 0,1 0 0,-1-1 0,0 1 0,-1-1 0,1 1 0,-1-1 0,1 0 0,-1 0 0,0 0 0,-3 5 0,-1-3 0,1 1 0,-1-1 0,0 0 0,0-1 0,0 1 0,-1-1 0,0-1 0,0 1 0,0-1 0,0 0 0,0-1 0,0 1 0,-8 0 0,-14 3 0,-58 3 0,16-7-1365,55-2-5461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5:00.3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 24575,'0'-1'0,"0"0"0,0 0 0,1 0 0,-1 0 0,0 0 0,1 0 0,-1 0 0,1 0 0,-1 0 0,1 0 0,-1 0 0,1 0 0,0 1 0,0-2 0,-1 2 0,1 0 0,-1 0 0,0 0 0,1 0 0,-1 0 0,0 0 0,0 0 0,1 0 0,-1 0 0,0 0 0,1 0 0,-1 0 0,0 0 0,0 0 0,1 0 0,-1 0 0,0 0 0,0 0 0,1 1 0,-1-1 0,0 0 0,0 0 0,1 0 0,-1 0 0,0 1 0,0-1 0,0 0 0,1 0 0,-1 0 0,0 1 0,0-1 0,3 5 0,0 0 0,0 0 0,3 10 0,-6-14 0,1 0 0,135 310 0,-109-259 0,3-1 0,63 81 0,-92-130 0,1 0 0,-1 0 0,1 0 0,0-1 0,-1 1 0,1-1 0,0 1 0,0-1 0,0 0 0,0 0 0,1 0 0,-1 0 0,3 1 0,-4-2 0,-1 0 0,1 0 0,0 0 0,0 0 0,-1 0 0,1 0 0,0 0 0,0 0 0,-1 0 0,1 0 0,0 0 0,-1-1 0,1 1 0,0 0 0,-1-1 0,1 1 0,1-1 0,-1 0 0,0-1 0,0 1 0,0 0 0,0 0 0,0-1 0,0 1 0,-1 0 0,1-1 0,0 1 0,-1-1 0,1-1 0,2-7 0,-1-1 0,0 1 0,-1 0 0,0-1 0,-1 1 0,-1-16 0,-2-2 0,-7-31 0,4 35 0,2 9 0,1-1 0,-1-18 0,4 33 0,-1 0 0,1 0 0,0 0 0,0 0 0,0 1 0,0-1 0,1 0 0,-1 0 0,0 0 0,0 0 0,0 1 0,1-1 0,-1 0 0,0 0 0,1 1 0,-1-1 0,0 0 0,1 1 0,-1-1 0,1 0 0,0 0 0,0 1 0,-1-1 0,1 1 0,0 0 0,0 0 0,-1 0 0,1-1 0,0 1 0,-1 0 0,1 0 0,0 0 0,0 0 0,-1 0 0,1 0 0,0 0 0,0 1 0,-1-1 0,1 0 0,1 1 0,5 2 0,-1 0 0,0 1 0,0 0 0,6 4 0,-4-2 0,22 14 0,183 111 0,-204-126 0,0-1 0,0 0 0,0 0 0,0-1 0,1 0 0,-1-1 0,1 0 0,0-1 0,0 0 0,0 0 0,10-1 0,-18 0 6,0 0-1,0-1 1,0 1-1,-1-1 0,1 1 1,0-1-1,-1 1 1,1-1-1,0 0 1,-1 0-1,1 0 1,-1 0-1,1 0 0,-1 0 1,0 0-1,1 0 1,-1-1-1,0 1 1,0 0-1,0-1 1,2-3-1,-1 1-191,-1 0 1,1 0-1,-1 0 0,0-1 1,0 1-1,-1 0 1,1-8-1,0-3-6640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5:00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83 24575,'-3'-3'0,"-8"-9"0,-1 1 0,0 0 0,0 1 0,-1 0 0,-19-11 0,31 21 0,0-1 0,-1 0 0,1 1 0,0-1 0,0 1 0,0-1 0,-1 1 0,1 0 0,0-1 0,-1 1 0,1 0 0,0 0 0,0 0 0,-1 0 0,1 0 0,0 0 0,-1 1 0,1-1 0,-2 1 0,2 0 0,0-1 0,0 1 0,0 0 0,0 0 0,0 0 0,0 0 0,1 0 0,-1 0 0,0 0 0,1 0 0,-1 0 0,1 0 0,-1 1 0,1-1 0,0 0 0,-1 0 0,1 0 0,0 1 0,0-1 0,0 2 0,-1 7 0,1 0 0,1 0 0,0 0 0,0 0 0,1 0 0,0-1 0,1 1 0,0 0 0,0-1 0,6 12 0,3 1 0,0-1 0,1 0 0,16 19 0,-23-32 0,0-1 0,1 0 0,-1 0 0,1-1 0,1 0 0,15 10 0,-21-15 0,0 0 0,0 0 0,1 0 0,-1 0 0,1 0 0,-1 0 0,0-1 0,1 1 0,-1-1 0,1 0 0,-1 0 0,1 0 0,3 0 0,-4-1 0,0 1 0,-1-1 0,1 0 0,0 0 0,0 0 0,0 0 0,0 0 0,-1 0 0,1 0 0,-1 0 0,1-1 0,-1 1 0,1-1 0,-1 1 0,0-1 0,1 0 0,-1 1 0,1-4 0,1-1 0,-1 1 0,0 0 0,0-1 0,-1 1 0,0-1 0,0 0 0,0 1 0,0-1 0,-1 0 0,0 0 0,0 1 0,-1-1 0,0 0 0,0 1 0,-2-9 0,-2-2 0,-1 0 0,0 0 0,-1 1 0,-9-16 0,4 15 0,7 13 0,5 12 0,5 7 0,0-2 0,1 1 0,0 0 0,1-1 0,1-1 0,0 1 0,1-1 0,0 0 0,15 14 0,2-1 0,1-1 0,55 41 0,-51-46-1365,-19-14-5461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5:01.1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 14 24575,'-4'-2'0,"0"0"0,0 0 0,0 0 0,0 1 0,-1 0 0,1 0 0,-1 0 0,-8-1 0,11 2 0,0 1 0,0-1 0,0 0 0,0 1 0,0-1 0,0 1 0,0 0 0,0-1 0,1 1 0,-1 0 0,0 0 0,1 0 0,-1 1 0,0-1 0,1 0 0,-1 0 0,1 1 0,0-1 0,-1 1 0,1 0 0,0-1 0,-2 4 0,0 1 0,1 1 0,-1-1 0,1 1 0,0-1 0,0 1 0,1 0 0,0 0 0,0 0 0,1 0 0,1 13 0,-1-11 0,1 0 0,1 0 0,-1 0 0,2 0 0,-1 0 0,1 0 0,7 13 0,-2-7 0,1-1 0,1 0 0,0-1 0,12 12 0,51 44 0,-42-40 0,-30-29 0,-1 0 0,1 1 0,0-1 0,-1 1 0,1 0 0,0-1 0,-1 1 0,1-1 0,-1 1 0,1 0 0,-1 0 0,1-1 0,-1 1 0,0 0 0,1 0 0,-1-1 0,0 1 0,0 0 0,1 0 0,-1 0 0,0 0 0,0-1 0,0 1 0,0 0 0,0 1 0,-1-1 0,1-1 0,-1 1 0,1 0 0,-1-1 0,0 1 0,0-1 0,1 1 0,-1-1 0,0 1 0,0-1 0,1 1 0,-1-1 0,0 0 0,0 1 0,0-1 0,0 0 0,0 0 0,-1 0 0,-8 1 0,1 0 0,-1-1 0,-10-1 0,-94-16 0,102 15-1365,3-1-5461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5:01.5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104 177 24575,'-14'-40'0,"5"11"0,-2 1 0,-18-35 0,29 62 0,-1 0 0,0 0 0,1 0 0,-1 0 0,0 0 0,0 0 0,1 0 0,-1 0 0,0 0 0,0 0 0,0 0 0,0 0 0,0 1 0,0-1 0,-1 0 0,1 1 0,0-1 0,-1 0 0,1 1 0,0 0 0,0 1 0,1-1 0,-1 0 0,0 0 0,0 1 0,1-1 0,-1 0 0,0 1 0,1-1 0,-1 1 0,1-1 0,-1 1 0,1-1 0,-1 1 0,1-1 0,-1 1 0,1 0 0,-1-1 0,1 1 0,0-1 0,-1 1 0,1 0 0,0 0 0,-1-1 0,1 1 0,0 0 0,0 0 0,0 1 0,-3 7 0,1 1 0,1 0 0,0-1 0,0 1 0,1 0 0,0 0 0,1-1 0,0 1 0,1 0 0,0-1 0,0 1 0,1-1 0,0 1 0,0-1 0,1 0 0,1 0 0,-1-1 0,9 11 0,-10-15 0,1 0 0,0 0 0,-1-1 0,1 1 0,1-1 0,-1 0 0,7 3 0,-11-5 0,1-1 0,0 1 0,0-1 0,0 1 0,0-1 0,0 0 0,0 1 0,0-1 0,0 0 0,0 0 0,0 0 0,0 0 0,0 0 0,0 0 0,0 0 0,0 0 0,0 0 0,0 0 0,0-1 0,0 1 0,0 0 0,-1 0 0,1-1 0,0 1 0,0-1 0,0 1 0,0-1 0,0 0 0,-1 1 0,1-1 0,0 1 0,0-1 0,-1 0 0,1 0 0,-1 0 0,1 1 0,0-1 0,-1 0 0,0 0 0,1 0 0,-1 0 0,0 0 0,1 0 0,-1-1 0,2-6 0,0 1 0,-1-1 0,0 0 0,-1 0 0,1 0 0,-1 0 0,-1 0 0,0 1 0,0-1 0,-3-11 0,1 9 0,0 1 0,0-1 0,-1 1 0,0-1 0,-1 2 0,0-1 0,-11-14 0,15 22-39,0-1 0,0 1 0,0 0 0,0-1 0,-1 1 0,1 0 0,-1 0 0,1 0 0,-1 0 0,1 0 0,-1 0 0,1 1 0,-1-1 0,0 0 0,1 1 0,-1-1 0,0 1 0,0 0 0,1 0 0,-1-1 0,0 1 0,0 0 0,1 0 0,-1 1 0,0-1 0,0 0 0,1 1 0,-1-1 0,0 1 0,1-1 0,-1 1 0,0 0 0,1 0 0,-4 1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5:01.9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73 321 24575,'0'-1'0,"0"1"0,0 0 0,1-1 0,-1 1 0,0-1 0,0 1 0,0 0 0,0-1 0,0 1 0,0-1 0,0 1 0,0 0 0,0-1 0,0 1 0,0-1 0,0 1 0,0 0 0,0-1 0,0 1 0,0-1 0,0 1 0,0 0 0,-1-1 0,1 1 0,0 0 0,0-1 0,-1 1 0,1 0 0,0-1 0,-1 0 0,-8-15 0,0 1 0,1 0 0,0-1 0,1 0 0,1 0 0,0-1 0,1 0 0,1 0 0,1 0 0,0 0 0,0-35 0,3 49 6,0 0-1,1-1 1,-1 1-1,1 0 0,0 0 1,-1 0-1,1 0 1,1 1-1,-1-1 1,0 0-1,1 0 1,-1 1-1,1-1 0,0 0 1,0 1-1,0 0 1,0-1-1,0 1 1,1 0-1,-1 0 1,3-1-1,0 0-129,0 1 0,-1 0 1,1 0-1,1 0 0,-1 0 0,0 1 1,0 0-1,0 0 0,1 1 0,-1-1 1,7 1-1,1 1-6702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5:02.9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161 129 24575,'-8'-4'0,"-5"-2"0,0 1 0,-16-4 0,26 8 0,0 0 0,0 1 0,-1-1 0,1 1 0,0 0 0,0 0 0,0 0 0,0 0 0,0 0 0,0 1 0,0-1 0,0 1 0,0 0 0,0 0 0,-5 2 0,6-2 0,1 0 0,0 0 0,0 0 0,0 1 0,0-1 0,0 0 0,0 0 0,0 1 0,0-1 0,0 0 0,0 1 0,1-1 0,-1 1 0,1-1 0,-1 3 0,-4 28 0,1-5 0,4-26 0,0 0 0,-1 0 0,1 0 0,-1 1 0,1-1 0,0 0 0,0 1 0,-1-1 0,1 0 0,0 1 0,0-1 0,0 0 0,1 2 0,-1-3 0,1 1 0,0-1 0,0 0 0,-1 0 0,1 0 0,0 1 0,0-1 0,-1 0 0,1 0 0,0 0 0,0 0 0,0 0 0,-1 0 0,1-1 0,0 1 0,0 0 0,-1 0 0,1 0 0,0-1 0,0 1 0,0-1 0,6-1 0,-2 1 0,-1 0 0,0 0 0,0-1 0,0 1 0,0-1 0,6-4 0,-9 5 0,0 0 0,0 0 0,0 0 0,0 0 0,0 0 0,0 0 0,-1-1 0,1 1 0,0 0 0,-1-1 0,1 1 0,-1-1 0,1 1 0,-1 0 0,1-1 0,-1 1 0,0-1 0,0 1 0,0-1 0,0 1 0,0-1 0,0 1 0,-1-3 0,-13-99 0,14 99 0,-1-1 0,0 1 0,0 0 0,0-1 0,-1 1 0,1 0 0,-3-4 0,4 7 0,-1-1 0,0 1 0,0 0 0,0 0 0,0 0 0,0 0 0,0 0 0,0 0 0,0 0 0,0 0 0,0 1 0,0-1 0,0 0 0,-1 1 0,1-1 0,0 1 0,0-1 0,-1 1 0,1-1 0,-1 1 0,1 0 0,0 0 0,-1 0 0,1 0 0,-3 0 0,-11 2-1365,0 0-5461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5:08.6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 24575,'-1'-1'0,"0"1"0,1 0 0,-1 0 0,0 0 0,0 1 0,0-1 0,1 0 0,-1 0 0,0 0 0,0 0 0,1 1 0,-1-1 0,0 0 0,0 1 0,1-1 0,-1 1 0,0-1 0,1 1 0,-1-1 0,1 1 0,-1-1 0,1 1 0,-1-1 0,1 1 0,-1 0 0,1-1 0,-1 2 0,0-1 0,1 1 0,0 0 0,-1-1 0,1 1 0,0 0 0,0 0 0,0-1 0,0 1 0,1 0 0,-1-1 0,0 1 0,1 1 0,2 5 0,-1 0 0,2-1 0,-1 1 0,6 8 0,-1-2 0,1-1 0,1 0 0,0-1 0,0 1 0,20 16 0,-28-28 0,1 1 0,-1-1 0,0 0 0,1 0 0,-1 0 0,1 0 0,0 0 0,-1 0 0,1-1 0,0 1 0,-1-1 0,1 0 0,4 0 0,-2 0 0,1-1 0,0 0 0,-1 0 0,1 0 0,10-5 0,-2 0 0,-1-1 0,0 0 0,25-18 0,-30 17 0,1 0 0,-1 0 0,0 0 0,0-1 0,-1 0 0,-1-1 0,1 0 0,-1 0 0,-1 0 0,6-16 0,-6 18 0,-2 7 0,3 13 0,-2-5 0,-1 0 0,1 0 0,0 0 0,0-1 0,1 0 0,0 0 0,0 0 0,1 0 0,-1-1 0,1 0 0,0 0 0,8 5 0,-3-4 0,-1-1 0,1 0 0,-1 0 0,1-1 0,1 0 0,20 3 0,-32-7-45,1 1-1,0-1 1,0 0-1,0 0 1,0 1-1,-1-1 1,1 0-1,0 0 1,0 0-1,0 0 1,0 0-1,0-1 1,-1 1-1,1 0 1,0 0-1,0 0 1,0-1-1,-1 1 1,1-1-1,0 1 1,0 0-1,-1-1 1,1 1-1,0-1 0,-1 1 1,1-1-1,0 0 1,-1 1-1,1-2 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5:09.0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3 101 24575,'0'0'0,"0"0"0,0 0 0,0 0 0,0 0 0,0-1 0,0 1 0,0 0 0,0 0 0,0 0 0,0 0 0,0 0 0,0 0 0,0 0 0,0 0 0,-1 0 0,1 0 0,0 0 0,0 0 0,0 0 0,0 0 0,0 0 0,0 0 0,0 0 0,0 0 0,0 0 0,0 0 0,0 0 0,0 0 0,0 0 0,0 0 0,0 0 0,-1 1 0,1-1 0,0 0 0,0 0 0,0 0 0,0 0 0,0 0 0,0 0 0,0 0 0,0 0 0,0 0 0,0 0 0,0 0 0,0 0 0,0 0 0,0 0 0,0 0 0,0 0 0,0 0 0,0 0 0,0 1 0,0-1 0,0 0 0,0 0 0,0 0 0,0 0 0,0 0 0,0 0 0,0 0 0,0 0 0,0 0 0,0 0 0,0 0 0,5 4 0,9 2 0,3 0 0,1-2 0,0 0 0,28 2 0,-39-5 0,-1-1 0,1 0 0,0 0 0,-1-1 0,1 1 0,0-2 0,-1 1 0,0-1 0,1 0 0,-1 0 0,0 0 0,0-1 0,7-4 0,-10 5 0,-1 0 0,1 0 0,-1-1 0,0 1 0,0 0 0,0-1 0,-1 1 0,1-1 0,0 0 0,-1 1 0,0-1 0,1 0 0,-1 0 0,-1 0 0,1 0 0,0 0 0,-1 0 0,1 0 0,-1 0 0,0 0 0,0 0 0,0 0 0,0 0 0,-1 0 0,1 0 0,-1 0 0,0 0 0,1 0 0,-4-5 0,4 7 0,-1-1 0,0 0 0,0 0 0,1 1 0,-1-1 0,1 0 0,-1 0 0,1-3 0,0 5 0,0 0 0,0 0 0,0-1 0,0 1 0,0 0 0,0 0 0,0 0 0,0 0 0,0 0 0,0-1 0,0 1 0,0 0 0,0 0 0,1 0 0,-1 0 0,0 0 0,0-1 0,0 1 0,0 0 0,0 0 0,0 0 0,1 0 0,-1 0 0,0 0 0,0 0 0,0 0 0,0 0 0,0 0 0,1 0 0,-1 0 0,0-1 0,0 1 0,0 0 0,1 0 0,10 4 0,22 14-341,0-2 0,1-1-1,41 11 1,-63-23-6485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5:09.5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34 24575,'-1'-1'0,"-40"-23"0,38 22 0,1 1 0,-1 0 0,0 0 0,1 0 0,-1 0 0,0 1 0,1-1 0,-1 1 0,0 0 0,0 0 0,1 0 0,-1 0 0,0 0 0,-3 1 0,5-1 0,-1 1 0,1-1 0,0 1 0,0 0 0,0 0 0,0-1 0,0 1 0,1 0 0,-1 0 0,0 0 0,0 0 0,0 0 0,1 0 0,-1 0 0,0 0 0,1 0 0,-1 0 0,1 0 0,0 0 0,-1 1 0,1-1 0,0 0 0,-1 2 0,0 4 0,1 0 0,0 0 0,0 8 0,1-8 0,-1 0 0,0 1 0,1-1 0,0 1 0,0-1 0,1 1 0,0-1 0,0 0 0,0 0 0,1 0 0,1 0 0,-1-1 0,1 1 0,0-1 0,0 0 0,1 0 0,0 0 0,0 0 0,0-1 0,0 0 0,1 0 0,0-1 0,0 1 0,1-1 0,-1-1 0,1 1 0,0-1 0,12 4 0,-11-4 0,0-1 0,0 0 0,1 0 0,-1-1 0,1 0 0,-1 0 0,1-1 0,0 0 0,-1-1 0,1 0 0,14-3 0,-19 3 0,0-1 0,0 1 0,-1-1 0,1 1 0,0-1 0,-1 0 0,1-1 0,-1 1 0,0 0 0,0-1 0,0 0 0,0 0 0,0 0 0,-1 0 0,1 0 0,-1 0 0,0-1 0,0 1 0,0-1 0,0 0 0,-1 1 0,1-1 0,-1 0 0,0 0 0,0 0 0,0-7 0,0-24-1365,-1 20-5461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5:09.9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24575,'1'2'0,"58"135"0,-46-111 0,1-2 0,1 0 0,22 28 0,-26-39 0,-3-3 0,0 0 0,1 0 0,19 16 0,-26-24 0,0 0 0,1 0 0,-1-1 0,1 1 0,-1-1 0,1 0 0,-1 0 0,1 0 0,0 0 0,0 0 0,0 0 0,-1-1 0,1 1 0,0-1 0,0 0 0,0 0 0,0 0 0,0 0 0,0-1 0,-1 1 0,1-1 0,0 1 0,4-3 0,-5 2 0,0 0 0,0 0 0,0 0 0,0 0 0,0-1 0,0 1 0,-1 0 0,1-1 0,-1 0 0,1 1 0,-1-1 0,1 0 0,-1 0 0,0 0 0,0 0 0,0 0 0,0 0 0,0 0 0,0 0 0,-1 0 0,1 0 0,-1-1 0,1 1 0,-1 0 0,0 0 0,0 0 0,0-1 0,0 1 0,-1-3 0,0-5 0,-1 0 0,-1 0 0,0 1 0,-8-19 0,11 28 0,0 0 0,0 0 0,0 0 0,1 0 0,-1 0 0,0 0 0,0 0 0,0 0 0,0 0 0,0 0 0,0 0 0,1 0 0,-1 0 0,0 0 0,0 0 0,0 0 0,0 0 0,0 0 0,1 0 0,-1 0 0,0 0 0,0 0 0,0 0 0,0 0 0,0 0 0,0 0 0,1 0 0,-1-1 0,0 1 0,0 0 0,0 0 0,0 0 0,0 0 0,0 0 0,0 0 0,0 0 0,0-1 0,0 1 0,0 0 0,0 0 0,0 0 0,0 0 0,1 0 0,-1-1 0,0 1 0,0 0 0,0 0 0,0 0 0,0 0 0,-1-1 0,15 12 0,-12-10 0,18 15 0,1 0 0,0-2 0,1-1 0,1 0 0,0-2 0,0 0 0,27 7 0,-45-17-105,-1 1 0,1-1 0,0-1 0,0 1 0,0-1 0,-1 0 0,1 0 0,0 0 0,0 0 0,0-1 0,-1 0 0,6-2 0,-1 0-6721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5:10.7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60 24575,'4'-6'0,"-5"13"0,-1 6 0,1 2 0,1 1 0,0-1 0,1 1 0,4 18 0,-4-28 0,1-1 0,-1 1 0,1-1 0,1 0 0,-1 0 0,0 0 0,1 0 0,0-1 0,0 1 0,1-1 0,-1 1 0,1-1 0,0 0 0,0-1 0,7 6 0,-6-6 0,1 1 0,0-1 0,-1 0 0,1 0 0,0-1 0,0 0 0,1 0 0,-1 0 0,0-1 0,12 1 0,-15-1 0,-1-1 0,1 0 0,0-1 0,-1 1 0,1 0 0,-1-1 0,1 1 0,-1-1 0,1 0 0,-1 0 0,1 0 0,-1 0 0,0 0 0,1-1 0,-1 1 0,0-1 0,0 1 0,0-1 0,0 0 0,0 0 0,-1 0 0,1 0 0,0 0 0,-1 0 0,0 0 0,1-1 0,-1 1 0,0 0 0,1-4 0,-1 2 0,0-1 0,0 0 0,0 0 0,-1 0 0,0 0 0,0 0 0,0 1 0,0-1 0,-1 0 0,0 0 0,0 0 0,0 0 0,0 1 0,-4-9 0,0 3 0,0-1 0,-1 1 0,0 0 0,-1 0 0,-8-9 0,11 12 0,7 8 0,12 10 0,6 9 0,30 24 0,-41-37 0,0 0 0,0 0 0,1-1 0,-1-1 0,24 9 0,-31-13 0,1 0 0,0 0 0,0-1 0,-1 1 0,1-1 0,0 1 0,0-1 0,0-1 0,-1 1 0,1 0 0,0-1 0,0 0 0,6-2 0,-8 2 0,0 0 0,0 0 0,-1 0 0,1 0 0,-1-1 0,1 1 0,-1 0 0,0-1 0,1 1 0,-1-1 0,0 1 0,0-1 0,0 0 0,0 0 0,0 1 0,0-1 0,0 0 0,-1 0 0,1 0 0,-1 0 0,0 0 0,1 0 0,-1 0 0,0 0 0,0 0 0,0 0 0,0 0 0,-1-3 0,-1-7 0,0-1 0,-5-14 0,-2-8 0,8 35 0,1-1 0,0 0 0,0 0 0,0 1 0,0-1 0,-1 0 0,1 0 0,0 0 0,0 1 0,1-1 0,-1 0 0,0 0 0,0 0 0,0 1 0,0-1 0,1 0 0,-1 0 0,0 1 0,1-1 0,-1 0 0,1 0 0,0 0 0,-1 1 0,1 0 0,0-1 0,-1 1 0,1 0 0,-1 0 0,1 0 0,0 0 0,-1-1 0,1 1 0,0 0 0,-1 0 0,1 0 0,0 0 0,-1 0 0,1 1 0,0-1 0,-1 0 0,1 0 0,0 1 0,6 1 0,0 1 0,0 1 0,10 6 0,-9-5 0,17 10 0,-13-7 0,1-1 0,18 8 0,-29-14 0,-1 0 0,0-1 0,1 0 0,-1 1 0,0-1 0,1 0 0,-1 0 0,1 1 0,-1-1 0,0 0 0,1 0 0,-1-1 0,1 1 0,1-1 0,-2 1 0,0 0 0,0-1 0,-1 1 0,1-1 0,0 1 0,0-1 0,-1 0 0,1 1 0,0-1 0,-1 0 0,1 1 0,-1-1 0,1 0 0,-1 0 0,1 1 0,-1-1 0,1-2 0,0-3 0,0 0 0,0 0 0,0 0 0,-1 0 0,0-11 0,0 12 0,0-1 0,0 1 0,0-1 0,2-6 0,-2 11 0,1 0 0,-1 0 0,1 0 0,-1 0 0,1 0 0,-1 0 0,1 0 0,0 0 0,-1 0 0,1 1 0,0-1 0,0 0 0,-1 0 0,1 1 0,0-1 0,0 0 0,0 1 0,0-1 0,0 1 0,2-1 0,-1 0 0,0 1 0,0-1 0,0 1 0,0 0 0,0 0 0,0 0 0,0 0 0,0 0 0,0 1 0,3 0 0,5 2 0,-1 0 0,1 1 0,14 8 0,-17-8 0,0-1-124,0 1 0,-1 0 0,0 0 0,0 0 0,0 1 0,0 0-1,-1 0 1,1 0 0,-1 1 0,8 12 0,-8-8-6702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5:11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118 260 24575,'-7'-6'0,"0"-1"0,-1 0 0,0 1 0,0-1 0,-1 2 0,0-1 0,0 1 0,-13-4 0,21 8 0,1 1 0,-1-1 0,0 1 0,0 0 0,0-1 0,0 1 0,1 0 0,-1 0 0,0 0 0,0 0 0,0 0 0,0 0 0,0 0 0,0 0 0,1 0 0,-1 0 0,0 0 0,0 0 0,0 1 0,0-1 0,1 0 0,-1 1 0,0-1 0,0 1 0,0-1 0,1 1 0,-1-1 0,0 1 0,1-1 0,-1 1 0,0 0 0,1-1 0,-1 1 0,1 0 0,-1-1 0,1 1 0,0 0 0,-1 0 0,1 0 0,0-1 0,-1 1 0,1 0 0,0 1 0,-1 1 0,1 0 0,0 0 0,0 0 0,0 0 0,1 0 0,-1 0 0,1 0 0,-1-1 0,1 1 0,0 0 0,2 5 0,1-1 0,1 0 0,-1 0 0,1-1 0,0 0 0,0 0 0,1 0 0,0-1 0,0 1 0,0-1 0,1-1 0,-1 1 0,1-1 0,0 0 0,1-1 0,8 4 0,-14-7 0,-1 1 0,1-1 0,-1 1 0,1-1 0,0 0 0,-1 1 0,1-1 0,0 0 0,-1 0 0,1 0 0,-1-1 0,1 1 0,0 0 0,-1-1 0,1 1 0,0-1 0,-1 1 0,1-1 0,-1 0 0,1 1 0,-1-1 0,0 0 0,1 0 0,-1 0 0,0 0 0,2-2 0,0-2 0,0 1 0,0-1 0,-1 0 0,1 1 0,-1-1 0,2-8 0,0 2 0,-4 11 0,0 0 0,0 0 0,0 1 0,0-1 0,0 0 0,0 0 0,0 0 0,1 0 0,-1 0 0,0 0 0,0 0 0,0 1 0,0-1 0,0 0 0,0 0 0,0 0 0,0 0 0,0 0 0,1 0 0,-1 0 0,0 0 0,0 0 0,0 0 0,0 0 0,0 0 0,0 0 0,0 0 0,1 0 0,-1 0 0,0 0 0,0 0 0,0 0 0,0 0 0,0 0 0,1 0 0,-1 0 0,0 0 0,0 0 0,0 0 0,0 0 0,0 0 0,0 0 0,0 0 0,1 0 0,-1 0 0,0 0 0,0 0 0,0 0 0,0 0 0,0-1 0,0 1 0,0 0 0,0 0 0,0 0 0,1 0 0,-1 0 0,0 0 0,0 0 0,0-1 0,0 1 0,0 0 0,0 0 0,0 0 0,0 0 0,0 0 0,0 0 0,0-1 0,4 11 0,33 143 0,-18-71 0,11 67 0,-29-145 0,-1 0 0,0 0 0,1 0 0,-1 0 0,-1 0 0,1 0 0,-1 0 0,1 0 0,-2 4 0,1-7 0,1 0 0,0 0 0,-1 0 0,0 0 0,1 0 0,-1 0 0,1 0 0,-1 0 0,0 0 0,0 0 0,1-1 0,-1 1 0,0 0 0,0 0 0,0-1 0,0 1 0,0-1 0,0 1 0,0-1 0,0 1 0,0-1 0,0 1 0,-1-1 0,1 0 0,0 0 0,0 1 0,0-1 0,0 0 0,0 0 0,-1 0 0,1 0 0,0-1 0,0 1 0,-2-1 0,-1 0 0,1 0 0,-1-1 0,1 0 0,-1 1 0,1-1 0,0 0 0,0-1 0,0 1 0,0-1 0,0 1 0,-3-5 0,-4-5 0,-12-18 0,12 12 0,0 0 0,0 0 0,2-1 0,0 0 0,2-1 0,0 1 0,1-1 0,0-1 0,2 1 0,1-1 0,0 1 0,3-34 0,0 48 0,0 0 0,0 0 0,1 0 0,-1 0 0,1 0 0,1 0 0,-1 1 0,1-1 0,0 1 0,1 0 0,-1 0 0,1 0 0,0 0 0,0 0 0,0 1 0,10-8 0,5-2 0,1 1 0,0 1 0,25-11 0,-9 4 0,-23 12 0,62-38 0,-69 41 0,0-1 0,0 0 0,0 0 0,0 0 0,-1-1 0,0 0 0,0 0 0,7-13 0,-11 16 0,1-1 0,-1 0 0,0 0 0,0 0 0,-1 1 0,1-1 0,-1 0 0,1 0 0,-1 0 0,-1 0 0,1 0 0,-2-7 0,2 10 0,0-1 0,0 1 0,-1 0 0,1-1 0,-1 1 0,1 0 0,-1-1 0,0 1 0,1 0 0,-1 0 0,0 0 0,0-1 0,0 1 0,0 0 0,0 0 0,0 0 0,0 0 0,0 1 0,0-1 0,0 0 0,0 0 0,-1 1 0,1-1 0,0 1 0,-1-1 0,1 1 0,0-1 0,-1 1 0,1 0 0,0 0 0,-1 0 0,1 0 0,-1 0 0,1 0 0,-1 0 0,1 0 0,0 0 0,-2 1 0,1-1 0,1 1 0,-1-1 0,1 1 0,-1-1 0,1 1 0,-1 0 0,1 0 0,0 0 0,-1-1 0,1 1 0,0 1 0,0-1 0,0 0 0,0 0 0,0 0 0,0 0 0,0 1 0,-1 1 0,0 0 0,1 1 0,0-1 0,0 0 0,0 0 0,0 1 0,1-1 0,0 0 0,-1 6 0,1-1 0,1 0 0,0 0 0,0 0 0,0 0 0,1 0 0,5 13 0,0-8 0,1 0 0,0 0 0,1-1 0,0 0 0,1 0 0,21 18 0,-27-26 9,0-1 1,0 0-1,1 0 0,-1 0 0,1-1 1,0 1-1,0-1 0,0 0 0,0 0 0,0-1 1,0 0-1,10 2 0,-13-3-50,0 0-1,0 0 1,0 0 0,1 0 0,-1 0-1,0 0 1,0-1 0,0 1 0,0-1-1,0 1 1,0-1 0,-1 0 0,1 0-1,0 0 1,0 0 0,0 0 0,-1 0-1,1 0 1,0-1 0,-1 1 0,1-1-1,-1 1 1,0-1 0,1 1 0,-1-1-1,0 0 1,0 0 0,0 1 0,0-1-1,-1 0 1,1 0 0,0 0 0,-1 0-1,1 0 1,-1-3 0,2-7-6785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5:12.1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103 406 24575,'-3'1'0,"1"1"0,-1-1 0,1 1 0,-1-1 0,1 1 0,0 0 0,0 0 0,0 0 0,0 0 0,0 0 0,0 0 0,0 1 0,1-1 0,-1 1 0,1-1 0,0 1 0,0-1 0,-2 4 0,3-2 0,-1 0 0,1-1 0,0 1 0,0 0 0,0-1 0,0 1 0,1-1 0,-1 1 0,1 0 0,0-1 0,0 1 0,0-1 0,1 0 0,1 4 0,4 7 0,1 0 0,0-1 0,1 0 0,0-1 0,1 0 0,0 0 0,1-1 0,0-1 0,1 0 0,0 0 0,21 12 0,-32-22 0,0 1 0,0 0 0,0 0 0,1-1 0,-1 1 0,0-1 0,0 1 0,1-1 0,-1 1 0,0-1 0,1 0 0,-1 0 0,1 0 0,-1 0 0,0 0 0,1 0 0,-1 0 0,1 0 0,-1 0 0,0-1 0,1 1 0,-1 0 0,0-1 0,1 1 0,-1-1 0,1-1 0,0 1 0,-1-1 0,1 0 0,-1 0 0,0 1 0,0-1 0,0 0 0,0 0 0,0 0 0,-1-1 0,1 1 0,-1 0 0,1 0 0,-1 0 0,0 0 0,1-1 0,-2-2 0,1-16 0,-1-1 0,-1 0 0,0 1 0,-2-1 0,-1 1 0,-15-41 0,-62-119 0,52 121 0,8 14 0,-2 2 0,-36-51 0,60 95 0,0 0 0,0 0 0,0-1 0,0 1 0,0 0 0,0 0 0,0 0 0,0-1 0,0 1 0,0 0 0,-1 0 0,1 0 0,0 0 0,0 0 0,0-1 0,0 1 0,0 0 0,-1 0 0,1 0 0,0 0 0,0 0 0,0 0 0,0-1 0,-1 1 0,1 0 0,0 0 0,0 0 0,0 0 0,-1 0 0,1 0 0,0 0 0,0 0 0,0 0 0,-1 0 0,1 0 0,0 0 0,0 0 0,0 0 0,-1 0 0,1 0 0,0 0 0,0 0 0,0 0 0,0 0 0,-1 1 0,1-1 0,0 0 0,0 0 0,-1 0 0,-1 14 0,4 17 0,2-17 0,1-1 0,0 0 0,0 0 0,1-1 0,1 0 0,0 0 0,11 13 0,67 74 0,-83-97 0,78 80 45,41 45-1455,-106-109-5416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6:59.9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96 24575,'8'-33'0,"7"-24"0,-13 51 0,0 6 0,0 11 0,-3 18 0,-14 154 0,15 2 0,2-68 0,6 164 0,-2 222 0,-21-203 0,-6-105 0,10-121 0,0 92 0,3-53 0,1 3 0,8-89 0,0 0 0,7 37 0,6 51 0,-10-88 0,0 28 0,3 19 0,41 188 0,-43-242 0,3 12 0,-8-30 0,0-1 0,0 1 0,0-1 0,0 1 0,0-1 0,0 0 0,0 1 0,0-1 0,-1 1 0,1-1 0,0 0 0,-1 1 0,1-1 0,-1 0 0,0 1 0,1-1 0,-2 2 0,-4 0-1365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01.6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0 102 24575,'0'-2'0,"0"1"0,0-1 0,0 0 0,1 1 0,-1-1 0,0 0 0,1 1 0,-1-1 0,1 0 0,-1 1 0,1-1 0,0 1 0,0 0 0,0-1 0,0 1 0,0-1 0,0 1 0,2-2 0,-1 2 0,0-1 0,0 1 0,0 0 0,0 0 0,1 0 0,-1 0 0,0 0 0,1 0 0,-1 0 0,6 0 0,2 0 0,0 1 0,0 0 0,0 1 0,19 3 0,85 10 0,-65-9 0,38 2 0,96-7 0,-77-2 0,14 3 0,130-2 0,-131-8 0,-61 4 0,8-4 0,98-24 0,-139 27 0,22-3 0,0 2 0,77-1 0,-29 10 0,167 27 0,-104-8 0,922 28 0,-976-49 0,362-9 0,31-20 0,-361 19 0,280-13 0,-219 16 0,182-2 0,-102 8 0,286 3 0,-62 20-523,-294-10 505,28 1 18,252 11 0,-377-19 0,312 0 0,-26-29 0,113-5 0,-504 29 0,612-15 0,430 57-660,-905-34 598,870 73 62,-447-67 368,-220-46 527,-137 9-895,-154 20 0,100 8 0,-50 4-1365,-88-8-5461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02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24575,'8'328'0,"-1"115"0,-8-274 0,10 177 0,8 22 0,-12-181 0,2 48 0,-2-131 0,26 375 0,-23-395 0,19 218 0,-20 0 0,-11-257-273,-1 0 0,-2-1 0,-2 0 0,-21 60 0,21-78-6553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02.9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3870 159 24575,'-62'-11'0,"-415"-68"0,311 62 0,-290 9 0,140 31 0,67-3 0,232-19 0,-382 13 0,-85-30-995,0-20 1705,132 8-1940,0 8-3624,297 18 3032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04.0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4676 124 24575,'-591'-14'0,"315"37"0,59-3 0,-235-5 0,373-15 0,-442-9 0,-9-27 0,-39-1 0,-158 17 0,456 11 0,166 4 0,-57-7 120,124 7-615,1-2 0,-46-15 0,66 17-6331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04.2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34.5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622 1 24575,'0'15'0,"0"-1"0,-1 1 0,-1 0 0,-1 0 0,1-1 0,-2 1 0,0-1 0,-1 0 0,-8 17 0,-4 2 0,-49 110 0,-32 96 0,78-192 0,-44 79 0,-38 36 0,84-134 0,-66 107 0,75-119 0,1 1 0,-10 27 0,-7 17 0,20-53 0,0 0 0,-10 11 0,11-15 0,1 0 0,0 0 0,0 0 0,0 1 0,0-1 0,1 1 0,-1 0 0,1 0 0,1 0 0,-1 0 0,1 0 0,-2 6 0,2 16-1365,1-14-5461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35.5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258 108 24575,'-6'-27'0,"18"39"0,9 21 0,-1 0 0,22 49 0,-26-47 0,-14-31 0,0-1 0,-1 1 0,0-1 0,0 1 0,0-1 0,0 1 0,-1 0 0,1 5 0,-1-8 0,0-1 0,0 1 0,0 0 0,-1-1 0,1 1 0,0-1 0,0 1 0,0 0 0,0-1 0,-1 1 0,1-1 0,0 1 0,-1-1 0,1 1 0,0-1 0,-1 1 0,1-1 0,-1 1 0,1-1 0,0 1 0,-2 0 0,1-1 0,0 0 0,0 0 0,0 1 0,0-1 0,0 0 0,0 0 0,0 0 0,0 0 0,0 0 0,0 0 0,0-1 0,0 1 0,0 0 0,0 0 0,0-1 0,0 1 0,1-1 0,-2 0 0,-3-1 0,1-1 0,-1 0 0,1 0 0,0-1 0,0 1 0,1-1 0,-1 0 0,1 0 0,0 0 0,0 0 0,-4-9 0,-1-1 0,1-1 0,-7-23 0,0-12 0,-9-57 0,21 92 0,1 13 0,1 0 0,0 0 0,-1 0 0,0 0 0,1 0 0,-1 0 0,0 0 0,0 0 0,0 0 0,0 0 0,0 0 0,0 1 0,-3-3 0,3 3 0,0 1 0,0-1 0,0 1 0,0-1 0,0 1 0,0 0 0,0-1 0,0 1 0,0 0 0,0 0 0,0 0 0,-1 0 0,1 0 0,0 0 0,0 0 0,0 0 0,0 0 0,0 0 0,0 1 0,0-1 0,0 0 0,0 1 0,0-1 0,0 1 0,0-1 0,-1 2 0,-14 7 0,1 2 0,1 0 0,0 0 0,0 1 0,-19 24 0,8-10 0,-30 35-1365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39.2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64 24575,'-9'-13'0,"-4"-10"0,13 22 0,0 0 0,-1 0 0,1 0 0,0 0 0,0 0 0,0 0 0,0 0 0,0 0 0,0 1 0,0-1 0,0 0 0,0 0 0,0 0 0,0 0 0,1 0 0,-1 0 0,0 0 0,1 0 0,-1 0 0,1 1 0,-1-1 0,1 0 0,0-1 0,0 1 0,0 1 0,-1 0 0,1-1 0,-1 1 0,1 0 0,0-1 0,-1 1 0,1 0 0,0 0 0,-1-1 0,1 1 0,0 0 0,0 0 0,-1 0 0,1 0 0,0 0 0,0 0 0,-1 0 0,1 0 0,0 0 0,-1 0 0,1 1 0,0-1 0,-1 0 0,1 0 0,0 1 0,-1-1 0,1 0 0,0 1 0,-1-1 0,1 1 0,-1-1 0,1 1 0,-1-1 0,1 1 0,0 0 0,20 23 0,-19-22 0,85 126 0,-32-44 0,18 20 0,136 152 0,-14-51 0,-258-265 0,-15-36-1365,63 76-5461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39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203 66 24575,'-7'-17'0,"5"11"0,0 0 0,0 0 0,-1 0 0,0 0 0,-6-8 0,9 13 0,-1 1 0,1 0 0,0-1 0,0 1 0,0 0 0,0 0 0,-1-1 0,1 1 0,0 0 0,0 0 0,-1 0 0,1-1 0,0 1 0,0 0 0,-1 0 0,1 0 0,0 0 0,-1 0 0,1-1 0,0 1 0,0 0 0,-1 0 0,1 0 0,0 0 0,-1 0 0,1 0 0,0 0 0,-1 0 0,1 0 0,0 0 0,-1 1 0,-5 8 0,-1 22 0,6-25 0,-16 64 0,-37 95 0,-8 33 0,56-171 0,1-1 0,1 1 0,2 0 0,0 31 0,2-44-1365,1-2-5461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40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39 24575,'2'-6'0,"7"-14"0,-9 19 0,0 0 0,1 0 0,-1 1 0,1-1 0,-1 0 0,1 0 0,-1 0 0,1 1 0,0-1 0,-1 0 0,1 1 0,0-1 0,-1 1 0,1-1 0,0 1 0,0-1 0,1 0 0,-2 1 0,1 1 0,-1-1 0,0 0 0,1 1 0,-1-1 0,1 0 0,-1 1 0,0-1 0,1 0 0,-1 1 0,0-1 0,1 0 0,-1 1 0,0-1 0,0 1 0,0-1 0,1 1 0,-1-1 0,0 1 0,0-1 0,0 1 0,0-1 0,0 1 0,0-1 0,0 1 0,0-1 0,0 1 0,0 0 0,1 19 0,-1-18 0,0 13 0,-1 0 0,-1-1 0,0 1 0,-6 19 0,-22 57 0,19-62 0,1 1 0,-8 44 0,15-53 0,1 0 0,0 0 0,2 1 0,1-1 0,3 25 0,-1-31 0,0-1 0,1 1 0,0-1 0,1 0 0,1 0 0,0-1 0,1 1 0,10 13 0,4 5 0,39 42 0,-52-65 0,0 0 0,1-1 0,0-1 0,0 1 0,1-1 0,0-1 0,0 0 0,0-1 0,15 6 0,-23-10-170,1 0-1,-1-1 0,1 1 1,-1-1-1,1 1 0,0-1 1,4 0-1,2-2-6655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40.8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48 24575,'20'-9'0,"0"0"0,1 2 0,1 0 0,37-7 0,-53 14 0,0-1 0,0 1 0,0 0 0,0 0 0,0 1 0,0 0 0,0 0 0,0 0 0,10 4 0,-12-3 0,0 0 0,0 1 0,0-1 0,-1 0 0,1 1 0,-1 0 0,0 0 0,0 0 0,0 0 0,0 1 0,0-1 0,-1 1 0,1 0 0,-1-1 0,2 6 0,-2-5 0,0 1 0,-1-1 0,0 1 0,0-1 0,0 1 0,0 0 0,0 0 0,-1-1 0,0 1 0,0 0 0,0 0 0,-1-1 0,0 1 0,-1 7 0,-3 3 0,-1-1 0,0 1 0,-9 14 0,9-19 0,0 1 0,1-1 0,1 1 0,-1 0 0,2 0 0,-5 21 0,8-28 0,0 1 0,0-1 0,0 0 0,0 0 0,0 0 0,1 0 0,0 0 0,0 0 0,0 0 0,0 0 0,1 0 0,3 6 0,-2-5 0,1 0 0,0-1 0,-1 1 0,2-1 0,-1 0 0,0 0 0,1-1 0,7 6 0,2-1 0,0 1 0,21 7 0,-32-14 0,1 0 0,1-1 0,-1 0 0,0 0 0,0 0 0,0 0 0,1 0 0,-1-1 0,0 0 0,1 0 0,-1 0 0,0-1 0,1 1 0,4-2 0,-7 1 8,0 0-1,0 0 1,0-1-1,0 1 1,0 0-1,0-1 1,-1 1-1,1-1 1,0 0-1,-1 1 1,1-1-1,-1 0 1,0 0-1,0 0 1,2-4-1,0-1-378,0-1-1,0 1 1,1-11 0,-1 5-6455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41.0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293 1 24575,'-30'7'0,"-11"3"0,-2-1 0,1-1 0,6-3 0,7-2 0,5-1 0,4-1 0,4-1 0,4-1-8191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41.4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24575,'20'1'0,"0"0"0,-1 1 0,1 1 0,0 1 0,-1 1 0,0 0 0,0 2 0,-1 0 0,0 1 0,0 0 0,-1 2 0,0 0 0,0 1 0,-1 1 0,-1 0 0,0 1 0,23 27 0,-10-8 0,-2 0 0,-1 2 0,-2 1 0,-1 1 0,19 46 0,-30-57 0,-1 1 0,-2 0 0,0 0 0,-2 0 0,-1 1 0,-1 0 0,-1 0 0,-1 0 0,-3 29 0,1-51 0,-1 1 0,1-1 0,-2 0 0,1 0 0,0 0 0,-1 1 0,0-2 0,0 1 0,-1 0 0,1 0 0,-1-1 0,0 1 0,0-1 0,0 0 0,-6 6 0,3-5 0,-1 0 0,1-1 0,-1 1 0,1-1 0,-1 0 0,-1-1 0,1 0 0,0 0 0,-14 3 0,-85 14-1365,87-17-5461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42.0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291 31 24575,'-27'-5'0,"-14"-2"0,-2 1 0,4 1 0,5 2 0,7 0 0,5 2 0,4 1 0,3 0 0,1 0 0,3 0-8191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42.3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279 47 24575,'-27'-10'0,"-12"-3"0,-3 1 0,2 4 0,6 4 0,6 5 0,6 3 0,3 2 0,4 1 0,3-1-8191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43.6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 24575,'0'-14'0,"1"22"0,1 21 0,8 34 0,4 0 0,22 65 0,-34-124 14,-1 0-1,0 0 0,0 0 0,-1-1 1,1 1-1,-1 0 0,0 0 1,0 5-1,0-8-72,0 1-1,-1-1 1,1 0-1,-1 1 1,1-1 0,-1 1-1,1-1 1,-1 0-1,0 0 1,0 1 0,0-1-1,1 0 1,-1 0-1,0 0 1,-1 0 0,1 0-1,0 0 1,0 0-1,0 0 1,0-1 0,-1 1-1,1 0 1,0-1-1,-3 2 1,-7 1-6767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44.1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0 115 24575,'16'-14'0,"-1"2"0,2 0 0,0 1 0,0 0 0,1 2 0,0 0 0,34-12 0,-38 17 0,0 1 0,0 0 0,0 1 0,1 0 0,-1 1 0,0 1 0,1 0 0,-1 1 0,0 0 0,1 2 0,22 5 0,66 28 0,-88-30 0,0 1 0,-1 1 0,0 0 0,22 17 0,-35-25 0,0 1 0,-1-1 0,1 1 0,0 0 0,0-1 0,0 1 0,-1 0 0,1-1 0,0 1 0,-1 0 0,1 0 0,-1 0 0,1 0 0,-1 0 0,1 0 0,-1 0 0,0 0 0,1 0 0,-1 0 0,0 0 0,0 0 0,0 0 0,0 0 0,0 0 0,0 0 0,0 0 0,0 0 0,0 0 0,0 0 0,0 0 0,-1 0 0,0 1 0,0 0 0,0 0 0,-1-1 0,1 1 0,-1-1 0,1 0 0,-1 1 0,0-1 0,0 0 0,1 0 0,-1 0 0,0 0 0,0 0 0,0 0 0,0-1 0,-3 1 0,-30 6 0,24-5 0,0 0 0,0 1 0,0 0 0,-12 6 0,22-9 0,0 1 0,0-1 0,0 1 0,0-1 0,0 1 0,0-1 0,0 1 0,0 0 0,1 0 0,-1-1 0,0 1 0,0 0 0,1 0 0,-1 0 0,1 0 0,-1 0 0,1 0 0,-1 0 0,1 0 0,0 0 0,-1 1 0,1 0 0,0 0 0,0 0 0,0 0 0,0-1 0,0 1 0,1 0 0,-1 0 0,1-1 0,-1 1 0,1 0 0,1 2 0,3 4 0,0-1 0,0 0 0,1 0 0,7 7 0,91 79 0,-69-65 0,45 49 0,-77-73 0,1 0 0,-1 0 0,0 1 0,0-1 0,-1 1 0,1 0 0,-1 0 0,0 0 0,1 6 0,-2-9 0,-1 0 0,1 0 0,-1 0 0,0 0 0,0 0 0,0 0 0,0 0 0,0 0 0,0 0 0,-1 0 0,1 0 0,0 0 0,-1 0 0,0 0 0,1 0 0,-1 0 0,0 0 0,0 0 0,0-1 0,0 1 0,-1 0 0,1-1 0,0 1 0,-1-1 0,1 1 0,-3 1 0,-2 1 0,0-1 0,0 0 0,-1 0 0,1 0 0,0-1 0,-1 0 0,0 0 0,1-1 0,-12 1 0,-9 0 0,-30-2 0,30-1 0,-8-1-341,0-1 0,0-2-1,-36-10 1,58 12-6485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44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45 24575,'1'-4'0,"0"1"0,-1 0 0,1-1 0,-1 1 0,0 0 0,0-1 0,0 1 0,-1 0 0,-1-7 0,2 9 0,0 1 0,0 0 0,0 0 0,0-1 0,0 1 0,0 0 0,0 0 0,0 0 0,0-1 0,0 1 0,-1 0 0,1 0 0,0 0 0,0 0 0,0-1 0,0 1 0,-1 0 0,1 0 0,0 0 0,0 0 0,0 0 0,-1-1 0,1 1 0,0 0 0,0 0 0,0 0 0,-1 0 0,1 0 0,0 0 0,0 0 0,-1 0 0,1 0 0,0 0 0,0 0 0,0 0 0,-1 0 0,1 0 0,0 0 0,0 0 0,-1 0 0,1 0 0,0 1 0,0-1 0,0 0 0,-1 0 0,1 0 0,0 0 0,0 0 0,0 0 0,0 1 0,-1-1 0,1 0 0,0 0 0,0 1 0,-9 10 0,8-11 0,-5 12 0,-1-1 0,2 1 0,-1 0 0,2 0 0,-5 17 0,-11 66 0,15-65 0,2-1 0,0 1 0,2-1 0,2 1 0,3 29 0,-1-42 0,0 0 0,1-1 0,1 1 0,0-1 0,1 0 0,1-1 0,0 1 0,1-1 0,1-1 0,12 17 0,-3-9 0,33 31 0,-40-42 0,0-2 0,1 1 0,1-2 0,23 13 0,-22-15-1365,-2-2-5461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45.1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73 24575,'14'-11'0,"0"1"0,1 0 0,0 1 0,0 1 0,25-9 0,-36 15 0,1 0 0,0 1 0,0 0 0,0 0 0,0 1 0,0 0 0,0-1 0,0 1 0,0 1 0,0-1 0,-1 1 0,1 0 0,0 0 0,0 0 0,0 1 0,-1 0 0,1 0 0,-1 0 0,1 0 0,-1 1 0,0 0 0,0 0 0,7 5 0,-5-2 0,0 1 0,0-1 0,0 1 0,-1 0 0,0 0 0,0 0 0,-1 1 0,0 0 0,0 0 0,4 14 0,-7-17 0,0 0 0,0 0 0,0 0 0,-1 0 0,1 0 0,-1 0 0,-1 0 0,1 0 0,-1 0 0,0 0 0,0 0 0,0 0 0,0 0 0,-1-1 0,0 1 0,0 0 0,0-1 0,-1 0 0,0 1 0,-3 3 0,-25 23 0,25-25 0,0-1 0,0 1 0,1 0 0,-1 0 0,-6 11 0,11-15 0,1 0 0,-1-1 0,0 1 0,0 0 0,1-1 0,-1 1 0,1 0 0,0 0 0,-1-1 0,1 1 0,0 0 0,0 0 0,0 0 0,0-1 0,1 1 0,-1 0 0,0 0 0,1 0 0,-1-1 0,2 3 0,-1-1 0,1 0 0,0-1 0,0 1 0,0 0 0,0-1 0,0 1 0,1-1 0,-1 0 0,1 0 0,3 3 0,5 1 0,0 1 0,1-2 0,-1 1 0,21 5 0,-27-10 14,1 1-1,-1-1 0,0 0 0,1 0 1,-1-1-1,1 0 0,-1 0 1,7 0-1,-9-1-119,1 0 0,-1 1 0,0-1 0,0 0 0,1-1 0,-1 1-1,0-1 1,0 1 0,0-1 0,0 0 0,-1 0 0,1 0 0,4-5 0,3-4-6720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45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358 16 24575,'-30'-2'0,"-14"-2"0,-2 1 0,1 1 0,7 0 0,4 1 0,6 0 0,5 1 0,4 0 0,0 3 0,1 0 0,4 0-8191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45.7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24575,'24'4'0,"0"2"0,0 0 0,-1 2 0,0 1 0,28 15 0,-33-15 0,-2 2 0,0 0 0,0 1 0,-1 1 0,0 0 0,-2 1 0,15 17 0,-12-9 0,-1 1 0,0 0 0,-2 1 0,-1 1 0,-1 0 0,-1 1 0,-1 0 0,-1 0 0,5 37 0,-11-52 0,-1 1 0,0-1 0,0 0 0,-1 0 0,-1 1 0,0-1 0,0 0 0,-1 0 0,-1 0 0,-4 13 0,4-16 0,-1 0 0,0 0 0,0 0 0,-1-1 0,0 1 0,0-1 0,-1 0 0,0-1 0,0 0 0,0 1 0,-1-2 0,0 1 0,-11 6 0,-3-1-455,1 0 0,-30 10 0,25-12-6371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46.9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2272 0 24575,'1'0'0,"0"0"0,-1 1 0,1-1 0,0 0 0,0 0 0,0 1 0,0-1 0,-1 1 0,1-1 0,0 0 0,0 1 0,-1 0 0,1-1 0,0 1 0,-1-1 0,1 1 0,-1 0 0,1-1 0,-1 1 0,1 0 0,-1 0 0,1-1 0,0 2 0,-2-1 0,1 0 0,0 0 0,-1-1 0,1 1 0,-1 0 0,1 0 0,-1-1 0,1 1 0,-1 0 0,1-1 0,-1 1 0,0-1 0,1 1 0,-1-1 0,0 1 0,0-1 0,1 1 0,-1-1 0,0 0 0,0 1 0,1-1 0,-1 0 0,0 0 0,0 0 0,-1 1 0,-56 13 0,-1-2 0,-75 5 0,64-10 0,-40 2 0,-128-7 0,129-3 0,-240-21 0,-9-1 0,264 25 0,0 3 0,-110 21 0,118-13-455,-1-5 0,-113-2 0,179-6-6371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47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66 24575,'0'-5'0,"1"4"0,-1-1 0,0 1 0,0-1 0,0 1 0,0-1 0,0 1 0,0-1 0,0 1 0,-1 0 0,1-1 0,0 1 0,-1-1 0,1 1 0,-1-1 0,0 1 0,1 0 0,-3-3 0,3 5 0,-1-1 0,0 1 0,0 0 0,1 0 0,-1-1 0,0 1 0,1 0 0,-1 0 0,1-1 0,-1 1 0,1 0 0,-1 0 0,1 0 0,0 0 0,0 0 0,-1 0 0,1 1 0,-1 0 0,-2 10 0,0 2 0,0-1 0,1 0 0,-1 15 0,3 57 0,0-49 0,8 84 0,0 5 0,-8-116 0,1-6 0,-1 1 0,0 0 0,0 0 0,0-1 0,0 1 0,-1 0 0,1-1 0,-1 1 0,0 0 0,0-1 0,-1 1 0,-2 5 0,4-9 0,0 0 0,-1 0 0,1 0 0,0 0 0,0 0 0,-1 0 0,1 0 0,0 0 0,0 0 0,0 0 0,-1 0 0,1 0 0,0 0 0,0 0 0,-1 0 0,1 0 0,0-1 0,0 1 0,0 0 0,-1 0 0,1 0 0,0 0 0,0 0 0,0 0 0,0-1 0,-1 1 0,1 0 0,0 0 0,0 0 0,0-1 0,0 1 0,0 0 0,0 0 0,0 0 0,-1-1 0,1 1 0,0 0 0,0 0 0,0-1 0,-4-8 0,-1-8 0,1 0 0,1 0 0,-2-28 0,3 22 0,-1-8 0,-11-131 0,13 124 0,1 1 0,7-50 0,-5 73 0,-2 10 0,0 0 0,0 0 0,1 0 0,0 1 0,-1-1 0,2 0 0,-1 0 0,0 0 0,1 0 0,-1 1 0,1-1 0,3-4 0,-4 8 0,-1 0 0,1-1 0,-1 1 0,1 0 0,-1 0 0,1-1 0,-1 1 0,1 0 0,-1 0 0,1 0 0,-1 0 0,1 0 0,-1 0 0,1 0 0,-1 0 0,1 0 0,-1 0 0,1 0 0,-1 0 0,1 0 0,0 0 0,-1 0 0,1 0 0,-1 1 0,1-1 0,-1 0 0,1 0 0,-1 1 0,0-1 0,1 0 0,-1 1 0,1-1 0,14 15 0,-13-13 0,72 93 0,-4-4 0,75 69 0,13-13 0,-148-137 0,-8-6 0,-7-4 0,-13-5 0,1-2 0,0 0 0,-16-9 0,-8-3 0,6 3-119,-90-36 372,98 42-753,-1 1 1,-45-8-1,59 15-6326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48.4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21 24575,'0'-1'0,"-1"0"0,1 0 0,0 0 0,0 0 0,-1 0 0,1 0 0,-1 0 0,1 0 0,0 0 0,-1 0 0,0 0 0,1 1 0,-1-1 0,0 0 0,1 0 0,-1 1 0,0-1 0,0 0 0,1 1 0,-1-1 0,0 1 0,0-1 0,0 1 0,-1-1 0,1 1 0,0 1 0,0-1 0,0 0 0,0 1 0,0-1 0,0 1 0,0 0 0,0-1 0,0 1 0,0 0 0,1-1 0,-1 1 0,0 0 0,0 0 0,1 0 0,-1 0 0,1 0 0,-1 0 0,0 0 0,1 0 0,0 0 0,-1 1 0,-9 22 0,1 0 0,0 1 0,2-1 0,2 1 0,0 1 0,-2 26 0,4 7 0,5 89 0,-1-134 0,1-1 0,0 1 0,1-1 0,1 0 0,0 0 0,0 0 0,2-1 0,-1 1 0,1-1 0,1-1 0,11 15 0,-17-24-54,0 0-1,1-1 0,-1 1 1,1-1-1,0 1 1,-1-1-1,1 0 0,0 0 1,0 0-1,0 0 1,0 0-1,0 0 0,0 0 1,0-1-1,0 1 0,0-1 1,1 1-1,-1-1 1,0 0-1,0 0 0,0 0 1,0 0-1,1 0 1,1-1-1,5-2-6771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48.8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94 24575,'55'-51'0,"-48"45"0,1 0 0,1 0 0,-1 1 0,1 0 0,12-5 0,-18 9 0,0 0 0,-1 1 0,1-1 0,0 0 0,0 1 0,0 0 0,0 0 0,-1-1 0,1 2 0,0-1 0,0 0 0,0 0 0,0 1 0,-1 0 0,6 1 0,-4 0 0,-1 0 0,1 0 0,-1 0 0,1 1 0,-1-1 0,0 1 0,0 0 0,0 0 0,4 6 0,0 1 0,0 1 0,-1 0 0,0 0 0,-1 0 0,-1 1 0,4 13 0,-6-17 0,0 1 0,0 0 0,-1-1 0,-1 1 0,1 0 0,-1 0 0,-1-1 0,0 1 0,-3 17 0,-4 0 0,-20 47 0,26-68 0,1-1 0,-1 0 0,1 0 0,0 0 0,0 0 0,0 0 0,0 1 0,1-1 0,-1 0 0,1 0 0,1 8 0,0-10 0,-1 1 0,1-1 0,0 1 0,0 0 0,0-1 0,0 0 0,0 1 0,0-1 0,1 0 0,-1 1 0,1-1 0,0 0 0,-1 0 0,1 0 0,0-1 0,0 1 0,0 0 0,3 1 0,2 1 14,0-1-1,-1 1 0,1-1 0,1-1 1,-1 1-1,0-1 0,1-1 1,14 3-1,-17-4-119,1 0 0,-1 0 0,0 0 0,1 0 0,-1-1 0,0 0-1,0 0 1,1 0 0,-1-1 0,0 0 0,0 0 0,0 0 0,6-5 0,2-2-6720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49.0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221 1 24575,'-29'0'0,"-13"0"0,-3 0 0,2 0 0,8 0 0,8 0-8191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49.5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24575,'36'19'0,"-2"1"0,-1 3 0,57 48 0,-76-59 0,-2 1 0,0 0 0,0 1 0,-2 0 0,1 1 0,-2 0 0,0 0 0,-1 1 0,0 1 0,-2-1 0,6 19 0,-7-18 0,-2 0 0,0-1 0,-1 1 0,0 0 0,-2 0 0,-2 35 0,1-44 0,-1 0 0,0 0 0,0-1 0,-1 1 0,0 0 0,0-1 0,0 1 0,-1-1 0,-1 0 0,1 0 0,-1-1 0,0 1 0,0-1 0,-1 0 0,0-1 0,-10 9 0,5-6-195,0-1 0,0-1 0,0 0 0,-1 0 0,0-1 0,-19 6 0,8-5-6631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51.7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0 117 24575,'27'-10'0,"14"-3"0,7-2 0,3 2 0,0 2 0,-1 2 0,-5 2 0,-1 1 0,-2 3 0,-3-1 0,-1 0 0,-2 1 0,-1-1 0,-3-1 0,-4 1 0,-4 2 0,-4 0 0,-6 1-8191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52.3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12 24575,'15'-12'0,"-26"18"0,-2 4 0,0 0 0,1 1 0,0 0 0,-18 23 0,29-32 0,0-1 0,0 1 0,-1 0 0,1 0 0,0 0 0,0 0 0,1 1 0,-1-1 0,0 0 0,1 0 0,-1 0 0,1 1 0,0-1 0,0 0 0,0 0 0,0 1 0,0-1 0,0 0 0,1 0 0,-1 1 0,2 2 0,-1-2 0,0-1 0,0 0 0,1 0 0,-1 0 0,1 0 0,0 0 0,0 0 0,-1 0 0,1-1 0,0 1 0,0-1 0,1 1 0,-1-1 0,0 0 0,0 1 0,1-1 0,-1-1 0,4 2 0,8 2 0,1-2 0,23 3 0,-8-2 0,7 1-113,-8-1-200,-1 1 0,1 1 0,44 15 0,-60-14-6513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53.0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24575,'1'0'0,"0"0"0,1 0 0,-1 1 0,0-1 0,0 0 0,0 1 0,0-1 0,0 1 0,-1-1 0,1 1 0,0 0 0,0-1 0,0 1 0,0 0 0,-1 0 0,1-1 0,0 1 0,-1 0 0,1 0 0,-1 0 0,2 1 0,10 26 0,-6-15 0,9 20 0,-7-15 0,1 0 0,0-1 0,1-1 0,21 27 0,-29-41 0,1 1 0,0-1 0,0 1 0,0-1 0,0 0 0,0 0 0,1 0 0,-1-1 0,1 1 0,-1-1 0,7 2 0,-9-3 0,0 1 0,1-1 0,-1 0 0,0 0 0,0 0 0,1 0 0,-1 0 0,0 0 0,0 0 0,1-1 0,-1 1 0,0 0 0,0-1 0,1 1 0,-1-1 0,0 1 0,0-1 0,0 1 0,0-1 0,0 0 0,0 0 0,0 1 0,0-1 0,0 0 0,0 0 0,0 0 0,-1 0 0,1 0 0,0 0 0,0 0 0,-1-1 0,1 1 0,-1 0 0,1 0 0,-1 0 0,1-3 0,0-5 0,0 0 0,0 0 0,0 0 0,-2-17 0,0-12 0,1 37 0,0 0 0,0-1 0,0 1 0,0 0 0,1 0 0,-1 0 0,0 0 0,0 0 0,1 0 0,-1 0 0,1 0 0,-1 0 0,1 0 0,-1 0 0,1 1 0,-1-1 0,1 0 0,0 0 0,-1 0 0,1 1 0,1-2 0,-1 2 0,0-1 0,0 1 0,0 0 0,0 0 0,0 0 0,0-1 0,0 1 0,0 0 0,0 0 0,0 1 0,0-1 0,0 0 0,0 0 0,0 0 0,0 1 0,0-1 0,2 1 0,5 3 0,0 0 0,-1 1 0,0 0 0,9 7 0,-7-4 0,21 12-76,-21-15-85,0 1 0,0 0-1,0 1 1,-1 0 0,0 0 0,0 1 0,11 15 0,-14-14-6665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54.4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0 180 24575,'1'3'0,"0"-1"0,1 1 0,-1 0 0,1 0 0,-1-1 0,1 1 0,0 0 0,0-1 0,0 0 0,0 0 0,1 1 0,4 2 0,36 29 0,-33-27 0,1 0 0,0 0 0,1-1 0,17 7 0,-24-11 0,-1-1 0,1 1 0,-1-1 0,1 0 0,-1-1 0,1 1 0,-1-1 0,1 0 0,0 0 0,-1 0 0,1-1 0,-1 1 0,1-1 0,-1 0 0,1-1 0,4-1 0,-7 2 0,0 0 0,0 0 0,0-1 0,0 1 0,0-1 0,0 1 0,-1-1 0,1 0 0,0 0 0,-1 0 0,0 0 0,1 0 0,-1 0 0,0 0 0,0 0 0,0 0 0,0 0 0,1-5 0,-1-2 0,1 0 0,-1 0 0,-1-16 0,1-4 0,-1 29 0,0-1 0,0 1 0,0 0 0,0-1 0,0 1 0,1 0 0,-1 0 0,0-1 0,0 1 0,0 0 0,0 0 0,0 0 0,0-1 0,1 1 0,-1 0 0,0 0 0,0-1 0,0 1 0,0 0 0,1 0 0,-1 0 0,0 0 0,0 0 0,1-1 0,-1 1 0,0 0 0,0 0 0,1 0 0,-1 0 0,0 0 0,0 0 0,1 0 0,-1 0 0,0 0 0,0 0 0,1 0 0,-1 0 0,0 0 0,0 0 0,1 0 0,-1 0 0,0 0 0,0 0 0,1 0 0,-1 0 0,0 0 0,0 1 0,1-1 0,-1 0 0,0 0 0,0 0 0,1 0 0,-1 1 0,0-1 0,0 0 0,17 14 0,-13-10 0,12 9 0,1 0 0,1-1 0,0 0 0,1-2 0,0 0 0,29 10 0,-46-19 0,0 0 0,0-1 0,0 1 0,1-1 0,-1 1 0,0-1 0,0 0 0,0 0 0,0 0 0,0 0 0,0 0 0,0-1 0,0 1 0,0-1 0,0 1 0,0-1 0,0 0 0,0 1 0,0-1 0,0 0 0,0 0 0,0-1 0,-1 1 0,1 0 0,-1-1 0,1 1 0,-1 0 0,1-1 0,0-1 0,1-2 0,-1 1 0,0 0 0,0-1 0,0 0 0,-1 1 0,0-1 0,1 0 0,-2 1 0,1-1 0,-1 0 0,1-8 0,-2 4 0,0-1 0,0 0 0,-4-10 0,2 5 0,3 14 0,0 1 0,0 0 0,-1 0 0,1 0 0,0 0 0,0 0 0,0-1 0,0 1 0,0 0 0,0 0 0,0 0 0,0 0 0,0 0 0,0-1 0,0 1 0,0 0 0,0 0 0,0 0 0,0 0 0,0-1 0,0 1 0,0 0 0,0 0 0,0 0 0,0 0 0,0 0 0,1-1 0,-1 1 0,0 0 0,0 0 0,0 0 0,0 0 0,0 0 0,0 0 0,0-1 0,0 1 0,1 0 0,-1 0 0,0 0 0,0 0 0,0 0 0,0 0 0,0 0 0,1 0 0,-1 0 0,9 4 0,13 15 0,-18-15 0,-3-3 0,41 31 0,-38-29 0,0 0 0,1 0 0,-1-1 0,1 1 0,0-1 0,0-1 0,10 4 0,-14-5 0,0 0 0,0 0 0,0 0 0,0 0 0,0-1 0,0 1 0,1 0 0,-1 0 0,0-1 0,0 1 0,0-1 0,0 1 0,0-1 0,0 1 0,0-1 0,0 1 0,0-1 0,-1 0 0,1 0 0,0 0 0,0 1 0,-1-1 0,1 0 0,0 0 0,0-1 0,0 0 0,-1 1 0,1 0 0,0 0 0,-1 1 0,1-1 0,0 0 0,0 0 0,0 0 0,0 0 0,0 1 0,-1-1 0,1 0 0,1 1 0,-1-1 0,0 1 0,0-1 0,0 1 0,0 0 0,0-1 0,0 1 0,0 0 0,1 0 0,-1 0 0,0 0 0,0 0 0,0 0 0,0 0 0,3 0 0,61 17 0,-39-9 0,-1-2 0,1-1 0,1 0 0,35 0 0,-46-6 0,0 0 0,1-2 0,-1 0 0,0 0 0,-1-2 0,23-8 0,87-48 0,-112 53 0,-1 1 0,15-14 0,-22 17 0,0 0 0,-1 0 0,0 0 0,0-1 0,0 0 0,0 0 0,-1 0 0,3-6 0,-5 10 0,0-1 0,-1 1 0,0 0 0,1 0 0,-1 0 0,0 0 0,1 0 0,-1 0 0,0 0 0,0 0 0,0-1 0,0 1 0,0 0 0,0 0 0,0 0 0,-1 0 0,1 0 0,0-1 0,-1 1 0,1 0 0,-2-2 0,1 2 0,0 0 0,0-1 0,0 1 0,0 0 0,-1 0 0,1 0 0,-1 0 0,1 0 0,-1 0 0,1 1 0,-1-1 0,1 0 0,-3 0 0,-4-1 0,0 1 0,0 0 0,0 0 0,-15 0 0,17 1 0,-1 0 0,1 0 0,-1 1 0,0-1 0,0 1 0,-10 3 0,15-3 0,0 0 0,0 0 0,0 0 0,1 0 0,-1 0 0,0 0 0,1 0 0,-1 1 0,1-1 0,-1 0 0,1 1 0,0 0 0,-1-1 0,1 1 0,0 0 0,0-1 0,0 1 0,0 0 0,1 0 0,-1 0 0,0 0 0,1 0 0,-1 2 0,0 1 0,0 0 0,0 0 0,1 0 0,0 0 0,0 0 0,0 0 0,0-1 0,1 1 0,0 0 0,0 0 0,0 0 0,0 0 0,1-1 0,4 9 0,-3-8 0,1 0 0,0 0 0,0 0 0,0 0 0,1-1 0,-1 1 0,1-1 0,0 0 0,0-1 0,1 1 0,5 2 0,10 4 0,0-1 0,0-1 0,1-1 0,0-1 0,0-1 0,1-1 0,-1-1 0,1-1 0,-1-1 0,32-2 0,21-8 0,-27 3 0,-2 0 0,58-3 0,-103 9 0,3 0 0,1 0 0,-1-1 0,0 1 0,7-2 0,-11 2 0,1 0 0,-1 0 0,1-1 0,-1 1 0,1 0 0,-1 0 0,1 0 0,-1-1 0,0 1 0,1 0 0,-1-1 0,1 1 0,-1 0 0,0-1 0,1 1 0,-1-1 0,0 1 0,0 0 0,1-2 0,-1 2 0,0-1 0,0 0 0,0 1 0,0-1 0,0 1 0,0-1 0,0 0 0,0 1 0,-1-1 0,1 0 0,0 1 0,0-1 0,-1 1 0,1-1 0,0 1 0,-1-1 0,1 1 0,0-1 0,-1 1 0,0-2 0,-9-7 0,0 0 0,-1 0 0,0 1 0,-12-8 0,-26-18 0,45 30 0,-1-1 0,0 1 0,1-1 0,0 0 0,0 0 0,0 0 0,-2-7 0,4 9 17,1 0 0,0 0 1,-1-1-1,2 1 0,-1 0 0,-1-6 0,2 7-104,0 1-1,0-1 1,0 1 0,0-1-1,0 1 1,1-1 0,-1 1-1,0 0 1,1-1-1,-1 1 1,1-1 0,-1 1-1,1 0 1,0-1 0,-1 1-1,3-2 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54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180 24 24575,'-11'-4'0,"-60"-12"0,64 14 0,-1 1 0,1 1 0,0-1 0,-1 1 0,1 1 0,0-1 0,-11 3 0,16-2 0,1-1 0,-1 0 0,1 1 0,-1-1 0,1 1 0,0 0 0,-1-1 0,1 1 0,0 0 0,0 0 0,0 0 0,-1 0 0,1 0 0,0 0 0,0 0 0,0 0 0,1 1 0,-1-1 0,0 0 0,0 0 0,1 1 0,-1-1 0,0 0 0,1 1 0,0-1 0,-1 1 0,1-1 0,0 1 0,0-1 0,-1 1 0,1-1 0,0 1 0,1-1 0,-1 1 0,0-1 0,0 1 0,1-1 0,-1 0 0,1 1 0,0 1 0,2 6 0,1 0 0,0-1 0,0 1 0,10 13 0,-8-13 0,1-1 0,0 1 0,0-2 0,1 1 0,0-1 0,13 10 0,-18-15 0,1 1 0,-1-1 0,1 1 0,0-1 0,0 0 0,0-1 0,1 1 0,-1-1 0,0 0 0,0 0 0,1 0 0,-1 0 0,1-1 0,-1 0 0,1 0 0,-1 0 0,0 0 0,6-2 0,-7 1 0,1 0 0,-1-1 0,0 1 0,0-1 0,0 0 0,0 0 0,0 0 0,0 0 0,-1-1 0,1 1 0,-1-1 0,1 0 0,-1 0 0,0 1 0,0-1 0,0-1 0,-1 1 0,1 0 0,-1 0 0,0-1 0,0 1 0,1-4 0,0-1 0,-1 1 0,0-1 0,0 0 0,0 1 0,-1-1 0,0 0 0,-1 1 0,0-1 0,-2-8 0,5 20 0,0 0 0,0 0 0,0-1 0,0 1 0,1 0 0,3 3 0,5 8 0,-5-6 0,0 1 0,1-1 0,0 0 0,0-1 0,1 0 0,0 0 0,13 9 0,-14-14-1365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55.3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24575,'162'197'-774,"-19"12"762,-114-151 295,-20-39-157,1 0 0,1 0-1,16 21 1,-45-60-126,-1 1 0,-1 1 0,-23-15 0,-83-50 0,125 83 0,-43-22 0,41 21 0,0 0 0,0-1 0,-1 2 0,1-1 0,0 0 0,0 1 0,0-1 0,-1 1 0,1 0 0,0 0 0,0 0 0,-6 2 0,8-2 14,0 1 1,0-1-1,0 1 0,0-1 0,0 1 1,0 0-1,0 0 0,0-1 0,0 1 0,0 0 1,1 0-1,-1 0 0,0 0 0,0 0 1,1 0-1,-1 0 0,1 0 0,-1 0 0,1 0 1,0 0-1,-1 0 0,1 1 0,0 0 1,-1 1-205,1 0 0,0 0 1,0 0-1,0-1 0,0 1 1,0 0-1,1 0 1,0 4-1,3 3-6636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56.1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7 24575,'-14'3'0,"0"1"0,-15 8 0,24-10 0,1 0 0,0 0 0,0 0 0,0 1 0,0 0 0,0 0 0,1 0 0,-1 0 0,1 1 0,-4 4 0,6-7 0,0 0 0,0 1 0,0-1 0,1 0 0,-1 0 0,0 0 0,1 0 0,-1 1 0,1-1 0,0 0 0,-1 1 0,1-1 0,0 0 0,0 0 0,0 1 0,0-1 0,0 0 0,0 1 0,0-1 0,0 0 0,0 1 0,1-1 0,-1 0 0,0 1 0,1-1 0,-1 0 0,1 0 0,0 0 0,-1 1 0,1-1 0,0 0 0,0 0 0,0 0 0,0 0 0,0 0 0,0 0 0,2 1 0,0 0 0,1 0 0,0 0 0,0 0 0,-1 0 0,1-1 0,1 1 0,-1-1 0,0 0 0,0 0 0,7 0 0,12 0 0,35-3 0,-49 1 0,-1 0 0,1-1 0,-1 0 0,0 0 0,0-1 0,1 0 0,9-5 0,-17 8 0,-1-1 0,1 1 0,0-1 0,-1 1 0,1-1 0,0 1 0,-1-1 0,1 1 0,-1-1 0,1 1 0,-1-1 0,1 0 0,-1 1 0,0-1 0,1 0 0,-1 1 0,1-1 0,-1 0 0,0 0 0,0 1 0,0-1 0,1 0 0,-1 0 0,0 0 0,0 0 0,-1-1 0,1 0 0,0 1 0,-1-1 0,1 1 0,-1-1 0,0 1 0,1-1 0,-1 1 0,0-1 0,0 1 0,-1-3 0,-3-1 0,0 0 0,-1-1 0,1 2 0,-11-8 0,11 9 19,-1 1 0,1-1 0,-1 1 0,0 0 0,0 0-1,-11-1 1,9 2-518,0-1 0,-14-5 0,14 3-6327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56.6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58 161 24575,'52'54'0,"-60"-63"0,-10-10 0,1 0 0,1-1 0,-23-40 0,37 56 0,0 0 0,0 0 0,1 0 0,0 0 0,0 0 0,0-1 0,0 1 0,1 0 0,-1-8 0,1 10 0,0 0 0,1 1 0,-1-1 0,0 1 0,1-1 0,-1 1 0,1-1 0,-1 1 0,1-1 0,0 1 0,-1-1 0,1 1 0,0 0 0,0-1 0,0 1 0,0 0 0,0 0 0,0 0 0,1 0 0,-1 0 0,0 0 0,0 0 0,1 0 0,-1 0 0,1 1 0,-1-1 0,1 0 0,-1 1 0,3-1 0,4 0-151,-1 0-1,1 0 0,0 1 0,0 0 1,0 1-1,-1 0 0,1 0 1,9 3-1,-1-1-6674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57.9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31 24575,'16'4'0,"-1"0"0,1 2 0,-1 0 0,0 0 0,0 1 0,0 1 0,15 12 0,90 77 0,-58-44 0,91 75 0,-89-81 0,-124-94 0,44 37 0,-188-125 0,167 108 0,2-2 0,2-1 0,-42-48 0,61 62 0,-9-11 0,22 27 0,1 0 0,0-1 0,0 1 0,0 0 0,-1 0 0,1-1 0,0 1 0,0 0 0,0-1 0,0 1 0,0 0 0,0 0 0,-1-1 0,1 1 0,0 0 0,0-1 0,0 1 0,0 0 0,0-1 0,0 1 0,0 0 0,0 0 0,1-1 0,-1 1 0,0 0 0,0-1 0,0 1 0,0 0 0,0 0 0,1-1 0,8-2 0,17 7 0,-24-4 0,54 13 0,-30-6 0,48 6 0,-64-14 0,-9-3 0,-1 3 0,-1 1 0,1-1 0,-1 0 0,0 1 0,1-1 0,-1 0 0,0 1 0,0-1 0,0 1 0,0-1 0,1 1 0,-1-1 0,0 1 0,-1-1 0,-17-5 0,0 0 0,0 1 0,-1 1 0,1 1 0,-1 0 0,0 2 0,-32 1 0,50 0 0,1 0 0,-1 0 0,0 1 0,1-1 0,-1 0 0,0 1 0,1-1 0,-1 1 0,0 0 0,1-1 0,-1 1 0,1 0 0,-1 0 0,1 0 0,-1 0 0,1 0 0,0 0 0,0 0 0,-1 1 0,1-1 0,0 0 0,0 1 0,0-1 0,0 1 0,1-1 0,-1 1 0,0 0 0,1-1 0,-1 1 0,1 0 0,-1-1 0,1 1 0,0 0 0,0-1 0,-1 1 0,1 0 0,1 0 0,-1-1 0,0 1 0,1 3 0,0 1 0,1 0 0,-1 1 0,1-1 0,1 0 0,-1 0 0,1 0 0,0 0 0,1 0 0,5 8 0,23 26-1365,-23-28-5461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58.9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143 361 24575,'-11'0'0,"0"1"0,0 0 0,1 0 0,-1 1 0,-19 7 0,26-8 0,1 0 0,0 0 0,-1 1 0,1-1 0,0 1 0,0 0 0,0 0 0,0 0 0,1 0 0,-1 0 0,1 1 0,-1-1 0,1 1 0,0 0 0,0 0 0,0 0 0,0 0 0,0 0 0,1 0 0,-1 0 0,1 0 0,-1 4 0,1-5 0,1 0 0,0 1 0,0-1 0,0 0 0,0 0 0,0 0 0,0 0 0,1 0 0,-1 0 0,1 0 0,-1 0 0,1 0 0,0 0 0,0 0 0,2 3 0,-1-2 0,1 1 0,-1-1 0,1 0 0,0 0 0,0 0 0,1 0 0,4 3 0,2 1 0,1-1 0,0-1 0,0 0 0,17 6 0,-25-11 0,12 6 0,1-2 0,0 0 0,17 2 0,-30-6 0,0 1 0,1-1 0,-1 0 0,1 0 0,-1 0 0,1 0 0,-1-1 0,0 1 0,1-1 0,-1 0 0,0 0 0,0 0 0,1-1 0,-1 1 0,0-1 0,0 1 0,0-1 0,-1 0 0,1 0 0,0-1 0,2-2 0,-3 2 0,0-1 0,0 1 0,-1 0 0,1-1 0,-1 0 0,0 1 0,0-1 0,0 0 0,-1 0 0,1 1 0,-1-1 0,0-6 0,0-4 0,-1 0 0,-3-14 0,1 12 0,-2-1 0,1 1 0,-2 0 0,-13-27 0,-40-59 0,19 35 0,-39-61 0,69 117 0,10 11 0,0 0 0,-1 0 0,1 0 0,0 0 0,0 0 0,0 0 0,0 0 0,0 0 0,-1 0 0,1 0 0,0 0 0,0 0 0,0 0 0,0 0 0,0 0 0,0 0 0,-1 0 0,1 0 0,0 1 0,0-1 0,0 0 0,0 0 0,0 0 0,0 0 0,0 0 0,0 0 0,-1 0 0,1 0 0,0 1 0,0-1 0,0 0 0,0 0 0,0 0 0,0 0 0,0 0 0,0 1 0,0-1 0,0 0 0,0 0 0,0 0 0,0 0 0,0 0 0,0 1 0,0-1 0,0 0 0,0 3 0,0 1 0,1-1 0,-1 0 0,1 0 0,0 0 0,1 5 0,11 25 0,1-1 0,1 0 0,2 0 0,1-2 0,1-1 0,2 0 0,1-1 0,38 37 0,-45-51 0,0-2 0,1 0 0,1-1 0,0 0 0,0-2 0,1 0 0,0-1 0,0 0 0,1-2 0,0 0 0,0-1 0,1-1 0,-1-1 0,1-1 0,27 0 0,-39-2 0,-1 0 0,1 0 0,0-1 0,0 0 0,0-1 0,-1 1 0,1-1 0,8-4 0,-13 4 0,1 0 0,-1 0 0,1 0 0,-1-1 0,0 1 0,0-1 0,0 0 0,-1 0 0,1 0 0,-1 0 0,1 0 0,-1 0 0,0-1 0,0 1 0,0-1 0,-1 0 0,3-7 0,-3 7 0,-1 0 0,1 0 0,-1 0 0,0 0 0,0 0 0,0 0 0,-1 0 0,1 0 0,-1 0 0,0 0 0,0 0 0,-1 0 0,1 0 0,-1 1 0,1-1 0,-1 1 0,0-1 0,-1 1 0,1-1 0,-1 1 0,1 0 0,-1 0 0,-4-3 0,4 4 0,1-1 0,-1 1 0,0 0 0,0 0 0,0 0 0,0 0 0,0 0 0,0 1 0,0-1 0,-1 1 0,1 0 0,0 0 0,-1 0 0,1 1 0,-1-1 0,1 1 0,-1 0 0,1 0 0,-1 0 0,0 0 0,1 0 0,-1 1 0,1 0 0,-1 0 0,1 0 0,-6 2 0,7-1 0,0-1 0,-1 1 0,1-1 0,0 1 0,0 0 0,1 0 0,-1 0 0,0 0 0,1 0 0,-1 1 0,1-1 0,-1 0 0,1 1 0,0-1 0,0 1 0,0-1 0,1 1 0,-1 0 0,0-1 0,1 1 0,0 0 0,0-1 0,-1 1 0,2 0 0,-1-1 0,1 5 0,0-1 0,0 0 0,0-1 0,1 1 0,0-1 0,0 1 0,0-1 0,1 0 0,-1 0 0,1 0 0,1 0 0,5 7 0,2-1 0,0 0 0,1-1 0,0-1 0,0 0 0,1 0 0,19 9 0,-22-14 0,-1 1 0,1-2 0,0 1 0,0-2 0,0 1 0,0-1 0,0-1 0,1 1 0,-1-2 0,16 0 0,-24 0 4,-1 0 0,1-1 0,0 1 0,0 0 0,0-1-1,0 1 1,0-1 0,0 0 0,-1 0 0,1 0 0,0 1 0,-1-2-1,1 1 1,0 0 0,-1 0 0,0 0 0,1-1 0,-1 1 0,0-1 0,1 1-1,-1-1 1,0 1 0,0-1 0,0 0 0,-1 1 0,1-1 0,0 0-1,-1 0 1,1 0 0,0-2 0,0-3-169,-1 1 0,0 0 0,0-1 0,0 1 0,-1 0 0,0-1 0,0 1 0,-2-7 0,-1 1-6661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59.3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24575,'0'1'0,"0"0"0,1 1 0,-1-1 0,1 1 0,-1-1 0,1 0 0,-1 0 0,1 1 0,0-1 0,0 0 0,0 0 0,0 0 0,0 0 0,0 0 0,2 2 0,20 14 0,-18-13 0,35 26 0,-22-15 0,28 16 0,-40-27 0,0-1 0,0 0 0,1 0 0,-1 0 0,1-1 0,-1 0 0,1-1 0,0 1 0,7-1 0,-12 0 0,-1-1 0,1 0 0,0 0 0,-1 0 0,1 0 0,-1-1 0,1 1 0,0 0 0,-1-1 0,1 1 0,-1-1 0,1 0 0,0 1 0,-1-1 0,0 0 0,1 0 0,-1 0 0,0 0 0,1 0 0,-1 0 0,1-2 0,0 1 0,-1 0 0,0 0 0,0 0 0,0 0 0,0-1 0,0 1 0,-1 0 0,1-1 0,-1 1 0,1-1 0,-1 1 0,0-5 0,-1-1 0,1 0 0,-2 1 0,1-1 0,-1 0 0,0 1 0,0-1 0,-1 1 0,-4-8 0,5 12 0,-5-10 0,6 11 0,6 5 0,22 21 0,1-1 0,0-1 0,43 24 0,-64-42-170,0-1-1,0 1 0,0-1 1,1 0-1,-1-1 0,1 0 1,13 3-1,-9-5-6655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7:59.7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75 24575,'-10'-14'0,"-9"-13"0,18 26 0,0 0 0,-1 0 0,1-1 0,0 1 0,0 0 0,-1 0 0,1 1 0,-1-1 0,1 0 0,-1 0 0,1 1 0,-1-1 0,1 1 0,-1-1 0,-2 0 0,3 1 0,0 1 0,1-1 0,-1 0 0,0 0 0,0 0 0,0 0 0,1 1 0,-1-1 0,0 0 0,0 1 0,1-1 0,-1 1 0,0-1 0,1 1 0,-1-1 0,0 1 0,1-1 0,-1 1 0,1 0 0,-1-1 0,1 1 0,-1 0 0,1-1 0,0 1 0,-1 0 0,1 0 0,0-1 0,-1 1 0,1 0 0,0 0 0,0 0 0,0 0 0,-3 30 0,3-29 0,0 4 0,0 1 0,1 0 0,0-1 0,0 1 0,0 0 0,1-1 0,0 0 0,0 1 0,1-1 0,0 0 0,0 0 0,0 0 0,1-1 0,-1 1 0,2-1 0,-1 0 0,0 0 0,1 0 0,0-1 0,0 1 0,0-1 0,1 0 0,0-1 0,8 5 0,-6-4 0,1 0 0,0 0 0,0-1 0,0-1 0,16 4 0,-20-5 0,1-1 0,-1 1 0,1-1 0,-1 0 0,1-1 0,-1 1 0,1-1 0,-1 0 0,1-1 0,-1 1 0,6-3 0,-9 2 0,1 1 0,-1-1 0,1 0 0,-1 0 0,0 0 0,1 0 0,-1 0 0,0-1 0,-1 1 0,1-1 0,0 1 0,-1-1 0,1 0 0,-1 1 0,0-1 0,0 0 0,0 0 0,0 0 0,0 0 0,-1 0 0,1 0 0,-1 0 0,0-4 0,0 1 0,0 1 0,0-1 0,-1 1 0,1-1 0,-1 0 0,-1 1 0,1-1 0,-1 1 0,0 0 0,0-1 0,-5-8 0,2 8 10,0-1 0,-1 1 0,1 0 0,-1 1 0,0-1 0,-1 1 0,1 0 0,-1 1 0,0 0 0,0 0 0,-13-5 0,8 4-222,-1 1 0,1 1 0,-1 0-1,0 0 1,0 2 0,-19-1 0,16 2-6614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00.3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26 24575,'0'3'0,"1"1"0,0-1 0,-1 0 0,1 1 0,1-1 0,-1 0 0,0 0 0,1 1 0,-1-1 0,1 0 0,0 0 0,4 4 0,1 1 0,1 1 0,13 10 0,-10-9 0,33 26 0,-39-32 0,1 0 0,0-1 0,0 1 0,0-1 0,13 4 0,-18-7 0,0 1 0,0-1 0,0 0 0,1 0 0,-1 0 0,0 0 0,0 0 0,0 0 0,0 0 0,0 0 0,0 0 0,0 0 0,1-1 0,-1 1 0,0 0 0,0-1 0,0 1 0,0-1 0,0 1 0,0-1 0,1-1 0,-1 1 0,1-1 0,-1 1 0,0-1 0,0 1 0,1-1 0,-1 0 0,0 0 0,-1 0 0,1 0 0,1-3 0,0-1 0,-1 0 0,0-1 0,-1 1 0,1 0 0,-1 0 0,-1-12 0,-2 3 0,0 1 0,-1-1 0,0 1 0,-12-25 0,20 45 0,0-1 0,0 0 0,1 0 0,-1 0 0,1-1 0,0 1 0,1-1 0,-1 0 0,1-1 0,-1 1 0,1-1 0,0-1 0,0 1 0,1-1 0,-1 0 0,1 0 0,-1-1 0,1 1 0,-1-2 0,1 1 0,-1-1 0,1 0 0,0 0 0,-1-1 0,12-2 0,-12 2-96,2-1 153,-1 0 0,0 1 0,13-1 0,-19 2-122,1 0 0,0 0 0,-1 1 0,1-1 0,-1 0 0,1 0 0,0 1 0,-1-1-1,1 1 1,-1-1 0,1 1 0,-1 0 0,1 0 0,-1 0 0,0-1 0,1 1 0,-1 0 0,0 1-1,0-1 1,0 0 0,1 0 0,0 2 0,2 6-6761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00.9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0 106 24575,'33'-37'0,"-24"25"0,2 1 0,20-19 0,-29 28 0,0 0 0,1 1 0,-1-1 0,1 1 0,-1 0 0,1 0 0,0 0 0,-1 0 0,1 0 0,0 0 0,-1 1 0,1-1 0,0 1 0,0 0 0,4 0 0,-2 1 0,-1-1 0,1 1 0,-1 1 0,0-1 0,1 1 0,-1-1 0,0 1 0,7 5 0,3 3 0,-1 1 0,0 0 0,-1 0 0,12 15 0,-22-23 0,1 0-105,-1-1 0,0 1 0,0 0 0,0 0 0,0 0 0,-1 1 0,1-1 0,-1 0 0,0 1 0,0-1 0,0 0 0,0 6 0,0 2-6721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01.2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24575,'17'17'0,"8"9"0,0 1 0,-2 0 0,-2-6 0,-5-3 0,-5-6-8191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01.3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24575,'5'5'0,"2"4"0,-1 1-8191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02.2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99 24575,'88'74'0,"54"44"0,-141-117 0,0 0 0,0-1 0,0 1 0,0 0 0,0 0 0,0-1 0,0 1 0,0 0 0,0-1 0,0 1 0,1-1 0,-1 0 0,0 1 0,0-1 0,0 0 0,1 0 0,-1 1 0,0-1 0,0 0 0,1 0 0,-1-1 0,0 1 0,0 0 0,1 0 0,-1 0 0,2-1 0,-2-1 0,0 1 0,0-1 0,1 1 0,-1-1 0,0 1 0,0-1 0,-1 1 0,1-1 0,0 0 0,0 1 0,-1-1 0,1 0 0,-1 0 0,0 0 0,1 1 0,-1-1 0,0-3 0,0-14 0,0 0 0,-1 1 0,-6-29 0,1-3 0,5 48 0,1 1 0,0-1 0,0 0 0,0 0 0,0 0 0,0 0 0,0 0 0,0 0 0,1 1 0,-1-1 0,1 0 0,0 0 0,-1 0 0,1 1 0,0-1 0,1-2 0,-1 3 0,0 1 0,0-1 0,0 0 0,0 1 0,0-1 0,1 1 0,-1-1 0,0 1 0,0 0 0,0-1 0,0 1 0,0 0 0,1 0 0,-1 0 0,0 0 0,0 0 0,0 0 0,0 0 0,1 0 0,-1 1 0,0-1 0,0 0 0,0 1 0,0-1 0,0 1 0,0-1 0,2 2 0,8 4 0,-1 1 0,0 0 0,0 0 0,-1 1 0,10 10 0,7 6 0,16 13 0,-18-14 0,30 21 0,-46-38 0,1-1 0,-1 0 0,1 0 0,0-1 0,0 0 0,0-1 0,1 0 0,11 2 0,-18-4 0,0-1 0,0 1 0,0-1 0,0 0 0,0 0 0,0-1 0,0 1 0,0 0 0,0-1 0,0 0 0,0 0 0,0 0 0,0 0 0,0 0 0,-1-1 0,4-1 0,-2 0 0,-1 0 0,1 0 0,-1 0 0,0-1 0,0 1 0,0-1 0,-1 0 0,1 1 0,3-9 0,-1-2 0,0 0 0,-1 0 0,0-1 0,-1 1 0,1-26 0,-3 32 0,-1 0 0,0 0 0,0 0 0,-1 0 0,0 0 0,-1 0 0,1 0 0,-2 0 0,1 1 0,-1-1 0,0 0 0,-1 1 0,0 0 0,-6-9 0,10 15 0,-1 0 0,0 0 0,0 0 0,0 0 0,0 1 0,0-1 0,0 0 0,0 0 0,0 1 0,0-1 0,0 1 0,0-1 0,0 1 0,-2-1 0,2 1 0,1 0 0,-1 0 0,1 0 0,-1 0 0,1 0 0,-1 0 0,1 0 0,-1 0 0,0 0 0,1 1 0,-1-1 0,1 0 0,-1 0 0,1 1 0,-1-1 0,1 0 0,-1 1 0,1-1 0,0 0 0,-1 1 0,0 0 0,0 1 0,-1 1 0,1-1 0,0 1 0,0-1 0,0 1 0,0-1 0,0 1 0,1 0 0,-1-1 0,1 1 0,-1 2 0,1 23 0,2 0 0,0 0 0,2 0 0,13 49 0,-14-65 0,-2-8 0,0-1 0,0 1 0,0 0 0,1-1 0,3 7 0,-5-10 0,0 1 0,0-1 0,0 0 0,1 1 0,-1-1 0,0 0 0,1 1 0,-1-1 0,0 0 0,1 0 0,-1 1 0,0-1 0,1 0 0,-1 0 0,0 0 0,1 0 0,-1 1 0,1-1 0,-1 0 0,0 0 0,1 0 0,-1 0 0,1 0 0,0 0 0,0-1 0,0 1 0,0 0 0,-1-1 0,1 1 0,0-1 0,0 1 0,-1-1 0,1 1 0,0-1 0,-1 0 0,1 1 0,-1-1 0,1 0 0,-1 1 0,1-2 0,1-2 0,0 1 0,0-1 0,-1 0 0,0 1 0,0-1 0,0 0 0,0 0 0,0 0 0,-1 0 0,1 0 0,-1-4 0,0 3 0,0 0 0,1 0 0,-1 0 0,1 0 0,3-8 0,-4 13 0,0-1 0,0 1 0,0-1 0,1 1 0,-1 0 0,0-1 0,0 1 0,1 0 0,-1-1 0,0 1 0,0 0 0,1-1 0,-1 1 0,0 0 0,1-1 0,-1 1 0,1 0 0,-1 0 0,0-1 0,1 1 0,-1 0 0,1 0 0,-1 0 0,0 0 0,1 0 0,-1 0 0,1-1 0,-1 1 0,1 0 0,-1 0 0,1 0 0,0 1 0,1-1 0,-1 1 0,0-1 0,1 1 0,-1-1 0,0 1 0,0 0 0,0 0 0,1-1 0,0 2 0,3 3 0,-1-1 0,0 1 0,6 8 0,30 53 0,-40-66 0,0 1 0,0 0 0,1-1 0,-1 1 0,0-1 0,1 0 0,-1 1 0,0-1 0,1 1 0,-1-1 0,0 1 0,1-1 0,-1 0 0,1 1 0,-1-1 0,1 0 0,-1 0 0,1 1 0,-1-1 0,1 0 0,-1 0 0,1 0 0,-1 1 0,1-1 0,0 0 0,-1 0 0,1 0 0,0 0 0,0-1 0,-1 1 0,1-1 0,-1 1 0,0-1 0,1 1 0,-1-1 0,0 1 0,0-1 0,1 0 0,-1 1 0,0-1 0,0 0 0,0 1 0,0-1 0,0 1 0,0-1 0,0 0 0,0 1 0,0-1 0,0 0 0,0 1 0,0-1 0,0 0 0,0 1 0,-1-1 0,1 0 0,-4-10-227,-1 0-1,0 1 1,0-1-1,-1 1 1,-12-16-1,8 13-6598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02.4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24575,'23'20'0,"-2"1"0,0 2 0,-1 0 0,-2 1 0,0 0 0,17 34 0,71 167 0,-98-207-195,0 0 0,-2 1 0,0 0 0,-1 0 0,-1 0 0,2 26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02.6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193 45 24575,'-24'-10'0,"-11"-3"0,-2 1 0,3 4 0,7 7 0,6 3 0,7 3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03.4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195 307 24575,'-4'-4'0,"-22"-18"0,0 2 0,-56-32 0,80 50 0,-1 1 0,0-1 0,0 1 0,0 0 0,0 0 0,0 0 0,0 0 0,0 1 0,0-1 0,-7 1 0,9 0 0,1 0 0,-1 0 0,0 1 0,0-1 0,1 0 0,-1 0 0,0 1 0,0-1 0,1 1 0,-1-1 0,0 0 0,1 1 0,-1-1 0,1 1 0,-1 0 0,0-1 0,0 2 0,0-1 0,1 1 0,-1-1 0,0 1 0,1-1 0,-1 1 0,1-1 0,0 1 0,-1 0 0,1-1 0,0 1 0,0 2 0,0 10 0,1-1 0,0 0 0,1 1 0,1-1 0,0 0 0,1 0 0,7 18 0,-8-26 0,-1 1 0,1-2 0,0 1 0,0 0 0,1-1 0,0 1 0,-1-1 0,1 0 0,5 3 0,-6-4 0,0-1 0,1 0 0,-1 0 0,0-1 0,1 1 0,-1-1 0,1 0 0,0 0 0,0 0 0,-1 0 0,1 0 0,0-1 0,0 0 0,6 0 0,-8 0 0,1 0 0,-1 0 0,0-1 0,1 1 0,-1-1 0,1 1 0,-1-1 0,0 0 0,1 0 0,-1 0 0,0 0 0,0 0 0,0 0 0,0-1 0,0 1 0,0-1 0,0 0 0,0 1 0,0-1 0,-1 0 0,2-3 0,-1 1 0,0 0 0,0 0 0,-1 0 0,1-1 0,-1 1 0,0-1 0,-1 1 0,1-1 0,-1 1 0,0-9 0,0 4 0,0 1 0,-1-1 0,0 0 0,0 0 0,-1 0 0,0 0 0,-1 1 0,0-1 0,0 1 0,-7-13 0,9 21 0,1-1 0,0 1 0,-1-1 0,1 1 0,0-1 0,-1 0 0,1 1 0,0-1 0,0 0 0,-1 1 0,1-1 0,0 0 0,0 1 0,0-1 0,0 0 0,0 1 0,0-1 0,0 0 0,0 1 0,0-1 0,1 0 0,-1 0 0,0 1 0,1 0 0,-1-1 0,0 1 0,1 0 0,-1 0 0,1-1 0,-1 1 0,1 0 0,-1 0 0,0 0 0,1 0 0,-1 0 0,1 0 0,-1-1 0,1 1 0,-1 0 0,1 0 0,-1 0 0,1 1 0,-1-1 0,1 0 0,5 1 0,0 0 0,0 1 0,7 3 0,-10-4 0,188 86 0,-108-46 0,-66-33 0,47 20 0,-64-28 0,0 0 0,1 1 0,-1-1 0,0 0 0,0 0 0,1 0 0,-1 1 0,0-1 0,1 0 0,-1 0 0,0 0 0,1 0 0,-1 0 0,0 0 0,0 0 0,1 0 0,-1 0 0,0 0 0,1 0 0,-1 0 0,0 0 0,1 0 0,-1 0 0,0 0 0,1 0 0,-1 0 0,0 0 0,1-1 0,-1 1 0,0 0 0,0 0 0,1 0 0,-1-1 0,0 1 0,0 0 0,1 0 0,-1 0 0,0-1 0,0 1 0,0 0 0,1 0 0,-1-1 0,0 1 0,0 0 0,0-1 0,0 1 0,0 0 0,1-1 0,-1 1 0,0 0 0,0-1 0,0 1 0,0 0 0,0-1 0,0 1 0,0 0 0,0-1 0,0 1 0,-1 0 0,1-1 0,0 1 0,0 0 0,0 0 0,0-1 0,0 1 0,0 0 0,-1-1 0,-10-21 0,-10-9 0,1 4 0,-23-46 0,37 62 0,2 0 0,0 0 0,0 0 0,0-1 0,2 1 0,-1-1 0,2 0 0,-1-13 0,2 17 0,0 0 0,0 1 0,1-1 0,0 1 0,1-1 0,-1 1 0,6-13 0,-6 18 0,-1 0 0,1 0 0,0 0 0,0 0 0,0 1 0,1-1 0,-1 0 0,0 1 0,1-1 0,-1 1 0,1-1 0,-1 1 0,1 0 0,0 0 0,-1 0 0,1 0 0,0 0 0,0 0 0,0 0 0,0 0 0,0 1 0,0-1 0,0 1 0,0-1 0,0 1 0,0 0 0,0 0 0,0 0 0,0 0 0,0 0 0,0 1 0,0-1 0,4 1 0,-2 1-227,-1-1-1,1 1 1,-1-1-1,1 1 1,2 2-1,4 3-6598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05.9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78 24575,'1'13'0,"0"1"0,2 0 0,-1-1 0,2 1 0,0-1 0,0 0 0,11 19 0,-6-13 0,52 97 0,-49-101 0,-7-11 0,-8-13 0,-42-72 0,-5-8 0,45 77 0,-2-3 0,0-1 0,-7-25 0,13 37 0,0 0 0,0 1 0,1-1 0,-1 0 0,1 1 0,0-1 0,0 0 0,0 0 0,1 0 0,-1 1 0,1-1 0,0 0 0,0 1 0,0-1 0,0 0 0,1 1 0,2-5 0,-2 6 0,0 0 0,0 0 0,0 0 0,0 0 0,1 0 0,-1 1 0,0-1 0,1 1 0,-1 0 0,1 0 0,0 0 0,-1 0 0,1 0 0,0 0 0,0 1 0,-1-1 0,1 1 0,0 0 0,0 0 0,0 0 0,-1 0 0,6 1 0,0 0 0,-1 1 0,0-1 0,1 1 0,-1 1 0,0-1 0,0 1 0,9 6 0,-8-4-177,-1 0-1,0 1 0,8 8 1,-12-10-478,6 5-6171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06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206 45 24575,'-8'-5'0,"0"-1"0,-1 1 0,0 0 0,0 1 0,0 0 0,0 0 0,-18-4 0,21 7 0,1 0 0,0 0 0,-1 1 0,1 0 0,0 0 0,-1 0 0,1 0 0,-1 1 0,1 0 0,0 0 0,0 0 0,-1 1 0,1 0 0,0 0 0,0 0 0,-4 3 0,7-3 0,0-1 0,0 0 0,1 1 0,-1-1 0,1 1 0,-1 0 0,1-1 0,-1 1 0,1 0 0,0 0 0,0 0 0,0 0 0,0 0 0,0 0 0,1 0 0,-1 0 0,1 1 0,-1-1 0,1 0 0,0 0 0,0 0 0,0 1 0,0-1 0,0 0 0,0 0 0,0 0 0,2 5 0,-1-2 0,1 0 0,0-1 0,0 1 0,0 0 0,0-1 0,1 1 0,0-1 0,0 0 0,0 0 0,0 0 0,5 4 0,8 6 0,2 0 0,-1-1 0,30 16 0,-38-25 0,0 1 0,0-1 0,0 0 0,1-1 0,-1 0 0,1-1 0,0 0 0,0-1 0,0 0 0,10 0 0,-17-1 0,0 0 0,-1-1 0,1 1 0,0-1 0,-1 0 0,1 0 0,0 0 0,-1 0 0,1-1 0,-1 1 0,0-1 0,1 1 0,-1-1 0,0 0 0,0 0 0,0 0 0,0 0 0,0 0 0,-1 0 0,1 0 0,0-1 0,-1 1 0,0-1 0,0 1 0,0-1 0,0 1 0,0-1 0,0 0 0,0-4 0,0 2 0,0 0 0,0 0 0,-1 0 0,0-1 0,0 1 0,0 0 0,-1-1 0,1 1 0,-1 0 0,0 0 0,-1 0 0,0 0 0,1 0 0,-1 0 0,-3-4 0,5 8 0,-1 1 0,1-1 0,0 1 0,0 0 0,0-1 0,-1 1 0,1-1 0,0 1 0,-1 0 0,1-1 0,0 1 0,0 0 0,-1-1 0,1 1 0,-1 0 0,1 0 0,0 0 0,-1-1 0,1 1 0,0 0 0,-1 0 0,1 0 0,-1 0 0,1-1 0,-1 1 0,0 0 0,1 1 0,0-1 0,-1 0 0,1 1 0,0-1 0,-1 0 0,1 1 0,0-1 0,-1 0 0,1 1 0,0-1 0,0 1 0,-1-1 0,1 1 0,0-1 0,0 1 0,0-1 0,0 1 0,0 0 0,-2 25 0,5-5-682,11 43-1,-10-51-6143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07.2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24575,'22'90'0,"4"-1"0,4-2 0,60 122 0,-87-204 0,-2-3 0,0 0 0,1 0 0,-1 0 0,0 0 0,-1 0 0,1 0 0,0 0 0,-1 0 0,1 1 0,-1-1 0,1 0 0,-1 0 0,0 4 0,0-6 0,-1 0 0,1 1 0,0-1 0,0 0 0,-1 0 0,1 0 0,0 0 0,0 0 0,-1 0 0,1 1 0,0-1 0,-1 0 0,1 0 0,0 0 0,0 0 0,-1 0 0,1 0 0,0 0 0,-1 0 0,1 0 0,0 0 0,-1 0 0,1-1 0,0 1 0,0 0 0,-1 0 0,1 0 0,0 0 0,0 0 0,-1-1 0,1 1 0,0 0 0,0 0 0,-1 0 0,1-1 0,-11-7 0,10 8 0,-17-15 0,1 0 0,1-1 0,0 0 0,-22-31 0,37 46 0,1 0 0,-1 0 0,0 1 0,1-1 0,-1 0 0,1 0 0,-1 0 0,1 0 0,0 0 0,-1 0 0,1-1 0,0 1 0,0 0 0,-1 0 0,1 0 0,0 0 0,0 0 0,0 0 0,1 0 0,-1-2 0,1 2 0,-1 0 0,1 0 0,-1 1 0,1-1 0,-1 0 0,1 1 0,0-1 0,0 1 0,-1-1 0,1 1 0,0-1 0,0 1 0,-1 0 0,1-1 0,0 1 0,0 0 0,0-1 0,0 1 0,1 0 0,4-1 0,1 1 0,-1 0 0,0 0 0,0 1 0,12 2 0,177 43 0,-187-45 0,91 22 0,-96-22 6,-1 0-1,1 1 1,0-1-1,0 1 0,-1-1 1,1 1-1,-1 0 1,1 0-1,-1 0 1,0 1-1,0-1 1,0 0-1,0 1 0,0-1 1,0 1-1,-1 0 1,1 0-1,-1-1 1,0 1-1,0 0 1,1 4-1,0-1-140,-1 0 0,0-1 0,-1 1 0,1 0 0,-1 0 0,0 0 0,-1 0 0,1-1 0,-1 1 0,-3 9 0,1-5-6691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07.4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24575,'0'2'0,"0"4"0,0 3 0,0 2 0,0 2 0,0 1 0,0-1-8191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07.8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18 24575,'2'2'0,"71"41"0,-66-38 0,-1 0 0,1 0 0,-1 1 0,0 0 0,0 0 0,-1 1 0,9 12 0,-14-18 0,1 1 0,0-1 0,-1 0 0,1 1 0,0-1 0,-1 0 0,0 1 0,1-1 0,-1 1 0,0-1 0,0 1 0,1-1 0,-1 0 0,0 1 0,-1-1 0,1 1 0,0-1 0,0 1 0,-1-1 0,1 1 0,-1 0 0,0 0 0,0 0 0,-1 0 0,1 0 0,0-1 0,-1 1 0,1-1 0,-1 1 0,0-1 0,1 0 0,-1 1 0,0-1 0,-3 1 0,-3 2 0,0-1 0,0-1 0,-1 1 0,1-2 0,0 1 0,-11 0 0,12-1 0,1-1 0,-1 0 0,1-1 0,-1 1 0,1-1 0,-1 0 0,1-1 0,-1 1 0,-7-5 0,9 4 0,1 0 0,0-1 0,0 1 0,0-1 0,0 0 0,1 0 0,-1-1 0,1 1 0,0-1 0,0 1 0,0-1 0,0 0 0,-3-8 0,3 6 0,0 0 0,1 0 0,0 0 0,0 0 0,0 0 0,1-1 0,0 1 0,0-1 0,0-7 0,1 12 0,0-1 0,0 1 0,0 0 0,1-1 0,-1 1 0,1 0 0,0 0 0,0-1 0,-1 1 0,1 0 0,1 0 0,-1 0 0,0 0 0,0 0 0,1 0 0,-1 0 0,1 1 0,-1-1 0,1 0 0,0 1 0,0-1 0,0 1 0,0 0 0,0 0 0,0 0 0,0 0 0,0 0 0,4-1 0,23-3-1365,-16 5-5461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08.2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24575,'0'5'0,"1"0"0,-1 0 0,1 0 0,-1 0 0,1 0 0,1 0 0,-1 0 0,4 7 0,-5-10 0,1-1 0,0 0 0,0 0 0,-1 0 0,1 0 0,0 0 0,0 0 0,0 0 0,0 0 0,0 0 0,0 0 0,0-1 0,0 1 0,0 0 0,1-1 0,-1 1 0,0-1 0,0 1 0,1-1 0,-1 0 0,0 1 0,1-1 0,-1 0 0,0 0 0,1 0 0,-1 0 0,0 0 0,1 0 0,-1 0 0,0-1 0,0 1 0,1 0 0,-1-1 0,0 1 0,1-1 0,-1 1 0,2-2 0,1 0 0,-1 0 0,1-1 0,0 0 0,-1 1 0,5-6 0,14-9 0,-21 16 0,1 1 0,-1-1 0,1 1 0,0-1 0,-1 1 0,1-1 0,-1 1 0,1 0 0,0 0 0,-1 0 0,1 0 0,0 0 0,-1 0 0,1 0 0,2 2 0,9 2 0,-1 2 0,0 0 0,-1 0 0,1 1 0,-1 0 0,18 17 0,14 8 0,-8-11-1365,-26-17-5461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08.8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45 471 24575,'-1'0'0,"0"-1"0,0 0 0,0 1 0,0 0 0,0-1 0,0 1 0,0-1 0,0 1 0,0 0 0,0 0 0,0 0 0,0 0 0,0 0 0,0 0 0,-1 0 0,1 0 0,0 0 0,0 0 0,0 1 0,0-1 0,0 0 0,0 1 0,0-1 0,-2 2 0,2-1 0,0 0 0,-1 1 0,1-1 0,0 0 0,0 1 0,0 0 0,0-1 0,0 1 0,1-1 0,-1 1 0,0 0 0,1 0 0,-1 2 0,0 3 0,0 0 0,0 1 0,1-1 0,0 0 0,0 0 0,2 12 0,-1-15 0,0 0 0,1 0 0,-1 0 0,1 0 0,0 0 0,0-1 0,0 1 0,0-1 0,1 1 0,0-1 0,4 5 0,-6-7 0,0 0 0,0 0 0,0 0 0,1 0 0,-1 0 0,1 0 0,-1-1 0,1 1 0,-1 0 0,1-1 0,-1 1 0,1-1 0,-1 1 0,1-1 0,0 0 0,-1 0 0,1 1 0,0-1 0,-1 0 0,1-1 0,0 1 0,-1 0 0,1 0 0,-1-1 0,1 1 0,0-1 0,-1 1 0,1-1 0,-1 0 0,1 0 0,2-1 0,-2 0 0,0 0 0,0-1 0,0 1 0,0 0 0,-1-1 0,1 1 0,0-1 0,-1 1 0,0-1 0,0 0 0,0 1 0,0-1 0,0 0 0,0 0 0,-1 0 0,1 0 0,-1-3 0,1-8 0,-1 0 0,-1-18 0,0 23 0,30 44 0,-23-27 0,1-1 0,0 0 0,0 0 0,0-1 0,1 0 0,-1 0 0,1-1 0,14 7 0,-17-9 0,0-2 0,0 1 0,0 0 0,1-1 0,-1 0 0,0 0 0,1-1 0,-1 0 0,0 0 0,1 0 0,-1 0 0,0-1 0,1 0 0,-1 0 0,0 0 0,0-1 0,6-2 0,-5 2 0,0-1 0,-1 0 0,1 0 0,-1 0 0,0-1 0,0 0 0,0 0 0,-1 0 0,1-1 0,-1 1 0,0-1 0,0 0 0,3-6 0,-3 3 0,0 0 0,0-1 0,-1 1 0,0-1 0,0 0 0,-1 0 0,-1 0 0,2-11 0,-3-4 0,0-1 0,-1 0 0,-2 0 0,0 1 0,-13-44 0,9 45 0,0 0 0,-2 0 0,0 0 0,-1 2 0,-2-1 0,0 1 0,-1 1 0,-1 0 0,-22-24 0,35 44 0,1-1 0,-1 0 0,0 0 0,0 0 0,1 1 0,-1-1 0,0 0 0,0 1 0,0-1 0,0 1 0,0-1 0,0 1 0,1-1 0,-1 1 0,0 0 0,-1 0 0,1-1 0,0 1 0,0 0 0,-1 0 0,1 0 0,0 0 0,1 1 0,-1-1 0,0 1 0,0-1 0,1 0 0,-1 1 0,0-1 0,1 1 0,-1 0 0,1-1 0,-1 1 0,1-1 0,-1 1 0,1 0 0,-1-1 0,1 1 0,-1 0 0,1 1 0,-2 4 0,0-1 0,1 1 0,-1-1 0,1 1 0,0 11 0,1 1 0,1 0 0,1 0 0,1 0 0,1 0 0,0-1 0,1 1 0,0-1 0,2 0 0,0-1 0,11 18 0,2 1 0,2-2 0,1-1 0,42 46 0,-40-52-1365,-3-4-5461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09.6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246 181 24575,'-41'-41'0,"10"7"0,-68-53 0,95 84 0,1 1 0,-1-1 0,0 1 0,0 0 0,0 0 0,-6-2 0,9 4 0,0 0 0,0 0 0,0 0 0,1-1 0,-1 1 0,0 0 0,0 0 0,0 0 0,0 0 0,0 1 0,0-1 0,0 0 0,0 0 0,0 1 0,0-1 0,0 0 0,1 1 0,-1-1 0,0 1 0,0-1 0,0 1 0,1-1 0,-1 1 0,0-1 0,0 1 0,1 0 0,-1 0 0,1-1 0,-1 1 0,1 0 0,-1 0 0,1 0 0,-1 0 0,0 1 0,-2 6 0,0 1 0,1 0 0,0 1 0,0-1 0,1 0 0,0 11 0,3 58 0,5-22 0,2-1 0,20 72 0,47 102 0,-4-56 0,-55-139 0,1-1 0,43 59 0,-52-81-1365,-1-4-5461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09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267 87 24575,'-30'-15'0,"-11"-4"0,-2 0 0,4 4 0,6 4 0,7 5 0,7 5 0,4 2 0,3 5 0,3 3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10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 24575,'1'2'0,"-1"-1"0,1 1 0,-1 0 0,1 0 0,0 0 0,-1 0 0,1 0 0,0-1 0,0 1 0,1 0 0,-1-1 0,0 1 0,1-1 0,1 3 0,23 17 0,-14-12 0,1 0 0,18 8 0,-26-15 0,2 1 0,-1 0 0,0-1 0,0 0 0,1-1 0,-1 0 0,12 2 0,-16-3 0,0 0 0,1-1 0,-1 1 0,0 0 0,0 0 0,0-1 0,0 1 0,-1-1 0,1 0 0,0 0 0,0 1 0,0-1 0,0 0 0,-1-1 0,1 1 0,0 0 0,-1 0 0,1-1 0,-1 1 0,0-1 0,1 1 0,-1-1 0,0 0 0,0 1 0,0-1 0,0 0 0,1-3 0,1-4 0,-1 1 0,0-1 0,0 0 0,0-17 0,0 9 0,-2 17 0,0 0 0,0 0 0,0 0 0,0 0 0,0 0 0,0 0 0,0-1 0,0 1 0,0 0 0,0 0 0,0 0 0,0 0 0,0 0 0,0 0 0,0 0 0,0 0 0,0 0 0,0 0 0,0 0 0,0 0 0,0 0 0,0 0 0,0-1 0,0 1 0,0 0 0,0 0 0,0 0 0,0 0 0,1 0 0,-1 0 0,0 0 0,0 0 0,0 0 0,0 0 0,0 0 0,0 0 0,0 0 0,0 0 0,0 0 0,0 0 0,0 0 0,0 0 0,0 0 0,0 0 0,0 0 0,1 0 0,-1 0 0,0 0 0,0 0 0,0 0 0,0 0 0,0 0 0,0 0 0,0 0 0,0 0 0,0 0 0,0 0 0,0 0 0,0 0 0,0 0 0,0 0 0,0 0 0,1 1 0,3 4 0,4 10 0,10 17-470,32 44 0,-46-70 45,2 4-6401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10.6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24575,'16'15'0,"-1"0"0,2-2 0,23 16 0,-38-28 0,-1 0 0,1 0 0,0 0 0,-1 0 0,1 0 0,0-1 0,-1 1 0,1-1 0,0 1 0,0-1 0,0 0 0,-1 0 0,1 0 0,0 0 0,0 0 0,0 0 0,0 0 0,-1 0 0,1-1 0,0 1 0,0-1 0,-1 1 0,1-1 0,0 0 0,-1 0 0,1 0 0,0 0 0,-1 0 0,1 0 0,-1 0 0,0 0 0,1-1 0,-1 1 0,0 0 0,0-1 0,0 1 0,0-1 0,0 1 0,0-1 0,0 0 0,-1 1 0,1-1 0,0 0 0,0-3 0,1-2 0,-2 4 0,1 1 0,0-1 0,0 0 0,0 0 0,1 1 0,-1-1 0,3-3 0,-4 5 0,1 1 0,0-1 0,-1 1 0,1 0 0,0-1 0,-1 1 0,1-1 0,0 1 0,0 0 0,-1 0 0,1-1 0,0 1 0,0 0 0,0 0 0,-1 0 0,1 0 0,0 0 0,0 0 0,0 0 0,-1 0 0,1 0 0,0 0 0,0 1 0,0-1 0,-1 0 0,1 0 0,0 1 0,-1-1 0,1 1 0,0-1 0,0 0 0,0 2 0,14 8 0,-1 0 0,23 22 0,-7-5 0,-1-2-1365,-16-14-5461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11.0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38 24575,'-6'-5'0,"1"1"0,-2-1 0,1 1 0,-1 1 0,1-1 0,-1 1 0,0 1 0,-11-4 0,15 5 0,1 1 0,0 0 0,0-1 0,-1 1 0,1 0 0,0 0 0,-1 1 0,1-1 0,0 0 0,0 1 0,0-1 0,-1 1 0,1 0 0,0 0 0,0 0 0,0 0 0,0 0 0,0 0 0,0 0 0,0 1 0,1-1 0,-1 1 0,0-1 0,1 1 0,-1 0 0,1 0 0,-1-1 0,1 1 0,0 0 0,0 0 0,-2 4 0,1 0 0,0 0 0,0 1 0,0-1 0,1 0 0,0 1 0,0-1 0,0 0 0,1 1 0,0-1 0,0 1 0,1-1 0,0 1 0,0-1 0,0 0 0,1 0 0,0 1 0,0-1 0,0 0 0,1-1 0,5 10 0,-3-8 0,0 1 0,1-1 0,0 0 0,0 0 0,0-1 0,1 1 0,0-1 0,0-1 0,1 0 0,0 0 0,0 0 0,0-1 0,0 0 0,9 3 0,-6-4 0,-1 1 0,1-2 0,-1 1 0,1-2 0,20 2 0,-28-3 0,1 0 0,-1-1 0,0 1 0,1-1 0,-1 0 0,0 1 0,0-2 0,1 1 0,-1 0 0,0-1 0,0 1 0,0-1 0,-1 0 0,1 0 0,0 0 0,-1 0 0,1 0 0,-1-1 0,1 1 0,-1-1 0,0 0 0,2-4 0,3-7-1365,-1 2-5461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11.3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24575,'1'66'0,"2"-1"0,19 101 0,-16-139 0,0 0 0,2 0 0,1 0 0,2-2 0,0 1 0,1-1 0,2-1 0,31 44 0,-36-59-1365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11.6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24575,'35'13'0,"77"26"0,-89-33 0,-1 0 0,47 4 0,-57-9 0,1 0 0,-1-1 0,0-1 0,21-4 0,-27 4 0,0-1 0,-1 0 0,1 0 0,0 0 0,-1-1 0,0 0 0,0 0 0,0 0 0,0-1 0,0 1 0,6-7 0,-7 5 0,8-4 0,-8 11 0,-2 9 0,1 5-136,1 0-1,0 0 1,1 0-1,1-1 1,1 0-1,0 0 1,1-1-1,0 1 0,13 15 1,-15-21-6690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11.8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24575,'0'-2'0,"0"1"0,0 4 0,0 3 0,0 4 0,0-1-8191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12.3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161 11 24575,'0'0'0,"1"0"0,0 0 0,-1 1 0,1-1 0,0 0 0,-1 1 0,1-1 0,-1 0 0,1 1 0,-1-1 0,1 1 0,-1-1 0,1 1 0,-1-1 0,0 1 0,1 0 0,-1-1 0,0 1 0,1-1 0,-1 1 0,0 0 0,0-1 0,1 1 0,-1 0 0,0-1 0,0 1 0,0 1 0,3 22 0,-3-22 0,1 7 0,-1 0 0,0 0 0,-1 0 0,0 0 0,0 0 0,-3 11 0,3-18 0,0 1 0,0-1 0,1 0 0,-2 1 0,1-1 0,0 0 0,0 0 0,-1 0 0,1 0 0,-1 0 0,0 0 0,1 0 0,-1 0 0,0-1 0,0 1 0,0-1 0,-1 1 0,1-1 0,0 0 0,0 0 0,-1 0 0,1 0 0,0 0 0,-1 0 0,1-1 0,-5 1 0,0 0 0,-1 0 0,0-1 0,0 0 0,0-1 0,0 1 0,1-1 0,-13-4 0,18 5 0,-1-1 0,1 0 0,0 0 0,-1-1 0,1 1 0,0 0 0,0-1 0,0 1 0,0-1 0,0 0 0,0 1 0,0-1 0,1 0 0,-1 0 0,1 0 0,-1-1 0,1 1 0,0 0 0,0 0 0,0-1 0,0 1 0,0-1 0,0 1 0,1-1 0,-1 1 0,1-4 0,-1 0 0,2 1 0,-1 0 0,1 0 0,-1-1 0,2 1 0,-1 0 0,0 0 0,1 0 0,0 0 0,0 0 0,0 1 0,1-1 0,0 1 0,0-1 0,0 1 0,0 0 0,1 0 0,-1 0 0,1 1 0,0-1 0,8-4 0,-11 7-57,0 0 0,0 0 1,0 1-1,0-1 0,1 1 0,-1-1 0,0 1 0,0 0 0,0 0 0,1-1 0,-1 1 1,0 0-1,0 0 0,1 0 0,-1 0 0,0 0 0,0 0 0,1 1 0,-1-1 1,0 0-1,0 1 0,0-1 0,3 2 0,4 3-6769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12.8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24575,'2'0'0,"-1"1"0,0 0 0,0 0 0,0 0 0,1 0 0,-1 0 0,0 0 0,0 0 0,-1 0 0,1 1 0,0-1 0,0 0 0,-1 1 0,1-1 0,0 0 0,-1 1 0,1 2 0,1 1 0,7 12 0,1-1 0,0 0 0,1-1 0,19 22 0,-27-34 0,-1 0 0,1-1 0,0 1 0,0-1 0,0 0 0,0 0 0,0 0 0,0-1 0,0 1 0,0-1 0,1 0 0,-1 1 0,1-1 0,-1-1 0,7 2 0,-7-2 0,-1 0 0,1-1 0,0 1 0,-1 0 0,1-1 0,0 0 0,-1 1 0,1-1 0,-1 0 0,1-1 0,-1 1 0,0 0 0,1-1 0,-1 1 0,0-1 0,0 1 0,0-1 0,0 0 0,0 0 0,-1 0 0,4-4 0,16-30 0,-16 27 0,1-1 0,-1 1 0,2 0 0,10-13 0,-15 20 0,0 0 0,1 0 0,-1 0 0,1 1 0,-1-1 0,1 1 0,-1-1 0,1 1 0,0 0 0,0 0 0,0 0 0,0 0 0,-1 0 0,1 1 0,0-1 0,0 1 0,0 0 0,0 0 0,0 0 0,0 0 0,4 1 0,-1 1 11,0-1-1,0 1 0,0 1 1,0-1-1,-1 1 1,1 0-1,-1 0 0,8 6 1,4 5-425,17 16 0,-25-21-217,7 6-6195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44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 24575,'-3'8'0,"0"0"0,1 0 0,0 0 0,0 1 0,1-1 0,0 0 0,1 1 0,-1-1 0,2 1 0,-1-1 0,3 11 0,0-8 0,0 1 0,0-1 0,1 0 0,1 0 0,0-1 0,1 1 0,10 14 0,-12-20 0,-2-6 0,-6-10 0,-2 3-1365,0-1-5461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44.8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 24575,'0'-7'0,"0"-1"0,0 5 0,0 4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45.3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 24575,'9'24'0,"0"-2"0,2 1 0,1-2 0,17 26 0,-29-46 0,1 0 0,0 0 0,0 0 0,-1 0 0,1 0 0,0 0 0,0 0 0,0 0 0,0 0 0,1 0 0,-1 0 0,0-1 0,0 1 0,0 0 0,1-1 0,-1 1 0,0-1 0,0 0 0,1 1 0,-1-1 0,1 0 0,-1 0 0,0 0 0,1 0 0,-1 0 0,0 0 0,1 0 0,-1 0 0,2-1 0,-1 0 0,0-1 0,0 1 0,0 0 0,0-1 0,0 1 0,0-1 0,0 0 0,-1 0 0,1 0 0,-1 0 0,1 0 0,-1 0 0,0 0 0,0 0 0,2-5 0,0-1 0,-1-1 0,0 1 0,0-1 0,0-11 0,-2 12 0,1 1 0,0 0 0,1-1 0,0 1 0,0 0 0,5-12 0,-7 18 0,0 1 0,1-1 0,-1 0 0,1 0 0,-1 1 0,1-1 0,-1 0 0,1 1 0,0-1 0,-1 1 0,1-1 0,-1 0 0,1 1 0,0-1 0,0 1 0,-1 0 0,1-1 0,0 1 0,0 0 0,0-1 0,0 1 0,-1 0 0,1 0 0,0 0 0,0 0 0,1 0 0,0 0 0,0 0 0,0 1 0,0 0 0,0-1 0,-1 1 0,1 0 0,0 0 0,0 0 0,-1 0 0,1 0 0,1 2 0,4 3 0,-1 0 0,0 0 0,0 1 0,6 8 0,-2 0-455,0 0 0,13 30 0,-19-32-6371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45.9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237 57 24575,'-21'-11'0,"-1"0"0,-36-14 0,53 23 0,-1 0 0,0 0 0,0 1 0,0 0 0,0 0 0,-1 0 0,1 1 0,0 0 0,0 0 0,0 1 0,-10 1 0,13-1 0,0 1 0,0-1 0,1 0 0,-1 1 0,0-1 0,1 1 0,-1 0 0,1 0 0,-1 0 0,1 0 0,0 1 0,0-1 0,0 1 0,0-1 0,0 1 0,0-1 0,1 1 0,0 0 0,-1 0 0,1 0 0,-1 4 0,0-1 0,1-1 0,0 0 0,1 0 0,-1 1 0,1-1 0,0 0 0,0 0 0,0 1 0,1-1 0,0 0 0,0 0 0,2 6 0,-1-6 0,1-1 0,-1 1 0,1-1 0,0 0 0,0 0 0,1 0 0,-1 0 0,1-1 0,0 0 0,-1 1 0,2-1 0,-1 0 0,0-1 0,1 1 0,-1-1 0,1 0 0,0 0 0,-1 0 0,7 1 0,-4-1 0,-1-1 0,1 1 0,0-1 0,-1-1 0,1 1 0,0-1 0,0 0 0,-1 0 0,1-1 0,0 0 0,-1 0 0,1-1 0,-1 0 0,8-3 0,-10 3 0,1-1 0,-1 0 0,0 0 0,0 0 0,0 0 0,0-1 0,-1 1 0,1-1 0,-1 0 0,0 0 0,4-8 0,-5 9 0,0-1 0,-1 1 0,0 0 0,1-1 0,-1 1 0,-1-1 0,1 1 0,0-1 0,-1 0 0,0 1 0,0-1 0,0 0 0,0 1 0,0-1 0,-1 1 0,0-1 0,-1-4 0,-2 1 0,2 14 0,4 14 0,6 9-1365,-4-16-5461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46.4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177 461 24575,'-15'6'0,"-12"4"0,-32 15 0,53-21 0,-1-1 0,1 1 0,-1 1 0,1-1 0,0 1 0,1 0 0,-1 0 0,1 1 0,-8 11 0,12-16 0,0 1 0,0 0 0,0-1 0,0 1 0,0 0 0,1 0 0,-1 0 0,1-1 0,-1 1 0,1 0 0,0 0 0,-1 0 0,1 0 0,0 0 0,0 0 0,1 0 0,-1 0 0,0 0 0,1 0 0,-1 0 0,2 2 0,-1-1 0,1-1 0,-1 1 0,1-1 0,0 1 0,0-1 0,0 0 0,0 0 0,0 0 0,1 0 0,-1 0 0,1 0 0,4 2 0,-2-1 0,-1-1 0,1 0 0,0-1 0,-1 1 0,1-1 0,0 0 0,9 1 0,-11-2 0,0 1 0,0-1 0,0-1 0,0 1 0,0 0 0,0-1 0,0 1 0,0-1 0,0 0 0,0 0 0,0 0 0,4-3 0,-3 0 0,0 1 0,0 0 0,-1-1 0,1 0 0,-1 0 0,0 0 0,-1-1 0,1 1 0,-1 0 0,1-1 0,-1 0 0,-1 1 0,1-1 0,1-6 0,0-3 0,-1 0 0,0 0 0,0-26 0,-3 11 0,-1 1 0,-1-1 0,-10-34 0,-28-84 0,39 141 0,-64-180 0,85 229 0,55 139 0,-56-124 0,0 1 0,45 101 0,-37-117-1365,-20-33-5461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47.1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210 412 24575,'-5'-1'0,"-80"-3"0,74 4 0,0 0 0,-1 1 0,1 1 0,0 0 0,-14 4 0,23-5 0,0 0 0,0-1 0,0 1 0,0 0 0,0 0 0,0 0 0,0 1 0,0-1 0,0 0 0,1 1 0,-1-1 0,0 1 0,1-1 0,0 1 0,-1 0 0,1-1 0,0 1 0,0 0 0,0 0 0,0 0 0,0 0 0,0 0 0,0 0 0,1 1 0,-1-1 0,1 0 0,0 0 0,0 0 0,-1 1 0,2 1 0,-1 0 0,1-1 0,-1 1 0,1 0 0,0-1 0,1 1 0,-1-1 0,0 0 0,1 1 0,0-1 0,0 0 0,0 0 0,0 0 0,0 0 0,1 0 0,-1-1 0,1 1 0,3 2 0,-1-1 0,0-1 0,1 1 0,-1-1 0,1 0 0,0 0 0,-1-1 0,1 0 0,0 0 0,1 0 0,9 1 0,-13-3 0,1 0 0,-1 0 0,0 0 0,0 0 0,0-1 0,0 0 0,0 1 0,0-1 0,0 0 0,0 0 0,0-1 0,0 1 0,0-1 0,0 1 0,-1-1 0,1 0 0,-1 0 0,1 0 0,-1 0 0,0 0 0,0-1 0,0 1 0,2-4 0,0 0 0,-1 0 0,0 0 0,0-1 0,0 1 0,-1-1 0,2-10 0,0 0 0,1-26 0,-5 25 0,-1-1 0,0 1 0,-1 0 0,-1 0 0,-8-30 0,-3 5 0,-22-47 0,-26-32 0,49 106 0,7 14 0,5 2 0,1 0 0,0 1 0,0-1 0,-1 0 0,1 1 0,0-1 0,0 0 0,0 1 0,0-1 0,-1 1 0,1-1 0,0 0 0,0 1 0,0-1 0,0 1 0,0-1 0,0 1 0,0-1 0,0 0 0,0 1 0,0 0 0,1 7 0,0 0 0,0 0 0,1 0 0,0 0 0,1-1 0,4 11 0,25 45 0,-23-46 0,34 62 0,100 139 0,-138-211 0,0 0 0,1 0 0,0-1 0,1 0 0,-1 0 0,12 7 0,-16-12 0,-1 0 0,1 0 0,0-1 0,0 1 0,0 0 0,0-1 0,0 1 0,0-1 0,0 1 0,0-1 0,0 0 0,0 0 0,0 0 0,0 0 0,0 0 0,0 0 0,0-1 0,0 1 0,0-1 0,0 0 0,0 1 0,0-1 0,0 0 0,0 0 0,0 0 0,-1 0 0,1 0 0,0-1 0,-1 1 0,1 0 0,-1-1 0,3-3 0,1-1 0,0-1 0,-1 0 0,1-1 0,-1 1 0,-1-1 0,5-14 0,8-16 0,-16 38 0,0 0 0,0 0 0,0 0 0,0 0 0,0 0 0,0-1 0,0 1 0,0 0 0,0 0 0,0 0 0,1 0 0,-1 0 0,0 0 0,0 0 0,0 0 0,0-1 0,0 1 0,0 0 0,0 0 0,0 0 0,1 0 0,-1 0 0,0 0 0,0 0 0,0 0 0,0 0 0,0 0 0,1 0 0,-1 0 0,0 0 0,0 0 0,0 0 0,0 0 0,0 0 0,0 0 0,1 0 0,-1 0 0,0 0 0,5 5 0,2 11 0,-6-15 0,5 15 0,1 0 0,0 0 0,1 0 0,1-1 0,1 0 0,0-1 0,19 21 0,-28-34 0,-1-1 0,1 1 0,0-1 0,-1 1 0,1-1 0,-1 1 0,1-1 0,0 1 0,0-1 0,-1 0 0,1 1 0,0-1 0,-1 0 0,2 0 0,-2 0 0,0 0 0,1 0 0,-1 0 0,0 0 0,0 0 0,0 0 0,1 0 0,-1 0 0,0 0 0,0 0 0,0-1 0,0 1 0,1 0 0,-1 0 0,0 0 0,0 0 0,0 0 0,0-1 0,0 1 0,0 0 0,0 0 0,1 0 0,-1 0 0,0-1 0,0 1 0,0 0 0,0 0 0,0 0 0,0-1 0,0 1 0,0 0 0,0-1 0,0-1 0,0 0 0,0 0 0,-1 0 0,1 0 0,0 0 0,-1 0 0,1 0 0,-2-3 0,-5-9-1365,1 1-5461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47.3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 24575,'5'-9'0,"2"-2"0,2 2 0,-1 4 0,-2 6 0,2 6 0,-2 3 0,1 3 0,-1 1 0,-1-1-8191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47.8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24575,'143'220'0,"-118"-175"0,-3 2 0,-2 0 0,16 55 0,-31-88 0,-2 0 0,0 0 0,0 0 0,-2 1 0,0-1 0,0 21 0,-1-34 0,-1 0 0,1 1 0,0-1 0,0 0 0,0 0 0,-1 1 0,1-1 0,-1 0 0,1 0 0,-1 0 0,1 0 0,-1 1 0,0-1 0,1 0 0,-1 0 0,0 0 0,0 0 0,0-1 0,0 1 0,0 0 0,0 0 0,-2 1 0,2-2 0,-1 1 0,0-1 0,0 1 0,0-1 0,0 0 0,0 0 0,0 1 0,0-1 0,0-1 0,0 1 0,0 0 0,0 0 0,-2-1 0,-2-1 0,1 0 0,-1 0 0,1 0 0,0-1 0,0 0 0,0 0 0,0 0 0,-9-8 0,9 6 0,1 0 0,0 0 0,0-1 0,0 0 0,0 1 0,1-1 0,0-1 0,1 1 0,-1 0 0,1-1 0,0 1 0,-1-12 0,2 15 0,1 1 0,0-1 0,0 0 0,0 1 0,0-1 0,0 1 0,1-1 0,-1 1 0,1-1 0,0 1 0,0-1 0,0 1 0,0-1 0,0 1 0,0 0 0,0 0 0,1-1 0,-1 1 0,1 0 0,0 0 0,0 1 0,-1-1 0,1 0 0,0 0 0,1 1 0,-1-1 0,0 1 0,0 0 0,1 0 0,-1 0 0,0 0 0,1 0 0,-1 0 0,1 1 0,4-1 0,12-2 0,-1 2 0,1 0 0,37 4 0,-55-3 0,12 2 0,0 1 0,-1-1 0,1 2 0,-1 0 0,0 0 0,0 1 0,0 1 0,0 0 0,-1 1 0,0 0 0,-1 0 0,1 1 0,-1 1 0,-1-1 0,9 12 0,-14-15 0,0-1 0,-1 2 0,0-1 0,0 0 0,-1 1 0,1-1 0,-1 1 0,0 0 0,-1-1 0,1 1 0,-1 0 0,0 0 0,-1 0 0,1 0 0,-1 7 0,-16-61-1365,11 34-5461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47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4 24575,'-2'-3'0,"-1"3"0,-3 2 0,0 5 0,1 2 0,2 3 0,0 2 0,2 0 0,1 1 0,-1-2-8191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48.6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28 24575,'7'5'0,"11"9"0,22 20 0,-35-29 0,0 1 0,0 0 0,-1-1 0,1 2 0,-1-1 0,-1 0 0,1 1 0,2 7 0,-5-12 0,-1 0 0,1-1 0,-1 1 0,1 0 0,-1-1 0,0 1 0,0 0 0,0 0 0,0-1 0,0 1 0,0 0 0,0 0 0,0-1 0,-1 1 0,1 0 0,-1-1 0,1 1 0,-1 0 0,0-1 0,-1 3 0,1-2 0,-1 0 0,0 0 0,0 0 0,0 0 0,0 0 0,-1-1 0,1 1 0,0-1 0,-1 1 0,1-1 0,-5 2 0,-3 0 0,0 0 0,-1-1 0,1 0 0,-1 0 0,-15 0 0,24-2 0,-9 0 0,-1 0 0,0 0 0,1-1 0,-21-4 0,30 4 0,0 1 0,-1-1 0,1 0 0,-1 0 0,1 0 0,0 0 0,0 0 0,0-1 0,-1 1 0,1-1 0,0 1 0,1-1 0,-1 0 0,0 0 0,0 0 0,1 0 0,-1 0 0,1 0 0,0 0 0,0 0 0,0-1 0,0 1 0,0 0 0,0-1 0,0 1 0,1-1 0,-1-4 0,0 0 0,1 1 0,0-1 0,0 0 0,1 1 0,0-1 0,0 1 0,1-1 0,0 1 0,0 0 0,0 0 0,1 0 0,0 0 0,0 0 0,0 0 0,1 1 0,0-1 0,0 1 0,0 0 0,1 0 0,-1 1 0,1-1 0,0 1 0,1 0 0,-1 1 0,1-1 0,0 1 0,7-3 0,-11 5-72,0 0 1,-1 1-1,1-1 0,0 1 0,0 0 0,-1 0 0,1 0 0,0 0 1,0 0-1,0 0 0,-1 0 0,1 0 0,0 1 0,0-1 0,-1 1 1,1-1-1,0 1 0,2 1 0,5 4-6754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49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 24575,'13'15'0,"5"6"0,1 0 0,42 35 0,-58-54 0,1 0 0,-1 1 0,0-2 0,1 1 0,-1 0 0,1-1 0,-1 1 0,1-1 0,5 1 0,-8-2 0,1 0 0,-1 0 0,1 0 0,0 0 0,-1 0 0,1 0 0,-1 0 0,1-1 0,0 1 0,-1-1 0,1 1 0,-1-1 0,1 0 0,-1 1 0,0-1 0,1 0 0,-1 0 0,0 0 0,0 0 0,1 0 0,-1 0 0,0 0 0,0-1 0,1-1 0,22-36 0,-18 28 0,1 0 0,0 1 0,0-1 0,13-12 0,-17 20 0,0 1 0,0-1 0,0 1 0,0 0 0,1 0 0,-1 0 0,1 0 0,-1 0 0,1 1 0,0 0 0,0 0 0,-1 0 0,1 0 0,0 0 0,0 1 0,0 0 0,0 0 0,6 0 0,-5 1 3,0 0 0,0 0-1,-1 0 1,1 0 0,0 1 0,-1 0-1,1 0 1,-1 0 0,0 1-1,0-1 1,0 1 0,6 5 0,2 3-58,-1 1 0,14 19 0,2 1-1181,-18-22-5590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50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192 308 24575,'2'-13'0,"-2"10"0,0-1 0,1 0 0,-1 0 0,1 1 0,0-1 0,0 0 0,1 1 0,1-5 0,0 18 0,1 35 0,3 0 0,12 48 0,32 88 0,-34-127 0,-13-43 0,-3-8 0,0-1 0,0 0 0,0 0 0,-1 0 0,1 1 0,-1-1 0,1 0 0,-1 1 0,0 2 0,0-5 0,0 0 0,0 0 0,0 1 0,0-1 0,0 0 0,0 0 0,0 0 0,0 0 0,-1 0 0,1 0 0,0 0 0,0 1 0,0-1 0,0 0 0,0 0 0,0 0 0,-1 0 0,1 0 0,0 0 0,0 0 0,0 0 0,0 0 0,0 0 0,-1 0 0,1 0 0,0 0 0,0 0 0,0 0 0,0 0 0,0 0 0,-1 0 0,1 0 0,0 0 0,0 0 0,0 0 0,0 0 0,0 0 0,-1 0 0,1 0 0,0 0 0,0 0 0,0 0 0,0-1 0,0 1 0,0 0 0,0 0 0,-1 0 0,1 0 0,0 0 0,0 0 0,0 0 0,0-1 0,0 1 0,0 0 0,0 0 0,0 0 0,0-1 0,-8-7 0,8 7 0,-142-189 0,115 152 0,2 0 0,1-2 0,2-1 0,-18-49 0,35 77 0,1 0 0,1 0 0,0-1 0,1 1 0,1-1 0,0 0 0,1-25 0,1 33 0,-1 0 0,1 0 0,1 0 0,-1 0 0,1 1 0,0-1 0,0 0 0,0 1 0,1-1 0,0 1 0,0 0 0,1 0 0,-1 0 0,1 1 0,0-1 0,0 1 0,1 0 0,-1 0 0,1 0 0,5-3 0,1 2 0,-1 0 0,1 0 0,1 1 0,-1 1 0,0 0 0,1 1 0,-1 0 0,1 0 0,0 1 0,0 1 0,-1 0 0,16 2 0,-3 1 0,-1 1 0,0 1 0,-1 1 0,1 1 0,25 12 0,-36-14 0,-1 1 0,0 0 0,0 1 0,-1 0 0,0 1 0,0 0 0,0 0 0,-1 1 0,-1 1 0,11 13 0,-16-18 0,0-1 0,0 1 0,0 0 0,0 1 0,-1-1 0,0 0 0,0 1 0,0 0 0,-1-1 0,0 1 0,0 0 0,-1-1 0,1 1 0,-1 0 0,0 0 0,-1 0 0,1-1 0,-1 1 0,0 0 0,-1-1 0,1 1 0,-1-1 0,0 1 0,-5 7 0,1-3 0,0-1 0,0 0 0,-1 0 0,0-1 0,-1 0 0,0 0 0,0-1 0,0 0 0,-20 12 0,0-4 0,-63 25 0,41-19 0,49-21 0,0 0 0,0 1 0,0-1 0,0 1 0,-1-1 0,1 1 0,0-1 0,0 1 0,1-1 0,-1 1 0,0 0 0,0 0 0,0 0 0,0-1 0,1 1 0,-1 0 0,0 0 0,1 0 0,-1 0 0,0 0 0,1 0 0,0 0 0,-1 0 0,1 1 0,-1 0 0,2-1 0,-1 1 0,1-1 0,-1 0 0,1 1 0,-1-1 0,1 0 0,0 0 0,0 1 0,0-1 0,-1 0 0,1 0 0,0 0 0,0 0 0,1 0 0,-1 0 0,0-1 0,0 1 0,0 0 0,1 0 0,0 0 0,14 7 0,-1 0 0,1-2 0,1 1 0,19 3 0,72 13 0,-72-17 0,396 68 0,-428-74 0,-1 1 0,0-1 0,1 0 0,-1 1 0,6-2 0,-27-11 0,-69-24-1365,67 28-5461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50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32 179 24575,'53'-46'0,"-18"15"0,63-42 0,-92 69 0,1 0 0,-1 1 0,1 0 0,0 0 0,1 0 0,-1 1 0,0 0 0,1 1 0,-1 0 0,1 0 0,-1 0 0,1 1 0,-1 0 0,13 2 0,-9 0 0,-1 0 0,0 1 0,0 1 0,0-1 0,-1 2 0,1-1 0,-1 1 0,0 1 0,16 12 0,-8-4 0,0 1 0,-1 1 0,-1 1 0,17 23 0,-23-27 0,-1-1 0,0 1 0,-1 0 0,-1 1 0,0-1 0,-1 2 0,5 20 0,-9-30 0,0 0 0,0 0 0,-1 0 0,1 0 0,-1 1 0,0-1 0,-1 0 0,1 0 0,-1 0 0,0 0 0,0 0 0,-1 0 0,0 0 0,0 0 0,0 0 0,0-1 0,-1 1 0,1-1 0,-1 0 0,0 1 0,0-1 0,-1 0 0,0-1 0,1 1 0,-1-1 0,0 0 0,0 0 0,-1 0 0,1 0 0,-8 3 0,-3-1 0,0 0 0,0-1 0,-1 0 0,0-1 0,0-1 0,0-1 0,0 0 0,0-1 0,0 0 0,0-1 0,-25-6 0,4-2 0,1-1 0,0-3 0,-61-28 0,86 36 0,1-1 0,-1 0 0,1 0 0,1-1 0,-1-1 0,1 1 0,0-1 0,-9-12 0,16 17 0,-1 0 0,1 0 0,0 0 0,0 0 0,1 0 0,-1-1 0,1 1 0,-1 0 0,1-1 0,0 1 0,0-1 0,1 0 0,-1 1 0,1-1 0,0 0 0,0 1 0,0-1 0,0 0 0,0 1 0,1-1 0,0 1 0,0-1 0,0 0 0,0 1 0,0 0 0,1-1 0,-1 1 0,1 0 0,0 0 0,5-6 0,1-1 0,1 1 0,0 0 0,0 1 0,1-1 0,0 2 0,1-1 0,0 2 0,0-1 0,0 2 0,1-1 0,-1 1 0,1 1 0,1 0 0,-1 1 0,1 0 0,-1 1 0,15 0 0,-24 2-151,1 0-1,-1 0 0,1 1 0,-1-1 1,1 1-1,-1 0 0,0 0 1,4 2-1,6 3-6674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51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438 140 24575,'-41'-32'0,"14"11"0,0 0 0,-2 2 0,-31-16 0,54 33 0,1 0 0,-1 0 0,0 0 0,1 1 0,-1 0 0,0 0 0,0 0 0,0 1 0,0 0 0,0 0 0,0 1 0,1-1 0,-1 1 0,0 1 0,0-1 0,0 1 0,1 0 0,-1 0 0,-5 4 0,-1 0 0,1 1 0,0 0 0,0 1 0,1 0 0,0 1 0,1 0 0,-14 17 0,19-20 0,-1 1 0,1-1 0,1 1 0,0 0 0,0 0 0,0 0 0,0 1 0,1-1 0,1 1 0,-1-1 0,1 1 0,0 12 0,1-11 0,0 0 0,0 0 0,1 0 0,1 1 0,-1-1 0,1-1 0,1 1 0,0 0 0,0 0 0,6 10 0,-2-9 0,0 0 0,0 0 0,1-1 0,0 0 0,0-1 0,1 0 0,0 0 0,0-1 0,1 0 0,0-1 0,1 0 0,18 8 0,9 1 0,0-2 0,55 10 0,-77-19 0,28 5 0,0-2 0,0-2 0,1-1 0,71-5 0,-108 0-195,0 1 0,-1-1 0,1 0 0,-1-1 0,1 0 0,8-3 0,-5-1-6631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52.1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1300 44 24575,'121'1'0,"128"-3"0,-244 2 0,1 0 0,-1-1 0,0 1 0,10-4 0,-12 1 0,-8 1 0,-10 0 0,14 1 0,-184-18 0,-303 8 0,-121 44-613,450-22 536,81-5 502,-78 3-1525,144-9-5726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52.8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0 24575,'-5'17'0,"1"9"0,1 1 0,3-1 0,2-2 0,4-3 0,2-2 0,2-3 0,3-1 0,1-1 0,1 0 0,0-2 0,-3-2 0,0-1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53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24575,'10'10'0,"5"6"0,3 2 0,1 1 0,-3-1 0,-2 0 0,-3-4-8191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53.3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244 1 24575,'-30'2'0,"-40"7"0,62-7 0,0-1 0,0 2 0,0-1 0,0 1 0,0 1 0,-7 4 0,13-7 0,0 0 0,0 0 0,0 1 0,0-1 0,0 1 0,1 0 0,-1 0 0,1-1 0,-1 1 0,1 0 0,0 0 0,-1 0 0,1 1 0,0-1 0,0 0 0,-1 4 0,2-2 0,-1 0 0,1-1 0,0 1 0,0 0 0,0-1 0,0 1 0,1 0 0,-1-1 0,1 1 0,1 3 0,2 2 0,0 1 0,0-1 0,1-1 0,0 1 0,0-1 0,1 1 0,8 8 0,12 9 0,1 0 0,46 32 0,-36-35 0,-29-19 0,0 0 0,0 0 0,-1 1 0,0 1 0,8 6 0,-14-12 0,-1 0 0,0 1 0,0-1 0,1 0 0,-1 0 0,0 0 0,0 1 0,0-1 0,1 0 0,-1 0 0,0 1 0,0-1 0,0 0 0,0 0 0,0 1 0,0-1 0,1 0 0,-1 0 0,0 1 0,0-1 0,0 0 0,0 1 0,0-1 0,0 0 0,0 0 0,0 1 0,0-1 0,0 0 0,0 1 0,0-1 0,-1 0 0,1 0 0,0 1 0,0-1 0,0 0 0,0 1 0,0-1 0,0 0 0,-1 0 0,1 1 0,0-1 0,0 0 0,0 0 0,-1 0 0,1 1 0,0-1 0,0 0 0,-1 0 0,1 0 0,0 0 0,0 0 0,-1 0 0,1 1 0,0-1 0,-1 0 0,1 0 0,-1 0 0,-19 3 0,19-3 0,-28 0 0,1-1 0,-33-5 0,26 2 0,-88-12-1365,104 15-5461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54.4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0 173 24575,'64'106'0,"-50"-87"0,0 0 0,1-1 0,21 20 0,-33-36 0,-1 0 0,0-1 0,0 1 0,1 0 0,-1-1 0,0 0 0,1 1 0,0-1 0,-1 0 0,1 0 0,0-1 0,-1 1 0,1-1 0,0 1 0,0-1 0,0 0 0,5 0 0,-6 0 0,0-1 0,0 1 0,1-1 0,-1 0 0,0 0 0,0 0 0,0 0 0,0 0 0,0 0 0,-1 0 0,1 0 0,0-1 0,0 1 0,-1-1 0,1 0 0,-1 1 0,1-1 0,-1 0 0,0 0 0,0 0 0,0 0 0,2-4 0,3-11 0,-1 0 0,-1-1 0,0 0 0,-2 0 0,2-23 0,-3 30 0,-1 10 0,0 0 0,0-1 0,0 1 0,0 0 0,0 0 0,1-1 0,-1 1 0,0 0 0,1 0 0,-1 0 0,1-1 0,0 1 0,-1 0 0,1 0 0,0 0 0,-1 0 0,2-1 0,-1 2 0,0-1 0,-1 1 0,1 0 0,0 0 0,0-1 0,-1 1 0,1 0 0,0 0 0,0 0 0,-1 0 0,1 0 0,0 0 0,0 0 0,0 0 0,-1 0 0,1 0 0,0 0 0,0 0 0,-1 1 0,2 0 0,4 2 0,0 0 0,0 0 0,-1 1 0,1 0 0,4 6 0,-2-4 0,14 12 0,0-1 0,2-2 0,-1 0 0,27 11 0,-38-20 0,1-1 0,-1-1 0,1 0 0,0-1 0,0-1 0,0 0 0,0 0 0,1-1 0,-1-1 0,22-2 0,-27 1 0,-1 0 0,0-1 0,0 1 0,0-2 0,-1 1 0,1-1 0,0 0 0,-1 0 0,7-5 0,-10 6 0,0 0 0,0-1 0,0 1 0,0-1 0,-1 0 0,1 0 0,-1 0 0,0 0 0,0 0 0,0-1 0,0 1 0,0-1 0,-1 1 0,0-1 0,1 1 0,-1-1 0,-1 0 0,2-6 0,-2 0 0,0 1 0,0-1 0,-1 1 0,0-1 0,-1 0 0,0 1 0,-6-18 0,5 20 0,1 1 0,-1-1 0,-1 1 0,1 0 0,-1-1 0,-1 2 0,1-1 0,-1 0 0,0 1 0,0 0 0,-7-6 0,11 10 0,0 1 0,0-1 0,0 0 0,0 0 0,0 1 0,0-1 0,0 0 0,0 1 0,-1-1 0,1 1 0,0 0 0,0-1 0,0 1 0,-1 0 0,1 0 0,0-1 0,0 1 0,-1 0 0,1 0 0,0 1 0,0-1 0,-1 0 0,1 0 0,0 1 0,0-1 0,-1 0 0,1 1 0,-2 0 0,2 1 0,-1-1 0,1 1 0,0 0 0,0-1 0,0 1 0,-1 0 0,2 0 0,-1 0 0,0-1 0,0 1 0,1 0 0,-1 0 0,1 0 0,-1 0 0,1 0 0,0 5 0,-1 0 0,1-1 0,0 1 0,1 0 0,0 0 0,0 0 0,0 0 0,1 0 0,0 0 0,0-1 0,1 1 0,0-1 0,0 0 0,7 12 0,-4-11 0,0 0 0,0 0 0,1 0 0,0-1 0,0 0 0,1 0 0,-1-1 0,1 0 0,14 7 0,-10-7 0,1 0 0,0 0 0,-1-2 0,2 1 0,-1-2 0,0 1 0,0-2 0,1 0 0,-1 0 0,1-2 0,-1 1 0,1-2 0,-1 0 0,20-5 0,-28 6 0,0-1 0,1 0 0,-2 0 0,1-1 0,0 1 0,0-1 0,-1 0 0,1 0 0,-1 0 0,0-1 0,0 0 0,-1 1 0,1-1 0,-1-1 0,1 1 0,-1 0 0,-1-1 0,1 0 0,0 0 0,-1 1 0,0-1 0,-1-1 0,1 1 0,-1 0 0,0 0 0,1-6 0,-1-4 0,0 0 0,0 0 0,-2-1 0,0 1 0,-3-15 0,3 25 0,0 1 0,0-1 0,0 0 0,-1 0 0,0 0 0,1 1 0,-2-1 0,1 1 0,-1 0 0,1-1 0,-1 1 0,0 0 0,-1 1 0,1-1 0,-1 0 0,1 1 0,-1 0 0,-8-5 0,11 7 0,0 1 0,0-1 0,-1 0 0,1 1 0,-1-1 0,1 1 0,0 0 0,-1-1 0,1 1 0,-1 0 0,1 0 0,-1 0 0,1 0 0,-1 0 0,1 0 0,-1 0 0,1 0 0,0 1 0,-1-1 0,1 1 0,-1-1 0,-1 2 0,1-1 0,1 0 0,-1 1 0,0-1 0,1 1 0,0-1 0,-1 1 0,1 0 0,0 0 0,0 0 0,0 0 0,0-1 0,0 1 0,-1 4 0,0 1 0,1 0 0,-1 0 0,1 0 0,1 0 0,-1 0 0,1 0 0,1 0 0,1 12 0,0-12 0,0 1 0,1-1 0,-1 1 0,2-1 0,-1 0 0,1 0 0,0 0 0,10 12 0,-5-10 0,-1 0 0,1 0 0,1-1 0,0 0 0,12 7 0,-2-3 0,0-2 0,1 0 0,0-1 0,0-2 0,43 11 0,-38-13 0,45 3 0,-57-8 0,1 0 0,-1 0 0,1-2 0,24-4 0,-36 5-105,0 0 0,0 0 0,0 0 0,0-1 0,0 1 0,0-1 0,0 1 0,0-1 0,0 0 0,-1 0 0,1 0 0,3-5 0,2-4-6721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55.2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177 400 24575,'-26'2'0,"-28"7"0,46-7 0,0 0 0,0 1 0,0 0 0,0 0 0,0 0 0,0 1 0,-8 6 0,14-8 0,0-1 0,0 1 0,1-1 0,-1 1 0,0 0 0,1-1 0,-1 1 0,1 0 0,-1 0 0,1 0 0,0 0 0,0 1 0,0-1 0,0 0 0,0 0 0,1 1 0,-1-1 0,0 3 0,1-2 0,0 0 0,0 0 0,1 0 0,-1 0 0,1 0 0,0 0 0,-1 0 0,1-1 0,1 1 0,-1 0 0,0 0 0,1-1 0,2 5 0,2 2 0,0-1 0,0 0 0,1-1 0,0 1 0,1-1 0,0-1 0,0 0 0,0 0 0,1 0 0,-1-1 0,13 5 0,-18-9 0,-1 0 0,1-1 0,-1 1 0,1-1 0,-1 0 0,1 0 0,-1 0 0,1 0 0,-1-1 0,1 1 0,-1 0 0,1-1 0,-1 0 0,1 0 0,-1 0 0,1 0 0,-1 0 0,0 0 0,0 0 0,0-1 0,0 1 0,0-1 0,0 0 0,0 1 0,0-1 0,0 0 0,-1 0 0,2-3 0,3-3 0,-1 0 0,0 0 0,-1-1 0,1 0 0,-2 1 0,4-12 0,-3 3 0,0-1 0,-2 1 0,0-1 0,-1 0 0,0 0 0,-2 0 0,0 0 0,-1 0 0,-1 0 0,0 1 0,-7-20 0,-5-7 0,-1 0 0,-2 0 0,-25-41 0,37 75 0,3 3 0,-1 0 0,0 0 0,0 0 0,0 1 0,-1 0 0,-7-8 0,12 14 0,0 0 0,-1 0 0,1-1 0,0 1 0,0 0 0,-1 0 0,1-1 0,0 1 0,-1 0 0,1 0 0,0 0 0,-1 0 0,1-1 0,0 1 0,-1 0 0,1 0 0,0 0 0,-1 0 0,1 0 0,0 0 0,-1 0 0,1 0 0,0 0 0,-1 0 0,1 0 0,0 0 0,-1 0 0,1 0 0,0 1 0,-1-1 0,1 0 0,0 0 0,-1 0 0,0 1 0,1 0 0,-1 0 0,1-1 0,-1 1 0,1 0 0,0 0 0,-1 0 0,1 0 0,0 0 0,-1 0 0,1 0 0,0 0 0,-2 29 0,5-1 0,0-1 0,2 1 0,1-1 0,18 48 0,52 105 0,-69-166 0,2 0 0,-1 0 0,2 0 0,0-1 0,0 0 0,1-1 0,25 22 0,-31-31 0,1 1 0,-1-2 0,1 1 0,0 0 0,1-1 0,-1 0 0,1-1 0,-1 0 0,12 3 0,-13-4 0,1-1 0,-1 1 0,0-1 0,1 0 0,-1-1 0,1 0 0,-1 1 0,0-2 0,0 1 0,0 0 0,1-1 0,-1 0 0,9-5 0,-7 2 0,0 0 0,0-1 0,0 0 0,0 0 0,-1 0 0,0-1 0,0 1 0,-1-2 0,0 1 0,0 0 0,-1-1 0,0 0 0,5-13 0,-4 8 0,-1 0 0,-1 0 0,1 0 0,-2 0 0,0 0 0,-1-1 0,0 1 0,-2-19 0,1 31 0,0 0 0,0 0 0,0 0 0,0 0 0,0 0 0,0 1 0,-1-1 0,1 0 0,0 0 0,-1 0 0,1 0 0,-1 0 0,1 0 0,0 1 0,-1-1 0,0 0 0,1 0 0,-2 0 0,-2 4 0,1 8 0,2 3 0,0-1 0,1 1 0,0-1 0,1 1 0,1-1 0,0 0 0,1 1 0,0-1 0,1 0 0,1-1 0,0 1 0,0-1 0,1 0 0,1 0 0,0-1 0,1 1 0,0-2 0,0 1 0,1-1 0,1-1 0,0 1 0,0-2 0,1 1 0,0-1 0,0-1 0,0 0 0,1-1 0,22 9 0,-31-14-72,0 0 1,0 0-1,0 0 0,0 0 0,1-1 0,-1 1 0,0-1 0,0 0 1,0 0-1,1 0 0,-1 0 0,0-1 0,0 1 0,0-1 0,0 0 1,1 0-1,-1 0 0,4-2 0,2-3-6754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56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251 552 24575,'-68'-1'0,"-75"2"0,141-1 0,0 0 0,1 0 0,-1 0 0,0 0 0,0 0 0,1 1 0,-1-1 0,0 1 0,1-1 0,-1 1 0,0 0 0,1 0 0,-1-1 0,1 1 0,-1 0 0,1 0 0,0 0 0,-1 1 0,1-1 0,0 0 0,-2 2 0,3-1 0,-1 0 0,1 0 0,-1 0 0,1 0 0,-1 0 0,1 0 0,0 0 0,0 0 0,0 0 0,0 0 0,0 0 0,0 0 0,1 0 0,-1 0 0,1 0 0,-1-1 0,1 1 0,1 2 0,2 4 0,-1-1 0,1 0 0,1-1 0,0 1 0,0-1 0,0 0 0,0 0 0,1 0 0,13 9 0,-7-5 0,2-1 0,-1-1 0,1 0 0,17 6 0,-28-13 0,1 1 0,-1-1 0,1 0 0,-1 0 0,1 0 0,-1-1 0,1 1 0,0-1 0,-1 0 0,1 0 0,0 0 0,-1-1 0,1 1 0,0-1 0,-1 0 0,1 0 0,-1 0 0,5-2 0,-4 1 0,0-1 0,-1 1 0,0-1 0,1 0 0,-1 0 0,0 0 0,0 0 0,-1-1 0,1 1 0,-1-1 0,0 1 0,0-1 0,0 0 0,0 0 0,2-6 0,-1-3 0,0 1 0,-1-1 0,0 0 0,0 0 0,-2 0 0,0 0 0,0 0 0,-1 0 0,-1 0 0,-4-17 0,-4-9 0,-1 1 0,-19-40 0,1 9 0,-3 1 0,-4 2 0,-49-71 0,84 135 0,-11-14 0,12 17 0,0-1 0,0 0 0,0 0 0,0 0 0,0 1 0,0-1 0,0 0 0,0 0 0,0 0 0,0 1 0,0-1 0,0 0 0,0 0 0,0 0 0,0 1 0,0-1 0,0 0 0,0 0 0,0 0 0,-1 0 0,1 1 0,0-1 0,0 0 0,0 0 0,0 0 0,0 0 0,-1 1 0,1-1 0,0 0 0,0 0 0,0 0 0,0 0 0,-1 0 0,1 0 0,0 0 0,0 0 0,0 0 0,0 1 0,-1-1 0,1 0 0,0 0 0,0 0 0,0 0 0,-1 0 0,1 0 0,0 0 0,0 0 0,-1 0 0,1-1 0,0 1 0,0 0 0,0 0 0,0 0 0,-1 0 0,1 0 0,0 0 0,0 0 0,0 0 0,0 0 0,-1-1 0,1 1 0,0 0 0,0 0 0,0 0 0,0 0 0,0-1 0,-1 1 0,1 0 0,0 9 0,0-1 0,0 1 0,1 0 0,0 0 0,4 12 0,15 44 0,-16-54 0,10 25 0,1 0 0,2-1 0,23 35 0,71 93 0,-76-117-455,3-1 0,69 64 0,-93-96-6371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56.6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24575,'15'32'0,"9"15"0,4 8 0,2 1 0,0-2 0,0-2 0,0-2 0,0-4 0,0-1 0,-1-1 0,-2-3 0,-2-6 0,-4-5 0,-3-6 0,-6-8-8191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56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327 106 24575,'-29'-15'0,"-13"-7"0,-1 0 0,4 4 0,6 5 0,7 4 0,4 4 0,5 4 0,4 3 0,3 2 0,2 2 0,0 1 0,0 1 0,0 2 0,0 1 0,1 2 0,2-1-8191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57.2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183 75 24575,'-20'-11'0,"-49"-24"0,63 32 0,-1 1 0,1-1 0,-1 2 0,0-1 0,0 1 0,0 0 0,0 0 0,-9 0 0,15 1 0,0 0 0,0 0 0,0 0 0,0 0 0,0 1 0,0-1 0,0 0 0,0 0 0,0 1 0,0-1 0,0 0 0,0 1 0,1-1 0,-1 1 0,0-1 0,0 1 0,0-1 0,1 1 0,-1 0 0,0-1 0,1 1 0,-1 0 0,1-1 0,-1 1 0,0 0 0,0 1 0,1 0 0,0-1 0,0 1 0,0 0 0,0-1 0,0 1 0,0 0 0,0-1 0,0 1 0,0 0 0,1-1 0,-1 1 0,1 0 0,1 2 0,2 4 0,0 0 0,1 0 0,0 0 0,7 8 0,1-2 0,0 0 0,1-1 0,0 0 0,1-1 0,30 18 0,-36-24 0,1-1 0,1 0 0,-1 0 0,0-1 0,1-1 0,0 0 0,0 0 0,0-1 0,0-1 0,0 0 0,15 0 0,-23-1 0,0-1 0,1 1 0,-1-1 0,0 1 0,0-1 0,0 0 0,1 0 0,-1 0 0,0-1 0,0 1 0,-1-1 0,1 1 0,5-5 0,-7 4 0,1 1 0,-1-1 0,1 0 0,-1 0 0,0 1 0,0-1 0,0 0 0,0 0 0,0 0 0,-1 0 0,1 0 0,0 0 0,-1-1 0,0 1 0,1 0 0,-1 0 0,0 0 0,0 0 0,0-1 0,0 1 0,-2-4 0,0-2 8,0 0 0,-1 0 0,0 0 0,0 0 0,-1 0 0,0 1 0,0-1 0,-1 1 0,0 0 0,0 1 0,-1-1 0,1 1 0,-2 0 0,-12-9 0,11 8-132,-2 1 0,1 0 1,-1 1-1,0 0 0,0 1 0,0 0 1,-1 0-1,1 1 0,-1 0 0,0 1 1,-11-1-1,7 3-6702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58.4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24575,'25'32'0,"10"13"0,2-2 0,69 64 0,-101-102 0,0-1 0,0 0 0,1 0 0,-1-1 0,1 0 0,7 3 0,-12-5 0,0-1 0,0 0 0,0 1 0,1-1 0,-1 0 0,0 0 0,0 0 0,1 0 0,-1 0 0,0 0 0,0 0 0,1 0 0,-1-1 0,0 1 0,0 0 0,2-1 0,-2 0 0,0 0 0,1 0 0,-1 0 0,0 0 0,0 0 0,0 0 0,0 0 0,0-1 0,0 1 0,0 0 0,-1-1 0,1 1 0,0 0 0,-1-1 0,1 1 0,0-3 0,1-3 0,-1 0 0,0 0 0,-1 0 0,1 0 0,-1 1 0,0-1 0,-1 0 0,-1-7 0,-15-58 0,8 40 0,0-1 0,21 47 0,11 14 0,1 0 0,1-2 0,1-1 0,1-1 0,46 30 0,-69-51 0,1 0 0,-1-1 0,0 0 0,1 0 0,0 0 0,-1-1 0,1 1 0,0-1 0,7 1 0,-11-2 0,1 0 0,0 0 0,0 0 0,-1 0 0,1-1 0,0 1 0,0 0 0,-1-1 0,1 1 0,0-1 0,-1 0 0,1 1 0,-1-1 0,1 0 0,-1 0 0,1 0 0,-1 0 0,1 0 0,-1 0 0,0-1 0,0 1 0,0 0 0,0-1 0,0 1 0,0 0 0,0-1 0,0 0 0,0 1 0,0-3 0,1 0 0,-1 0 0,0 0 0,0 0 0,0-1 0,-1 1 0,1 0 0,-1-1 0,0 1 0,-1 0 0,0-9 0,-2 1 0,-1 0 0,-6-15 0,-2-8 0,13 33 0,4 5 0,4 4 0,95 85 0,-90-81 0,1-1 0,0-1 0,1 0 0,0-1 0,30 10 0,-33-13 0,-8-3 0,-1 0 0,1-1 0,-1 1 0,1-1 0,0 0 0,0 0 0,-1-1 0,1 1 0,0-1 0,0 0 0,6-1 0,-10 1-57,0-1 0,0 1 1,0-1-1,0 0 0,0 0 0,0 1 0,0-1 0,0 0 0,0 0 0,-1 0 1,1 0-1,0 0 0,-1 0 0,1 0 0,0 0 0,-1 0 0,1 0 0,-1 0 0,0 0 1,1-1-1,-1 1 0,0 0 0,0-2 0,2-8-6769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58.8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251 141 24575,'-4'-3'0,"-27"-23"0,-1 1 0,-2 1 0,-48-26 0,78 48 0,-1 0 0,0 0 0,1 0 0,-1 1 0,0 0 0,-7-1 0,11 1 0,0 1 0,0 0 0,0 0 0,0 0 0,0 0 0,0 0 0,0 1 0,0-1 0,0 0 0,0 0 0,0 1 0,0-1 0,1 0 0,-1 1 0,0-1 0,0 1 0,0-1 0,0 1 0,0 0 0,1-1 0,-1 1 0,0 0 0,1 0 0,-1-1 0,0 1 0,1 0 0,-1 0 0,1 0 0,-1 0 0,1 0 0,0 0 0,-1-1 0,1 1 0,0 0 0,0 0 0,-1 2 0,1 4 0,-1 1 0,1-1 0,0 1 0,1-1 0,0 1 0,0-1 0,1 0 0,0 1 0,0-1 0,0 0 0,1 0 0,0 0 0,1-1 0,4 8 0,1 1 0,2-1 0,0 1 0,1-2 0,23 22 0,-32-32 0,1 0 0,0 0 0,0-1 0,0 1 0,0-1 0,0 0 0,1 0 0,-1 0 0,1-1 0,-1 0 0,1 1 0,0-2 0,0 1 0,8 0 0,-11-1 0,0 0 0,1 0 0,-1-1 0,0 1 0,1-1 0,-1 1 0,0-1 0,1 0 0,-1 0 0,0 0 0,0 0 0,0 0 0,0-1 0,0 1 0,0-1 0,0 1 0,0-1 0,-1 0 0,1 1 0,0-1 0,-1 0 0,0 0 0,1 0 0,-1 0 0,0-1 0,0 1 0,0 0 0,0 0 0,-1-1 0,2-3 0,-1-3 0,0 1 0,0-1 0,-2-13 0,1 14 0,0 0 0,0 0 0,3-15 0,-3 23 0,0 0 0,0-1 0,0 1 0,0 0 0,0-1 0,0 1 0,0 0 0,0 0 0,1-1 0,-1 1 0,0 0 0,0 0 0,0-1 0,0 1 0,0 0 0,1 0 0,-1-1 0,0 1 0,0 0 0,0 0 0,1 0 0,-1-1 0,0 1 0,0 0 0,1 0 0,-1 0 0,0 0 0,0 0 0,1-1 0,-1 1 0,0 0 0,0 0 0,1 0 0,-1 0 0,1 0 0,8 7 0,8 18 0,-16-23 0,9 16 0,2 0 0,0 0 0,1-2 0,1 0 0,23 23 0,-25-31-1365,-1-1-5461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59.1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24575,'60'80'-251,"-2"2"-1,-5 3 1,81 170-1,-125-232 452,0 0 0,-2 0-1,0 0 1,4 36 0,-6-37-1558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8:59.6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73 24575,'-9'5'0,"0"0"0,0 0 0,0 1 0,-14 12 0,20-16 0,1 1 0,-1 0 0,1 0 0,0 0 0,0 0 0,0 0 0,0 1 0,0-1 0,0 1 0,1-1 0,0 1 0,0-1 0,0 1 0,0 0 0,0 0 0,1 5 0,0-4 0,1 1 0,-1-1 0,2 1 0,-1-1 0,0 0 0,1 1 0,0-1 0,0 0 0,1 0 0,-1 0 0,1-1 0,0 1 0,0-1 0,1 1 0,-1-1 0,1 0 0,6 4 0,-1 0 0,0 0 0,1-1 0,0 0 0,1 0 0,0-1 0,20 8 0,-23-12 0,0 1 0,1-1 0,-1-1 0,1 0 0,0 0 0,-1-1 0,1 0 0,0 0 0,0-1 0,9-1 0,-1-2 0,-1 0 0,1-1 0,-1-1 0,18-9 0,-24 10 0,0-1 0,0 0 0,-1 0 0,0-1 0,0 0 0,-1-1 0,14-15 0,-17 16 0,0 0 0,0 0 0,0 0 0,-1 0 0,0-1 0,0 0 0,-1 1 0,0-1 0,-1-1 0,0 1 0,2-9 0,-4 12 0,0 0 0,0 0 0,0 0 0,-1 0 0,0 0 0,1 1 0,-2-1 0,1 0 0,-1 1 0,1-1 0,-1 1 0,0-1 0,-1 1 0,1 0 0,-1 0 0,0 0 0,0 0 0,-6-6 0,5 6 0,0 1 0,0 0 0,0-1 0,-1 1 0,1 1 0,-1-1 0,0 1 0,0-1 0,0 1 0,0 1 0,0-1 0,0 1 0,0 0 0,0 0 0,-1 0 0,1 1 0,-6 0 0,9 0 0,0 0 0,0 1 0,0-1 0,0 1 0,0-1 0,0 1 0,0 0 0,0 0 0,0 0 0,0 0 0,0 0 0,0 0 0,0 0 0,1 0 0,-1 1 0,-2 2 0,2-1 0,0 0 0,0 0 0,0 1 0,0-1 0,0 0 0,1 1 0,-1-1 0,-1 8 0,2-3 0,-1 0 0,1 0 0,1 1 0,-1-1 0,2 0 0,-1 1 0,4 15 0,-2-16 0,1 0 0,0-1 0,1 1 0,0 0 0,0-1 0,0 0 0,1 0 0,0 0 0,1-1 0,-1 1 0,1-1 0,9 7 0,-3-4 0,-1-1 0,1 0 0,0 0 0,1-1 0,0-1 0,20 8 0,-11-8 20,0 0 0,0-2 0,0 0 0,1-1 0,43-1 0,-26-4-515,-1-2 0,60-14 0,-84 15-6331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9:01.3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21 24575,'-15'-21'0,"22"40"0,12 8 0,2-1 0,0-1 0,49 44 0,85 53 0,-76-62 0,94 64 0,-37-27 0,-124-86 0,-20-11 0,-22-14 0,10-1-227,1 0-1,0-2 1,1 0-1,1-1 1,-20-27-1,27 32-6598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9:01.6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15 24575,'0'-1'0,"0"0"0,-1 0 0,1 0 0,0 0 0,-1 0 0,1 0 0,0 1 0,-1-1 0,1 0 0,-1 0 0,1 0 0,-1 1 0,0-1 0,1 0 0,-2 0 0,2 1 0,-1 0 0,1 0 0,0 0 0,0 1 0,-1-1 0,1 0 0,0 0 0,0 1 0,-1-1 0,1 0 0,0 0 0,0 1 0,-1-1 0,1 0 0,0 1 0,0-1 0,0 0 0,0 1 0,0-1 0,0 0 0,0 1 0,0-1 0,0 0 0,-1 1 0,2 0 0,-3 34 0,22 137 0,-10-113 0,2 82 0,-12-122 0,-1 0 0,0 0 0,-1 0 0,-1-1 0,-1 1 0,-1-1 0,0 0 0,-12 26 0,15-40-92,0 0-24,0 0 0,0 0 0,0-1 1,1 1-1,0 1 0,-1-1 1,2 0-1,-1 0 0,0 0 1,1 6-1,2-1-6710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9:02.1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0 24575,'-3'4'0,"0"0"0,0 0 0,1 0 0,-1 0 0,1 0 0,0 0 0,0 1 0,1-1 0,-1 1 0,1-1 0,0 1 0,-1 7 0,0 8 0,1 33 0,1-30 0,1 34 0,1-1 0,14 71 0,-8-85 0,2 1 0,2-2 0,26 64 0,-28-83 0,2-1 0,15 24 0,-19-34 0,-1-1 0,2 0 0,0 0 0,0 0 0,17 12 0,-23-19 0,1-1 0,-1 0 0,1 0 0,-1-1 0,1 1 0,0-1 0,-1 1 0,1-1 0,0 0 0,0-1 0,0 1 0,7 0 0,-9-1 0,0-1 0,0 1 0,0 0 0,-1 0 0,1-1 0,0 0 0,0 1 0,0-1 0,-1 0 0,1 0 0,0 1 0,-1-1 0,1-1 0,0 1 0,-1 0 0,0 0 0,1-1 0,-1 1 0,0 0 0,0-1 0,1 1 0,-1-1 0,0 0 0,-1 1 0,1-1 0,0 0 0,0 0 0,0-2 0,2-7-1365,-2 0-5461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9:02.5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60 24575,'18'-9'0,"-1"-1"0,2 2 0,-1 1 0,1 0 0,37-8 0,-49 14 0,0 0 0,1 0 0,-1 1 0,0 0 0,0 0 0,1 1 0,-1 0 0,0 0 0,0 0 0,0 1 0,0 0 0,0 1 0,0 0 0,-1 0 0,1 0 0,-1 1 0,0 0 0,0 0 0,8 7 0,-7-5 0,-1 1 0,0-1 0,0 1 0,-1 0 0,0 0 0,0 1 0,-1 0 0,0-1 0,0 2 0,0-1 0,-1 0 0,-1 1 0,1-1 0,-2 1 0,1 0 0,-1 0 0,0-1 0,-1 1 0,0 0 0,0 0 0,-1 0 0,0 0 0,-1 0 0,0-1 0,0 1 0,-7 14 0,0-4 0,5-13 0,1 0 0,0 0 0,1 0 0,-1 0 0,1 0 0,-2 10 0,4-15 0,0 1 0,0-1 0,0 1 0,0-1 0,0 1 0,1-1 0,-1 1 0,0-1 0,1 1 0,-1-1 0,1 1 0,-1-1 0,1 1 0,0-1 0,0 0 0,0 1 0,0-1 0,0 0 0,0 0 0,0 0 0,0 0 0,0 0 0,0 0 0,0 0 0,1 0 0,-1 0 0,0-1 0,1 1 0,-1 0 0,1-1 0,-1 1 0,1-1 0,1 1 0,5 1-80,0 0 0,0 0-1,0-1 1,0 0 0,1-1-1,-1 0 1,0 0 0,1 0-1,-1-1 1,0 0 0,0-1 0,0 0-1,0 0 1,0-1 0,0 0-1,10-6 1,-6 1-6746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9:02.6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333 0 24575,'-30'5'0,"-11"4"0,-2 1 0,1-2 0,6-2 0,7-2 0,5-2 0,5 2 0,2-1 0,3 0 0,0-1 0,1 0 0,2-2-8191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9:03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24575,'75'76'-648,"73"96"0,-123-137 694,0 0 0,-3 2 0,-1 0-1,-1 1 1,25 72 0,-35-76 229,9 54 0,-16-70-181,-1 1 0,-1 0 1,-1 0-1,-3 30 0,3-44-159,-2 1 0,1-1 0,0 0 0,-1 0 0,0 0 0,0 0 0,-1-1 0,1 1 0,-1-1 0,0 1 0,0-1 0,-1 0 0,1 0 0,-1 0 0,0-1 0,0 1 0,0-1 0,0 0 0,-1 0 0,-6 3 0,-7 4-6761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9:03.8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 24575,'-1'6'0,"0"0"0,0 0 0,1 0 0,0 0 0,1 1 0,-1-1 0,1 0 0,0 0 0,0 0 0,1 0 0,0 0 0,0-1 0,0 1 0,1 0 0,0-1 0,0 0 0,0 0 0,1 0 0,0 0 0,0 0 0,6 5 0,-3-3 0,0-1 0,0-1 0,1 1 0,0-1 0,0-1 0,0 1 0,0-1 0,1-1 0,0 0 0,0 0 0,0 0 0,0-1 0,15 1 0,-20-3 0,1 0 0,-1 0 0,1 0 0,-1-1 0,1 0 0,-1 0 0,1 0 0,-1 0 0,0-1 0,0 0 0,1 0 0,-1 0 0,-1 0 0,1 0 0,0-1 0,0 0 0,-1 0 0,0 0 0,1 0 0,-1 0 0,0-1 0,-1 0 0,1 1 0,-1-1 0,1 0 0,1-5 0,-2 4 0,1-1 0,-1 0 0,0 0 0,0 0 0,-1 0 0,0 0 0,0 0 0,0-1 0,-1 1 0,0 0 0,0-1 0,0 1 0,-1 0 0,0 0 0,0 0 0,-1 0 0,0 0 0,-3-9 0,4 24 0,3 7 0,3-3 0,-1-1 0,1 1 0,1-1 0,0 0 0,1-1 0,12 16 0,2 0 0,32 31 0,-51-56-227,1 1-1,-1-1 1,1 0-1,-1-1 1,6 4-1,1-1-6598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9:04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24575,'17'20'0,"1"-1"0,33 29 0,-15-16 0,-22-19 0,2 0 0,28 18 0,-42-30 0,-1 0 0,0 0 0,0-1 0,0 1 0,1 0 0,-1-1 0,0 1 0,1-1 0,-1 0 0,0 1 0,1-1 0,-1 0 0,1 0 0,-1 0 0,0 0 0,1 0 0,-1 0 0,1 0 0,-1 0 0,0-1 0,1 1 0,-1-1 0,0 1 0,1-1 0,-1 1 0,0-1 0,0 0 0,0 1 0,1-1 0,-1 0 0,0 0 0,0 0 0,0 0 0,0 0 0,0 0 0,-1 0 0,1 0 0,0 0 0,0-1 0,-1 1 0,2-2 0,0-4 0,1 1 0,-1 0 0,0-1 0,0 1 0,-1-1 0,0 1 0,0-11 0,-2-12 0,1 21 0,-1-1 0,2 1 0,-1-1 0,3-11 0,-3 20 0,0-1 0,0 1 0,0 0 0,0-1 0,0 1 0,0 0 0,0 0 0,0-1 0,0 1 0,0 0 0,1-1 0,-1 1 0,0 0 0,0 0 0,0 0 0,1-1 0,-1 1 0,0 0 0,0 0 0,1 0 0,-1-1 0,0 1 0,0 0 0,1 0 0,-1 0 0,0 0 0,0 0 0,1 0 0,-1-1 0,1 1 0,9 5 0,10 15 0,-17-17 0,89 84 0,-76-73 0,1-2 0,1 0 0,37 19 0,-32-24-1365,-13-6-5461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9:04.5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24575,'9'12'0,"4"7"0,2 2 0,1 1 0,0-2 0,-3-1 0,0-2 0,-4-1 0,0-1 0,-4-3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9:04.7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24575,'10'5'0,"3"7"0,0 3 0,-1-1 0,-1-2-8191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9:05.3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195 63 24575,'-1'-1'0,"-23"-14"0,-29-14 0,47 26 0,-1 0 0,0 1 0,1 0 0,-1 0 0,0 0 0,0 1 0,0-1 0,-1 2 0,-12-1 0,18 1 0,1 1 0,-1-1 0,1 0 0,-1 0 0,1 1 0,-1-1 0,1 1 0,0-1 0,-1 1 0,1 0 0,-1 0 0,1-1 0,0 1 0,0 0 0,0 0 0,-1 0 0,1 0 0,0 0 0,0 1 0,1-1 0,-1 0 0,0 0 0,0 1 0,0-1 0,1 0 0,-1 1 0,1-1 0,-1 1 0,1-1 0,0 1 0,-1-1 0,1 1 0,0-1 0,0 1 0,0-1 0,0 1 0,0-1 0,1 3 0,0 3 0,0-1 0,0 0 0,1 0 0,0 0 0,0 0 0,1 0 0,0 0 0,3 5 0,1 1 0,1-2 0,0 1 0,1-1 0,16 16 0,-23-24 0,0 0 0,1 0 0,-1 0 0,1 0 0,0 0 0,0-1 0,-1 1 0,1-1 0,0 0 0,0 0 0,0 0 0,0 0 0,1 0 0,-1-1 0,0 1 0,0-1 0,0 0 0,1 0 0,-1 0 0,0 0 0,0-1 0,0 1 0,0-1 0,0 0 0,4-1 0,-5 0 0,1 1 0,-1-1 0,0 1 0,0-1 0,0 0 0,-1 0 0,1 0 0,0 0 0,-1 0 0,0 0 0,1-1 0,-1 1 0,0 0 0,2-5 0,6-26 0,-9 32 0,1 42 0,1 0 0,3-1 0,18 80 0,50 115 0,-70-227 0,-3-6 0,1 0 0,-1 1 0,1-1 0,0 0 0,0 0 0,0 0 0,0 0 0,0 0 0,0 0 0,1 0 0,1 2 0,-3-24 0,-4 4-1365,-1 0-5461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9:05.7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24575,'0'8'0,"1"0"0,0 0 0,1 0 0,0 0 0,0 0 0,0 0 0,1-1 0,0 1 0,5 7 0,6 8 0,22 29 0,-35-50 0,0 0 0,1 0 0,-1 0 0,1 0 0,0 0 0,0-1 0,-1 1 0,1-1 0,0 1 0,0-1 0,0 0 0,1 0 0,2 2 0,-4-3 0,0 0 0,0 0 0,0 0 0,0 0 0,0 0 0,0 0 0,0 0 0,0 0 0,0 0 0,0 0 0,0 0 0,0-1 0,0 1 0,-1 0 0,1-1 0,0 1 0,0-1 0,0 1 0,0-1 0,0 1 0,-1-1 0,1 1 0,0-1 0,-1 0 0,1 0 0,0 1 0,-1-1 0,1 0 0,-1 0 0,1 0 0,-1 1 0,1-3 0,3-6 0,0 0 0,-1-1 0,-1 1 0,1-1 0,-1 0 0,0-12 0,0 8 0,0 1 0,6-21 0,-7 32 0,-1 1 0,1-1 0,0 0 0,-1 1 0,1-1 0,0 1 0,0-1 0,0 1 0,0 0 0,0-1 0,0 1 0,1 0 0,-1 0 0,0 0 0,1 0 0,-1 0 0,1 0 0,-1 0 0,1 0 0,2-1 0,-1 2 0,0-1 0,0 1 0,-1 0 0,1 0 0,0 0 0,0 0 0,0 0 0,-1 1 0,1-1 0,0 1 0,4 1 0,5 3 0,-1 0 0,0 1 0,0 0 0,16 13 0,11 10 0,-2 1 0,0 2 0,49 58 0,-72-73-1365,-3-2-5461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9:06.4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16 265 24575,'16'0'0,"0"-1"0,0 0 0,0-1 0,0-1 0,-1 0 0,1-2 0,28-11 0,-39 14 0,1-1 0,-1 0 0,0-1 0,0 1 0,0-1 0,0 0 0,0-1 0,-1 1 0,0-1 0,4-5 0,-5 6 0,-1-1 0,0 1 0,0-1 0,0 0 0,0 0 0,-1 1 0,1-1 0,-1 0 0,-1 0 0,1 0 0,-1 0 0,0 0 0,0 0 0,-1-5 0,1 4 0,-2 1 0,1 0 0,0 0 0,-1-1 0,0 1 0,0 0 0,-1 1 0,0-1 0,1 0 0,-1 1 0,-1 0 0,1-1 0,-1 1 0,0 0 0,0 1 0,0-1 0,0 1 0,0 0 0,-1 0 0,1 0 0,-1 0 0,0 1 0,0 0 0,0 0 0,-8-2 0,8 3 0,0 0 0,1 0 0,-1 0 0,0 0 0,0 1 0,0-1 0,1 1 0,-1 1 0,0-1 0,0 1 0,0 0 0,1 0 0,-1 0 0,0 0 0,1 1 0,-1 0 0,1 0 0,0 0 0,0 1 0,0-1 0,0 1 0,0 0 0,0 0 0,1 0 0,-1 1 0,1-1 0,0 1 0,-5 7 0,5-6 0,0 1 0,0 0 0,1-1 0,0 1 0,0 0 0,0 0 0,1 0 0,0 1 0,0-1 0,1 0 0,-1 0 0,1 1 0,1 6 0,0-4 0,1-1 0,1 1 0,-1 0 0,1-1 0,0 1 0,1-1 0,0 0 0,6 9 0,6 5 0,0-1 0,1-1 0,1-1 0,1-1 0,26 20 0,-18-17 24,1-1 0,1-1 0,0-1 0,46 19 0,-53-28-210,0-1 1,1-1-1,0-1 0,1-1 1,-1-1-1,1 0 1,28-1-1,-36-4-6640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9:54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4631 59 24575,'0'1'0,"0"0"0,0 1 0,-1-1 0,1 0 0,0 0 0,-1 0 0,1 1 0,-1-1 0,1 0 0,-1 0 0,0 0 0,1 0 0,-1 0 0,0 0 0,0 0 0,0 0 0,1 0 0,-1 0 0,0 0 0,0-1 0,0 1 0,-1 0 0,1-1 0,0 1 0,0-1 0,0 1 0,0-1 0,-1 1 0,1-1 0,0 0 0,-2 0 0,-6 2 0,0-1 0,0-1 0,-13 0 0,13 0 0,-671-2 0,405 3 0,261-2 0,0-1 0,-18-3 0,17 2 0,-25-1 0,-28-3 0,47 3 0,-34 0 0,-1013 5 0,1053-2 0,1 0 0,-17-5 0,15 3 0,-24-1 0,-40-3 0,-14-1 0,-641 9 0,720-2 0,1 0 0,-17-5 0,15 4 0,-24-3 0,-40-2 0,-13-1 0,-845 9-1365,926-1-5461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9:58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47 24575,'0'0'0,"0"0"0,0 0 0,-1 0 0,1 0 0,0 0 0,0 0 0,0 0 0,0 0 0,-1 0 0,1 0 0,0 0 0,0 0 0,0 0 0,0 0 0,-1 0 0,1 0 0,0 0 0,0 0 0,0 0 0,0 0 0,0 0 0,-1 0 0,1 0 0,0 0 0,0 0 0,0 0 0,0-1 0,0 1 0,-1 0 0,1 0 0,0 0 0,0 0 0,0 0 0,0 0 0,0-1 0,0 1 0,0 0 0,0 0 0,0 0 0,0 0 0,0-1 0,0 1 0,-1 0 0,1 0 0,6-8 0,12-4 0,-8 10 0,0-1 0,1 2 0,-1-1 0,0 2 0,19 0 0,-15 0 0,0-1 0,18-2 0,12-3 0,0 3 0,1 1 0,59 5 0,-34 4 0,13 1 0,-11-1 0,-48-4 0,29 1 0,21-5 0,60 2 0,-82 6 0,-31-4 0,24 1 0,367-3 0,-200-2 0,-24-8 0,-93 5 0,-17 2 0,-26-5 0,19 0 0,54-2 0,-65 4 0,86 4 0,-79 2 0,-43 0 0,29 5 0,13 1 0,21 0 0,27 1 0,563-8 0,-661 1 0,0 0 0,26 7 0,-28-5 0,1 3 120,-15-6-157,1 0 0,-1 0 0,0 0-1,1 1 1,-1-1 0,0 0 0,0 0 0,1 1 0,-1-1 0,0 0 0,0 0-1,0 1 1,1-1 0,-1 0 0,0 1 0,0-1 0,0 0 0,0 1 0,0-1-1,0 1 1,1-1 0,-1 0 0,0 1 0,0-1 0,0 0 0,0 1 0,0-1-1,0 0 1,-1 1 0,1-1 0,0 0 0,0 1 0,0-1 0,0 1 0,0-1-1,0 0 1,-1 0 0,1 1 0,0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49:59.8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2943 59 24575,'5'-4'0,"0"-1"0,1 1 0,-1 0 0,1 0 0,0 0 0,13-4 0,-17 7 0,0 0 0,0 0 0,0 1 0,0 0 0,0-1 0,0 1 0,0 0 0,0 0 0,0 0 0,0 0 0,0 0 0,3 1 0,-4-1 0,0 1 0,0-1 0,0 1 0,1 0 0,-1-1 0,0 1 0,0 0 0,0 0 0,-1-1 0,1 1 0,0 0 0,0 0 0,0 0 0,-1 0 0,1 0 0,0 0 0,-1 0 0,1 1 0,-1-1 0,1 0 0,-1 0 0,1 2 0,-1-2 0,1 1 0,-1 0 0,0-1 0,1 1 0,-1 0 0,0-1 0,0 1 0,0 0 0,0 0 0,0-1 0,-1 1 0,1 0 0,-1-1 0,1 1 0,-1 0 0,1-1 0,-1 1 0,0-1 0,-1 3 0,0-2 0,0 1 0,0-1 0,0 0 0,-1 0 0,1 0 0,-1-1 0,1 1 0,-1 0 0,1-1 0,-5 2 0,-3 0 0,0 1 0,0-2 0,0 0 0,0 0 0,-17 1 0,-218-4 0,-44-20 0,-49-2 0,160 16 0,-37 0 0,-344 7 0,473-4 0,-90-16 0,156 18 0,5-1 0,-120-12 0,78 9 0,-31-2 0,49 8 0,-68 9 0,57-4 0,0-2 0,-57-4 0,29 0 0,-9 1-1365,75 0-5461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04.9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3468 766 24575,'1'-1'0,"-1"0"0,1 1 0,-1-1 0,0 0 0,0 1 0,1-1 0,-1 0 0,0 1 0,0-1 0,0 0 0,0 0 0,0 1 0,0-1 0,0 0 0,0 0 0,0 1 0,0-1 0,0 0 0,0 0 0,0 1 0,-1-1 0,1 0 0,0 1 0,0-1 0,-1 0 0,1 1 0,-1-1 0,1 1 0,0-1 0,-2 0 0,-17-21 0,16 19 0,-72-64 0,3 3 0,-19-16 0,69 65 0,0 1 0,-27-13 0,14 8 0,-56-32 0,22 8 0,45 28 0,-29-16 0,17 14 0,-1 2 0,-42-12 0,49 17 0,0-1 0,-35-17 0,39 17 0,-1 2 0,0 0 0,-1 2 0,-29-4 0,43 9 0,-47-12 0,-22-4 0,5 7 0,-60-17 0,51 12 0,-58-4 0,102 13 0,26 4 0,-24-1 0,21 2 0,-22-3 0,23 1 0,-29 0 0,-284 5 0,321-1 0,0 1 0,-19 5 0,18-3 0,0-1 0,-13 1 0,10-2 0,-23 5 0,-10 0 0,-17 3 0,29-3 0,11-1 0,1 1 0,-39 14 0,-4 2 0,-16 0 0,0 4 0,-104 49 0,-92 69 0,197-93-1365,48-29-5461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06.1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1292 31 24575,'1'-1'0,"-1"0"0,0 1 0,1-1 0,-1 1 0,0-1 0,0 0 0,0 1 0,1-1 0,-1 1 0,0-1 0,0 0 0,0 1 0,0-1 0,0 0 0,0 1 0,0-1 0,0 0 0,0 1 0,-1-1 0,1 0 0,0 1 0,0-1 0,0 1 0,-1-1 0,1 1 0,0-1 0,-1 0 0,1 1 0,-1-1 0,-1 0 0,1 0 0,-1 0 0,1 0 0,-1 0 0,1 0 0,-1 0 0,0 1 0,1-1 0,-1 1 0,-3-1 0,-3 0 0,-1 0 0,1 0 0,-15 2 0,12 0 0,1 1 0,-1 0 0,1 1 0,0 0 0,0 1 0,-16 8 0,-54 36 0,44-24 0,1-2 0,1 1 0,-57 54 0,78-64 0,2 2 0,-13 18 0,-16 20 0,-91 90 0,0 3 0,128-142 0,-15 14 0,1 0 0,1 2 0,1 0 0,-17 28 0,24-33 0,-1 1 0,0-2 0,-2 1 0,1-1 0,-2-1 0,0 0 0,0 0 0,-2-2 0,-28 21 0,17-14 0,0 1 0,-38 36 0,54-45 0,1 1 0,0-1 0,0 2 0,1-1 0,0 1 0,1 0 0,-5 14 0,-25 94 0,26-85 0,-27 119-1365,30-120-5461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07.2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215 36 24575,'0'-4'0,"0"0"0,-1 1 0,1-1 0,-1 1 0,1-1 0,-2-3 0,2 7 0,-1-1 0,1 1 0,0 0 0,0-1 0,0 1 0,0 0 0,-1-1 0,1 1 0,0 0 0,0-1 0,-1 1 0,1 0 0,0 0 0,0-1 0,-1 1 0,1 0 0,0 0 0,-1 0 0,1-1 0,0 1 0,-1 0 0,1 0 0,0 0 0,-1 0 0,0 0 0,0 0 0,1 0 0,-1 0 0,0 1 0,0-1 0,0 1 0,1-1 0,-1 0 0,0 1 0,0-1 0,1 1 0,-1 0 0,0-1 0,1 1 0,-1 0 0,1-1 0,-2 2 0,-8 14 0,0 1 0,0 0 0,1 0 0,-11 34 0,17-42 0,-21 69 0,5-11 0,10-38 0,2-1 0,2 1 0,-4 44 0,-6 26 0,3-28 0,-4 59 0,10-89 0,4-31 0,0 1 0,1-1 0,1 1 0,-1 0 0,2 0 0,1 17 0,19 87 0,-9-14 0,-8-74 0,0 34 0,2 18 0,-1-49 0,0 8 0,3 0 0,12 41 0,0-26 0,46 86 0,-24-70 0,2-2 0,55 61 0,-28-43-58,20 25 217,-74-87-526,-1 0 1,-2 1-1,13 27 1,-21-37-6460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07.6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24575,'54'96'0,"99"133"0,-58-92 0,125 183 0,-180-263-1365,-31-44-5461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08.0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24575,'89'50'0,"106"78"0,-30-18 0,194 85 0,-350-190 0,336 153 0,-341-156-105,-3-1 31,0-1 0,0 1 0,0-1 0,0 1 0,-1-1-1,1 0 1,0 0 0,0 1 0,0-1 0,0 0 0,0 0 0,0 0-1,0 0 1,0 0 0,0 0 0,1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08.3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24575,'43'20'0,"14"7"0,92 29 0,-109-46 0,75 9 0,42-7 0,5 0 0,60 19 32,141 13-1429,-344-43-5429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09.8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93 24575,'-39'-38'0,"23"23"0,-29-25 0,70 69 0,13 5 0,44 49 0,-40-33 0,60 93 0,16 68 0,-102-180 0,60 88 0,-50-82 0,34 67 0,-44-70 0,-3 0 0,0 2 0,-3 0 0,-1 0 0,8 62 0,-3 21 0,-8-69 0,3 38 0,-2-17 0,0-2 0,0 25 0,1 13 0,-9-53 0,2 73 0,5-78 0,-2-31 0,0 25 0,-4-29 0,-1 149 0,-1-142 0,-1-1 0,-1 1 0,-11 32 0,-28 57 0,20-53 0,-30 54 0,29-63 0,-12 28 0,-20 40 0,20-53 0,-3-3 0,-2-1 0,-3-3 0,-90 91 0,8-24-1365,93-88-5461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10.8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1703 1 24575,'-7'0'0,"0"0"0,1 1 0,-1 0 0,0 0 0,0 0 0,1 1 0,-1 0 0,-11 6 0,9-3 0,-1 1 0,1 0 0,0 0 0,-14 15 0,9-8 0,0 0 0,-1-1 0,-1-1 0,-24 15 0,-105 56 0,130-71 0,-1 0 0,-20 21 0,-12 9 0,10-16 0,0-1 0,-46 19 0,-54 33 0,103-54 0,-73 33 0,-44 7 0,109-46 0,-9 3 0,29-12 0,0 2 0,1 0 0,0 1 0,-37 25 0,45-26 12,-1-1 0,1 0 0,-1 0-1,-1-2 1,1 0 0,-1-1 0,-32 7-1,-5-4-429,-59 2-1,81-8-203,6-1-6204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11.4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1398 0 24575,'-11'0'0,"1"1"0,-1 0 0,1 0 0,-11 3 0,15-2 0,1-1 0,-1 2 0,1-1 0,0 0 0,0 1 0,0 0 0,0 0 0,-8 8 0,2-2 0,-1 0 0,1-1 0,-2-1 0,1 0 0,-1 0 0,0-1 0,-16 5 0,-101 21 0,77-20 0,-217 40 0,94-36 0,45-6 0,69-3 0,-151 9 0,142-9 121,26-1-1607,31-5-5340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14.6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8 24575,'-3'-6'0,"8"4"0,9 5 0,11 12 0,-2 0 0,0 1 0,-1 2 0,21 20 0,-15-14 0,152 137-748,116 97-1641,168 99-1594,13-15 2754,-272-196 1534,293 247-628,-409-310 2905,-75-69-2224,-1 1-1,-1 1 1,21 34 0,-24-30-4195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15.5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 24575,'7'-5'0,"1"1"0,0 0 0,0 0 0,1 1 0,-1 0 0,0 1 0,1 0 0,0 0 0,0 1 0,-1 0 0,1 0 0,0 1 0,0 0 0,0 1 0,0 0 0,16 4 0,173 51 0,-66-16 0,277 67 0,-390-100 0,-16-5 0,-13-3 0,-290-70 0,-102-63 0,388 127 0,11 6 0,1-1 0,-1 1 0,0 0 0,1 0 0,-1 0 0,0 0 0,0 0 0,-3 0 0,6 1 0,0 0 0,-1 0 0,1 0 0,0 0 0,0 0 0,0 0 0,-1 0 0,1 0 0,0 1 0,0-1 0,0 0 0,-1 0 0,1 0 0,0 0 0,0 0 0,0 0 0,0 0 0,0 0 0,-1 0 0,1 1 0,0-1 0,0 0 0,0 0 0,0 0 0,0 0 0,0 1 0,-1-1 0,1 0 0,0 0 0,0 0 0,0 0 0,0 1 0,0-1 0,0 0 0,0 0 0,0 0 0,0 1 0,0-1 0,2 11 0,8 8 0,8 3 0,0 0 0,1-1 0,1-2 0,23 19 0,-7-6 0,-26-23-82,9 8 153,-1 1 0,18 22 0,-31-34-196,-1 1 0,0-1 1,0 0-1,-1 1 0,1 0 1,-2 0-1,1 0 1,-1 0-1,0 0 0,0 1 1,1 12-1,-3-7-6701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16.2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24575,'9'17'0,"7"8"0,0 5 0,-3 0 0,-4-3 0,0-1 0,-2-3 0,-3-5-8191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17.9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97 119 24575,'-6'-8'0,"2"11"0,3-1 0,1-1 0,0 1 0,-1 0 0,1-1 0,0 1 0,0 0 0,0-1 0,0 4 0,8 34 0,2-2 0,22 58 0,8 26 0,-40-121 0,0 1 0,1 0 0,-1 0 0,0 0 0,0-1 0,1 1 0,-1 0 0,0 0 0,0 0 0,0-1 0,0 1 0,0 0 0,0 0 0,0 0 0,0 0 0,-1-1 0,1 1 0,0 0 0,0 0 0,-1 0 0,0-1 0,1 0 0,-1 0 0,1 0 0,-1 0 0,1 0 0,-1 0 0,1 0 0,-1 0 0,1 0 0,-1-1 0,1 1 0,-1 0 0,1 0 0,-1-1 0,1 1 0,-1 0 0,1-1 0,0 1 0,-1 0 0,1-1 0,-1 0 0,-24-27 0,11 5 0,0 0 0,-17-41 0,18 36 0,-5-16 0,3 0 0,-15-61 0,30 104 0,-1-3 0,0 0 0,0 1 0,1-1 0,0 0 0,-1 0 0,1 1 0,0-1 0,1 0 0,-1 0 0,2-6 0,-1 9 0,-1-1 0,1 1 0,0-1 0,0 1 0,0-1 0,0 1 0,0 0 0,0-1 0,0 1 0,0 0 0,0 0 0,1-1 0,-1 1 0,0 0 0,1 0 0,-1 1 0,1-1 0,-1 0 0,1 0 0,-1 1 0,1-1 0,0 1 0,-1-1 0,1 1 0,2 0 0,4-1 0,1 1 0,-1 0 0,1 0 0,-1 1 0,1 0 0,-1 1 0,1-1 0,-1 2 0,0-1 0,0 1 0,0 1 0,-1-1 0,15 10 0,-4-1 0,-1 1 0,0 0 0,-1 2 0,19 21 0,-23-23 0,-2 0 0,0 1 0,0 0 0,11 23 0,-17-27 0,0-1 0,0 1 0,-1 0 0,0 0 0,-1 0 0,0 0 0,0 0 0,0 18 0,-2-24-5,-1-1-1,1 1 0,-1 0 0,1 0 1,-1 0-1,-1 0 0,1 0 0,0-1 1,-1 1-1,0 0 0,0-1 0,0 1 1,-4 4-1,2-4 28,0 0 0,0 0 1,0 0-1,-1 0 0,0-1 0,1 0 1,-1 0-1,-8 4 0,0-3-208,1 1 1,-1-1-1,0-1 0,0-1 1,0 1-1,-1-2 1,-17 0-1,19-1-6640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18.3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24575,'13'24'0,"5"14"0,1 4 0,-1-1 0,0-4 0,-5-3 0,-1-5 0,-2-4 0,-2-2 0,-1-3 0,-2-2 0,-4-4 0,-3-4-8191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18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339 25 24575,'-30'-5'0,"-14"-2"0,-2 1 0,2 1 0,3 4 0,6 2 0,4 3 0,6 1 0,1 3 0,5-1-8191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18.9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24575,'12'30'0,"4"11"0,2 3 0,0-6 0,0-5 0,-3-4 0,-3-7 0,-2-4 0,-3-4 0,-3-1 0,-2-5 0,-4-7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19.2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1 104 24575,'29'-14'0,"13"-6"0,1 1 0,-4 4 0,-6 2 0,-7 3 0,-5 4 0,-8 2 0,-9 2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19.5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24575,'10'0'0,"5"0"0,4 0 0,-1 2 0,1 1 0,-2 1 0,0-2 0,-1 0 0,-1-1 0,0 0 0,-1-1 0,0 2 0,0 1 0,1 0 0,-1 0 0,-2-4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19.9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24575,'0'15'0,"0"9"0,0 4 0,3-1 0,0-2 0,3-4 0,-1-2 0,3-2 0,-1-2 0,1 0 0,1-1 0,0-1 0,0-1 0,-1-1 0,-2-5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20.1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484 61 24575,'-29'-10'0,"-16"-3"0,-3 0 0,2 3 0,6 3 0,3 3 0,7 1 0,2 2 0,2 1 0,0 3 0,0 1 0,-3 2 0,1 0 0,2 0 0,6-3-8191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20.8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24575,'12'18'0,"7"7"0,2 2 0,-2 0 0,-2-6 0,-4-3 0,-4-3 0,-3-6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21.0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24575,'4'2'0,"3"4"0,2 3 0,-1 2 0,-1 2 0,-3 1 0,2-1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21.4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21 24575,'-24'-7'0,"-34"-4"0,51 10 0,0 0 0,1 1 0,-1 0 0,0 0 0,0 0 0,0 1 0,0 0 0,1 1 0,-14 4 0,19-6 0,-1 1 0,1-1 0,0 1 0,-1 0 0,1 0 0,0-1 0,-1 1 0,1 0 0,0 0 0,0 0 0,0 1 0,0-1 0,0 0 0,0 0 0,0 0 0,0 1 0,1-1 0,-1 1 0,0-1 0,1 0 0,-1 1 0,1-1 0,0 1 0,-1-1 0,1 1 0,0-1 0,0 1 0,0 0 0,0-1 0,0 1 0,0-1 0,0 1 0,1-1 0,-1 1 0,1-1 0,-1 1 0,1-1 0,0 3 0,3 3 0,0 0 0,0-1 0,0 1 0,0-1 0,1 0 0,8 8 0,12 9 0,0-1 0,37 25 0,60 31 0,-121-77 0,1-1 0,-1 1 0,1 0 0,-1 0 0,0 0 0,0 1 0,1-1 0,-1 0 0,0 0 0,0 1 0,1 1 0,-2-3 0,0 0 0,0 0 0,0 1 0,0-1 0,0 0 0,0 0 0,0 1 0,0-1 0,0 0 0,0 0 0,0 0 0,0 1 0,0-1 0,0 0 0,0 0 0,0 1 0,0-1 0,0 0 0,0 0 0,0 0 0,-1 1 0,1-1 0,0 0 0,0 0 0,0 0 0,0 1 0,0-1 0,-1 0 0,1 0 0,-13 4 0,-134-3 0,71-3 0,12 2-1365,48 0-5461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22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104 260 24575,'83'-24'0,"-74"20"0,0 1 0,-1-1 0,1-1 0,-1 0 0,0 0 0,-1 0 0,8-7 0,-13 10 0,0 0 0,0 0 0,0 0 0,-1 1 0,1-1 0,-1-1 0,1 1 0,-1 0 0,0 0 0,0-1 0,0 1 0,0 0 0,0-1 0,0 1 0,-1-1 0,1 1 0,-1-1 0,0 1 0,1-1 0,-1 1 0,-1-1 0,1 0 0,0 1 0,0-1 0,-1 1 0,0-1 0,1 1 0,-1 0 0,-2-4 0,0 0 0,0 1 0,-1 0 0,0 0 0,0 0 0,-1 0 0,1 0 0,-1 1 0,0 0 0,0 0 0,-9-5 0,-62-34 0,68 40 0,0-1 0,-1 2 0,1-1 0,-1 1 0,1 0 0,-1 0 0,-16 0 0,23 2 0,0 0 0,0 0 0,0 1 0,0-1 0,0 1 0,0-1 0,0 1 0,0-1 0,0 1 0,0 0 0,0 0 0,0 0 0,0 0 0,1 1 0,-1-1 0,-2 2 0,2 0 0,0 0 0,0 0 0,0-1 0,0 1 0,0 0 0,1 0 0,-1 1 0,1-1 0,-1 4 0,0 3 0,0 0 0,1 0 0,0 0 0,0 0 0,3 19 0,-1-22 0,0 0 0,1 0 0,0-1 0,1 1 0,0-1 0,0 0 0,0 1 0,0-1 0,1-1 0,0 1 0,0 0 0,1-1 0,0 0 0,0 0 0,0 0 0,0-1 0,7 5 0,7 3 0,0 0 0,1-1 0,0-1 0,21 8 0,-20-10 0,-1-1 0,1-1 0,0-1 0,0-1 0,1-1 0,-1-1 0,1 0 0,0-2 0,-1-1 0,23-3 0,-41 4 10,0-1 0,0 1 0,0-1 0,0 0 0,0 0 0,0-1 0,0 1 0,0 0 0,0-1 0,-1 0 0,4-2 0,-4 2-75,-1 1 1,0 0-1,0-1 1,0 1-1,0 0 1,-1-1-1,1 1 0,0-1 1,-1 0-1,1 1 1,-1-1-1,1 1 1,-1-1-1,0 0 0,1 0 1,-1 1-1,0-1 1,0 0-1,0 1 1,-1-1-1,1 0 1,-1-2-1,-2-8-6761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22.6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24575,'27'39'0,"3"-1"0,49 48 0,-65-73 0,0-1 0,0 0 0,1-1 0,0-1 0,1-1 0,0 0 0,1 0 0,0-2 0,26 8 0,-41-14 0,-1-1 0,1 1 0,-1-1 0,1 0 0,0 1 0,-1-1 0,1 0 0,0 0 0,-1 0 0,1 0 0,-1-1 0,1 1 0,0 0 0,-1-1 0,1 1 0,-1-1 0,1 1 0,-1-1 0,3-1 0,-2 0 0,-1 1 0,0-1 0,0 1 0,0-1 0,0 1 0,0-1 0,0 0 0,-1 1 0,1-1 0,0 0 0,-1 0 0,0 1 0,1-1 0,-1 0 0,0 0 0,0 0 0,0-2 0,0-4 0,-1-1 0,1 1 0,-2 0 0,1-1 0,-1 1 0,-1 0 0,1 0 0,-1 0 0,-1 1 0,-6-13 0,-7-6 0,-29-37 0,33 46 0,10 14-227,1 0-1,-1 0 1,0 0-1,0 1 1,-3-3-1,-3-1-6598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23.6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222 572 24575,'-23'-10'0,"-52"-19"0,65 25 0,-1 1 0,0 1 0,-1 0 0,-20-1 0,30 2 0,1 1 0,-1 0 0,0 0 0,0 0 0,0 1 0,0-1 0,1 0 0,-1 1 0,0-1 0,0 1 0,1 0 0,-1-1 0,0 1 0,1 0 0,-1 0 0,0 0 0,1 0 0,0 0 0,-1 1 0,1-1 0,0 0 0,-1 1 0,1-1 0,0 1 0,0-1 0,0 1 0,0-1 0,0 1 0,1 0 0,-1 0 0,1-1 0,-1 1 0,1 0 0,-1 0 0,1 0 0,0-1 0,0 1 0,0 0 0,0 0 0,0 2 0,1 3 0,-1 0 0,2 0 0,-1 0 0,1 0 0,0 0 0,0 0 0,1-1 0,-1 1 0,7 8 0,-6-10 0,6 10 0,2 0 0,14 17 0,-22-28 0,-1-1 0,1-1 0,0 1 0,0 0 0,0-1 0,1 1 0,-1-1 0,0 0 0,1 0 0,0-1 0,-1 1 0,1-1 0,0 1 0,0-1 0,0-1 0,6 2 0,-8-2 0,1-1 0,0 1 0,0-1 0,-1 1 0,1-1 0,0 0 0,-1 0 0,1 0 0,-1 0 0,1-1 0,-1 1 0,0-1 0,1 1 0,-1-1 0,0 0 0,0 0 0,0 0 0,0 0 0,-1 0 0,1 0 0,-1 0 0,1-1 0,-1 1 0,0-1 0,2-2 0,0-3 0,0 1 0,-1-1 0,0 1 0,0-1 0,-1 0 0,0 0 0,0-12 0,-1 9 0,0 18 0,1 18 0,0-22 0,-1-1 0,1 1 0,0 0 0,0-1 0,0 1 0,1-1 0,-1 0 0,0 1 0,1-1 0,0 0 0,-1 0 0,1 0 0,0 0 0,0 0 0,0 0 0,1-1 0,-1 1 0,0-1 0,1 1 0,-1-1 0,1 0 0,-1 0 0,1 0 0,-1 0 0,1 0 0,0-1 0,-1 1 0,1-1 0,4 0 0,-2 0 0,-1 0 0,1 0 0,0-1 0,-1 1 0,1-1 0,-1 0 0,1-1 0,-1 1 0,0-1 0,0 0 0,1 0 0,-1 0 0,-1 0 0,1-1 0,0 0 0,0 0 0,3-4 0,1-1 0,-1-1 0,0-1 0,-1 1 0,0-1 0,0 0 0,-1 0 0,-1-1 0,6-16 0,-6 11 0,-1 0 0,0 0 0,-1-1 0,-1 1 0,-1-22 0,-3-3 0,-3 0 0,-1 1 0,-25-77 0,30 110 0,-32-92 0,29 85 0,-2-1 0,0 1 0,-1 0 0,-15-19 0,22 32 0,1 0 0,-1 0 0,1 1 0,-1-1 0,1 0 0,-1 1 0,0-1 0,1 1 0,-1-1 0,0 0 0,1 1 0,-1 0 0,0-1 0,0 1 0,0-1 0,1 1 0,-1 0 0,-1-1 0,1 2 0,1-1 0,-1 0 0,1 0 0,0 0 0,-1 0 0,1 1 0,0-1 0,-1 0 0,1 0 0,0 1 0,-1-1 0,1 0 0,0 1 0,-1-1 0,1 0 0,0 1 0,0-1 0,-1 0 0,1 1 0,0-1 0,0 1 0,0-1 0,0 0 0,-1 1 0,1 0 0,-1 3 0,1 0 0,-1 0 0,1 1 0,0-1 0,0 0 0,0 5 0,6 28 0,1 0 0,1 0 0,18 46 0,49 103 0,-74-183 0,19 43 0,33 55 0,-44-86 0,0-1 0,1-1 0,1 0 0,0 0 0,0-1 0,1-1 0,25 19 0,-33-27 0,1 0 0,-1-1 0,1 0 0,-1 1 0,1-2 0,0 1 0,0 0 0,0-1 0,0 0 0,0 0 0,0 0 0,9-1 0,-11 0 0,0-1 0,0 1 0,0-1 0,0 0 0,0 1 0,0-2 0,0 1 0,-1 0 0,1 0 0,0-1 0,-1 0 0,1 1 0,-1-1 0,1 0 0,-1 0 0,0 0 0,0 0 0,0-1 0,0 1 0,0-1 0,-1 1 0,3-5 0,-1-1 0,0 0 0,-1 0 0,0 0 0,0 0 0,-1 0 0,0 0 0,0 0 0,-1-1 0,0 1 0,-1 0 0,0 0 0,0-1 0,0 1 0,-1 0 0,-5-12 0,7 19 0,0 1 0,0 0 0,0 0 0,0 0 0,0 0 0,0 0 0,0 0 0,0 0 0,0 0 0,0 0 0,0 0 0,0 0 0,0 0 0,0-1 0,0 1 0,0 0 0,0 0 0,0 0 0,0 0 0,-1 0 0,1 0 0,0 0 0,0 0 0,0 0 0,0 0 0,0 0 0,0 0 0,0 0 0,0 0 0,0 0 0,0 0 0,0 0 0,0 0 0,0 0 0,0 0 0,-1 0 0,1 0 0,0 0 0,0 0 0,0 0 0,0 0 0,0 0 0,0 0 0,0 0 0,0 0 0,0 0 0,0 0 0,0 0 0,0 0 0,-1 0 0,1 0 0,0 0 0,0 0 0,0 0 0,0 0 0,0 0 0,0 0 0,-2 6 0,1 9 0,0-10 0,1 0 0,0 0 0,1 0 0,-1 0 0,1-1 0,0 1 0,0 0 0,1 0 0,-1-1 0,1 1 0,0-1 0,0 1 0,1-1 0,-1 0 0,1 0 0,0 0 0,0 0 0,0 0 0,1-1 0,-1 0 0,1 1 0,0-1 0,0 0 0,0-1 0,0 1 0,0-1 0,1 0 0,-1 0 0,1 0 0,-1-1 0,1 1 0,0-1 0,8 1 0,-4-1 0,1-1 0,0 0 0,0 0 0,-1-1 0,19-4 0,-22 3 0,-1 0 0,1 0 0,-1 0 0,0-1 0,1 1 0,-1-2 0,-1 1 0,1 0 0,0-1 0,7-8 0,-10 10 0,0 0 0,1-1 0,-1 1 0,0 0 0,1 0 0,-1 0 0,1 0 0,3-2 0,-5 4 0,0-1 0,1 1 0,-1 0 0,0 0 0,1 0 0,-1 0 0,0 0 0,1 0 0,-1 0 0,0 0 0,0 0 0,1 0 0,-1 1 0,0-1 0,1 1 0,-1-1 0,0 1 0,0-1 0,0 1 0,2 1 0,9 7-170,0 0-1,-1 1 0,-1 0 1,0 1-1,0 0 0,-1 0 1,11 20-1,-11-19-6655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24.2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237 97 24575,'-24'-16'0,"-53"-33"0,67 44 0,0 0 0,0 0 0,-1 1 0,0 1 0,-19-5 0,28 8 0,0-1 0,0 1 0,0 0 0,0 0 0,0 0 0,0 0 0,0 0 0,0 0 0,0 1 0,0-1 0,0 1 0,0-1 0,0 1 0,0 0 0,0 0 0,0 0 0,0 0 0,-3 2 0,4-1 0,0-1 0,0 1 0,-1-1 0,1 1 0,0 0 0,1-1 0,-1 1 0,0 0 0,0 0 0,1-1 0,-1 1 0,1 0 0,-1 0 0,1 0 0,0 0 0,0 0 0,0 0 0,0 0 0,0 0 0,1 2 0,1 5 0,0-1 0,0 1 0,1 0 0,0-1 0,0 0 0,1 0 0,1 0 0,-1 0 0,11 12 0,-5-7 0,0-1 0,1-1 0,1 0 0,21 16 0,-29-24 0,0-1 0,0 1 0,0-1 0,0 0 0,0 0 0,0-1 0,0 1 0,1-1 0,-1 0 0,0 0 0,7 0 0,-9-1 0,1 0 0,-1 0 0,0 0 0,1-1 0,-1 1 0,1-1 0,-1 1 0,0-1 0,0 0 0,1 0 0,-1 0 0,0-1 0,0 1 0,0 0 0,0-1 0,0 1 0,0-1 0,-1 0 0,1 1 0,0-1 0,-1 0 0,2-2 0,2-4 0,-1 1 0,0-1 0,0 0 0,-1 0 0,0 0 0,3-13 0,5-52 0,-10 68 0,-1 4 0,0 0 0,0 0 0,0 0 0,0-1 0,1 1 0,-1 0 0,1 0 0,-1 0 0,1 0 0,-1 0 0,2-2 0,-2 3 0,0 0 0,0-1 0,1 1 0,-1 0 0,0 0 0,1 0 0,-1-1 0,0 1 0,0 0 0,1 0 0,-1 0 0,0 0 0,1 0 0,-1 0 0,1-1 0,-1 1 0,0 0 0,1 0 0,-1 0 0,0 0 0,1 0 0,-1 0 0,0 0 0,1 1 0,-1-1 0,3 1 0,-1 0 0,0 0 0,0 0 0,0 1 0,0-1 0,0 1 0,0-1 0,-1 1 0,4 3 0,13 18-95,17 29 0,-22-32-1080,-6-11-5651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24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24575,'63'72'-182,"-3"4"0,-4 2 0,-3 2 0,-3 3 0,58 133 0,-88-169 728,19 69 0,-38-114-546,-1-1 0,0 0 0,1 0 0,-1 0 0,0 0 0,0 0 0,0 0 0,0 0 0,0 1 0,0-1 0,0 0 0,0 0 0,0 0 0,-1 0 0,1 0 0,-1 1 0,1-1 0,0-1 0,-1 0 0,1 1 0,-1-1 0,1 1 0,0-1 0,-1 0 0,1 0 0,-1 1 0,1-1 0,-1 0 0,1 0 0,-1 1 0,1-1 0,-1 0 0,1 0 0,-1 0 0,1 0 0,-1 0 0,1 0 0,-1 0 0,1 0 0,-2 0 0,-1-1 0,0 1 0,-1-1 0,1 0 0,0-1 0,0 1 0,0 0 0,0-1 0,-5-3 0,-42-32 0,-72-68 0,116 99 0,4 5 0,0-1 0,0 1 0,0-1 0,0 0 0,0 0 0,1 0 0,-1 0 0,1 0 0,-1 0 0,1 0 0,0 0 0,0-1 0,0 1 0,-1-4 0,2 6 0,0-1 0,0 1 0,1-1 0,-1 1 0,0-1 0,1 1 0,-1-1 0,0 1 0,1-1 0,-1 1 0,0-1 0,1 1 0,-1 0 0,1-1 0,-1 1 0,1 0 0,-1-1 0,1 1 0,-1 0 0,1 0 0,-1-1 0,1 1 0,0 0 0,-1 0 0,1 0 0,-1 0 0,1 0 0,0 0 0,-1 0 0,1 0 0,-1 0 0,1 0 0,-1 0 0,1 0 0,0 0 0,0 1 0,24 3 0,-25-4 0,50 15 0,-30-9 0,1 0 0,0-1 0,41 5 0,-55-10 0,-1 0 0,1 0 0,-1-1 0,0 1 0,1-2 0,-1 1 0,0-1 0,0 1 0,0-2 0,0 1 0,0-1 0,-1 0 0,1 0 0,-1 0 0,1-1 0,-1 0 0,8-8 0,-7 5 0,0 0 0,0 0 0,-1 0 0,0-1 0,0 0 0,-1 0 0,0 0 0,-1-1 0,1 1 0,-2-1 0,1 0 0,-1 1 0,-1-1 0,1 0 0,-1 0 0,-1-1 0,-1-11 0,1 19 0,0 0 0,0-1 0,-1 1 0,0-1 0,1 1 0,-1 0 0,0-1 0,0 1 0,0 0 0,-1 0 0,1 0 0,0 0 0,-1 0 0,1 0 0,-1 0 0,0 1 0,0-1 0,0 0 0,1 1 0,-4-2 0,4 3 0,0-1 0,-1 1 0,1-1 0,0 1 0,-1-1 0,1 1 0,-1 0 0,1 0 0,0 0 0,-1 0 0,1 0 0,-1 0 0,1 0 0,-1 0 0,1 0 0,0 1 0,-1-1 0,1 1 0,-1-1 0,1 1 0,0-1 0,0 1 0,-1 0 0,1 0 0,0 0 0,0 0 0,0-1 0,0 1 0,0 1 0,0-1 0,0 0 0,0 0 0,0 0 0,-1 3 0,-1 1 0,0 1 0,1 0 0,0 0 0,0 0 0,0 0 0,0 1 0,1-1 0,0 1 0,0-1 0,1 9 0,0 6 0,5 38 0,-3-46 0,1 0 0,0 0 0,1-1 0,1 0 0,-1 0 0,2 0 0,0 0 0,8 11 0,-8-14 0,0 0 0,1 0 0,1-1 0,-1 0 0,1-1 0,0 0 0,1 0 0,0 0 0,0-1 0,11 5 0,-15-9-85,1 0 0,0 0-1,0-1 1,0 1 0,0-1-1,0-1 1,0 1 0,0-1-1,0 0 1,0-1 0,0 1-1,0-1 1,0 0 0,0-1-1,5-1 1,2-1-6741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25.2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134 432 24575,'-15'9'0,"0"0"0,1 0 0,0 1 0,1 1 0,-17 17 0,26-24 0,1 1 0,-1-1 0,1 1 0,0 0 0,0 0 0,1 0 0,-1 0 0,1 0 0,-1 6 0,2-8 0,0 1 0,1-1 0,0 1 0,-1 0 0,1-1 0,1 1 0,-1-1 0,0 1 0,1 0 0,0-1 0,0 1 0,0-1 0,0 0 0,1 1 0,1 3 0,-1-4 0,0 0 0,-1 0 0,1 0 0,0-1 0,1 1 0,-1-1 0,0 0 0,1 1 0,-1-1 0,1 0 0,0-1 0,0 1 0,-1 0 0,1-1 0,0 1 0,1-1 0,-1 0 0,4 1 0,-4-2 0,-1 0 0,1 1 0,-1-1 0,0 0 0,1-1 0,-1 1 0,1 0 0,-1-1 0,1 1 0,-1-1 0,0 0 0,1 0 0,-1 0 0,0 0 0,0 0 0,0 0 0,0 0 0,0-1 0,0 1 0,0-1 0,0 0 0,0 0 0,-1 1 0,1-1 0,1-3 0,3-6 0,0 0 0,0 0 0,-1-1 0,-1 0 0,0 0 0,0 0 0,-1 0 0,-1-1 0,2-21 0,-2-5 0,-7-72 0,1 75 0,-2 1 0,-16-57 0,-34-63 0,46 128 0,8 26 0,1 6 0,0 9 0,4 5 0,-1-1 0,2 1 0,9 26 0,24 53 0,-32-86 0,115 228 0,-58-125 0,-45-83-1365,-3-7-5461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26.3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38 24575,'1'-2'0,"-1"0"0,1 0 0,0 0 0,0 0 0,-1 0 0,1 0 0,1 0 0,-1 1 0,0-1 0,0 0 0,1 1 0,-1-1 0,0 1 0,1-1 0,0 1 0,-1 0 0,1 0 0,0 0 0,0 0 0,-1 0 0,1 0 0,0 0 0,0 0 0,0 1 0,0-1 0,0 1 0,0 0 0,0-1 0,0 1 0,1 0 0,-1 0 0,0 0 0,0 1 0,0-1 0,0 0 0,0 1 0,0-1 0,0 1 0,3 1 0,2 1 0,0 0 0,-1 1 0,1-1 0,-1 1 0,0 1 0,0-1 0,-1 1 0,1 0 0,-1 0 0,6 7 0,5 10 0,21 34 0,-33-49 0,-1 0 0,0 0 0,0 0 0,0 0 0,-1 0 0,0 0 0,-1 1 0,1-1 0,-1 1 0,0 10 0,-1-15 0,-1 0 0,1 0 0,-1 0 0,1-1 0,-1 1 0,0 0 0,0 0 0,0-1 0,0 1 0,0-1 0,-1 1 0,1-1 0,-1 1 0,0-1 0,1 0 0,-4 3 0,1-2 0,1 0 0,-1-1 0,0 0 0,1 0 0,-1 0 0,0 0 0,0 0 0,0-1 0,-9 2 0,2-1 0,0-1 0,0 0 0,0-1 0,0 0 0,0 0 0,0-1 0,-19-5 0,20 3 0,-1 0 0,1-1 0,0 0 0,0-1 0,1 0 0,-1 0 0,1-1 0,0-1 0,1 1 0,-10-11 0,13 13 0,1-1 0,0 1 0,0-1 0,0 0 0,1-1 0,0 1 0,-1-1 0,2 0 0,-1 1 0,1-1 0,0 0 0,0 0 0,1-1 0,0 1 0,0 0 0,0 0 0,1-1 0,0-10 0,0 15 0,1 1 0,-1-1 0,0 0 0,1 0 0,-1 0 0,1 0 0,0 1 0,0-1 0,0 0 0,0 1 0,0-1 0,0 1 0,0-1 0,0 1 0,1-1 0,-1 1 0,3-2 0,-1 1 0,0 0 0,0 0 0,0 1 0,0 0 0,1-1 0,-1 1 0,1 0 0,6-1 0,0 1 0,-1 1 0,1 0 0,0 0 0,0 0 0,19 5 0,-15-1-1365,-1-1-5461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26.9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24575,'34'42'0,"-9"-10"0,35 33 0,-54-59 0,0 0 0,1 0 0,0-1 0,0 0 0,0 0 0,13 5 0,-18-9 0,1 0 0,-1 0 0,1 0 0,-1-1 0,1 1 0,0-1 0,-1 0 0,1 0 0,0 0 0,-1 0 0,1 0 0,0 0 0,-1-1 0,1 1 0,-1-1 0,1 0 0,-1 0 0,1 0 0,-1 0 0,0 0 0,1 0 0,-1-1 0,0 1 0,0-1 0,3-2 0,0-1 0,-1 1 0,0 0 0,0-1 0,-1 0 0,0 0 0,1 0 0,-2-1 0,5-8 0,-1-2 0,5-29 0,-8 33 0,-3 11 0,0-1 0,0 1 0,1 0 0,-1 0 0,1 0 0,-1 0 0,1-1 0,-1 1 0,1 0 0,-1 0 0,1 0 0,0 0 0,0 0 0,-1 1 0,1-1 0,0 0 0,0 0 0,0 0 0,1 0 0,-1 0 0,0 1 0,1 0 0,-1 0 0,0-1 0,0 1 0,0 0 0,0 0 0,0 0 0,0 0 0,1 1 0,-1-1 0,0 0 0,0 0 0,0 1 0,0-1 0,2 1 0,4 3 0,-1 0 0,0 0 0,0 0 0,11 11 0,-15-13 0,65 54 73,21 20-1511,-75-63-5388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28.2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24575,'2'4'0,"1"-1"0,-1 0 0,0 1 0,0-1 0,0 1 0,-1 0 0,2 6 0,6 11 0,-2-9 0,1-1 0,0-1 0,1 1 0,0-1 0,0-1 0,1 0 0,0 0 0,1-1 0,0 0 0,0 0 0,22 9 0,-30-15 0,0-1 0,0 0 0,1 0 0,-1 0 0,0 0 0,0 0 0,1-1 0,-1 1 0,0-1 0,1 0 0,-1 0 0,0 0 0,1-1 0,-1 1 0,0-1 0,0 0 0,1 0 0,-1 0 0,0 0 0,0 0 0,3-2 0,-2 0 0,-1 0 0,1 1 0,0-1 0,-1-1 0,0 1 0,0 0 0,0-1 0,0 0 0,-1 0 0,1 1 0,-1-2 0,0 1 0,0 0 0,2-9 0,-1 3 0,-1 0 0,0-1 0,1-11 0,-3 18 0,0-1 0,0 0 0,0 0 0,0 0 0,-1 0 0,0 0 0,0 1 0,-3-9 0,14 38 0,-7-14 0,2 1 0,0-1 0,7 13 0,-6-16 0,0 0 0,0-1 0,0 0 0,1 0 0,1 0 0,8 6 0,3 0 0,30 15 0,-46-26 0,-1-1 0,1 0 0,-1 0 0,1 0 0,0 0 0,0 0 0,-1 0 0,1-1 0,0 0 0,0 1 0,0-1 0,0 0 0,-1 0 0,1-1 0,6 0 0,-8 0 0,1 0 0,0 1 0,-1-1 0,1 0 0,0 0 0,-1-1 0,1 1 0,-1 0 0,0 0 0,1-1 0,-1 1 0,0-1 0,0 1 0,0-1 0,0 1 0,0-1 0,0 0 0,0 1 0,0-1 0,-1 0 0,1 0 0,-1 0 0,1 1 0,-1-5 0,2-15 0,-1-1 0,-1 0 0,-3-31 0,-2 34 0,3 12 0,9 17 0,3 6 0,0 0 0,1-1 0,1-1 0,0 0 0,1-1 0,0 0 0,1-1 0,1 0 0,0-1 0,0-1 0,19 9 0,-31-17 0,0-1 0,0 0 0,1 0 0,-1 0 0,1 0 0,-1 0 0,1 0 0,-1-1 0,1 0 0,-1 0 0,1 0 0,-1 0 0,5-1 0,-6 0 0,0 1 0,0-1 0,0 0 0,-1 0 0,1 0 0,0 0 0,-1 0 0,1 0 0,-1 0 0,1-1 0,-1 1 0,1 0 0,-1-1 0,0 1 0,0-1 0,0 0 0,0 1 0,0-1 0,0 0 0,0 0 0,-1 1 0,1-1 0,0 0 0,-1 0 0,1-2 0,0-5 0,-1 1 0,1 0 0,-1 0 0,0 0 0,-1-1 0,-2-7 0,0-19 0,3 34 0,0 1 0,0 0 0,-1 0 0,1-1 0,0 1 0,0 0 0,1 0 0,-1-1 0,0 1 0,0 0 0,0 0 0,0-1 0,0 1 0,0 0 0,0 0 0,0-1 0,0 1 0,0 0 0,1 0 0,-1-1 0,0 1 0,0 0 0,0 0 0,0 0 0,1 0 0,-1-1 0,0 1 0,0 0 0,1 0 0,-1 0 0,0 0 0,0 0 0,1-1 0,-1 1 0,0 0 0,1 0 0,11 3 0,15 14 0,-24-15 0,122 76 0,-107-69 0,1 0 0,0-1 0,0-1 0,1-1 0,24 5 0,11 0-1365,-42-9-5461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28.4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24575,'15'5'0,"7"6"0,0 4 0,-4 2 0,-3 1 0,-3-1 0,-4-1 0,-4 0 0,-2-1 0,-1 0 0,-4-3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28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90 24575,'0'-22'0,"0"-5"0,0 5 0,0 8 0,0 10 0,-3 7 0,0 8 0,-3 5 0,0 2 0,2 1 0,0-4-8191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28.9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24575,'25'32'0,"10"15"0,4 5 0,-2-2 0,-4-1 0,-7-5 0,-4-5 0,-3-4 0,-4-3 0,0-2 0,-2-1 0,-2-4 0,-3-3 0,-3-2 0,-3-4 0,-1 0 0,-1-4-8191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29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264 49 24575,'-9'-12'0,"-7"-2"0,-2 2 0,-3 5 0,-1 4 0,-1 4 0,-2 6 0,-1 3 0,-2 0 0,0 1 0,1-1 0,6-3-8191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29.9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37 24575,'-8'-5'0,"0"0"0,0 0 0,0 1 0,-1 0 0,1 1 0,-1 0 0,0 0 0,-9-1 0,15 4 0,1 0 0,0 0 0,-1 0 0,1 0 0,0 0 0,-1 0 0,1 0 0,-1 1 0,1 0 0,0-1 0,0 1 0,-1 0 0,1 0 0,0 0 0,-2 1 0,2 0 0,0 0 0,0 0 0,1 0 0,-1 0 0,1 0 0,-1 0 0,1 0 0,0 0 0,0 0 0,-1 1 0,2-1 0,-1 0 0,0 1 0,0-1 0,1 1 0,0-1 0,-1 4 0,-1 18 0,2 0 0,3 43 0,-3-65 0,1 0 0,0 0 0,-1 0 0,1 0 0,0 0 0,0 0 0,0 0 0,0 0 0,0 0 0,0 0 0,1-1 0,-1 1 0,1 0 0,-1-1 0,1 1 0,0-1 0,-1 0 0,1 0 0,0 1 0,4 0 0,4 3 0,0-1 0,21 6 0,-13-4 0,33 12 0,73 21 0,-110-35 20,0-2 0,0 1 0,-1-2 0,1 0 0,22-1 0,-33 0-77,1-1 0,0 1 0,0-1 0,-1 0-1,1 0 1,0 0 0,-1 0 0,1-1 0,-1 1 0,0-1 0,1 0 0,-1 0-1,0 0 1,0-1 0,0 1 0,-1-1 0,1 1 0,0-1 0,-1 0 0,0 0 0,0 0-1,0-1 1,0 1 0,0 0 0,1-5 0,1-4-6769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30.1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24575,'7'12'0,"6"7"0,-1 2 0,1 1 0,-2-2 0,0-1 0,-2-2 0,-1-1 0,0-1 0,-1-3 0,0-1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30.2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24575,'10'9'0,"3"7"0,2 5 0,-2 1 0,-3-3-8191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30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29 303 24575,'6'9'0,"0"-1"0,0 0 0,0 0 0,1 0 0,0-1 0,0 0 0,15 10 0,-22-17 0,0 1 0,1-1 0,-1 0 0,0 0 0,1 1 0,-1-1 0,0 0 0,1 0 0,-1 0 0,1 0 0,-1 1 0,1-1 0,-1 0 0,0 0 0,1 0 0,-1 0 0,1 0 0,-1 0 0,1 0 0,-1 0 0,1-1 0,1-6 0,-7-15 0,4 20 0,-39-99 0,1 4 0,34 81 0,0 0 0,2 1 0,0-2 0,-2-20 0,5 35 0,0 0 0,0 0 0,0 0 0,0 0 0,0 0 0,1 0 0,-1 0 0,1 0 0,-1 0 0,1 0 0,0 1 0,0-1 0,0 0 0,0 0 0,0 1 0,0-1 0,0 0 0,0 1 0,1-1 0,-1 1 0,1-1 0,1 0 0,-1 1 0,-1 0 0,0 1 0,1-1 0,-1 1 0,1-1 0,-1 1 0,1 0 0,-1 0 0,1-1 0,-1 1 0,1 0 0,-1 1 0,1-1 0,-1 0 0,1 0 0,-1 0 0,1 1 0,-1-1 0,1 1 0,-1-1 0,0 1 0,1 0 0,-1 0 0,0-1 0,0 1 0,1 0 0,-1 0 0,0 0 0,0 0 0,1 2 0,17 22-1365,-11-12-5461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31.8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105 595 24575,'-3'-1'0,"-1"0"0,0 0 0,1 1 0,-1-1 0,0 1 0,0 0 0,1 0 0,-1 1 0,0-1 0,1 1 0,-1-1 0,0 1 0,1 1 0,-1-1 0,1 0 0,-1 1 0,1-1 0,0 1 0,-5 3 0,5-2 0,1-1 0,-1 1 0,1 0 0,0-1 0,0 1 0,0 0 0,0 0 0,1 0 0,-1 0 0,1 1 0,-1-1 0,1 0 0,0 1 0,1-1 0,-1 1 0,1-1 0,-1 1 0,1-1 0,0 1 0,1 5 0,-1-2 0,1-1 0,1 0 0,-1 1 0,1-1 0,0 0 0,0 0 0,1 0 0,0 0 0,0-1 0,0 1 0,0-1 0,1 1 0,0-1 0,6 6 0,-1-3 0,0-1 0,0 0 0,1 0 0,0-1 0,0 0 0,0-1 0,12 5 0,-15-7 0,1-1 0,-1 1 0,1-2 0,0 1 0,-1-1 0,1 0 0,0 0 0,0-1 0,0 0 0,12-3 0,-16 3 0,0-1 0,0 0 0,-1 0 0,1 0 0,-1 0 0,1-1 0,-1 1 0,1-1 0,-1 0 0,0 0 0,0 0 0,0 0 0,0-1 0,0 1 0,-1-1 0,1 0 0,-1 0 0,1 0 0,-1 0 0,0 0 0,0-1 0,-1 1 0,3-6 0,-1 1 0,0-1 0,0 0 0,-1 0 0,0 0 0,-1 0 0,0 0 0,0 0 0,-1 0 0,-1 0 0,1-1 0,-4-15 0,1 8 0,0-1 0,2 1 0,0-1 0,1-18 0,1 16 0,-1-1 0,-5-31 0,-56-210 0,42 203 0,-32-66 0,51 124 0,-1 0 0,1 0 0,0 0 0,-1 0 0,1 0 0,-1 1 0,1-1 0,-1 0 0,1 0 0,-1 1 0,0-1 0,1 0 0,-1 1 0,0-1 0,0 0 0,1 1 0,-1-1 0,-1 0 0,1 1 0,1 0 0,-1 1 0,1-1 0,-1 0 0,1 0 0,0 0 0,-1 0 0,1 0 0,-1 1 0,1-1 0,-1 0 0,1 0 0,0 1 0,-1-1 0,1 0 0,0 1 0,-1-1 0,1 0 0,0 1 0,0-1 0,-1 1 0,1-1 0,0 0 0,0 1 0,-1 0 0,-1 4 0,0 1 0,0-1 0,1 1 0,-2 9 0,1 3 0,1 0 0,0 0 0,2 0 0,0 0 0,1 0 0,1 0 0,0 0 0,2 0 0,12 33 0,1-9 0,2-1 0,44 70 0,-25-54 0,62 73 0,-74-101 0,0-1 0,1-2 0,64 46 0,-73-60 0,32 15 0,-41-22 0,-1-2 0,0 0 0,0 0 0,1 0 0,0-1 0,10 1 0,-17-3 0,0 0 0,0 0 0,0 0 0,0-1 0,0 1 0,0-1 0,0 1 0,0-1 0,0 0 0,-1 0 0,1 0 0,0-1 0,-1 1 0,1-1 0,4-2 0,-4 0 0,0 1 0,0 0 0,0-1 0,0 1 0,0-1 0,-1 0 0,1 0 0,-1 0 0,2-6 0,0-4 0,0 0 0,0 0 0,-2 0 0,0 0 0,1-22 0,-3 16 0,-1 0 0,0 0 0,-2 1 0,0-1 0,-1 1 0,-7-20 0,1 11 0,-2 0 0,0 1 0,-22-34 0,33 60 0,0-1 0,0 1 0,0 0 0,0-1 0,0 1 0,0 0 0,0 0 0,0 0 0,0 0 0,-2-1 0,2 1 0,0 1 0,1 0 0,-1 0 0,1 0 0,-1-1 0,1 1 0,-1 0 0,0 0 0,1 0 0,-1 0 0,1 0 0,-1 0 0,0 0 0,1 0 0,-1 0 0,1 0 0,-1 1 0,0-1 0,0 0 0,-1 1 0,1 1 0,-1-1 0,1 0 0,-1 1 0,1-1 0,-1 1 0,1-1 0,0 1 0,0 0 0,0 0 0,0-1 0,0 1 0,0 0 0,-1 3 0,0 2 0,0-1 0,0 1 0,1 0 0,0 0 0,0 0 0,0 0 0,1-1 0,0 1 0,1 0 0,-1 0 0,1 0 0,3 11 0,-1-9 0,1 0 0,0 0 0,0 0 0,0 0 0,1-1 0,1 1 0,0-2 0,7 10 0,2-2 0,-1-2 0,2 1 0,-1-2 0,2 0 0,0-1 0,0-1 0,1 0 0,21 8 0,-18-10-170,1-1-1,-1-1 0,1-1 1,0 0-1,0-2 0,1-1 1,35 0-1,-43-2-6655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33.0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24575,'3'14'0,"0"8"0,3 3 0,-1-1 0,3-2 0,-1-2 0,1-5 0,-1-2 0,1-4 0,-1-5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33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 24575,'0'-3'0,"0"2"0,0 4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33.6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 24575,'7'11'0,"0"1"0,2 0 0,-1-2 0,1 1 0,11 10 0,-5-6 0,0 0 0,29 24 0,-40-36 0,0 0 0,0 0 0,1 0 0,-1-1 0,1 0 0,0 0 0,0 0 0,0 0 0,0-1 0,0 1 0,0-1 0,7 0 0,-10-1 0,0 0 0,0 0 0,-1 0 0,1 0 0,0-1 0,0 1 0,-1 0 0,1-1 0,0 0 0,-1 1 0,1-1 0,-1 0 0,1 0 0,-1 1 0,1-1 0,-1-1 0,0 1 0,1 0 0,1-2 0,-2 1 0,1-1 0,-1 1 0,0-1 0,0 1 0,0-1 0,0 1 0,0-1 0,0 1 0,-1-1 0,1 0 0,-1-3 0,0-4 0,0 1 0,-1 0 0,0 0 0,0 0 0,-1 1 0,-5-15 0,-1 4 0,5 12 0,0 0 0,1 0 0,-2-8 0,4 15 0,0 0 0,0-1 0,0 1 0,0 0 0,0 0 0,0 0 0,0 0 0,0 0 0,0 0 0,0-1 0,0 1 0,0 0 0,0 0 0,0 0 0,0 0 0,0 0 0,0 0 0,0 0 0,0-1 0,1 1 0,-1 0 0,0 0 0,0 0 0,0 0 0,0 0 0,0 0 0,0 0 0,0 0 0,1 0 0,-1 0 0,0 0 0,0 0 0,0 0 0,0 0 0,0 0 0,0 0 0,0 0 0,1 0 0,-1 0 0,0 0 0,0 0 0,0 0 0,0 0 0,0 0 0,1 0 0,-1 0 0,0 0 0,0 0 0,0 0 0,0 0 0,0 0 0,0 0 0,0 0 0,1 0 0,-1 0 0,0 0 0,0 1 0,0-1 0,0 0 0,0 0 0,0 0 0,0 0 0,0 0 0,0 0 0,0 1 0,10 6 0,-9-7 0,69 63 0,-45-39 0,45 33 0,-25-21 130,-14-10-1625,-23-20-5331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34.0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24575,'15'22'0,"7"12"0,5 6 0,0 0 0,0-1 0,-1-1 0,-1 0 0,1-4 0,-3-1 0,-1-2 0,-3-1 0,-2-4 0,-2-3 0,-2-6-8191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34.2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417 46 24575,'-27'-8'0,"-13"-2"0,-4 1 0,2 1 0,6 3 0,3 2 0,5 1 0,6 1 0,3 1 0,2 1 0,3 2 0,0 0 0,0 1 0,1 1 0,-1 0 0,0-1 0,0-1 0,3-1-8191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34.7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24575,'15'48'0,"1"-1"0,3 0 0,2-2 0,2 0 0,2-1 0,59 77 0,-77-112 0,0-1 0,1-1 0,0 1 0,0-1 0,10 6 0,-15-11 0,-1 0 0,1-1 0,1 1 0,-1 0 0,0-1 0,0 0 0,0 0 0,1 0 0,-1 0 0,1 0 0,-1-1 0,1 1 0,-1-1 0,1 0 0,-1 0 0,1-1 0,-1 1 0,0 0 0,6-3 0,-7 3 0,-1-1 0,1 0 0,0 0 0,-1 1 0,1-1 0,0-1 0,-1 1 0,1 0 0,-1 0 0,0-1 0,1 1 0,-1 0 0,0-1 0,0 1 0,0-1 0,0 0 0,0 1 0,0-1 0,-1 0 0,1 0 0,0 1 0,-1-1 0,1 0 0,-1 0 0,0 0 0,0 0 0,0 1 0,0-4 0,0-4 0,-1 1 0,-1-1 0,0 0 0,-5-14 0,4 11 0,2 11 0,1 0 0,0 1 0,-1-1 0,1 0 0,0 0 0,0 0 0,0 1 0,0-1 0,-1 0 0,1 0 0,0 0 0,0 1 0,1-1 0,-1 0 0,0 0 0,0 0 0,0 1 0,0-1 0,1-1 0,0 2 0,-1 0 0,1-1 0,-1 1 0,0 0 0,1 0 0,-1 0 0,1 0 0,-1 0 0,1 0 0,-1 0 0,1 0 0,-1 0 0,1 0 0,-1 0 0,0 0 0,1 0 0,-1 0 0,1 1 0,-1-1 0,1 0 0,-1 0 0,0 0 0,1 1 0,-1-1 0,7 4 0,-1 1 0,11 9 0,-15-12 0,10 8-103,53 43 339,-56-46-486,1-1 1,-1 0-1,2-1 0,-1 0 1,12 4-1,-9-5-6576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35.2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0 263 24575,'16'-7'0,"72"-37"0,-78 38 0,-1 0 0,0 0 0,-1-1 0,1 0 0,-1 0 0,12-16 0,-18 21 0,0 0 0,-1-1 0,1 1 0,-1-1 0,0 1 0,0-1 0,0 1 0,0-1 0,0 0 0,0 0 0,-1 1 0,1-1 0,-1 0 0,0 0 0,0 0 0,0 1 0,-1-5 0,0 3 0,0 0 0,0 0 0,-1 0 0,1 0 0,-1 1 0,0-1 0,0 0 0,0 1 0,-1-1 0,-4-5 0,2 4 0,0 0 0,0 1 0,0-1 0,-1 1 0,1 0 0,-1 1 0,0-1 0,0 1 0,0 0 0,-1 1 0,1-1 0,-1 1 0,-13-2 0,18 4 0,-1-1 0,1 1 0,0 0 0,0 0 0,-1 1 0,1-1 0,0 0 0,-1 1 0,1-1 0,0 1 0,0 0 0,0 0 0,-1 0 0,1 0 0,0 0 0,0 0 0,0 0 0,1 1 0,-1-1 0,0 1 0,0-1 0,1 1 0,-1 0 0,1 0 0,0-1 0,-1 1 0,1 0 0,0 0 0,0 0 0,0 1 0,0-1 0,1 0 0,-1 0 0,0 0 0,0 5 0,1-1 0,-1 1 0,1-1 0,0 0 0,0 1 0,1-1 0,0 1 0,0-1 0,0 0 0,1 0 0,0 1 0,0-1 0,4 5 0,3 7 0,2-2 0,0 1 0,2-1 0,-1-1 0,2 0 0,0-1 0,0-1 0,26 18 0,-18-15 0,1-2 0,1 0 0,0-2 0,0-1 0,47 15 0,-67-25-65,-1 0 0,1 0 0,0 0 0,0 0 0,-1-1 0,1 1 0,0-1 0,0 0 0,0 0 0,0-1 0,0 1 0,0-1 0,-1 0 0,1 1 0,0-2 0,-1 1 0,1 0 0,0-1 0,-1 0 0,4-2 0,2-5-6761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36.1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44 24575,'17'-8'0,"0"1"0,1 0 0,-1 2 0,1 0 0,1 0 0,21-1 0,-29 6 0,0 0 0,-1 0 0,1 1 0,-1 0 0,1 1 0,-1 1 0,0-1 0,1 2 0,-1-1 0,-1 1 0,15 8 0,-22-10 0,1 1 0,-1-1 0,0 0 0,-1 1 0,1-1 0,0 1 0,-1 0 0,1-1 0,-1 1 0,0 0 0,0 0 0,0 0 0,0 0 0,0 0 0,-1 0 0,1 0 0,-1 0 0,0 0 0,0 5 0,0 1 0,-1 1 0,0 0 0,-1-1 0,1 1 0,-4 9 0,5-19 0,-28 93 0,25-76 0,0 1 0,0 0 0,1 25 0,-2-14 0,3-24 0,0-1 0,0 1 0,1-1 0,-1 0 0,1 1 0,1 7 0,-1-11 0,0 1 0,1-1 0,-1 0 0,0 0 0,1 0 0,0-1 0,-1 1 0,1 0 0,-1 0 0,1 0 0,0 0 0,0 0 0,-1-1 0,1 1 0,0 0 0,0-1 0,0 1 0,0-1 0,0 1 0,0-1 0,0 1 0,0-1 0,0 1 0,0-1 0,0 0 0,0 0 0,0 0 0,0 1 0,1-1 0,-1 0 0,0 0 0,1-1 0,6 1 0,-1-1 0,1 0 0,11-4 0,-10 3 0,58-8 0,-17 3 0,-18 3 44,-22 4-396,0-1-1,-1-1 1,11-2 0,-11 1-6474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36.3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4 24575,'-19'-2'0,"-10"1"0,1 1-8191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36.7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226 55 24575,'-27'-10'0,"-12"-3"0,-1 1 0,4 2 0,5 3 0,8 5 0,6 3 0,5 1-8191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37.4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34 161 24575,'198'374'0,"-195"-369"0,0 0 0,0 1 0,0 0 0,-1 0 0,0 0 0,0 0 0,0 0 0,1 7 0,-3-12 0,0-1 0,0 0 0,0 1 0,0-1 0,0 0 0,0 1 0,0-1 0,0 0 0,0 1 0,0-1 0,0 0 0,0 1 0,0-1 0,0 0 0,0 1 0,-1-1 0,1 0 0,0 1 0,0-1 0,0 0 0,-1 0 0,1 1 0,0-1 0,0 0 0,0 1 0,-1-1 0,1 0 0,0 0 0,-1 0 0,1 1 0,-10-5 0,-10-14 0,-14-24 0,2-1 0,2-2 0,-30-59 0,48 82 0,1-1 0,1 0 0,-10-38 0,17 48 0,0 0 0,1 0 0,0 0 0,1-1 0,1 1 0,0 0 0,0-1 0,5-19 0,-5 29 0,1 0 0,0 0 0,1 0 0,-1 0 0,1 1 0,-1-1 0,1 0 0,0 1 0,1-1 0,-1 1 0,1 0 0,-1 0 0,1 0 0,0 0 0,3-3 0,-1 4 0,-1-1 0,0 1 0,1-1 0,-1 1 0,1 1 0,0-1 0,0 1 0,0-1 0,-1 1 0,11 0 0,-3 1 0,1 0 0,-1 1 0,0 0 0,0 1 0,0 1 0,0 0 0,0 0 0,0 1 0,14 7 0,-8-1 0,1 0 0,-2 1 0,33 26 0,-41-30 0,-1 1 0,1 1 0,-1 0 0,-1 0 0,0 1 0,0-1 0,-1 1 0,7 15 0,-11-22 0,-1 0 0,0 0 0,0 0 0,-1 0 0,1 0 0,-1 0 0,1 0 0,-1 0 0,0 0 0,0 0 0,0 0 0,0 1 0,-1-1 0,1 0 0,-1 0 0,0 0 0,0 0 0,0 0 0,-3 4 0,2-3 0,-1 0 0,0 0 0,0-1 0,0 0 0,0 1 0,-1-1 0,1 0 0,-1-1 0,0 1 0,0-1 0,0 1 0,-7 2 0,-4 0-195,0-1 0,0 0 0,0-1 0,-1-1 0,1 0 0,-29-1 0,21-1-6631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37.9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24575,'1'8'0,"0"-1"0,0 1 0,1-1 0,4 12 0,0 3 0,14 48 0,2-1 0,4-1 0,2-1 0,38 64 0,-64-128 0,15 31 0,-16-32 0,0 0 0,-1 0 0,1 0 0,0 0 0,-1 1 0,0-1 0,1 0 0,-1 0 0,0 0 0,0 0 0,0 1 0,0-1 0,-1 0 0,0 3 0,-4 1-1365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38.4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211 70 24575,'-29'-14'0,"-44"-22"0,63 32 0,1 1 0,-1-1 0,0 2 0,-1 0 0,-13-2 0,23 4 0,-1 0 0,1-1 0,0 1 0,0 0 0,-1 0 0,1 1 0,0-1 0,0 0 0,-1 0 0,1 0 0,0 1 0,0-1 0,0 1 0,-1-1 0,1 1 0,0-1 0,0 1 0,0 0 0,0 0 0,0-1 0,0 1 0,0 0 0,1 0 0,-1 0 0,0 0 0,0 0 0,1 0 0,-1 0 0,0 0 0,1 0 0,-1 1 0,1-1 0,-1 0 0,1 0 0,0 0 0,0 1 0,-1-1 0,1 0 0,0 0 0,0 1 0,0-1 0,0 0 0,1 0 0,-1 2 0,1 6 0,1-1 0,0 0 0,0 1 0,0-1 0,5 8 0,-1-2 0,1 0 0,0-1 0,1 0 0,17 21 0,-6-12 0,35 31 0,-53-52 0,0 0 0,0 0 0,0 0 0,0 0 0,1 0 0,-1-1 0,0 1 0,1 0 0,-1-1 0,0 1 0,1-1 0,-1 1 0,1-1 0,-1 1 0,1-1 0,-1 0 0,1 0 0,-1 0 0,1 0 0,-1 0 0,3-1 0,-3 1 0,0-1 0,0 1 0,1-1 0,-1 0 0,0 1 0,0-1 0,0 0 0,0 0 0,0 0 0,0 0 0,0 0 0,0 0 0,-1 0 0,1 0 0,0 0 0,-1-1 0,1 1 0,0 0 0,-1 0 0,0-1 0,1 1 0,-1 0 0,1-3 0,0-4 0,-1-1 0,1 1 0,-2 0 0,1-1 0,-1 1 0,0 0 0,-1 0 0,0 0 0,-4-13 0,-4-6 0,-19-35 0,22 49 0,-15-21 0,33 52 0,14 28 0,-13-23 0,20 30 0,-2-14 31,18 26-1427,-43-56-5430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38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 24575,'31'32'0,"102"105"0,-133-136 0,1 0 0,0 0 0,0 0 0,0 0 0,0 0 0,0 0 0,0 0 0,0 0 0,1 0 0,-1-1 0,0 1 0,0-1 0,1 1 0,-1-1 0,0 1 0,1-1 0,-1 0 0,3 1 0,-3-1 0,-1-1 0,1 1 0,0 0 0,0-1 0,0 1 0,-1-1 0,1 1 0,0-1 0,-1 1 0,1-1 0,0 0 0,-1 1 0,1-1 0,-1 0 0,1 1 0,-1-1 0,1 0 0,-1 0 0,1 0 0,-1 1 0,0-1 0,1 0 0,-1 0 0,0 0 0,0 0 0,0 0 0,0 0 0,0 1 0,0-2 0,2-16 0,-1 0 0,-3-27 0,1 23 0,2-23 0,-2 44 0,1 0 0,1 0 0,-1 0 0,0 0 0,0 0 0,0 0 0,0 0 0,1 0 0,-1 0 0,0 0 0,1 0 0,-1 0 0,1 0 0,-1 0 0,1 0 0,0 0 0,-1 1 0,1-1 0,0 0 0,-1 0 0,1 1 0,0-1 0,0 1 0,1-2 0,0 2 0,-1-1 0,1 1 0,-1 0 0,1 0 0,-1 0 0,1 0 0,0 0 0,-1 0 0,1 0 0,-1 1 0,1-1 0,-1 1 0,1-1 0,1 2 0,7 2 0,-1 1 0,0 0 0,14 12 0,-21-15 0,151 108 0,-84-58-1365,-60-45-5461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0:39.9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0 265 24575,'44'-8'0,"-19"4"0,25-8 0,-43 10 0,-1 0 0,1 0 0,-1-1 0,0 0 0,0 0 0,0-1 0,0 0 0,8-7 0,-11 8 0,0-1 0,-1 0 0,1 1 0,-1-1 0,0 0 0,0 0 0,0 0 0,-1-1 0,1 1 0,-1 0 0,0-1 0,0 1 0,0 0 0,-1-1 0,0 1 0,0-1 0,0 1 0,-1-6 0,-1-9 0,-1-1 0,-9-31 0,12 51 0,-1-2 0,1 0 0,-1-1 0,0 1 0,1 0 0,-1 0 0,0 0 0,0 0 0,-1 0 0,1 0 0,0 0 0,-1 0 0,-2-2 0,3 3 0,0 1 0,0-1 0,0 1 0,0-1 0,0 1 0,-1 0 0,1 0 0,0-1 0,0 1 0,0 0 0,0 0 0,0 0 0,-1 0 0,1 0 0,0 1 0,0-1 0,0 0 0,0 0 0,0 1 0,0-1 0,-1 1 0,1-1 0,0 1 0,0-1 0,0 1 0,-1 1 0,-4 2 0,0 0 0,0 1 0,0 0 0,1 1 0,-1-1 0,1 1 0,0 0 0,1 0 0,0 1 0,0-1 0,-4 8 0,4-6 0,1 0 0,0 1 0,0-1 0,1 0 0,0 1 0,0 0 0,1-1 0,0 1 0,1 13 0,0-19 0,1 0 0,-1 0 0,1 0 0,0 0 0,0 0 0,0 0 0,1 0 0,-1 0 0,1-1 0,0 1 0,-1-1 0,1 1 0,0-1 0,1 0 0,-1 1 0,0-1 0,1 0 0,-1 0 0,1-1 0,3 3 0,8 3 0,-1 0 0,29 9 0,-27-11 0,95 29 0,2 1 0,-92-28-119,108 44-1127,-103-39-5580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1:45.8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1907 1752 24575,'-688'-567'-4014,"425"349"4014,219 180 0,-327-292-2019,11-16 1,227 195 1548,126 142 460,-20-29 93,25 35 72,1 0 0,-1-1 0,1 1 0,0 0 0,0-1-1,0 1 1,0-1 0,1 1 0,-1-1 0,1-4 0,0 7 107,0 0 1,0 0-1,0 1 1,0-1-1,0 0 1,0 0-1,0 0 1,-1 0-1,1 1 1,0-1-1,-1 0 1,1 0-1,-1 0 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1:47.4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63 24575,'6'-6'0,"0"0"0,1 1 0,0 0 0,0 0 0,1 0 0,-1 1 0,1 1 0,0-1 0,10-2 0,-5 2 0,0 1 0,1 1 0,-1 0 0,1 1 0,16 0 0,2 3 0,0 1 0,-1 2 0,1 1 0,34 11 0,-47-11 0,64 21 0,-75-24 0,1 1 0,-1 0 0,0 1 0,0 0 0,-1 0 0,1 0 0,7 9 0,-13-12 0,0-1 0,-1 1 0,1 0 0,-1 0 0,1 0 0,-1 0 0,0 0 0,0 0 0,0 0 0,0 1 0,-1-1 0,1 0 0,0 1 0,-1-1 0,0 0 0,1 5 0,-2-4 0,1 1 0,-1-1 0,1 0 0,-1 1 0,0-1 0,0 0 0,-1 0 0,1 0 0,-1 0 0,-2 5 0,-4 2 0,-1 1 0,0-1 0,-1 0 0,-17 13 0,-28 16 0,-7 5 0,57-39 0,-1 0 0,1 0 0,0 1 0,0 0 0,0 0 0,1 0 0,-6 11 0,9-15 0,0 0 0,0 0 0,0 0 0,1 0 0,-1 0 0,0 0 0,1 0 0,0 1 0,-1-1 0,1 0 0,0 0 0,0 0 0,0 0 0,0 0 0,1 1 0,-1-1 0,1 0 0,-1 0 0,1 0 0,0 2 0,1-1 0,0 0 0,1 0 0,-1-1 0,0 1 0,1-1 0,-1 1 0,1-1 0,0 0 0,-1 0 0,1 0 0,6 2 0,8 4 0,-1-2 0,1 0 0,0-1 0,0-1 0,1 0 0,-1-1 0,1-1 0,0-1 0,32-1 0,-46-1 12,0 1 0,-1-1 0,1 0 0,0 1 0,0-2 0,-1 1 0,1 0 0,-1-1 0,6-3 0,-7 4-63,-1 1 0,0-1-1,0 0 1,0 0 0,0 0 0,0 0 0,-1 0-1,1-1 1,0 1 0,0 0 0,-1 0-1,1-1 1,-1 1 0,1 0 0,-1 0 0,1-1-1,-1 1 1,0-1 0,0 1 0,0 0 0,0-1-1,0 1 1,0-1 0,0 1 0,0 0 0,0-1-1,-1 1 1,0-2 0,-1-6-6775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1:47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343 30 24575,'-20'-5'0,"-8"-2"0,-3 1 0,2 1 0,1 1 0,0 2 0,3 1 0,0 3 0,0 1 0,-1 1 0,-1-2 0,0 0 0,3 0-8191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1:48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6 24575,'0'0'0,"0"0"0,0 0 0,0-1 0,0 1 0,0 0 0,0 0 0,0 0 0,0-1 0,0 1 0,0 0 0,0 0 0,-1 0 0,1-1 0,0 1 0,0 0 0,0 0 0,0 0 0,0-1 0,0 1 0,-1 0 0,1 0 0,0 0 0,0 0 0,0 0 0,0-1 0,-1 1 0,1 0 0,0 0 0,0 0 0,0 0 0,-1 0 0,1 0 0,0 0 0,0 0 0,0 0 0,-1 0 0,1 0 0,0 0 0,0 0 0,-1 0 0,1 0 0,0 0 0,0 0 0,0 0 0,-1 0 0,1 0 0,0 0 0,-4 13 0,1 21 0,3-34 0,0 58 0,3 0 0,3 0 0,2-1 0,29 106 0,-7-18 0,-29-143-97,-1 1-1,0-1 1,0 1-1,0-1 1,0 1-1,0-1 1,0 1-1,-1 0 1,1-1-1,-1 1 1,0-1-1,1 0 0,-3 5 1,-4 2-6729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1:49.1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1255 30 24575,'-373'-26'0,"80"23"0,180 3 0,-19 8 0,10-1 0,-66-7 0,188 0 0,-1 0 0,1 0 0,0 0 0,0 0 0,0 0 0,0 1 0,-1-1 0,1 0 0,0 0 0,0 0 0,0 0 0,0 0 0,0 1 0,0-1 0,-1 0 0,1 0 0,0 0 0,0 0 0,0 1 0,0-1 0,0 0 0,0 0 0,0 0 0,0 0 0,0 1 0,0-1 0,0 0 0,0 0 0,0 0 0,0 1 0,0-1 0,0 0 0,0 0 0,0 0 0,0 1 0,0-1 0,0 0 0,1 0 0,-1 0 0,0 0 0,0 1 0,0-1 0,0 0 0,0 0 0,0 0 0,0 0 0,1 0 0,-1 0 0,0 1 0,1 0 0,-1 0 0,1 0 0,-1 0 0,0 0 0,1 0 0,-1 0 0,0 0 0,0 0 0,0 0 0,0 0 0,0 0 0,0 0 0,0 0 0,0 2 0,-13 28 0,9-22 0,0 0 0,1 0 0,0 0 0,0 0 0,1 1 0,0-1 0,0 13 0,2-4 0,2 1 0,0-1 0,1 0 0,10 36 0,32 69 0,-27-80 0,17 64 0,-27-72 0,7 65 0,-14-81 0,0 0 0,-2-1 0,0 1 0,-1 0 0,-6 23 0,-12 19-226,15-47-913,1-4-5687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1:49.3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771 30 24575,'-31'-5'0,"-19"-1"0,-10 0 0,-3 1 0,3 1 0,4 2 0,4 1 0,3 0 0,6 1 0,2 0 0,3 3 0,1 1 0,2 1 0,0 1 0,0-1 0,2 1 0,3 0 0,8-2-8191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1:50.3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76 24575,'10'39'0,"2"0"0,23 54 0,48 68 0,-81-157 0,-1-1 0,1-1 0,-1 1 0,1 0 0,-1 0 0,2 6 0,-3-9 0,0 0 0,0 0 0,0 0 0,0 0 0,0 0 0,0 0 0,0 0 0,0 0 0,0 0 0,0 0 0,0 0 0,0 0 0,0 1 0,0-1 0,0 0 0,0 0 0,0 0 0,0 0 0,0 0 0,0 0 0,0 0 0,0 0 0,0 0 0,0 0 0,0 0 0,0 0 0,0 0 0,-1 0 0,1 0 0,0 1 0,0-1 0,0 0 0,0 0 0,0 0 0,0 0 0,0 0 0,0 0 0,0 0 0,0 0 0,0 0 0,0 0 0,0 0 0,0 0 0,-1 0 0,1 0 0,0 0 0,0 0 0,0 0 0,0 0 0,0 0 0,0 0 0,0 0 0,0 0 0,0 0 0,-6-3 0,-5-6 0,-8-10 0,2-2 0,0 0 0,1 0 0,1-2 0,1 0 0,1 0 0,1-1 0,1-1 0,2 0 0,0 0 0,1-1 0,-4-31 0,11 51 0,0 1 0,1-1 0,0 1 0,0-1 0,0 1 0,0-1 0,3-9 0,-2 13 0,-1 0 0,1 0 0,0 1 0,0-1 0,0 0 0,0 0 0,0 0 0,0 1 0,0-1 0,0 0 0,1 1 0,-1-1 0,1 1 0,0 0 0,-1-1 0,1 1 0,0 0 0,-1 0 0,1 0 0,0 0 0,0 0 0,0 1 0,3-2 0,3 1 0,-1 0 0,1 0 0,0 1 0,0 0 0,-1 1 0,1-1 0,0 1 0,0 1 0,-1-1 0,1 1 0,-1 1 0,0-1 0,12 7 0,1 1 0,0 2 0,-1 0 0,24 20 0,-41-30 0,1 0 0,-1 0 0,0 0 0,1 1 0,-1-1 0,0 1 0,0 0 0,0-1 0,-1 1 0,1 0 0,-1 0 0,0 0 0,2 6 0,-2-7 0,-1-1 0,0 1 0,0 0 0,0 0 0,0-1 0,0 1 0,-1 0 0,1-1 0,0 1 0,-1 0 0,0-1 0,1 1 0,-1 0 0,0-1 0,0 1 0,1-1 0,-1 1 0,0-1 0,-1 0 0,1 1 0,0-1 0,0 0 0,0 0 0,-1 0 0,1 0 0,-1 0 0,-1 1 0,-3 2 0,-1-1 0,1 0 0,-1-1 0,0 1 0,0-1 0,0-1 0,0 1 0,-14 0 0,-58-2 0,77 0 0,-30-3-455,0-1 0,-41-12 0,56 12-6371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1:50.6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24575,'3'25'0,"0"12"0,0 8 0,2 1 0,0-2 0,2-2 0,-1-3 0,2-2 0,1-4 0,0-2 0,0-4 0,1-1 0,2-1 0,1-2 0,1-2 0,-3-3 0,1-3 0,-3-6-8191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1:51.0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174 20 24575,'-3'-1'0,"-19"-5"0,-30-4 0,46 9 0,0 0 0,0 1 0,-1 0 0,1 0 0,0 1 0,0-1 0,-1 1 0,1 1 0,-10 3 0,14-5 0,1 1 0,0-1 0,-1 1 0,1 0 0,0-1 0,-1 1 0,1 0 0,0 0 0,0 0 0,0 0 0,0 0 0,0 0 0,0 0 0,0 1 0,0-1 0,0 0 0,1 1 0,-1-1 0,0 0 0,1 1 0,-1-1 0,0 3 0,1-1 0,0 0 0,0-1 0,0 1 0,0 0 0,1 0 0,-1-1 0,1 1 0,0 0 0,0-1 0,0 1 0,2 3 0,1 2 0,1 0 0,0 0 0,0-1 0,1 0 0,0 0 0,11 10 0,-3-6 0,-1-1 0,2 0 0,0-1 0,16 8 0,-26-14 0,1-1 0,0 1 0,0-1 0,0-1 0,0 1 0,0-1 0,0 0 0,0 0 0,0-1 0,0 0 0,1 0 0,-1 0 0,0-1 0,10-2 0,-13 2 0,-1 0 0,1 0 0,-1 0 0,1-1 0,-1 1 0,1-1 0,-1 1 0,0-1 0,0 0 0,0 0 0,0 0 0,0 0 0,0 0 0,0-1 0,-1 1 0,1 0 0,-1-1 0,0 0 0,0 1 0,0-1 0,0 1 0,0-1 0,0 0 0,-1 0 0,1-4 0,0 1 0,-1 0 0,0 0 0,-1 0 0,1 0 0,-1 1 0,0-1 0,0 0 0,-1 0 0,0 1 0,0-1 0,-3-6 0,-4-2 0,2 4 0,12 16 0,75 90-1365,-67-82-5461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1:51.6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73 24575,'1'12'0,"-1"-1"0,4 14 0,-4-21 0,1-1 0,0 1 0,0 0 0,0 0 0,1 0 0,0-1 0,-1 1 0,1-1 0,4 6 0,-5-8 0,0 0 0,0 0 0,0 0 0,0-1 0,0 1 0,0 0 0,0-1 0,1 1 0,-1 0 0,0-1 0,0 1 0,1-1 0,-1 0 0,0 1 0,1-1 0,-1 0 0,0 0 0,1 0 0,-1 0 0,0 0 0,1 0 0,2-1 0,2-1 0,0 0 0,1 0 0,9-5 0,13-4 0,-25 10 0,0 1 0,0 0 0,0-1 0,0 2 0,0-1 0,0 0 0,0 1 0,-1 0 0,1 0 0,0 0 0,0 0 0,5 4 0,4 1 0,-1 2 0,14 10 0,-16-10 0,1-1 0,19 10 0,-26-15 0,0-1 0,1 1 0,-1-1 0,1 0 0,-1 0 0,1-1 0,-1 1 0,1-1 0,-1 0 0,1 0 0,-1-1 0,1 0 0,-1 1 0,1-1 0,4-2 0,6-3 0,-1 0 0,1-1 0,13-10 0,18-7 0,55-13 0,-52 20 0,-44 16 0,0-1 0,-1 0 0,1-1 0,-1 1 0,0-1 0,0 0 0,0 0 0,0 0 0,4-5 0,-7 7 0,0 0 0,0 0 0,-1 0 0,1 0 0,0 0 0,0 0 0,-1 0 0,1 0 0,-1 0 0,1-1 0,-1 1 0,0 0 0,1 0 0,-1-1 0,0 1 0,0 0 0,0-1 0,0 1 0,0 0 0,0 0 0,0-1 0,0 1 0,0 0 0,-1-1 0,1 1 0,-1 0 0,1 0 0,-1 0 0,1-1 0,-1 1 0,1 0 0,-1 0 0,0 0 0,0 0 0,0 0 0,0 0 0,0 0 0,0 0 0,-1-1 0,-3-2 0,0 1 0,-1-1 0,1 1 0,0 0 0,-1 0 0,0 0 0,0 1 0,-10-3 0,14 4 0,1 1 0,-1-1 0,0 1 0,1 0 0,-1 0 0,0 0 0,1 0 0,-1 0 0,0 0 0,0 0 0,1 0 0,-1 1 0,1-1 0,-1 1 0,0-1 0,1 1 0,-1 0 0,1-1 0,-1 1 0,1 0 0,-1 0 0,1 0 0,0 0 0,-1 0 0,1 1 0,0-1 0,0 0 0,0 1 0,0-1 0,0 0 0,0 1 0,0-1 0,1 1 0,-1 0 0,1-1 0,-2 3 0,1 2 0,-1 1 0,1-1 0,0 0 0,1 0 0,-1 0 0,1 1 0,0-1 0,1 0 0,0 0 0,0 1 0,0-1 0,1 0 0,2 7 0,-1-5 0,1 0 0,1 0 0,-1 0 0,1-1 0,0 0 0,1 0 0,0 0 0,10 9 0,-4-6 0,0 0 0,1-1 0,0-1 0,1 0 0,0 0 0,0-2 0,1 0 0,-1 0 0,1-1 0,21 3 0,-10-4 0,-1-1 0,1-2 0,50-3 0,-60-1-1365,-5 0-5461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16.8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24575,'0'2'0,"0"0"0,1 0 0,-1 0 0,1 0 0,-1 0 0,1 0 0,0 0 0,0-1 0,-1 1 0,1 0 0,1 0 0,0 1 0,19 21 0,-10-12 0,36 39 0,2-2 0,2-2 0,65 46 0,-112-90 0,28 21 0,-26-21 0,-19-16 0,-23-26-1365,25 29-5461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17.1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272 1 24575,'-10'0'0,"-10"-1"0,-25 4 0,40-2 0,0 0 0,0 0 0,0 0 0,0 0 0,0 1 0,1 0 0,-1 0 0,1 0 0,-1 1 0,-5 3 0,8-4 0,0 1 0,-1-1 0,2 0 0,-1 1 0,0-1 0,0 1 0,1-1 0,-1 1 0,1 0 0,-2 4 0,-6 31 0,0-2 0,7-30-76,0 0 1,-1 0-1,0 0 0,0 0 0,-1 0 0,1 0 0,-1-1 0,-1 0 1,1 1-1,-1-2 0,1 1 0,-1 0 0,-1-1 0,1 0 1,-1 0-1,1-1 0,-13 6 0,5-5-6750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17.8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292 72 24575,'-24'-10'0,"-5"-3"0,-1 1 0,-1 1 0,1 2 0,-38-6 0,65 14 0,-1 1 0,0-1 0,1 1 0,-1 0 0,1 1 0,-1-1 0,0 0 0,1 1 0,-1 0 0,1 0 0,-1 0 0,1 0 0,-6 4 0,8-4 0,-1 0 0,0 1 0,0-1 0,0 1 0,1 0 0,-1 0 0,1 0 0,-1 0 0,1 0 0,0 0 0,0 0 0,0 0 0,0 0 0,0 0 0,0 1 0,1-1 0,-1 0 0,1 1 0,-1-1 0,1 5 0,0 0 0,0 0 0,1 1 0,-1-1 0,2 0 0,-1 0 0,1 0 0,0 0 0,5 10 0,3 4 0,17 26 0,-15-29 0,15 35 0,-14-15 0,-2 0 0,-2 1 0,8 64 0,-5-25 0,11 79 0,-23-156 0,1 0 0,-1 1 0,0-1 0,1 0 0,-1 1 0,0-1 0,1 0 0,0 0 0,-1 1 0,1-1 0,0 0 0,-1 0 0,1 0 0,0 0 0,0 0 0,0 0 0,0 0 0,0 0 0,0-1 0,1 2 0,1-1 0,-1 0 0,1 0 0,0 0 0,-1 0 0,1 0 0,0-1 0,0 1 0,-1-1 0,5 1 0,2-2 0,-1 1 0,1-1 0,0 0 0,0-1 0,10-3 0,-15 4-52,-1 0-1,0 0 1,1 0-1,-1 0 1,0-1-1,0 1 1,0-1-1,0 0 1,0 0-1,0 0 1,0 0-1,-1-1 1,1 1-1,-1-1 1,0 1-1,0-1 1,0 0-1,0 0 1,0 0-1,0 0 1,-1 0-1,1-1 1,-1 1-1,0 0 0,1-6 1,0-4-6774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18.3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24575,'1'4'0,"0"1"0,0-1 0,0 0 0,0 1 0,0-1 0,1 0 0,0 0 0,0 0 0,0 0 0,0 0 0,1 0 0,3 4 0,3 3 0,1 0 0,15 14 0,-20-21 0,1 0 0,-1 0 0,0-1 0,1 1 0,0-1 0,0-1 0,0 1 0,0-1 0,0 0 0,1 0 0,-1-1 0,0 1 0,13-1 0,-16-1 0,0 0 0,1 0 0,-1 0 0,0-1 0,1 1 0,-1-1 0,0 0 0,0 0 0,0 0 0,0 0 0,0-1 0,0 0 0,0 1 0,0-1 0,0 0 0,0 0 0,-1 0 0,1-1 0,-1 1 0,0-1 0,0 1 0,0-1 0,0 0 0,0 1 0,0-1 0,-1 0 0,0 0 0,2-5 0,2-9 0,-3 12 0,-1-1 0,1 1 0,0-1 0,0 1 0,1 0 0,4-8 0,-6 12 0,0 0 0,-1 0 0,1 1 0,0-1 0,0 0 0,0 0 0,0 1 0,0-1 0,0 1 0,0-1 0,0 1 0,0-1 0,0 1 0,0-1 0,2 1 0,-1 0 0,0 0 0,0 0 0,0 0 0,-1 0 0,1 1 0,0-1 0,-1 0 0,1 1 0,0 0 0,-1-1 0,1 1 0,0 0 0,1 1 0,18 12 0,22 19 0,4 3 0,-39-30 0,-5-5 0,-1 0 0,0 0 0,0 1 0,0-1 0,0 1 0,0 0 0,0-1 0,0 1 0,-1 0 0,3 4 0,-3-6-33,-1 0 0,0 1-1,0-1 1,0 0 0,0 1-1,0-1 1,0 0 0,0 1 0,0-1-1,0 0 1,0 0 0,0 1-1,0-1 1,0 0 0,0 1-1,0-1 1,0 0 0,0 0 0,-1 1-1,1-1 1,0 0 0,0 0-1,0 1 1,0-1 0,-1 0-1,1 0 1,0 1 0,0-1 0,0 0-1,-1 0 1,1 0 0,0 1-1,0-1 1,-1 0 0,1 0-1,0 0 1,0 0 0,-1 0 0,1 0-1,-1 1 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18.7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89 24575,'11'-10'0,"6"-7"0,28-18 0,-40 32 0,0-1 0,1 1 0,-1 0 0,1 1 0,-1-1 0,1 1 0,0 1 0,0-1 0,0 1 0,10-2 0,-14 3 0,0 1 0,1-1 0,-1 0 0,1 1 0,-1-1 0,0 1 0,1 0 0,-1 0 0,0 0 0,0 0 0,0 0 0,0 0 0,0 0 0,0 1 0,0-1 0,0 1 0,0 0 0,-1-1 0,1 1 0,-1 0 0,1 0 0,1 3 0,3 5 0,-1 1 0,0-1 0,5 18 0,-4-12 0,65 144 0,-26-62 0,-17-43 0,-16-30 0,13 29 0,-22-46 0,-1 0 0,1 0 0,-2 1 0,1-1 0,-1 1 0,0-1 0,-1 1 0,0 8 0,0-14 0,-1 0 0,1 0 0,-1 0 0,0 0 0,0 0 0,0 0 0,0 0 0,0 0 0,-1 0 0,1-1 0,-1 1 0,0 0 0,1-1 0,-1 0 0,-1 1 0,1-1 0,0 0 0,0 0 0,-1 0 0,1 0 0,-1-1 0,0 1 0,1-1 0,-1 1 0,0-1 0,0 0 0,0 0 0,-4 0 0,-7 2 0,-1 0 0,0-2 0,1 0 0,-25-1 0,24-1 0,-44 1-1365,44 0-5461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19.3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261 0 24575,'-22'0'0,"-10"3"0,-2 0 0,3 0 0,4 0 0,4-2 0,3 0 0,3 0 0,2-1 0,1 0 0,0 0 0,3-2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19.5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367 76 24575,'-27'-10'0,"-13"-3"0,-6-2 0,1 2 0,2 2 0,5 4 0,5 3 0,4 2 0,5 2 0,1 0 0,4 0-8191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20.2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44 24575,'-77'-30'0,"65"27"0,0 0 0,1 0 0,-1 1 0,-23-1 0,33 3 0,-1 0 0,1 0 0,0 1 0,-1-1 0,1 0 0,0 1 0,-1-1 0,1 1 0,0 0 0,0 0 0,-1 0 0,1 0 0,0 0 0,0 0 0,0 1 0,0-1 0,0 1 0,1-1 0,-3 4 0,2-3 0,0 1 0,0 0 0,1 0 0,-1 1 0,1-1 0,0 0 0,0 0 0,0 1 0,0-1 0,1 1 0,-1-1 0,1 4 0,0 3 0,0-1 0,1 0 0,0 0 0,1 1 0,0-1 0,0 0 0,1-1 0,0 1 0,5 10 0,-3-10 0,0-1 0,1 1 0,0-1 0,0-1 0,1 1 0,0-1 0,0 0 0,1-1 0,11 9 0,-13-11 0,0-1 0,0 0 0,0 0 0,1 0 0,-1 0 0,1-1 0,0 0 0,0-1 0,-1 0 0,1 0 0,0 0 0,0-1 0,0 1 0,8-2 0,-12 0 0,0 0 0,0 0 0,-1 0 0,1 0 0,0 0 0,-1 0 0,0-1 0,1 1 0,-1-1 0,0 0 0,1 1 0,-1-1 0,0 0 0,0-1 0,-1 1 0,1 0 0,0 0 0,-1-1 0,1 1 0,-1-1 0,0 1 0,0-1 0,0 0 0,0 1 0,1-5 0,-1 0 0,1 1 0,-1-1 0,0 1 0,-1-1 0,1 0 0,-1 1 0,-1-1 0,1 0 0,-4-12 0,0 7 0,-2-9 0,22 31 0,-1 4-107,-1 1 0,-1 0 1,19 26-1,-20-25-831,-5-6-5888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20.7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99 24575,'0'4'0,"0"0"0,1 0 0,0 1 0,0-1 0,0 0 0,1-1 0,-1 1 0,1 0 0,0 0 0,2 3 0,27 36 0,-22-33 0,-3-2 0,1 0 0,-1 0 0,11 7 0,-15-13 0,-1-1 0,0 0 0,1 0 0,-1 1 0,1-1 0,-1 0 0,1 0 0,0-1 0,0 1 0,-1 0 0,1-1 0,0 1 0,0-1 0,0 1 0,-1-1 0,1 0 0,0 1 0,0-1 0,0 0 0,0-1 0,0 1 0,0 0 0,-1 0 0,1-1 0,2 0 0,-2 0 0,-1 0 0,1-1 0,-1 1 0,0 0 0,1-1 0,-1 0 0,0 1 0,0-1 0,0 1 0,0-1 0,0 0 0,0 0 0,0 0 0,-1 1 0,1-1 0,-1 0 0,1-4 0,1-4 0,-1 0 0,-1-12 0,0 16 0,0-11 0,-1 0 0,-5-22 0,3 23 0,0 0 0,1-23 0,2 38 0,-1 0 0,1 0 0,0 1 0,0-1 0,0 0 0,0 0 0,0 0 0,0 0 0,1 0 0,-1 0 0,0 1 0,0-1 0,1 0 0,-1 0 0,0 0 0,1 1 0,-1-1 0,1 0 0,-1 0 0,1 1 0,-1-1 0,1 0 0,0 1 0,-1-1 0,1 1 0,0-1 0,-1 1 0,1-1 0,0 1 0,0-1 0,-1 1 0,1 0 0,0-1 0,0 1 0,0 0 0,0 0 0,-1 0 0,1 0 0,0-1 0,0 1 0,0 0 0,0 0 0,0 1 0,-1-1 0,1 0 0,0 0 0,0 0 0,0 1 0,0-1 0,-1 0 0,3 1 0,2 2 0,1-1 0,0 1 0,-1 0 0,1 1 0,8 7 0,128 126 0,-136-131 0,20 26 120,-24-30-226,-1 0 0,1 0 0,-1 0 0,0 1 0,0-1 0,0 0-1,0 1 1,-1-1 0,1 1 0,-1-1 0,1 1 0,-1-1 0,0 6 0,-2 1-6720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21.5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12 24575,'-1'3'0,"0"-1"0,1 0 0,-1 1 0,1-1 0,-1 1 0,1 0 0,0-1 0,0 1 0,0-1 0,0 1 0,1-1 0,-1 1 0,1-1 0,-1 1 0,1-1 0,0 1 0,0-1 0,0 0 0,0 1 0,3 2 0,1 5 0,2-2 0,-1 1 0,12 11 0,-8-9 0,2-1 0,-1 1 0,1-2 0,1 0 0,0 0 0,20 10 0,-23-15 0,-1 0 0,1 0 0,0-1 0,0-1 0,0 1 0,0-1 0,1-1 0,-1 0 0,1-1 0,15-1 0,-24 1 0,0 0 0,0 0 0,0 0 0,0-1 0,0 1 0,0-1 0,0 0 0,0 0 0,0 0 0,0 1 0,0-2 0,0 1 0,-1 0 0,1 0 0,0 0 0,-1-1 0,1 1 0,2-4 0,-3 3 0,0-1 0,0 1 0,0-1 0,0 1 0,0-1 0,0 1 0,-1-1 0,0 0 0,1 1 0,-1-1 0,0 0 0,0-5 0,-2-1 0,1-1 0,-2 1 0,1 0 0,-1 0 0,-1 0 0,1 0 0,-6-9 0,-8-8 0,11 17 0,1 1 0,-6-13 0,11 21 0,-1 0 0,1-1 0,0 1 0,0-1 0,0 1 0,-1 0 0,1-1 0,0 1 0,0-1 0,0 1 0,0 0 0,0-1 0,0 1 0,0-1 0,0 1 0,0-1 0,0 1 0,0 0 0,0-1 0,0 1 0,0-1 0,0 1 0,0 0 0,1-1 0,7 2 0,14 13 0,-22-14 0,114 103 133,-18-15-1631,-84-78-5328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22.2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96 24575,'-29'-20'0,"-1"2"0,-1 1 0,-50-19 0,78 35 0,1 0 0,0 0 0,0 1 0,-1-1 0,1 1 0,0-1 0,-1 1 0,1 0 0,0 0 0,-1 0 0,1 0 0,0 1 0,-1-1 0,1 0 0,0 1 0,-1 0 0,1 0 0,-3 1 0,3-1 0,1 1 0,-1-1 0,1 1 0,-1-1 0,1 1 0,0 0 0,0-1 0,0 1 0,0 0 0,0 0 0,0 0 0,0 0 0,1 0 0,-1 0 0,1 0 0,-1 0 0,1 0 0,0 0 0,0 0 0,0 4 0,1 9 0,-1 1 0,2-1 0,0 0 0,1 0 0,1 0 0,0 0 0,12 25 0,5 3 0,30 47 0,-20-40 0,-15-19 0,-1 2 0,-2-1 0,-1 1 0,14 64 0,-23-82 0,-2-8 0,1 0 0,0 0 0,0 0 0,0 0 0,4 8 0,-4-13 0,-1 0 0,1 0 0,0 1 0,0-1 0,0 0 0,0 0 0,0-1 0,0 1 0,0 0 0,0-1 0,1 1 0,-1-1 0,1 0 0,-1 0 0,1 0 0,0 0 0,3 1 0,4 0 0,0-1 0,-1 0 0,1 0 0,0-1 0,0-1 0,0 1 0,9-3 0,7-2 0,35-12 0,-57 16-124,1 0 0,-1 0 0,1-1 0,-1 0 0,0 0 0,0 0-1,0-1 1,0 1 0,0-1 0,5-4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22.6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24 24575,'0'0'0,"0"0"0,0 0 0,0 0 0,0 0 0,0 0 0,0-1 0,0 1 0,0 0 0,0 0 0,0 0 0,0 0 0,0 0 0,0 0 0,0 0 0,0 0 0,0 0 0,0-1 0,0 1 0,0 0 0,0 0 0,1 0 0,-1 0 0,0 0 0,0 0 0,0 0 0,0 0 0,0 0 0,0 0 0,0 0 0,0 0 0,0 0 0,0 0 0,0 0 0,0 0 0,1 0 0,-1 0 0,0 0 0,0-1 0,0 1 0,0 0 0,0 0 0,0 0 0,0 0 0,0 0 0,0 1 0,0-1 0,1 0 0,-1 0 0,0 0 0,0 0 0,0 0 0,0 0 0,0 0 0,0 0 0,0 0 0,8 5 0,4 8 0,-1 0 0,7 9 0,1 0 0,0-2 0,36 29 0,-54-48 0,0 0 0,1 0 0,-1 0 0,0 0 0,1 0 0,-1 0 0,1-1 0,-1 1 0,1-1 0,-1 1 0,1-1 0,-1 1 0,1-1 0,0 0 0,-1 0 0,1 0 0,-1 0 0,1 0 0,0 0 0,-1 0 0,1 0 0,-1-1 0,1 1 0,1-1 0,-1 0 0,-1-1 0,1 1 0,-1 0 0,1-1 0,-1 1 0,0-1 0,0 1 0,0-1 0,0 0 0,0 1 0,0-1 0,0 0 0,0 0 0,-1 1 0,1-1 0,-1 0 0,1 0 0,-1 0 0,0-3 0,1-11 0,0 1 0,-2-17 0,0-20 0,1 51 0,0 0 0,0 0 0,0-1 0,0 1 0,0 0 0,1 0 0,-1 0 0,0 0 0,1 0 0,-1 0 0,1 0 0,-1 0 0,1 0 0,-1 0 0,1 0 0,0 0 0,1-1 0,-2 2 0,1 0 0,0-1 0,-1 1 0,1 0 0,0-1 0,-1 1 0,1 0 0,0 0 0,0 0 0,-1 0 0,1 0 0,0 0 0,0 0 0,0 0 0,-1 0 0,1 0 0,0 0 0,0 0 0,0 1 0,5 1 0,0 1 0,-1 0 0,1 0 0,-1 0 0,6 5 0,-1 0 0,17 8-120,-2-1-129,0 1 0,-2 2 0,1 0 0,25 27 0,-40-35-6577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23.2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89 24575,'45'-21'0,"2"2"0,0 3 0,50-12 0,-90 27 0,0-1 0,1 2 0,-1-1 0,0 1 0,1 0 0,-1 0 0,0 1 0,8 2 0,-12-3 0,1 1 0,-1 0 0,0 1 0,0-1 0,0 0 0,1 1 0,-1 0 0,-1 0 0,1 0 0,0 0 0,0 0 0,-1 0 0,0 1 0,1-1 0,-1 1 0,0 0 0,0 0 0,0-1 0,1 5 0,5 13 0,-1 0 0,-1 1 0,6 37 0,-1-3 0,71 230 0,-75-267 0,0-2 0,5 23 0,-11-36 0,0 1 0,-1 0 0,1-1 0,-1 1 0,0 0 0,0-1 0,0 1 0,0 0 0,-1 0 0,1-1 0,-1 1 0,-1 4 0,1-6 0,0-1 0,0 0 0,0 1 0,0-1 0,0 0 0,0 0 0,0 0 0,0 0 0,0 0 0,0 0 0,-1 0 0,1 0 0,0 0 0,-1 0 0,1-1 0,-1 1 0,1-1 0,-1 1 0,-2 0 0,-3 0 0,-1 0 0,1 0 0,-9-1 0,-6 1 0,-80 18-1365,84-16-5461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25.1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501 1 24575,'-452'14'0,"418"-16"-1365,19-1-5461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25.4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419 60 24575,'-27'-9'0,"-11"-4"0,-5 0 0,3 3 0,4 3 0,5 3 0,3 1 0,3 2 0,2 4 0,2 0 0,2 3 0,2 1 0,2 1 0,0-1 0,1 1 0,-1-1 0,4-1-8191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25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1 24575,'209'171'0,"-133"-106"0,-57-50 0,-10-7 0,1 0 0,-1 0 0,0 1 0,9 12 0,-17-20 0,0 0 0,0 0 0,0 0 0,-1 0 0,1 1 0,0-1 0,-1 0 0,1 0 0,-1 0 0,0 1 0,1-1 0,-1 0 0,0 1 0,0-1 0,0 0 0,0 0 0,0 1 0,0-1 0,0 0 0,0 1 0,0-1 0,-1 0 0,1 1 0,-1-1 0,1 0 0,-1 0 0,1 0 0,-1 1 0,0-1 0,1 0 0,-1 0 0,0 0 0,0 0 0,0 0 0,0 0 0,0 0 0,0-1 0,0 1 0,0 0 0,0 0 0,0-1 0,0 1 0,-2 0 0,-5 2 0,1 0 0,-1 0 0,1 0 0,-1-1 0,-14 2 0,-86 4 0,44-4 0,27-1-80,-70 8-1205,92-8-5541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26.7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95 24575,'-8'-13'0,"1"-1"0,0-1 0,1 1 0,-5-17 0,11 30 0,0 1 0,0 0 0,0 0 0,0 0 0,0 0 0,0-1 0,0 1 0,-1 0 0,1 0 0,0 0 0,0-1 0,0 1 0,0 0 0,0 0 0,0-1 0,0 1 0,0 0 0,0 0 0,0 0 0,0-1 0,0 1 0,0 0 0,0 0 0,0 0 0,1-1 0,-1 1 0,0 0 0,0 0 0,0 0 0,0-1 0,0 1 0,0 0 0,0 0 0,1 0 0,-1-1 0,7 6 0,8 11 0,33 57 0,-28-42 0,27 34 0,30 25 0,144 129 0,-221-218 0,16 12 0,0 1 0,23 29 0,-51-50 0,-8-10 0,-6-6-1365,16 13-5461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27.1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99 24575,'-5'-20'0,"1"6"0,-1 0 0,0 0 0,-9-19 0,14 33 0,0 0 0,0 0 0,-1-1 0,1 1 0,0 0 0,0 0 0,0 0 0,0 0 0,0-1 0,0 1 0,0 0 0,0 0 0,0 0 0,-1 0 0,1-1 0,0 1 0,0 0 0,0 0 0,0 0 0,0 0 0,-1 0 0,1 0 0,0 0 0,0-1 0,0 1 0,0 0 0,-1 0 0,1 0 0,0 0 0,0 0 0,0 0 0,-1 0 0,1 0 0,0 0 0,0 0 0,0 0 0,-1 0 0,1 0 0,0 0 0,0 0 0,0 0 0,0 0 0,-1 1 0,-4 9 0,0 20 0,4-26 0,-9 47 0,-2 0 0,-29 72 0,21-67 0,-17 83 0,29-101-95,-14 93-1175,21-119-5556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27.6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48 24575,'-9'-44'0,"10"44"0,-1 0 0,0 0 0,0 0 0,0 0 0,0 0 0,0 0 0,0-1 0,0 1 0,0 0 0,0 0 0,0 0 0,0 0 0,0 0 0,0 0 0,0 0 0,0 0 0,0 0 0,0 0 0,0 0 0,0-1 0,0 1 0,0 0 0,0 0 0,0 0 0,0 0 0,0 0 0,0 0 0,0 0 0,0 0 0,0 0 0,0 0 0,0 0 0,-1 0 0,1-1 0,0 1 0,0 0 0,0 0 0,0 0 0,0 0 0,0 0 0,0 0 0,0 0 0,0 0 0,0 0 0,0 0 0,0 0 0,0 0 0,-1 0 0,1 0 0,0 0 0,0 0 0,0 0 0,0 0 0,0 0 0,0 0 0,0 0 0,0 0 0,0 0 0,0 0 0,0 0 0,-1 0 0,1 0 0,0 0 0,0 0 0,0 0 0,0 0 0,0 0 0,0 0 0,0 0 0,-2 9 0,0 14 0,3 370 0,11-247 0,-9-125 0,1-1 0,1 0 0,1-1 0,1 1 0,10 20 0,-14-35 11,0 0 0,0 0 0,0-1 0,1 1 0,0-1 0,0 0-1,0 0 1,0-1 0,0 1 0,7 3 0,-10-6-46,0 0 1,0-1-1,1 1 1,-1 0-1,0-1 1,1 1-1,-1-1 1,1 1-1,-1-1 1,1 0-1,-1 0 1,0 1-1,1-1 0,-1 0 1,1 0-1,-1-1 1,1 1-1,-1 0 1,1 0-1,-1-1 1,1 1-1,-1-1 1,0 1-1,1-1 1,-1 0-1,0 1 1,1-1-1,-1 0 0,0 0 1,0 0-1,0 0 1,0 0-1,0 0 1,0 0-1,0 0 1,0 0-1,0-1 1,-1 1-1,1 0 1,0-1-1,-1 1 0,1-3 1,4-7-6792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28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45 24575,'9'-6'0,"0"0"0,0 1 0,0 0 0,1 0 0,-1 1 0,19-5 0,-22 8 0,-1 0 0,1 0 0,0 0 0,-1 1 0,1 0 0,0 0 0,-1 0 0,1 1 0,0 0 0,-1 0 0,1 1 0,-1-1 0,0 1 0,7 3 0,1 3 0,-1-1 0,-1 1 0,1 1 0,-1 0 0,-1 1 0,1 0 0,-2 1 0,1 0 0,-2 0 0,1 1 0,7 15 0,-13-22 0,-1 1 0,0-1 0,0 0 0,0 0 0,-1 1 0,1-1 0,-1 1 0,-1 0 0,1-1 0,-1 1 0,0 0 0,0-1 0,-1 1 0,1-1 0,-4 12 0,-2-1 0,0 1 0,-1-1 0,-16 26 0,3-5 0,20-36 0,-1 0 0,1 0 0,-1 0 0,1 0 0,0 0 0,0 0 0,-1 0 0,1 0 0,0 0 0,0 0 0,0 0 0,0 0 0,0 0 0,0 0 0,0 0 0,0 0 0,1 0 0,-1 0 0,0 0 0,1-1 0,-1 1 0,1 2 0,0-2 0,1 1 0,-1-1 0,0 1 0,1-1 0,-1 0 0,1 1 0,-1-1 0,1 0 0,0 0 0,3 2 0,4 0 0,1 1 0,-1-1 0,16 3 0,-21-5 0,1 0-80,1 0 0,0 0-1,0 0 1,-1-1 0,1 0-1,0 0 1,0 0 0,-1-1-1,1 0 1,0 0 0,0 0 0,-1-1-1,1 0 1,-1 0 0,0 0-1,8-5 1,-1-1-6746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28.2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355 0 24575,'-29'0'0,"-13"3"0,-1 0 0,4 0 0,6 0 0,4-2 0,5 0 0,3 2 0,4 1 0,1-1 0,2 2 0,-3 0 0,0-1 0,3-1-8191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28.6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24575,'23'6'0,"0"0"0,-1 2 0,1 1 0,-1 0 0,-1 2 0,0 0 0,0 1 0,-1 1 0,-1 2 0,0-1 0,-1 2 0,18 21 0,-15-13 0,-1 1 0,-2 1 0,0 0 0,-2 2 0,-1 0 0,17 45 0,-24-51 0,-1 0 0,-1 0 0,-1 1 0,-1 0 0,0 0 0,-2 0 0,-1 1 0,-1-1 0,-5 37 0,4-53 10,0-1 0,-1 1 0,1-1 0,-2 1 0,1-1 0,-1 0 0,0 0 0,0 0 0,0 0 0,-1-1 0,-5 7 0,2-5-222,-1 0 0,0 0 0,0 0-1,0-1 1,0-1 0,-16 8 0,8-5-6614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29.3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0 24575,'0'1'0,"0"-1"0,0 1 0,-1 0 0,1-1 0,0 1 0,-1-1 0,1 1 0,-1-1 0,1 1 0,0 0 0,-1-1 0,1 0 0,-1 1 0,0-1 0,1 1 0,-1-1 0,1 0 0,-1 1 0,0-1 0,1 0 0,-1 1 0,1-1 0,-1 0 0,0 0 0,0 0 0,1 0 0,-2 0 0,-22 3 0,22-3 0,-21 1 0,-3 1 0,-29 4 0,44-3-195,-1-1 0,1-1 0,-1 0 0,1-1 0,-1 0 0,-20-3 0,20 0-6631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29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16 24575,'-12'-3'0,"-7"0"0,-2 0 0,-1 0 0,2 2 0,1-1 0,2 2 0,1 2 0,1 1 0,1 1 0,2-2-8191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31.6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1171 16 24575,'-4'-1'0,"0"1"0,0-1 0,0 1 0,-1 0 0,1 0 0,-4 1 0,0 0 0,-374-12 0,309 7 0,-1 3 0,-90 11 0,54 12 0,75-15 0,-7 0 0,31-6 0,1 0 0,-1 1 0,1 0 0,-20 7 0,30-9 0,-1 0 0,1 0 0,0 1 0,-1-1 0,1 0 0,0 0 0,-1 0 0,1 0 0,0 1 0,-1-1 0,1 0 0,0 0 0,0 1 0,-1-1 0,1 0 0,0 0 0,0 1 0,0-1 0,-1 0 0,1 1 0,0-1 0,0 0 0,0 1 0,0-1 0,0 0 0,0 1 0,0-1 0,0 0 0,-1 1 0,8 8 0,15 4 0,38 13 0,91 25 0,-41-15 0,-88-29 0,53 22 0,-67-25 0,0 0 0,0 1 0,0 0 0,-1 0 0,0 1 0,12 10 0,-18-14 0,1 0 0,0 0 0,-1 0 0,1 0 0,-1 1 0,0-1 0,0 0 0,0 1 0,0-1 0,0 1 0,0-1 0,-1 1 0,1-1 0,-1 1 0,0 0 0,1-1 0,-1 1 0,0-1 0,-1 1 0,1 0 0,0-1 0,-1 1 0,0-1 0,1 1 0,-1-1 0,0 1 0,0-1 0,-3 5 0,0-2 0,1 1 0,-1-1 0,0 0 0,-1-1 0,1 1 0,-1-1 0,0 1 0,0-1 0,0-1 0,-10 6 0,-99 45 0,-2-5 0,-224 61 0,323-106 0,13-4 0,0 1 0,0-1 0,0 1 0,0 0 0,1 1 0,-1-1 0,0 1 0,1-1 0,-6 5 0,9-6 0,-1 0 0,1 0 0,0 0 0,0 0 0,0 0 0,0 0 0,0 1 0,0-1 0,0 0 0,0 0 0,0 0 0,0 0 0,0 0 0,1 0 0,-1 0 0,0 1 0,0-1 0,0 0 0,0 0 0,0 0 0,0 0 0,0 0 0,0 0 0,0 0 0,0 0 0,0 1 0,0-1 0,0 0 0,1 0 0,-1 0 0,0 0 0,0 0 0,0 0 0,0 0 0,0 0 0,0 0 0,0 0 0,1 0 0,-1 0 0,0 0 0,0 0 0,0 0 0,0 0 0,0 0 0,0 0 0,0 0 0,1 0 0,-1 0 0,0 0 0,0 0 0,9 2 0,-7-2 0,102 14 0,110 1 0,107-15 0,-156-1 0,-159 1-43,38 1-398,1-3 1,84-13-1,-112 11-6385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32.5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35 24575,'-3'4'0,"0"0"0,0 0 0,0 0 0,1 0 0,0 1 0,-1-1 0,1 0 0,1 1 0,-1 0 0,1-1 0,-2 11 0,2-4 0,0 0 0,0 0 0,1 0 0,2 13 0,-2-18 0,1-1 0,0 0 0,1 1 0,-1-1 0,5 10 0,-3-24 0,-1-6 0,-2 15 0,1-9 0,0-13 0,2 0 0,1 0 0,0 1 0,11-30 0,-15 49 0,1 0 0,0-1 0,0 1 0,1 0 0,-1 0 0,0 0 0,1 0 0,0 0 0,-1 0 0,1 0 0,0 0 0,0 1 0,0-1 0,0 1 0,4-3 0,-4 3 0,0 1 0,1-1 0,-1 1 0,0-1 0,0 1 0,1 0 0,-1 0 0,0 0 0,0 1 0,1-1 0,-1 0 0,0 1 0,0-1 0,0 1 0,0 0 0,0 0 0,4 2 0,3 3 0,1 0 0,-1 1 0,-1 0 0,1 1 0,-1 0 0,10 13 0,-7-8 0,8 7-31,22 27-1303,-31-35-5492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32.8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264 48 24575,'-29'-8'0,"-13"-1"0,-1-1 0,4 3 0,7 1 0,5 3 0,6 1 0,3 2 0,6-3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33.1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305 60 24575,'-27'-7'0,"-14"-5"0,-2-1 0,3 2 0,7 3 0,6 3 0,5 2 0,4 2 0,2 3 0,2 2 0,1 0 0,2-1-8191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33.7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30 24575,'16'5'0,"10"5"0,33 15 0,-52-21 0,-1 0 0,1 0 0,-1 0 0,0 0 0,0 1 0,0 0 0,-1 0 0,0 1 0,8 11 0,-11-15 0,-1 0 0,1 0 0,-1 1 0,0-1 0,0 0 0,0 1 0,-1-1 0,1 1 0,0-1 0,-1 1 0,0-1 0,1 1 0,-1-1 0,0 1 0,0-1 0,-1 1 0,1-1 0,0 1 0,-1-1 0,0 1 0,1-1 0,-1 1 0,0-1 0,0 0 0,-1 1 0,1-1 0,0 0 0,-2 2 0,0 0 0,0-1 0,0-1 0,0 1 0,-1 0 0,1-1 0,0 1 0,-1-1 0,0 0 0,0 0 0,1-1 0,-1 1 0,0-1 0,0 0 0,0 0 0,0 0 0,-6 0 0,-4 0 0,0-1 0,0 0 0,1-1 0,-1-1 0,0 0 0,1-1 0,0 0 0,-20-8 0,27 8 0,1 1 0,0-1 0,0 0 0,0-1 0,0 1 0,0-1 0,1 0 0,-1 0 0,-5-8 0,7 9 0,1-1 0,-1 0 0,1 0 0,0 0 0,1 0 0,-1 0 0,1-1 0,0 1 0,0 0 0,0-1 0,0 1 0,1-1 0,0 1 0,0-6 0,0 5-50,1 0-1,0 0 1,1 0-1,-1 1 0,1-1 1,0 0-1,0 1 1,0-1-1,1 1 1,0 0-1,-1 0 0,1 0 1,1 0-1,-1 1 1,0-1-1,1 1 1,0 0-1,0 0 0,0 0 1,0 0-1,0 1 1,1-1-1,-1 1 1,1 0-1,0 1 1,5-2-1,3 0-6775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35.1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622 199 24575,'-74'-58'0,"25"19"0,-73-45 0,118 82 0,0-1 0,0 1 0,-1 0 0,1 0 0,-1 1 0,1-1 0,-1 1 0,0 0 0,0 1 0,1-1 0,-1 1 0,-7 0 0,9 0 0,0 1 0,1-1 0,-1 1 0,0 0 0,0 0 0,1 0 0,-1 1 0,0-1 0,1 0 0,-1 1 0,1 0 0,0 0 0,0-1 0,0 1 0,0 0 0,0 1 0,0-1 0,0 0 0,0 1 0,1-1 0,-2 4 0,0 0 0,1 0 0,-1 0 0,2 0 0,-1 0 0,1 0 0,0 1 0,-1 9 0,3 48 0,1-26 0,-2-37 0,1 9 0,-2 1 0,1-1 0,-1 1 0,-5 19 0,6-28 0,-1 1 0,0-1 0,0 0 0,0 1 0,0-1 0,0 0 0,0 0 0,-1 0 0,1 0 0,-1 0 0,1 0 0,-1-1 0,0 1 0,0 0 0,0-1 0,0 0 0,0 1 0,0-1 0,0 0 0,0 0 0,-1 0 0,1 0 0,0 0 0,-1-1 0,1 1 0,0-1 0,-4 1 0,-3 0 0,-1-1 0,1 0 0,-1 0 0,0-1 0,1 0 0,-1-1 0,1 0 0,-1 0 0,1-1 0,-17-8 0,22 9 0,-1-1 0,1 1 0,0-1 0,0 0 0,0 0 0,0-1 0,0 1 0,1-1 0,-1 0 0,1 0 0,0 0 0,0 0 0,1-1 0,-1 1 0,1-1 0,0 1 0,0-1 0,0 0 0,1 0 0,0 0 0,0 0 0,0-6 0,0 7 0,1 0 0,0-1 0,0 1 0,0 0 0,0 0 0,1 0 0,0 0 0,0 0 0,2-5 0,-2 7 0,0 0 0,0 0 0,0 1 0,0-1 0,0 1 0,1-1 0,-1 1 0,0-1 0,1 1 0,-1 0 0,1 0 0,0 0 0,-1 0 0,1 0 0,0 0 0,0 0 0,-1 0 0,1 1 0,0-1 0,0 1 0,3-1 0,2 0 0,0 1 0,0-1 0,0 2 0,0-1 0,0 1 0,0 0 0,10 3 0,49 18 0,-22-6 0,7 1 0,10 4 0,1-3 0,82 13 0,-139-31-115,-3 1 37,1-1 0,-1 1 0,1-1 0,0 0 0,-1 1 0,1-1-1,-1 0 1,1-1 0,-1 1 0,1 0 0,-1-1 0,1 0-1,-1 1 1,1-1 0,2-2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39.0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348 100 24575,'-8'-8'0,"-1"1"0,1-1 0,-1 1 0,-1 1 0,1 0 0,-1 0 0,0 1 0,0 1 0,-1-1 0,1 2 0,-18-5 0,-12-3 0,28 8 0,-1-1 0,1 1 0,-1 1 0,-16-1 0,26 3 0,-1 0 0,1 0 0,-1 1 0,1-1 0,-1 1 0,1 0 0,-1 0 0,1 0 0,0 0 0,0 0 0,-1 1 0,1 0 0,0 0 0,0-1 0,0 2 0,1-1 0,-1 0 0,0 1 0,1-1 0,-3 4 0,1 1 0,0 0 0,1 0 0,-1 1 0,2-1 0,-1 1 0,1 0 0,0-1 0,0 1 0,1 0 0,0 1 0,1-1 0,0 10 0,1-14 0,-1 0 0,1 0 0,0-1 0,0 1 0,1-1 0,-1 1 0,1-1 0,0 1 0,-1-1 0,2 0 0,-1 0 0,0 0 0,1 0 0,-1 0 0,1 0 0,0-1 0,0 1 0,0-1 0,0 0 0,0 0 0,4 2 0,8 4 0,1-1 0,0 0 0,22 5 0,-27-8 0,7 0 0,0-1 0,0 0 0,0-2 0,1 0 0,-1-1 0,32-4 0,-48 4 0,0 0 0,0 0 0,1-1 0,-1 0 0,0 1 0,0-1 0,0 0 0,0 0 0,0 0 0,-1 0 0,1 0 0,0 0 0,0-1 0,-1 1 0,1 0 0,-1-1 0,1 0 0,-1 1 0,1-1 0,-1 0 0,0 0 0,0 0 0,2-3 0,-1-3 0,1 0 0,-1-1 0,0 1 0,1-15 0,-3 21 0,1-6 0,2-4 0,-3 12 0,1 0 0,-1 0 0,1 0 0,-1 1 0,0-1 0,1 0 0,-1 0 0,1 0 0,-1 0 0,1 1 0,-1-1 0,0 0 0,1 0 0,-1 1 0,1-1 0,-1 0 0,0 0 0,1 1 0,-1-1 0,0 1 0,1-1 0,-1 0 0,0 1 0,0-1 0,0 1 0,1-1 0,-1 1 0,11 14-341,2 0 0,-1-1-1,23 19 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40.3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 24575,'0'8'0,"1"0"0,0 0 0,1 1 0,0-1 0,5 14 0,20 38 0,-24-53 0,-3-7 0,0 1 0,0-1 0,1 1 0,-1 0 0,0-1 0,0 1 0,1-1 0,-1 1 0,0 0 0,1-1 0,-1 1 0,1-1 0,-1 1 0,1-1 0,-1 0 0,1 1 0,-1-1 0,1 1 0,-1-1 0,1 0 0,-1 1 0,2-1 0,-2 0 0,1-1 0,-1 1 0,0 0 0,1-1 0,-1 1 0,0-1 0,1 1 0,-1-1 0,0 1 0,0-1 0,1 1 0,-1-1 0,0 1 0,0-1 0,0 1 0,0-1 0,0 1 0,0-1 0,0 0 0,2-37 0,-2 36 0,0-3 0,-1-4 0,1 1 0,1-1 0,-1 1 0,2-1 0,2-13 0,-3 21 0,-1-1 0,1 0 0,0 0 0,0 0 0,0 1 0,0-1 0,0 0 0,0 1 0,0-1 0,1 1 0,-1-1 0,1 1 0,-1 0 0,1-1 0,-1 1 0,1 0 0,0 0 0,0 0 0,-1 1 0,1-1 0,0 0 0,0 0 0,0 1 0,0 0 0,0-1 0,0 1 0,0 0 0,0 0 0,0 0 0,2 0 0,0 0 0,-1 1 0,1 0 0,-1 0 0,1 0 0,-1 0 0,1 0 0,-1 1 0,0-1 0,0 1 0,1 0 0,-1 0 0,-1 0 0,1 0 0,0 1 0,2 2 0,7 7 0,-2 1 0,11 15 0,-3-3 0,-13-19-341,-1 0 0,0 0-1,6 12 1,-5-6-6485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41.9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47 24575,'2'-2'0,"-1"-1"0,0 0 0,1 0 0,0 1 0,-1-1 0,1 1 0,0-1 0,1 1 0,-1 0 0,0 0 0,0 0 0,1 0 0,0 0 0,-1 1 0,1-1 0,0 1 0,0 0 0,-1 0 0,1 0 0,0 0 0,0 0 0,0 0 0,6 0 0,5 0 0,0 0 0,0 1 0,0 0 0,13 3 0,-20-3 0,-1 1 0,0 1 0,0-1 0,0 1 0,0 0 0,0 0 0,0 1 0,0-1 0,-1 1 0,1 1 0,-1-1 0,0 1 0,7 6 0,-9-7 0,0 1 0,-1-1 0,1 0 0,-1 1 0,0 0 0,0-1 0,0 1 0,0 0 0,-1 0 0,1 0 0,-1 0 0,0 0 0,0 1 0,-1-1 0,1 0 0,-1 0 0,0 0 0,0 1 0,0-1 0,-1 0 0,0 5 0,-7 24 0,-18 44 0,14-43 0,-8 39 0,15-58 0,4-12 0,0 1 0,0-1 0,0 0 0,1 0 0,-1 0 0,1 6 0,0-8 0,0 0 0,0-1 0,0 1 0,1 0 0,-1 0 0,0-1 0,0 1 0,1 0 0,-1-1 0,1 1 0,-1 0 0,1-1 0,-1 1 0,1-1 0,-1 1 0,1-1 0,-1 1 0,1-1 0,0 1 0,-1-1 0,1 1 0,0-1 0,-1 0 0,1 1 0,0-1 0,0 0 0,-1 0 0,1 0 0,0 0 0,0 1 0,0-1 0,1 0 0,40 6-83,-27-3-100,1-1 0,-1 0 0,1-1-1,0-1 1,-1 0 0,24-4 0,-27 1-6643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42.1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232 32 24575,'-30'-7'0,"-11"-3"0,-2 1 0,4 4 0,6 5 0,7 3 0,7 1-8191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42.7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231 1 24575,'-2'0'0,"-4"0"0,-3 0 0,-2 0 0,-2 0 0,-2 0 0,0 2 0,0 1 0,0 0 0,-2 0 0,-1-1 0,0 1 0,1 1 0,1-1 0,0 0 0,1-1 0,3-1-8191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43.3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 24575,'6'7'0,"0"1"0,0 0 0,-1 0 0,0 1 0,5 11 0,6 12 0,-8-18 0,17 24 0,-25-37 0,0-1 0,0 0 0,1 0 0,-1 1 0,0-1 0,0 0 0,0 0 0,0 0 0,1 1 0,-1-1 0,0 0 0,0 0 0,0 0 0,1 0 0,-1 1 0,0-1 0,0 0 0,1 0 0,-1 0 0,0 0 0,0 0 0,1 0 0,-1 0 0,0 0 0,0 0 0,1 0 0,-1 0 0,0 0 0,0 0 0,1 0 0,-1 0 0,0 0 0,0 0 0,1 0 0,4-10 0,-3-18 0,-1 23 0,0-11 0,1 1 0,0 0 0,1-1 0,8-22 0,-10 36 0,-1 0 0,1 1 0,0-1 0,0 0 0,0 1 0,0-1 0,0 0 0,0 1 0,1 0 0,-1-1 0,0 1 0,1 0 0,-1 0 0,1-1 0,-1 1 0,1 0 0,0 1 0,-1-1 0,1 0 0,0 0 0,0 1 0,-1-1 0,1 1 0,0-1 0,0 1 0,0 0 0,0 0 0,0 0 0,0 0 0,-1 0 0,1 0 0,0 1 0,0-1 0,0 0 0,0 1 0,-1 0 0,4 1 0,6 3 0,0 0 0,0 1 0,-1 0 0,17 13 0,-20-13 0,67 53 0,-65-51 0,-1 0 0,0 1 0,0 0 0,-1 0 0,0 0 0,6 13 0,-3 6-1365,-8-15-5461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47.2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15 24575,'-1'-1'0,"1"0"0,0 0 0,0 0 0,-1 0 0,1 0 0,-1 0 0,1 0 0,-1 0 0,1 0 0,-1 0 0,0 0 0,1 0 0,-2-1 0,2 3 0,-1-1 0,1 0 0,0 0 0,0 0 0,0 0 0,-1 0 0,1 0 0,0 0 0,0 1 0,-1-1 0,1 0 0,0 0 0,0 0 0,0 1 0,0-1 0,-1 0 0,1 0 0,0 0 0,0 1 0,0-1 0,0 0 0,0 0 0,0 1 0,0-1 0,-1 0 0,1 0 0,0 1 0,0-1 0,0 0 0,0 0 0,0 1 0,-2 32 0,2 6 0,9 61 0,-5-74 0,0 0 0,2-1 0,1 0 0,18 43 0,-19-56-170,-1 0-1,0 1 0,-1 0 1,0 0-1,-1 0 0,-1 1 1,2 24-1,-4-25-6655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44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175 14 24575,'76'0'0,"-142"1"0,-73-2 0,134 0-170,0 1-1,1-1 0,-1 0 1,0 0-1,1-1 0,-1 0 1,-8-4-1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45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215 31 24575,'0'-5'0,"-2"-2"0,-4 1 0,-3 1 0,-2 2 0,-2 0 0,-1 2 0,-1 1 0,0 0 0,0 2 0,0 2 0,0-1 0,0 0 0,1-1 0,-1 2 0,1 0 0,-1-1 0,3-1-8191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48.7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3515 1 24575,'-16'7'0,"0"0"0,-1-1 0,1-1 0,-1 0 0,-22 2 0,6-3 0,-60-1 0,82-3 0,-238-10 0,-74 3 0,202 9 0,14 5 0,9 0 0,-4 1 0,-7-1 0,-8-15 0,1 0 0,37 8 0,-91 1 0,95 6 0,-21 1 0,-233-8 0,157-1 0,64-8 0,62 4 0,-2-2 0,-30-1 0,58 7 0,-23-5 0,24 3 0,-29-1 0,43 4 0,-33-1 0,-1 2 0,-51 8 0,63-6 0,1 0 0,-28-2 0,28-1 0,0 1 0,-32 5 0,30-2-44,0-2 0,-54-1 0,42-2-1189,23 1-5593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50.1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15 103 24575,'-5'-23'0,"1"0"0,-1-34 0,12 94 0,3-1 0,0 0 0,26 57 0,-1-4 0,-17-45-10,-12-32-261,-1 2 0,0-1 0,-1 0 0,4 22 0,-7-23-6555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50.7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56 24575,'2'-3'0,"-1"-1"0,1 0 0,-1 0 0,0 0 0,-1 1 0,1-1 0,0-5 0,-2 8 0,1 0 0,0 0 0,0 0 0,0 0 0,0 0 0,0 1 0,-1-1 0,1 0 0,0 0 0,-1 0 0,1 1 0,-1-1 0,1 0 0,-1 0 0,1 1 0,-1-1 0,0 0 0,1 1 0,-1-1 0,0 1 0,1-1 0,-1 1 0,0-1 0,0 1 0,1-1 0,-1 1 0,0 0 0,0 0 0,0-1 0,0 1 0,1 0 0,-1 0 0,0 0 0,0 0 0,0 0 0,0 0 0,0 0 0,-1 0 0,-67 6 0,9-1 0,11-5 0,-19 2 0,45 3-1365,14-2-5461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51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330 90 24575,'-90'-55'0,"78"49"0,0 0 0,-1 1 0,1 0 0,-1 1 0,-24-4 0,33 8 0,0-1 0,-1 1 0,1 1 0,0-1 0,0 0 0,0 1 0,0 0 0,0 0 0,0 0 0,0 1 0,0-1 0,0 1 0,0 0 0,0 0 0,1 0 0,-1 1 0,1-1 0,0 1 0,0 0 0,0 0 0,0 0 0,0 0 0,1 1 0,-1-1 0,1 1 0,0-1 0,0 1 0,-2 5 0,-11 19 0,11-22 0,0 1 0,1-1 0,0 1 0,0-1 0,1 1 0,-4 13 0,6-17 0,1 0 0,-1-1 0,0 1 0,1 0 0,-1-1 0,1 1 0,0 0 0,0-1 0,0 0 0,0 1 0,1-1 0,-1 1 0,1-1 0,-1 0 0,1 0 0,0 0 0,2 2 0,6 6 0,0-1 0,12 8 0,-13-10 0,5 3 0,0-1 0,0 0 0,25 11 0,-31-16 0,1-1 0,0 0 0,-1 0 0,1-1 0,0-1 0,0 1 0,0-1 0,12 0 0,-18-2 0,0 1 0,-1 0 0,1-1 0,0 1 0,-1-1 0,1 0 0,-1 0 0,1 0 0,-1 0 0,1 0 0,-1-1 0,1 1 0,-1-1 0,0 1 0,0-1 0,3-3 0,-2 2 0,-1-1 0,1 1 0,-1-1 0,0 0 0,0 0 0,0 0 0,-1 0 0,1 0 0,1-6 0,-1-1 0,-1 0 0,0 0 0,0-1 0,-1 1 0,0 0 0,-1 0 0,-3-13 0,4 23 0,0 1 0,-1-1 0,1 1 0,0-1 0,0 1 0,0-1 0,0 1 0,0-1 0,0 1 0,0-1 0,0 1 0,0-1 0,0 1 0,0-1 0,0 1 0,0 0 0,0-1 0,1 1 0,-1-1 0,0 0 0,7 6 0,13 22 0,-13-16 0,37 40 0,14 18 0,-49-57-1365,-1-3-5461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52.5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24575,'3'-3'0,"1"0"0,-1 0 0,1 0 0,0 1 0,0-1 0,0 1 0,0 0 0,1 1 0,-1-1 0,0 1 0,1 0 0,-1 0 0,1 0 0,-1 0 0,1 1 0,0 0 0,6 0 0,7 2 0,0 0 0,0 2 0,21 6 0,3 0 0,-36-8 0,1-1 0,1 0 0,-1 1 0,13 6 0,-19-8 0,1 1 0,-1-1 0,0 1 0,0 0 0,0-1 0,1 1 0,-1 0 0,0 0 0,0 0 0,0 0 0,0 0 0,-1 0 0,1 0 0,0 0 0,0 0 0,-1 1 0,1-1 0,0 0 0,-1 0 0,1 1 0,-1-1 0,0 0 0,1 1 0,-1-1 0,0 0 0,0 3 0,-2 10 0,0-1 0,-1 0 0,0 0 0,-7 15 0,5-14 0,0-1 0,2 1 0,-5 24 0,1 11 0,4-30 0,-2 28 0,2-22 0,2-22 0,0 1 0,0-1 0,1 1 0,0 0 0,0-1 0,0 6 0,0-7 0,1-1 0,-1 0 0,0 0 0,1 0 0,0 1 0,-1-1 0,1 0 0,0 0 0,-1 0 0,1 0 0,0 0 0,0 0 0,0 0 0,0 0 0,0 0 0,0 0 0,0-1 0,0 1 0,0 0 0,0-1 0,0 1 0,2 0 0,9 3 0,-1-1 0,1 0 0,19 1 0,-9 0 0,-5-1 40,0-1 0,34 0 0,-46-2-139,0-1 0,0 1 0,0-1 0,0 0 0,0 0 0,0 0 0,0-1 0,0 0 0,0 0 0,0 0 0,-1 0 0,1-1 0,-1 0 0,5-3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52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262 27 24575,'-27'-5'0,"-11"-2"0,-2 1 0,3 1 0,6 2 0,8 3 0,6 2 0,3 1 0,1 2 0,1 2 0,2 1-8191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53.3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0 24575,'-26'1'0,"-49"7"0,52-5 0,-46-2 0,1 1 0,45 3-1365,14-2-5461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2:53.7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34 24575,'0'-5'0,"-1"3"0,1 1 0,0-1 0,0 1 0,0-1 0,0 1 0,0-1 0,0 1 0,0-1 0,1 1 0,-1-1 0,0 1 0,1-1 0,-1 1 0,1 0 0,0-1 0,-1 1 0,3-2 0,-3 3 0,1 1 0,0-1 0,0 1 0,-1 0 0,1-1 0,-1 1 0,1 0 0,0-1 0,-1 1 0,0 0 0,1 0 0,-1 0 0,1 0 0,-1 0 0,0-1 0,0 1 0,1 2 0,0-2 0,3 15 0,1 1 0,-2-1 0,2 18 0,7 31 0,-3-36-48,-4-12-391,0 0 0,2 21 0,-6-26-6387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3:02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73 24575,'10'-27'0,"-8"22"0,0 0 0,0 0 0,0 0 0,1 0 0,-1 0 0,7-7 0,-9 11 0,0 1 0,0 0 0,0 0 0,0 0 0,0-1 0,1 1 0,-1 0 0,0 0 0,0 0 0,0 0 0,1 0 0,-1-1 0,0 1 0,0 0 0,0 0 0,1 0 0,-1 0 0,0 0 0,0 0 0,0 0 0,1 0 0,-1 0 0,0 0 0,0 0 0,1 0 0,-1 0 0,0 0 0,0 0 0,1 0 0,-1 0 0,0 0 0,0 0 0,0 0 0,1 0 0,-1 0 0,0 0 0,0 0 0,1 1 0,-1-1 0,0 0 0,0 0 0,0 0 0,0 0 0,1 1 0,-1-1 0,0 0 0,0 0 0,0 0 0,0 0 0,0 1 0,0-1 0,1 0 0,-1 0 0,0 1 0,0-1 0,0 0 0,0 0 0,0 1 0,0-1 0,0 0 0,0 0 0,0 1 0,2 16 0,-2-17 0,-1 188 0,-22-21 0,5-55 0,14-50 0,4-38 0,-7 36 0,5-46-1365,0-2-5461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3:02.8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99 24575,'2'-4'0,"0"0"0,1 0 0,0 1 0,-1-1 0,1 1 0,1 0 0,-1 0 0,0 0 0,1 0 0,-1 0 0,8-3 0,-9 5 0,0 0 0,0 1 0,1-1 0,-1 1 0,0-1 0,0 1 0,1 0 0,-1 0 0,0 0 0,1 0 0,-1 0 0,0 1 0,0-1 0,1 1 0,-1-1 0,0 1 0,0 0 0,0 0 0,0 0 0,0 0 0,0 0 0,0 0 0,0 1 0,2 2 0,8 6 0,-1 2 0,-1 0 0,0 0 0,16 27 0,-24-36 0,-1-2 0,-1-1 0,0 0 0,1 0 0,-1 1 0,0-1 0,1 0 0,-1 1 0,0-1 0,0 1 0,1-1 0,-1 0 0,0 1 0,0-1 0,0 1 0,0-1 0,0 0 0,0 1 0,0-1 0,1 1 0,-1-1 0,0 1 0,-1-1 0,1 1 0,0-1 0,0 0 0,0 1 0,0-1 0,0 1 0,0 0 0,-1-1 0,0 0 0,1 0 0,-1 0 0,0 0 0,0 0 0,1 1 0,-1-2 0,0 1 0,1 0 0,-1 0 0,0 0 0,1 0 0,-1 0 0,0 0 0,0-1 0,-28-13 0,-5-9 0,2-1 0,-34-33 0,27 11 0,39 46 0,-1 0 0,1-1 0,0 1 0,-1 0 0,1 0 0,0 0 0,-1-1 0,1 1 0,-1 0 0,1 0 0,0 0 0,-1 0 0,1 0 0,-1 0 0,1 0 0,-1 0 0,1 0 0,0 0 0,-1 0 0,1 0 0,-1 0 0,1 0 0,0 0 0,-1 1 0,1-1 0,-1 0 0,1 0 0,0 0 0,-1 1 0,1-1 0,0 0 0,-1 0 0,1 1 0,0-1 0,0 0 0,-1 1 0,1-1 0,0 0 0,0 1 0,-1-1 0,1 0 0,0 1 0,0-1 0,0 1 0,-10 22 0,8-17 0,-4 9-227,-2 1-1,0-1 1,0 0-1,-2-1 1,-12 15-1,15-20-6598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3:04.0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1 24575,'-5'2'0,"0"0"0,1 1 0,-1 0 0,1 0 0,0 0 0,0 1 0,0-1 0,-5 7 0,8-8 0,-1 0 0,1 0 0,0 0 0,0 0 0,0 0 0,0 0 0,0 0 0,1 1 0,-1-1 0,1 0 0,0 0 0,-1 1 0,1-1 0,0 0 0,0 1 0,0-1 0,1 0 0,-1 1 0,0-1 0,1 0 0,1 4 0,30 62 0,-45-101-1365,9 20-5461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3:04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23 24575,'0'-7'0,"0"0"0,-3 1 0,0 4 0,0 5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3:04.7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249 179 24575,'-28'-28'0,"-12"-12"0,-64-51 0,101 88 0,-1 0 0,0 1 0,0-1 0,-1 1 0,-7-3 0,11 4 0,1 1 0,-1 0 0,0 0 0,0-1 0,0 1 0,0 0 0,0 0 0,0 0 0,0 0 0,0 0 0,0 0 0,0 0 0,0 1 0,0-1 0,1 0 0,-1 0 0,0 1 0,0-1 0,0 1 0,0-1 0,0 1 0,1-1 0,-1 1 0,0-1 0,0 1 0,1 0 0,-1-1 0,1 1 0,-1 0 0,0 0 0,1-1 0,-1 1 0,1 0 0,-1 1 0,-2 6 0,0 1 0,0 0 0,1-1 0,0 1 0,0 0 0,1 0 0,0 18 0,2-3 0,7 44 0,12 27 0,47 132 0,-34-123 0,12 15 0,-29-81 0,-1 1 0,10 42 0,-22-54 120,-3-26-165,0-1 0,0 1 0,0 0 0,0-1 0,0 1 0,0 0 0,-1 0 0,1-1 0,0 1 0,0 0 0,-1-1 0,1 1 0,0 0 0,-1-1 0,1 1 0,-1-1 0,1 1 0,0 0 0,-1-1 0,1 1 0,-1-1 0,0 0 0,1 1 0,-1-1 0,1 1 0,-1-1 0,0 0 0,1 1 0,-1-1 0,0 0 0,1 0 0,-2 1 0,-7-1-6781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3:04.9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359 105 24575,'-29'-10'0,"-13"-5"0,-3-3 0,0 1 0,6 2 0,5 3 0,5 4 0,5 2 0,5 4 0,2 1 0,5 3 0,2 5 0,2 2 0,3 1-8191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3:06.2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271 143 24575,'-1'-8'0,"-1"1"0,0 0 0,-1 0 0,0 0 0,0 0 0,0 1 0,-1-1 0,0 1 0,0 0 0,0 0 0,-1 0 0,0 1 0,0-1 0,-1 1 0,1 0 0,-1 1 0,0-1 0,-1 1 0,1 0 0,-12-4 0,10 4 0,0 2 0,0-1 0,0 1 0,0 0 0,0 1 0,-1 0 0,-15 0 0,20 1 0,1 0 0,0 1 0,0-1 0,-1 1 0,1 0 0,0 0 0,0 0 0,0 0 0,0 1 0,0-1 0,0 1 0,0 0 0,1 0 0,-1 0 0,0 0 0,1 0 0,0 1 0,-1-1 0,1 1 0,0-1 0,0 1 0,1 0 0,-3 3 0,1 1 0,0-1 0,0 1 0,0 0 0,1 1 0,0-1 0,1 0 0,0 1 0,0-1 0,0 1 0,1-1 0,0 1 0,0-1 0,3 12 0,-2-13 0,1 0 0,0 0 0,0-1 0,0 1 0,1-1 0,0 1 0,0-1 0,0 0 0,1 0 0,0-1 0,0 1 0,0-1 0,0 0 0,1 0 0,-1 0 0,1 0 0,8 4 0,-5-4 0,1 0 0,-1 0 0,1-1 0,-1-1 0,1 1 0,0-1 0,0-1 0,12 2 0,3-2 0,47-5 0,-68 4 0,0 0 0,-1-1 0,1 0 0,0 0 0,-1 1 0,1-1 0,-1-1 0,1 1 0,-1 0 0,0-1 0,1 1 0,-1-1 0,0 0 0,0 0 0,0 0 0,0 0 0,0 0 0,-1 0 0,1 0 0,1-3 0,0-1 0,0 0 0,0-1 0,-1 1 0,0 0 0,0-1 0,0 1 0,0-8 0,-2 7 0,-2 6 0,-2 12 0,4-4-195,0 0 0,1-1 0,0 1 0,0 0 0,0-1 0,4 10 0,0-3-6631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3:07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72 24575,'40'-53'0,"-39"51"0,1 1 0,-1-1 0,1 1 0,-1 0 0,1-1 0,-1 1 0,1 0 0,0 0 0,0 0 0,-1 0 0,1 0 0,0 0 0,0 1 0,0-1 0,0 1 0,0-1 0,0 1 0,0 0 0,4 0 0,-3 0 0,0 1 0,0-1 0,0 1 0,1 0 0,-1 0 0,0 0 0,-1 1 0,1-1 0,0 1 0,0 0 0,3 2 0,4 6 0,0-1 0,0 1 0,-1 1 0,12 18 0,-15-22 0,-1 1 0,-1 0 0,0 0 0,0 0 0,0 1 0,-1-1 0,-1 1 0,1 0 0,1 13 0,-3-16 0,-1 0 0,0 0 0,0 1 0,-1-1 0,0 0 0,0 0 0,0 0 0,-1 0 0,1-1 0,-1 1 0,-1 0 0,1-1 0,-1 1 0,0-1 0,-5 6 0,-12 16 0,10-15 0,1-1 0,1 2 0,-14 25 0,21-37 0,1 0 0,-1 0 0,0 0 0,1 1 0,-1-1 0,1 0 0,0 1 0,-1-1 0,1 0 0,0 1 0,0-1 0,0 0 0,0 1 0,0-1 0,0 1 0,0-1 0,0 0 0,0 1 0,1-1 0,-1 0 0,1 1 0,-1-1 0,1 0 0,-1 0 0,1 1 0,0-1 0,0 0 0,-1 0 0,1 0 0,0 0 0,0 0 0,0 0 0,0 0 0,0 0 0,1 0 0,-1-1 0,0 1 0,0 0 0,0-1 0,1 1 0,-1-1 0,0 1 0,1-1 0,1 1 0,8 1 0,-1-1 0,1 0 0,-1 0 0,19-2 0,-19 1 0,-8-1-19,9 1 66,0 0 0,20-5 0,-28 5-139,-1-1-1,1 0 0,0 0 0,0 0 0,0 0 0,-1-1 0,1 1 0,-1-1 0,1 1 0,-1-1 0,1 0 0,-1 0 0,0 0 0,0 0 0,3-4 0,0-4-6733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3:07.3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278 32 24575,'-30'-8'0,"-11"-2"0,-2 4 0,4 1 0,6 3 0,6 1 0,6 1 0,4 3 0,1 1 0,5 0-8191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3:07.8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233 6 24575,'-20'-2'0,"-9"-1"0,-1 2 0,1 2 0,3 0 0,4 0 0,3 1 0,3-1 0,1-1 0,0 0 0,4 1-8191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3:08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 24575,'3'-5'0,"0"1"0,0 3 0,-1 5 0,0 4 0,-1 3 0,0 2 0,-1 1 0,0 1 0,2-2 0,2-1 0,-1 0 0,1-2 0,1 0 0,0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3:09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36 24575,'-9'-35'0,"9"35"0,0 0 0,0 0 0,0 0 0,0 0 0,0 0 0,0 0 0,0 0 0,0 0 0,0 0 0,0 0 0,0 0 0,0 0 0,0 0 0,0 0 0,0 0 0,0 0 0,0 0 0,0 0 0,0 0 0,0 0 0,0 0 0,0 1 0,-1-1 0,1 0 0,0 0 0,0 0 0,0 0 0,0 0 0,0 0 0,0 0 0,0 0 0,0 0 0,0 0 0,0 0 0,0 0 0,0 0 0,0 0 0,0-1 0,0 1 0,0 0 0,-1 0 0,1 0 0,0 0 0,0 0 0,0 0 0,0 0 0,0 0 0,0 0 0,0 0 0,0 0 0,0 0 0,0 0 0,0 0 0,0 0 0,0 0 0,0 0 0,0 0 0,0 0 0,0 0 0,0 0 0,0-1 0,-2 11 0,1 11 0,13 71 0,-1-18 0,23 191 0,-32-250 0,1-1 0,0 1 0,1-1 0,0 0 0,2 0 0,12 25 0,-12-27-1365,0 0-5461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3:10.1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9 24575,'-6'-8'0,"3"11"0,3 15 0,38 125 0,0-1 0,-18-5 0,-14-86 9,-2-22-696,0 34 0,-4-51-6139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3:11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295 74 24575,'0'-5'0,"0"-1"0,0 1 0,1 0 0,0 0 0,-1 0 0,4-8 0,-3 11 0,0 0 0,0 0 0,0 0 0,0 0 0,1 0 0,-1 0 0,1 0 0,-1 1 0,1-1 0,0 1 0,0-1 0,-1 1 0,1-1 0,0 1 0,0 0 0,4-1 0,-48 34 0,22-17 0,-39 37 0,-15 10 0,65-56 0,-1 0 0,0 0 0,0-1 0,0 0 0,-1-1 0,-16 5 0,22-7 0,-20 5 0,24-7 0,-1 0 0,1 1 0,0 0 0,-1-1 0,1 1 0,0 0 0,0-1 0,-1 1 0,1 0 0,0 0 0,0 0 0,0 0 0,-1 2 0,2-2 0,0-1 0,0 1 0,0 0 0,0-1 0,0 1 0,0 0 0,0-1 0,0 1 0,0 0 0,0 0 0,0-1 0,1 1 0,-1 0 0,0-1 0,0 1 0,1-1 0,-1 1 0,0 0 0,1-1 0,-1 1 0,1-1 0,-1 1 0,1-1 0,-1 1 0,1-1 0,-1 1 0,1-1 0,-1 0 0,1 1 0,0-1 0,-1 0 0,2 1 0,27 12 0,-23-10 0,143 55 0,-121-49 0,0-2 0,1-1 0,43 3 0,-68-8-227,0-1-1,0 0 1,0 0-1,0-1 1,5 0-1,0-3-6598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3:11.9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50 24575,'1'-7'0,"3"-19"0,-3 25 0,-1 0 0,0 0 0,0 0 0,1 0 0,-1 0 0,0 1 0,1-1 0,-1 0 0,1 0 0,-1 0 0,1 0 0,-1 1 0,1-1 0,0 0 0,-1 0 0,1 1 0,0-1 0,0 1 0,1-2 0,-2 2 0,0 1 0,1-1 0,-1 0 0,1 0 0,-1 0 0,0 0 0,1 0 0,-1 0 0,0 1 0,1-1 0,-1 0 0,0 0 0,0 0 0,1 1 0,-1-1 0,0 0 0,0 1 0,1-1 0,-1 0 0,0 0 0,0 1 0,0-1 0,1 0 0,-1 1 0,0-1 0,0 1 0,0-1 0,0 0 0,0 1 0,0-1 0,0 0 0,0 1 0,4 16 0,-4-15 0,16 161 0,-13-130 0,2-1 0,1-1 0,1 1 0,18 46 0,-17-48-1365,-5-18-5461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3:16.3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404 30 24575,'96'-23'0,"-84"21"0,0 0 0,0 1 0,0 1 0,1 0 0,-1 1 0,12 2 0,-10-1 0,-4 0 0,1 0 0,-1 0 0,0 1 0,11 5 0,-21-8 0,0 0 0,0 0 0,1 0 0,-1 0 0,0 0 0,0 0 0,0 0 0,0 0 0,0 0 0,0 0 0,0 0 0,0 0 0,0 0 0,0 0 0,0 0 0,0 0 0,0 0 0,0 0 0,0 0 0,0 0 0,1 0 0,-1 0 0,0 0 0,0 0 0,0 0 0,0 0 0,0 0 0,0 0 0,0 0 0,0 0 0,0 0 0,0 1 0,0-1 0,0 0 0,0 0 0,0 0 0,0 0 0,0 0 0,0 0 0,0 0 0,0 0 0,0 0 0,0 0 0,0 0 0,0 0 0,0 0 0,0 0 0,0 0 0,0 1 0,0-1 0,0 0 0,0 0 0,0 0 0,0 0 0,0 0 0,0 0 0,0 0 0,-1 0 0,1 0 0,0 0 0,0 0 0,0 0 0,0 0 0,0 0 0,0 0 0,0 0 0,0 0 0,0 0 0,-8 2 0,-10 0 0,-223-17 0,8-1 0,72 17-1365,149-1-5461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3:16.6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455 0 24575,'-76'6'0,"44"-5"0,1 1 0,0 2 0,-40 10 0,21 2 0,31-9 0,1-1 0,-2 0 0,-26 3 0,4-4-1365,24-1-5461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3:17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24575,'1'8'0,"0"1"0,0-1 0,1 0 0,0 1 0,0-1 0,1 0 0,0 0 0,0 0 0,1-1 0,0 1 0,1-1 0,0 0 0,0 0 0,0-1 0,10 10 0,8 6 0,1-1 0,45 31 0,-10-15 0,68 33 0,-86-49 0,-11-7 0,-21-11 0,-1 1 0,1 0 0,-1 0 0,0 1 0,12 9 0,-20-14 0,0 0 0,0 0 0,1 0 0,-1 1 0,0-1 0,0 0 0,1 0 0,-1 1 0,0-1 0,0 0 0,0 0 0,0 1 0,1-1 0,-1 0 0,0 1 0,0-1 0,0 0 0,0 0 0,0 1 0,0-1 0,0 0 0,0 1 0,0-1 0,0 0 0,0 1 0,0-1 0,0 0 0,0 1 0,0-1 0,0 0 0,0 0 0,0 1 0,-1-1 0,1 0 0,0 1 0,0-1 0,-13 8 0,-17-1 0,-63 5 0,50-8 0,1 2 0,-1 2 0,-43 14 0,74-18-341,1 2 0,-1 0-1,-17 12 1,17-10-6485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3:18.3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90 24575,'-1'-2'0,"0"-1"0,0 1 0,1-1 0,-1 1 0,1-1 0,0 1 0,-1-1 0,1 1 0,0-1 0,1 0 0,-1 1 0,0-1 0,1 1 0,-1-1 0,1 1 0,0-1 0,1-2 0,0 2 0,0 1 0,0-1 0,0 1 0,0 0 0,0-1 0,0 1 0,1 1 0,-1-1 0,1 0 0,-1 0 0,1 1 0,0-1 0,0 1 0,4-1 0,2-1 0,0 0 0,0 1 0,1 1 0,-1 0 0,1 0 0,-1 0 0,1 1 0,-1 1 0,14 2 0,-2 1 0,1 0 0,-2 2 0,22 8 0,-38-12 0,0-1 0,0 1 0,-1 0 0,1 0 0,0 0 0,-1 0 0,1 1 0,-1 0 0,0-1 0,0 1 0,0 0 0,0 1 0,0-1 0,-1 0 0,0 1 0,1 0 0,-1-1 0,0 1 0,-1 0 0,1 0 0,-1 0 0,0 0 0,0 0 0,0 0 0,0 1 0,-1-1 0,0 0 0,0 0 0,0 0 0,0 1 0,0-1 0,-1 0 0,0 0 0,0 0 0,0 0 0,0 0 0,-1 0 0,0 0 0,-2 5 0,-13 22 0,-1 0 0,-2-1 0,-44 54 0,20-33 0,44-50 0,0-1 0,-1 0 0,1 1 0,-1-1 0,1 1 0,0-1 0,0 1 0,-1-1 0,1 1 0,0-1 0,0 1 0,0-1 0,-1 1 0,1 0 0,0-1 0,0 1 0,0-1 0,0 1 0,0-1 0,0 1 0,0-1 0,0 1 0,1 0 0,-1-1 0,0 2 0,1-2 0,-1 1 0,1 0 0,0-1 0,-1 1 0,1-1 0,0 1 0,-1-1 0,1 0 0,0 1 0,0-1 0,0 0 0,-1 1 0,1-1 0,0 0 0,1 0 0,6 1 0,-1 0 0,0-1 0,10-1 0,-11 1 0,77 0 0,41-2 0,-121 1-105,0 1 0,0 0 0,-1-1 0,1 0 0,0 0 0,0 0 0,0 0 0,0 0 0,-1-1 0,1 1 0,-1-1 0,5-3 0,2-4-6721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3:18.6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 24575,'17'-3'0,"9"0"0,1 0 0,2 3 0,-2 1 0,-3 1 0,-3 0 0,-3 0 0,-2-1 0,-1 2 0,-1 1 0,0-1 0,-2-3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3:19.1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24575,'16'134'0,"-3"-21"0,35 102 0,-46-211-80,-1-1 0,0 1-1,0 0 1,0 0 0,-1 0-1,1 0 1,-1 0 0,0 0-1,0 0 1,-1 0 0,1 0 0,-1 0-1,0 0 1,0 0 0,0 0-1,-2 4 1,-3 1-6746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3:19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8 24575,'0'0'0,"0"0"0,0-1 0,0 1 0,0 0 0,0-1 0,0 1 0,-1 0 0,1 0 0,0-1 0,0 1 0,0 0 0,0-1 0,0 1 0,0 0 0,-1 0 0,1-1 0,0 1 0,0 0 0,-1 0 0,1 0 0,0-1 0,0 1 0,-1 0 0,1 0 0,0 0 0,0 0 0,-1-1 0,1 1 0,0 0 0,-1 0 0,1 0 0,0 0 0,0 0 0,-1 0 0,1 0 0,0 0 0,-1 0 0,1 0 0,-1 0 0,-3 13 0,2 22 0,2-35 0,0 41 0,3-1 0,1 1 0,1-1 0,17 59 0,-12-59 5,-5-18-690,10 28 0,-11-41-6141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3:20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 24575,'1'-1'0,"0"1"0,0-1 0,1 0 0,-1 1 0,0-1 0,0 1 0,0-1 0,1 1 0,-1-1 0,0 1 0,0 0 0,1 0 0,-1 0 0,0-1 0,1 1 0,-1 0 0,0 1 0,1-1 0,-1 0 0,3 1 0,28 10 0,-19-5 0,25 8 0,42 25 0,-36-17 0,-1-1 0,-2 2 0,53 38 0,-93-60 0,0-1 0,-1 1 0,1 0 0,0-1 0,0 1 0,-1-1 0,1 1 0,-1 0 0,1 0 0,0-1 0,-1 1 0,0 0 0,1 0 0,-1 0 0,1 1 0,-1-2 0,0 1 0,0-1 0,0 1 0,0-1 0,0 0 0,0 1 0,0-1 0,-1 1 0,1-1 0,0 0 0,0 1 0,0-1 0,0 0 0,-1 1 0,1-1 0,0 0 0,-1 1 0,1-1 0,0 0 0,0 0 0,-1 1 0,1-1 0,0 0 0,-1 0 0,-4 2 0,1 0 0,-1-1 0,1 1 0,-10 0 0,6 0 0,-57 7 0,10-2 0,8 0-8,31-6-263,1 1-1,0 1 1,0 1-1,-15 5 1,21-6-6555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3:22.7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395 126 24575,'-146'-102'0,"139"99"0,-1 0 0,1 0 0,-1 1 0,0 0 0,1 0 0,-1 0 0,0 1 0,-11 0 0,-15-3 0,30 4 0,1 0 0,-1-1 0,0 2 0,0-1 0,0 0 0,1 1 0,-1-1 0,0 1 0,1 0 0,-1 0 0,0 1 0,1-1 0,-1 1 0,1 0 0,-3 2 0,-6 4 0,1 0 0,-17 18 0,26-24 0,-1 1 0,1 0 0,0 0 0,0 1 0,0-1 0,1 0 0,-1 1 0,1-1 0,0 1 0,0-1 0,0 1 0,0 0 0,1-1 0,-1 1 0,1 0 0,0-1 0,0 1 0,0 0 0,1 4 0,0-1 0,1 0 0,-1 0 0,1 0 0,0 0 0,1 0 0,0-1 0,0 1 0,0-1 0,5 7 0,-3-7 0,1 1 0,0-1 0,0 0 0,0-1 0,1 1 0,0-1 0,0-1 0,0 1 0,1-1 0,-1 0 0,1-1 0,0 0 0,0 0 0,9 2 0,1-2 0,-1 0 0,1-1 0,-1 0 0,1-2 0,32-2 0,-47 2 0,0-1 0,0 1 0,0-1 0,0 1 0,0-1 0,0 0 0,0 0 0,0-1 0,-1 1 0,1-1 0,0 1 0,-1-1 0,1 0 0,-1 0 0,0 0 0,1 0 0,-1 0 0,0 0 0,0-1 0,-1 1 0,1-1 0,1-2 0,0-1 0,-1 0 0,0-1 0,0 1 0,0 0 0,-1-1 0,0 1 0,0-1 0,-1 0 0,0-7 0,-1-29 0,1 46 0,0 5 0,1 0 0,0-1 0,0 1 0,0 0 0,5 11 0,-3-13 0,-1 0 0,0-1 0,0 1 0,1-1 0,0 0 0,0 1 0,1-1 0,-1-1 0,1 1 0,0 0 0,6 4 0,-3-6-1365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3:23.2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0 24575,'-1'0'0,"1"1"0,0-1 0,-1 0 0,1 0 0,0 1 0,0-1 0,0 0 0,-1 1 0,1-1 0,0 0 0,0 1 0,0-1 0,-1 0 0,1 1 0,0-1 0,0 1 0,0-1 0,0 0 0,0 1 0,0-1 0,0 1 0,0-1 0,0 0 0,0 1 0,0 0 0,1 15 0,-1-13 0,3 36 0,2 0 0,15 61 0,31 76 0,-31-112 0,-3-15-1365,-15-39-5461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3:23.9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35 24575,'-1'-4'0,"-1"1"0,0 0 0,0 0 0,0 0 0,-1 0 0,1 0 0,-1 0 0,-3-3 0,6 6 0,-1 0 0,1-1 0,-1 1 0,1 0 0,-1-1 0,0 1 0,1 0 0,-1 0 0,1-1 0,-1 1 0,0 0 0,1 0 0,-1 0 0,1 0 0,-1 0 0,0 0 0,1 0 0,-1 0 0,0 0 0,1 0 0,-2 1 0,1-1 0,1 1 0,-1-1 0,0 1 0,0 0 0,0 0 0,0-1 0,0 1 0,1 0 0,-1 0 0,0 0 0,1 0 0,-1 0 0,1 0 0,-1 0 0,1 0 0,-1 2 0,-2 5 0,1 1 0,0 0 0,0 0 0,0 0 0,2 0 0,-1 0 0,1 0 0,0 1 0,3 12 0,0-1 0,1 0 0,14 39 0,7 4 0,12 36 0,-33-84 0,0 0 0,-1 0 0,0 0 0,-1 26 0,-2-25-1365,0-3-5461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3:27.7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3137 32 24575,'122'-14'0,"-66"6"0,99 0 0,-154 8 0,-1 0 0,1 0 0,0 0 0,0 0 0,0 0 0,0 0 0,-1 0 0,1 1 0,0-1 0,0 0 0,0 0 0,-1 1 0,1-1 0,0 1 0,0-1 0,0 1 0,-1-1 0,0 1 0,0-1 0,0 0 0,0 0 0,0 1 0,0-1 0,0 0 0,0 1 0,0-1 0,0 0 0,0 0 0,0 1 0,0-1 0,0 0 0,0 1 0,0-1 0,0 0 0,0 0 0,0 1 0,-1-1 0,1 0 0,0 0 0,0 1 0,0-1 0,0 0 0,-1 0 0,1 0 0,0 1 0,-1-1 0,-2 3 0,0-1 0,-1 1 0,0-1 0,1 1 0,-6 1 0,-24 10 7,-2-2 0,-66 16 0,-78 3-264,-525 27-3548,-4-58 2105,385-15 1268,-386-69 0,348 22 1570,317 56 228,1 2 1,-1 1 0,-62 5 0,100-1-1367,0 0 0,0 0 0,0 1 0,-6 2 0,10-3 0,0-1 0,0 1 0,0 0 0,0 0 0,0 0 0,1 0 0,-1 0 0,0 0 0,1 0 0,-1 1 0,1-1 0,-1 1 0,1-1 0,0 1 0,-2 3 0,2-5 0,1 0 0,0 1 0,0-1 0,0 1 0,0-1 0,0 0 0,1 1 0,-1-1 0,0 0 0,0 1 0,0-1 0,0 1 0,0-1 0,0 0 0,1 1 0,-1-1 0,0 0 0,0 1 0,1-1 0,-1 0 0,0 0 0,0 1 0,1-1 0,-1 0 0,0 0 0,1 1 0,-1-1 0,0 0 0,1 0 0,-1 0 0,0 0 0,1 1 0,-1-1 0,1 0 0,-1 0 0,18 5 0,-15-5 0,43 7 0,80 2 0,-72-6 0,557 30-669,657 12-4140,-581-58 3228,-682 12 1563,11 0 509,-1 0-1,25-7 0,-39 8-446,-1 0 0,1 0 1,0 0-1,-1-1 0,1 1 0,-1 0 0,1 0 0,-1 0 0,1-1 0,-1 1 0,1 0 0,-1 0 0,1-1 0,-1 1 0,0-1 0,1 1 0,-1 0 0,0-1 0,1 1 0,0-1 0,-1 0 7,-1 1 0,1 0 0,0-1 0,0 1-1,0 0 1,0-1 0,0 1 0,-1 0-1,1-1 1,0 1 0,0 0 0,-1 0 0,1-1-1,0 1 1,0 0 0,-1 0 0,1 0 0,0-1-1,0 1 1,-1 0 0,1 0 0,0 0-1,-1 0 1,-26-8 989,-22-1-169,-69-3 0,-53 7-1828,126 5 840,-1144 42-1963,626 21 1353,489-52-2903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02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24575,'0'0'0,"0"0"0,0 0 0,0 0 0,0 0 0,0 0 0,0-1 0,0 1 0,0 0 0,0 0 0,0 0 0,0 0 0,0 0 0,0 0 0,0 0 0,0-1 0,0 1 0,0 0 0,0 0 0,0 0 0,1 0 0,-1 0 0,0 0 0,0 0 0,0 0 0,0 0 0,0 0 0,0-1 0,0 1 0,0 0 0,0 0 0,1 0 0,-1 0 0,0 0 0,0 0 0,0 0 0,0 0 0,0 0 0,0 0 0,1 0 0,-1 0 0,7 2 0,6 6 0,28 26 0,-1 2 0,36 41 0,0 0 0,207 185 0,-188-176 0,-76-68 0,-14-12 0,1 0 0,0 0 0,0-1 0,1 0 0,10 7 0,-17-12 0,1 0 0,-1 0 0,0 0 0,0 0 0,0 0 0,0 0 0,0 0 0,0 0 0,0 0 0,0 0 0,0 0 0,0 1 0,1-1 0,-1 0 0,0 0 0,0 0 0,0 0 0,0 0 0,0 0 0,0 0 0,0 0 0,1 0 0,-1 0 0,0 0 0,0 0 0,0 0 0,0 0 0,0 0 0,0 0 0,0 0 0,1 0 0,-1 0 0,0-1 0,0 1 0,0 0 0,0 0 0,0 0 0,0 0 0,0 0 0,0 0 0,0 0 0,0 0 0,1 0 0,-1 0 0,0 0 0,0-1 0,0 1 0,0 0 0,0 0 0,0 0 0,0 0 0,0 0 0,0 0 0,-3-9 0,-7-8 0,-3-1-455,-2 1 0,-20-19 0,19 21-6371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02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439 56 24575,'-1'-6'0,"0"1"0,-1-1 0,0 1 0,0-1 0,-4-6 0,6 11 0,0 0 0,-1 0 0,0 0 0,1 0 0,-1 0 0,1 0 0,-1 1 0,0-1 0,0 0 0,1 0 0,-1 1 0,0-1 0,0 0 0,0 1 0,0-1 0,0 1 0,0-1 0,0 1 0,0-1 0,0 1 0,0 0 0,0 0 0,0-1 0,0 1 0,0 0 0,0 0 0,0 0 0,-1 0 0,1 0 0,0 1 0,0-1 0,0 0 0,0 0 0,0 1 0,-1-1 0,-6 4 0,1 1 0,0-1 0,0 1 0,0 1 0,0-1 0,1 1 0,-6 7 0,-38 50 0,40-50 0,-17 24 0,2 1 0,1 1 0,2 2 0,-27 67 0,38-76 0,-15 36 0,23-62 0,0 1 0,0-1 0,-1 0 0,0 0 0,0-1 0,-1 1 0,-9 8 0,12-13-85,1 1 0,-1-1-1,0 1 1,0-1 0,0 0-1,0 0 1,-1 0 0,1 0-1,0 0 1,0-1 0,-1 1-1,1-1 1,0 1 0,-1-1-1,-2 0 1,-5-1-6741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03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32 24575,'0'-6'0,"0"-18"0,0 24 0,0 0 0,0 0 0,0 0 0,0 0 0,0 0 0,-1 0 0,1 0 0,0 0 0,0 0 0,0 0 0,0 0 0,0 0 0,0 0 0,0 0 0,0 0 0,0 0 0,0 0 0,0 0 0,0 0 0,0 0 0,0 0 0,0 0 0,0 0 0,0 0 0,0 0 0,0 0 0,-1 0 0,1 0 0,0 0 0,0 0 0,0 0 0,0 0 0,0 0 0,0 0 0,0 0 0,0 0 0,0-1 0,0 1 0,0 0 0,0 0 0,0 0 0,0 0 0,0 0 0,0 0 0,0 0 0,0 0 0,0 0 0,0 0 0,0 0 0,0 0 0,0 0 0,-3 13 0,-80 303 0,80-306 0,-33 118 0,30-103 0,2 0 0,0 1 0,1 27 0,4-42 0,0 0 0,0 0 0,2 0 0,-1 0 0,1-1 0,1 1 0,0-1 0,0 0 0,1 0 0,1 0 0,-1-1 0,1 0 0,13 15 0,-1-4 0,1 0 0,0-2 0,1 0 0,33 22 0,-40-32-195,-1 0 0,1-1 0,0 0 0,0-1 0,1-1 0,19 6 0,-20-8-6631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03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1 118 24575,'6'-11'0,"1"0"0,0 0 0,1 1 0,0 0 0,1 0 0,0 1 0,12-10 0,-17 16 0,0-1 0,1 2 0,-1-1 0,1 1 0,0-1 0,0 1 0,0 1 0,0-1 0,0 1 0,0 0 0,0 0 0,0 0 0,1 0 0,-1 1 0,0 0 0,0 0 0,1 1 0,-1 0 0,0 0 0,7 2 0,6 3 0,0 1 0,-1 1 0,0 0 0,0 1 0,-1 1 0,24 20 0,-36-27 0,0 1 0,0 0 0,0-1 0,-1 2 0,0-1 0,0 0 0,0 1 0,0-1 0,-1 1 0,0 0 0,1 0 0,-2 0 0,1 0 0,-1 0 0,0 0 0,0 1 0,1 8 0,-2-6 0,-1 0 0,0-1 0,0 1 0,0-1 0,-1 1 0,0-1 0,0 1 0,-1-1 0,0 0 0,0 0 0,-8 11 0,-32 58 0,42-75 0,0 1 0,0-1 0,0 1 0,0 0 0,1-1 0,-1 1 0,1 0 0,0 0 0,-1-1 0,1 1 0,0 0 0,0 0 0,0 0 0,0-1 0,0 1 0,0 0 0,1 0 0,-1-1 0,1 1 0,-1 0 0,1 0 0,-1-1 0,1 1 0,0-1 0,2 3 0,-1-1 0,1 0 0,0-1 0,0 1 0,0-1 0,0 0 0,0 0 0,0 0 0,1 0 0,-1-1 0,1 1 0,4 0 0,3 1 15,0 0 0,0 0 0,1-1 0,-1-1 0,0 0 0,1-1 0,13-1 0,-17 0-150,0 0 0,0 0 0,0-1 0,0 0 0,0-1 0,-1 0 0,1 0 0,-1-1 0,0 1 0,12-10 0,-8 5-6691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04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16 24575,'-30'-3'0,"-11"0"0,-5 0 0,4 0 0,6 2 0,7-1 0,6 2 0,5 0 0,2 0 0,2 0 0,0 0 0,1 0 0,0 3 0,0 0 0,1 0-8191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04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24575,'16'0'0,"0"1"0,0 0 0,0 1 0,0 1 0,0 0 0,-1 1 0,1 1 0,-1 1 0,0 0 0,-1 0 0,1 2 0,-1 0 0,-1 1 0,0 0 0,0 1 0,0 0 0,-1 1 0,-1 0 0,17 22 0,-6-1 0,-1 0 0,-2 1 0,-2 1 0,-1 1 0,-1 0 0,-2 1 0,13 58 0,-22-77 0,-1 1 0,0 0 0,-1 0 0,-1 0 0,-1-1 0,-1 1 0,-3 21 0,3-33 9,-1-1 1,0 1-1,0-1 0,0 1 0,-1-1 1,0 0-1,0 0 0,0 0 0,-1 0 0,1-1 1,-1 0-1,-7 7 0,3-4-221,0-1 0,0-1 0,0 0-1,-1 0 1,0 0 0,-14 5 0,5-4-6614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05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12 24575,'-30'0'0,"-12"0"0,-1 0 0,2 0 0,5 0 0,6 0 0,7 0 0,3 0 0,4 0 0,2 0 0,0 0 0,1 0 0,0-3 0,-1 0 0,3-3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0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45 24575,'-27'-7'0,"-12"-3"0,0 1 0,2 1 0,6 3 0,6 2 0,4 1 0,4 4 0,-1 1 0,1 0 0,-2 0 0,0-1 0,0 0 0,5-1-8191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06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37 24575,'-2'-6'0,"1"2"0,-1 1 0,1 0 0,-1-1 0,1 1 0,-1 0 0,-4-6 0,6 9 0,0 0 0,0 0 0,-1 0 0,1 0 0,0-1 0,0 1 0,0 0 0,0 0 0,0 0 0,0 0 0,-1 0 0,1 0 0,0 0 0,0-1 0,0 1 0,0 0 0,-1 0 0,1 0 0,0 0 0,0 0 0,0 0 0,0 0 0,-1 0 0,1 0 0,0 0 0,0 0 0,0 0 0,0 0 0,-1 0 0,1 0 0,0 0 0,0 0 0,0 0 0,0 0 0,-1 1 0,1-1 0,0 0 0,0 0 0,0 0 0,0 0 0,0 0 0,0 0 0,-1 0 0,1 0 0,0 1 0,0-1 0,0 0 0,0 0 0,0 0 0,0 0 0,0 1 0,0-1 0,0 0 0,-1 0 0,1 0 0,0 0 0,0 0 0,0 1 0,0-1 0,0 0 0,0 0 0,0 1 0,0 11 0,4 15 0,1-1 0,2 1 0,14 37 0,-8-26 0,48 123 0,-45-122 0,-7-11-1365,-6-15-5461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07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3174 0 24575,'-3'0'0,"0"1"0,0-1 0,0 1 0,0 0 0,-5 2 0,-11 2 0,-128 13 0,-199-3 0,101-14 0,-219-3 0,305-5 0,-57-1 0,-812 9 0,925-8 0,9-1 0,-166 9 0,254-1-170,-1 0-1,1 1 0,0 0 1,0 0-1,0 0 0,0 1 1,-8 3-1,2 1-6655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08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27 24575,'-15'-26'0,"20"51"0,18 46 0,60 122 0,-27-95 0,-33-60 0,-1 0 0,18 47 0,-30-47 0,-10-37 10,-3-11-1385,0 0-5451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08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0 24575,'-30'0'0,"-12"0"0,-1 2 0,4 2 0,4-1 0,6-1 0,4 0 0,5-1 0,3 0 0,2 2 0,4 0-8191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09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38 24575,'-7'-5'0,"0"0"0,0 1 0,-1 0 0,1 0 0,-1 1 0,0 0 0,0 0 0,-1 1 0,-8-2 0,14 4 0,0 0 0,1-1 0,-1 1 0,0 0 0,1 1 0,-1-1 0,1 0 0,-1 1 0,0-1 0,1 1 0,-1 0 0,1 0 0,-1 0 0,1 0 0,0 1 0,-1-1 0,1 1 0,0-1 0,0 1 0,0 0 0,0-1 0,0 1 0,0 0 0,1 1 0,-1-1 0,1 0 0,-1 0 0,1 1 0,0-1 0,0 0 0,0 1 0,-1 4 0,-1 1 0,1 0 0,0 0 0,0 0 0,1 0 0,0 0 0,1 0 0,0 16 0,1-19 0,0-1 0,0 1 0,1 0 0,-1 0 0,1 0 0,0-1 0,0 1 0,1-1 0,-1 1 0,1-1 0,0 0 0,0 0 0,7 6 0,-1-2 0,1 0 0,-1-1 0,2-1 0,-1 0 0,0 0 0,1-1 0,0 0 0,1-1 0,-1 0 0,1-1 0,-1 0 0,1-1 0,18 1 0,-27-2 0,-1-1 0,1 0 0,0 0 0,0-1 0,0 1 0,0 0 0,0-1 0,-1 0 0,1 1 0,0-1 0,-1-1 0,1 1 0,0 0 0,-1 0 0,1-1 0,-1 0 0,0 1 0,1-1 0,-1 0 0,0 0 0,0 0 0,0 0 0,-1-1 0,1 1 0,1-4 0,0 0 0,0 0 0,-1-1 0,0 1 0,0-1 0,-1 1 0,0-1 0,0 0 0,0 0 0,-1-10 0,-1-2 0,0 0 0,-1 0 0,-6-24 0,12 55 17,1-1 0,0 0 1,0 0-1,1 0 0,0-1 0,14 17 0,-3-5-512,1-2 0,25 23 0,-33-34-6331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09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24575,'17'-6'0,"0"1"0,0 1 0,1 0 0,-1 1 0,1 1 0,0 1 0,0 1 0,-1 0 0,27 4 0,-39-3 0,0 0 0,0 1 0,0 0 0,-1-1 0,1 2 0,-1-1 0,1 0 0,-1 1 0,0 0 0,0 0 0,0 0 0,0 1 0,-1-1 0,1 1 0,-1 0 0,0 0 0,0 0 0,0 0 0,2 6 0,-1-1 0,0-1 0,-1 1 0,0 0 0,-1 0 0,0 0 0,0 1 0,-1-1 0,0 0 0,-1 13 0,-2 0 0,-1-1 0,-1 1 0,-1-1 0,-1 0 0,-16 38 0,-1 6 0,22-63 0,1-1 0,-1 1 0,1-1 0,-1 1 0,1-1 0,0 1 0,0-1 0,-1 1 0,1 0 0,0-1 0,1 1 0,-1-1 0,0 1 0,0 0 0,1-1 0,-1 1 0,1-1 0,-1 1 0,2 1 0,-1-2 0,0 0 0,0 0 0,1 0 0,-1 0 0,1 0 0,-1 0 0,0 0 0,1 0 0,-1-1 0,1 1 0,0-1 0,-1 1 0,1-1 0,0 1 0,-1-1 0,1 0 0,0 0 0,2 0 0,9 1-170,0-1-1,0-1 0,0 0 1,0-1-1,0 0 0,0-1 1,14-5-1,-14 3-6655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10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61 24575,'-27'-10'0,"-11"-3"0,-2 0 0,3 3 0,6 3 0,6 3 0,4 1 0,1 2 0,2 1 0,3 1-8191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10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4 24575,'-12'-3'0,"-7"2"0,-5 1 0,0 1 0,0 2 0,3 1 0,0 0 0,0-1 0,3-1 0,0-1 0,5-1-8191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10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24575,'5'10'0,"1"8"0,3 3 0,-1 1 0,1-1 0,2 1 0,-2-1 0,1 1 0,-2-1 0,0-2 0,-1-1 0,-1-1 0,-3-2 0,-1-3-8191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31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25 24575,'-8'-16'0,"8"16"0,0-1 0,0 1 0,-1-1 0,1 1 0,0-1 0,-1 1 0,1-1 0,0 1 0,-1-1 0,1 1 0,-1-1 0,1 1 0,-1 0 0,1-1 0,-1 1 0,1 0 0,-1 0 0,1-1 0,-1 1 0,0 0 0,1 0 0,-1 0 0,1 0 0,-2-1 0,2 2 0,0-1 0,-1 0 0,1 0 0,0 1 0,0-1 0,0 0 0,-1 1 0,1-1 0,0 0 0,0 0 0,0 1 0,0-1 0,0 1 0,0-1 0,-1 0 0,1 1 0,0-1 0,0 0 0,0 1 0,0-1 0,0 0 0,0 1 0,0-1 0,1 0 0,-1 1 0,0-1 0,0 0 0,0 1 0,4 13 0,-4-13 0,18 52 0,46 90 0,-42-96 0,2 2 0,2 4 0,32 95 0,-58-146-64,1-1-23,0 1 1,-1 0-1,1 0 0,-1 0 0,0 0 1,1-1-1,-1 1 0,0 0 0,0 0 1,0 0-1,0 0 0,0 0 0,-1 0 1,0 2-1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32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15 24575,'15'8'0,"0"0"0,0 1 0,13 11 0,-24-17 0,0 0 0,0 0 0,-1 1 0,0-1 0,1 1 0,-1 0 0,0 0 0,-1 0 0,1 0 0,-1 1 0,0-1 0,0 1 0,0-1 0,-1 1 0,2 6 0,-3-8 0,0-1 0,1 1 0,-1-1 0,-1 1 0,1-1 0,0 1 0,-1-1 0,1 1 0,-1-1 0,0 1 0,0-1 0,0 1 0,0-1 0,0 0 0,0 0 0,-1 1 0,1-1 0,-1 0 0,1 0 0,-1-1 0,0 1 0,0 0 0,0 0 0,0-1 0,0 1 0,0-1 0,0 0 0,-1 0 0,1 0 0,0 0 0,-6 2 0,0-1 0,-2 1 0,1-2 0,0 1 0,0-1 0,-1 0 0,1-1 0,-14-1 0,15 0 0,0 0 0,0-1 0,-1 0 0,1-1 0,1 1 0,-1-1 0,0-1 0,1 0 0,0 0 0,-1 0 0,2-1 0,-12-9 0,15 11 0,-1 0 0,1-1 0,0 1 0,0-1 0,0 0 0,1 1 0,-1-1 0,1-1 0,0 1 0,0 0 0,1 0 0,-1-1 0,1 1 0,0-1 0,0 0 0,0 1 0,1-1 0,-1 1 0,1-1 0,1 0 0,-1 0 0,0 1 0,3-10 0,-2 12 6,0-1 0,0 1-1,1 0 1,-1-1 0,0 1-1,1 0 1,0 0 0,-1 0 0,1 0-1,0 0 1,0 0 0,0 0-1,0 1 1,0-1 0,0 1-1,1 0 1,-1-1 0,1 1 0,-1 0-1,3 0 1,0-1-155,0 1 1,0-1-1,0 1 1,0 1-1,1-1 1,-1 1-1,0 0 1,0 0-1,8 1 1,0 2-6678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32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24575,'9'19'0,"-5"-10"0,0 0 0,0-1 0,1 1 0,0-1 0,1 0 0,0 0 0,0-1 0,14 14 0,-19-20 0,0-1 0,0 1 0,0 0 0,0 0 0,0-1 0,1 1 0,-1-1 0,0 1 0,0-1 0,0 0 0,1 1 0,-1-1 0,0 0 0,1 0 0,-1 0 0,0 0 0,0 0 0,1 0 0,-1 0 0,0 0 0,2-1 0,0 0 0,-1 0 0,0 0 0,0 0 0,-1-1 0,1 1 0,0-1 0,0 1 0,-1-1 0,1 1 0,-1-1 0,3-2 0,2-6 0,-1 1 0,0-1 0,8-20 0,-12 26 0,5-12 0,-5 12 0,0-1 0,0 1 0,1 0 0,-1 0 0,1 0 0,0 0 0,0 1 0,0-1 0,1 0 0,5-5 0,-7 8 0,0 1 0,0-1 0,0 1 0,0 0 0,1-1 0,-1 1 0,0 0 0,0 0 0,0 0 0,1 0 0,-1 0 0,0 0 0,0 0 0,1 0 0,-1 1 0,0-1 0,0 0 0,0 1 0,0-1 0,0 1 0,2 0 0,26 17 0,-20-12 0,14 10 0,33 30 0,-34-27 0,35 25 0,-52-42-273,-1 1 0,1-1 0,0 0 0,5 1 0,2 1-6553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33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49 24575,'-8'-6'0,"-5"-3"0,-22-13 0,32 20 0,-1 1 0,1-1 0,0 1 0,-1 0 0,1 0 0,-1 0 0,1 0 0,-1 0 0,0 1 0,1 0 0,-1 0 0,-6 0 0,9 1 0,0-1 0,0 0 0,-1 0 0,1 1 0,0-1 0,0 1 0,0-1 0,0 1 0,0-1 0,0 1 0,0 0 0,0-1 0,0 1 0,0 0 0,0 0 0,1 0 0,-1 0 0,0 0 0,0 0 0,1 0 0,-1 1 0,0 0 0,0 0 0,0 0 0,1 1 0,0-1 0,-1 0 0,1 0 0,0 0 0,0 1 0,0-1 0,1 4 0,0 1 0,1 0 0,0 0 0,0 0 0,1 0 0,6 13 0,-3-11 0,0-1 0,1 1 0,-1-1 0,2 0 0,-1-1 0,1 0 0,0 0 0,0-1 0,1 0 0,0 0 0,0-1 0,0 0 0,1 0 0,0-1 0,13 3 0,-19-6 0,-1-1 0,1 1 0,-1-1 0,1 0 0,-1 0 0,1 0 0,-1-1 0,0 1 0,1-1 0,-1 0 0,0 0 0,1 0 0,-1 0 0,0-1 0,0 1 0,0-1 0,0 0 0,0 0 0,0 0 0,0 0 0,-1-1 0,1 1 0,-1-1 0,0 1 0,0-1 0,0 0 0,0 0 0,0 0 0,2-4 0,-2 2 0,0-1 0,0 1 0,0-1 0,0 1 0,-1-1 0,0 0 0,0 0 0,-1 1 0,1-1 0,-1 0 0,-1 0 0,1 0 0,-1 0 0,0 1 0,0-1 0,-4-9 0,5 14 0,0 1 0,0-1 0,0 1 0,0 0 0,-1-1 0,1 1 0,0 0 0,0-1 0,0 1 0,-1 0 0,1-1 0,0 1 0,0 0 0,-1-1 0,1 1 0,0 0 0,-1 0 0,1-1 0,0 1 0,-1 0 0,0 0 0,-4 4 0,-2 14 0,2 19 0,2-1 0,2 0 0,3 49 0,-1-64 0,22 168 0,-5-66 0,-18-116 0,1 0 0,-1 0 0,0 0 0,0 0 0,-1 0 0,1 0 0,-4 11 0,3-16 0,0 0 0,0 0 0,0 1 0,0-1 0,0 0 0,0 0 0,-1 0 0,1-1 0,-1 1 0,1 0 0,-1-1 0,0 1 0,1 0 0,-1-1 0,0 0 0,0 1 0,0-1 0,0 0 0,0 0 0,0 0 0,-1-1 0,1 1 0,0 0 0,0-1 0,-1 1 0,-2-1 0,-4 1 0,0-1 0,1-1 0,-1 1 0,1-1 0,-1-1 0,1 1 0,-1-1 0,1-1 0,0 0 0,0 0 0,0 0 0,-14-10 0,17 10 0,0 0 0,0-1 0,0 1 0,0-2 0,1 1 0,0 0 0,0-1 0,0 1 0,0-1 0,1 0 0,0-1 0,0 1 0,0-1 0,1 1 0,-1-1 0,2 0 0,-1 1 0,-2-13 0,4 13-44,-1-1 0,1 0 0,0 1 0,0-1 0,1 1 0,0-1 0,0 0 0,0 1 0,0 0 0,1-1 0,0 1 0,0 0 0,1 0 0,-1 0 0,1 0 0,0 0 0,0 1 0,1-1-1,0 1 1,-1 0 0,1 0 0,0 0 0,1 1 0,-1-1 0,1 1 0,0 0 0,0 0 0,0 1 0,0-1 0,5-1 0,3 0-6782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34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309 479 24575,'-55'-20'0,"18"7"0,0 1 0,-1 1 0,-52-7 0,88 18 0,-1 0 0,0-1 0,1 1 0,-1 0 0,1 0 0,-1 1 0,1-1 0,-1 0 0,1 1 0,-1 0 0,1-1 0,-1 1 0,-3 2 0,5-2 0,0 0 0,0 0 0,0 0 0,0 1 0,0-1 0,0 0 0,0 0 0,0 1 0,1-1 0,-1 0 0,0 1 0,1-1 0,0 1 0,-1-1 0,1 1 0,0-1 0,-1 1 0,1-1 0,0 1 0,0-1 0,0 1 0,1-1 0,-1 1 0,1 1 0,-1 1 0,1 0 0,1 0 0,-1 0 0,0 0 0,1 0 0,0 0 0,0-1 0,0 1 0,1-1 0,-1 1 0,1-1 0,-1 0 0,1 0 0,0 0 0,0 0 0,6 3 0,7 5 0,1-1 0,24 11 0,-13-7 0,-9-3 0,1-1 0,0-1 0,32 10 0,-45-18 0,-1 1 0,1-1 0,0-1 0,-1 1 0,1-1 0,13-1 0,-16 0 0,0 0 0,0 0 0,0 0 0,0 0 0,-1-1 0,1 1 0,0-1 0,-1 0 0,1 0 0,-1-1 0,1 1 0,3-5 0,-3 4 0,-1-1 0,0 0 0,-1 0 0,1 0 0,-1-1 0,0 1 0,0 0 0,0-1 0,0 0 0,-1 1 0,0-1 0,0 0 0,0 0 0,0 0 0,-1 1 0,0-1 0,0-6 0,-1-5 0,-1-1 0,-1 1 0,-8-29 0,-5-1 0,-2 0 0,-2 1 0,-2 1 0,-41-63 0,-19-12 0,82 119 0,0-1 0,0 1 0,0 0 0,0 0 0,0-1 0,-1 1 0,1 0 0,0 0 0,0-1 0,0 1 0,0 0 0,-1 0 0,1-1 0,0 1 0,0 0 0,0 0 0,-1-1 0,1 1 0,0 0 0,0 0 0,-1 0 0,1 0 0,0 0 0,-1 0 0,1-1 0,0 1 0,0 0 0,-1 0 0,1 0 0,0 0 0,-1 0 0,1 0 0,0 0 0,-1 0 0,1 0 0,0 0 0,-1 0 0,-1 13 0,7 20 0,10 39-341,4-1 0,2-1-1,50 108 1,-58-152-6485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34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24575,'13'24'0,"3"11"0,2 2 0,-2-3 0,-2-7 0,-2-6 0,-2-7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34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24575,'3'0'0,"0"3"0,0 5 0,-1 4 0,0 0-8191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34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0 217 24575,'46'41'0,"113"91"0,-158-131 0,0 0 0,-1 0 0,1-1 0,0 1 0,0-1 0,0 1 0,0-1 0,0 1 0,0-1 0,0 1 0,0-1 0,0 0 0,0 1 0,0-1 0,0 0 0,0 0 0,1 0 0,-1 0 0,0 0 0,0 0 0,0 0 0,1-1 0,-1 0 0,0 1 0,0-1 0,0 0 0,0 1 0,0-1 0,0 0 0,-1 0 0,1 0 0,0 0 0,0 0 0,-1 0 0,1 0 0,-1 0 0,1 0 0,-1 0 0,0 0 0,1-1 0,1-7 0,-1 1 0,0 0 0,0 0 0,0-12 0,-3-25 0,-12-67 0,7 71 0,2 0 0,1-43 0,4 81-1365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35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24575,'2'4'0,"4"5"0,0 3 0,2 2 0,2 1 0,2 0 0,1 1 0,-1-1 0,-1-2 0,-2-2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35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24575,'12'8'0,"7"6"0,2 5 0,1 0 0,-2 0 0,-4-3-8191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35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0 24575,'-5'0'0,"-10"0"0,1 1 0,-16 2 0,27-3 0,0 1 0,0-1 0,0 1 0,1 0 0,-1 0 0,0 0 0,0 0 0,1 0 0,-1 1 0,0-1 0,1 1 0,-1 0 0,1 0 0,0 0 0,0 0 0,-3 3 0,4-3 0,0 0 0,0 0 0,1 0 0,-1 0 0,1 0 0,-1 0 0,1 0 0,0 0 0,0 1 0,0-1 0,0 0 0,0 0 0,0 0 0,1 0 0,-1 0 0,1 0 0,-1 0 0,1 0 0,0 0 0,1 3 0,3 5 0,1 0 0,10 13 0,-12-16 0,16 18 0,0-1 0,1-1 0,35 28 0,-2 0 0,-53-50 0,0-1 0,-1 0 0,1 1 0,-1-1 0,0 1 0,1-1 0,-1 1 0,1-1 0,-1 1 0,0 0 0,1-1 0,-1 1 0,0-1 0,1 1 0,-1 0 0,0-1 0,0 1 0,0-1 0,0 1 0,0 0 0,0-1 0,1 1 0,-2 0 0,1 0 0,0-1 0,-1 1 0,1-1 0,0 1 0,-1-1 0,1 0 0,-1 1 0,1-1 0,-1 0 0,1 1 0,-1-1 0,1 0 0,-1 1 0,1-1 0,-1 0 0,1 0 0,-1 0 0,0 0 0,1 0 0,-1 1 0,-6-1 0,0 1 0,0-1 0,-9-1 0,14 1 0,-124-18 0,42 5 0,27 3-1365,43 8-5461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35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24575,'2'8'0,"1"4"0,3 3 0,0 1 0,1 1 0,0-1 0,1 0 0,1 2 0,0 1 0,0-1 0,2-1 0,-2-1 0,-2-3-8191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36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24575,'0'-7'0,"0"-1"0,2 5 0,1 4 0,1 5 0,-2 4 0,2 2 0,1 0-8191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36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 24575,'5'1'0,"0"0"0,0 1 0,-1 0 0,1 0 0,0 0 0,-1 0 0,0 1 0,1-1 0,-1 1 0,0 0 0,0 1 0,0-1 0,-1 1 0,1-1 0,-1 1 0,0 0 0,0 1 0,-1-1 0,1 0 0,3 9 0,-2-3 0,-1 0 0,0 0 0,-1 0 0,0 1 0,0-1 0,-1 1 0,0-1 0,-1 1 0,-1 12 0,0-21 0,1 1 0,0 0 0,-1-1 0,1 1 0,-1-1 0,0 1 0,0-1 0,0 1 0,0-1 0,0 1 0,0-1 0,-1 0 0,1 0 0,-1 1 0,0-1 0,0 0 0,1-1 0,-1 1 0,0 0 0,-1 0 0,1-1 0,0 1 0,0-1 0,-1 0 0,1 0 0,-1 0 0,1 0 0,-1 0 0,1 0 0,-1-1 0,-3 1 0,0 0 0,0-1 0,0 0 0,-1 0 0,1-1 0,0 1 0,0-1 0,-1-1 0,1 1 0,0-1 0,0 0 0,1 0 0,-9-5 0,6 3 0,0-1 0,0 0 0,0-1 0,1 1 0,0-1 0,0-1 0,0 0 0,-8-11 0,13 15 0,0 0 0,0 0 0,1 0 0,-1-1 0,1 1 0,-1 0 0,1-1 0,0 1 0,1-1 0,-1 0 0,1 1 0,-1-1 0,1 0 0,0 1 0,0-1 0,1 0 0,-1 1 0,1-1 0,0 1 0,0-1 0,0 0 0,0 1 0,1 0 0,2-6 0,-3 6-52,1 1-1,0-1 1,0 0-1,0 0 1,0 1-1,0-1 1,0 1-1,1 0 1,-1-1-1,1 1 1,-1 0-1,1 0 1,0 1-1,0-1 1,0 1-1,0-1 1,0 1-1,0 0 1,0 0-1,1 0 1,-1 1-1,0-1 1,0 1-1,1 0 0,3 0 1,2 2-6774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36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24575,'3'7'0,"0"0"0,1 0 0,0 0 0,0-1 0,9 12 0,29 27 0,-40-43 0,-1-1 0,1 1 0,0 0 0,0-1 0,-1 0 0,1 1 0,0-1 0,0 0 0,1 0 0,-1 0 0,0 0 0,0-1 0,0 1 0,1 0 0,-1-1 0,0 0 0,1 1 0,-1-1 0,0 0 0,1 0 0,-1 0 0,0-1 0,1 1 0,-1-1 0,0 1 0,1-1 0,-1 0 0,2 0 0,0-2 0,1 0 0,-1 0 0,0 0 0,0 0 0,0 0 0,-1-1 0,1 1 0,-1-1 0,0 0 0,0 0 0,5-9 0,-6 7 0,1 1 0,0 0 0,1 0 0,0 0 0,-1 1 0,1-1 0,7-5 0,-9 8 0,1 1 0,-1 0 0,0-1 0,1 1 0,-1 0 0,1 0 0,-1 0 0,1 0 0,-1 1 0,1-1 0,-1 1 0,1-1 0,0 1 0,-1 0 0,1 0 0,0 0 0,-1 1 0,1-1 0,3 1 0,8 3 0,-1 1 0,0 0 0,0 0 0,-1 1 0,21 14 0,-12-6 0,-1 1 0,24 24 0,-33-29-227,-1 1-1,0 0 1,0 1-1,-1 0 1,9 17-1,-12-16-6598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51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98 24575,'-6'-12'0,"1"-1"0,0 0 0,1 0 0,-3-17 0,19 57 0,103 229 0,-83-190 0,-31-63 0,4 8 0,1 0 0,-1-1 0,13 15 0,-18-24 0,0-1 0,0 0 0,0 0 0,0 0 0,0 0 0,0 1 0,0-1 0,0 0 0,0 0 0,0 0 0,1 0 0,-1 0 0,0 0 0,0 1 0,0-1 0,0 0 0,0 0 0,1 0 0,-1 0 0,0 0 0,0 0 0,0 0 0,0 0 0,0 0 0,1 0 0,-1 0 0,0 0 0,0 0 0,0 0 0,0 0 0,1 0 0,-1 0 0,0 0 0,0 0 0,0 0 0,1 0 0,0-7 0,-5-10 0,-5-8 0,-2-1 0,-1 1 0,-21-31 0,17 29 0,-15-32 0,-46-118 0,77 177 0,0-1 0,0 1 0,-1-1 0,1 1 0,0-1 0,0 1 0,0-1 0,0 1 0,-1 0 0,1-1 0,0 1 0,0-1 0,-1 1 0,1 0 0,0-1 0,-1 1 0,1-1 0,0 1 0,-1 0 0,1 0 0,-1-1 0,-2 10 0,3 24 0,0-29 0,0 17 0,2 0 0,0-1 0,1 1 0,2-1 0,10 33 0,-3-22 0,2 0 0,30 50 0,-39-72-227,1 0-1,-2 1 1,1 0-1,-1-1 1,4 17-1,-6-15-6598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40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24575,'2'28'0,"12"55"0,16 47 0,10-13 0,-8-26 0,-31-86-136,1 1-1,0-1 1,1 0-1,-1 1 1,1-1-1,0 0 1,0-1-1,1 1 0,5 6 1,-1-4-6690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42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73 146 24575,'13'67'0,"33"106"0,38 59 0,-39-114 0,-37-96 0,21 64 0,-26-77 0,-1 1 0,0 0 0,-1-1 0,0 1 0,-1 0 0,-1 18 0,1-28 0,0 1 0,0-1 0,0 1 0,0-1 0,0 1 0,0-1 0,0 0 0,0 1 0,0-1 0,0 1 0,0-1 0,-1 0 0,1 1 0,0-1 0,0 1 0,0-1 0,-1 0 0,1 1 0,0-1 0,-1 0 0,1 1 0,0-1 0,0 0 0,-1 0 0,1 1 0,-1-1 0,1 0 0,0 0 0,-1 1 0,0-1 0,0 0 0,1-1 0,-1 1 0,0 0 0,1 0 0,-1-1 0,0 1 0,1 0 0,-1-1 0,1 1 0,-1-1 0,1 1 0,-1 0 0,1-1 0,-2-1 0,-14-22 0,-23-53 0,-35-79 0,47 92 0,-7-13 0,-40-144 0,66 184 0,2 1 0,1-2 0,1 1 0,2-45 0,3 78 0,-2-2 0,2 1 0,-1 0 0,1-1 0,2-9 0,-3 13 0,1 1 0,0-1 0,0 0 0,0 1 0,0-1 0,0 1 0,0-1 0,0 1 0,0 0 0,0-1 0,1 1 0,-1 0 0,0 0 0,1 0 0,-1 0 0,1 0 0,0 0 0,2-1 0,8-2 0,0 1 0,0-1 0,0 2 0,0 0 0,17-1 0,65 4 0,-45 0 0,-23-1 0,263 9 0,-243-6 0,278 14 0,554-17 0,-491 0 0,-362-1 0,29-5 0,11-1 0,6-1 0,-45 5 0,34-2 0,542 6-1365,-585-1-5461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44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60 24575,'-42'-59'0,"40"58"0,3 4 0,3 10 0,10 18 0,17 28 0,151 264 0,-158-283 0,-16-25 0,1-1 0,18 23 0,-18-30 120,-9-7-146,0 0 1,0 0-1,0 0 1,0 0-1,0 0 0,0 0 1,0 0-1,1 0 1,-1 0-1,0 0 0,0 1 1,0-1-1,0 0 1,0 0-1,1 0 0,-1 0 1,0 0-1,0 0 1,0 0-1,0 0 0,0 0 1,1 0-1,-1 0 0,0 0 1,0 0-1,0-1 1,0 1-1,0 0 0,1 0 1,-1 0-1,0 0 1,0 0-1,0 0 0,0 0 1,0 0-1,0 0 1,1 0-1,-1-1 0,0 1 1,0 0-1,0 0 1,0 0-1,0 0 0,0 0 1,0 0-1,0-1 1,0 1-1,0 0 0,0 0 1,0 0-1,0 0 1,0 0-1,0-1 0,0 1 1,0 0-1,0 0 1,0 0-1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44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10 24575,'0'0'0,"0"-1"0,0 1 0,0-1 0,0 1 0,0-1 0,-1 1 0,1-1 0,0 1 0,0 0 0,-1-1 0,1 1 0,0-1 0,-1 1 0,1 0 0,0-1 0,-1 1 0,1 0 0,0 0 0,-1-1 0,1 1 0,-1 0 0,1 0 0,-1-1 0,1 1 0,0 0 0,-1 0 0,1 0 0,-1 0 0,1 0 0,-1 0 0,1 0 0,-1 0 0,1 0 0,-1 0 0,1 0 0,-1 0 0,-22 3 0,17-2 0,-37 2 0,-59-2 0,-10 0 0,78 6-388,28-5-589,-4 0-5849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45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362 142 24575,'-19'-23'0,"7"6"0,-1 2 0,-16-16 0,24 26 0,-1 1 0,0-1 0,0 1 0,0 0 0,0 1 0,-1-1 0,1 1 0,-1 0 0,-11-2 0,8 2 0,-3-1 0,-1 1 0,-25-2 0,35 5 0,-1 0 0,0 0 0,1 0 0,-1 1 0,0 0 0,1 0 0,-1 0 0,0 0 0,1 1 0,0 0 0,-1 0 0,-4 3 0,6-3 0,-6 3 0,0 0 0,1 1 0,0 1 0,-15 13 0,22-18 0,-1 0 0,0 0 0,1 0 0,0 0 0,-1 0 0,1 0 0,0 0 0,0 1 0,0-1 0,1 0 0,-1 1 0,1-1 0,-1 0 0,1 1 0,-1-1 0,1 1 0,0-1 0,0 0 0,1 1 0,-1-1 0,0 1 0,1-1 0,-1 1 0,1-1 0,0 0 0,2 5 0,1 0 0,0-1 0,1 1 0,0-1 0,0 0 0,0-1 0,1 1 0,0-1 0,0 0 0,0 0 0,13 7 0,8 3 0,39 15 0,-57-26 0,5 2 0,0-1 0,0 0 0,25 5 0,-36-9 0,1-1 0,-1 1 0,0-1 0,1 0 0,-1 0 0,1 0 0,-1 0 0,0-1 0,1 1 0,-1-1 0,0 0 0,0 0 0,0 0 0,1 0 0,-1 0 0,0-1 0,0 0 0,-1 1 0,1-1 0,0 0 0,0 0 0,3-5 0,-4 5 0,-1-1 0,1 1 0,-1-1 0,0 1 0,0-1 0,0 0 0,0 0 0,0 1 0,0-1 0,-1 0 0,1 0 0,-1 0 0,0 0 0,0 0 0,0 1 0,0-1 0,-1-3 0,0 0 0,-1 1 0,1-1 0,-1 1 0,0-1 0,0 1 0,-1 0 0,-4-8 0,7 13 0,0 0 0,0-1 0,0 1 0,0 0 0,0 0 0,0-1 0,-1 1 0,1 0 0,0 0 0,0 0 0,0-1 0,0 1 0,0 0 0,0 0 0,-1 0 0,1 0 0,0-1 0,0 1 0,0 0 0,-1 0 0,1 0 0,0 0 0,0 0 0,0 0 0,-1 0 0,1-1 0,0 1 0,0 0 0,0 0 0,-1 0 0,1 0 0,0 0 0,0 0 0,-1 0 0,1 0 0,0 0 0,0 0 0,0 0 0,-1 0 0,1 1 0,-3 9 0,4 16 0,2-16-114,2 0 1,-1-1-1,1 0 0,0 0 0,1 0 1,0 0-1,0-1 0,1 0 0,0 0 1,1-1-1,10 8 0,-10-9-6712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46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24575,'3'-7'0,"1"1"0,1 1 0,-1-1 0,1 0 0,0 1 0,0 0 0,0 0 0,1 1 0,6-5 0,-8 7 0,0 0 0,0 0 0,0 0 0,0 1 0,0-1 0,0 1 0,1 0 0,-1 0 0,0 1 0,1-1 0,-1 1 0,1 0 0,-1 0 0,0 1 0,1-1 0,3 2 0,3 1 0,-1 0 0,1 0 0,-1 1 0,0 0 0,-1 1 0,1 0 0,-1 1 0,11 8 0,-17-12 0,1 1 0,-1 0 0,0 0 0,0 0 0,-1 0 0,1 0 0,0 1 0,-1-1 0,0 1 0,0 0 0,0 0 0,0 0 0,-1 0 0,0 0 0,1 0 0,-1 0 0,-1 0 0,1 0 0,-1 0 0,1 1 0,-1-1 0,0 0 0,-2 6 0,-2 8 0,-1-1 0,-1 0 0,-10 20 0,-1 5 0,12-31 0,1 1 0,1 0 0,0 0 0,-3 24 0,6-33 0,0 0 0,0 1 0,0-1 0,0 0 0,1 0 0,-1 0 0,1 0 0,0 1 0,0-1 0,0 0 0,0 0 0,0-1 0,1 1 0,-1 0 0,1 0 0,0-1 0,0 1 0,0-1 0,0 1 0,0-1 0,1 0 0,-1 0 0,1 0 0,2 2 0,1-1 15,-1 0-1,0-1 0,0 0 1,1 0-1,-1 0 0,1-1 1,9 2-1,2-2-675,21 0 1,-35-1 501,9-1-6667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46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35 24575,'-30'-8'0,"-11"-1"0,-5-1 0,4 5 0,6 3 0,7 2 0,6 3 0,4 1 0,6 1-8191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46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41 24575,'-30'-8'0,"-11"-1"0,-2-1 0,4 3 0,6 1 0,6 5 0,6 3 0,4 0 0,1 3 0,0 1 0,0-2 0,-3 0 0,0 1 0,0-1 0,2 0 0,3-1-8191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47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24575,'15'12'0,"7"9"0,2 6 0,0 4 0,-2 0 0,-2 1 0,-2-3 0,-2-1 0,-3-1 0,-2-3 0,-2-2 0,-4-1 0,-1 0 0,-3-3 0,0-1 0,-1-1 0,-1-4-8191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54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13 24575,'0'0'0,"0"-1"0,0 1 0,0-1 0,1 1 0,-1-1 0,0 1 0,0 0 0,0-1 0,-1 1 0,1-1 0,0 1 0,0-1 0,0 1 0,0-1 0,0 1 0,0 0 0,-1-1 0,1 1 0,0-1 0,0 1 0,-1 0 0,1-1 0,0 1 0,-1 0 0,1-1 0,0 1 0,-1 0 0,1-1 0,0 1 0,-1 0 0,1 0 0,-1-1 0,0 2 0,1-1 0,0 0 0,-1 0 0,1 1 0,-1-1 0,1 0 0,0 1 0,-1-1 0,1 0 0,0 1 0,-1-1 0,1 0 0,0 1 0,0-1 0,-1 1 0,1-1 0,0 1 0,0-1 0,0 1 0,-1-1 0,1 1 0,0-1 0,0 1 0,0-1 0,0 1 0,0-1 0,0 1 0,0-1 0,0 1 0,1 8 0,0 0 0,0-1 0,1 1 0,0-1 0,4 10 0,1 7 0,5 15 0,1 0 0,2-1 0,2-1 0,1 0 0,30 44 0,16 28 0,-64-110-33,0 1 0,1-1-1,-1 0 1,0 1 0,0-1-1,0 1 1,1-1 0,-1 0 0,0 1-1,0-1 1,1 0 0,-1 0-1,0 1 1,0-1 0,1 0-1,-1 0 1,1 1 0,-1-1 0,0 0-1,1 0 1,-1 0 0,0 0-1,1 0 1,-1 1 0,1-1-1,-1 0 1,0 0 0,1 0 0,-1 0-1,1 0 1,-1 0 0,0 0-1,1 0 1,-1 0 0,1-1-1,-1 1 1,0 0 0,1 0 0,-1 0-1,1-1 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54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0 24575,'-18'0'0,"-7"0"0,-5 0 0,0 0 0,4 0 0,2 0 0,4 0 0,2 0 0,3 0 0,-2 0 0,-1 0 0,2 0 0,-1 0 0,2 0 0,-1 0 0,4 0-8191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55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322 101 24575,'-47'-24'0,"-2"2"0,-88-28 0,133 49 0,-1 0 0,1 0 0,0 0 0,0 1 0,0 0 0,0 0 0,-1 0 0,1 0 0,0 0 0,-7 2 0,10-1 0,-1 0 0,0 0 0,0 0 0,0 0 0,1 0 0,-1 0 0,1 0 0,-1 0 0,1 1 0,-1-1 0,1 1 0,0-1 0,-1 1 0,1 0 0,0-1 0,0 1 0,0 0 0,1 0 0,-1 0 0,0-1 0,1 1 0,-1 0 0,0 4 0,-1 4 0,1 0 0,0 1 0,0-1 0,1 0 0,2 16 0,-2-20 0,2 0 0,-1 0 0,0-1 0,1 1 0,0-1 0,1 1 0,-1-1 0,1 0 0,0 0 0,0 0 0,5 5 0,2 2 0,0-2 0,1 1 0,0-1 0,1-1 0,18 11 0,-23-16 0,0 0 0,0 0 0,1-1 0,-1 0 0,1-1 0,0 1 0,0-1 0,0-1 0,0 1 0,0-2 0,13 1 0,-19-1 0,-1 0 0,1 0 0,0 0 0,0-1 0,0 1 0,-1-1 0,1 1 0,0-1 0,0 1 0,-1-1 0,1 0 0,-1 0 0,1 0 0,-1 0 0,1 0 0,-1 0 0,1 0 0,-1-1 0,0 1 0,0 0 0,0-1 0,1 1 0,-1-1 0,-1 1 0,1-1 0,0 0 0,0 1 0,-1-1 0,2-2 0,-1-5 0,0 1 0,0 0 0,-1-1 0,1 1 0,-3-12 0,1 12 0,1 0 0,0 0 0,2-15 0,-2 23 0,0-1 0,0 1 0,0 0 0,0-1 0,0 1 0,1-1 0,-1 1 0,0 0 0,0-1 0,0 1 0,1 0 0,-1-1 0,0 1 0,0 0 0,1 0 0,-1-1 0,0 1 0,0 0 0,1 0 0,-1-1 0,0 1 0,1 0 0,-1 0 0,0 0 0,1-1 0,-1 1 0,0 0 0,1 0 0,-1 0 0,1 0 0,-1 0 0,0 0 0,1 0 0,-1 0 0,1 0 0,-1 0 0,0 0 0,1 0 0,-1 0 0,0 0 0,1 0 0,-1 1 0,0-1 0,1 0 0,-1 0 0,0 0 0,1 1 0,-1-1 0,0 0 0,1 0 0,-1 0 0,0 1 0,1-1 0,-1 1 0,20 19 0,-16-17 0,21 25-71,-5-6-576,36 32 0,-43-44-6179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55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0 107 24575,'10'-14'0,"1"0"0,0 2 0,0-1 0,27-20 0,-35 30 0,0 1 0,0 0 0,0 0 0,0 0 0,1 0 0,-1 1 0,1 0 0,-1-1 0,1 1 0,-1 0 0,1 1 0,0-1 0,-1 1 0,1-1 0,0 1 0,0 0 0,-1 0 0,1 1 0,0-1 0,-1 1 0,1 0 0,0 0 0,-1 0 0,1 0 0,-1 1 0,1 0 0,-1-1 0,5 5 0,1 0 0,0 1 0,-1 1 0,0-1 0,0 1 0,-1 1 0,0 0 0,0 0 0,-1 0 0,0 0 0,-1 1 0,8 18 0,-11-22 0,0 1 0,0 0 0,0 0 0,-1 0 0,0 0 0,0 0 0,-1 0 0,0 0 0,0 0 0,-1 0 0,0 0 0,0 0 0,0 0 0,-1 0 0,0 0 0,-1-1 0,1 1 0,-1-1 0,-6 9 0,-13 14 0,18-24 0,-1 1 0,0 0 0,1 0 0,0 0 0,1 0 0,-1 0 0,-3 12 0,7-17 0,-1 0 0,1 1 0,0-1 0,0 0 0,0 0 0,0 1 0,0-1 0,0 0 0,0 0 0,1 1 0,-1-1 0,0 0 0,1 0 0,-1 0 0,1 1 0,-1-1 0,1 0 0,-1 0 0,2 1 0,0 0 0,0 1 0,0-1 0,0-1 0,0 1 0,0 0 0,1 0 0,-1-1 0,4 2 0,4 2 0,0-1 0,1-1 0,14 4 0,-25-7 0,17 3 0,0 0 0,0-1 0,0 0 0,1-2 0,24-2 0,-38 2-227,0-1-1,0 0 1,-1 0-1,1 0 1,6-3-1,2-3-6598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55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60 24575,'-27'-9'0,"-11"-5"0,-5 2 0,4 2 0,2 3 0,6 2 0,3 3 0,4 1 0,5 1-8191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56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76 24575,'-27'-12'0,"-11"-5"0,-2 2 0,4 2 0,5 4 0,5 4 0,3 2 0,2 2 0,3 0 0,2 2 0,1 0 0,0 2 0,1 1 0,0 2 0,3 0-8191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56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24575,'13'15'0,"5"10"0,1 5 0,-1 2 0,0 2 0,-2-1 0,-3-4 0,-4-1 0,-1-3 0,-2-4 0,-2-5-8191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4:58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2925 30 24575,'-40'6'0,"-71"4"0,-43-11 0,70 0 0,-328-8-483,-97-6 386,487 15 95,-880-20-1518,420 21 3198,441 1-1592,-72 13-1,75-9-1197,21-3-5714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00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90 24575,'1'-1'0,"0"0"0,-1 0 0,1 0 0,0 0 0,0 0 0,-1 0 0,1 0 0,-1 0 0,1 0 0,-1 0 0,1-1 0,-1 1 0,0 0 0,1 0 0,-1-1 0,0 1 0,0 0 0,0 0 0,0-1 0,0 1 0,0 0 0,-1 0 0,1 0 0,0-1 0,0 1 0,-1 0 0,1 0 0,-1 0 0,1-1 0,-1 1 0,0 0 0,1 0 0,-1 0 0,0 0 0,0 0 0,0 0 0,-1 0 0,-1-3 0,-1 1 0,1 0 0,-1 0 0,0 0 0,0 1 0,0 0 0,0-1 0,-8-2 0,-3 1 0,0 0 0,0 0 0,-1 2 0,1 0 0,0 0 0,-1 2 0,1 0 0,-1 1 0,-20 3 0,33-3 0,-1 0 0,0 0 0,1 0 0,-1 0 0,1 1 0,-1 0 0,1 0 0,-1 0 0,1 0 0,0 0 0,0 0 0,0 1 0,1 0 0,-1 0 0,0-1 0,1 1 0,0 1 0,0-1 0,0 0 0,0 0 0,0 1 0,1-1 0,-1 1 0,1 0 0,0-1 0,0 1 0,1 0 0,-1 0 0,1 0 0,-1-1 0,1 1 0,0 0 0,1 0 0,-1 0 0,1 0 0,0-1 0,0 1 0,0 0 0,0-1 0,0 1 0,1-1 0,0 1 0,0-1 0,0 0 0,0 1 0,4 4 0,-1-3 0,1 0 0,0 0 0,0-1 0,0 1 0,0-1 0,1-1 0,0 1 0,-1-1 0,1 0 0,1-1 0,13 4 0,-8-3 0,1-1 0,-1-1 0,1 0 0,0-1 0,23-2 0,-35 2 0,0-1 0,0 1 0,1-1 0,-1 1 0,0-1 0,0 0 0,0 0 0,1 0 0,-1 0 0,0 0 0,-1-1 0,1 1 0,0 0 0,0-1 0,0 1 0,-1-1 0,1 0 0,-1 0 0,1 0 0,-1 1 0,1-4 0,1-1 0,0 0 0,-1-1 0,0 1 0,0-1 0,1-12 0,0 31 0,1 0 0,1 0 0,7 14 0,-7-18-195,1 0 0,-1 0 0,1-1 0,1 1 0,-1-1 0,16 12 0,-14-13-6631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01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6 150 24575,'0'-7'0,"-3"-6"0,2-1 0,0 0 0,1 0 0,2-22 0,-1 33 0,-1 0 0,1 0 0,0 0 0,0 0 0,0 0 0,0 0 0,0 1 0,1-1 0,0 0 0,-1 1 0,4-5 0,-3 6 0,0-1 0,0 1 0,0 0 0,0 0 0,0-1 0,0 1 0,0 0 0,0 1 0,0-1 0,0 0 0,0 1 0,1-1 0,-1 1 0,0-1 0,0 1 0,1 0 0,3 0 0,0 1 0,-1 0 0,1 0 0,0 1 0,0 0 0,-1 0 0,1 0 0,-1 0 0,0 1 0,0 0 0,8 5 0,5 6 0,22 20 0,-39-33 0,5 6 0,0-1 0,0 2 0,0-1 0,-1 0 0,0 1 0,-1 0 0,0 0 0,0 0 0,0 1 0,-1 0 0,-1-1 0,1 1 0,-1 0 0,-1 0 0,0 0 0,0 0 0,-1 0 0,0 1 0,0-1 0,-1 0 0,0 0 0,-1 0 0,0 0 0,-1 0 0,1-1 0,-2 1 0,1-1 0,-6 10 0,-3 2 0,5-9 0,0 0 0,-7 18 0,13-27 0,1 0 0,0-1 0,-1 1 0,1-1 0,0 1 0,0 0 0,0-1 0,0 1 0,0 0 0,0-1 0,0 1 0,1 0 0,-1-1 0,0 1 0,1-1 0,0 1 0,-1-1 0,1 1 0,0-1 0,0 1 0,0-1 0,-1 0 0,2 1 0,-1-1 0,0 0 0,0 0 0,0 0 0,0 0 0,1 0 0,-1 0 0,1 0 0,-1 0 0,1 0 0,1 0 0,7 4 0,0-1 0,1 0 0,21 4 0,-22-5 0,0-1-124,-1 0 0,1 0 0,0-1 0,0-1 0,0 1 0,0-1-1,-1-1 1,1 0 0,0-1 0,13-3 0,-13 2-6702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01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45 24575,'-29'-7'0,"-16"-3"0,-1 1 0,2 1 0,5 3 0,8 2 0,6 1 0,5 1 0,3 1 0,3 3 0,1 1 0,2-1-8191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02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18 24575,'-27'-5'0,"-12"-1"0,-1 2 0,4 2 0,3 2 0,4 3 0,3 0 0,3 1 0,3-1 0,4 0-8191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02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24575,'-5'0'0,"-2"2"0,1 6 0,4 4 0,1 3 0,5 3 0,3 1 0,0 3 0,3 1 0,0 1 0,3 0 0,0-1 0,-2-2 0,-2-5-8191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08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 24575,'-1'0'0,"1"0"0,0 0 0,0 0 0,0 0 0,0 0 0,0 0 0,0 0 0,0 0 0,0-1 0,0 1 0,0 0 0,0 0 0,0 0 0,0 0 0,0 0 0,0 0 0,0-1 0,0 1 0,0 0 0,0 0 0,0 0 0,0 0 0,0 0 0,0 0 0,0-1 0,0 1 0,0 0 0,0 0 0,0 0 0,0 0 0,0 0 0,0 0 0,0 0 0,1 0 0,-1-1 0,0 1 0,0 0 0,0 0 0,0 0 0,0 0 0,0 0 0,0 0 0,1 0 0,-1 0 0,0 0 0,0 0 0,0 0 0,0 0 0,0 0 0,0 0 0,0 0 0,1 0 0,-1 0 0,0 0 0,0 0 0,0 0 0,0 0 0,0 0 0,0 0 0,1 0 0,-1 0 0,0 0 0,0 0 0,0 0 0,0 0 0,0 0 0,0 0 0,0 0 0,1 1 0,8 11 0,9 20 0,55 116 0,-25-51 0,-47-93-1365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08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0 24575,'-399'0'-1365,"382"0"-5461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11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363 119 24575,'-24'-19'0,"-1"1"0,-1 1 0,-34-17 0,47 28 0,-1 1 0,1 0 0,-28-5 0,32 8 0,0 1 0,1 0 0,-1 1 0,0 0 0,0 0 0,1 1 0,-17 3 0,22-3 0,0 0 0,0 0 0,-1 1 0,1-1 0,0 1 0,0 0 0,0-1 0,0 2 0,1-1 0,-1 0 0,1 0 0,-1 1 0,1 0 0,0-1 0,0 1 0,0 0 0,0 0 0,0 0 0,1 0 0,-1 0 0,1 1 0,-2 4 0,2-4 0,0 0 0,1 1 0,-1-1 0,1 0 0,0 0 0,0 1 0,0-1 0,1 0 0,-1 0 0,1 0 0,0 1 0,0-1 0,1 0 0,-1 0 0,1 0 0,0-1 0,0 1 0,3 4 0,2 0 0,0-1 0,0 1 0,1-1 0,0-1 0,0 1 0,1-2 0,0 1 0,0-1 0,0 0 0,0-1 0,1 0 0,0-1 0,0 0 0,0 0 0,0-1 0,18 2 0,-27-4 0,1 0 0,0 0 0,0 0 0,-1 0 0,1 0 0,0-1 0,0 1 0,-1-1 0,1 1 0,0-1 0,-1 1 0,1-1 0,-1 0 0,1 0 0,-1 0 0,1 0 0,-1 0 0,1 0 0,-1 0 0,1-2 0,0 1 0,0 0 0,-1-1 0,1 0 0,-1 1 0,0-1 0,0 0 0,0 0 0,0 1 0,0-1 0,0-6 0,0 0 0,-1 0 0,0 0 0,0 0 0,-1 0 0,0-1 0,-5-14 0,3 12 0,3 9 0,3 8 0,8 19 60,15 26 0,-21-41-272,1-1 0,0 1 0,0-1-1,1-1 1,0 0 0,9 9 0,-3-7-6614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12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1 120 24575,'4'-11'0,"2"0"0,-1 0 0,1 1 0,1-1 0,0 2 0,14-17 0,-19 23 0,1 0 0,1 1 0,-1-1 0,0 1 0,1-1 0,-1 1 0,1 0 0,0 0 0,-1 1 0,1-1 0,0 1 0,0 0 0,0 0 0,0 0 0,0 1 0,0-1 0,1 1 0,-1 0 0,0 0 0,0 0 0,0 1 0,0 0 0,5 1 0,11 4 0,0 1 0,0 0 0,0 2 0,-1 1 0,-1 0 0,1 1 0,-2 1 0,20 17 0,-31-23 0,0 0 0,-1 0 0,1 1 0,-1 0 0,0 0 0,-1 0 0,0 1 0,0-1 0,-1 1 0,0 0 0,0 0 0,-1 1 0,0-1 0,2 12 0,-3-2 0,0 0 0,-1 1 0,-1-1 0,0 0 0,-7 29 0,7-42 0,0-1 0,1 1 0,0-1 0,-1 1 0,1-1 0,1 1 0,-1-1 0,1 1 0,1 7 0,-1-10 0,0 0 0,0-1 0,0 1 0,0 0 0,0 0 0,0 0 0,0-1 0,0 1 0,1-1 0,-1 1 0,1-1 0,-1 1 0,1-1 0,0 0 0,-1 0 0,1 0 0,0 0 0,0 0 0,0 0 0,0 0 0,0 0 0,0-1 0,2 1 0,14 1 0,-1 0 0,0-2 0,0 0 0,23-3 0,-36 3-76,0-1 1,0 1-1,0-1 0,0 0 0,-1-1 0,1 1 0,0-1 0,0 1 1,-1-1-1,1 0 0,-1 0 0,1-1 0,-1 1 0,0-1 1,0 0-1,0 0 0,3-4 0,0-2-6750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12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15 24575,'-29'-3'0,"-13"0"0,-1 0 0,2 0 0,5 2 0,6 0 0,6 2 0,2 2 0,3 1 0,1 1 0,2 0 0,1-1 0,1-1 0,2-1-8191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12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21 24575,'-27'-5'0,"-11"-1"0,-2-1 0,4 5 0,5 1 0,5 5 0,6 3 0,5 1-8191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13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24575,'5'2'0,"4"4"0,3 3 0,2 5 0,1 2 0,-2 4 0,-1 1 0,0-2 0,1 0 0,-3-2 0,1 0 0,-3-2 0,0 0 0,-1-1 0,-1 0 0,-3 0 0,-1-2-8191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16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307 104 24575,'-19'-12'0,"-15"-10"0,-49-22 0,74 39 0,-1 1 0,0 1 0,0-1 0,-1 2 0,1-1 0,-1 1 0,1 1 0,-1 0 0,0 1 0,-12 0 0,21 0 0,0 1 0,0-1 0,0 1 0,0-1 0,0 1 0,0 0 0,0 0 0,0 0 0,0 0 0,0 0 0,1 0 0,-1 0 0,0 0 0,1 1 0,-1-1 0,1 1 0,0-1 0,-1 1 0,1 0 0,0-1 0,0 1 0,0 0 0,0 0 0,0 0 0,1 0 0,-1 0 0,0 0 0,1 0 0,-1 4 0,0 4 0,0 1 0,1 0 0,0-1 0,3 17 0,-3-23 0,1 1 0,0 0 0,0 0 0,0 0 0,0-1 0,1 1 0,0 0 0,0-1 0,0 0 0,0 1 0,1-1 0,0 0 0,0 0 0,0 0 0,4 3 0,-1-1 0,1 0 0,0-1 0,0 0 0,1-1 0,-1 0 0,1 0 0,9 3 0,-9-3 0,1-1 0,-1 0 0,0-1 0,1 0 0,13 1 0,-19-2 0,-1-1 0,1-1 0,-1 1 0,1 0 0,-1 0 0,1-1 0,-1 1 0,1-1 0,-1 0 0,1 0 0,-1 0 0,0 0 0,0 0 0,1-1 0,-1 1 0,0-1 0,0 1 0,0-1 0,-1 0 0,1 1 0,0-1 0,-1 0 0,1 0 0,1-3 0,3-6 0,-5 8 0,0 1 0,0-1 0,1 1 0,-1 0 0,1-1 0,0 1 0,3-3 0,-4 4 0,-1 1 0,1 0 0,0-1 0,0 1 0,-1 0 0,1 0 0,0-1 0,-1 1 0,1 0 0,0 0 0,0 0 0,-1 0 0,1 0 0,0 0 0,0 0 0,-1 1 0,1-1 0,0 0 0,0 0 0,-1 0 0,1 1 0,0-1 0,-1 0 0,1 1 0,0-1 0,-1 1 0,1-1 0,-1 1 0,1-1 0,-1 1 0,1-1 0,-1 1 0,1-1 0,0 2 0,7 7 0,-1 1 0,13 20 0,-2-1 0,7 7-1365,-18-27-5461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16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24575,'2'-6'0,"0"-1"0,1 1 0,0 0 0,0 0 0,1 0 0,-1 0 0,1 1 0,1-1 0,7-8 0,-9 12 0,-1 0 0,1 0 0,0 0 0,0 1 0,0-1 0,-1 1 0,1-1 0,1 1 0,-1 0 0,0 0 0,0 0 0,0 1 0,0-1 0,1 1 0,-1 0 0,0-1 0,1 1 0,-1 1 0,0-1 0,0 1 0,1-1 0,3 2 0,5 2 0,1 1 0,-1 0 0,0 0 0,-1 1 0,0 1 0,0 0 0,0 1 0,0 0 0,16 17 0,-24-22 0,-1 0 0,1 0 0,-1 1 0,0-1 0,0 1 0,0 0 0,0-1 0,-1 1 0,1 0 0,-1 0 0,0 0 0,0 0 0,-1 0 0,1 0 0,-1 0 0,0 1 0,0-1 0,0 0 0,-1 0 0,-1 6 0,-2 2 0,0 0 0,-1 0 0,0-1 0,-1 0 0,-10 13 0,8-11 0,0 1 0,-12 27 0,20-39 0,-1 0 0,1-1 0,-1 1 0,1 0 0,-1 0 0,1 0 0,0 0 0,0-1 0,0 1 0,0 0 0,0 0 0,0 0 0,1 0 0,-1 0 0,0-1 0,1 1 0,0 0 0,-1 0 0,1-1 0,2 4 0,-1-3 0,0 0 0,0 0 0,0 0 0,0 0 0,0 0 0,1-1 0,-1 1 0,0-1 0,1 1 0,0-1 0,-1 0 0,5 1 0,4 1 0,1-1 0,0 0 0,1 0 0,-1-1 0,15-1 0,-18-1-195,-1 0 0,1 0 0,-1-1 0,0 0 0,1-1 0,12-6 0,-9 4-6631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17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16 24575,'-30'-3'0,"-11"0"0,-2 0 0,1 0 0,6 1 0,7 1 0,2 1 0,5 0 0,2 0 0,3 0 0,5 0-8191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17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45 24575,'-27'-7'0,"-11"-3"0,-2 1 0,4 1 0,5 3 0,5 2 0,6 1 0,2 1 0,3 1 0,1 3 0,1 3 0,-1 1 0,3 1 0,1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17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24575,'5'17'0,"4"8"0,2 3 0,3-2 0,-1-2 0,-1-3 0,0-3 0,1-2 0,0-3 0,-1-2 0,-2 0 0,2 0 0,-3-1-8191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19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24 24575,'-22'-4'0,"-10"-3"0,-1 1 0,1 1 0,7 4 0,6 2 0,2 1 0,3 2 0,0 1 0,4 2 0,0 0 0,0 1 0,-1-1 0,-2-2 0,3-1-8191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19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248 135 24575,'-25'-32'0,"13"16"0,0 1 0,-29-27 0,37 38 0,1 1 0,-1 1 0,0-1 0,0 0 0,0 1 0,0 0 0,0 0 0,-1 0 0,1 1 0,-1-1 0,1 1 0,-1 0 0,0 0 0,1 1 0,-1-1 0,0 1 0,-7 1 0,9-1 0,-1 1 0,1 0 0,0 0 0,-1 1 0,1-1 0,0 1 0,0-1 0,0 1 0,0 0 0,0 0 0,0 1 0,0-1 0,1 0 0,-1 1 0,1 0 0,0-1 0,0 1 0,0 0 0,0 0 0,0 1 0,0-1 0,1 0 0,0 0 0,-1 1 0,0 4 0,0 0 0,1-1 0,0 0 0,0 1 0,0-1 0,1 0 0,0 1 0,0-1 0,1 1 0,0-1 0,0 0 0,3 11 0,-2-14 0,1 0 0,-1 0 0,0 1 0,1-2 0,0 1 0,0 0 0,0 0 0,0-1 0,1 0 0,0 1 0,4 2 0,7 5 0,25 12 0,-34-20 0,-1 0 0,74 36 0,-70-35 0,0-1 0,1 0 0,0 0 0,0-1 0,0-1 0,17 1 0,-22-1 0,0-2 0,-1 1 0,1 0 0,0-1 0,-1 0 0,1 0 0,0 0 0,-1-1 0,0 1 0,5-3 0,-7 2 0,1 1 0,-1-1 0,0 0 0,0 0 0,0 0 0,0 0 0,0 0 0,-1 0 0,1 0 0,-1-1 0,1 1 0,-1-1 0,0 1 0,0-1 0,0 1 0,0-1 0,0 0 0,0-3 0,0-2 0,0 0 0,-1 0 0,0-9 0,1-11 0,-1 28 0,0 0 0,-1 0 0,1-1 0,0 1 0,0 0 0,0 0 0,0 0 0,1 0 0,-1 0 0,0-1 0,0 1 0,0 0 0,0 0 0,0 0 0,0 0 0,0-1 0,0 1 0,0 0 0,0 0 0,0 0 0,0 0 0,0 0 0,1 0 0,-1 0 0,0-1 0,0 1 0,0 0 0,0 0 0,0 0 0,0 0 0,1 0 0,-1 0 0,0 0 0,0 0 0,0 0 0,0 0 0,1 0 0,-1 0 0,0 0 0,7 4 0,8 13 0,-12-14 0,33 40 24,25 28-1413,-52-61-5437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20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24575,'16'-16'0,"26"-19"0,-36 30 0,1 0 0,0 1 0,0 0 0,1 0 0,-1 1 0,1 0 0,10-3 0,-15 6 0,0-1 0,1 1 0,-1 0 0,0 0 0,1 0 0,-1 0 0,0 1 0,0-1 0,0 1 0,1 0 0,-1 0 0,0 0 0,0 0 0,0 0 0,0 1 0,0 0 0,-1-1 0,1 1 0,0 0 0,-1 0 0,1 0 0,-1 1 0,3 3 0,-3-4 0,0 1 0,0-1 0,-1 0 0,1 1 0,-1 0 0,0-1 0,0 1 0,0 0 0,0-1 0,0 1 0,-1 0 0,1 0 0,-1 0 0,0 0 0,0 0 0,0-1 0,0 1 0,0 0 0,-1 0 0,1 0 0,-1 0 0,0-1 0,0 1 0,0 0 0,0 0 0,-2 3 0,-15 19 0,13-20 0,1 1 0,0-1 0,0 1 0,1 0 0,0-1 0,-4 12 0,6-16 0,1 0 0,0-1 0,0 1 0,0 0 0,0 0 0,0-1 0,0 1 0,0 0 0,1-1 0,-1 1 0,0 0 0,0-1 0,0 1 0,1 0 0,-1-1 0,0 1 0,1 0 0,-1-1 0,1 1 0,-1 0 0,0-1 0,1 1 0,-1-1 0,1 1 0,0-1 0,-1 0 0,1 1 0,-1-1 0,1 1 0,0-1 0,-1 0 0,1 0 0,0 1 0,-1-1 0,1 0 0,0 0 0,0 0 0,-1 0 0,2 1 0,4 0 0,0-1 0,1 1 0,8-1 0,-11 0 0,19-1 0,2 0 0,1 2 0,49 6 0,-61-5-1365,-1 0-5461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21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96 24575,'5'-10'0,"-1"-1"0,2 1 0,-1 1 0,2-1 0,10-12 0,-15 20 0,0-1 0,0 1 0,1 0 0,-1 0 0,1 0 0,0 0 0,0 1 0,0-1 0,-1 1 0,6-2 0,-6 3 0,0-1 0,0 1 0,0 0 0,0-1 0,0 1 0,0 0 0,0 1 0,0-1 0,0 0 0,0 0 0,0 1 0,0 0 0,0-1 0,0 1 0,0 0 0,0 0 0,3 1 0,-1 2 0,1-1 0,-1 1 0,0 0 0,0 0 0,0 1 0,-1-1 0,1 1 0,-1 0 0,0-1 0,0 1 0,-1 1 0,1-1 0,-1 0 0,-1 1 0,1-1 0,-1 1 0,2 7 0,-2-2 0,0 0 0,0 0 0,-1 0 0,0 0 0,-1 0 0,0-1 0,-1 1 0,-3 14 0,-7 9 0,7-24 0,1 1 0,1 0 0,0 0 0,-2 15 0,4-24 0,1-1 0,0 0 0,1 1 0,-1-1 0,0 0 0,0 1 0,1-1 0,-1 0 0,0 1 0,1-1 0,-1 0 0,1 0 0,0 1 0,-1-1 0,1 0 0,0 0 0,0 0 0,1 1 0,0 0 0,1 0 0,-1 0 0,1 0 0,-1 0 0,1-1 0,0 1 0,5 1 0,2 0 0,0 0 0,0-1 0,19 2 0,73-2-387,-83-2-591,-7-1-5848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21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30 24575,'-27'-5'0,"-14"-2"0,-2 1 0,3 1 0,7 1 0,6 2 0,5 1 0,4 3 0,3 1 0,1 1 0,3-2-8191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21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18 24575,'-30'-5'0,"-11"-2"0,-5 4 0,4 1 0,4 4 0,3 1 0,6 4 0,2-1 0,3-1 0,4-1 0,5-1-8191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22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24575,'20'-7'0,"1"2"0,-1 1 0,1 0 0,0 1 0,0 1 0,0 2 0,30 1 0,-47 0 0,1 0 0,-1 0 0,0 0 0,0 1 0,0 0 0,0-1 0,0 1 0,0 1 0,-1-1 0,1 0 0,-1 1 0,1 0 0,-1 0 0,0 0 0,4 5 0,-6-6 0,1 0 0,-1 0 0,1 0 0,-1 1 0,0-1 0,0 0 0,0 1 0,0-1 0,-1 1 0,1-1 0,0 1 0,-1-1 0,0 1 0,0-1 0,0 1 0,0-1 0,0 1 0,0 0 0,-1-1 0,1 1 0,-1-1 0,0 1 0,1-1 0,-1 0 0,0 1 0,-3 3 0,-3 4 0,0-1 0,-10 10 0,-13 18 0,28-34 0,0 1 0,0-1 0,1 1 0,-1-1 0,1 1 0,0-1 0,-1 1 0,2 0 0,-2 7 0,2-9 0,0-1 0,0 1 0,0 0 0,0-1 0,0 1 0,1 0 0,-1-1 0,1 1 0,-1-1 0,1 1 0,-1-1 0,1 1 0,0-1 0,0 0 0,0 1 0,0-1 0,0 0 0,0 0 0,0 1 0,0-1 0,0 0 0,0 0 0,1 0 0,-1 0 0,0-1 0,1 1 0,-1 0 0,1 0 0,-1-1 0,1 1 0,1 0 0,6 1 0,0 0 0,1-1 0,-1 0 0,13 1 0,-1-1 0,117 9-1365,-126-10-5461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23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4236 15 24575,'5'-1'0,"-3"0"0,1 1 0,-1-1 0,1 0 0,-1 0 0,1 0 0,3-2 0,-6 1 0,-6 1 0,-6-1 0,-35 2 0,-82 10 0,79-5 0,-261 11-180,-1-17-116,116 0 216,-353-8-866,261 2 590,45 2 356,-643 6 0,-318 86-622,1176-84-5089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26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379 142 24575,'-148'-84'0,"118"71"0,1 1 0,-2 1 0,-39-9 0,68 20 0,0-1 0,-1 1 0,1-1 0,0 1 0,0 0 0,0 0 0,-1 0 0,1 0 0,0 1 0,0-1 0,0 0 0,0 1 0,-1-1 0,1 1 0,0 0 0,0 0 0,0 0 0,0 0 0,1 0 0,-3 2 0,2-1 0,0 0 0,0 1 0,0-1 0,0 1 0,1-1 0,-1 1 0,1 0 0,0-1 0,-1 1 0,1 0 0,1 0 0,-1 0 0,0 0 0,0 3 0,0 5 0,0 0 0,0 0 0,1 1 0,0-1 0,1 0 0,0 0 0,1 0 0,0 0 0,1 0 0,5 13 0,-5-17 0,0 1 0,1-1 0,1 1 0,-1-1 0,1 0 0,0-1 0,1 1 0,0-1 0,0 0 0,0-1 0,0 1 0,1-1 0,0-1 0,9 6 0,-3-3 0,0-1 0,0 0 0,0-1 0,1-1 0,0 0 0,0 0 0,0-2 0,0 0 0,1 0 0,20-1 0,-33-1 0,0 0 0,-1 0 0,1 0 0,0 0 0,-1-1 0,1 1 0,-1-1 0,1 1 0,0-1 0,-1 1 0,1-1 0,-1 0 0,1 0 0,-1 1 0,0-1 0,1 0 0,-1 0 0,0-1 0,0 1 0,1 0 0,-1 0 0,0-1 0,0 1 0,-1 0 0,1-1 0,0 1 0,0-1 0,-1 1 0,1-1 0,0 1 0,-1-1 0,0 0 0,1 1 0,-1-1 0,0 0 0,0-2 0,0-1 0,-1 0 0,0 1 0,0-1 0,0 0 0,0 0 0,-1 1 0,0-1 0,0 1 0,0-1 0,0 1 0,-5-6 0,0 0 0,3 5 0,7 9 0,11 14-227,1-1-1,1-1 1,1 0-1,0-1 1,36 24-1,-40-31-6598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27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1 141 24575,'6'-6'0,"82"-75"0,-80 74 0,2 1 0,-1 0 0,1 0 0,0 0 0,0 1 0,0 1 0,1 0 0,14-4 0,-21 7 0,-1 1 0,1-1 0,0 1 0,0 0 0,0 0 0,0 0 0,0 1 0,0 0 0,-1-1 0,1 1 0,0 0 0,0 1 0,-1-1 0,1 1 0,-1-1 0,1 1 0,-1 0 0,0 0 0,0 1 0,0-1 0,0 1 0,0-1 0,0 1 0,-1 0 0,1 0 0,-1 0 0,0 0 0,0 1 0,0-1 0,0 1 0,-1-1 0,1 1 0,-1 0 0,0-1 0,0 1 0,0 0 0,-1 0 0,1 0 0,-1 0 0,0-1 0,0 1 0,0 0 0,-1 0 0,-1 7 0,1-7 0,-1 0 0,1-1 0,-1 1 0,0 0 0,0-1 0,0 0 0,-1 0 0,1 1 0,-1-1 0,0-1 0,-4 5 0,-4 2 0,-1-1 0,-12 6 0,14-8 0,0-1 0,1 2 0,-11 8 0,19-14 0,1-1 0,-1 0 0,1 1 0,-1-1 0,1 1 0,-1-1 0,1 1 0,0-1 0,-1 1 0,1-1 0,0 1 0,-1-1 0,1 1 0,0 0 0,0-1 0,0 1 0,-1-1 0,1 1 0,0 0 0,0-1 0,0 1 0,0 0 0,0-1 0,0 1 0,0-1 0,0 1 0,0 0 0,1-1 0,-1 1 0,0 0 0,0-1 0,0 1 0,1-1 0,-1 1 0,0-1 0,1 1 0,-1-1 0,0 1 0,1-1 0,-1 1 0,1-1 0,-1 1 0,1-1 0,-1 1 0,1-1 0,-1 0 0,1 1 0,0-1 0,4 3 0,1 0 0,-1-1 0,0 0 0,8 2 0,-10-3 0,30 7 0,0-1 0,0-1 0,1-2 0,-1-2 0,1-1 0,53-5 0,-85 4-114,0 0 1,0 0-1,0 0 0,0-1 0,0 1 1,0-1-1,0 0 0,0 0 0,0 1 1,-1-1-1,3-2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27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24575,'14'-7'0,"0"0"0,0 1 0,1 1 0,0 0 0,26-4 0,-36 8 0,0 1 0,0 0 0,1-1 0,-1 2 0,0-1 0,0 1 0,0 0 0,1 0 0,-1 0 0,0 0 0,-1 1 0,1 0 0,0 0 0,0 1 0,-1-1 0,1 1 0,-1 0 0,0 0 0,0 0 0,6 7 0,-5-4 0,0 0 0,0 0 0,0 1 0,-1-1 0,0 1 0,-1 0 0,1 0 0,-1 0 0,-1 1 0,1-1 0,-1 1 0,-1 0 0,2 12 0,-2-9 0,-1 1 0,-1-1 0,0 1 0,0-1 0,-1 1 0,-1-1 0,0 0 0,-6 17 0,-6 6 0,-12 38 0,26-70 0,1 0 0,-1 0 0,1 0 0,-1 0 0,1 0 0,0 0 0,0 0 0,0 1 0,0-1 0,0 0 0,1 0 0,-1 0 0,0 0 0,1 0 0,0 0 0,-1 0 0,1 0 0,0 0 0,0-1 0,0 1 0,0 0 0,0 0 0,0-1 0,1 1 0,1 1 0,0 0 0,0-1 0,1 0 0,-1 0 0,1 0 0,-1-1 0,1 1 0,-1-1 0,1 0 0,0 0 0,0 0 0,0 0 0,6 0 0,1 0-227,1-1-1,0 0 1,0-1-1,-1 0 1,19-4-1,-17 1-6598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27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448 60 24575,'-30'-7'0,"-14"-3"0,-4 1 0,0-1 0,4 1 0,4 3 0,7 2 0,4 1 0,4 2 0,5 1 0,2 0 0,2 0 0,2 1 0,0-1 0,1 3 0,2 0-8191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28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31 24575,'-27'-7'0,"-11"-3"0,-2 3 0,3 3 0,6 2 0,4 3 0,3 3 0,3-1 0,3 3 0,3-1 0,0 0 0,4-2-8191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28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24575,'20'-13'0,"0"0"0,1 1 0,24-9 0,-39 19 0,-1-1 0,1 2 0,-1-1 0,1 0 0,0 1 0,-1 0 0,1 1 0,0-1 0,0 1 0,0 0 0,0 1 0,-1-1 0,1 1 0,0 0 0,0 1 0,-1-1 0,1 1 0,7 4 0,-10-5 0,0 1 0,-1 0 0,1 0 0,-1 0 0,0 0 0,1 0 0,-1 0 0,0 0 0,0 1 0,0-1 0,-1 1 0,1 0 0,-1 0 0,1-1 0,-1 1 0,0 0 0,0 0 0,0 0 0,0 0 0,-1 0 0,1 0 0,-1 0 0,0 1 0,0-1 0,0 4 0,-1-1 0,0 0 0,0 0 0,-1 0 0,0 0 0,0 0 0,0-1 0,-1 1 0,0-1 0,0 1 0,0-1 0,0 0 0,-5 5 0,-7 6 0,-17 22 0,29-34 0,1-1 0,0 1 0,0 0 0,0-1 0,0 1 0,1 0 0,-1 0 0,1 0 0,-1 5 0,2-8 0,0 1 0,0-1 0,0 1 0,0-1 0,0 0 0,0 1 0,0-1 0,1 0 0,-1 1 0,0-1 0,1 0 0,-1 1 0,1-1 0,0 0 0,-1 1 0,1-1 0,0 0 0,0 0 0,-1 0 0,3 2 0,-1-1 0,1-1 0,-1 1 0,0-1 0,1 0 0,-1 1 0,1-1 0,-1 0 0,1 0 0,-1-1 0,4 1 0,3 1 0,0-1 0,-1-1 0,1 0 0,0 0 0,15-3 0,-13 1-112,13-3-515,49-2 1,-61 7-6200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30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9 24575,'0'-1'0,"-1"1"0,0-1 0,1 0 0,-1 1 0,0-1 0,1 0 0,-1 1 0,0-1 0,0 1 0,1-1 0,-1 1 0,0 0 0,0-1 0,0 1 0,0 0 0,0 0 0,1-1 0,-1 1 0,0 0 0,0 0 0,0 0 0,0 0 0,0 0 0,0 0 0,0 1 0,0-1 0,0 0 0,1 0 0,-1 0 0,0 1 0,0-1 0,0 1 0,0-1 0,-1 1 0,1 0 0,0 1 0,0-1 0,0 0 0,0 0 0,0 1 0,1-1 0,-1 0 0,0 1 0,1-1 0,-1 1 0,0-1 0,1 1 0,0-1 0,-1 1 0,1-1 0,0 1 0,0-1 0,0 1 0,0 2 0,1 3 0,0 0 0,1 0 0,0-1 0,0 1 0,0 0 0,1-1 0,0 0 0,4 7 0,35 47 0,-5-9 0,1 21-1365,-31-60-5461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30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350 43 24575,'-32'-7'0,"-13"-3"0,-4 0 0,4 3 0,8 2 0,4 1 0,6 5 0,5 1 0,4 4 0,2 0 0,2 2 0,3-1-8191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31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88 24575,'-18'-15'0,"0"0"0,-23-16 0,36 27 0,-1 1 0,0-1 0,0 2 0,0-1 0,0 0 0,-1 1 0,1 0 0,-13-1 0,16 2 0,1 1 0,-1 0 0,1 0 0,-1 0 0,0 1 0,1-1 0,-1 0 0,1 1 0,-1 0 0,1-1 0,-1 1 0,1 0 0,0 0 0,-1 1 0,1-1 0,0 0 0,0 1 0,-3 2 0,3-2 0,0 1 0,-1 0 0,1 0 0,0 0 0,0 0 0,1 0 0,-1 0 0,1 1 0,-1-1 0,1 1 0,-1 6 0,1-4 0,0 0 0,0 0 0,1 0 0,0 0 0,0 0 0,1 0 0,-1 0 0,1 0 0,1-1 0,-1 1 0,1 0 0,0 0 0,0-1 0,1 1 0,4 7 0,-3-8 0,1 0 0,0 0 0,0-1 0,0 0 0,0 0 0,1 0 0,0 0 0,0-1 0,0 0 0,0 0 0,0-1 0,0 0 0,1 0 0,-1 0 0,8 0 0,3 1 0,1-1 0,0-1 0,0-1 0,26-3 0,-41 3 0,-1 0 0,1-1 0,-1 1 0,1-1 0,-1 1 0,1-1 0,-1 0 0,0 0 0,0 0 0,1-1 0,-1 1 0,0 0 0,0-1 0,0 0 0,0 1 0,0-1 0,-1 0 0,1 0 0,0 0 0,-1 0 0,0 0 0,3-4 0,-2 1 0,-1 0 0,1 0 0,-1 0 0,0-1 0,0 1 0,0 0 0,-1 0 0,1-1 0,-2-8 0,2 22 0,0 0 0,1 0 0,1 0 0,-1-1 0,1 1 0,0 0 0,6 8 0,36 57 0,-11-21 0,-26-40-1365,-1-3-5461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32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24575,'11'-13'0,"0"2"0,0 0 0,1 0 0,0 1 0,1 0 0,15-8 0,-23 15 0,0 0 0,0 1 0,0 0 0,1 0 0,-1 0 0,0 0 0,1 1 0,0 0 0,-1 0 0,1 1 0,-1-1 0,1 1 0,0 0 0,0 1 0,-1-1 0,1 1 0,-1 0 0,1 1 0,-1-1 0,8 4 0,-7-2 0,0 0 0,0 0 0,0 1 0,-1-1 0,0 2 0,1-1 0,5 6 0,-10-8 0,1 0 0,-1-1 0,0 1 0,0 0 0,0 0 0,1 0 0,-2 0 0,1 0 0,0 0 0,0 1 0,-1-1 0,1 0 0,-1 0 0,0 0 0,0 1 0,1-1 0,-2 0 0,1 0 0,0 1 0,0-1 0,-1 0 0,1 0 0,-1 0 0,1 0 0,-2 3 0,-2 1 0,1 0 0,-1 0 0,0 0 0,0 0 0,-1-1 0,-7 8 0,8-9 0,-1 0 0,1 0 0,1 1 0,-1 0 0,1 0 0,-1 0 0,1 0 0,1 0 0,-4 7 0,6-11 0,0 0 0,0 1 0,-1-1 0,1 0 0,0 0 0,0 0 0,0 1 0,0-1 0,0 0 0,0 0 0,1 0 0,-1 1 0,0-1 0,1 0 0,-1 0 0,0 0 0,1 0 0,0 0 0,0 2 0,1-1 0,0 0 0,-1 0 0,1-1 0,0 1 0,0-1 0,0 1 0,0-1 0,0 0 0,4 2 0,1 0 0,2 0 0,-1-1 0,0 0 0,15 2 0,-1-2-200,31-2-1,-40 0-763,0 0-5862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32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24575,'6'-7'0,"1"0"0,-1 0 0,1 1 0,0 0 0,1 0 0,-1 1 0,1 0 0,0 0 0,1 0 0,-1 1 0,11-3 0,-14 5 0,0 1 0,1 0 0,-1 0 0,1 0 0,-1 0 0,1 1 0,-1 0 0,1 0 0,-1 0 0,1 1 0,-1 0 0,0 0 0,1 0 0,-1 1 0,0 0 0,0 0 0,0 0 0,0 1 0,0-1 0,6 6 0,-8-6 0,0 0 0,-1 0 0,0 1 0,1-1 0,-1 1 0,0-1 0,0 1 0,0 0 0,-1 0 0,1 0 0,-1 0 0,2 6 0,-1-3 0,-1-1 0,0 1 0,0 0 0,-1 0 0,0 0 0,-1 10 0,-2 4 0,0-1 0,-2 0 0,-9 25 0,12-40 0,1-1 0,-2 7 0,-1 0 0,2 0 0,-1 0 0,1 0 0,0 13 0,2-20 0,0-1 0,0 0 0,0 0 0,0 0 0,0 0 0,1 0 0,-1 0 0,1 0 0,0 0 0,-1 0 0,1 0 0,0 0 0,0 0 0,0 0 0,0-1 0,1 1 0,-1 0 0,0-1 0,1 1 0,-1-1 0,1 1 0,0-1 0,-1 0 0,1 0 0,0 0 0,0 0 0,0 0 0,0 0 0,0 0 0,0 0 0,0-1 0,0 1 0,2-1 0,2 1-170,0 0-1,-1 0 0,1-1 1,0 0-1,0 0 0,0 0 1,8-3-1,-1 0-6655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33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57 24575,'-30'-10'0,"-14"-3"0,-2 1 0,4 2 0,4 3 0,7 2 0,5 5 0,3 3 0,2 2 0,3 1 0,5 0-8191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33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76 24575,'-29'-10'0,"-13"-6"0,-1 1 0,2 1 0,5 5 0,4 3 0,5 2 0,4 3 0,2 0 0,2 2 0,1-1 0,4 1-8191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34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24575,'8'-12'0,"1"1"0,0 0 0,0 0 0,17-14 0,-23 23 0,0-1 0,1 1 0,-1 0 0,0 0 0,1 0 0,0 1 0,-1-1 0,1 1 0,0 0 0,0 0 0,0 0 0,-1 0 0,1 0 0,0 1 0,0 0 0,0 0 0,0 0 0,0 1 0,0-1 0,7 2 0,-6 0 0,-1-1 0,1 1 0,0 0 0,0 0 0,-1 1 0,1-1 0,-1 1 0,0 0 0,0 0 0,0 1 0,0-1 0,0 1 0,-1 0 0,1 0 0,-1 0 0,0 0 0,-1 0 0,1 1 0,-1-1 0,0 1 0,0 0 0,0 0 0,0 0 0,-1 0 0,0 0 0,0 0 0,0 0 0,-1 0 0,0 0 0,0 1 0,0-1 0,-1 0 0,1 0 0,-1 0 0,0 0 0,-1 0 0,-2 7 0,2-7 0,-1 1 0,0-1 0,0-1 0,0 1 0,0 0 0,-1-1 0,0 1 0,-5 4 0,-38 29 0,24-21 0,23-16 0,-1-1 0,1 0 0,0 0 0,-1 0 0,1 1 0,0-1 0,-1 0 0,1 1 0,0-1 0,-1 0 0,1 1 0,0-1 0,0 0 0,-1 1 0,1-1 0,0 0 0,0 1 0,0-1 0,0 1 0,0-1 0,-1 0 0,1 1 0,0-1 0,0 1 0,0 0 0,1-1 0,-1 0 0,0 1 0,1-1 0,-1 0 0,0 1 0,1-1 0,-1 0 0,1 0 0,-1 1 0,0-1 0,1 0 0,-1 0 0,1 0 0,-1 0 0,1 1 0,-1-1 0,1 0 0,0 0 0,29 0 0,-25 0 0,28 1 0,43 7 0,-47-4 0,-21-3-227,-1 1-1,0 0 1,0 0-1,1 0 1,8 6-1,-5-3-6598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34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24575,'0'-1'0,"1"-1"0,-1 1 0,1-1 0,-1 0 0,1 1 0,-1 0 0,1-1 0,0 1 0,0-1 0,0 1 0,0 0 0,0-1 0,0 1 0,0 0 0,0 0 0,3-2 0,-3 3 0,0 0 0,0 0 0,-1-1 0,1 1 0,0 0 0,0 0 0,0 0 0,0 0 0,0 0 0,0 0 0,0 1 0,0-1 0,0 0 0,0 0 0,-1 1 0,1-1 0,0 0 0,0 1 0,0-1 0,0 1 0,-1-1 0,1 1 0,0-1 0,0 1 0,-1 0 0,1-1 0,-1 1 0,1 0 0,0 0 0,0 1 0,5 5 0,-1 1 0,0 0 0,-1 0 0,1 1 0,4 13 0,12 48 0,-17-56 0,2 9 0,0-7 0,-1 1 0,-1 1 0,-1-1 0,-1 1 0,1 32 0,-5-36-1365,-1-2-5461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35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29 24575,'-29'-7'0,"-13"-3"0,-3 3 0,0 3 0,4 4 0,3 5 0,6 1 0,6 3 0,7-1-8191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35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24575,'27'-7'0,"12"-3"0,1 1 0,-7 1-8191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36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24575,'325'24'0,"-194"-19"-351,160-14-1,-247 7-310,-6 0-6164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40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69 24575,'-1'-22'0,"1"11"0,0 1 0,1-14 0,-1 24 0,0 0 0,0 0 0,0 0 0,0 0 0,0 0 0,0 0 0,0 0 0,0 0 0,0 0 0,0-1 0,0 1 0,0 0 0,0 0 0,0 0 0,0 0 0,0 0 0,0 0 0,0 0 0,0 0 0,0 0 0,0 0 0,0 0 0,0 0 0,0 0 0,0 0 0,0 0 0,0 0 0,0 0 0,0-1 0,0 1 0,0 0 0,0 0 0,0 0 0,0 0 0,0 0 0,0 0 0,1 0 0,-1 0 0,0 0 0,0 0 0,0 0 0,0 0 0,0 0 0,0 0 0,0 0 0,0 0 0,0 0 0,0 0 0,0 0 0,0 0 0,0 0 0,0 0 0,0 0 0,0 0 0,1 0 0,-1 0 0,0 0 0,0 0 0,0 0 0,0 0 0,0 0 0,0 0 0,0 0 0,0 0 0,0 0 0,0 0 0,0 0 0,0 0 0,4 7 0,3 12 0,-6-16 0,5 13 0,1-2 0,0 1 0,1-1 0,1 0 0,0-1 0,1 0 0,0 0 0,1-1 0,24 20 0,-6-9 0,1-1 0,1-2 0,42 21 0,-70-39-98,2 0-219,0 1 1,-1-1-1,9 8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40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33 24575,'0'-5'0,"1"4"0,-1-1 0,0 1 0,0-1 0,0 1 0,0-1 0,0 1 0,0-1 0,0 1 0,-1-1 0,1 1 0,0-1 0,-1 1 0,1 0 0,-1-1 0,0 1 0,1 0 0,-3-3 0,1 6 0,1 0 0,-1 0 0,0 0 0,1 0 0,-1 1 0,-2 4 0,2-3 0,-23 30 0,-2-1 0,-37 36 0,19-22 0,36-36-227,1 0-1,1 0 1,0 0-1,0 1 1,-7 18-1,9-18-6598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41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47 24575,'-18'-6'0,"-19"-6"0,-48-11 0,73 21 0,1 1 0,-1-1 0,0 2 0,1 0 0,-1 0 0,0 1 0,1 0 0,-21 5 0,29-5 0,-1 0 0,0 1 0,1-1 0,0 1 0,-1-1 0,1 1 0,0 0 0,0 0 0,0 0 0,0 1 0,0-1 0,0 1 0,1 0 0,-1-1 0,1 1 0,0 0 0,0 1 0,0-1 0,0 0 0,1 0 0,-1 1 0,1-1 0,0 1 0,0 0 0,0-1 0,-1 5 0,2 3 0,-1 0 0,1-1 0,1 1 0,0 0 0,1 0 0,0 0 0,5 17 0,65 304 0,-72-330 0,3 14 0,0 0 0,1 0 0,10 27 0,-13-38 0,1-1 0,1 0 0,-1 0 0,1 0 0,-1 0 0,1 0 0,0-1 0,1 1 0,-1-1 0,0 0 0,1 0 0,0 0 0,0-1 0,0 1 0,0-1 0,0 0 0,8 3 0,-4-2 17,0-1 0,1 0 1,-1-1-1,1 0 0,-1 0 0,12-1 0,-17 0-79,-1 0 0,1 0 0,0 0 0,-1-1 1,1 1-1,0-1 0,-1 1 0,1-1 0,-1 0 0,1 0 0,-1 0 0,0 0 1,1-1-1,-1 1 0,0-1 0,0 1 0,0-1 0,0 0 0,0 0 0,0 0 1,-1 0-1,1 0 0,2-5 0,0-3-6764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42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24575,'3'4'0,"0"0"0,0 1 0,0-1 0,2 7 0,11 29 0,-8-17 0,2 0 0,12 22 0,-21-43 0,-1-1 0,1 0 0,0 0 0,0 0 0,-1 0 0,1 0 0,0 0 0,0 0 0,0-1 0,0 1 0,0 0 0,0 0 0,0-1 0,0 1 0,0 0 0,0-1 0,1 1 0,-1-1 0,1 1 0,-1-1 0,0-1 0,0 1 0,0 0 0,0 0 0,-1-1 0,1 1 0,0 0 0,0-1 0,0 1 0,-1-1 0,1 1 0,0-1 0,-1 1 0,1-1 0,0 1 0,-1-1 0,1 0 0,-1 1 0,1-1 0,-1 0 0,1 0 0,-1 1 0,0-1 0,1 0 0,-1 0 0,0 0 0,0 0 0,1 1 0,-1-2 0,5-19 0,-1 0 0,0 0 0,0-29 0,-1 19 0,-3 28 0,0 1 0,1-1 0,-1 1 0,1-1 0,-1 1 0,1-1 0,0 1 0,0 0 0,0-1 0,0 1 0,0 0 0,1 0 0,-1 0 0,1 0 0,0 0 0,-1 0 0,1 0 0,2-2 0,-2 3 0,0 0 0,0 0 0,0 0 0,0 1 0,0-1 0,0 0 0,1 1 0,-1-1 0,0 1 0,0 0 0,0 0 0,1 0 0,-1 0 0,0 0 0,0 0 0,0 1 0,1-1 0,-1 1 0,0-1 0,3 3 0,24 9 0,-1 2 0,0 2 0,-2 0 0,38 30 0,-62-45 0,0 1 0,-1-1 0,1 1 0,0 0 0,-1 0 0,1-1 0,-1 1 0,2 3 0,-3-4 0,0-1 0,1 0 0,-1 1 0,0-1 0,0 0 0,0 1 0,0-1 0,0 0 0,0 1 0,0-1 0,0 0 0,0 1 0,0-1 0,0 0 0,0 0 0,0 1 0,0-1 0,0 0 0,0 1 0,0-1 0,-1 0 0,1 1 0,0-1 0,0 0 0,-1 1 0,1-1 0,-1 1 0,0-1 0,1 1 0,-1-1 0,0 0 0,0 1 0,1-1 0,-1 0 0,0 0 0,0 0 0,0 1 0,1-1 0,-1 0 0,0 0 0,-1 0 0,-10-2-1365,-1-1-5461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42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24575,'28'-9'0,"1"1"0,57-9 0,-74 15 0,1 1 0,-1 1 0,0 1 0,1-1 0,-1 2 0,0 0 0,0 0 0,0 1 0,22 9 0,-2 3 0,0 1 0,36 27 0,-63-40 0,-1 0 0,0 0 0,0 1 0,0 0 0,0-1 0,-1 1 0,1 1 0,-1-1 0,0 0 0,0 1 0,4 9 0,-4-6 0,-1-1 0,0 1 0,-1 0 0,1-1 0,-2 1 0,1 0 0,-1 12 0,-9 70 0,5-61 0,2-1 0,0 39 0,3-58 0,1 0 0,-1 0 0,1 0 0,1 0 0,0 0 0,0-1 0,1 1 0,0-1 0,0 0 0,10 13 0,4 3 0,42 41 0,-22-25 0,-33-35 0,-1 0 0,0 1 0,-1-1 0,1 1 0,3 9 0,-6-14 0,-1 0 0,1 0 0,-1 0 0,1 0 0,-1 0 0,0 0 0,1 0 0,-1 0 0,0 0 0,0 0 0,0 0 0,0 0 0,0 0 0,0 0 0,0 0 0,0 1 0,0-1 0,0 0 0,-1 0 0,1 0 0,0 0 0,-1 0 0,1 0 0,-1 0 0,1 0 0,-1 0 0,0 0 0,1-1 0,-1 1 0,0 0 0,1 0 0,-1-1 0,0 1 0,0 0 0,0-1 0,0 1 0,0 0 0,0-1 0,0 1 0,-2 0 0,-13 3 0,0 0 0,0-1 0,-29 2 0,-52-4 0,65-1 0,9 0-1365,4 0-5461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43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15 24575,'-12'-2'0,"-7"-1"0,-2 0 0,0 0 0,0 1 0,3 1 0,0 1 0,5 2 0,1 1 0,1 0 0,-1 0 0,0-1 0,-1-1 0,-3-3 0,-2-1 0,3 0-8191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43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45 24575,'-27'-7'0,"-14"-3"0,-2 1 0,1 1 0,5 3 0,7 2 0,6 1 0,1 4 0,4 1 0,1 0 0,-1 0 0,1 2 0,-2-1 0,1 0 0,0-1 0,1 2 0,4-1-8191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45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359 161 24575,'-6'-10'0,"-1"1"0,0-1 0,0 2 0,-1-1 0,0 1 0,-1 0 0,0 0 0,-18-11 0,7 8 0,-1 0 0,0 1 0,-32-9 0,44 15 0,0 1 0,-1 0 0,0 0 0,0 0 0,-18-1 0,26 4 0,-1 0 0,1 0 0,-1 0 0,1 0 0,0 1 0,-1-1 0,1 1 0,0-1 0,0 1 0,-1 0 0,1 0 0,0 0 0,0 0 0,0 0 0,0 1 0,0-1 0,0 0 0,0 1 0,1 0 0,-1-1 0,0 1 0,1 0 0,-1 0 0,1 0 0,0 0 0,-2 2 0,-2 9 0,1 0 0,0-1 0,-3 18 0,5-21 0,1-3 0,0-1 0,1 1 0,-1-1 0,1 1 0,1 0 0,-1-1 0,1 1 0,0 0 0,0-1 0,1 0 0,-1 1 0,1-1 0,0 0 0,1 0 0,-1 1 0,1-2 0,0 1 0,1 0 0,-1-1 0,1 1 0,4 3 0,4 4 0,1-1 0,0 0 0,0-1 0,1-1 0,28 15 0,-20-13 0,44 16 0,-59-25 0,0 0 0,0 0 0,0-1 0,0 0 0,0 0 0,0-1 0,0 0 0,0 0 0,1-1 0,-1 1 0,9-4 0,-14 4 0,0-1 0,-1 0 0,1 0 0,0 0 0,0 0 0,0 0 0,-1 0 0,1 0 0,-1 0 0,1-1 0,-1 1 0,1-1 0,-1 1 0,2-4 0,-1 1 0,0 0 0,0 0 0,0 0 0,-1 0 0,0 0 0,2-7 0,-2 2 0,0 0 0,0 1 0,-1-1 0,0 0 0,-1 0 0,-1-12 0,-16-46 0,18 67 0,0 0 0,0 0 0,0 0 0,0 0 0,0 0 0,0 0 0,0 0 0,0 0 0,0 0 0,0 0 0,0 0 0,0 0 0,0 0 0,1 0 0,-1 0 0,0 0 0,0 0 0,0 0 0,0 0 0,0 0 0,0 0 0,0 0 0,0 0 0,0 0 0,0 0 0,0 0 0,0 0 0,0 0 0,0 0 0,0-1 0,0 1 0,0 0 0,0 0 0,0 0 0,0 0 0,0 0 0,0 0 0,0 0 0,0 0 0,0 0 0,0 0 0,0 0 0,0 0 0,0 0 0,0-1 0,0 1 0,0 0 0,0 0 0,0 0 0,0 0 0,0 0 0,0 0 0,0 0 0,0 0 0,0 0 0,0 0 0,0 0 0,0 0 0,0 0 0,0 0 0,0 0 0,6 6 0,8 11 0,60 88-1365,-67-93-5461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45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24575,'0'8'0,"1"1"0,0-1 0,1 1 0,0-1 0,0 0 0,0 1 0,1-1 0,7 12 0,-8-15 0,1 0 0,0 0 0,0 0 0,1 0 0,0-1 0,-1 1 0,1-1 0,1 0 0,-1 0 0,1-1 0,-1 1 0,1-1 0,8 4 0,-11-6 0,-1-1 0,0 1 0,1-1 0,-1 1 0,1-1 0,-1 0 0,1 0 0,-1 1 0,1-1 0,0 0 0,-1 0 0,1-1 0,-1 1 0,1 0 0,-1 0 0,1-1 0,-1 1 0,1-1 0,2-1 0,-2 1 0,0-1 0,0 0 0,0 1 0,0-1 0,0 0 0,0 0 0,-1 0 0,1 0 0,-1-1 0,3-3 0,1-4 0,-1-1 0,0-1 0,-1 1 0,3-12 0,-6 22 0,4-22 0,2-38 0,-4 30 0,-2 30 0,0 0 0,0 0 0,0-1 0,0 1 0,0 0 0,0 0 0,1 0 0,-1 0 0,0 0 0,1 0 0,-1 0 0,1 0 0,-1 0 0,1 0 0,-1 0 0,1 0 0,0 0 0,-1 0 0,1 0 0,0 0 0,0 1 0,0-1 0,0 0 0,0 1 0,0-1 0,0 0 0,0 1 0,0-1 0,0 1 0,0 0 0,0-1 0,0 1 0,0 0 0,0-1 0,0 1 0,0 0 0,0 0 0,1 0 0,-1 0 0,0 0 0,0 1 0,0-1 0,0 0 0,2 1 0,4 1 0,0 0 0,-1 1 0,0 0 0,1 0 0,9 7 0,-7-4 17,-1 0 0,0 1 1,0 0-1,-1 0 0,0 1 0,8 9 0,-12-12-141,0 0 0,1 0 1,-1 1-1,-1-1 0,1 1 0,-1 0 1,0 0-1,-1 0 0,1-1 0,-1 2 1,1 9-1,-2-5-6702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46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24575,'0'2'0,"0"4"0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46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24575,'1'12'0,"0"-1"0,1 1 0,0 0 0,1-1 0,0 0 0,1 1 0,0-1 0,1-1 0,0 1 0,1-1 0,0 1 0,1-2 0,12 16 0,-8-12 0,1-1 0,0 0 0,1 0 0,0-1 0,1-1 0,0 0 0,1-1 0,28 13 0,-38-20 0,1 0 0,-1 0 0,1 0 0,0-1 0,-1 0 0,1 0 0,0-1 0,0 1 0,0-1 0,0-1 0,0 1 0,9-3 0,-11 2 0,-1 0 0,0 0 0,0 0 0,0-1 0,0 1 0,0-1 0,0 0 0,0 0 0,0 0 0,-1 0 0,1 0 0,-1-1 0,0 1 0,1-1 0,-1 0 0,0 1 0,-1-1 0,1 0 0,0 0 0,-1 0 0,0-1 0,2-5 0,0-7 0,0 0 0,-1 0 0,-1 0 0,-1 0 0,-2-22 0,1 2 0,-7-7 0,8 41 0,22 57-455,2-1 0,33 53 0,-49-95-6371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49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262 104 24575,'-13'-12'0,"0"0"0,0 1 0,-1 0 0,-1 1 0,-23-12 0,29 18 0,0 0 0,0 0 0,-1 1 0,0 0 0,1 1 0,-1 0 0,0 1 0,0 0 0,0 0 0,0 1 0,-11 1 0,20-1 0,-1 0 0,1 0 0,0 0 0,0 1 0,0-1 0,-1 0 0,1 1 0,0-1 0,0 1 0,0-1 0,0 1 0,0 0 0,-1-1 0,1 1 0,1 0 0,-1 0 0,0 0 0,0 0 0,0 0 0,-1 1 0,1 0 0,1 0 0,-1 0 0,0 0 0,1-1 0,-1 1 0,1 0 0,0 0 0,0 0 0,0 0 0,0 0 0,0 0 0,0 2 0,2 7 0,1-1 0,0 0 0,0 0 0,6 10 0,-5-10 0,78 224 0,-70-189 0,2-1 0,2 0 0,22 42 0,-36-82 0,0 0 0,1 0 0,-1 0 0,1 0 0,0 0 0,0-1 0,1 0 0,-1 0 0,1 0 0,-1 0 0,1 0 0,0-1 0,5 3 0,-3-2 0,0-1 0,0-1 0,1 1 0,-1-1 0,1 0 0,-1 0 0,1-1 0,11 0 0,-4-1-112,3 1 194,-1-1 0,18-3 0,-30 3-189,0 0 0,0 0 0,0 0 0,0 0 0,-1-1-1,1 0 1,-1 1 0,1-1 0,-1-1 0,1 1 0,-1 0 0,0-1 0,5-5 0,-2-1-6719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50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24575,'-1'-1'0,"1"1"0,0-1 0,0 0 0,0 0 0,0 1 0,0-1 0,0 0 0,0 0 0,0 1 0,0-1 0,1 0 0,-1 0 0,0 1 0,0-1 0,1 0 0,-1 0 0,0 1 0,1-1 0,-1 1 0,1-2 0,0 2 0,-1 0 0,1 1 0,-1-1 0,1 0 0,-1 0 0,1 1 0,-1-1 0,1 0 0,-1 1 0,0-1 0,1 0 0,-1 1 0,1-1 0,-1 1 0,0-1 0,1 0 0,-1 1 0,0-1 0,0 1 0,1 0 0,15 33 0,-9-15 0,13 30 0,-18-44 0,1 0 0,0 0 0,0-1 0,0 1 0,0-1 0,8 7 0,-11-10 0,1-1 0,-1 0 0,0 1 0,0-1 0,1 0 0,-1 0 0,0 1 0,1-1 0,-1 0 0,1 0 0,-1 0 0,0 0 0,1 0 0,-1 1 0,1-1 0,-1 0 0,0 0 0,1 0 0,-1 0 0,1 0 0,-1 0 0,1 0 0,-1 0 0,0 0 0,1-1 0,-1 1 0,1 0 0,-1 0 0,0 0 0,1 0 0,-1-1 0,1 0 0,0 1 0,0-1 0,0 0 0,0 0 0,0 0 0,0 0 0,-1-1 0,1 1 0,-1 0 0,2-2 0,6-28 0,-6 19 0,-1 2 0,0 1 0,1 0 0,0 0 0,0-1 0,1 1 0,0 1 0,0-1 0,6-9 0,-8 16 0,0 1 0,1 0 0,-1-1 0,0 1 0,0 0 0,1 0 0,-1 0 0,1 0 0,-1 0 0,1 0 0,-1 0 0,1 0 0,0 0 0,-1 1 0,1-1 0,0 1 0,0-1 0,2 1 0,0 0 0,-1 0 0,0 0 0,1 0 0,-1 1 0,1 0 0,-1 0 0,0-1 0,1 2 0,2 0 0,6 4 0,-1 0 0,-1 1 0,1 0 0,10 10 0,-11-10 0,5 5 0,-1 0 0,0 1 0,-1 0 0,20 26 0,-27-27-1365,-3-3-5461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5:50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24575,'10'-4'0,"30"-9"0,66-14 0,-92 24 0,-1 2 0,1 0 0,0 0 0,0 1 0,-1 1 0,1 0 0,0 1 0,-1 0 0,14 5 0,-19-4 0,11 3 0,22 10 0,-36-14 0,0 0 0,0 1 0,-1 0 0,1 0 0,-1 0 0,0 0 0,0 1 0,0 0 0,6 7 0,-6-4 0,-1 1 0,1 0 0,-1 0 0,-1 1 0,0-1 0,0 1 0,1 9 0,2 8 0,4 10 0,29 116 0,-26-112 0,29 65 0,-21-69 0,-16-30 0,0 0 0,0 0 0,0 1 0,-1 0 0,0 0 0,-1 0 0,1 0 0,-1 0 0,-1 0 0,2 8 0,-3-13 0,-1 0 0,1 0 0,0 0 0,-1 0 0,0 0 0,1 0 0,-1 0 0,0 0 0,0-1 0,0 1 0,0 0 0,-1 0 0,1-1 0,0 1 0,-1-1 0,1 1 0,-1-1 0,1 0 0,-1 1 0,0-1 0,1 0 0,-1 0 0,0 0 0,0 0 0,-2 0 0,-8 4 0,0-1 0,0-1 0,-13 3 0,12-3 0,-74 17-1365,63-13-5461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26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24575,'0'0'0,"0"0"0,-1 0 0,1 0 0,0 0 0,0 0 0,0 0 0,0 0 0,0 0 0,-1 1 0,1-1 0,0 0 0,0 0 0,0 0 0,0 0 0,0 0 0,0 0 0,0 1 0,0-1 0,-1 0 0,1 0 0,0 0 0,0 0 0,0 0 0,0 1 0,0-1 0,0 0 0,0 0 0,0 0 0,0 0 0,0 1 0,0-1 0,0 0 0,0 0 0,0 0 0,0 0 0,0 0 0,0 1 0,0-1 0,1 0 0,-1 0 0,0 0 0,0 0 0,0 0 0,0 1 0,0-1 0,0 0 0,0 0 0,0 0 0,0 0 0,1 0 0,-1 0 0,0 0 0,0 1 0,0-1 0,0 0 0,0 0 0,1 0 0,-1 0 0,9 10 0,-9-9 0,148 162 0,-7-7 0,67 78 0,-199-222 0,-2-3 0,0 0 0,0-1 0,0 0 0,1 0 0,0 0 0,17 11 0,-23-20 0,-5-4 0,-3-4 0,-33-33-1365,26 29-5461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26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69 24575,'-3'-9'0,"0"0"0,0 0 0,-6-8 0,8 14 0,0 1 0,-1 0 0,1 0 0,-1-1 0,0 1 0,0 0 0,-2-1 0,3 2 0,1 0 0,-1 1 0,0-1 0,0 1 0,0-1 0,0 1 0,0 0 0,0-1 0,0 1 0,0 0 0,0 0 0,0-1 0,0 1 0,0 0 0,0 0 0,0 0 0,0 0 0,0 0 0,-1 1 0,0 0 0,0-1 0,0 1 0,0 0 0,0 1 0,0-1 0,1 0 0,-1 0 0,0 1 0,1-1 0,-1 1 0,1 0 0,-1-1 0,-1 4 0,-14 25 0,16-29 0,-24 54 0,2 2 0,-20 79 0,-9 22 0,40-128 0,-1-1 0,-1 0 0,-21 30 0,25-45-156,-1 0 0,-1-1-1,-19 17 1,22-22-584,0 1-6086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27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24575,'13'216'0,"20"232"0,-29-426 0,0 0 0,2-1 0,0 0 0,1 0 0,13 27 0,-16-41 0,0 0 0,1 0 0,0 0 0,0 0 0,1-1 0,-1 0 0,10 8 0,-10-10 0,0-1 0,0 0 0,0 0 0,0-1 0,0 1 0,0-1 0,1 0 0,-1 0 0,1-1 0,-1 0 0,12 1 0,-15-1-91,0-1 0,1 0 0,-1 0 0,0-1 0,0 1 0,0 0 0,0-1 0,0 1 0,0-1 0,0 0 0,-1 0 0,1 1 0,0-1 0,3-2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27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0 124 24575,'12'-16'0,"1"0"0,1 1 0,0 1 0,29-24 0,-39 35 0,0 0 0,0 1 0,0-1 0,0 1 0,0 0 0,0 0 0,1 1 0,-1-1 0,1 1 0,-1 0 0,1 0 0,0 0 0,-1 1 0,1 0 0,0 0 0,0 0 0,-1 0 0,1 1 0,0 0 0,-1 0 0,1 0 0,-1 0 0,1 1 0,-1 0 0,0 0 0,8 4 0,-3 0 0,0 1 0,-1-1 0,1 2 0,-1-1 0,0 1 0,-1 0 0,0 1 0,-1 0 0,1 0 0,-2 1 0,1-1 0,-1 1 0,-1 0 0,0 0 0,4 14 0,-5-12 0,-1 0 0,0 0 0,-1 1 0,0-1 0,-1 0 0,0 1 0,-1-1 0,0 0 0,-1 0 0,-1 0 0,0 0 0,0 0 0,-7 16 0,2-14 0,-16 27 0,16-30 0,1 1 0,0-1 0,-7 19 0,13-28 0,1-1 0,-1 1 0,1-1 0,0 1 0,-1-1 0,1 0 0,0 1 0,0-1 0,0 1 0,0-1 0,0 1 0,0-1 0,0 1 0,0-1 0,1 1 0,-1-1 0,1 1 0,-1-1 0,1 0 0,-1 1 0,1-1 0,0 0 0,0 1 0,0-1 0,-1 0 0,1 0 0,0 0 0,1 0 0,-1 0 0,0 0 0,0 0 0,0 0 0,1 0 0,-1 0 0,0-1 0,1 1 0,-1-1 0,0 1 0,1-1 0,2 1 0,6 2 0,1-1 0,-1-1 0,0 0 0,17 0 0,-24-1 0,6 0-85,-1 1 0,1-2-1,-1 1 1,1-1 0,0-1-1,-1 0 1,0 0 0,1 0-1,-1-1 1,0 0 0,0-1-1,-1 0 1,1 0 0,-1-1-1,9-6 1,-7 3-6741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27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16 24575,'-30'-3'0,"-14"0"0,-2 0 0,4 0 0,7 2 0,4-1 0,5 2 0,5 0 0,0 0 0,0 0 0,0 2 0,2 2 0,4-1-8191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28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24575,'42'43'0,"-2"1"0,56 78 0,-82-101 0,-1 0 0,-2 1 0,0 0 0,-1 1 0,-1 0 0,-1 0 0,-2 1 0,0 0 0,3 28 0,-6-23 0,-1 0 0,-2 1 0,-1-1 0,-5 35 0,4-51 0,-1 0 0,0 0 0,-1-1 0,0 1 0,-1-1 0,-1 0 0,0 0 0,0-1 0,-1 0 0,0 0 0,-16 17 0,14-20-358,0 0 1,-11 8-1,19-15 66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29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24 24575,'-32'-2'0,"-12"-2"0,-3 1 0,6 1 0,6 0 0,8 1 0,5 0 0,4-1 0,3-2 0,4 1-8191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29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63 24575,'-27'-12'0,"-12"-4"0,-3 0 0,2 4 0,6 5 0,6 7 0,8 4-8191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30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746 76 24575,'50'-20'0,"52"-14"0,-79 28 0,0 1 0,0 1 0,1 1 0,42 0 0,-34 3 0,-19 0 0,0 0 0,0 1 0,0 0 0,-1 1 0,15 3 0,-26-5 0,0 1 0,0-1 0,0 0 0,0 1 0,0-1 0,1 1 0,-1-1 0,0 1 0,0-1 0,0 1 0,-1 0 0,1 0 0,0-1 0,0 1 0,0 0 0,0 0 0,-1 0 0,1 0 0,0 0 0,-1 0 0,1 0 0,-1 0 0,1 0 0,-1 0 0,0 0 0,1 0 0,-1 1 0,0-1 0,0 2 0,0-1 0,0-1 0,-1 1 0,1-1 0,-1 1 0,1-1 0,-1 1 0,0-1 0,0 1 0,0-1 0,0 0 0,0 1 0,0-1 0,0 0 0,0 0 0,0 0 0,0 0 0,-1 0 0,1 0 0,0 0 0,-1 0 0,-2 1 0,-7 3 0,-1-1 0,0 0 0,-1 0 0,1-1 0,-1-1 0,-17 1 0,-79-1 0,70-3 0,-664 0 0,675 2 0,-54 7 0,71-6 0,0 0 0,0 1 0,1 0 0,-1 1 0,1 0 0,0 0 0,-18 12 0,28-16 0,-1 1 0,0-1 0,0 1 0,0-1 0,1 1 0,-1 0 0,0-1 0,1 1 0,-1 0 0,0-1 0,1 1 0,-1 0 0,1 0 0,-1 0 0,1 0 0,-1-1 0,1 1 0,0 0 0,0 0 0,-1 0 0,1 0 0,0 0 0,0 0 0,0 1 0,0-1 0,1 0 0,-1 1 0,1-1 0,-1 0 0,1 0 0,-1 0 0,1 0 0,0 0 0,0 0 0,0 0 0,-1 0 0,1 0 0,0-1 0,0 1 0,2 1 0,5 3 0,0-1 0,0-1 0,16 6 0,-24-9 0,238 65 0,-8-4 0,-184-47 0,-22-7 0,0 1 0,0 1 0,29 15 0,-49-22 0,-1 0 0,0 1 0,1-1 0,-1 1 0,0 0 0,0 0 0,5 6 0,-8-8 0,1 0 0,0-1 0,-1 1 0,1 0 0,-1 0 0,1 0 0,-1 0 0,0 0 0,1 0 0,-1 0 0,0 1 0,0-1 0,0 0 0,0 0 0,0 0 0,0 0 0,0 0 0,0 0 0,0 0 0,0 0 0,-1 0 0,1 0 0,0 0 0,-1 0 0,1 0 0,-1 0 0,1 0 0,-1 0 0,1 0 0,-1 0 0,0 0 0,1 0 0,-1-1 0,-1 2 0,-3 2 0,1-1 0,-1 0 0,0 0 0,1-1 0,-1 1 0,-9 2 0,-35 9 0,28-9 0,-89 30 0,90-27 0,1 0 0,0 2 0,-26 17 0,-82 68 0,122-92 0,1 0 0,0 1 0,0 0 0,0 0 0,0 0 0,1 1 0,-1-1 0,1 1 0,-4 9 0,6-12 0,0-1 0,1 0 0,-1 1 0,1-1 0,0 1 0,-1-1 0,1 1 0,0-1 0,0 1 0,0-1 0,0 1 0,0 0 0,0-1 0,1 1 0,-1-1 0,0 1 0,1-1 0,-1 1 0,1-1 0,0 0 0,-1 1 0,1-1 0,0 0 0,0 1 0,0-1 0,0 0 0,0 0 0,0 0 0,0 0 0,0 0 0,0 0 0,1 0 0,-1 0 0,0 0 0,1-1 0,-1 1 0,1 0 0,-1-1 0,3 1 0,5 2 0,0 0 0,0-1 0,1 0 0,-1 0 0,11 0 0,49-1 0,-41-2 0,343-14 0,-70 0 0,-285 14-103,-6 1-212,-1 0-1,1 0 0,17 3 1,-15 0-6511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31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24575,'0'8'0,"1"1"0,-1 0 0,2-1 0,0 1 0,0-1 0,0 1 0,1-1 0,5 10 0,-7-14 0,1 0 0,0-1 0,0 1 0,1-1 0,-1 0 0,1 0 0,-1 1 0,1-2 0,0 1 0,0 0 0,1 0 0,-1-1 0,0 0 0,1 0 0,0 0 0,-1 0 0,1 0 0,0-1 0,6 2 0,-9-3 0,0 0 0,0 0 0,0 1 0,0-1 0,0 0 0,0 0 0,1-1 0,-1 1 0,0 0 0,0 0 0,0 0 0,0-1 0,0 1 0,0-1 0,0 1 0,0-1 0,0 1 0,0-1 0,0 1 0,0-1 0,-1 0 0,1 1 0,0-1 0,0 0 0,-1 0 0,1 0 0,0 0 0,-1 0 0,1 0 0,-1 0 0,1 0 0,-1 0 0,1 0 0,-1 0 0,0 0 0,0 0 0,1 0 0,-1-1 0,1-6 0,0 0 0,-1-1 0,1 1 0,-2-9 0,0 7 0,-1-14 0,1 15 0,0 1 0,1-1 0,0 1 0,0-1 0,1 1 0,3-16 0,-4 23 0,1-1 0,-1 1 0,1 0 0,-1 0 0,1 0 0,-1 0 0,1 1 0,0-1 0,0 0 0,-1 0 0,1 0 0,0 0 0,0 1 0,0-1 0,0 0 0,0 1 0,0-1 0,0 1 0,0-1 0,0 1 0,1-1 0,1 1 0,-1-1 0,0 1 0,1 0 0,-1 0 0,1 0 0,-1 0 0,0 0 0,1 1 0,3 0 0,4 3 0,-1-1 0,1 1 0,13 8 0,151 96 0,-156-93 120,-17-15-170,-1 1 1,1-1-1,-1 1 1,0-1-1,1 1 1,-1 0-1,1-1 1,-1 1-1,0-1 1,1 1-1,-1 0 1,0-1-1,0 1 1,0 0-1,0-1 1,1 1-1,-1 0 1,0-1-1,0 1 1,0 0-1,0-1 1,0 1-1,-1 0 1,1 0-1,0-1 1,0 1-1,0 0 1,-1-1-1,1 2 1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32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24575,'26'27'0,"1"2"0,36 29 0,3-7 0,70 57 0,-129-101 0,0 0 0,0-1 0,1 0 0,0 0 0,12 6 0,-20-12 0,0 0 0,0 0 0,0 1 0,0-1 0,1 0 0,-1 0 0,0 0 0,0 0 0,0 0 0,0 0 0,1 0 0,-1 0 0,0 0 0,0 0 0,0 0 0,1 0 0,-1 0 0,0 0 0,0 0 0,0 0 0,0 0 0,1 0 0,-1 0 0,0 0 0,0 0 0,0 0 0,1 0 0,-1 0 0,0 0 0,0 0 0,0 0 0,0 0 0,0-1 0,1 1 0,-1 0 0,0 0 0,0 0 0,0 0 0,0-1 0,0-8 0,-8-10 0,8 18 0,-26-48 57,-9-23-1479,29 55-5404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32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0 24575,'-18'49'0,"-2"-2"0,-2 0 0,-45 70 0,56-98 44,8-14-396,0 0 0,0 0-1,-7 8 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33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37 24575,'-27'-8'0,"-63"-14"0,77 20 0,1 0 0,-1 1 0,1 0 0,-1 1 0,-15 2 0,24-2 0,0 1 0,-1 0 0,1 0 0,0 1 0,0-1 0,1 1 0,-1 0 0,0 0 0,0 0 0,1 0 0,-1 1 0,1-1 0,-5 6 0,7-7 0,-1 1 0,1-1 0,0 1 0,0 0 0,0 0 0,0-1 0,0 1 0,1 0 0,-1 0 0,0 0 0,1 0 0,0 0 0,-1 0 0,1 0 0,0-1 0,0 1 0,0 0 0,0 0 0,0 0 0,0 0 0,1 0 0,-1 0 0,1 0 0,0 0 0,-1 0 0,1 0 0,0-1 0,0 1 0,0 0 0,2 3 0,5 4 0,-1 0 0,17 15 0,2 1 0,-10-7 0,0 2 0,-2-1 0,20 35 0,-27-41 0,-2-1 0,1 1 0,-2 0 0,0 0 0,0 1 0,-1-1 0,-1 1 0,1 13 0,-4 71 0,-1-61 0,4 42 0,-1-75 0,0-1 0,0 1 0,1 0 0,-1 0 0,1 0 0,0-1 0,0 1 0,0-1 0,0 1 0,1-1 0,0 0 0,-1 0 0,1 0 0,0 0 0,0-1 0,1 1 0,-1-1 0,0 1 0,8 2 0,-6-2 0,0-1 0,1 1 0,-1-1 0,0 0 0,1-1 0,0 1 0,-1-1 0,1 0 0,0-1 0,-1 1 0,1-1 0,0 0 0,10-2 0,-13 1-114,0 0 1,0 0-1,0 0 0,-1 0 0,1-1 1,0 1-1,-1-1 0,1 0 0,-1 0 1,1 0-1,3-4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33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24575,'1'4'0,"-1"0"0,1 0 0,0 0 0,1 0 0,-1 0 0,1 0 0,-1 0 0,1 0 0,0 0 0,1-1 0,2 5 0,6 6 0,14 15 0,-23-26 0,1-1 0,-1 1 0,1-1 0,0 1 0,0-1 0,0 0 0,-1 0 0,2-1 0,-1 1 0,0-1 0,0 1 0,1-1 0,-1 0 0,0 0 0,5 0 0,-5-1 0,-1 0 0,1 0 0,0 0 0,-1-1 0,1 1 0,-1-1 0,1 0 0,-1 0 0,1 0 0,-1 0 0,1 0 0,-1-1 0,0 1 0,0-1 0,0 1 0,0-1 0,0 0 0,0 0 0,0 0 0,2-3 0,2-4 0,0 1 0,-1-1 0,0 0 0,5-13 0,1-3 0,-10 23 0,-1 1 0,1 0 0,-1-1 0,1 1 0,0 0 0,0 0 0,-1 0 0,1 0 0,0 0 0,0 0 0,0 0 0,0 0 0,0 0 0,0 0 0,0 0 0,0 0 0,1 1 0,-1-1 0,0 0 0,0 1 0,1-1 0,-1 1 0,0 0 0,1-1 0,-1 1 0,0 0 0,1 0 0,-1 0 0,1 0 0,-1 0 0,0 0 0,1 0 0,-1 0 0,0 0 0,1 1 0,-1-1 0,0 1 0,1-1 0,1 2 0,4 2 0,1 1 0,-1 0 0,0 1 0,-1 0 0,9 8 0,3 3 0,40 29-1365,-46-37-5461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24575,'34'-19'0,"0"-1"0,0 2 0,61-21 0,-91 37 0,0 1 0,0 1 0,1-1 0,-1 1 0,0-1 0,0 1 0,1 0 0,-1 1 0,0-1 0,0 1 0,1 0 0,-1 0 0,0 0 0,0 0 0,0 1 0,0-1 0,-1 1 0,1 0 0,0 1 0,-1-1 0,1 1 0,-1-1 0,0 1 0,0 0 0,4 4 0,-2-1 0,0 0 0,-1 0 0,0 1 0,0 0 0,0 0 0,-1 0 0,0 0 0,0 0 0,0 1 0,-1-1 0,-1 1 0,3 14 0,-4 25 0,-1-1 0,-13 77 0,6-67 0,0 64 0,9-110 0,0-1 0,1 0 0,0 0 0,0-1 0,1 1 0,0 0 0,0-1 0,8 13 0,-6-10 0,0-1 0,0 1 0,-1 0 0,3 14 0,-7-24 0,0 1 0,1-1 0,-1 1 0,0-1 0,0 0 0,0 1 0,0-1 0,0 1 0,0-1 0,-1 1 0,1-1 0,0 0 0,-1 1 0,1-1 0,-1 0 0,1 1 0,-1-1 0,0 0 0,1 0 0,-1 1 0,0-1 0,0 0 0,0 0 0,0 0 0,0 0 0,0 0 0,0 0 0,0 0 0,-1-1 0,1 1 0,0 0 0,0-1 0,-1 1 0,1-1 0,0 1 0,-3 0 0,-5 0 0,1 1 0,-1-2 0,0 1 0,1-1 0,-10-1 0,5 1 0,-10-1-1365,4 1-5461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34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24575,'9'-4'0,"0"1"0,1 0 0,-1 1 0,1 0 0,0 0 0,0 1 0,0 0 0,-1 1 0,1 0 0,0 0 0,0 1 0,0 1 0,0-1 0,-1 2 0,1-1 0,-1 2 0,1-1 0,-1 1 0,0 0 0,11 8 0,-19-11 0,11 6 0,0 0 0,-1 1 0,16 14 0,-24-19 0,0 0 0,0 0 0,-1 1 0,1-1 0,-1 1 0,0-1 0,0 1 0,0 0 0,0 0 0,-1 0 0,1 0 0,-1 0 0,0 0 0,-1 0 0,2 8 0,-2-6 0,-1 0 0,1 1 0,-1-1 0,0 0 0,0 0 0,-1 0 0,0 0 0,0 0 0,-5 9 0,-2 2 0,-21 28 0,20-31 0,0 0 0,-14 29 0,21-36 0,0-2 0,1 0 0,0 0 0,0 1 0,1-1 0,-2 8 0,3-11 0,0 0 0,0 0 0,0-1 0,0 1 0,0 0 0,0-1 0,1 1 0,-1 0 0,1-1 0,-1 1 0,1 0 0,0-1 0,0 1 0,0-1 0,-1 1 0,1-1 0,1 0 0,-1 1 0,0-1 0,0 0 0,0 0 0,2 2 0,5 2 0,0 1 0,0-1 0,1-1 0,-1 0 0,1 0 0,0 0 0,0-1 0,0-1 0,12 2 0,-4-1 0,1-1 0,-1-1 0,1 0 0,19-3 0,-33 2-65,1-1 0,-1 0 0,1 0 0,-1 0 0,1-1 0,-1 1 0,0-1 0,0 0 0,0-1 0,0 1 0,0-1 0,0 1 0,0-1 0,-1 0 0,0-1 0,1 1 0,-1-1 0,0 1 0,-1-1 0,5-7 0,-1-1-6761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34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61 24575,'-29'-7'0,"-16"-5"0,-1-1 0,2 2 0,5 4 0,8 1 0,3 4 0,5 0 0,6 2-8191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35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35 24575,'-29'-8'0,"-13"-2"0,-1 1 0,4 4 0,7 3 0,5 2 0,8 3 0,7 1-8191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36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24575,'0'9'0,"1"-1"0,1 0 0,-1 1 0,1-1 0,1 0 0,-1 0 0,6 10 0,0 0 0,23 33 0,-29-48 0,0 1 0,1-1 0,-1 0 0,1 0 0,0 0 0,0-1 0,0 1 0,0-1 0,0 0 0,1 1 0,6 2 0,-8-5 0,-1 1 0,1-1 0,-1 0 0,1 1 0,-1-1 0,1 0 0,-1 0 0,1 0 0,-1 0 0,1 0 0,0-1 0,-1 1 0,1 0 0,-1-1 0,0 1 0,1-1 0,-1 1 0,1-1 0,-1 0 0,0 0 0,1 0 0,-1 0 0,0 1 0,0-2 0,0 1 0,0 0 0,0 0 0,0 0 0,0 0 0,0-1 0,0 1 0,1-3 0,0 0 0,1-1 0,-1 0 0,-1 1 0,1-1 0,0 0 0,-1 0 0,0 0 0,0-6 0,0-42 0,-2 8 0,1 44 0,0 0 0,0 0 0,0 0 0,1 0 0,-1 0 0,0 0 0,0 0 0,1 0 0,-1 0 0,0 0 0,1 0 0,-1 0 0,1 0 0,-1 0 0,1 0 0,-1 1 0,1-1 0,0 0 0,-1 0 0,1 1 0,0-1 0,0 0 0,1 0 0,0 0 0,-1 1 0,0 0 0,1-1 0,-1 1 0,1 0 0,-1 0 0,1 0 0,-1 0 0,1 0 0,-1 1 0,0-1 0,1 0 0,-1 1 0,3 0 0,4 3 0,1 0 0,-1 0 0,15 11 0,-22-14 0,66 53 0,-20-16 0,-41-33-151,0 0-1,-1 0 0,1 0 0,-1 1 1,0-1-1,-1 1 0,0 1 1,7 10-1,-6-5-6674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41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24575,'1'3'0,"21"40"0,43 65 0,-57-96 0,0-1 0,1 0 0,0-1 0,1 0 0,1-1 0,-1 0 0,1 0 0,1-1 0,0-1 0,17 9 0,-25-14 0,0 0 0,0-1 0,1 0 0,-1 1 0,0-2 0,0 1 0,1 0 0,-1-1 0,0 0 0,1 0 0,-1 0 0,0 0 0,1-1 0,6-2 0,-8 2 0,0 0 0,-1 0 0,1-1 0,-1 1 0,1-1 0,-1 1 0,0-1 0,0 0 0,1 0 0,-1 0 0,-1 0 0,1 0 0,0-1 0,0 1 0,-1-1 0,0 1 0,1-1 0,-1 1 0,0-1 0,0 0 0,0 1 0,-1-1 0,1-3 0,0-1 0,0 0 0,-1 0 0,0 1 0,-1-11 0,0-10 0,1 26 0,0 1 0,0 0 0,0-1 0,0 1 0,0 0 0,0 0 0,0-1 0,0 1 0,0 0 0,0-1 0,0 1 0,0 0 0,1 0 0,-1-1 0,0 1 0,0 0 0,0 0 0,0 0 0,1-1 0,-1 1 0,0 0 0,0 0 0,0 0 0,1-1 0,-1 1 0,0 0 0,0 0 0,1 0 0,-1 0 0,0 0 0,0 0 0,1 0 0,-1-1 0,0 1 0,1 0 0,-1 0 0,0 0 0,0 0 0,1 0 0,-1 0 0,0 0 0,1 0 0,-1 1 0,0-1 0,0 0 0,1 0 0,-1 0 0,0 0 0,0 0 0,1 0 0,-1 0 0,0 1 0,0-1 0,1 0 0,-1 0 0,17 12 0,-14-10 0,10 8 0,83 56 0,-84-59 0,1 0 0,0-1 0,0-1 0,0 0 0,1 0 0,15 2 0,-26-6 0,-1-1 0,0 0 0,1 0 0,-1 1 0,1-1 0,-1-1 0,0 1 0,1 0 0,-1-1 0,0 1 0,1-1 0,-1 0 0,0 1 0,1-1 0,-1 0 0,0 0 0,0-1 0,0 1 0,0 0 0,0-1 0,0 1 0,-1-1 0,3-2 0,-2 1 0,0 0 0,0 0 0,-1 0 0,1 0 0,-1 0 0,0 0 0,1-1 0,-2 1 0,1 0 0,0-1 0,-1 1 0,1-1 0,-1 1 0,0-1 0,0-5 0,-2-5 0,-1-1 0,0 1 0,-1 0 0,0 0 0,-1 0 0,-1 0 0,-14-24 0,8 18 0,-1 1 0,-1 1 0,-1 0 0,-21-21 0,31 34-341,-1 0 0,0 0-1,-12-7 1,4 5-6485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42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24575,'46'77'0,"81"154"0,-109-192 0,-3-6 0,1 0 0,33 49 0,-48-81 0,0 0 0,0 1 0,0-1 0,0 0 0,0 0 0,0 0 0,1 0 0,-1 0 0,0 0 0,1 0 0,-1 0 0,4 1 0,-5-2 0,0 0 0,1 0 0,-1 0 0,0 0 0,1 0 0,-1 0 0,0 0 0,1 0 0,-1 0 0,1 0 0,-1 0 0,0-1 0,1 1 0,-1 0 0,0 0 0,1 0 0,-1 0 0,0 0 0,1-1 0,-1 1 0,0 0 0,1-1 0,0 0 0,-1 0 0,1 0 0,-1 1 0,1-1 0,-1 0 0,1 0 0,-1 0 0,0 0 0,1-1 0,-1 1 0,0-1 0,1-13 0,0-1 0,-2-20 0,1-16 0,0 51 0,0 0 0,0 0 0,0 0 0,0 0 0,0 0 0,0 0 0,1 0 0,-1 0 0,0 0 0,1 0 0,-1 0 0,1 0 0,-1 0 0,1 0 0,-1 0 0,1 0 0,0 1 0,-1-1 0,1 0 0,1-1 0,-1 2 0,0-1 0,0 1 0,0 0 0,0-1 0,0 1 0,0 0 0,0 0 0,1 0 0,-1 0 0,0 0 0,0 0 0,0 0 0,0 0 0,0 1 0,0-1 0,0 0 0,1 1 0,5 2 0,1 1 0,-1 0 0,0 0 0,9 8 0,-9-7 0,0-1 0,31 24 0,1-3 0,57 27 0,-91-50-105,1 1 0,0-2 0,0 1 0,-1-1 0,1 1 0,0-2 0,0 1 0,0-1 0,0 0 0,0 0 0,0 0 0,9-3 0,-3 0-6721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42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24575,'0'1'0,"1"0"0,-1 1 0,0-1 0,1 0 0,-1 1 0,1-1 0,-1 0 0,1 0 0,0 0 0,-1 1 0,1-1 0,0 0 0,0 0 0,1 1 0,16 15 0,-11-12 0,15 13 0,2-1 0,0-2 0,1 0 0,0-2 0,41 16 0,-54-23 0,1-2 0,22 6 0,-34-10 0,0 1 0,1-1 0,-1 0 0,0 0 0,0 0 0,0 0 0,0 0 0,0-1 0,0 1 0,0 0 0,0 0 0,0-1 0,0 1 0,0-1 0,0 1 0,0-1 0,0 1 0,0-1 0,-1 1 0,1-1 0,1-1 0,0 0 0,-1 0 0,0 0 0,1 0 0,-1 0 0,0 0 0,0 0 0,-1 0 0,1 0 0,1-5 0,-1 0 0,0 0 0,-1 0 0,1 0 0,-1 0 0,-2-12 0,-3-8 0,2 18 0,1-1 0,1 0 0,-1-12 0,4 20 0,1 5 0,2 7 0,80 148 0,-42-84 0,33 83 0,-69-138 0,32 85 0,-35-89 0,0-1 0,-1 0 0,-1 1 0,0 0 0,-1 21 0,-1-34 0,0 0 0,0 0 0,0 0 0,-1-1 0,1 1 0,0 0 0,-1 0 0,0 0 0,1-1 0,-1 1 0,0 0 0,0 0 0,0-1 0,0 1 0,0-1 0,0 1 0,0-1 0,-1 1 0,-2 1 0,2-2 0,0 1 0,-1-1 0,1 0 0,-1 0 0,1 0 0,-1-1 0,1 1 0,-1 0 0,0-1 0,1 0 0,-1 0 0,-4 0 0,-2-1 0,0 0 0,0 0 0,-1-1 0,1-1 0,0 0 0,-16-7 0,10 3 20,1-1 0,0-1 0,1 0 0,0 0 0,-17-17 0,24 20-134,0 0 0,1 0-1,0-1 1,0 0 0,0 0 0,1 0-1,0 0 1,0-1 0,1 1 0,0-1-1,0 0 1,-2-10 0,4 5-6712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43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24575,'0'9'0,"1"0"0,0 0 0,0 0 0,1 0 0,0 0 0,1-1 0,0 1 0,0-1 0,1 1 0,0-1 0,0 0 0,1 0 0,0-1 0,0 0 0,1 0 0,0 0 0,0 0 0,1-1 0,0 0 0,0-1 0,13 9 0,-14-10 0,-3-2 0,1 0 0,-1 1 0,1-1 0,0 0 0,6 1 0,-9-2 0,0-1 0,0 0 0,0 0 0,0 0 0,0 0 0,0 0 0,0 0 0,0 0 0,0 0 0,0 0 0,0 0 0,0-1 0,0 1 0,0 0 0,0-1 0,-1 1 0,1 0 0,0-1 0,0 0 0,0 1 0,0-1 0,-1 1 0,1-1 0,0 0 0,0 1 0,-1-1 0,1 0 0,0-1 0,3-3 0,-1 0 0,0-1 0,-1 1 0,1-1 0,-1 0 0,0 0 0,-1 0 0,1 0 0,0-8 0,0-6 0,-2-30 0,1 0 0,-2 50 0,1-1 0,0 1 0,0-1 0,0 1 0,0-1 0,0 1 0,0-1 0,0 1 0,0-1 0,0 1 0,0-1 0,1 1 0,-1-1 0,0 1 0,0-1 0,0 1 0,1 0 0,-1-1 0,0 1 0,0-1 0,1 1 0,-1 0 0,0-1 0,1 1 0,-1 0 0,0-1 0,1 1 0,-1 0 0,1 0 0,-1-1 0,0 1 0,1 0 0,-1 0 0,1 0 0,-1-1 0,1 1 0,-1 0 0,1 0 0,-1 0 0,1 0 0,-1 0 0,0 0 0,1 0 0,-1 0 0,1 0 0,-1 0 0,1 0 0,-1 0 0,1 1 0,-1-1 0,1 0 0,-1 0 0,1 0 0,-1 1 0,1-1 0,4 3 0,-1 0 0,1 0 0,-1 1 0,4 3 0,-5-4 0,130 123-1365,-121-115-5461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43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24575,'0'11'0,"1"0"0,0 0 0,1 0 0,0 0 0,0 0 0,1 0 0,1-1 0,0 1 0,0-1 0,1 0 0,0 0 0,1 0 0,0-1 0,1 0 0,-1 0 0,2-1 0,-1 0 0,1 0 0,1 0 0,-1-1 0,1-1 0,1 1 0,17 8 0,-22-12 0,1-1 0,-1 0 0,1 0 0,0-1 0,0 1 0,0-1 0,0-1 0,0 1 0,0-1 0,9 0 0,-13 0 0,0-1 0,0 1 0,0 0 0,0-1 0,0 1 0,0-1 0,0 0 0,0 0 0,-1 0 0,1 0 0,0 0 0,0 0 0,-1 0 0,1 0 0,-1-1 0,1 1 0,-1-1 0,1 1 0,-1-1 0,0 0 0,0 1 0,0-1 0,0 0 0,0 0 0,0 0 0,0 0 0,-1 1 0,1-1 0,-1 0 0,1 0 0,-1 0 0,0 0 0,0-4 0,0-1 0,-1 1 0,1-1 0,-2 1 0,1-1 0,-1 1 0,0 0 0,0 0 0,0 0 0,-1 0 0,0 0 0,0 0 0,-5-5 0,-3-5 0,-2 0 0,-23-23 0,26 30-227,-1-1-1,0 1 1,0 1-1,-1 0 1,-16-8-1,13 9-6598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44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24575,'17'35'0,"11"18"0,3 7 0,1 2-1482,0-3 1482,-3-4 0,-2-4 0,-2-3 0,-1-3 482,-3-4-482,-1-4 245,-2-5-245,-5-7 0,-3-7-7436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44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3 24575,'-27'-2'0,"-11"1"0,-2 4 0,3 1 0,6 2 0,3 3 0,4 2 0,4-1 0,2 1 0,5-2-8191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47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24575,'118'118'0,"-116"-116"0,0 0 0,0 0 0,0 0 0,0-1 0,0 1 0,4 1 0,-5-2 0,-1-1 0,1 0 0,-1 0 0,0 0 0,1 0 0,-1 0 0,1 0 0,-1 0 0,0 0 0,1 0 0,-1 0 0,1 0 0,-1 0 0,0 0 0,1-1 0,-1 1 0,0 0 0,1 0 0,-1 0 0,1 0 0,-1-1 0,0 1 0,1 0 0,-1 0 0,0-1 0,0 1 0,1 0 0,-1-1 0,0 1 0,0 0 0,1-1 0,-1 1 0,0 0 0,0-1 0,0 1 0,0 0 0,0-1 0,1 1 0,-1-1 0,0 1 0,0 0 0,0-1 0,0 1 0,0-1 0,0 1 0,0 0 0,0-1 0,0 1 0,-1-1 0,2-13 0,-1 0 0,-2-20 0,0 18 0,2-27 0,0 42 0,0 0 0,-1 0 0,1 0 0,1 0 0,-1 0 0,0 0 0,0 1 0,0-1 0,0 0 0,1 0 0,-1 0 0,0 0 0,1 0 0,-1 0 0,1 1 0,-1-1 0,1 0 0,-1 0 0,1 1 0,0-1 0,-1 0 0,1 1 0,0-1 0,-1 1 0,1-1 0,0 1 0,0-1 0,0 1 0,-1-1 0,1 1 0,0 0 0,0-1 0,0 1 0,0 0 0,0 0 0,0 0 0,0 0 0,0 0 0,-1 0 0,1 0 0,0 0 0,0 0 0,0 0 0,0 0 0,0 0 0,1 1 0,3 1 0,0 0 0,-1 0 0,1 0 0,-1 0 0,1 1 0,-1 0 0,5 3 0,20 17-273,1-2 0,1-1 0,1-2 0,50 21 0,-69-33-6553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46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892 35 24575,'10'-4'0,"0"1"0,1-1 0,-2-1 0,1 1 0,12-9 0,-22 13 0,0 0 0,0 0 0,0 0 0,0 0 0,0 0 0,0 0 0,0 0 0,0 0 0,0 0 0,0 0 0,0 0 0,0 0 0,0 0 0,0 0 0,0 0 0,-1 0 0,1 0 0,0 0 0,0 0 0,0 0 0,0 0 0,0 0 0,0 0 0,0 0 0,0 0 0,0 0 0,0 0 0,0 0 0,0 0 0,0 0 0,0 0 0,0 0 0,-1 0 0,1 0 0,0 0 0,0 0 0,0 0 0,0 0 0,0 0 0,0-1 0,0 1 0,0 0 0,0 0 0,0 0 0,0 0 0,0 0 0,0 0 0,0 0 0,0 0 0,0 0 0,0 0 0,0 0 0,0 0 0,0 0 0,0 0 0,0 0 0,0 0 0,0-1 0,0 1 0,0 0 0,0 0 0,0 0 0,-11 1 0,-14 3 0,-31 8 0,-70 7 0,89-15 0,-150 11 0,131-11 0,-74 1 0,-49 4 0,153-7 0,17-2 0,-1 1 0,0 0 0,1 0 0,-1 1 0,1 0 0,0 1 0,-12 5 0,20-8 0,0 0 0,1 1 0,-1-1 0,0 0 0,1 1 0,-1-1 0,0 1 0,1-1 0,-1 1 0,1-1 0,-1 1 0,1-1 0,-1 1 0,1 0 0,-1-1 0,1 1 0,0-1 0,-1 1 0,1 0 0,0 0 0,0-1 0,-1 1 0,1 0 0,0 1 0,0-1 0,0-1 0,1 1 0,-1 0 0,0 0 0,1 0 0,-1 0 0,1-1 0,-1 1 0,1 0 0,-1 0 0,1-1 0,0 1 0,-1 0 0,1-1 0,0 1 0,1 0 0,4 3 0,-1-1 0,1 0 0,1 0 0,6 2 0,181 51 0,-127-40 0,109 42 0,-172-56 0,-1-1 0,1 1 0,-1 0 0,1 0 0,-1 0 0,1 1 0,-1-1 0,0 1 0,5 5 0,-7-7 0,-1 0 0,1 1 0,-1-1 0,1 0 0,-1 0 0,1 1 0,-1-1 0,0 0 0,1 0 0,-1 1 0,0-1 0,0 0 0,0 1 0,0-1 0,0 0 0,0 1 0,-1-1 0,1 0 0,0 1 0,-1-1 0,1 0 0,-1 0 0,1 1 0,-1-1 0,0 0 0,1 0 0,-1 0 0,0 0 0,0 0 0,0 0 0,0 0 0,-2 1 0,-6 7 0,-1-1 0,0 0 0,-1-1 0,-21 11 0,3-2 0,-304 195 0,318-202 0,3-2 0,0 1 0,0 0 0,1 1 0,0 0 0,0 1 0,-9 11 0,19-20 0,1 0 0,-1-1 0,0 1 0,1 0 0,0-1 0,-1 1 0,1 0 0,-1 0 0,1-1 0,0 1 0,0 0 0,-1 0 0,1 0 0,0 0 0,0-1 0,0 1 0,0 0 0,0 0 0,0 0 0,0 0 0,0 0 0,0-1 0,1 1 0,-1 0 0,0 0 0,0 0 0,1-1 0,-1 1 0,1 0 0,-1 0 0,1-1 0,-1 1 0,1 0 0,-1-1 0,1 1 0,-1 0 0,1-1 0,0 1 0,-1-1 0,1 1 0,0-1 0,0 0 0,-1 1 0,1-1 0,0 0 0,0 1 0,-1-1 0,3 0 0,4 3 0,0-1 0,1 0 0,-1-1 0,9 1 0,28 2 0,-1-3 0,65-5 0,88-20 0,-78 8 0,89 0-1365,-191 16-5461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48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0 24575,'0'1'0,"0"0"0,-1-1 0,1 1 0,0-1 0,-1 1 0,1 0 0,0-1 0,-1 1 0,1-1 0,-1 1 0,1-1 0,-1 1 0,1-1 0,-1 1 0,1-1 0,-1 0 0,1 1 0,-1-1 0,0 0 0,1 1 0,-1-1 0,0 0 0,1 0 0,-1 0 0,0 0 0,1 0 0,-2 1 0,-22 1 0,21-2 0,-30 2 0,-51-4 0,83 2 7,0 0-1,0 0 0,0 0 0,1 0 1,-1 0-1,0 0 0,0 0 1,0-1-1,1 1 0,-1 0 1,0 0-1,0-1 0,1 1 0,-1-1 1,0 1-1,0-1 0,1 1 1,-2-2-1,5-1-207,7 0-1083,1 1-5542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49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15 24575,'-17'-12'0,"13"10"0,13 7 0,105 57 0,4 3 0,20 21 0,-135-84 0,-1-1 0,1 1 0,0 0 0,0 0 0,-1 1 0,4 2 0,-6-5 0,0 0 0,0 0 0,0 0 0,0 0 0,0 0 0,0 0 0,0 1 0,0-1 0,0 0 0,0 0 0,0 0 0,0 0 0,0 0 0,0 0 0,0 1 0,0-1 0,0 0 0,0 0 0,0 0 0,0 0 0,0 0 0,0 0 0,0 1 0,0-1 0,0 0 0,-1 0 0,1 0 0,0 0 0,0 0 0,0 0 0,0 0 0,0 0 0,0 1 0,0-1 0,0 0 0,0 0 0,-1 0 0,1 0 0,0 0 0,0 0 0,0 0 0,0 0 0,0 0 0,0 0 0,-1 0 0,1 0 0,0 0 0,0 0 0,0 0 0,0 0 0,0 0 0,0 0 0,-1 0 0,1 0 0,0 0 0,0 0 0,0 0 0,0 0 0,0 0 0,0 0 0,-1 0 0,1 0 0,0 0 0,0-1 0,-10 0 0,-18-8 0,0-1 0,1-1 0,-37-21 0,33 16 0,-33-19 0,-76-56 0,156 113 0,2-4 0,0 0 0,2-2 0,28 19 0,70 34 0,-4-18 0,-45-21 0,-66-29-113,-2 0 35,-1-1 0,1 0-1,0 0 1,-1 1 0,1-1 0,0 0-1,-1 1 1,1-1 0,-1 1 0,1-1-1,-1 0 1,1 1 0,-1 0-1,1-1 1,0 1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49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72 24575,'-11'-68'0,"8"65"0,-1 7 0,-4 12 0,8-15 0,-11 21 0,0-1 0,-2 0 0,0-1 0,-1 0 0,-1-1 0,-1-1 0,-24 22 0,18-19-341,1 1 0,1 0-1,-19 28 1,33-39-6485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50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3 24575,'-53'-1'0,"22"-1"0,1 3 0,-59 6 0,85-6 0,1 0 0,-1-1 0,1 1 0,-1 1 0,1-1 0,-1 0 0,1 1 0,0 0 0,0 0 0,0 0 0,-5 4 0,7-5 0,-1 1 0,1 0 0,-1 0 0,1 0 0,0 1 0,0-1 0,0 0 0,0 0 0,0 1 0,1-1 0,-1 0 0,1 1 0,-1-1 0,1 1 0,0-1 0,0 0 0,0 1 0,0 2 0,1 2 0,0 0 0,1 0 0,0-1 0,0 1 0,0-1 0,1 1 0,0-1 0,5 9 0,36 46 0,-30-43 0,-10-12 0,106 152 0,-99-139 0,-1 1 0,-1 1 0,0-1 0,-2 1 0,0 1 0,6 34 0,-10-36 0,2 13 0,2 48 0,-7-78 0,0-1 0,0 0 0,0 0 0,1 0 0,-1 0 0,0 0 0,1 0 0,0 0 0,-1 0 0,1 0 0,0 0 0,0 0 0,0 0 0,1 2 0,-1-3 0,1 0 0,-1-1 0,0 1 0,0 0 0,0 0 0,0-1 0,1 1 0,-1 0 0,0-1 0,1 1 0,-1-1 0,0 0 0,1 1 0,-1-1 0,1 0 0,-1 0 0,0 0 0,1 0 0,-1 0 0,1 0 0,-1-1 0,2 1 0,78-17 0,-70 14 0,-1 0 0,0-1 0,1 0 0,-2 0 0,16-10 0,-24 13-151,1 0-1,-1 0 0,0-1 0,1 1 1,-1 0-1,0-1 0,0 1 1,2-4-1,1-3-6674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50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24575,'1'3'0,"0"0"0,0 0 0,0-1 0,1 1 0,-1 0 0,1-1 0,-1 1 0,1-1 0,0 1 0,0-1 0,0 0 0,3 3 0,1 1 0,-1-1 0,12 14 0,24 21 0,-36-35 0,0-1 0,0 0 0,1 0 0,-1-1 0,1 0 0,0 0 0,0 0 0,0-1 0,1 1 0,7 1 0,-13-4 0,1 0 0,0 1 0,0-1 0,0 0 0,-1 0 0,1 0 0,0 0 0,0 0 0,0 0 0,-1-1 0,1 1 0,0 0 0,0-1 0,-1 0 0,1 1 0,0-1 0,-1 0 0,1 0 0,-1 0 0,1 0 0,-1 0 0,1 0 0,-1 0 0,0-1 0,1 1 0,-1 0 0,0-1 0,0 1 0,0-1 0,0 1 0,0-1 0,-1 0 0,1 1 0,0-1 0,-1 0 0,1-2 0,1-7 0,0 1 0,-2-1 0,1 1 0,-1-1 0,-2-12 0,1 4 0,-6-30 0,7 49 0,0 0 0,0 0 0,0 0 0,1-1 0,-1 1 0,0 0 0,0 0 0,0 0 0,0-1 0,0 1 0,0 0 0,0 0 0,0 0 0,0-1 0,1 1 0,-1 0 0,0 0 0,0 0 0,0 0 0,0 0 0,0 0 0,1-1 0,-1 1 0,0 0 0,0 0 0,0 0 0,1 0 0,-1 0 0,0 0 0,0 0 0,0 0 0,1 0 0,-1 0 0,0 0 0,0 0 0,0 0 0,1 0 0,-1 0 0,0 0 0,0 0 0,0 0 0,1 0 0,-1 0 0,0 0 0,0 0 0,0 0 0,1 0 0,-1 0 0,0 1 0,0-1 0,0 0 0,0 0 0,1 0 0,-1 0 0,0 0 0,0 1 0,0-1 0,13 9 0,-13-9 0,55 53 91,-37-35-819,32 27 0,-41-39-6098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51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24575,'17'-8'0,"9"-4"0,0 0 0,0 2 0,1 1 0,48-10 0,-71 18 0,1 1 0,-1 0 0,1 0 0,-1 0 0,1 0 0,-1 1 0,1-1 0,-1 1 0,9 3 0,-11-3 0,1 0 0,-1 1 0,1-1 0,-1 1 0,1-1 0,-1 1 0,0 0 0,0 0 0,0 0 0,0 0 0,0 1 0,0-1 0,-1 0 0,1 1 0,1 4 0,8 21 0,12 45 0,4 12 0,55 86 0,-22-51 0,-56-110 0,2 1 0,-1 0 0,-1 1 0,0-1 0,4 20 0,-7-29 0,-1 1 0,1-1 0,-1 1 0,0-1 0,0 1 0,0-1 0,-1 0 0,1 1 0,0-1 0,-1 1 0,1-1 0,-1 0 0,0 1 0,0-1 0,0 0 0,0 0 0,0 1 0,-1-1 0,1 0 0,-1 0 0,1 0 0,-1-1 0,0 1 0,0 0 0,1-1 0,-1 1 0,0-1 0,-5 3 0,-3 0 0,0 1 0,0-2 0,0 1 0,-20 2 0,-44 3 0,44-6 0,-17 0-1365,29-2-5461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52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24575,'-1'-3'0,"1"0"0,1 0 0,-1 0 0,0 0 0,1 0 0,-1 0 0,1 0 0,0 0 0,0 0 0,0 0 0,0 1 0,1-1 0,-1 0 0,1 1 0,0-1 0,-1 1 0,4-4 0,-2 4 0,-1 1 0,1-1 0,-1 1 0,1-1 0,0 1 0,0 0 0,0 0 0,-1 0 0,1 0 0,0 0 0,0 1 0,0 0 0,0-1 0,0 1 0,0 0 0,0 0 0,5 1 0,5 1 0,-1 1 0,1 0 0,-1 0 0,0 1 0,21 11 0,-13-5 0,-1 1 0,27 20 0,-34-22 0,-1 0 0,1 1 0,-2 0 0,0 1 0,16 21 0,-22-27 0,-1 0 0,-1 0 0,1 1 0,-1-1 0,0 0 0,0 1 0,0-1 0,-1 1 0,0 0 0,0-1 0,0 1 0,-1 0 0,0 0 0,0 0 0,0 0 0,-1-1 0,-2 10 0,-1 0 0,-2 1 0,0-1 0,-1-1 0,-10 17 0,6-12 0,-12 30 0,23-47 0,-1 0 0,0 1 0,1-1 0,-1 0 0,1 0 0,-1 0 0,1 1 0,0-1 0,0 0 0,0 0 0,1 1 0,-1-1 0,0 0 0,1 0 0,-1 1 0,1-1 0,0 0 0,0 0 0,1 3 0,0-2 0,0 0 0,1-1 0,-1 1 0,1 0 0,0-1 0,0 1 0,-1-1 0,2 0 0,-1 0 0,6 3 0,1 0 0,1-2 0,-1 1 0,1-1 0,0-1 0,-1 0 0,1 0 0,13 0 0,-15-2 17,1 0 0,-1-1 1,0 0-1,0-1 0,0 0 0,10-3 0,-14 3-141,0 0 0,0-1 1,0 1-1,0-1 0,0 0 0,0 0 1,-1 0-1,0-1 0,1 0 0,-1 1 1,4-7-1,-2 2-6702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52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41 24575,'-27'-7'0,"-12"-3"0,0 1 0,2 1 0,4 3 0,4 4 0,5 2 0,4 4 0,1 1 0,3-1-8191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6:53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24575,'4'8'0,"-1"-1"0,2 0 0,8 12 0,-7-9 0,5 6 0,15 16 0,-24-28 0,1-1 0,1 0 0,-1 0 0,0 0 0,1 0 0,-1-1 0,1 1 0,0-1 0,0 0 0,0 0 0,5 2 0,-9-4 0,1 0 0,0 1 0,0-1 0,0 0 0,0 0 0,0 0 0,0 0 0,0 0 0,0 0 0,-1 0 0,1-1 0,0 1 0,0 0 0,0 0 0,0-1 0,0 1 0,0 0 0,-1-1 0,1 1 0,0-1 0,1 0 0,-1-1 0,0 1 0,0 0 0,0-1 0,0 1 0,0-1 0,0 1 0,-1-1 0,1 1 0,-1-1 0,1 1 0,0-3 0,0-5 0,0 0 0,0 0 0,-2-15 0,1 17 0,0 6 0,-1-8 0,1 0 0,0 1 0,1-1 0,0 0 0,3-12 0,-3 20 0,-1-1 0,1 0 0,-1 1 0,1-1 0,0 1 0,0-1 0,-1 1 0,1-1 0,0 1 0,1 0 0,-1 0 0,0-1 0,0 1 0,0 0 0,1 0 0,-1 0 0,1 0 0,-1 0 0,1 1 0,-1-1 0,1 0 0,-1 1 0,1-1 0,-1 1 0,1-1 0,0 1 0,-1 0 0,1 0 0,0 0 0,-1 0 0,1 0 0,0 0 0,0 0 0,-1 0 0,3 1 0,4 1 0,-1 0 0,1 0 0,0 1 0,-1 0 0,0 1 0,0-1 0,10 8 0,44 37 0,-44-34 0,-10-9-227,-1 1-1,0 0 1,0 1-1,0 0 1,8 14-1,-7-9-6598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20.0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20 475 24575,'-1'1'0,"0"-1"0,1 0 0,-1 0 0,0 0 0,1 0 0,-1 0 0,0 0 0,1 0 0,-1 0 0,0-1 0,1 1 0,-1 0 0,0 0 0,1 0 0,-1-1 0,0 1 0,1 0 0,-1-1 0,1 1 0,-1 0 0,1-1 0,-1 1 0,1-1 0,-1 1 0,1-1 0,-1 1 0,1-1 0,0 0 0,-1 1 0,1-1 0,0 1 0,-1-1 0,1 0 0,0 1 0,0-1 0,0 0 0,0 1 0,0-1 0,-1 0 0,1 1 0,0-1 0,0 0 0,0 1 0,1-1 0,-1 0 0,0 1 0,0-2 0,1 0 0,0-1 0,0 0 0,0 1 0,0-1 0,1 1 0,-1-1 0,1 1 0,-1 0 0,1 0 0,3-4 0,9-5 0,0 0 0,0 1 0,28-13 0,51-20 0,-77 35 0,349-131-834,-344 132 876,157-55-42,205-44 0,-379 105 11,17-2-35,-21 3 30,1 0 0,0 0 0,-1-1-1,1 1 1,-1 0 0,1 0 0,0 0 0,-1 1-1,1-1 1,0 0 0,-1 0 0,1 0 0,-1 0-1,1 1 1,0-1 0,-1 0 0,1 0 0,-1 1-1,1-1 1,-1 0 0,1 1 0,-1-1 0,1 1-1,0 0 1,-1 0 24,0-1 0,0 1 0,0-1 0,0 1 0,0-1 0,0 1 0,0 0 0,0-1 0,0 1 0,-1-1 0,1 1 0,0-1-1,0 1 1,-1-1 0,1 1 0,0-1 0,0 1 0,-1-1 0,1 0 0,-1 1 0,1-1 0,-1 1 0,-12 10-94,11-9 99,-16 10-308,0 0 0,-1-1 0,0-1 0,-30 11 0,24-12-6553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20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121 172 24575,'22'-31'0,"77"-109"0,-130 228 0,22-64 0,0-2 0,-2 1 0,0-2 0,-22 31 0,12-25 0,-2-1 0,0-1 0,-37 30 0,59-55 0,0 1 0,0 0 0,1-1 0,-1 1 0,0 0 0,0 0 0,1 0 0,-1-1 0,1 1 0,-1 0 0,1 0 0,-1 0 0,1 0 0,-1 0 0,1 0 0,0 0 0,-1 2 0,1-3 0,0 0 0,1 1 0,-1-1 0,0 0 0,0 0 0,0 1 0,0-1 0,0 0 0,0 0 0,0 1 0,1-1 0,-1 0 0,0 0 0,0 0 0,0 1 0,0-1 0,1 0 0,-1 0 0,0 0 0,0 0 0,1 1 0,-1-1 0,0 0 0,1 0 0,11 1 0,120-30 0,-58 11 0,-19 4-22,-19 5-649,46-6-1,-68 14-6154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21.6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24575,'0'7'0,"1"-1"0,0 1 0,1 0 0,4 12 0,15 34 0,-13-34 0,9 17 0,1-1 0,26 37 0,-9-16 0,-31-49 0,0 0 0,4 14 0,-7-19 0,0 1 0,0-1 0,0 1 0,-1 0 0,0-1 0,1 1 0,-1 0 0,0 0 0,0-1 0,-1 1 0,0 4 0,1-6 0,0-1 0,0 0 0,0 1 0,0-1 0,0 0 0,0 0 0,0 1 0,0-1 0,0 0 0,0 1 0,0-1 0,0 0 0,0 1 0,-1-1 0,1 0 0,0 1 0,0-1 0,0 0 0,-1 0 0,1 1 0,0-1 0,0 0 0,0 0 0,-1 0 0,1 1 0,0-1 0,-1 0 0,1 0 0,0 0 0,0 0 0,-1 0 0,1 0 0,0 1 0,-1-1 0,1 0 0,0 0 0,-1 0 0,1 0 0,0 0 0,-1 0 0,1 0 0,0 0 0,-1 0 0,1 0 0,0-1 0,-1 1 0,1 0 0,0 0 0,-1 0 0,1 0 0,0 0 0,0-1 0,-1 1 0,1 0 0,0 0 0,0 0 0,-1-1 0,1 1 0,-2-2 0,1 1 0,0-1 0,0 1 0,0-1 0,0 0 0,0 1 0,0-1 0,-1-3 0,1 3 0,0-1 0,1 1 0,-1-1 0,1 1 0,-1-1 0,1 1 0,0-1 0,0 0 0,0 1 0,0-1 0,1 0 0,-1 1 0,1-1 0,0 1 0,-1-1 0,1 1 0,0 0 0,1-1 0,1-3 0,0 3 0,0 0 0,0 0 0,0 0 0,1 0 0,-1 1 0,1-1 0,-1 1 0,1 0 0,0 0 0,0 1 0,6-3 0,6-1 0,0 1 0,0 1 0,0 0 0,17 0 0,68 2 0,-76 2 0,-13-1 0,1 0 0,-1 1 0,1 1 0,21 5 0,-31-6 0,-1 0 0,1 0 0,0 0 0,-1 0 0,1 1 0,-1-1 0,1 1 0,-1 0 0,0 0 0,0 0 0,4 3 0,-5-3 0,0 0 0,0 0 0,0 0 0,0 0 0,-1-1 0,1 1 0,0 0 0,-1 0 0,0 0 0,1 0 0,-1 0 0,0 1 0,0-1 0,0 0 0,0 0 0,0 0 0,-1 0 0,0 3 0,-1 0 0,0 0 0,0 0 0,0 0 0,-1 0 0,0-1 0,1 1 0,-2-1 0,1 0 0,-1 1 0,1-2 0,-1 1 0,0 0 0,0-1 0,-1 0 0,1 0 0,-9 5 0,-4 1 0,-1-1 0,-1-1 0,-22 7 0,-62 12 98,46-12-1561,43-11-5363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22.2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19 101 24575,'0'0'0,"-1"0"0,0 0 0,1 0 0,-1 0 0,0 0 0,1 0 0,-1 0 0,0 1 0,1-1 0,-1 0 0,0 0 0,1 0 0,-1 1 0,0-1 0,1 0 0,-1 1 0,1-1 0,-1 0 0,1 1 0,-1-1 0,1 1 0,-1-1 0,1 1 0,-1-1 0,1 1 0,-1-1 0,1 1 0,0-1 0,-1 1 0,1 0 0,0-1 0,0 1 0,-1 0 0,1-1 0,0 1 0,0 0 0,0-1 0,0 1 0,0 0 0,0-1 0,0 1 0,0 0 0,0-1 0,0 1 0,0 0 0,1-1 0,-1 1 0,0 0 0,0-1 0,1 1 0,-1-1 0,0 1 0,1 0 0,-1-1 0,0 1 0,1-1 0,-1 1 0,1-1 0,-1 1 0,1-1 0,-1 0 0,1 1 0,0-1 0,-1 1 0,2-1 0,4 3 0,0 0 0,-1-1 0,1 0 0,1 0 0,-1-1 0,0 1 0,0-1 0,1-1 0,6 1 0,-3-1 0,0 0 0,0-1 0,0 0 0,0-1 0,11-2 0,-15 1 0,0 1 0,0-1 0,0 0 0,0 0 0,0-1 0,-1 1 0,1-1 0,-1 0 0,9-10 0,-11 10 0,1 0 0,-1 0 0,0 0 0,0 0 0,-1-1 0,1 1 0,-1-1 0,0 1 0,0-1 0,-1 0 0,1 0 0,-1 0 0,1-8 0,-2 12 0,0-1 0,0 0 0,0 0 0,0 1 0,-1-1 0,1 0 0,0 0 0,-1 1 0,1-1 0,-1 0 0,1 1 0,-1-1 0,-1-2 0,2 4 0,-1 0 0,1 0 0,0 0 0,0 0 0,0 0 0,0 0 0,0 0 0,-1 0 0,1 0 0,0 0 0,0 0 0,0 0 0,0 0 0,0 0 0,-1 0 0,1 0 0,0 0 0,0 0 0,0 0 0,0 0 0,0 0 0,0 0 0,-1 1 0,1-1 0,0 0 0,0 0 0,0 0 0,0 0 0,0 0 0,0 0 0,0 0 0,0 0 0,-1 1 0,1-1 0,0 0 0,0 0 0,0 0 0,0 0 0,0 0 0,0 0 0,0 1 0,0-1 0,0 0 0,0 0 0,0 0 0,0 0 0,0 0 0,0 1 0,0-1 0,0 0 0,0 0 0,0 0 0,0 0 0,-1 10 0,0 6 0,0 1 0,2-1 0,0 0 0,1 1 0,0-1 0,1 0 0,11 30 0,-2-15 0,2 0 0,32 52 0,-35-65 0,32 57 0,-39-66 0,0 0 0,0 1 0,-1 0 0,0 0 0,0 0 0,0 11 0,-2-20 0,-1 1 0,0 0 0,0-1 0,0 1 0,0-1 0,-1 1 0,1 0 0,0-1 0,-1 1 0,1-1 0,-1 1 0,1-1 0,-1 1 0,0-1 0,0 1 0,1-1 0,-1 0 0,0 1 0,0-1 0,0 0 0,-1 0 0,1 0 0,0 0 0,0 0 0,-1 0 0,1 0 0,0 0 0,-1 0 0,1-1 0,-1 1 0,1-1 0,-1 1 0,1-1 0,-3 1 0,-5 1 0,0-1 0,0 0 0,-1 0 0,-15-2 0,16 1 0,-3 0 0,0-1 0,0 0 0,1-1 0,-1 0 0,0-1 0,1 0 0,-16-6 0,22 6 0,0 1 0,0-1 0,0 0 0,0-1 0,1 1 0,-1-1 0,1 0 0,0 0 0,0 0 0,1 0 0,-1-1 0,1 0 0,0 0 0,0 0 0,0 0 0,1 0 0,-3-9 0,4 11-54,0 1-1,0-1 0,0 1 1,1-1-1,-1 1 1,1-1-1,0 1 0,0-1 1,0 0-1,0 1 1,0-1-1,0 1 0,1-1 1,0 0-1,-1 1 0,1-1 1,0 1-1,0 0 1,0-1-1,0 1 0,1 0 1,-1-1-1,1 1 1,2-3-1,5-4-6771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22.6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172 1 24575,'-34'11'0,"19"-7"0,1 1 0,0 0 0,1 1 0,-1 1 0,1 0 0,0 0 0,-11 10 0,22-16 0,1 0 0,0 0 0,-1 1 0,1-1 0,0 0 0,0 1 0,0-1 0,0 1 0,0-1 0,0 1 0,0-1 0,1 1 0,-1 0 0,0-1 0,1 1 0,-1 0 0,1-1 0,0 1 0,-1 2 0,2-2 0,-1-1 0,1 1 0,-1-1 0,1 0 0,-1 1 0,1-1 0,0 0 0,0 1 0,0-1 0,-1 0 0,1 0 0,0 1 0,1-1 0,-1 0 0,0 0 0,0 0 0,0 0 0,1-1 0,-1 1 0,0 0 0,1 0 0,1 0 0,11 5 17,1 0 0,0-1 1,1-1-1,-1 0 0,1-1 0,16 1 0,-9-3-388,0 0-1,0-1 1,34-5 0,-37 1-6455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23.0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 14 24575,'-9'12'0,"0"0"0,-11 24 0,18-32 0,0 1 0,0-1 0,0 1 0,1 0 0,0-1 0,0 1 0,0 0 0,1 0 0,-1 0 0,1 0 0,0 0 0,1 5 0,-1-9 0,1 1 0,-1 0 0,1-1 0,-1 1 0,1-1 0,0 1 0,0 0 0,0-1 0,0 0 0,0 1 0,0-1 0,0 1 0,0-1 0,0 0 0,0 0 0,1 0 0,1 2 0,0-2 0,0 1 0,0-1 0,0 0 0,0 0 0,0 0 0,0 0 0,0 0 0,7 0 0,-3-1 0,1 0 0,0 0 0,0-1 0,0 1 0,0-2 0,-1 1 0,9-4 0,-9 2 0,1 0 0,-1 0 0,0-1 0,0 0 0,0 0 0,-1-1 0,1 0 0,8-8 0,-14 12 0,0-1 0,1 1 0,-1-1 0,0 1 0,0-1 0,0 0 0,0 1 0,0-1 0,0 0 0,0 1 0,-1-1 0,1 0 0,-1 0 0,1 0 0,-1 0 0,0 0 0,1 0 0,-1 0 0,0 0 0,0 1 0,-1-1 0,1 0 0,0 0 0,-1 0 0,1 0 0,-1 0 0,1 0 0,-1 1 0,0-1 0,0 0 0,0 1 0,0-1 0,0 0 0,0 1 0,0-1 0,-1 1 0,1 0 0,-1-1 0,1 1 0,-2-1 0,-7-5 0,1 1 0,-1 0 0,0 0 0,0 1 0,0 1 0,-1 0 0,0 0 0,0 1 0,0 0 0,0 1 0,0 0 0,-12 0 0,19 2-80,0 0 0,0 0-1,0 0 1,0 1 0,0-1-1,0 1 1,1 0 0,-1 0-1,0 0 1,0 1 0,1-1 0,-1 1-1,1 0 1,-1 0 0,1 0-1,-4 4 1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23.4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34 24575,'2'6'0,"1"1"0,0-1 0,0 0 0,0 0 0,1 0 0,0-1 0,0 1 0,0-1 0,1 0 0,8 7 0,-12-11 0,1 0 0,0 1 0,-1-1 0,1 0 0,0 0 0,-1 0 0,1 0 0,0-1 0,0 1 0,0 0 0,0-1 0,0 1 0,0-1 0,0 0 0,0 1 0,0-1 0,0 0 0,0 0 0,0-1 0,0 1 0,0 0 0,0-1 0,0 1 0,0-1 0,-1 1 0,1-1 0,0 0 0,0 0 0,0 0 0,-1 0 0,1 0 0,0 0 0,-1-1 0,1 1 0,-1 0 0,0-1 0,1 1 0,1-4 0,1-1 0,0 0 0,-1 0 0,1-1 0,2-7 0,-3 7 0,0 0 0,0 0 0,5-6 0,-6 11 0,-1 0 0,1 1 0,0-1 0,-1 0 0,1 1 0,0 0 0,0-1 0,0 1 0,0 0 0,0 0 0,0 0 0,1 0 0,-1 0 0,0 0 0,0 1 0,1-1 0,-1 1 0,0 0 0,1 0 0,-1-1 0,0 2 0,1-1 0,-1 0 0,0 0 0,1 1 0,-1-1 0,0 1 0,0 0 0,3 1 0,3 1 0,0 0 0,0 1 0,0 1 0,-1-1 0,1 1 0,9 9 0,29 24-1365,-35-28-5461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23.8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72 24575,'62'39'0,"-18"-9"0,79 38 0,-122-67 0,0-1 0,0 1 0,0-1 0,0 1 0,0-1 0,0 1 0,1-1 0,-1 0 0,0 1 0,0-1 0,0 0 0,1 0 0,-1 0 0,0 0 0,0 0 0,0 0 0,0-1 0,1 1 0,-1 0 0,0 0 0,0-1 0,0 1 0,0-1 0,0 1 0,0-1 0,0 0 0,0 1 0,0-1 0,0 0 0,0 0 0,0 1 0,0-1 0,0 0 0,-1 0 0,1 0 0,0 0 0,-1 0 0,1 0 0,0 0 0,-1 0 0,0 0 0,1-1 0,-1 1 0,0 0 0,1-2 0,0-1 0,0-1 0,-1-1 0,1 1 0,-1 0 0,0 0 0,0 0 0,-1 0 0,0 0 0,-2-8 0,0 2 0,-1 1 0,0 0 0,0 1 0,-1-1 0,-1 1 0,0 0 0,0 0 0,0 0 0,-1 1 0,-1 0 0,-12-11 0,10 13-1365,2 3-5461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24.4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1 186 24575,'13'-19'0,"30"-46"0,-38 58 0,-2-1 0,1 1 0,-1-1 0,0 0 0,0 0 0,2-15 0,-5 22 0,0 0 0,1 0 0,-1-1 0,0 1 0,0 0 0,0-1 0,0 1 0,0 0 0,-1 0 0,1-1 0,0 1 0,-1 0 0,1 0 0,-1 0 0,1-1 0,-1 1 0,1 0 0,-1 0 0,0 0 0,1 0 0,-1 0 0,0 0 0,0 0 0,0 0 0,-2-1 0,2 2 0,0-1 0,0 1 0,0 0 0,0 0 0,0-1 0,0 1 0,0 0 0,-1 0 0,1 0 0,0 1 0,0-1 0,0 0 0,0 0 0,0 0 0,0 1 0,0-1 0,0 1 0,0-1 0,0 1 0,0-1 0,0 1 0,0-1 0,0 1 0,0 0 0,1-1 0,-1 1 0,0 0 0,0 0 0,0 1 0,-3 3 0,1 0 0,0 0 0,0 1 0,0-1 0,1 1 0,-1-1 0,1 1 0,1 0 0,-1 0 0,1 0 0,0 0 0,0 0 0,1 0 0,0 0 0,0 0 0,0 0 0,1 0 0,0 0 0,2 6 0,-2-5 0,1-1 0,0 0 0,0 0 0,0 0 0,1 0 0,0 0 0,0 0 0,0-1 0,1 0 0,0 1 0,0-1 0,1-1 0,-1 1 0,1-1 0,0 1 0,0-1 0,10 5 0,-3-2 0,1-2 0,-1 0 0,1 0 0,0-2 0,0 1 0,19 1 0,-26-4 0,0-1 0,0 0 0,1 0 0,-1 0 0,0-1 0,0 0 0,0 0 0,0 0 0,0-1 0,0 0 0,0 0 0,-1-1 0,1 0 0,-1 0 0,1 0 0,5-5 0,-3 1 0,0-2 0,0 1 0,-1-1 0,0 0 0,0-1 0,8-15 0,10-15 0,-23 37 0,-1 1 0,1-1 0,1 1 0,-1-1 0,0 1 0,0 0 0,1 0 0,-1 0 0,1 0 0,0 0 0,0 1 0,0-1 0,0 1 0,0-1 0,0 1 0,0 0 0,0 0 0,0 1 0,0-1 0,0 1 0,1-1 0,-1 1 0,0 0 0,0 0 0,1 1 0,-1-1 0,0 1 0,0-1 0,0 1 0,1 0 0,-1 0 0,0 1 0,0-1 0,3 3 0,69 40 0,-19-10 0,-38-22 0,-13-9 0,-1 0 0,1 0 0,-1 0 0,1-1 0,0 1 0,0-1 0,6 1 0,-10-3 0,0 1 0,0-1 0,0 0 0,0 0 0,0 0 0,0 0 0,1 0 0,-1-1 0,0 1 0,0 0 0,0-1 0,0 1 0,0 0 0,0-1 0,0 1 0,1-2 0,0 1 0,-1 0 0,0-1 0,1 1 0,-1-1 0,0 1 0,0-1 0,0 0 0,0 0 0,0 1 0,0-1 0,0 0 0,0-2 0,0-2 0,1 1 0,-2-1 0,2-9 0,-2 10 0,0 1 0,0 0 0,1 0 0,0 0 0,0 0 0,0 0 0,2-5 0,-2 8 0,0 0 0,-1 0 0,1 0 0,0 0 0,0 0 0,0 0 0,1 0 0,-1 0 0,0 0 0,0 0 0,0 0 0,1 1 0,-1-1 0,0 0 0,1 1 0,-1-1 0,0 1 0,1 0 0,-1-1 0,1 1 0,-1 0 0,0 0 0,1 0 0,-1 0 0,3 0 0,7 2 17,0-1-1,0 2 0,0-1 0,0 2 1,20 8-1,15 4-1479,-34-12-5363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25.1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24575,'170'214'0,"28"33"0,-186-234 0,-3-4 0,-1 1 0,-1 0 0,1 0 0,-1 0 0,7 15 0,-14-24 0,0-1 0,0 1 0,0-1 0,1 0 0,-1 1 0,0-1 0,0 1 0,0-1 0,0 1 0,0-1 0,0 1 0,0-1 0,0 0 0,0 1 0,0-1 0,0 1 0,0-1 0,0 1 0,-1-1 0,1 0 0,0 1 0,0-1 0,0 1 0,-1-1 0,1 0 0,0 1 0,0-1 0,-1 0 0,0 1 0,0 0 0,0 0 0,0-1 0,0 1 0,0-1 0,0 0 0,0 1 0,-1-1 0,1 0 0,0 0 0,-3 1 0,-28-4 0,32 3 0,-24-5 0,0-2 0,0-1 0,1-1 0,-36-19 0,33 16 0,24 11 0,-1 0 0,0 0 0,1-1 0,-1 1 0,1-1 0,0 0 0,-1 0 0,-2-3 0,5 5 0,0-1 0,-1 1 0,1 0 0,0-1 0,0 1 0,0 0 0,-1-1 0,1 1 0,0-1 0,0 1 0,0 0 0,0-1 0,0 1 0,0-1 0,0 1 0,0-1 0,0 1 0,0 0 0,0-1 0,0 1 0,0-1 0,0 1 0,1 0 0,-1-1 0,1 0 0,0 0 0,-1 0 0,1 0 0,0 0 0,0 0 0,0 0 0,0 0 0,0 1 0,0-1 0,1 0 0,-1 1 0,1-1 0,9-3 0,0 1 0,0 0 0,0 1 0,21-2 0,-11 2 0,108-15 0,-118 16 0,0 0 0,0 0 0,0 1 0,0 1 0,0 0 0,0 0 0,0 1 0,15 5 0,-20-5 0,0 1 0,0 0 0,-1-1 0,1 2 0,-1-1 0,0 1 0,0 0 0,0 0 0,-1 0 0,1 0 0,-1 1 0,0 0 0,0 0 0,0 0 0,-1 0 0,4 8 0,5 13 0,-6-10 0,15 23 0,-19-36 0,1 1 0,-1 0 0,1-1 0,0 1 0,0-1 0,0 0 0,1 0 0,-1-1 0,1 1 0,0 0 0,4 1 0,1-1-1365,-1-3-5461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25.3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24575,'3'0'0,"0"2"0,3 4 0,2 3 0,0 2 0,-1 2 0,-2-1-8191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25.7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0 24575,'23'6'0,"0"1"0,0 2 0,0 0 0,32 18 0,-48-23 0,-1 0 0,-1 0 0,1 0 0,-1 1 0,1-1 0,-1 1 0,0 1 0,-1-1 0,1 1 0,-1-1 0,-1 1 0,1 1 0,-1-1 0,0 0 0,0 1 0,-1 0 0,1-1 0,-2 1 0,1 0 0,0 7 0,-1-5 0,0 0 0,-1 0 0,0 0 0,0 0 0,-1 0 0,-4 14 0,5-20 0,-1-1 0,0 1 0,0-1 0,0 0 0,0 0 0,-1 1 0,1-1 0,-1 0 0,1 0 0,-1 0 0,0 0 0,1-1 0,-1 1 0,0 0 0,0-1 0,0 1 0,-1-1 0,1 0 0,0 0 0,0 0 0,-1 0 0,1 0 0,-1 0 0,1 0 0,-1-1 0,1 1 0,-4-1 0,-3 0 0,1 0 0,-1-1 0,1 0 0,0 0 0,0-1 0,0 0 0,0 0 0,0-1 0,0 0 0,0 0 0,1-1 0,0 0 0,-1-1 0,-11-9 0,11 7 0,0 1 0,0-1 0,1-1 0,1 1 0,-1-1 0,1 0 0,0-1 0,1 1 0,0-1 0,1 0 0,-1 0 0,-2-11 0,6 17 0,0 0 0,1-1 0,-1 1 0,1 0 0,-1 0 0,1 0 0,0-1 0,0 1 0,1 0 0,-1 0 0,1-1 0,-1 1 0,2-3 0,-1 4 0,0 0 0,0 1 0,0-1 0,0 1 0,0-1 0,1 1 0,-1 0 0,0-1 0,1 1 0,-1 0 0,0 0 0,1 0 0,0 0 0,-1 0 0,1 0 0,0 0 0,-1 1 0,1-1 0,0 1 0,0-1 0,-1 1 0,1-1 0,4 1 0,3-1-195,0 1 0,0 0 0,0 1 0,0-1 0,0 2 0,12 2 0,-8 0-6631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26.2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33 24575,'64'45'0,"2"1"0,-55-40 0,-1 0 0,1-1 0,0 0 0,0 0 0,20 4 0,-28-8 0,-1-1 0,0 1 0,1-1 0,-1 0 0,0 0 0,1 0 0,-1 0 0,0 0 0,1 0 0,-1-1 0,1 1 0,-1-1 0,0 1 0,0-1 0,1 0 0,-1 0 0,0 0 0,0 0 0,0-1 0,0 1 0,0 0 0,0-1 0,-1 0 0,1 1 0,0-1 0,-1 0 0,1 0 0,-1 0 0,0 0 0,1 0 0,-1 0 0,0 0 0,0 0 0,0 0 0,0-4 0,8-33 0,-7 29 0,0 0 0,1 0 0,7-17 0,-10 25 0,1 1 0,0-1 0,0 1 0,0 0 0,0-1 0,0 1 0,0 0 0,0 0 0,1 0 0,-1-1 0,0 1 0,1 1 0,-1-1 0,0 0 0,1 0 0,-1 0 0,3 0 0,0 0 0,-1 1 0,0-1 0,0 1 0,1 0 0,-1-1 0,0 2 0,1-1 0,3 1 0,2 1 0,0 0 0,-1 1 0,0-1 0,1 2 0,12 7 0,4 4 0,-1 2 0,29 25 0,-34-20-1365,-12-11-5461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30.7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64 24575,'4'-26'0,"-3"19"0,0 0 0,1 0 0,3-9 0,2 45 0,0-4 0,20 46 0,0 4 0,-25-66 0,0-1 0,-2-8 0,1 0 0,-1 0 0,0 0 0,0 0 0,1 0 0,-1 0 0,0 0 0,0-1 0,1 1 0,-1 0 0,0 0 0,0 0 0,0 0 0,0-1 0,1 1 0,-1 0 0,0 0 0,0-1 0,0 1 0,0 0 0,0 0 0,0-1 0,1 1 0,-1 0 0,0 0 0,0-1 0,0 1 0,0 0 0,0 0 0,0-1 0,0 1 0,3-10 0,-1 0 0,0 0 0,-1 0 0,0 0 0,0 0 0,-1-15 0,-1 15 0,1 0 0,1 0 0,0 0 0,0 0 0,1 0 0,4-14 0,-6 23 0,1-1 0,-1 1 0,1 0 0,0 0 0,-1-1 0,1 1 0,0 0 0,0 0 0,0 0 0,0 0 0,0 0 0,0 0 0,0 1 0,0-1 0,0 0 0,0 0 0,0 1 0,0-1 0,3 0 0,-1 0 0,-1 1 0,0-1 0,1 1 0,-1 0 0,1 0 0,-1 0 0,1 0 0,-1 1 0,1-1 0,2 1 0,5 3 0,0-1 0,-1 2 0,0-1 0,10 7 0,44 29 0,76 62 0,-137-100-195,1 0 0,-1 1 0,1-1 0,-1 0 0,0 1 0,3 3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31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29 24575,'-19'-5'0,"-10"-1"0,-2 0 0,3 1 0,2 1 0,4 2 0,3 3 0,2 2 0,2 2 0,1 1 0,0 2 0,0-1 0,1 1 0,1 0-8191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31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87 24575,'-10'-7'0,"10"7"0,0 0 0,0 0 0,0 0 0,-1 0 0,1 0 0,0 0 0,0 0 0,0 0 0,0 0 0,0 0 0,0 0 0,-1 0 0,1 0 0,0 0 0,0 0 0,0 0 0,0 0 0,0 0 0,-1 0 0,1 0 0,0 0 0,0 0 0,0 0 0,0 0 0,0 0 0,0 0 0,0 0 0,-1 0 0,1 0 0,0 1 0,0-1 0,0 0 0,0 0 0,0 0 0,0 0 0,0 0 0,0 0 0,0 1 0,0 0 0,0 0 0,0 0 0,0 0 0,0 1 0,0-1 0,0 0 0,1 0 0,-1 0 0,0 0 0,1 1 0,-1-1 0,1 0 0,0 0 0,1 2 0,8 12 0,2 0 0,0-1 0,1 0 0,0-1 0,1 0 0,1-1 0,0 0 0,29 16 0,-43-27 0,1-1 0,-1 1 0,1 0 0,-1 0 0,1-1 0,0 1 0,-1-1 0,1 1 0,0-1 0,0 0 0,-1 0 0,1 0 0,0 0 0,0 0 0,0 0 0,-1 0 0,1 0 0,0-1 0,-1 1 0,1-1 0,2 0 0,-2-1 0,-1 1 0,1 0 0,0-1 0,-1 1 0,1-1 0,-1 1 0,0-1 0,1 0 0,-1 1 0,0-1 0,0 0 0,0 0 0,0 0 0,-1 0 0,1 0 0,0 0 0,0-4 0,1-7 0,0-25 0,2-6 0,-2 22 0,-2 13 0,1 1 0,0 0 0,1-1 0,0 1 0,4-12 0,-5 18 0,0 0 0,0 1 0,0-1 0,0 1 0,0-1 0,0 1 0,0 0 0,0-1 0,0 1 0,1 0 0,-1 0 0,1 0 0,-1 0 0,1 0 0,-1 0 0,1 0 0,-1 0 0,1 1 0,0-1 0,-1 1 0,1-1 0,0 1 0,0 0 0,-1-1 0,1 1 0,0 0 0,0 0 0,-1 0 0,1 1 0,0-1 0,3 1 0,13 4 0,0 0 0,0 2 0,-1 0 0,0 0 0,0 2 0,-1 0 0,0 1 0,-1 1 0,0 0 0,22 22 0,-31-27-151,0 0-1,0 1 0,0 0 0,-1 0 1,0 0-1,0 0 0,-1 1 1,7 16-1,-9-15-6674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32.3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90 24575,'-26'6'0,"11"-3"0,1 0 0,-1 2 0,1-1 0,-23 13 0,35-17 0,0 1 0,1 0 0,-1 0 0,1 0 0,-1 0 0,1 0 0,0 0 0,-1 0 0,1 0 0,0 0 0,0 1 0,0-1 0,0 1 0,0-1 0,0 1 0,0-1 0,0 1 0,1-1 0,-1 1 0,1 0 0,-1-1 0,1 1 0,0 0 0,-1-1 0,1 1 0,0 0 0,0 0 0,0-1 0,0 1 0,1 0 0,-1 0 0,0-1 0,1 1 0,0 3 0,1-2 0,0 0 0,0 0 0,0 0 0,0 0 0,1 0 0,-1 0 0,1 0 0,0-1 0,0 1 0,0-1 0,0 0 0,0 0 0,0 0 0,1 0 0,3 1 0,1 0 0,0 0 0,0-1 0,1 0 0,-1 0 0,1-1 0,-1 0 0,1-1 0,13 0 0,-17-1 0,0 1 0,-1-1 0,1 0 0,-1 0 0,1 0 0,-1-1 0,1 1 0,-1-1 0,0 0 0,0-1 0,1 1 0,-2-1 0,1 0 0,0 0 0,-1 0 0,7-7 0,-6 5 0,-1 1 0,0-1 0,0-1 0,-1 1 0,1 0 0,-1 0 0,-1-1 0,1 1 0,-1-1 0,1 0 0,-2 0 0,1 1 0,-1-1 0,1 0 0,-2 0 0,0-11 0,0 12 0,0 1 0,-1-1 0,1 0 0,-1 1 0,0-1 0,0 1 0,0 0 0,-1 0 0,1 0 0,-1 0 0,0 0 0,0 0 0,-1 1 0,1-1 0,-1 1 0,0 0 0,1 0 0,-1 0 0,-1 1 0,-7-5 0,4 5-97,0 0-1,1 0 1,-1 1-1,0 0 1,0 0-1,1 1 1,-1 0-1,0 0 1,0 1-1,0 0 1,0 0-1,1 1 0,-15 5 1,5-1-6729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33.9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178 246 24575,'61'126'0,"-77"-144"0,-33-26 0,3 5 0,11 11 0,-39-41 0,71 66 0,1 1 0,-1-1 0,1 0 0,0-1 0,-3-5 0,4 8 0,1 1 0,0 0 0,0-1 0,0 1 0,0 0 0,0-1 0,0 1 0,0 0 0,0-1 0,0 1 0,0 0 0,0-1 0,0 1 0,0 0 0,0-1 0,0 1 0,0 0 0,0-1 0,0 1 0,0 0 0,0-1 0,1 1 0,-1 0 0,0-1 0,0 1 0,1-1 0,0 1 0,-1-1 0,1 1 0,0 0 0,0-1 0,0 1 0,0 0 0,0 0 0,0 0 0,-1 0 0,1 0 0,0 0 0,0 0 0,0 0 0,0 0 0,2 0 0,28 6 0,40 11 0,-42-8 0,55 7 0,-63-14 0,-1-1 0,1-1 0,-1-1 0,1-1 0,30-6 0,-38 5 0,-1 0 0,1-2 0,-1 1 0,0-1 0,-1-1 0,1 0 0,-1-1 0,0 0 0,18-17 0,-26 23 0,-1-1 0,0 0 0,0-1 0,-1 1 0,1 0 0,0 0 0,-1-1 0,1 1 0,-1-1 0,0 0 0,0 1 0,0-1 0,0 0 0,0 1 0,-1-1 0,1 0 0,-1 0 0,0 0 0,1-3 0,-2 4 0,1-1 0,-1 1 0,0-1 0,0 1 0,1 0 0,-1-1 0,-1 1 0,1 0 0,0-1 0,-1 1 0,1 0 0,-1 0 0,1 0 0,-1 1 0,0-1 0,0 0 0,0 1 0,0-1 0,0 1 0,0-1 0,-5-1 0,5 2 0,0 0 0,0-1 0,-1 1 0,1 1 0,-1-1 0,1 0 0,0 0 0,-1 1 0,0 0 0,1-1 0,-1 1 0,1 0 0,-1 0 0,1 0 0,-1 1 0,1-1 0,-1 1 0,1-1 0,-1 1 0,1 0 0,0 0 0,-1 0 0,1 0 0,0 0 0,0 0 0,-1 1 0,1-1 0,0 1 0,0 0 0,1-1 0,-1 1 0,0 0 0,1 0 0,-3 4 0,0 0 0,1-1 0,0 1 0,1 0 0,-1 0 0,1 0 0,1 1 0,-1-1 0,1 0 0,0 1 0,0-1 0,1 0 0,0 13 0,1-12 0,0 0 0,1 0 0,0 0 0,0 0 0,0 0 0,1 0 0,0 0 0,0-1 0,1 0 0,-1 1 0,10 9 0,-6-8 0,1 0 0,0 0 0,0-1 0,1-1 0,-1 1 0,2-1 0,12 6 0,-4-4 0,0 0 0,0-2 0,1 0 0,0-1 0,0-1 0,0-1 0,0 0 0,32-1 0,-29-3-341,1-1 0,-1-1-1,35-10 1,-41 9-6485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34.4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32 121 24575,'13'45'0,"2"-1"0,2-1 0,1 0 0,41 66 0,-57-105 0,-1-1 0,1-1 0,-1 1 0,0-1 0,1 0 0,-1 0 0,1 1 0,0-1 0,0-1 0,0 1 0,0 0 0,0 0 0,3 1 0,-5-3 0,0-1 0,0 1 0,1-1 0,-1 1 0,0-1 0,0 1 0,0-1 0,0 1 0,0 0 0,0-1 0,0 1 0,0-1 0,0 1 0,0-1 0,-1 1 0,1-1 0,0 1 0,0-1 0,0 1 0,-1-1 0,1 1 0,0 0 0,-1-1 0,-5-14 0,-59-84 0,3 5 0,55 82 0,1 1 0,0-1 0,1 0 0,0 0 0,1 0 0,1-1 0,0 1 0,0-1 0,2 0 0,-1 0 0,2-21 0,0 32 0,0-1 0,0 1 0,1 0 0,0 0 0,-1 0 0,1 0 0,0 0 0,0 0 0,0 0 0,0 0 0,0 0 0,0 0 0,1 0 0,-1 0 0,1 1 0,-1-1 0,1 1 0,0-1 0,0 1 0,-1 0 0,1 0 0,0-1 0,0 1 0,0 0 0,0 1 0,0-1 0,1 0 0,-1 1 0,0-1 0,0 1 0,4-1 0,7 0 0,-1 1 0,1 0 0,-1 0 0,18 4 0,-29-4 0,21 3 0,0 1 0,-1 1 0,37 14 0,-47-14 0,0 0 0,-1 0 0,1 1 0,-1 0 0,0 1 0,-1 0 0,0 0 0,14 15 0,-21-20 0,-1-1 0,1 1 0,-1 0 0,1 0 0,-1 0 0,0 0 0,0 0 0,0 0 0,0 1 0,0-1 0,0 0 0,-1 0 0,1 1 0,-1-1 0,1 1 0,-1-1 0,0 0 0,0 1 0,0-1 0,0 0 0,-1 4 0,0-3 0,-1 0 0,1 0 0,-1 0 0,0 0 0,1 0 0,-1 0 0,0 0 0,-1-1 0,1 1 0,0-1 0,-1 0 0,0 0 0,1 1 0,-5 1 0,-5 3 15,0-1 0,0 0 0,-1 0 0,0-1 0,0-1 0,0-1 0,-13 3 0,-1-2-510,0-1 0,-42 0 0,57-4-6331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35.0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159 249 24575,'7'6'0,"-1"1"0,1 1 0,-2-1 0,1 1 0,4 9 0,-10-17 0,0 0 0,0 0 0,0 0 0,0 0 0,0 0 0,0 0 0,0-1 0,0 1 0,0 0 0,0 0 0,0 0 0,0 0 0,0 0 0,0 0 0,0 0 0,-1 0 0,1 0 0,0 0 0,0 0 0,0 0 0,0 0 0,0 1 0,0-1 0,0 0 0,0 0 0,0 0 0,0 0 0,0 0 0,0 0 0,0 0 0,0 0 0,0 0 0,0 0 0,0 0 0,0 0 0,0 0 0,0 0 0,0 0 0,0 0 0,0 0 0,-1 0 0,1 0 0,0 0 0,0 0 0,0 0 0,0 0 0,0 0 0,0 0 0,0 1 0,0-1 0,0 0 0,0 0 0,0 0 0,0 0 0,0 0 0,0 0 0,0 0 0,0 0 0,0 0 0,1 0 0,-1 0 0,0 0 0,0 0 0,0 0 0,0 0 0,-8-3 0,-6-6 0,-1-4 0,1 0 0,0-1 0,1-1 0,1 0 0,-13-19 0,-43-88 0,64 114 0,2 6 0,1 1 0,0-1 0,0 0 0,0 0 0,0 0 0,0 0 0,0 0 0,1 0 0,-1 0 0,1 0 0,-1-3 0,18 16 0,6 5 0,2-1 0,0-1 0,0-1 0,1-1 0,1-1 0,0-2 0,33 8 0,-37-12 0,0-2 0,0 0 0,0-1 0,0-1 0,1-1 0,-1-1 0,0-1 0,0-2 0,29-7 0,-43 9 0,0-1 0,0-1 0,-1 0 0,1 0 0,8-6 0,-15 9 0,0 0 0,0-1 0,0 1 0,0 0 0,0-1 0,-1 0 0,1 1 0,0-1 0,-1 0 0,0 0 0,1 0 0,-1 0 0,0 0 0,0 0 0,0 0 0,0 0 0,0-1 0,0 1 0,-1 0 0,1-1 0,-1 1 0,0 0 0,0-1 0,1 1 0,-2-4 0,0 3 0,0 0 0,0 1 0,0-1 0,-1 0 0,1 1 0,-1-1 0,0 1 0,0-1 0,1 1 0,-2 0 0,1 0 0,0 0 0,0 0 0,-1 0 0,1 0 0,-1 1 0,1-1 0,-5-1 0,0 0 0,0 0 0,0 0 0,-1 1 0,1 0 0,-1 0 0,-8-1 0,9 3 0,1-1 0,-1 1 0,1 0 0,-1 0 0,1 1 0,-12 2 0,16-2 0,1-1 0,-1 1 0,0 0 0,0 0 0,1 0 0,-1 0 0,0 0 0,1 0 0,-1 0 0,1 0 0,0 1 0,-1-1 0,1 1 0,0-1 0,0 1 0,0-1 0,0 1 0,0 0 0,0-1 0,0 1 0,1 0 0,-1 0 0,1-1 0,-1 1 0,1 0 0,0 0 0,-1 2 0,1 4 0,0 0 0,0 0 0,1-1 0,0 1 0,0 0 0,1 0 0,0-1 0,0 1 0,0-1 0,1 1 0,1-1 0,-1 0 0,1 0 0,0-1 0,1 1 0,-1-1 0,7 6 0,-4-4 0,1 0 0,0-1 0,0 0 0,1 0 0,0-1 0,0 0 0,1-1 0,-1 0 0,1-1 0,1 1 0,18 4 0,-25-8-65,-1-1 0,1 1 0,-1-1 0,1 0 0,-1 0 0,1 0 0,-1 0 0,1-1 0,-1 0 0,1 1 0,-1-1 0,0 0 0,1-1 0,-1 1 0,0 0 0,0-1 0,0 0 0,0 0 0,0 0 0,5-4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35.8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102 1 24575,'-1'0'0,"-12"0"0,1 0 0,-17 4 0,27-4 0,-1 0 0,0 1 0,1 0 0,-1-1 0,1 1 0,-1 0 0,1 0 0,-1 1 0,1-1 0,0 0 0,0 1 0,-1-1 0,1 1 0,0 0 0,1 0 0,-1 0 0,-2 3 0,3-4 0,1 1 0,-1-1 0,1 1 0,-1-1 0,1 1 0,0 0 0,0-1 0,0 1 0,0-1 0,0 1 0,0 0 0,0-1 0,0 1 0,1-1 0,-1 1 0,0 0 0,1-1 0,0 1 0,-1-1 0,1 0 0,2 4 0,1 2 0,2 1 0,9 11 0,-9-13 0,10 12 0,1-2 0,26 21 0,-28-25 0,0 0 0,-2 1 0,1 0 0,21 29 0,-34-41 0,-1 0 0,1 0 0,0 0 0,-1 0 0,1 0 0,-1 0 0,0 0 0,1 0 0,-1 0 0,0 0 0,1 0 0,-1 0 0,0 0 0,0 0 0,0 0 0,0 0 0,0 0 0,0 0 0,0 0 0,-1 1 0,1-1 0,-1 0 0,1 0 0,-1 0 0,1-1 0,-1 1 0,0 0 0,1-1 0,-1 1 0,0-1 0,1 1 0,-1-1 0,0 1 0,0-1 0,0 1 0,0-1 0,0 0 0,1 1 0,-3-1 0,-4 1 0,-1 1 0,1-2 0,-1 1 0,-11-2 0,13 1 0,-57-4 0,56 3 0,0 0 0,1-1 0,-1 1 0,1-1 0,-1-1 0,1 1 0,-7-4 0,13 5 0,-1 1 0,1 0 0,-1-1 0,1 1 0,-1 0 0,1-1 0,-1 1 0,1 0 0,0-1 0,-1 1 0,1-1 0,0 1 0,-1-1 0,1 1 0,0-1 0,0 1 0,-1-1 0,1 0 0,0 1 0,0-1 0,0 1 0,0-1 0,0 1 0,0-1 0,0 0 0,0 1 0,0-1 0,0 1 0,0-1 0,0 1 0,0-1 0,0 1 0,1-1 0,-1 0 0,0 1 0,0-1 0,1 1 0,-1-1 0,0 1 0,1-1 0,-1 1 0,0 0 0,1-1 0,-1 1 0,1-1 0,-1 1 0,1 0 0,0-1 0,3-2 0,-1 0 0,1 0 0,0 1 0,7-4 0,70-27 0,8-3 0,-83 33 0,5-2 0,0-1 0,0 0 0,10-9 0,-19 14 0,0-1 0,0 1 0,0-1 0,0 0 0,0 1 0,-1-1 0,1 0 0,-1 0 0,1 0 0,-1-1 0,0 1 0,0 0 0,0 0 0,0-1 0,0 1 0,0-1 0,-1 1 0,1 0 0,-1-1 0,1 1 0,-1-6 0,0 7 0,-1 0 0,1-1 0,0 1 0,0 0 0,-1 0 0,1-1 0,-1 1 0,1 0 0,-1 0 0,1 0 0,-1 0 0,0 0 0,0 0 0,1 0 0,-1 0 0,0 0 0,0 0 0,0 0 0,0 0 0,0 1 0,0-1 0,0 0 0,0 1 0,0-1 0,-1 1 0,1-1 0,0 1 0,0-1 0,-1 1 0,1 0 0,0 0 0,0 0 0,-1 0 0,1 0 0,0 0 0,0 0 0,-1 0 0,-1 0 0,1 1 0,-1-1 0,1 1 0,-1 0 0,1 0 0,-1 0 0,1 0 0,-1 0 0,1 0 0,0 0 0,0 1 0,0-1 0,0 1 0,0 0 0,0 0 0,0-1 0,0 1 0,1 0 0,-3 4 0,2 1 0,-1 1 0,2 0 0,-1 0 0,1 0 0,0 0 0,1 0 0,0 1 0,0-1 0,0 0 0,1 0 0,4 15 0,-3-20 0,-1 1 0,1-1 0,0 0 0,-1 0 0,2 0 0,-1 0 0,0 0 0,0-1 0,1 1 0,0-1 0,-1 1 0,1-1 0,0 0 0,0 0 0,0 0 0,1-1 0,-1 1 0,0-1 0,0 0 0,7 2 0,-5-1 0,0-1 0,0 0 0,0 0 0,0 0 0,0-1 0,0 0 0,1 0 0,-1 0 0,0 0 0,0-1 0,0 0 0,0 0 0,10-4 0,84-47 0,-94 49 0,0 2 0,0-1 0,1 0 0,-1 1 0,1 0 0,0 1 0,-1-1 0,1 1 0,-1 0 0,8 1 0,9 2 0,29 8 0,-19-4 0,161 24 0,-83-15 0,-103-15 0,19 3 0,-25-4 0,0 0 0,0 0 0,0 0 0,0 0 0,1 0 0,-1 0 0,0 0 0,0 0 0,0-1 0,0 1 0,0 0 0,0-1 0,0 1 0,0 0 0,0-1 0,0 1 0,-1-1 0,3-1 0,-3 2 2,0-1 0,0 1 1,0 0-1,0-1 0,0 1 0,0-1 0,0 1 0,0-1 0,0 1 0,-1-1 0,1 1 0,0-1 0,0 1 1,0 0-1,0-1 0,-1 1 0,1-1 0,0 1 0,0 0 0,-1-1 0,1 1 0,0 0 0,-1-1 1,1 1-1,0 0 0,-1-1 0,1 1 0,-1 0 0,1 0 0,-1-1 0,-13-8-1157,13 9 880,-13-7-6551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36.2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1 24575,'12'62'0,"3"0"0,3-1 0,2 0 0,39 81 0,-40-103 0,-3-4 0,2-2 0,40 61 0,-57-94 0,-1 1 0,1 0 0,-1 0 0,1-1 0,-1 1 0,1 0 0,0-1 0,-1 1 0,1 0 0,0-1 0,0 1 0,-1-1 0,1 1 0,0-1 0,0 0 0,0 1 0,-1-1 0,1 0 0,2 1 0,-3-1 0,0-1 0,1 1 0,-1 0 0,1 0 0,-1-1 0,1 1 0,-1 0 0,0-1 0,1 1 0,-1 0 0,0-1 0,1 1 0,-1 0 0,0-1 0,1 1 0,-1-1 0,0 1 0,0-1 0,0 1 0,1-1 0,-1 1 0,0 0 0,0-1 0,0 0 0,1-4 0,0 1 0,-1-1 0,0 1 0,0-1 0,0 0 0,-1-5 0,-2-3 0,0 0 0,-1 1 0,-1 0 0,0 0 0,-1 0 0,-7-11 0,-2-2 0,-31-36 0,41 55 0,-1-1 0,0 1 0,-1 1 0,1-1 0,-1 1 0,0 0 0,-1 1 0,1 0 0,-1 0 0,1 0 0,-1 1 0,-13-3 0,15 4 0,0 1 0,0 0 0,0 1 0,0-1 0,0 1 0,-1 0 0,1 1 0,0-1 0,0 1 0,0 0 0,0 1 0,0-1 0,0 1 0,1 1 0,-1-1 0,1 1 0,-1 0 0,-5 4 0,-40 35-1365,37-30-5461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36.8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223 5 24575,'-7'0'0,"-5"-2"0,-1 1 0,0 0 0,0 1 0,1 0 0,-1 1 0,0 1 0,-22 5 0,34-6 0,0-1 0,0 0 0,-1 1 0,1-1 0,0 1 0,0-1 0,0 1 0,0 0 0,0-1 0,1 1 0,-1 0 0,0 0 0,0-1 0,0 1 0,0 0 0,1 0 0,-1 0 0,1 0 0,-1 0 0,0 0 0,1 1 0,-1-1 0,1 1 0,0-1 0,0 0 0,0 0 0,1 0 0,-1 1 0,0-1 0,0 0 0,1 0 0,-1 0 0,0 0 0,1 0 0,-1 0 0,1 0 0,0 0 0,0 2 0,4 3 0,-1-1 0,1 0 0,0 0 0,1-1 0,7 6 0,29 18 0,57 26 0,14 8 0,-110-60 0,3 2 0,0 0 0,0 0 0,0 1 0,7 7 0,-12-12 0,0 1 0,-1 0 0,1-1 0,-1 1 0,0 0 0,1-1 0,-1 1 0,1 0 0,-1-1 0,0 1 0,0 0 0,1 0 0,-1-1 0,0 1 0,0 0 0,0 0 0,0-1 0,0 1 0,0 0 0,0 1 0,-1-1 0,1 0 0,-1 0 0,0 0 0,1 0 0,-1 0 0,0-1 0,0 1 0,0 0 0,1 0 0,-1-1 0,0 1 0,0-1 0,0 1 0,0-1 0,0 1 0,0-1 0,0 1 0,0-1 0,-2 0 0,-14 4 0,1-2 0,-1 0 0,1-1 0,-34-2 0,19 0 0,-194 0-1365,201 1-5461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37.4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374 91 24575,'-154'-62'0,"131"55"0,0 1 0,-1 1 0,0 1 0,-44-2 0,64 6 0,1 0 0,0 0 0,-1 0 0,1 1 0,0-1 0,0 1 0,0 0 0,-1 0 0,1 0 0,0 0 0,0 1 0,0-1 0,-3 3 0,5-3 0,0 0 0,1 0 0,-1-1 0,0 1 0,0 0 0,1 0 0,-1 0 0,1 0 0,-1 0 0,1 0 0,-1 0 0,1 0 0,-1 0 0,1 0 0,0 1 0,-1 0 0,1 0 0,0 0 0,1 0 0,-1 0 0,0-1 0,1 1 0,-1 0 0,1 0 0,-1 0 0,1-1 0,0 1 0,-1 0 0,3 2 0,1 2 0,1 0 0,0-1 0,0 0 0,0 0 0,0 0 0,1 0 0,-1-1 0,1 0 0,1 0 0,-1-1 0,8 4 0,-6-3 0,-1-1 0,1-1 0,0 1 0,1-1 0,-1-1 0,0 1 0,1-1 0,-1-1 0,11 0 0,-12 0 0,-1-1 0,1-1 0,-1 1 0,1-1 0,-1 0 0,0-1 0,8-3 0,-11 4 0,1 0 0,-1 0 0,0-1 0,0 1 0,0 0 0,0-1 0,-1 0 0,1 0 0,-1 0 0,1 0 0,-1 0 0,0 0 0,3-7 0,2-1 0,-7 11 0,1 0 0,-1-1 0,0 1 0,0 0 0,1 0 0,-1 0 0,0 0 0,0 0 0,1 0 0,-1 0 0,0 0 0,0 0 0,1 0 0,-1 0 0,0 0 0,1 0 0,-1 0 0,0 0 0,0 0 0,1 0 0,-1 0 0,0 0 0,0 0 0,1 0 0,-1 0 0,0 1 0,2 0 0,0 1 0,0 0 0,0 0 0,-1 0 0,1 0 0,-1 0 0,2 2 0,3 6 0,5 3-455,1-1 0,24 22 0,-26-27-6371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38.8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351 484 24575,'-69'-27'0,"22"7"0,-1 2 0,-70-16 0,114 33 0,0 1 0,1-1 0,-1 1 0,0 0 0,0 0 0,0 0 0,0 0 0,1 0 0,-1 1 0,-5 1 0,8-1 0,-1 0 0,1-1 0,0 1 0,-1 0 0,1 0 0,0 0 0,0 0 0,0 0 0,0 0 0,0 0 0,0 0 0,0 0 0,0 1 0,0-1 0,0 0 0,1 0 0,-1 1 0,0-1 0,1 1 0,-1-1 0,1 1 0,0-1 0,-1 1 0,1-1 0,0 1 0,0-1 0,0 1 0,1 2 0,-1 0 0,1 1 0,0-1 0,0 1 0,1-1 0,-1 0 0,1 0 0,0 1 0,0-1 0,0 0 0,1-1 0,0 1 0,-1 0 0,1-1 0,1 1 0,4 3 0,3 3 0,1 0 0,0-1 0,19 11 0,-23-16 0,1 1 0,-1-1 0,1 0 0,0-1 0,1 0 0,-1 0 0,17 2 0,-23-5 0,1 0 0,-1 1 0,0-2 0,0 1 0,0 0 0,0 0 0,0-1 0,0 0 0,0 0 0,0 0 0,0 0 0,0 0 0,0 0 0,0-1 0,-1 1 0,1-1 0,-1 0 0,1 0 0,-1 0 0,0 0 0,1 0 0,-1-1 0,0 1 0,0-1 0,-1 1 0,1-1 0,2-5 0,-1 2 0,-1-1 0,0 0 0,0 0 0,-1 0 0,0 0 0,0 0 0,0 0 0,-1 0 0,0 0 0,-1 0 0,-2-13 0,-1-2 0,-1 0 0,-12-29 0,5 21 0,-2 0 0,-1 0 0,-34-51 0,20 41 0,-66-68 0,94 107 0,-17-14 0,17 14 0,1 1 0,0 0 0,-1 0 0,1 0 0,0-1 0,0 1 0,-1 0 0,1 0 0,0 0 0,-1 0 0,1 0 0,-1-1 0,1 1 0,0 0 0,-1 0 0,1 0 0,0 0 0,-1 0 0,1 0 0,0 0 0,-1 1 0,1-1 0,-1 0 0,1 0 0,0 0 0,-1 0 0,1 0 0,0 0 0,-1 1 0,1-1 0,0 0 0,0 0 0,-1 0 0,1 1 0,0-1 0,-1 0 0,1 1 0,0-1 0,0 0 0,0 0 0,-1 1 0,1-1 0,0 0 0,0 1 0,0-1 0,0 0 0,0 1 0,0-1 0,0 1 0,-1-1 0,1 0 0,0 1 0,0-1 0,0 0 0,1 1 0,-1 0 0,-1 7 0,2 0 0,-1 0 0,1 0 0,0 1 0,1-1 0,-1 0 0,2-1 0,-1 1 0,6 10 0,5 11 0,19 27 0,-27-47 0,8 12 0,1-1 0,1 0 0,1-1 0,0 0 0,2-2 0,0 0 0,34 25 0,-38-33 0,0 0 0,0-1 0,1 0 0,0-1 0,0-1 0,1 0 0,-1-1 0,1-1 0,1 0 0,-1-1 0,0-1 0,26 0 0,-33-2 0,-1-1 0,1 0 0,0 0 0,-1-1 0,1-1 0,-1 1 0,0-1 0,0-1 0,0 1 0,0-1 0,12-9 0,-17 11 0,1-1 0,-1 0 0,0 1 0,0-2 0,0 1 0,-1 0 0,1 0 0,-1-1 0,1 1 0,-1-1 0,0 0 0,-1 0 0,1 0 0,-1 0 0,1 0 0,-1 0 0,-1 0 0,1 0 0,0 0 0,-1-1 0,0 1 0,0 0 0,0 0 0,-1-1 0,-1-7 0,1 9 0,1 1 0,-1-1 0,0 0 0,0 1 0,-1-1 0,1 1 0,0 0 0,-1-1 0,0 1 0,1 0 0,-1 0 0,0 0 0,0 0 0,0 0 0,-1 0 0,1 1 0,0-1 0,-1 1 0,1-1 0,-1 1 0,1 0 0,-1 0 0,-3-1 0,4 2 0,0-1 0,0 1 0,-1 0 0,1 0 0,0 0 0,0 0 0,0 0 0,-1 0 0,1 1 0,0-1 0,0 1 0,0-1 0,0 1 0,0 0 0,0 0 0,0 0 0,0 0 0,0 0 0,0 0 0,0 1 0,1-1 0,-1 1 0,0-1 0,1 1 0,0 0 0,-1-1 0,1 1 0,0 0 0,-2 4 0,1-2 0,0 1 0,0 0 0,0 0 0,1 0 0,0 0 0,0 0 0,0 0 0,1 0 0,0 0 0,0 0 0,0 0 0,0 0 0,1 0 0,0 0 0,0 0 0,3 9 0,-2-8 0,1 0 0,0 0 0,0-1 0,0 1 0,0-1 0,1 1 0,0-1 0,0 0 0,0-1 0,1 1 0,0-1 0,9 8 0,1-4-114,-1 1 1,1-2-1,0 0 0,0 0 0,1-1 1,0-1-1,0-1 0,0-1 0,1 0 1,-1-1-1,27 1 0,-31-3-6712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39.3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222 729 24575,'9'-29'0,"-1"0"0,-1-1 0,6-53 0,-12 63 0,-1 0 0,-1 0 0,0 0 0,-2 0 0,0 0 0,-10-33 0,-1 14 0,-1 1 0,-1 0 0,-25-38 0,6 18 0,-47-56 0,81 113 0,-15-17 0,15 18 0,1 0 0,0-1 0,0 1 0,-1 0 0,1 0 0,0 0 0,0-1 0,-1 1 0,1 0 0,0 0 0,-1 0 0,1 0 0,0 0 0,-1-1 0,1 1 0,0 0 0,-1 0 0,1 0 0,-1 0 0,1 0 0,0 0 0,-1 0 0,1 0 0,0 0 0,-1 1 0,1-1 0,0 0 0,-1 0 0,1 0 0,0 0 0,-1 0 0,1 1 0,0-1 0,0 0 0,-1 0 0,1 0 0,0 1 0,0-1 0,-1 0 0,1 0 0,0 1 0,0-1 0,0 0 0,-1 1 0,1-1 0,0 0 0,0 1 0,0-1 0,0 0 0,0 1 0,0-1 0,0 0 0,-1 1 0,1-1 0,0 0 0,0 1 0,1-1 0,-1 1 0,-3 21 0,2 1 0,0-1 0,2 1 0,6 43 0,-5-51 0,4 22 0,1 0 0,1 0 0,3-1 0,1-1 0,1 0 0,2 0 0,1-1 0,2-1 0,1-1 0,35 45 0,-43-65 30,0 1 0,1-1 0,23 17 0,-28-23-195,1-1 0,0 0 0,0-1 0,1 1 0,-1-2 0,1 1 0,0-1 0,10 2 0,-2-2-6661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40.3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0 24575,'-8'1'0,"1"1"0,0-1 0,-1 2 0,1-1 0,0 1 0,0 0 0,-10 6 0,15-8 0,0 0 0,0 1 0,1-1 0,-1 0 0,1 1 0,-1-1 0,1 1 0,0 0 0,-1-1 0,1 1 0,0 0 0,0 0 0,0 0 0,0 0 0,1 0 0,-1 0 0,0 0 0,1 0 0,0 0 0,-1 0 0,1 0 0,0 0 0,0 0 0,0 1 0,0-1 0,1 0 0,-1 0 0,0 0 0,1 0 0,0 0 0,0 3 0,5 6 0,1 1 0,0-1 0,0 0 0,1 0 0,0-1 0,12 12 0,-16-18 0,0 0 0,1 0 0,-1 0 0,1-1 0,0 1 0,-1-1 0,2 0 0,7 3 0,-11-5 0,-1 0 0,1-1 0,-1 0 0,1 1 0,0-1 0,-1 0 0,1 0 0,0 1 0,-1-1 0,1-1 0,0 1 0,-1 0 0,1 0 0,0-1 0,-1 1 0,1-1 0,-1 1 0,1-1 0,-1 1 0,1-1 0,-1 0 0,1 0 0,-1 0 0,0 0 0,1 0 0,-1 0 0,0 0 0,0-1 0,0 1 0,0 0 0,0-1 0,0 1 0,1-3 0,0 0 0,0-1 0,0 1 0,-1 0 0,0 0 0,0-1 0,0 1 0,-1-1 0,1 1 0,-1-1 0,0 1 0,0-1 0,-1 1 0,1-1 0,-1 1 0,0-1 0,-2-6 0,-1 1 0,0 0 0,0 0 0,-1 0 0,0 1 0,-12-16 0,16 24 0,1 1 0,0 0 0,0-1 0,-1 1 0,1-1 0,0 1 0,-1-1 0,1 1 0,-1 0 0,1-1 0,0 1 0,-1 0 0,1 0 0,-1-1 0,1 1 0,-1 0 0,1 0 0,-1-1 0,-2 7 0,6 15 0,0-14 0,0 0 0,1 0 0,0-1 0,0 1 0,0-1 0,1 0 0,-1 0 0,1-1 0,1 1 0,-1-1 0,8 5 0,-9-7 0,0 0 0,0 0 0,0-1 0,0 1 0,0-1 0,1 0 0,-1 0 0,1 0 0,-1-1 0,1 0 0,0 1 0,-1-2 0,1 1 0,0-1 0,0 1 0,0-1 0,0-1 0,7 0 0,-9 0 0,0 0 0,-1-1 0,1 1 0,0-1 0,0 0 0,-1 0 0,1 0 0,-1 0 0,1 0 0,-1 0 0,0-1 0,0 1 0,0-1 0,2-3 0,-2 3 0,0-1 0,0 1 0,0-1 0,-1 1 0,1-1 0,-1 0 0,0 0 0,0 0 0,0 1 0,-1-1 0,1-4 0,-3 1 0,0 14 0,-3 13 0,5-17 0,0 0 0,0 0 0,0 0 0,0-1 0,0 1 0,1 0 0,0 0 0,0 3 0,-1-5 0,1-1 0,-1 1 0,0 0 0,1-1 0,-1 1 0,0 0 0,1-1 0,-1 1 0,1-1 0,-1 1 0,1-1 0,-1 1 0,1-1 0,0 1 0,-1-1 0,1 0 0,-1 1 0,1-1 0,0 0 0,-1 1 0,1-1 0,0 0 0,0 0 0,-1 0 0,1 0 0,0 1 0,-1-1 0,1 0 0,0 0 0,0 0 0,-1-1 0,1 1 0,0 0 0,0 0 0,-1 0 0,1 0 0,0-1 0,0 1 0,6-4 0,0 1 0,0-1 0,0 0 0,0-1 0,-1 1 0,7-7 0,20-14 0,-32 24 0,0 1 0,0-1 0,0 0 0,1 1 0,-1-1 0,0 1 0,0-1 0,0 1 0,0 0 0,0-1 0,1 1 0,-1 0 0,0 0 0,0 0 0,0 0 0,1 0 0,-1 0 0,0 0 0,0 0 0,1 1 0,-1-1 0,0 0 0,0 1 0,0-1 0,0 1 0,0-1 0,0 1 0,0 0 0,0-1 0,0 1 0,0 0 0,0 0 0,0-1 0,0 1 0,0 0 0,0 0 0,-1 0 0,1 0 0,0 1 0,3 5 0,-1 0 0,0 1 0,-1-1 0,1 0 0,1 9 0,-2-7 0,34 153 0,7 24 0,-38-169 0,2 6 0,-1 1 0,-1 0 0,3 38 0,-8-61 0,0 0 0,0 0 0,0 0 0,0 0 0,0 0 0,0 0 0,0 0 0,-1 0 0,1 0 0,0 0 0,0 0 0,-1 0 0,1 0 0,-1 0 0,1 0 0,-1 0 0,1 0 0,-1 0 0,-1 1 0,1-2 0,1 1 0,-1-1 0,0 0 0,1 0 0,-1 1 0,0-1 0,0 0 0,1 0 0,-1 0 0,0 0 0,0 0 0,0 0 0,1 0 0,-1 0 0,0 0 0,0 0 0,1-1 0,-1 1 0,0 0 0,0-1 0,-6-2 0,1 0 0,0-1 0,1 0 0,-9-7 0,11 9 0,-21-18 0,-30-32 0,46 44 0,1-1 0,0 0 0,0 0 0,1 0 0,0-1 0,1 0 0,-6-14 0,9 19 0,1 1 0,0-1 0,0 1 0,0-1 0,1 0 0,-1 1 0,1-1 0,0 0 0,0 1 0,1-1 0,0 0 0,-1 1 0,3-6 0,-2 8 0,0 0 0,0 0 0,0 0 0,0 0 0,0 0 0,1 0 0,-1 1 0,1-1 0,-1 0 0,1 1 0,0-1 0,0 1 0,-1-1 0,1 1 0,0 0 0,0 0 0,0 0 0,1 0 0,-1 0 0,0 0 0,0 1 0,0-1 0,1 1 0,-1 0 0,0-1 0,0 1 0,5 0 0,5 2-1365,-2 1-5461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42.3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0 114 24575,'1'0'0,"15"41"0,24 43 0,-33-73 0,-1 0 0,1-1 0,1 0 0,0 0 0,0 0 0,1-1 0,0 0 0,19 13 0,-24-20 0,0 1 0,1 0 0,0-1 0,0 0 0,0 0 0,0-1 0,0 1 0,0-1 0,0 0 0,0 0 0,0-1 0,1 0 0,-1 0 0,0 0 0,10-2 0,-11 2 0,0-2 0,0 1 0,-1 0 0,1-1 0,0 0 0,0 1 0,-1-2 0,1 1 0,-1 0 0,0-1 0,0 1 0,0-1 0,0 0 0,0 0 0,0 0 0,-1-1 0,1 1 0,-1 0 0,0-1 0,2-5 0,0 1 0,-2-1 0,1 1 0,-1-1 0,2-9 0,-4 15 0,1 0 0,-1 0 0,0-1 0,0 1 0,0 0 0,0 0 0,0 0 0,-1 0 0,1 0 0,-1 0 0,0 0 0,0 0 0,0 0 0,0 1 0,-3-5 0,4 7 0,0 0 0,0 0 0,0 0 0,0 0 0,0 0 0,0 0 0,0 0 0,0 0 0,0 0 0,0 0 0,0 0 0,0 0 0,0 0 0,0 0 0,0 0 0,0-1 0,0 1 0,0 0 0,0 0 0,0 0 0,0 0 0,0 0 0,0 0 0,0 0 0,0 0 0,0 0 0,0 0 0,-1 0 0,1 0 0,0 0 0,0 0 0,0 0 0,0 0 0,0 0 0,0 0 0,0 0 0,0 0 0,0 0 0,0 0 0,0 0 0,0 0 0,0 0 0,0 0 0,0 0 0,0 0 0,0 0 0,-1 0 0,1 0 0,0 0 0,0 0 0,0 1 0,0-1 0,0 0 0,0 0 0,0 0 0,0 0 0,0 0 0,0 0 0,0 0 0,0 0 0,0 0 0,0 0 0,0 0 0,0 0 0,-1 6 0,3 8 0,0-11 0,0 1 0,0-1 0,0 1 0,1-1 0,-1 0 0,1 0 0,0 0 0,-1 0 0,1 0 0,1-1 0,-1 1 0,0-1 0,1 0 0,-1 0 0,1 0 0,-1 0 0,1-1 0,0 1 0,0-1 0,0 0 0,0 0 0,0-1 0,0 1 0,0-1 0,0 0 0,0 0 0,0 0 0,0 0 0,0-1 0,4-1 0,-3 2 0,-1-1 0,1 0 0,-1-1 0,1 1 0,-1-1 0,0 0 0,1 0 0,-1 0 0,0-1 0,-1 1 0,1-1 0,0 0 0,-1 0 0,0-1 0,1 1 0,-1 0 0,0-1 0,-1 0 0,1 0 0,-1 0 0,0 0 0,0 0 0,0 0 0,0-1 0,-1 1 0,2-5 0,-3 4 4,0 0 0,1 1 0,-1-1 0,-1 0 0,1 0 0,-1 1 0,0-1 0,0 1 0,0-1 0,-1 1 0,1-1 0,-1 1 0,0 0 0,-1 0 0,1 0 0,-1 0 0,1 0 0,-1 0 0,0 1 0,-7-6 0,-4-4-170,-1 2 0,-1 0 0,-30-17 0,23 15-619,-1-1-6041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43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24575,'10'32'0,"74"190"0,-72-197 0,1-1 0,0 0 0,2-1 0,1-1 0,1 0 0,32 32 0,-46-51 0,0 0 0,1-1 0,-1 1 0,1-1 0,-1 0 0,1 0 0,0 0 0,7 3 0,-10-5 0,0 0 0,0 0 0,0 1 0,0-1 0,0 0 0,1 0 0,-1 0 0,0 0 0,0 0 0,0-1 0,0 1 0,0 0 0,0 0 0,0-1 0,0 1 0,1 0 0,-1-1 0,0 1 0,-1-1 0,1 0 0,0 1 0,0-1 0,0 0 0,0 1 0,0-1 0,-1 0 0,1 0 0,0 0 0,-1 0 0,1 0 0,0 0 0,-1 0 0,1 0 0,-1 0 0,0 0 0,1 0 0,-1-2 0,2-2 0,-1 0 0,0-1 0,-1 1 0,1-1 0,-1 1 0,0-1 0,-1 1 0,1 0 0,-1-1 0,-2-7 0,1 5 0,0 1 0,-1 0 0,0 0 0,0 0 0,-1 0 0,-7-11 0,8 16 0,5 8 0,5 9 0,1-1 0,1 0 0,1-1 0,0 0 0,1-1 0,14 13 0,-16-18 0,0 1 0,1-1 0,0-1 0,1 0 0,-1 0 0,1-1 0,20 7 0,-19-9 0,0 0 0,0 0 0,0-1 0,0-1 0,0 0 0,0-1 0,1 0 0,20-3 0,-26 1 0,0 1 0,0-1 0,0 0 0,0-1 0,0 1 0,0-1 0,-1-1 0,0 1 0,1-1 0,-1 0 0,0-1 0,-1 0 0,1 1 0,-1-2 0,8-9 0,-10 11 0,-1-1 0,0 1 0,0 0 0,0-1 0,0 0 0,-1 1 0,0-1 0,0 0 0,0 0 0,0 0 0,-1 0 0,0 0 0,0 1 0,0-1 0,-1 0 0,1 0 0,-1 0 0,0 0 0,-1 1 0,1-1 0,-4-6 0,4 8 0,0 0 0,-1 0 0,1 0 0,-1 0 0,0 0 0,0 0 0,0 1 0,0-1 0,-1 1 0,1-1 0,-1 1 0,0 0 0,1 0 0,-1 0 0,0 0 0,0 0 0,0 1 0,-1-1 0,1 1 0,0 0 0,0 0 0,-1 0 0,1 1 0,0-1 0,-1 1 0,1-1 0,-1 1 0,1 0 0,-1 1 0,-5 0 0,7 0 0,0-1 0,0 1 0,0 0 0,0 0 0,0 0 0,1 0 0,-1 1 0,0-1 0,0 0 0,1 1 0,-1 0 0,1-1 0,0 1 0,-1 0 0,1-1 0,0 1 0,0 0 0,0 0 0,0 0 0,0 0 0,1 0 0,-1 0 0,0 0 0,1 0 0,0 0 0,-1 0 0,1 1 0,0 1 0,0 2 0,0 0 0,0 0 0,0 0 0,1 0 0,0 0 0,0-1 0,0 1 0,1 0 0,2 7 0,1-3 0,0-1 0,0-1 0,1 1 0,0-1 0,1 0 0,-1 0 0,2-1 0,-1 0 0,1 0 0,0-1 0,0 0 0,1 0 0,16 8 0,-11-8 0,1 0 0,0-1 0,0-1 0,0 0 0,1-1 0,-1-1 0,1 0 0,22-1 0,-22-1 0,0-1 0,0-1 0,24-5 0,-34 6 0,1-1 0,-1 0 0,1 0 0,-1-1 0,0 0 0,0 0 0,0-1 0,-1 0 0,1 0 0,9-9 0,-12 9 0,0 0 0,0 0 0,-1 0 0,0-1 0,0 1 0,0-1 0,0 0 0,-1 1 0,0-1 0,0 0 0,0 0 0,0 0 0,-1 0 0,0 1 0,0-8 0,-1 0 0,0-1 0,-1 1 0,0 0 0,-8-24 0,-10-7 0,16 36 0,0 0 0,1-1 0,0 1 0,0-1 0,0 0 0,1 0 0,0 0 0,1 0 0,-1-13 0,2 21 3,-1-1 1,1 0-1,0 1 0,0-1 0,0 0 0,1 1 0,-1-1 0,0 1 1,0-1-1,0 0 0,0 1 0,1-1 0,-1 0 0,0 1 1,0-1-1,1 1 0,-1-1 0,0 1 0,1-1 0,-1 1 0,1-1 1,-1 1-1,1-1 0,-1 1 0,1 0 0,-1-1 0,1 1 0,-1 0 1,1-1-1,0 1 0,-1 0 0,1 0 0,-1-1 0,1 1 1,0 0-1,-1 0 0,2 0 0,0 0-127,0 0 0,0 1 1,0-1-1,0 1 0,-1-1 0,1 1 1,0 0-1,0-1 0,0 1 0,-1 0 1,3 2-1,6 4-6702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43.5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176 33 24575,'-16'-6'0,"-2"-2"0,-33-7 0,46 14 0,1 0 0,-1 0 0,1 1 0,-1-1 0,0 1 0,0 0 0,1 1 0,-1-1 0,0 1 0,1 0 0,-1 0 0,-6 3 0,9-4 0,1 1 0,-1-1 0,1 1 0,0 0 0,-1 0 0,1 0 0,0 0 0,-1 0 0,1 0 0,0 0 0,0 1 0,0-1 0,0 0 0,0 0 0,1 1 0,-1-1 0,0 1 0,0-1 0,1 1 0,-1-1 0,0 4 0,1-3 0,0 1 0,0 0 0,0 0 0,1-1 0,-1 1 0,1 0 0,-1-1 0,1 1 0,0 0 0,0-1 0,0 1 0,2 2 0,-1 0 0,1 0 0,1 0 0,-1-1 0,1 1 0,-1-1 0,1 0 0,1 0 0,-1 0 0,0 0 0,1-1 0,9 6 0,-11-8 0,0 0 0,-1 0 0,1 0 0,0 0 0,0-1 0,0 1 0,0-1 0,0 0 0,0 0 0,0 0 0,0 0 0,0 0 0,0-1 0,0 1 0,4-2 0,0-1 0,0 0 0,-1-1 0,1 0 0,9-7 0,2-2 0,-17 13 3,1-1 0,-1 0 0,0 0 0,1 1 0,-1-1 0,0 1 0,1-1 0,-1 1 0,1-1 1,-1 1-1,1 0 0,-1 0 0,1 0 0,-1 0 0,1 0 0,-1 0 0,1 0 0,-1 0 0,0 1 0,1-1 0,-1 1 0,1-1 0,-1 1 0,0-1 0,1 1 0,-1 0 0,0-1 0,1 1 0,-1 0 0,0 0 0,0 0 0,0 0 0,0 0 0,0 0 0,0 1 0,0-1 0,0 1 0,4 6-268,0 0 0,-1 0-1,0 1 1,5 14 0,-8-22 111,3 11-6672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44.6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140 1 24575,'-4'9'0,"0"1"0,1 0 0,0 0 0,1 0 0,0 0 0,1 0 0,-1 18 0,2-21 0,1 0 0,0 0 0,0 0 0,0-1 0,1 1 0,0-1 0,0 1 0,1-1 0,0 0 0,0 0 0,0 0 0,7 9 0,5 4 0,-9-13 0,-1 0 0,0 1 0,0 0 0,-1 0 0,0 1 0,0-1 0,4 11 0,-8-17 0,1 0 0,-1 0 0,0 0 0,0 0 0,0-1 0,0 1 0,0 0 0,0 0 0,0 0 0,0 0 0,0 0 0,0-1 0,0 1 0,-1 0 0,1 0 0,0 0 0,-1-1 0,1 1 0,0 0 0,-1 0 0,1-1 0,-1 1 0,0 1 0,-1-1 0,1 0 0,-1 0 0,1 0 0,-1 0 0,1 0 0,-1-1 0,0 1 0,1 0 0,-1-1 0,0 0 0,-2 1 0,-5 0 0,-1 0 0,0-1 0,-14-2 0,19 2 0,-98-13-1365,84 11-5461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46.5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24575,'-2'4'0,"0"1"0,0-1 0,1 1 0,-1 0 0,1 0 0,0 0 0,1 0 0,-1 0 0,1 0 0,1 9 0,0-6 0,0 1 0,1-1 0,0 0 0,1 0 0,6 15 0,-2-9 0,1-1 0,0 0 0,1 0 0,0-1 0,1 0 0,18 17 0,-19-21 0,1 0 0,18 11 0,-23-16 0,1 0 0,-1 0 0,1-1 0,-1 0 0,1 0 0,-1 0 0,12 1 0,-15-3 0,-1 0 0,1 0 0,0 0 0,0 0 0,-1 0 0,1 0 0,0-1 0,0 1 0,-1-1 0,1 1 0,0-1 0,-1 0 0,1 1 0,0-1 0,-1 0 0,1 0 0,-1 0 0,2-2 0,0 0 0,-1 1 0,0-1 0,-1 1 0,1-1 0,0 0 0,-1 0 0,0 1 0,1-1 0,0-5 0,1-4 0,-1 0 0,0 1 0,-1-1 0,-1-16 0,-1 14 0,0 0 0,-1 0 0,-1 0 0,-6-17 0,-3-19 0,13 46 0,4 7 0,6 9 0,-9-11 0,53 58 0,108 88 0,-121-109-1365,-32-29-5461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46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24575,'5'12'0,"4"9"0,3 4 0,1 2 0,2-1 0,1 0 0,2 0 0,0-1 0,0-1 0,0-1 0,-2-2 0,0-3 0,-1-2 0,-1 0 0,1-4 0,-3-4-8191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47.0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290 1 24575,'-27'0'0,"-14"0"0,-2 0 0,1 2 0,5 2 0,4-1 0,5 2 0,6 0 0,5-1-8191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47.5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21 24575,'10'18'0,"62"101"0,-60-103 0,0 0 0,1-1 0,1 0 0,27 24 0,-38-37 0,-1 0 0,1-1 0,-1 1 0,1 0 0,0-1 0,-1 0 0,1 1 0,0-1 0,0 0 0,0-1 0,0 1 0,4 0 0,-5-1 0,-1 0 0,1 0 0,-1-1 0,1 1 0,-1 0 0,1-1 0,-1 1 0,1-1 0,-1 0 0,0 1 0,1-1 0,-1 0 0,0 0 0,1 0 0,-1 0 0,0 0 0,0 0 0,0 0 0,0 0 0,0 0 0,0-1 0,0 1 0,-1 0 0,1-1 0,1-2 0,1-4 0,0 0 0,-1 0 0,0 0 0,0 0 0,-1-1 0,1-15 0,-4-51 0,-5 35 0,5 30 0,0-1 0,0-13 0,2 23 0,-1 1 0,1-1 0,0 1 0,0-1 0,0 0 0,0 1 0,0-1 0,0 1 0,0-1 0,0 0 0,0 1 0,1-1 0,-1 1 0,0-1 0,0 0 0,0 1 0,1-1 0,-1 1 0,0-1 0,1 1 0,-1-1 0,0 1 0,1-1 0,-1 1 0,1-1 0,-1 1 0,1 0 0,-1-1 0,1 1 0,-1 0 0,1-1 0,-1 1 0,1 0 0,-1 0 0,1-1 0,-1 1 0,1 0 0,0 0 0,-1 0 0,1 0 0,-1 0 0,1 0 0,0 0 0,-1 0 0,1 0 0,-1 0 0,1 0 0,0 0 0,-1 0 0,1 1 0,-1-1 0,1 0 0,0 0 0,-1 1 0,1-1 0,-1 0 0,1 1 0,6 3 0,0-1 0,-1 2 0,10 6 0,-12-7 0,57 44 0,92 95 0,-126-112-1365,-19-18-5461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48.0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90 24575,'-9'-4'0,"0"1"0,-1 0 0,1 1 0,-1 0 0,-16-1 0,24 2 0,1 1 0,-1 0 0,0 0 0,0 0 0,0 1 0,1-1 0,-1 0 0,0 1 0,0-1 0,1 1 0,-1-1 0,0 1 0,1 0 0,-1 0 0,1 0 0,-1 0 0,1 0 0,-1 0 0,1 0 0,-1 0 0,1 1 0,0-1 0,0 1 0,0-1 0,0 1 0,0-1 0,0 1 0,0-1 0,0 1 0,1 0 0,-1-1 0,1 1 0,-1 0 0,1 0 0,0-1 0,-1 1 0,1 0 0,0 2 0,0 2 0,1 0 0,-1 0 0,1-1 0,0 1 0,0 0 0,0 0 0,1-1 0,0 1 0,0-1 0,5 8 0,2 3 0,22 29 0,-27-41 0,-1 0 0,1 0 0,0-1 0,0 1 0,0-1 0,0 0 0,1 0 0,0 0 0,-1 0 0,1-1 0,0 0 0,0 0 0,0 0 0,1-1 0,5 2 0,-8-3 0,0 1 0,0-1 0,0 0 0,0 0 0,0 0 0,0 0 0,0-1 0,-1 1 0,1-1 0,0 0 0,0 1 0,0-1 0,-1-1 0,1 1 0,0 0 0,-1-1 0,1 1 0,-1-1 0,0 0 0,1 0 0,-1 0 0,0 0 0,0 0 0,0 0 0,-1 0 0,1-1 0,0 1 0,-1-1 0,2-3 0,0-3 0,0-1 0,0 0 0,-1 0 0,0 0 0,-1 0 0,0 0 0,-1 0 0,0 0 0,-1 0 0,0 0 0,0-1 0,-1 1 0,-5-15 0,5 19 9,0 1-1,-1 0 1,0-1-1,0 1 1,0 0 0,-1 0-1,0 1 1,0-1-1,0 1 1,0 0-1,0 0 1,-1 0-1,-6-3 1,4 2-174,0 2 0,-1-1 0,0 1 0,1 0 0,-1 1 0,0 0 0,0 0 0,-16-1 0,6 1-6661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49.0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55 24575,'60'58'0,"31"32"0,-75-71 0,0 1 0,17 30 0,-12-17 0,-19-31 0,0 1 0,0-1 0,0 1 0,0-1 0,0 0 0,1 0 0,-1 0 0,1 0 0,-1 0 0,4 1 0,-5-2 0,-1-1 0,1 0 0,-1 0 0,1 1 0,0-1 0,-1 0 0,1 0 0,-1 0 0,1 0 0,0 0 0,-1 0 0,1 0 0,-1 0 0,1 0 0,0 0 0,-1-1 0,1 1 0,-1 0 0,1 0 0,-1 0 0,2-1 0,-1 0 0,0 0 0,0 0 0,-1 0 0,1 0 0,0 0 0,-1 0 0,1 0 0,0 0 0,-1 0 0,1-1 0,-1 1 0,0 0 0,1 0 0,-1 0 0,0-2 0,1-7 0,-1 1 0,0-1 0,-1 1 0,0-1 0,0 1 0,-1-1 0,0 1 0,-5-14 0,3 11 0,0-1 0,1 1 0,1-1 0,-1-13 0,5-45 0,-1 62 0,0 1 0,1 0 0,0 0 0,0 0 0,1 0 0,5-11 0,-7 18 0,-1 0 0,1-1 0,-1 1 0,1 0 0,0 0 0,0 1 0,0-1 0,0 0 0,-1 0 0,1 0 0,0 0 0,0 1 0,1-1 0,-1 1 0,0-1 0,0 0 0,0 1 0,0 0 0,2-1 0,-1 1 0,0-1 0,0 1 0,1 0 0,-1 0 0,0 1 0,0-1 0,1 0 0,-1 1 0,0-1 0,2 2 0,6 2 0,-1 1 0,0 0 0,15 10 0,-16-9 0,92 62 0,-89-61-227,-1 1-1,0 0 1,0 0-1,-1 1 1,15 17-1,-16-15-6598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50.4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175 228 24575,'0'1'0,"37"101"0,-29-83 0,1 1 0,1-2 0,13 20 0,-21-35 0,2 1 0,-1-1 0,0 1 0,1-1 0,4 3 0,-7-5 0,-1-1 0,0 0 0,1 1 0,-1-1 0,1 0 0,-1 0 0,1 1 0,-1-1 0,1 0 0,-1 0 0,1 0 0,-1 0 0,1 0 0,-1 0 0,1 0 0,-1 0 0,1 0 0,-1 0 0,1 0 0,-1 0 0,1 0 0,0 0 0,-1-1 0,1 1 0,-1-1 0,0 1 0,1-1 0,-1 0 0,0 1 0,0-1 0,0 0 0,1 1 0,-1-1 0,0 0 0,0 0 0,0 1 0,0-1 0,0 0 0,0 1 0,0-1 0,0 0 0,0 1 0,-1-1 0,1 0 0,0 0 0,-2-6 0,0-1 0,-1 1 0,1 0 0,-1 0 0,-6-10 0,-25-33 0,21 30 0,-1-1 0,-66-94 0,59 88 0,-1 1 0,-29-26 0,46 47 0,-1 0 0,0 0 0,0 1 0,-11-7 0,17 11 0,0 0 0,0 0 0,0 0 0,0 0 0,0 0 0,0 0 0,0 0 0,0 0 0,0 0 0,0 0 0,0 0 0,0 0 0,0-1 0,0 1 0,0 0 0,0 0 0,-1 0 0,1 0 0,0 0 0,0 0 0,0 0 0,0 0 0,0 0 0,0 0 0,0 0 0,0 0 0,0 0 0,0 0 0,0 0 0,-1 0 0,1 0 0,0 0 0,0 0 0,0 0 0,0 0 0,0 0 0,0 0 0,0 0 0,0 0 0,0 0 0,0 0 0,0 0 0,-1 0 0,1 1 0,0-1 0,0 0 0,0 0 0,0 0 0,0 0 0,0 0 0,0 0 0,0 0 0,0 0 0,0 0 0,0 0 0,0 0 0,0 0 0,0 0 0,0 1 0,0-1 0,0 0 0,0 0 0,0 0 0,0 0 0,4 7 0,8 9 0,9 5 0,1-2 0,0-1 0,1 0 0,1-2 0,1 0 0,32 13 0,-41-21 0,0-1 0,1-1 0,0-1 0,0-1 0,1 0 0,-1-1 0,1 0 0,0-2 0,0 0 0,-1-1 0,26-4 0,-35 3 0,-1-1 0,1 0 0,-1 0 0,0 0 0,0-1 0,0 0 0,0-1 0,0 0 0,-1 0 0,0 0 0,0-1 0,0 1 0,0-2 0,-1 1 0,7-8 0,-9 9 0,0-1 0,0 1 0,-1-1 0,1 1 0,-1-1 0,0 0 0,-1 0 0,1 0 0,-1 0 0,0 0 0,0-1 0,0 1 0,-1 0 0,0 0 0,0-1 0,0 1 0,-1 0 0,0 0 0,0 0 0,0-1 0,0 1 0,-5-9 0,5 10 0,-1 1 0,0-1 0,0 1 0,0-1 0,0 1 0,-1 0 0,0 0 0,1 0 0,-1 0 0,0 0 0,0 1 0,-1-1 0,-5-3 0,7 5 0,0 0 0,0 0 0,0 1 0,-1-1 0,1 1 0,0-1 0,0 1 0,0 0 0,-1-1 0,1 1 0,0 1 0,0-1 0,0 0 0,-1 0 0,1 1 0,0-1 0,0 1 0,0 0 0,0 0 0,0-1 0,0 1 0,0 1 0,0-1 0,0 0 0,0 0 0,-2 3 0,-1 1 0,1-1 0,-1 1 0,1 0 0,0 0 0,0 1 0,1-1 0,0 1 0,0 0 0,0 0 0,0 0 0,1 0 0,0 0 0,1 1 0,-1-1 0,1 0 0,0 1 0,1-1 0,0 8 0,0-6 0,0 1 0,1-1 0,1 0 0,-1 0 0,1 0 0,1 0 0,-1 0 0,2-1 0,-1 1 0,1-1 0,0 0 0,0 0 0,1 0 0,5 6 0,0-2 0,2 0 0,-1-1 0,1 0 0,1-1 0,0 0 0,0-1 0,1 0 0,-1-1 0,2-1 0,-1 0 0,23 5 0,-19-6 0,1-2 0,0 0 0,0-1 0,0 0 0,0-2 0,0 0 0,0-1 0,0-1 0,19-5 0,-20 2-1365,-3 0-5461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51.0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57 24575,'55'180'0,"-41"-146"0,1 0 0,1-1 0,24 35 0,-23-41 0,-12-17 0,1 0 0,1-1 0,-1 1 0,14 13 0,-20-23 0,0 0 0,0 0 0,1 1 0,-1-1 0,0 0 0,0 0 0,0 0 0,0 0 0,0 1 0,0-1 0,0 0 0,1 0 0,-1 0 0,0 0 0,0 0 0,0 0 0,0 1 0,0-1 0,1 0 0,-1 0 0,0 0 0,0 0 0,0 0 0,1 0 0,-1 0 0,0 0 0,0 0 0,0 0 0,0 0 0,1 0 0,-1 0 0,0 0 0,0 0 0,0 0 0,1 0 0,-1 0 0,0 0 0,0 0 0,0 0 0,1 0 0,-1 0 0,0 0 0,0-1 0,0 1 0,0 0 0,0 0 0,1 0 0,-1 0 0,-1-13 0,-8-15 0,-9-8 0,-1 1 0,-37-51 0,-20-37 0,63 100 0,5 10 0,1-1 0,1 1 0,0-1 0,1 0 0,-7-26 0,12 38 0,0 1 0,-1-1 0,1 0 0,0 0 0,0 0 0,0 1 0,1-1 0,-1 0 0,0 0 0,1 0 0,-1 1 0,1-1 0,-1 0 0,1 1 0,0-1 0,0 0 0,2-2 0,-2 3 0,0 0 0,0 0 0,1 0 0,-1 0 0,0 0 0,1 1 0,-1-1 0,0 0 0,1 1 0,-1-1 0,1 1 0,-1-1 0,1 1 0,-1 0 0,1 0 0,0 0 0,-1 0 0,1 0 0,-1 0 0,1 0 0,1 1 0,8 1 0,0 1 0,-1 0 0,1 1 0,-1 0 0,0 1 0,19 11 0,-5 0 0,33 28 0,-56-43 0,8 7 0,-1 0 0,1 0 0,12 17 0,-20-23 0,1 0 0,-1 0 0,0 0 0,0 1 0,0-1 0,0 0 0,0 1 0,-1-1 0,1 0 0,0 5 0,-1-5 0,0-1 0,0 0 0,-1 1 0,1-1 0,0 0 0,0 0 0,-1 1 0,1-1 0,-1 0 0,1 0 0,-1 1 0,0-1 0,0 0 0,1 0 0,-1 0 0,0 0 0,0 0 0,0 0 0,0 0 0,0 0 0,-2 0 0,0 1 0,0 0 0,-1 0 0,1 0 0,-1-1 0,0 0 0,0 0 0,1 0 0,-1 0 0,0 0 0,-4-1 0,-44 0 0,32-1 0,-126-1-1365,134 2-5461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51.6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97 263 24575,'20'19'0,"-14"-13"0,0-1 0,1 1 0,10 6 0,-34-43 0,-33-44 0,31 49 0,1 0 0,-24-50 0,35 55 0,8 13 0,0 8 0,-1 0 0,1 0 0,-1 0 0,0 0 0,1 0 0,-1 0 0,1 0 0,-1 0 0,0 0 0,1 0 0,-1 0 0,1 0 0,-1 0 0,0 0 0,1 0 0,-1 0 0,0 1 0,1-1 0,-1 0 0,1 0 0,-1 0 0,0 1 0,0-1 0,1 0 0,21 15 0,30 27 0,-34-27 0,0 0 0,34 20 0,-39-29 0,0 0 0,0 0 0,1-2 0,0 1 0,0-2 0,17 3 0,-22-5 0,0 0 0,1 0 0,-1-1 0,0-1 0,1 1 0,-1-2 0,0 1 0,0-1 0,0 0 0,15-7 0,-20 7 0,0-1 0,0 1 0,0-1 0,0 0 0,0-1 0,-1 1 0,0-1 0,0 1 0,0-1 0,0 0 0,0 0 0,-1 0 0,1-1 0,-1 1 0,0-1 0,-1 1 0,1-1 0,-1 0 0,0 1 0,0-1 0,0-7 0,0 8 0,-1 1 0,1-1 0,-1 0 0,-1 0 0,1 0 0,0 0 0,-1 0 0,0 1 0,0-1 0,0 0 0,0 0 0,-1 1 0,1-1 0,-1 1 0,0 0 0,0-1 0,0 1 0,-1 0 0,1 0 0,-1 0 0,1 0 0,-1 1 0,0-1 0,0 1 0,-1 0 0,1-1 0,-5-1 0,6 3 0,-1 0 0,1 0 0,-1 0 0,0 0 0,1 0 0,-1 1 0,0-1 0,0 1 0,1 0 0,-1 0 0,0 0 0,0 0 0,1 1 0,-1-1 0,0 0 0,0 1 0,1 0 0,-1 0 0,1 0 0,-1 0 0,1 0 0,-1 1 0,-3 2 0,3-1 0,0-1 0,0 1 0,1 0 0,0 0 0,-1 0 0,1 0 0,0 1 0,0-1 0,1 0 0,-1 1 0,1 0 0,0-1 0,0 1 0,0 0 0,0-1 0,0 8 0,0-2 0,1 0 0,0 0 0,0 0 0,1 0 0,0 0 0,1 0 0,0 0 0,0-1 0,1 1 0,0 0 0,0-1 0,1 0 0,0 0 0,1 0 0,-1 0 0,2-1 0,-1 1 0,1-1 0,0-1 0,0 1 0,1-1 0,0 0 0,0-1 0,1 1 0,-1-1 0,1-1 0,0 0 0,0 0 0,11 3 0,2 0 60,35 6 0,-48-12-225,0 0 0,-1 0 0,1-1 0,0-1 0,0 1 0,0-1 0,-1 0 0,10-3 0,-8 1-6661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52.5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0 24575,'-4'1'0,"0"0"0,-1 0 0,1 0 0,0 0 0,0 0 0,-1 1 0,1 0 0,0 0 0,1 0 0,-1 0 0,0 1 0,-4 3 0,6-4 0,1 0 0,-1 0 0,1 0 0,-1 0 0,1 0 0,0 0 0,0 1 0,0-1 0,0 0 0,0 1 0,1-1 0,-1 0 0,1 1 0,-1-1 0,1 1 0,0-1 0,0 1 0,0-1 0,0 1 0,0-1 0,1 1 0,-1-1 0,2 4 0,0 1 0,1 1 0,0-1 0,0 0 0,1-1 0,0 1 0,0 0 0,6 6 0,40 41 0,-7-7 0,-34-36 0,2 2 0,-1 0 0,9 16 0,-18-28 0,-1-1 0,0 1 0,0-1 0,1 0 0,-1 1 0,0-1 0,0 1 0,0-1 0,1 1 0,-1-1 0,0 1 0,0-1 0,0 1 0,0-1 0,0 1 0,0-1 0,0 1 0,0-1 0,0 1 0,-1-1 0,1 1 0,0-1 0,0 1 0,0-1 0,0 1 0,-1-1 0,1 0 0,-1 1 0,1 0 0,-1 0 0,0-1 0,0 1 0,0 0 0,0-1 0,0 1 0,0-1 0,0 1 0,0-1 0,-1 0 0,1 0 0,-1 1 0,-7 0 0,1-1 0,-16-1 0,18 1 0,-7 0 0,-1-1 0,1-1 0,0 0 0,0-1 0,0 0 0,-19-8 0,32 11 0,0 0 0,-1 0 0,1 0 0,0 0 0,0 0 0,0 0 0,-1 0 0,1 0 0,0 0 0,0 0 0,0 0 0,-1-1 0,1 1 0,0 0 0,0 0 0,0 0 0,0 0 0,-1-1 0,1 1 0,0 0 0,0 0 0,0 0 0,0 0 0,0-1 0,0 1 0,0 0 0,-1 0 0,1-1 0,0 1 0,0 0 0,0 0 0,0 0 0,0-1 0,0 1 0,8-5 0,17-3 0,-21 8 0,5-3 0,106-28 0,-96 25 0,1-2 0,-1 0 0,30-18 0,-44 23 0,-1 0 0,1 0 0,-1-1 0,0 1 0,-1-1 0,1 0 0,0 0 0,-1 0 0,0 0 0,3-6 0,-5 7 0,0 1 0,0 0 0,0-1 0,0 1 0,-1 0 0,1-1 0,-1 1 0,0-1 0,0 1 0,0-1 0,0 1 0,0-1 0,0 1 0,0 0 0,-1-1 0,0 1 0,1-1 0,-1 1 0,0 0 0,0-1 0,0 1 0,0 0 0,-1 0 0,0-2 0,1 3 0,0 0 0,1 0 0,-1 0 0,0 0 0,0 0 0,0 0 0,1 0 0,-1 0 0,0 0 0,0 0 0,0 1 0,-1-1 0,1 0 0,0 1 0,0-1 0,0 1 0,0-1 0,-1 1 0,1 0 0,0-1 0,0 1 0,0 0 0,-1 0 0,1 0 0,0 0 0,-1 0 0,1 0 0,0 0 0,0 1 0,-1-1 0,1 0 0,0 1 0,-2 0 0,1 0 0,0 0 0,1 0 0,-1 1 0,0-1 0,1 1 0,-1-1 0,1 1 0,0-1 0,0 1 0,-1 0 0,1 0 0,0-1 0,0 1 0,0 0 0,1 0 0,-1 0 0,0 0 0,1 0 0,-1 4 0,0 0 0,1 1 0,0 0 0,0 0 0,1 0 0,0 0 0,0 0 0,0 0 0,1-1 0,0 1 0,0 0 0,4 5 0,-5-9 0,0 0 0,1 0 0,-1-1 0,1 1 0,0-1 0,0 1 0,0-1 0,0 0 0,0 0 0,0 0 0,1 0 0,-1 0 0,1 0 0,-1-1 0,1 1 0,0-1 0,0 0 0,-1 0 0,1 0 0,0 0 0,0 0 0,0-1 0,0 1 0,0-1 0,0 0 0,0 0 0,5 0 0,3-2 0,0 0 0,0-1 0,0-1 0,-1 0 0,19-10 0,-19 10 0,-1-1 0,1 1 0,0 0 0,0 1 0,0 0 0,0 1 0,12-2 0,-18 4 0,0 0 0,0 0 0,0 0 0,0 0 0,0 0 0,0 1 0,0 0 0,0-1 0,0 2 0,-1-1 0,1 0 0,0 1 0,-1 0 0,1-1 0,-1 1 0,1 1 0,-1-1 0,6 6 0,-6-6 0,-1 0 0,1 0 0,0 0 0,0 0 0,0-1 0,0 1 0,0-1 0,0 1 0,1-1 0,3 1 0,38 4 0,-17-3 0,45 14-1365,-61-15-5461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53.0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24575,'19'26'0,"-1"1"0,-1 0 0,15 33 0,32 90 0,-61-142 0,123 330 0,-125-336 0,7 15 0,-8-16 0,0-1 0,0 1 0,0-1 0,1 1 0,-1-1 0,0 1 0,1-1 0,-1 1 0,1-1 0,-1 1 0,0-1 0,1 1 0,-1-1 0,1 1 0,-1-1 0,1 0 0,0 1 0,-1-1 0,1 0 0,-1 0 0,2 1 0,-2-1 0,1-1 0,-1 1 0,0 0 0,1-1 0,-1 1 0,0-1 0,1 1 0,-1 0 0,0-1 0,1 1 0,-1-1 0,0 1 0,0-1 0,0 1 0,1-1 0,-1 1 0,0-1 0,0 1 0,0-1 0,0 1 0,0-1 0,0 0 0,1-16 0,-1 14 0,0-21 0,-2 1 0,0-1 0,-9-37 0,-24-67 0,34 122 0,-1 0 0,0 0 0,-1 1 0,0-1 0,1 1 0,-2 0 0,-6-10 0,9 14 0,-1-1 0,1 1 0,-1-1 0,0 1 0,0-1 0,1 1 0,-1 0 0,0 0 0,0 0 0,0 0 0,0 0 0,0 1 0,0-1 0,-1 1 0,1-1 0,0 1 0,0-1 0,0 1 0,-1 0 0,1 0 0,0 0 0,0 1 0,0-1 0,-5 2 0,-1 0 15,0 1 0,0 1 0,0 0 0,1 0 0,-1 0 0,1 1 0,-10 8 0,5-2-386,0-1-1,1 2 1,-11 14 0,13-13-6455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53.3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297 1 24575,'-16'9'0,"1"1"0,0 1 0,0 0 0,1 1 0,0 1 0,-13 16 0,24-25 0,-1 0 0,1 1 0,0-1 0,0 1 0,1 0 0,-1 0 0,1 0 0,0 0 0,0 0 0,1 1 0,0-1 0,0 1 0,0-1 0,0 1 0,1-1 0,0 1 0,0-1 0,0 1 0,1-1 0,0 1 0,0-1 0,0 0 0,1 1 0,3 7 0,3 1 0,-1 0 0,17 21 0,-9-14 0,-14-21 0,-1 1 0,1 0 0,-1-1 0,1 1 0,-1 0 0,1 0 0,-1-1 0,0 1 0,1 0 0,-1 0 0,0-1 0,1 1 0,-1 0 0,0 0 0,0 0 0,0 0 0,0-1 0,0 1 0,0 0 0,0 0 0,0 0 0,0 0 0,0 0 0,-1-1 0,1 1 0,0 0 0,0 0 0,-1-1 0,1 1 0,-1 0 0,1 0 0,-1-1 0,1 1 0,-1 0 0,1-1 0,-1 1 0,1 0 0,-1-1 0,0 1 0,1-1 0,-1 1 0,0-1 0,0 0 0,1 1 0,-1-1 0,-1 1 0,-5 1 0,1 0 0,-1 0 0,0-1 0,-11 2 0,15-3 0,-117 12-1365,82-9-5461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54.5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335 75 24575,'-13'-9'0,"-1"0"0,1 1 0,-1 0 0,0 1 0,-1 1 0,0 0 0,0 1 0,0 1 0,-1 0 0,1 1 0,-1 1 0,0 0 0,0 1 0,-22 1 0,33 1 0,1 0 0,-1 0 0,1 0 0,-1 0 0,1 0 0,0 1 0,0 0 0,-1 0 0,1 0 0,0 0 0,1 1 0,-1-1 0,0 1 0,1 0 0,0 0 0,-5 6 0,6-7 0,0 1 0,1-1 0,-1 1 0,1-1 0,-1 1 0,1 0 0,0 0 0,0 0 0,0 0 0,0 0 0,1 0 0,-1 0 0,1 0 0,0 0 0,0 0 0,0 0 0,0 0 0,0 0 0,1 0 0,-1 1 0,1-1 0,0-1 0,0 1 0,0 0 0,2 3 0,2 3 0,0-1 0,1 0 0,0-1 0,0 0 0,1 0 0,0 0 0,0-1 0,0 1 0,1-2 0,15 10 0,-2-4 0,0-1 0,1 0 0,28 8 0,-42-16 0,0 0 0,0 0 0,0 0 0,0-1 0,0 0 0,13-1 0,-19 0 0,0 0 0,0 0 0,0 0 0,-1-1 0,1 1 0,0-1 0,0 0 0,0 1 0,-1-1 0,1 0 0,0 0 0,-1 0 0,1 0 0,-1 0 0,1 0 0,-1 0 0,0-1 0,1 1 0,-1-1 0,0 1 0,0-1 0,0 1 0,0-1 0,0 1 0,0-1 0,0 0 0,-1 0 0,1 1 0,-1-1 0,1 0 0,-1 0 0,0 0 0,1-3 0,-1 0 0,-1 0 0,1 1 0,-1-1 0,1 0 0,-1 0 0,-1 1 0,1-1 0,-1 0 0,0 1 0,0-1 0,0 1 0,0 0 0,-5-5 0,-1-2 0,0 0 0,-1 0 0,-15-12 0,24 23 0,0-1 0,-1 1 0,1-1 0,-1 1 0,1-1 0,-1 1 0,1-1 0,-1 1 0,1 0 0,-1-1 0,1 1 0,-1 0 0,1 0 0,-1-1 0,0 1 0,1 0 0,-2 0 0,3 8 0,12 16 0,5 1 0,2-1 0,1-1 0,1 0 0,1-2 0,1-1 0,46 31 0,-60-45-1365,-2-2-5461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55.2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250 460 24575,'-47'0'0,"-1"2"0,-65 12 0,110-14 0,0 1 0,0 0 0,1 0 0,-1 0 0,0 0 0,0 0 0,0 0 0,1 1 0,-1 0 0,-3 2 0,5-3 0,0 0 0,1 0 0,-1 0 0,0-1 0,1 1 0,-1 0 0,1 0 0,-1 0 0,1 0 0,0 0 0,-1 1 0,1-1 0,0 0 0,0 0 0,-1 0 0,1 0 0,0 0 0,0 0 0,0 0 0,1 0 0,-1 1 0,0-1 0,0 0 0,0 0 0,1 0 0,-1 0 0,1 0 0,-1 0 0,1 0 0,-1 0 0,1 0 0,0 1 0,4 4 0,-1 0 0,1-1 0,0 1 0,0-1 0,1 0 0,0 0 0,-1-1 0,10 6 0,0-1 0,1-1 0,23 9 0,-29-13 0,-1 0 0,1-1 0,0-1 0,20 4 0,-27-6 0,0 0 0,0 0 0,1 0 0,-1-1 0,0 1 0,0-1 0,1 0 0,-1 1 0,0-2 0,0 1 0,0 0 0,0 0 0,0-1 0,0 0 0,-1 0 0,1 1 0,0-2 0,-1 1 0,4-3 0,-3 1 0,0 0 0,0-1 0,0 1 0,-1-1 0,0 0 0,1 1 0,-2-1 0,1 0 0,0 0 0,-1 0 0,0-1 0,0 1 0,-1 0 0,1 0 0,-1-1 0,0 1 0,-1 0 0,1 0 0,-1 0 0,-2-7 0,-3-10 0,0 1 0,-2 0 0,-13-28 0,-166-296 0,161 309 0,23 34 0,3 4 0,3 8 0,9 16 0,188 343 0,-106-226-1365,-87-130-5461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55.8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3 198 24575,'-3'-4'0,"8"5"0,9 7 0,15 18 0,-18-16 0,0 0 0,18 11 0,76 39 0,-61-35 0,-18-9 0,-19-11 0,1 0 0,0-1 0,0 1 0,0-1 0,12 3 0,-20-7 0,0 0 0,0 0 0,1 1 0,-1-1 0,0 0 0,1 0 0,-1 0 0,0 0 0,0 0 0,1 0 0,-1 0 0,0 0 0,0-1 0,1 1 0,-1 0 0,0 0 0,1 0 0,-1 0 0,0 0 0,0 0 0,0 0 0,1-1 0,-1 1 0,0 0 0,0 0 0,1 0 0,-1-1 0,0 1 0,0 0 0,0 0 0,0 0 0,1-1 0,-1 1 0,0 0 0,1-13 0,-7-11 0,1 4 0,1 0 0,0 0 0,-1-35 0,6-63 0,0 49 0,-1 22 120,0 35-321,0 32-1083,0-8-5542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56.6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275 61 24575,'-22'-12'0,"-1"0"0,-40-13 0,55 22 0,0 1 0,0 0 0,0 0 0,0 1 0,-1 0 0,1 1 0,0-1 0,0 2 0,-1-1 0,1 1 0,0 0 0,-10 3 0,15-3 0,0 0 0,0 1 0,0-1 0,0 1 0,0-1 0,0 1 0,0 0 0,1 0 0,-1 0 0,1 1 0,-1-1 0,1 0 0,0 1 0,0 0 0,0-1 0,0 1 0,-1 4 0,2-5 0,0 0 0,1 0 0,-1 0 0,1 0 0,-1 1 0,1-1 0,0 0 0,0 0 0,0 0 0,0 0 0,1 0 0,-1 1 0,0-1 0,1 0 0,0 0 0,-1 0 0,1 0 0,0 0 0,0 0 0,0 0 0,0 0 0,0-1 0,1 1 0,-1 0 0,1-1 0,-1 1 0,3 1 0,6 6 0,1-1 0,0-1 0,0 0 0,0 0 0,1-1 0,0 0 0,0-1 0,1-1 0,0 0 0,-1-1 0,1 0 0,0-1 0,1 0 0,-1-1 0,0 0 0,0-1 0,18-3 0,-24 2 0,0 0 0,0-1 0,0 0 0,0 0 0,-1-1 0,1 0 0,-1 0 0,0-1 0,0 1 0,0-1 0,10-9 0,-12 9 0,-1 1 0,1-1 0,-1 1 0,0-1 0,0 0 0,-1-1 0,1 1 0,1-5 0,-3 6 0,0 1 0,0-1 0,0 0 0,0 0 0,-1 0 0,0 0 0,1 0 0,-1 1 0,0-1 0,-1 0 0,1 0 0,0 0 0,-1 0 0,0-3 0,-3-1 0,2 9 0,1 11 0,3-8 0,0 0 0,0 0 0,0 0 0,1 0 0,-1 0 0,1-1 0,1 1 0,-1-1 0,0 0 0,1 0 0,0 0 0,0 0 0,0-1 0,8 6 0,-4-4 0,1 0 0,-1-1 0,1 0 0,0 0 0,0-1 0,0 0 0,14 3 0,-17-5 0,-2 0 0,1 0 0,0-1 0,-1 1 0,1-1 0,-1 0 0,10-1 0,-13 1 0,1-1 0,-1 1 0,0-1 0,1 1 0,-1-1 0,0 0 0,0 0 0,1 1 0,-1-1 0,0 0 0,0 0 0,0 0 0,0 0 0,0 0 0,-1-1 0,1 1 0,0 0 0,0 0 0,-1-1 0,1 1 0,-1 0 0,1-1 0,-1 1 0,1 0 0,-1-1 0,0 1 0,0-3 0,1 1 0,-1 0 0,0 0 0,-1 0 0,1 0 0,0-1 0,-1 1 0,-2-6 0,2 6 0,1 1 0,-1-1 0,0 0 0,1 0 0,0 0 0,-1 0 0,2-5 0,-1 7 0,0 1 0,0 0 0,0-1 0,0 1 0,1-1 0,-1 1 0,0 0 0,0-1 0,1 1 0,-1 0 0,0-1 0,0 1 0,1 0 0,-1 0 0,0-1 0,1 1 0,-1 0 0,1 0 0,-1-1 0,0 1 0,1 0 0,-1 0 0,1 0 0,-1 0 0,0 0 0,1 0 0,-1 0 0,1 0 0,-1 0 0,1 0 0,-1 0 0,0 0 0,1 0 0,-1 0 0,1 0 0,-1 0 0,1 0 0,18 7 0,-18-7 0,164 68 0,-124-53 0,1-3 0,46 8 0,-65-13-1365,-14-4-5461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7:57.6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190 124 24575,'-19'-23'0,"3"4"0,-23-22 0,34 37 0,0 0 0,0 0 0,0 0 0,0 0 0,-1 1 0,1 0 0,-1 0 0,0 1 0,0-1 0,-6 0 0,10 2 0,1 1 0,-1 0 0,1 0 0,0 0 0,-1-1 0,1 2 0,-1-1 0,1 0 0,0 0 0,-1 0 0,1 1 0,0-1 0,-1 0 0,1 1 0,0-1 0,-1 1 0,1 0 0,0-1 0,0 1 0,0 0 0,-2 1 0,2 0 0,-1 0 0,0 0 0,1 0 0,-1 1 0,1-1 0,0 0 0,0 1 0,0-1 0,0 0 0,-1 5 0,1 1 0,0-1 0,0 1 0,0-1 0,1 1 0,0-1 0,1 0 0,1 10 0,0-9 0,0-1 0,1 1 0,0-1 0,1 0 0,-1 0 0,1 0 0,0-1 0,1 1 0,0-1 0,0 0 0,0 0 0,1-1 0,0 1 0,0-1 0,0 0 0,1-1 0,-1 0 0,14 7 0,-4-4 0,-1-1 0,1 0 0,0-1 0,0-1 0,1-1 0,-1 0 0,32 1 0,-2-4 0,-1-2 0,0-1 0,58-13 0,-45 7 0,-43 8 0,0-1 0,0 0 0,0-1 0,0-1 0,-1-1 0,17-7 0,-30 12 0,1-1 0,-1 0 0,0 1 0,1-1 0,-1 0 0,0 0 0,0 0 0,0 1 0,0-1 0,0-1 0,0 1 0,0 0 0,0 0 0,0 0 0,-1 0 0,1-1 0,0 1 0,-1 0 0,1-1 0,-1 1 0,1 0 0,-1-1 0,0 1 0,1-2 0,-1 1 0,-1-1 0,1 1 0,-1 0 0,0 0 0,1 0 0,-1 0 0,0 0 0,0 0 0,0 0 0,0 0 0,-1 0 0,1 0 0,0 1 0,-1-1 0,-1-1 0,-6-8 0,0 0 0,1 0 0,-9-17 0,-14-20 0,27 44 0,1-1 0,-1 1 0,-1 0 0,1 0 0,0 1 0,-1-1 0,-8-4 0,12 8 0,0-1 0,0 1 0,0-1 0,0 1 0,0 0 0,0-1 0,0 1 0,0 0 0,0 0 0,0-1 0,0 1 0,0 0 0,0 0 0,0 0 0,0 1 0,0-1 0,0 0 0,-1 0 0,1 1 0,0-1 0,0 0 0,0 1 0,0-1 0,0 1 0,1-1 0,-1 1 0,0 0 0,0-1 0,0 1 0,0 0 0,1-1 0,-1 1 0,0 0 0,1 0 0,-1 0 0,0 0 0,1 0 0,-1 0 0,1 0 0,-1 1 0,-2 6 0,0 0 0,1 0 0,-1 0 0,0 10 0,1-7 0,0-4 0,1 1 0,0-1 0,0 1 0,0-1 0,1 1 0,0-1 0,2 13 0,-1-16 0,0 0 0,0 0 0,1-1 0,-1 1 0,1 0 0,0-1 0,0 1 0,0-1 0,0 0 0,1 0 0,-1 0 0,1 0 0,0 0 0,0 0 0,0-1 0,5 4 0,12 7 0,2 0 0,-1-2 0,1 0 0,1-2 0,24 7 0,-15-7 0,1-2 0,0-1 0,38 1 0,-3-1-99,54 2 319,-98-7-715,1-2-1,46-8 1,-58 7-6331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8:14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0 24575,'0'9'0,"1"0"0,1 0 0,2 10 0,3 22 0,-5 189 0,-4-117 0,3-43 0,-2 80 0,-13-43 0,-7-2 0,14-75 0,1-1 0,-4 44 0,3-18 0,5-44 0,0 0 0,0 0 0,1 0 0,1 0 0,0 0 0,2 16 0,4 9 0,-2 1 0,-1 54 0,-2-70 0,5 32 0,-2-32 0,0 28 0,-5 19 0,0-21 0,8 74 0,4-46 0,13 116 0,-20 78 0,-6-153 0,1-53 0,-18 122 0,-6 16 0,18-134 0,4-18 0,2 0 0,9 83 0,-6-116 0,8 91 0,12 196 0,-22-103 0,0 33 0,7-128 0,1 45 0,0 70 0,7-17 0,14 141 0,-15-151 0,1 33 0,-9 135 0,-7-221 0,-8 14 0,7-124 0,-11 183 0,10-162 0,1 0 0,2 1 0,3-1 0,2 0 0,21 90 0,-17-92-1365,-8-36-5461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8:16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10657 1 24575,'-28'14'0,"3"-7"0,-1 0 0,0-1 0,0-2 0,-50 2 0,9 0 0,-292 3 0,233-10 0,-541 1 0,506 7 0,12 0 0,25-6 0,-211 7 0,134 0 0,24-2 0,-99-4 0,1-16 0,192 8 0,-466-14 0,429 20 0,-199 6 0,-190 4 0,344-11 0,-28-6 0,14-1 0,0 1 0,-2 0 0,-509 7 0,338 17 0,175-5 0,-501 36 0,527-34-4336,-203 8 4382,241-18 545,-258 15 3108,-84 7-3699,345-20 0,-559 14 0,485-19 0,-157-3 0,204-5 0,-85 0 0,184 13-1365,25-3-5461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8:17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24575,'3'0'0,"25"0"0,1 1 0,41 7 0,-62-7 0,0 1 0,-1 0 0,1 0 0,-1 1 0,1 0 0,-1 0 0,0 0 0,0 1 0,0 1 0,-1-1 0,1 1 0,-1 0 0,0 0 0,9 10 0,-13-12 0,0 0 0,-1 0 0,1 0 0,0 0 0,-1 0 0,0 0 0,1 1 0,-1-1 0,-1 0 0,1 1 0,0-1 0,-1 0 0,0 1 0,1-1 0,-1 1 0,-1-1 0,1 0 0,0 1 0,-1-1 0,0 1 0,-2 5 0,-2 3 0,-1 0 0,0 0 0,-1-1 0,-11 15 0,-1 1 0,-2 2 0,-7 11 0,25-36 0,1 0 0,0 0 0,0 1 0,1-1 0,-1 0 0,1 1 0,0-1 0,-1 6 0,2-8 0,0-1 0,0 1 0,0-1 0,0 1 0,1 0 0,-1-1 0,0 1 0,1-1 0,-1 1 0,1-1 0,0 1 0,-1-1 0,1 1 0,0-1 0,0 1 0,0-1 0,1 2 0,0-1 0,0 0 0,1 0 0,-1 0 0,1 0 0,0-1 0,-1 1 0,1-1 0,4 2 0,1 0 0,1-1 0,-1 1 0,1-2 0,0 1 0,12-1 0,-12-1 17,-1 0 0,1 0 1,0-1-1,-1 0 0,1-1 0,13-4 0,-19 5-100,1 0 1,-1-1-1,0 0 1,1 0-1,-1 0 1,0 0-1,0 0 1,0 0-1,0-1 1,-1 0-1,1 1 1,-1-1-1,0 0 1,1 0-1,-1 0 1,0-1-1,2-5 1,0-2-6744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8:18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 71 24575,'-27'-7'0,"-14"-5"0,-5-1 0,4 3 0,3-1 0,6 3 0,3 2 0,6 2 0,0 5 0,1 1 0,1 3 0,4 2-8191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8:18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24575,'5'27'0,"2"14"0,2 7 0,1 1 0,0-2 0,1 0 0,-3-4 0,1-4 0,-1-4 0,0-5 0,-2-6 0,0-4 0,-3-3 0,-1-2 0,-4-3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8:19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946 134 24575,'-61'-33'0,"-67"-24"0,102 47 0,0 2 0,-1 1 0,0 0 0,0 3 0,-44-4 0,-159 10 0,78 0 0,103-3 0,-53 2 0,101-1 0,-1 0 0,1 0 0,0 1 0,0-1 0,0 0 0,-1 0 0,1 1 0,0-1 0,0 1 0,0-1 0,-1 2 0,1-2 0,1 0 0,0 1 0,-1-1 0,1 0 0,0 1 0,-1-1 0,1 0 0,0 1 0,0-1 0,0 0 0,-1 1 0,1-1 0,0 1 0,0-1 0,0 1 0,0-1 0,0 0 0,0 1 0,0-1 0,0 1 0,0 0 0,0 1 0,1 1 0,0 0 0,0 0 0,0-1 0,0 1 0,1-1 0,2 4 0,-2-1 0,7 11 0,-1 0 0,0 1 0,-2 0 0,0 0 0,0 1 0,-2 0 0,3 25 0,12 117 0,14 77 0,-32-230 0,31 167 0,-31-170 0,0 0 0,-1 1 0,2-1 0,-1 0 0,0 0 0,1 0 0,0 0 0,-1 0 0,2 0 0,-1-1 0,0 1 0,1 0 0,0-1 0,0 0 0,0 0 0,0 0 0,0 0 0,7 4 0,-4-3 0,1-1 0,0 0 0,1 0 0,-1-1 0,1 1 0,-1-2 0,1 1 0,-1-1 0,14 0 0,153 0 0,-85-2 0,101-6 0,-15-1 0,-21 8-1365,-128 0-5461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8:22.6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91 24575,'-1'-1'0,"0"0"0,0 0 0,0 0 0,0 0 0,0 0 0,1-1 0,-1 1 0,0 0 0,1 0 0,-1-1 0,1 1 0,-1 0 0,1-1 0,0 1 0,-1 0 0,1-1 0,0 1 0,0 0 0,0-1 0,0-1 0,1 1 0,-1 0 0,1 0 0,0 0 0,-1 0 0,1 0 0,0 0 0,0 0 0,1 0 0,-1 0 0,0 1 0,3-4 0,0 2 0,-1-1 0,1 1 0,0 0 0,0 0 0,0 1 0,1-1 0,-1 1 0,0 0 0,1 0 0,8-2 0,3 2 0,1 0 0,0 1 0,0 1 0,-1 0 0,35 6 0,80 25 0,-32-4 0,147 47 0,-155-38 0,122 67 0,-106-49 0,14 9 0,-34-16 0,32 21 0,-56-27 0,12 6 0,125 105 0,-143-102 0,-26-25 0,-2 2 0,-1 1 0,48 61 0,6 16 0,-49-66 0,38 61 0,18 75 0,-56-105 0,-11-18 0,-2 1 0,-3 2 0,14 70 0,-17-61 0,7 88 0,-15-95 0,2 40 0,-8-83 0,2 1 0,3 16 0,-2-15 0,1 23 0,-3-30 0,0 1 0,4 13 0,-3-18 0,-1 1 0,0-1 0,0 1 0,0 0 0,0 0 0,-1-1 0,0 1 0,0 0 0,-1 0 0,-1 7 0,2-12-59,-1 0 0,0 1-1,1-1 1,-1 0-1,0 0 1,0 0 0,0 0-1,0 0 1,0 0 0,0-1-1,0 1 1,0 0 0,0 0-1,0-1 1,0 1-1,0-1 1,-1 1 0,1-1-1,0 1 1,-1-1 0,1 0-1,-2 1 1,-8 0-6767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8:24.6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2469 60 24575,'-1'-1'0,"1"0"0,0 0 0,0 1 0,-1-1 0,1 0 0,0 0 0,-1 1 0,1-1 0,-1 0 0,1 1 0,-1-1 0,1 0 0,-1 1 0,1-1 0,-1 1 0,0-1 0,0 0 0,-15-9 0,12 8 0,-6-3 0,0 0 0,0 0 0,0 1 0,-1 1 0,1-1 0,-1 2 0,0-1 0,0 2 0,0-1 0,0 2 0,-19 0 0,-36 0 0,-41 1 0,59 6 0,29-4 0,-26 2 0,-48-7 0,-48 4 0,125 0 0,-33 10 0,34-8 0,-1 0 0,-17 1 0,-93 12 0,105-13 0,1 1 0,-1 1 0,-37 17 0,-27 18 0,-76 37 0,129-59 0,-1 0 0,-57 48 0,75-56 0,-1 0 0,1-2 0,-24 11 0,-15 9 0,18-7 0,-65 42 0,78-46 0,1 0 0,1 2 0,0 0 0,1 1 0,2 1 0,-22 31 0,-79 164 0,102-183 0,9-14 0,-9 26 0,-1 4 0,-32 80 0,-33 40 0,14-37 0,52-94 0,1 0 0,2 1 0,-11 51 0,16-55 0,-2 13 0,-5 58 0,10-64 0,-28 335 0,27-271 0,0-11 0,0 20 95,-1 21-1555,8-115-5366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8:26.1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2003 0 24575,'0'1'0,"1"-1"0,-1 0 0,1 0 0,0 1 0,-1-1 0,1 0 0,-1 1 0,1-1 0,0 1 0,-1-1 0,1 1 0,-1-1 0,0 1 0,1-1 0,-1 1 0,1-1 0,-1 1 0,0 0 0,1-1 0,-1 1 0,0 0 0,0-1 0,0 1 0,1 0 0,-1-1 0,0 1 0,0 1 0,3 21 0,-3-20 0,2 37 0,-4 53 0,-3-61 0,-17 61 0,17-74 0,-24 66 0,8-26 0,2 1 0,0 2 0,-35 76 0,24-78 0,14-31 0,1 2 0,-10 31 0,14-29 0,-1 0 0,-2-1 0,-1 0 0,-1-1 0,-2-1 0,-1-1 0,-1 0 0,-43 45 0,2-9 0,-42 40 0,47-57 0,-21 19 0,19-14 0,-6 4 0,54-48 0,-1 0 0,0-2 0,-1 1 0,0-1 0,-17 7 0,0 1 0,-108 51 0,72-36 0,-81 50 0,131-71 0,0 0 0,-1-1 0,1-1 0,-33 10 0,17-9 0,-56 6 0,-18-6-101,-116-6 0,137-3-1062,33 1-5663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8:27.5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24575,'0'0'0,"0"-1"0,0 1 0,0 0 0,0 0 0,0 0 0,0-1 0,0 1 0,0 0 0,0 0 0,0 0 0,0-1 0,0 1 0,0 0 0,0 0 0,0-1 0,0 1 0,0 0 0,0 0 0,0 0 0,0 0 0,1-1 0,-1 1 0,0 0 0,0 0 0,0 0 0,0 0 0,0-1 0,1 1 0,-1 0 0,0 0 0,0 0 0,5 4 0,4 10 0,15 44 0,-16-37 0,13 24 0,69 128 0,-54-104 0,-18-33 0,38 58 0,-2-16 0,18 25 0,-57-84 0,1-1 0,0 0 0,24 18 0,118 110 0,-121-110 0,-19-19 0,52 49 0,-29-31 0,-23-18 0,39 27 0,2-5 0,69 40 0,7-1 0,-23-15 0,-60-36 0,115 50 0,-98-47 0,62 35 0,-75-37 0,-35-19 0,1-1 0,0-2 0,0 0 0,43 6 0,2-1 0,298 80 0,-340-85-455,1 0 0,28 2 0,-37-7-6371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8:27.7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292 56 24575,'2'0'0,"-1"0"0,-4 0 0,-3 0 0,-3 0 0,-3-3 0,-2 0 0,-1 0 0,0 1 0,-2-3 0,-2 1 0,-1-2 0,-3 0 0,-5 1 0,-2-1 0,-2 0 0,4 2 0,5 1-8191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8:32.7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46 24575,'0'0'0,"-1"0"0,1 0 0,0-1 0,0 1 0,-1 0 0,1-1 0,0 1 0,0-1 0,0 1 0,-1 0 0,1-1 0,0 1 0,0 0 0,0-1 0,0 1 0,0-1 0,0 1 0,0-1 0,0 1 0,0 0 0,0-1 0,0 1 0,0-1 0,0 1 0,0 0 0,0-1 0,1 0 0,8-10 0,-6 8 0,1 1 0,-1-1 0,1 1 0,7-3 0,-2 2 0,1 1 0,-1 1 0,1 0 0,-1 0 0,1 0 0,0 2 0,-1-1 0,1 1 0,-1 0 0,1 1 0,-1 0 0,0 1 0,1 0 0,-1 0 0,0 1 0,-1 0 0,12 7 0,-16-8 0,-1 0 0,0 0 0,0 0 0,0 1 0,-1-1 0,1 1 0,-1 0 0,0-1 0,0 1 0,0 0 0,0 0 0,-1 0 0,1 1 0,-1-1 0,0 0 0,-1 0 0,1 1 0,-1-1 0,0 1 0,0 5 0,-1 9 0,-1-1 0,0 0 0,-7 25 0,-21 60 0,18-61 0,10-36 0,0 0 0,0-1 0,0 1 0,-1-1 0,0 1 0,0-1 0,0 0 0,0 0 0,-1 0 0,0 0 0,0-1 0,-1 1 0,1-1 0,-1 0 0,-6 4 0,9-7 0,-10 9 0,13-6 0,9-2 0,9-1 0,1-1 0,-1-1 0,1-1 0,-1 0 0,1-2 0,-1 0 0,25-9 0,-42 12-72,-1 1 1,0-1-1,1 0 0,-1 0 0,0 0 0,1 0 0,-1 0 0,0 0 1,0 0-1,0 0 0,0 0 0,0 0 0,0 0 0,0-1 0,-1 1 1,1 0-1,0-1 0,0-1 0,2-6-6754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8:32.9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14 24575,'-27'-2'0,"-11"-1"0,-2 0 0,4 0 0,2 1 0,6 1 0,4 3 0,4 1 0,3 0 0,4 0-8191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8:33.5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 24575,'0'0'0,"0"0"0,0 0 0,0-1 0,0 1 0,0 0 0,0 0 0,0 0 0,0 0 0,-1 0 0,1-1 0,0 1 0,0 0 0,0 0 0,0 0 0,0 0 0,0 0 0,0-1 0,0 1 0,0 0 0,1 0 0,-1 0 0,0 0 0,0 0 0,0-1 0,0 1 0,0 0 0,0 0 0,0 0 0,0 0 0,0 0 0,0 0 0,0-1 0,0 1 0,1 0 0,-1 0 0,0 0 0,0 0 0,0 0 0,0 0 0,0 0 0,0 0 0,1 0 0,-1 0 0,0 0 0,0 0 0,0-1 0,0 1 0,0 0 0,1 0 0,-1 0 0,0 0 0,0 0 0,0 0 0,0 0 0,1 0 0,-1 1 0,0-1 0,0 0 0,0 0 0,0 0 0,0 0 0,1 0 0,-1 0 0,0 0 0,0 0 0,7 10 0,0 16 0,-1 1 0,-2-1 0,3 42 0,-4-33 0,11 129 0,-14-159-42,7 85 209,-6-75-465,-2-1 0,1 1 0,-2-1 0,-4 18 0,3-20-6528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8:34.1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24575,'0'53'0,"-1"25"0,18 147 0,20 5 0,-34-211-682,0 26-1,-3-32-6143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8:35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24575,'33'24'0,"1"-6"0,0-1 0,37 13 0,20 9 0,-75-32 0,-10-5 0,0 1 0,0 0 0,0 0 0,0 0 0,-1 0 0,0 1 0,0 0 0,8 7 0,-12-10 0,-1-1 0,0 1 0,1 0 0,-1-1 0,0 1 0,1-1 0,-1 1 0,0-1 0,0 1 0,0 0 0,1-1 0,-1 1 0,0 0 0,0-1 0,0 1 0,0-1 0,0 1 0,0 0 0,0-1 0,-1 1 0,1 0 0,0-1 0,0 1 0,0-1 0,-1 2 0,0-1 0,0 0 0,0 1 0,0-1 0,0 0 0,0 0 0,0 0 0,-1 0 0,1 0 0,-3 2 0,-1 0 0,1-1 0,-1 0 0,0 0 0,0 0 0,-8 1 0,-74 13 0,33-3 134,14-2-1633,25-9-5327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8:36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16 24575,'0'-1'0,"0"0"0,0 0 0,0 0 0,-1 0 0,1 0 0,-1 0 0,1 0 0,-1 1 0,1-1 0,-1 0 0,1 0 0,-1 0 0,1 0 0,-1 1 0,-1-2 0,2 2 0,-1 0 0,1 1 0,0-1 0,-1 0 0,1 1 0,0-1 0,0 0 0,-1 1 0,1-1 0,0 0 0,0 1 0,0-1 0,-1 0 0,1 1 0,0-1 0,0 1 0,0-1 0,0 0 0,0 1 0,0-1 0,0 1 0,0-1 0,0 1 0,0 37 0,74 324 0,-65-313 0,-7-35 0,1 1 0,0-1 0,7 18 0,-6-25-1365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8:37.1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215 82 24575,'-16'-16'0,"-25"-20"0,36 33 0,0-1 0,1 1 0,-1 0 0,-1 0 0,1 1 0,0-1 0,-1 1 0,1 0 0,-1 1 0,-11-3 0,14 5 0,1-1 0,-1 0 0,0 1 0,1-1 0,-1 1 0,1 0 0,-1 0 0,1 0 0,-1 0 0,1 0 0,-1 0 0,1 1 0,0-1 0,0 1 0,0 0 0,0-1 0,0 1 0,0 0 0,0 0 0,0 0 0,1 1 0,-1-1 0,0 3 0,-4 5 0,0 1 0,1 1 0,-6 18 0,10-26 0,-1 0 0,1 0 0,1 0 0,-1 0 0,0 0 0,1 0 0,0 0 0,0 0 0,0 0 0,0 1 0,1-1 0,-1 0 0,3 6 0,-2-7 0,0-1 0,1 0 0,-1 0 0,1 0 0,-1 1 0,1-1 0,0-1 0,-1 1 0,1 0 0,0 0 0,0-1 0,1 1 0,-1-1 0,0 1 0,0-1 0,1 0 0,-1 0 0,0 0 0,1-1 0,-1 1 0,1 0 0,4 0 0,4 1 0,0-1 0,0 0 0,0-1 0,0 0 0,0-1 0,15-2 0,-22 3 0,-1-1 0,1 0 0,0 0 0,-1-1 0,0 1 0,1-1 0,-1 1 0,0-1 0,0 0 0,0 0 0,0 0 0,0-1 0,0 1 0,-1-1 0,1 1 0,-1-1 0,0 0 0,0 0 0,0 0 0,0 0 0,0-1 0,2-4 0,-1-1 0,0 9 0,1 15 0,-3-8 0,0-3-170,0 1-1,0-1 0,0 1 1,1-1-1,0 1 0,-1-1 1,6 8-1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8:37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24575,'2'28'0,"7"44"0,-4-43 0,5 25 0,3 0 0,2-1 0,33 79 0,-45-124-273,0 0 0,-1 0 0,0 1 0,2 14 0,-3-12-6553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8:40.7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24575,'10'5'0,"5"6"0,6 4 0,1 5 0,2 3 0,2 3 0,-1 2 0,-3-2 0,-2 0 0,-2-1 0,-2-2 0,-1 0 0,-1-3 0,-2-3 0,-4-3-8191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8:41.5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24575,'1'13'0,"1"0"0,0 0 0,4 12 0,-1-1 0,32 178 0,-32-164 0,-6-168 0,2 66 0,0 45 0,-1-15 0,-1 32 0,0 3 0,-4 18 0,2 4 0,1-1 0,1 1 0,1 0 0,1-1 0,7 40 0,-5-8-1365,-2-39-5461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8:59.3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487 404 24575,'-30'-29'0,"-14"-15"0,-5-3 0,4 5 0,4 7 0,5 4 0,5 6 0,4 3 0,1 2 0,2 1 0,2 2 0,-2 1 0,-1 0 0,1 2 0,2-1 0,5 4-8191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00.9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2354 11 24575,'-189'-11'0,"144"12"0,0 1 0,-55 11 0,-152 39 0,165-35 0,48-11 0,-61 19 0,88-21 0,0 0 0,1 1 0,-1 1 0,1 0 0,0 1 0,1 0 0,-1 0 0,2 1 0,-12 11 0,-2 3 0,0-2 0,-1 0 0,-1-2 0,-1-1 0,-34 18 0,-3-4 0,-80 27 0,99-41 0,1 1 0,-69 41 0,84-42 0,-42 36 0,-88 91 0,140-127 0,-39 26 0,36-28 0,-28 26 0,-23 26 0,61-55 0,1 0 0,-10 15 0,-11 13 0,-32 41 0,25-29 0,17-23 0,0 0 0,-24 49 0,34-56-85,-26 46-1195,28-54-5546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01.5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24575,'79'227'0,"-62"-163"0,18 127 0,-4-8 0,-16-116 0,4-1 0,2-1 0,36 78 0,-27-81 0,2 5 0,56 89 0,-6-27 67,33 48-1499,-103-161-5394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01.9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24575,'27'29'0,"12"15"0,3 5 0,-2-1 0,-4-4 0,-5-5 0,-5-3 0,-3-1 0,-2-2 0,-2-1 0,0 1 0,-1 0 0,2 0 0,0-2 0,-1-3 0,-4-7-8191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02.8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209 0 24575,'-15'15'0,"-7"7"0,-3 3 0,-1-2 0,1 2 0,2-2 0,3 0 0,2 2 0,4-2 0,2-2 0,3-4-8191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03.1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958 0 24575,'-57'78'0,"-66"84"0,94-128 0,-2-1 0,-52 44 0,-36 15 0,-186 112 0,274-187-341,-1-2 0,-1-2-1,-60 17 1,72-24-6485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02.3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24575,'406'117'0,"-128"-43"0,-152-43 0,493 103 0,-493-113 0,178 5 0,-251-26 0,0-3 0,-1-2 0,0-2 0,88-24 0,-78 17 0,0 3 0,77-4 0,-33 5-1365,-78 8-5461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03.6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475 251 24575,'-32'-15'0,"-15"-7"0,-5-5 0,2 0 0,1 2 0,5 2 0,5 4 0,1-1 0,3-1 0,2 0 0,2 3 0,6 6-8191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04.7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24575,'45'10'33,"0"2"-1,-1 1 0,0 3 0,47 24 1,156 100-2374,151 123 1846,-257-166 554,-128-89-60,157 111-123,-117-79 68,52 52 0,-90-77 56,24 29 0,-36-40 0,0 1 0,0-1 0,0 1 0,-1 0 0,1 0 0,-1 0 0,0 0 0,0 0 0,-1 0 0,0 1 0,0-1 0,1 6 0,-5 8-890,-4-4-3559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05.0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24575,'430'254'-3786,"-328"-191"3676,246 156 110,-13 19 0,-186-113 393,-127-105-549,-1 2 0,-2 0 1,0 1-1,22 37 1,-26-32-3755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05.2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24575,'131'45'-1634,"162"80"-1,113 86 1228,-221-112 457,245 157-123,-423-252-1,85 67-31,-84-63 188,0-1-1,0 1 1,-1 0-1,0 1 1,-1-1 0,0 1-1,0 1 1,5 13-1,-9-19-138,-1-1 0,0 1 0,0-1 0,0 1-1,-1 0 1,1-1 0,-1 1 0,0 0 0,0 0-1,0-1 1,-1 1 0,1 0 0,-1-1 0,-1 5 0,-7 12-4158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05.4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24575,'450'200'-4989,"-263"-100"5398,490 299-409,-509-290-20,-115-71 217,50 47 1,-92-74-116,0-1 0,0 1 0,-1 1 0,15 24 0,-22-32-92,-1 0-1,0 0 0,0 0 1,-1 0-1,1 0 0,-1 0 1,0 0-1,0 1 1,0-1-1,0 0 0,-1 1 1,0-1-1,0 1 0,0-1 1,0 0-1,-1 1 0,0-1 1,0 0-1,0 1 1,-3 7-1,-7 6-4162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05.7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24575,'323'146'-2646,"-306"-137"1998,184 99 429,-5 8-1,234 182 1,-308-198 242,-95-75 69,-2 0 0,30 39 0,-49-57-111,-1 1-1,1-1 0,-2 1 1,1 1-1,-1-1 0,0 1 1,-1 0-1,1-1 0,-2 1 1,0 1-1,2 10 0,-3 6-4282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05.9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24575,'98'34'-1323,"159"79"0,78 71-251,-236-128 2057,-78-44-482,316 183-7,-14 17 58,-305-199 29,72 55 57,-76-56-101,0 1 1,0 1 0,19 25-1,-31-37 24,-1 1-1,1-1 1,-1 1-1,0-1 0,0 1 1,0-1-1,0 1 1,0 0-1,0-1 0,0 6 1,-1-7-107,0 1 0,0-1 0,0 1 0,0 0 0,-1-1 1,1 1-1,0-1 0,-1 1 0,1-1 0,-1 0 0,0 1 0,1-1 1,-1 1-1,0-1 0,0 0 0,0 0 0,0 1 0,0-1 0,-2 1 0,-11 8-4571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06.1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24575,'506'244'-3311,"-17"31"0,131 69 3311,41 24 0,-472-252 458,-133-79-230,65 57 1,-111-85-311,-1 0-1,0 0 0,-1 0 0,9 14 0,-5-3-1987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06.4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24575,'401'290'-2896,"-147"-101"1421,215 126 1475,10-17 0,-123-88-132,10-23 0,-247-135-460,-79-33-2372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06.6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24575,'159'104'-1028,"212"133"-2724,-63-63 3707,7-13 0,501 180 1,-806-337-77,204 68-274,-156-55 397,102 15-1,-130-28-2765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07.1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24575,'340'155'-4460,"172"70"2474,-31-14 654,157 60 1422,12-39-1202,-622-223 1750,49 9-1,-59-18-308,-17 0-285,-1 0 1,1 0-1,-1 0 1,0 0-1,1 0 0,-1 0 1,0 0-1,1 0 1,-1-1-1,0 1 0,1 0 1,-1 0-1,0 0 1,0-1-1,1 1 0,-1 0 1,0 0-1,0 0 1,1-1-1,-1 1 0,0 0 1,0-1-1,1 1 1,-1-2 47,-1 1 0,1 0-1,0-1 1,-1 1 0,1 0 0,-1-1 0,1 1 0,-1 0 0,0 0 0,0 0 0,1 0 0,-1 0 0,0 0 0,0 0 0,0 0 0,0 0 0,0 0 0,-2-1 0,-60-51 2665,-42-22-2862,61 44 409,-154-109-852,-171-121-988,242 171 1427,-86-63-328,15-14 167,193 162 265,-1 0 34,0 0-1,1-1 1,-1 0-1,2 0 1,-1 0-1,-4-7 1,9 12-4,0 1 0,-1-1 1,1 1-1,0-1 0,0 1 0,0 0 1,-1-1-1,1 1 0,0-1 0,0 1 1,0-1-1,0 1 0,0-1 0,0 1 1,0-1-1,0 1 0,0 0 0,0-1 1,0 1-1,0-1 0,1 1 0,-1-1 1,0 1-1,0-1 0,0 1 0,1 0 1,-1-1-1,0 1 0,0-1 0,1 1 1,-1 0-1,0-1 0,1 1 0,-1 0 1,0-1-1,1 1 0,-1 0 0,1 0 0,-1-1 1,0 1-1,1 0 0,-1 0 0,1 0 1,-1 0-1,1 0 0,-1-1 0,1 1 1,-1 0-1,1 0 0,-1 0 0,0 0 1,1 0-1,-1 0 0,1 1 0,0-1 1,30 3 1300,-30-2-1281,51 13-28,0 2 1,62 29-1,-59-22-335,893 378-2444,-875-369 2748,332 142-445,7-25-248,-364-133 541,2-2 1,96 13-1,-142-27 306,-1 1 1,1-1-1,-1 0 1,1-1 0,6 0-1,-9 1-81,0-1 1,-1 1-1,1 0 0,-1 0 1,1-1-1,0 1 0,-1 0 1,1-1-1,-1 1 0,1 0 1,-1-1-1,1 1 0,-1-1 1,0 1-1,1-1 0,-1 1 1,1-1-1,-1 1 0,0-1 1,1 1-1,-1-1 0,0 1 1,0-1-1,1 0 0,-1 1 1,0-1-1,0 1 0,0-1 1,0 0-1,0 1 0,0-1 1,0 0-1,0 1 0,0-1 1,0 1-1,0-1 0,0 0 1,-1 1-1,1-2 0,-3-4 165,0-1 1,-1 1-1,1 0 0,-1 0 0,0 0 0,-1 1 0,1-1 0,-1 1 0,-8-6 1,0-3-190,-261-260-1407,234 237-4888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07.2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24575,'44'15'0,"37"12"0,24 9 0,14 5-2262,4 4 2262,-5-2-2614,-7-2 2614,-10-4 0,-13-6-24,-11-7 24,-12-7 0,-14-5 0,-13-5 0,-11-8 939,-12-7-939,-9-7 2587,-8-3-2587,-4 1-6817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07.4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24575,'481'123'-3968,"-9"26"3047,-454-143 859,90 30 240,114 21 1,-213-55-296,28 4 1079,-35-6-863,0 0 0,0 0 1,0 0-1,0 0 0,0 0 0,0-1 0,0 1 0,0-1 0,0 1 1,0-1-1,0 0 0,-1 1 0,1-1 0,2-2 0,-3 3-41,-1-1-1,1 0 1,-1 0-1,1 1 1,-1-1-1,1 0 1,-1 0-1,0 1 1,1-1-1,-1 0 1,0 0-1,0 0 1,1 0-1,-1 0 1,0 1-1,0-1 1,0 0-1,0 0 1,0 0-1,0 0 1,-1 0-1,1 0 1,0 1-1,0-1 1,0 0-1,-1-1 1,-12-22-605,12 22 287,-11-17-6415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07.6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24575,'215'67'-2022,"218"101"-1,-193-59 1708,107 47-717,5-17 317,-331-132 474,58 19 357,-68-23 15,0-1-1,0 0 1,0-1-1,0 0 0,12 0 1,-8-3-2873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8:55.1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36 24575,'50'35'0,"70"56"0,86 67 0,-193-148 0,-10-10 0,-8-7 0,-22-21 0,-60-49 0,13 13 0,-87-82 0,152 138 0,15 15 0,17 16 0,222 159 0,-219-165 0,254 180 0,-266-185 0,-10-6 0,-11-8 0,-7-5-273,-1 0 0,2-2 0,-1 0 0,-18-16 0,17 12-6553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8:55.8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292 75 24575,'-2'-10'0,"0"1"0,0-1 0,1 1 0,0-1 0,1-12 0,0 22 0,1 0 0,-1 0 0,0 0 0,0 0 0,0-1 0,0 1 0,0 0 0,0 0 0,0 0 0,0 0 0,0 0 0,0 0 0,0-1 0,0 1 0,0 0 0,0 0 0,0 0 0,0 0 0,0 0 0,0 0 0,0-1 0,-1 1 0,1 0 0,0 0 0,0 0 0,0 0 0,0 0 0,0 0 0,0 0 0,0 0 0,0 0 0,0-1 0,0 1 0,-1 0 0,1 0 0,0 0 0,0 0 0,0 0 0,0 0 0,0 0 0,0 0 0,0 0 0,-1 0 0,1 0 0,0 0 0,0 0 0,-7 4 0,-9 13 0,13-14 0,-15 15 0,-23 16 0,26-21 0,0 0 0,0 0 0,-13 18 0,6-3 0,-67 92 0,80-109 0,6-8 0,5-9 0,22-36 0,1 2 0,3 0 0,1 2 0,40-40 0,-69 78 0,0-1 0,0 1 0,0 0 0,0 0 0,0-1 0,0 1 0,1 0 0,-1 0 0,0 0 0,0-1 0,0 1 0,0 0 0,1 0 0,-1 0 0,0 0 0,0-1 0,0 1 0,1 0 0,-1 0 0,0 0 0,0 0 0,0 0 0,1 0 0,-1 0 0,0-1 0,0 1 0,1 0 0,-1 0 0,0 0 0,0 0 0,1 0 0,-1 0 0,0 0 0,0 0 0,1 1 0,-4 8 0,-10 19 0,13-27 0,-9 19 0,1 0 0,-6 25 0,9-26 0,-1-1 0,-1 0 0,-10 21 0,-1-16-1365,9-14-5461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8:56.4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24575,'1'0'0,"0"1"0,0-1 0,0 1 0,0-1 0,0 1 0,0 0 0,0-1 0,0 1 0,-1 0 0,1 0 0,0 0 0,0 0 0,-1 0 0,1-1 0,-1 1 0,1 0 0,-1 1 0,1 0 0,2 2 0,265 388 0,-150-244-1365,-103-131-5461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8:57.1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362 91 24575,'-45'-22'0,"-52"-18"0,77 33 0,-1 1 0,1 2 0,-1-1 0,0 2 0,-27 0 0,45 2 0,0 1 0,1 1 0,-1-1 0,0 0 0,1 1 0,-1-1 0,1 1 0,-1 0 0,1 0 0,-1 0 0,1 0 0,-1 0 0,1 0 0,0 1 0,0-1 0,-1 1 0,1 0 0,0-1 0,1 1 0,-4 3 0,3-2 0,0 1 0,0-1 0,1 1 0,-1 0 0,1 0 0,-1-1 0,1 1 0,0 0 0,1 0 0,-1 0 0,1 0 0,0 8 0,0-4 0,1 1 0,1-1 0,-1 0 0,1 1 0,1-1 0,0 0 0,0 0 0,6 10 0,-4-8 0,1-1 0,0 0 0,0 0 0,1 0 0,0-1 0,9 9 0,-6-9 0,1 0 0,0 0 0,0-1 0,1 0 0,24 9 0,-27-12 0,0-1 0,0 0 0,0-1 0,0 0 0,1-1 0,-1 0 0,0 0 0,1-1 0,11-1 0,-18 1 0,0-1 0,0 1 0,-1-1 0,1 0 0,0 0 0,-1 0 0,1 0 0,-1 0 0,1-1 0,-1 1 0,0-1 0,1 1 0,-1-1 0,0 0 0,0 0 0,3-4 0,-3 3 0,0-1 0,0 0 0,0 0 0,0 0 0,0 0 0,-1 0 0,0 0 0,0 0 0,1-9 0,-1 1 0,-1 0 0,0 0 0,-1-1 0,-1 1 0,0 0 0,-6-22 0,-5-10 0,18 57 9,2 1 1,-1-2-1,2 1 0,11 14 0,40 44-258,-27-35-913,-23-25-5664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8:58.8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490 1137 24575,'-13'-124'0,"-12"-79"0,18 165 0,-2 0 0,-1 1 0,-21-48 0,-11-4-359,-5 1 0,-73-105-1,-26 0-825,107 145-4743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07.9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24575,'726'290'-3865,"-699"-279"4082,31 14 155,110 31 1,-163-55-364,0 0 1,0 0 0,0-1-1,0 1 1,0-1 0,7-1-1,-11 1 26,0 0 0,-1 0-1,1 0 1,0 0 0,0-1 0,0 1-1,-1 0 1,1-1 0,0 1 0,0 0-1,-1-1 1,1 1 0,0-1 0,-1 1-1,1-1 1,0 1 0,-1-1-1,1 0 1,-1 1 0,1-1 0,-1 0-1,1 1 1,-1-1 0,0 0 0,1 0-1,-1 0 1,0 1 0,1-1 0,-1 0-1,0 0 1,0 0 0,0 1 0,0-1-1,0 0 1,0 0 0,0 0 0,0 0-1,0 1 1,0-1 0,0 0 0,-1 0-1,1 0 1,0 1 0,-1-1-1,1-1 1,-5-8 64,0-1-1,0 1 1,-1 0 0,0 1-1,0 0 1,-12-12-1,10 10-915,-17-20-6009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08.1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24575,'511'213'-3933,"44"52"3933,-332-157 0,54 16 459,-267-120-331,-6-2-64,0-1-1,1 1 0,-1 0 1,0-1-1,1 0 1,-1 0-1,1-1 0,6 1 1,-10-1-64,-1 0 0,0 0 0,1 0 0,-1 0 0,0 0 0,0 0 0,1 0 0,-1 0 0,0 0 1,0 0-1,1 0 0,-1-1 0,0 1 0,0 0 0,1 0 0,-1 0 0,0 0 0,0-1 0,0 1 0,1 0 0,-1 0 1,0 0-1,0-1 0,0 1 0,0 0 0,0 0 0,0-1 0,1 1 0,-1 0 0,0 0 0,0-1 0,0 1 0,0 0 1,0-1-1,0 1 0,0 0 0,0 0 0,0-1 0,0 1 0,0 0 0,0 0 0,0-1 0,0 1 0,-1 0 0,1-1 0,0 1 1,0 0-1,0-1 0,-8-13 312,7 14-296,-25-33 357,-2 2 0,-1 0 1,-35-26-1,52 46-314,-112-100-1726,69 63-3966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08.3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24575,'423'172'-3452,"-15"27"2638,236 107 1745,-623-298-891,-18-7 48,-4-3 48,-27-15 890,14 9-372,-81-52-1490,48 29-5128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09.3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3686 1662 24575,'29'-1'-160,"0"1"0,0 2-1,1 1 1,-1 1 0,-1 1 0,47 15-1,2 6-671,82 42-1,325 184-2134,-240-119 2114,96 43-30,7-18 12,-342-155 892,172 62 1324,-147-58-563,-30-7-719,0 0 1,1 0-1,-1 0 1,0 0 0,1 0-1,-1 0 1,1 0 0,-1 0-1,0 0 1,1 0-1,-1 0 1,1 0 0,-1 0-1,0 0 1,1 0 0,-1 0-1,0 0 1,1 0 0,-1-1-1,0 1 1,1 0-1,-1 0 1,0 0 0,1-1-1,-1 1 1,0 0 0,1 0-1,-1-1 1,0 1-1,0 0 1,1-1 0,-1 1-1,0-1-3,0 0-1,0 0 1,0 0-1,-1 0 1,1 0-1,0 1 0,0-1 1,-1 0-1,1 0 1,-1 1-1,1-1 1,-1 0-1,1 0 0,-1 0 1,-11-12 262,1 1-1,-2 1 1,1 0 0,-2 0-1,-20-12 1,10 7-208,-783-514-3438,-27 38 0,-3-10 2304,822 492 1030,-48-30 728,-82-69 0,124 86 415,20 22-1074,1 0 1,-1 0-1,1 1 1,-1-1-1,1 0 0,-1 0 1,1 0-1,0 0 1,0 0-1,-1 0 0,1 0 1,0-1-1,0 2 9,0-1 0,0 1 0,0-1 0,1 1 0,-1 0 0,0-1 0,0 1 0,0 0-1,1-1 1,-1 1 0,0 0 0,0-1 0,1 1 0,-1 0 0,0 0 0,1-1 0,-1 1 0,0 0 0,1 0-1,-1 0 1,0-1 0,1 1 0,-1 0 0,1 0 0,-1 0 0,0 0 0,1 0 0,-1 0 0,1 0 0,0 0 0,3-1 90,1 1 0,0 0 0,0 0 0,0 0 0,0 1 0,-1 0 0,9 2 0,36 15 608,-34-12-725,262 122-1322,-9 20-248,-230-126 1472,468 268-513,-476-273 455,-18-11 92,1 1 0,-1 0 0,0 1 0,19 17 1,-31-25 4,0 0 1,0 0 0,0 0-1,0 0 1,0 0 0,0 0-1,-1 0 1,1 0 0,0 0-1,0 0 1,0 0 0,0 1 0,0-1-1,0 0 1,0 0 0,-1 0-1,1 0 1,0 0 0,0 0-1,0 0 1,0 0 0,0 0-1,0 0 1,0 1 0,0-1-1,0 0 1,0 0 0,0 0 0,0 0-1,0 0 1,0 0 0,0 0-1,0 1 1,0-1 0,0 0-1,0 0 1,0 0 0,0 0-1,0 0 1,0 0 0,0 0 0,0 1-1,0-1 1,0 0 0,0 0-1,0 0 1,0 0 0,0 0-1,0 0 1,0 0 0,0 1-1,0-1 1,0 0 0,0 0 0,0 0-1,0 0 1,1 0 0,-1 0-1,0 0 1,0 0 0,0 0-1,0 0 1,0 0 0,0 0-1,0 0 1,1 0 0,-1 1 0,0-1-1,0 0 1,-5-1 114,-1 1 1,1-1-1,-1 0 1,1 0-1,0-1 1,-1 1 0,-5-4-1,2 2-115,-292-135-171,184 80-547,-1082-493-2580,1105 509 3668,-545-236-2981,537 234 2399,72 31 828,-71-27 2523,94 38-2462,7 4 58,12 5 693,192 94 534,-116-60-2183,12 7-523,521 260 218,-604-299 362,11 6-11,-1 0 0,46 36 0,-69-48 168,-1 0 0,1 0-1,-1 0 1,4 7-1,-6-10 13,-1 0 0,1 1 0,-1-1 0,0 1 0,0-1 0,1 1 0,-1-1 0,0 1 0,0-1 0,0 1 0,1 0 0,-1-1 0,0 1 0,0-1 0,0 1-1,0-1 1,0 1 0,0 0 0,0-1 0,0 1 0,0-1 0,0 1 0,-1-1 0,1 1 0,0-1 0,0 1 0,0-1 0,-1 1 0,1-1 0,0 1 0,-1-1 0,1 1-1,0-1 1,-1 1 0,1-1 0,-1 0 0,1 1 0,-1-1 0,1 1 0,0-1 0,-1 0 0,0 0 0,1 1 0,-1-1 0,1 0 0,-1 0 0,0 0 0,-4 2 168,0-1 1,-1 1-1,1-2 1,0 1-1,0 0 1,-1-1-1,1 0 1,-8-1-1,-47-10-301,43 7 204,-311-87-794,4-23-1012,169 57 163,-1508-507-3237,1632 554 5415,-22-8 777,-65-12-1,111 29-850,6 3 165,10 4 840,120 54 1113,-62-32-2766,706 341-2550,-747-355 2457,80 45-320,-83-46 537,-2 2-1,30 26 1,-47-38 129,-1 0 0,0 1 0,0-1 0,0 1 0,0-1 0,0 1 0,-1 0 0,3 5 0,-5-9-81,0 1 0,0 0 0,1 0 0,-1 0 0,0 0-1,0 0 1,0-1 0,0 1 0,0 0 0,0 0 0,0 0 0,0 0-1,0 0 1,0 0 0,-1-1 0,1 1 0,0 0 0,-1 1 0,0-1-14,0 0 1,0 0 0,0 0 0,0 0 0,0 0-1,0 0 1,0 0 0,0-1 0,0 1 0,-1 0 0,1-1-1,0 1 1,0-1 0,-1 0 0,-1 1 0,-11 1 48,0 0 1,0-1-1,0-1 1,0 0-1,0-1 1,0 0-1,-16-5 0,9 3-73,-434-95-991,276 54-488,83 22-4093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09.7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2028 0 24575,'730'347'-3619,"-684"-327"3651,23 9 212,115 67 0,-168-85-69,17 13-1,-29-20-123,0-1 0,0 1 0,0 0 1,-1 0-1,1 1 0,-1-1 0,0 1 0,4 8 0,-7-12-44,0 0 0,1 0 1,-1 0-1,0-1 0,1 1 0,-1 0 0,0 0 0,0 0 0,0 0 0,0 1 0,0-1 0,0 0 0,0 0 0,0 0 0,0 0 0,0 0 0,-1 0 0,1-1 0,0 1 0,-1 0 1,1 0-1,-1 0 0,1 0 0,-1 0 0,1 0 0,-1 0 0,0-1 0,1 1 0,-1 0 0,0-1 0,0 1 0,-1 1 0,-1 0 158,-1 0-1,0-1 0,0 1 1,0-1-1,0 1 0,0-1 1,-5 0-1,-15 3-92,-1-2 0,1 0 1,-43-4-1,-79-14-1046,136 14 866,-426-76-3712,1-21 1943,141 31 126,-660-129 872,880 183 2484,-123-7-1,196 21-1543,-2 0 166,0-1 0,-1 1 0,1 0 0,0 1 0,0-1 0,0 0 0,-1 1 0,1 0 0,0-1 0,0 1 1,0 1-1,-4 1 0,7-3-173,0 0 0,-1 0 0,1 1 1,0-1-1,0 0 0,-1 1 0,1-1 1,0 0-1,0 0 0,0 1 1,0-1-1,-1 0 0,1 1 0,0-1 1,0 0-1,0 1 0,0-1 1,0 1-1,0-1 0,0 0 0,0 1 1,0-1-1,0 0 0,0 1 0,0-1 1,0 0-1,0 1 0,0-1 1,0 1-1,0-1 0,1 0 0,-1 1 1,10 10 472,10 3-250,1 0 0,1-1 0,36 16 0,-16-9-157,253 116-595,55 28-159,-344-160 630,7 2-3,-1 0 0,0 2 0,0 0-1,0 0 1,-1 1 0,14 13 0,-24-21 17,0 1-1,0-1 1,0 0 0,0 0-1,0 0 1,-1 1 0,1-1 0,0 0-1,0 1 1,-1-1 0,1 1-1,-1-1 1,0 1 0,1-1-1,-1 1 1,0-1 0,0 1 0,0 2-1,0-3 14,0 0 0,-1 0-1,1 1 1,-1-1-1,0 0 1,1 0 0,-1 0-1,0 0 1,1 0 0,-1 0-1,0 0 1,0 0-1,0 0 1,0 0 0,0 0-1,0-1 1,-2 2 0,-4 1 64,0 0-1,0 0 1,0 0 0,-1-1 0,1-1 0,-9 2 0,-15 1-103,-1-1-1,-54-4 1,-67-12-755,110 8 556,-218-29-1044,10 1 1354,1 18-283,237 15 181,-37 2-34,47-2 55,-1 1-1,0 0 0,1 0 0,-1 0 0,0 0 0,1 0 1,-1 1-1,1-1 0,0 1 0,-5 3 0,8-5 12,-1 1 0,0 0 0,1-1 0,-1 1 0,0 0 0,1-1 0,-1 1 0,1 0 0,0 0 0,-1 0-1,1-1 1,-1 1 0,1 0 0,0 0 0,0 0 0,-1 0 0,1 0 0,0 0 0,0-1 0,0 1 0,0 0 0,0 0-1,0 0 1,1 0 0,-1 0 0,0 0 0,0 0 0,0 0 0,1-1 0,-1 1 0,1 0 0,-1 0 0,0 0-1,1-1 1,1 2 0,1 3 171,1 0 1,0-1-1,0 0 0,6 5 0,22 15-88,1-2-1,0-1 1,50 21 0,-32-15-350,267 143-2243,-259-137-2941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10.8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24575,'27'29'0,"19"18"0,11 12 0,6 7-2452,4 4 2452,4 2 0,1 1-1469,4 1 1469,0-2 0,-2-5 0,-6-5 0,-15-13-4270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11.0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24575,'32'20'0,"20"16"0,14 9 0,10 7-3111,10 4 3111,7 3 0,7 1 0,7 3-1996,4 0 1996,3 1 0,0 3 0,-1 0 0,1 0 0,-7-4 0,-12-7 0,-22-13-3084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11.3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24575,'331'153'-2883,"-218"-95"1411,1162 528-585,-445-258 1942,-813-322 115,21 8 0,55 13 0,-77-26-277,-10-3-1110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11.5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24575,'37'20'0,"31"16"0,27 12 0,17 7-4761,11 5 4761,7 4 0,3 0 0,-1 1 0,-3-2-2027,-7-2 2027,-9-4 0,-12-4 0,-15-6 45,-18-9-45,-20-11-1448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28.8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0 24575,'2'5'0,"2"4"0,-4 3 0,0 2 0,-4-2 0,-1-2-8191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29.0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24575,'25'30'0,"10"11"0,-1 2 0,-6-1 0,-7-6 0,-8-7 0,-9-5 0,-7-5 0,-3-5-8191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29.1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24575,'27'27'0,"14"12"0,2 3 0,-6 0 0,-7-4 0,-8-5 0,-9-5 0,-5-4 0,-6-8-8191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29.32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24575,'20'29'0,"8"15"0,3 8 0,-5-1 0,-3-4 0,-7-8 0,-5-5 0,-5-6 0,-3-5 0,-3-7-8191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29.4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24575,'12'31'0,"4"17"0,0 4 0,-4-2 0,-3-7 0,-3-10-8191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30.0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24575,'0'0'-8191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30.1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24575,'12'29'0,"4"18"0,-3 5 0,-3 1 0,-7-3 0,-6-6 0,-2-7 0,0-10-8191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30.3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24575,'27'37'0,"14"21"0,2 9 0,-1 3-2004,-5-3 2004,-7-6 0,-5-6 198,-8-5-198,-4-6 436,-4-3-436,-4-4 0,-2-2 0,-2-6 0,-1-8-6821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31.1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24575,'17'30'0,"6"19"0,-1 8 0,-4 6 0,-6 0 0,-4-2 0,-4-2 0,-2-4 0,-2-6 0,-1-6 0,0-11-8191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31.5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24575,'7'27'0,"3"16"0,2 6 0,-1-1 0,-3-6 0,-2-9-8191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30.9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24575,'5'32'0,"-1"13"0,-1 1 0,-1-7-8191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31.9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24575,'17'29'0,"6"17"0,-1 7 0,-5-3 0,-7-5 0,-5-12-8191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31.2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24575,'15'35'0,"4"18"0,3 8 0,-4 0 0,-4-7 0,-5-8 0,-4-12-8191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31.41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24575,'18'32'0,"7"18"0,2 8 0,0 1 0,-6-2 0,-3-3 0,-5-4 0,-5-5 0,-4-3 0,-2-6 0,-2-5 0,0-6-8191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32.78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24575,'20'27'0,"8"16"0,0 11 0,-2 1 0,-6-7 0,-6-11-8191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32.2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24575,'17'29'0,"11"20"0,0 12 0,-1 2 0,-7 0 0,-3-3 0,-5-1 0,-4-5 0,-4-5 0,-2-10 0,-2-10-8191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32.3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24575,'10'34'0,"5"19"0,1 10 0,0 2 0,-1-1 0,0 0 0,-3-3 0,0-3 0,-3-2 0,-1-1 0,-1-3 0,-2 1 0,-1-2 0,-3-5 0,0-5 0,-1-10-8191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33.1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24575,'29'224'-801,"1"2"-17,51 159 818,4-78 0,-60-202-1096,-17-65-4380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32.0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24575,'7'32'0,"3"20"0,-1 12 0,-1 3 0,-3 0 0,-4-4 0,-3-4 0,-2-7 0,-2-13-8191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32.9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 0 24575,'-3'32'0,"0"18"0,-3 8 0,1-2 0,0-9-8191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35.4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5372 523 24575,'5'2'0,"0"0"0,0 0 0,0 0 0,-1 0 0,1 0 0,-1 1 0,0 0 0,7 5 0,-13-7 0,-5-2 0,-9-2 0,-679-158-1909,666 155 1872,-2211-314-9556,912 262 8091,1206 57 1387,-257 3 1393,1 24 2476,356-23-3710,-68 10 1527,77-10-648,1 0 0,-1 0 0,1 2 0,-22 10 0,32-14-898,0 0 1,1 0-1,-1 0 0,0 0 0,1 0 0,-1 0 0,1 1 1,-1-1-1,1 1 0,0-1 0,0 1 0,0-1 1,-1 1-1,1 0 0,1-1 0,-1 1 0,0 0 0,0 0 1,1 0-1,-2 4 0,1 4-6851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36.41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176 55 24575,'-7'-4'0,"-6"-4"0,0 1 0,-1 1 0,1 0 0,-1 0 0,-1 1 0,-16-3 0,30 8 0,0 0 0,1 0 0,-1 0 0,0 0 0,0 0 0,1 0 0,-1 0 0,0 0 0,1 0 0,-1 0 0,0 0 0,0 0 0,1 0 0,-1 1 0,0-1 0,1 0 0,-1 0 0,0 1 0,0 0 0,0-1 0,1 1 0,0-1 0,0 1 0,-1-1 0,1 1 0,0-1 0,0 1 0,0-1 0,0 1 0,0-1 0,-1 1 0,1-1 0,0 1 0,0-1 0,0 1 0,0 0 0,1-1 0,-1 1 0,0-1 0,0 1 0,1 3 0,1 0 0,0 0 0,-1 0 0,1-1 0,4 6 0,16 19 0,1 0 0,2-2 0,27 24 0,-39-38 0,0-1 0,0 0 0,1-2 0,1 1 0,15 7 0,-29-17 0,-1 0 0,1 0 0,-1 1 0,0-1 0,1 0 0,-1 0 0,1 1 0,-1-1 0,1 0 0,-1 0 0,1 0 0,-1 0 0,1 0 0,-1 0 0,1 0 0,-1 0 0,1 0 0,0 0 0,-1 0 0,1 0 0,-1 0 0,1 0 0,-1-1 0,0 1 0,2 0 0,-2-1 0,0 1 0,0-1 0,1 0 0,-1 1 0,0-1 0,0 1 0,0-1 0,0 1 0,0-1 0,0 0 0,0 1 0,0-1 0,0 1 0,0-1 0,0 1 0,0-1 0,0 1 0,-1-2 0,0-2 0,-1-1 0,0 1 0,0 0 0,-4-6 0,-9-10 0,-1 1 0,0 1 0,-34-29 0,-64-38 0,110 81 0,-1 1 0,0 0 0,0 1 0,-1-1 0,-6-2 0,11 5 0,0 0 0,1 0 0,-1-1 0,0 1 0,0 0 0,1 0 0,-1 0 0,0 0 0,0 0 0,0 0 0,1 0 0,-1 0 0,0 0 0,0 0 0,0 1 0,1-1 0,-1 0 0,0 0 0,1 1 0,-1-1 0,0 0 0,0 1 0,1-1 0,-1 1 0,1-1 0,-1 1 0,0-1 0,1 1 0,-1 0 0,1-1 0,-1 1 0,1 0 0,0-1 0,-1 1 0,1 0 0,0-1 0,-1 1 0,1 0 0,0 0 0,0 0 0,0-1 0,-1 1 0,1 0 0,0 0 0,0-1 0,0 1 0,0 0 0,1 0 0,-1 0 0,0 6 0,1-1 0,0 0 0,0 0 0,1 1 0,-1-1 0,1 0 0,1 0 0,2 6 0,1-1 0,0 1 0,16 20 0,-19-28 0,0 0 0,1-1 0,-1 1 0,1-1 0,-1 0 0,1 0 0,0 0 0,0-1 0,0 1 0,1-1 0,-1 0 0,1 0 0,4 1 0,-6-3 0,-1 1 0,1-1 0,0 0 0,-1 1 0,1-1 0,0-1 0,-1 1 0,1 0 0,-1-1 0,1 1 0,0-1 0,-1 0 0,1 0 0,-1 0 0,1 0 0,-1 0 0,0 0 0,1-1 0,-1 1 0,0-1 0,0 0 0,0 0 0,0 0 0,2-3 0,-1 2 10,-1 0 0,0-1 0,0 1 0,0-1 0,-1 1 0,1-1 0,-1 1 0,0-1 0,0 0 0,0 1 0,1-8 0,-2 9-81,0 0 1,0 0-1,0 0 0,0-1 0,0 1 1,0 0-1,-1 0 0,1-1 1,-1 1-1,0 0 0,1 0 0,-1 0 1,0 0-1,0 0 0,-1 0 1,1 0-1,0 0 0,0 0 0,-1 1 1,-2-4-1,-6-1-6755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38.4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0 124 24575,'1'9'0,"0"0"0,1 0 0,0 0 0,0 0 0,1 0 0,0-1 0,1 1 0,0-1 0,9 14 0,-9-16 0,1 0 0,0 0 0,0-1 0,1 0 0,-1 0 0,1 0 0,0-1 0,1 1 0,-1-1 0,1-1 0,12 6 0,-13-7 0,0 0 0,0 0 0,1 0 0,-1-1 0,0 0 0,1 0 0,-1-1 0,1 0 0,-1 0 0,1 0 0,-1-1 0,1 0 0,12-3 0,-17 3 0,1 0 0,0-1 0,0 1 0,-1-1 0,1 1 0,-1-1 0,1 0 0,-1 0 0,0 0 0,0 0 0,0 0 0,3-4 0,-1 0 0,0-1 0,0 0 0,3-9 0,0 0 0,-7 16 0,0 0 0,0-1 0,1 1 0,-1 0 0,0-1 0,0 1 0,1 0 0,-1 0 0,0 0 0,0-1 0,1 1 0,-1 0 0,0 0 0,1 0 0,-1-1 0,0 1 0,0 0 0,1 0 0,-1 0 0,1 0 0,-1 0 0,0 0 0,1 0 0,-1 0 0,0 0 0,1 0 0,-1 0 0,0 0 0,1 0 0,-1 0 0,0 0 0,1 0 0,-1 0 0,0 1 0,1-1 0,-1 0 0,0 0 0,0 0 0,1 1 0,-1-1 0,0 0 0,1 0 0,-1 0 0,0 1 0,0-1 0,0 0 0,1 1 0,-1-1 0,18 21 0,-10-10 0,-3-7 0,0 0 0,0 0 0,0 0 0,0-1 0,1 0 0,0 0 0,-1 0 0,1-1 0,0 0 0,0 0 0,10 2 0,-12-4 0,0 1 0,0-1 0,0 1 0,0-1 0,0 0 0,0-1 0,0 1 0,0-1 0,0 0 0,0 0 0,0 0 0,0 0 0,-1-1 0,1 1 0,0-1 0,-1 0 0,1 0 0,-1 0 0,4-4 0,-4 3 0,-1 1 0,0 0 0,0-1 0,-1 0 0,1 1 0,-1-1 0,1 0 0,-1 0 0,0 0 0,0 0 0,0 0 0,0 0 0,0 0 0,-1 0 0,0-1 0,1 1 0,-1 0 0,0 0 0,-1 0 0,1 0 0,-1-1 0,-1-4 0,0 0 0,0 1 0,-1-1 0,0 1 0,-1 0 0,1 0 0,-1 0 0,-10-12 0,2 5-151,-1 1-1,0 1 0,-1 0 0,0 0 1,-1 2-1,-1 0 0,1 1 1,-22-10-1,14 9-6674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38.9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24575,'4'42'0,"3"-1"0,22 76 0,-24-104 0,-1-1 0,2 0 0,0 0 0,0 0 0,1 0 0,0-1 0,1-1 0,0 1 0,1-1 0,0 0 0,1-1 0,0 0 0,14 9 0,-23-17 0,1 1 0,-1-2 0,1 1 0,0 0 0,-1 0 0,1 0 0,-1-1 0,1 1 0,0-1 0,0 1 0,-1-1 0,1 0 0,0 0 0,0 1 0,0-1 0,-1-1 0,1 1 0,0 0 0,0 0 0,-1-1 0,3 0 0,-2 0 0,-1 1 0,0-1 0,1-1 0,-1 1 0,0 0 0,0 0 0,0 0 0,0-1 0,0 1 0,0 0 0,0-1 0,0 1 0,0-1 0,-1 0 0,1 1 0,0-1 0,-1 1 0,0-1 0,1 0 0,-1 1 0,0-1 0,0-2 0,1 2 0,-1-1 0,0 0 0,1-1 0,-1 1 0,1 0 0,0 0 0,1-4 0,-2 7 0,1-1 0,-1 1 0,0-1 0,1 1 0,-1-1 0,1 1 0,-1-1 0,0 1 0,1-1 0,-1 1 0,1-1 0,0 1 0,-1 0 0,1-1 0,-1 1 0,1 0 0,-1 0 0,1-1 0,0 1 0,-1 0 0,1 0 0,0 0 0,-1 0 0,1 0 0,-1 0 0,1 0 0,0 0 0,-1 0 0,1 0 0,0 0 0,-1 0 0,1 0 0,0 0 0,-1 1 0,1-1 0,-1 0 0,1 1 0,0 0 0,7 3 0,-1 1 0,0 0 0,0 0 0,0 1 0,9 10 0,15 13 0,2-6-682,47 26-1,-63-40-6143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39.3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 1 24575,'-3'27'0,"2"1"0,3 45 0,-1-61 0,1 1 0,1 0 0,0-1 0,0 0 0,1 0 0,1 0 0,11 22 0,-13-29 0,0-1 0,0 0 0,0 0 0,0-1 0,1 1 0,-1-1 0,1 1 0,0-1 0,0 0 0,0-1 0,0 1 0,1-1 0,-1 0 0,7 3 0,-8-5 0,-1 1 0,1 0 0,0-1 0,-1 1 0,1-1 0,0 0 0,-1 0 0,1 0 0,0 0 0,0-1 0,-1 1 0,1-1 0,0 0 0,-1 0 0,1 1 0,-1-2 0,1 1 0,-1 0 0,0 0 0,1-1 0,-1 1 0,0-1 0,0 0 0,0 0 0,0 0 0,0 0 0,1-2 0,0 1 0,-1 0 0,0-1 0,0 1 0,0 0 0,-1-1 0,1 0 0,-1 1 0,0-1 0,2-7 0,-2 0 0,0 1 0,-2-14 0,3-16 0,-2 40 0,0 0 0,0 0 0,0 0 0,0 0 0,0-1 0,0 1 0,0 0 0,0 0 0,0 0 0,0 0 0,0 0 0,0 0 0,1-1 0,-1 1 0,0 0 0,0 0 0,0 0 0,0 0 0,0 0 0,0 0 0,1 0 0,-1 0 0,0 0 0,0 0 0,0 0 0,0-1 0,0 1 0,1 0 0,-1 0 0,0 0 0,0 0 0,0 0 0,0 0 0,0 0 0,1 0 0,-1 0 0,0 1 0,0-1 0,0 0 0,0 0 0,1 0 0,-1 0 0,0 0 0,0 0 0,0 0 0,0 0 0,0 0 0,0 0 0,1 0 0,-1 1 0,0-1 0,0 0 0,0 0 0,0 0 0,0 0 0,0 1 0,9 6 0,-8-6 0,39 44 0,-25-27 0,1-1 0,25 21 0,-29-28-1365,-2-1-5461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39.8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24575,'15'29'0,"9"18"0,4 5 0,-1 1 0,0-1 0,-2-2 0,-3-4 0,-3-3 0,-2-4 0,-1-6 0,-2-4 0,0-4 0,0-4 0,-2-3 0,-1-2 0,-3-4-8191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39.9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193 0 24575,'-30'5'0,"-11"2"0,-5 1 0,4 1 0,8-3-8191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41.3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24575,'181'267'0,"-100"-116"0,-67-122 0,-2-11 0,-5-14 0,-6-5 0,-1 1 0,0 0 0,1 0 0,-1-1 0,1 1 0,-1 0 0,0 0 0,1-1 0,-1 1 0,0-1 0,0 1 0,1 0 0,-1-1 0,0 1 0,0-1 0,1 1 0,-1 0 0,0-1 0,0 1 0,0-1 0,0 0 0,27-113 0,-27 112 0,0 1 0,1-1 0,-1 1 0,1-1 0,0 1 0,-1-1 0,1 1 0,0 0 0,0-1 0,0 1 0,0 0 0,0-1 0,0 1 0,0 0 0,1 0 0,-1 0 0,0 0 0,1 0 0,-1 1 0,0-1 0,1 0 0,-1 1 0,1-1 0,-1 0 0,1 1 0,-1 0 0,1-1 0,0 1 0,-1 0 0,1 0 0,-1 0 0,1 0 0,0 0 0,-1 0 0,1 1 0,-1-1 0,1 0 0,-1 1 0,1-1 0,2 2 0,5 2 0,0 0 0,-1 1 0,0 0 0,0 0 0,11 9 0,24 25-16,-32-28-209,1 0 0,0-1 0,1 0 1,0-1-1,19 11 0,-19-15-6601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41.7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186 0 24575,'-85'19'0,"74"-16"0,0 1 0,1 0 0,0 0 0,0 1 0,-16 11 0,24-15 0,1 0 0,-1 0 0,1 0 0,-1 1 0,1-1 0,-1 1 0,1-1 0,0 1 0,0-1 0,0 1 0,0 0 0,0 0 0,0-1 0,0 1 0,0 0 0,1 0 0,-1 0 0,1 0 0,-1 0 0,1 2 0,0-1 0,0-1 0,1 1 0,-1-1 0,1 1 0,0-1 0,0 1 0,0-1 0,0 0 0,0 0 0,0 1 0,1-1 0,-1 0 0,1 0 0,-1 0 0,5 3 0,2 2 0,1 1 0,0-2 0,1 1 0,-1-1 0,1-1 0,19 9 0,-8-6 0,0-1 0,34 6 0,-43-10 0,1-1 0,-1-1 0,1 0 0,20-2 0,-29 1 0,0-1 0,-1 1 0,1-1 0,0 0 0,-1 0 0,1-1 0,-1 1 0,0-1 0,4-2 0,-5 3 0,0 0 0,-1-1 0,0 1 0,1 0 0,-1-1 0,0 1 0,0-1 0,0 1 0,1-1 0,-2 0 0,1 0 0,0 1 0,0-1 0,-1 0 0,1 0 0,-1 0 0,1 0 0,-1-3 0,1 3 0,-1 0 0,0 0 0,0-1 0,0 1 0,0 0 0,-1 0 0,1 0 0,-1-1 0,1 1 0,-1 0 0,0 0 0,1 0 0,-1 0 0,0 0 0,-1 0 0,1 0 0,0 0 0,0 0 0,-3-1 0,4 3 2,0 0 0,0 0 0,-1-1-1,1 1 1,0 0 0,0 0 0,0 0-1,-1 0 1,1 0 0,0 0 0,0 0-1,-1 0 1,1 0 0,0 0 0,0 0-1,-1 0 1,1 0 0,0 0 0,0 0-1,-1 0 1,1 0 0,0 1 0,0-1 0,0 0-1,-1 0 1,1 0 0,0 0 0,0 0-1,0 0 1,-1 1 0,1-1 0,0 0-1,0 0 1,0 0 0,0 1 0,-1-1-1,1 0 1,0 0 0,0 0 0,0 1-1,0-1 1,-3 11-1351,2-11 1259,0 10-6736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42.2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6 115 24575,'0'17'0,"1"1"0,5 33 0,-4-44 0,0 0 0,0 0 0,0-1 0,1 1 0,0-1 0,0 0 0,1 0 0,-1 0 0,1 0 0,6 6 0,1-1 0,92 110 0,-88-103 0,-8-11 0,-1 1 0,0 0 0,-1-1 0,1 2 0,-2-1 0,1 1 0,-1-1 0,0 1 0,2 11 0,-5-19 0,-1 0 0,0 0 0,0-1 0,0 1 0,0 0 0,0 0 0,0-1 0,0 1 0,0 0 0,0-1 0,0 1 0,0 0 0,0 0 0,0-1 0,-1 1 0,1 0 0,0-1 0,-1 1 0,1 1 0,-1-2 0,1 0 0,-1 0 0,1 0 0,0 1 0,-1-1 0,1 0 0,-1 0 0,1 0 0,0 0 0,-1 0 0,1 0 0,-1 0 0,1 0 0,-1 0 0,1 0 0,-1 0 0,1 0 0,0 0 0,-1 0 0,1 0 0,-1 0 0,1 0 0,-1-1 0,-2 0 0,0-1 0,0 1 0,0-1 0,0 0 0,1 0 0,-5-5 0,-6-7 0,0-1 0,2-1 0,0 0 0,-9-18 0,-31-73 0,35 71 0,3-1 0,1 0 0,1-1 0,-8-59 0,19 92 0,-1 0 0,1 1 0,0-1 0,1 0 0,-1 0 0,1 0 0,0 0 0,0 0 0,3-6 0,-4 10 0,1 0 0,-1 0 0,1 0 0,0 0 0,-1 0 0,1 0 0,0 0 0,0 0 0,0 0 0,-1 0 0,1 0 0,0 1 0,0-1 0,0 0 0,0 1 0,0-1 0,2 0 0,-1 1 0,-1 0 0,1-1 0,-1 1 0,1 0 0,0 0 0,-1 0 0,1 1 0,-1-1 0,1 0 0,-1 1 0,1-1 0,-1 1 0,1-1 0,-1 1 0,1-1 0,2 3 0,0 0 0,0 0 0,-1 0 0,1 0 0,0 0 0,-1 1 0,0 0 0,0-1 0,0 1 0,0 1 0,-1-1 0,0 0 0,0 0 0,0 1 0,0-1 0,0 1 0,-1 0 0,0 0 0,0-1 0,0 1 0,-1 0 0,0 0 0,0 0 0,0 0 0,0-1 0,-1 1 0,0 0 0,0 0 0,0 0 0,0-1 0,-1 1 0,0-1 0,0 1 0,0-1 0,0 0 0,-1 1 0,0-1 0,0-1 0,-5 7 0,3-6-151,0 0-1,-1 0 0,0 0 0,1-1 1,-1 0-1,0 0 0,0-1 1,-10 3-1,0-1-6674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43.3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203 305 24575,'24'51'0,"19"44"0,-38-81 0,-1 0 0,0 1 0,0-1 0,2 30 0,-6-42 0,0 0 0,0-1 0,0 1 0,0 0 0,0 0 0,-1-1 0,1 1 0,0 0 0,-1 0 0,1-1 0,-2 4 0,2-5 0,-1 0 0,1 1 0,0-1 0,0 0 0,0 0 0,0 0 0,-1 0 0,1 1 0,0-1 0,0 0 0,-1 0 0,1 0 0,0 0 0,0 0 0,0 0 0,-1 0 0,1 0 0,0 0 0,0 0 0,-1 0 0,1 0 0,0 0 0,0 0 0,-1 0 0,1 0 0,0 0 0,0 0 0,-1 0 0,1 0 0,-11-10 0,1-3 0,-15-30 0,3 5 0,0 4 0,-57-95 0,72 114 0,0 0 0,1 0 0,1 0 0,0-1 0,1 0 0,1 0 0,-2-19 0,5 32 0,0 1 0,0-1 0,0 1 0,0-1 0,0 1 0,0-1 0,1 1 0,-1-1 0,1 1 0,0 0 0,-1-1 0,1 1 0,0 0 0,1-1 0,0-1 0,0 3 0,-1-1 0,1 1 0,-1 0 0,1 0 0,0 0 0,0 0 0,-1 0 0,1 0 0,0 0 0,0 1 0,0-1 0,0 1 0,0-1 0,0 1 0,0 0 0,0-1 0,0 1 0,0 0 0,3 1 0,7 0 0,-1 1 0,0 0 0,1 0 0,-1 1 0,0 1 0,-1-1 0,19 10 0,-22-9 0,1 0 0,-1 1 0,0 0 0,0 0 0,-1 0 0,1 1 0,-1 0 0,0 0 0,-1 1 0,1 0 0,3 7 0,-7-12 0,-1 1 0,0-1 0,0 0 0,0 1 0,0-1 0,0 1 0,-1-1 0,1 1 0,-1-1 0,0 1 0,1-1 0,-1 1 0,0-1 0,-1 1 0,1 0 0,0-1 0,-1 1 0,1-1 0,-1 1 0,-1 2 0,0-2 0,1 0 0,-1-1 0,0 1 0,0-1 0,0 0 0,0 1 0,-1-1 0,1 0 0,0 0 0,-1 0 0,0 0 0,1-1 0,-1 1 0,0-1 0,0 0 0,-4 2 0,-17 4 0,-1-1 0,-1-1 0,1-1 0,0-1 0,-1-1 0,-40-3 0,59 0 0,1 1 0,0-1 0,0 0 0,-1 0 0,-10-4 0,17 5 0,0 0 0,0 0 0,0 0 0,-1 0 0,1 0 0,0-1 0,0 1 0,0 0 0,0 0 0,0 0 0,-1 0 0,1 0 0,0 0 0,0 0 0,0 0 0,0 0 0,0-1 0,0 1 0,0 0 0,-1 0 0,1 0 0,0 0 0,0 0 0,0-1 0,0 1 0,0 0 0,0 0 0,0 0 0,0 0 0,0 0 0,0-1 0,0 1 0,0 0 0,0 0 0,0 0 0,0 0 0,0-1 0,0 1 0,0 0 0,0 0 0,0 0 0,0 0 0,0 0 0,0-1 0,1 1 0,-1 0 0,0 0 0,0 0 0,0 0 0,0 0 0,0 0 0,0 0 0,0-1 0,0 1 0,1 0 0,-1 0 0,0 0 0,0 0 0,0 0 0,0 0 0,0 0 0,1 0 0,-1 0 0,0 0 0,0 0 0,0 0 0,11-5 0,8 1 0,-1 1 0,0 0 0,38 1 0,3-1 0,-25-1 0,119-14 0,-121 12 0,0-1 0,52-19 0,-77 24 0,-1-1 0,1 0 0,-1 0 0,0-1 0,0 1 0,0-2 0,-1 1 0,1 0 0,-1-1 0,8-9 0,-11 11 0,0-1 0,0 1 0,0-1 0,0 1 0,-1-1 0,0 1 0,1-1 0,-1 0 0,0 0 0,-1 0 0,1 1 0,-1-1 0,0 0 0,0 0 0,0 0 0,0 0 0,-1 0 0,1 0 0,-1 0 0,-2-5 0,1 3 0,0 0 0,-1 1 0,0-1 0,0 1 0,-1 0 0,1 0 0,-1 0 0,0 0 0,0 1 0,-1-1 0,1 1 0,-1 0 0,0 1 0,0-1 0,-7-3 0,5 3 0,-1 1 0,1-1 0,-1 1 0,0 1 0,0-1 0,0 2 0,0-1 0,0 1 0,0 0 0,-16 0 0,22 1 0,1 0 0,-1 1 0,0-1 0,0 0 0,0 1 0,1-1 0,-1 1 0,0-1 0,1 1 0,-1 0 0,1 0 0,-1 0 0,1 0 0,-1 0 0,1 0 0,-1 0 0,1 1 0,0-1 0,0 0 0,0 1 0,-1-1 0,1 1 0,1-1 0,-1 1 0,0-1 0,0 1 0,1 0 0,-1-1 0,1 1 0,-1 0 0,1 0 0,-1-1 0,1 1 0,0 0 0,0 0 0,0 0 0,1 2 0,-1 3 0,1 0 0,0-1 0,0 1 0,1 0 0,0-1 0,0 1 0,1-1 0,5 11 0,-2-9 0,0 1 0,0-1 0,1 0 0,0-1 0,1 0 0,0 0 0,9 7 0,2-1 0,1-1 0,23 11 0,-32-18 0,-1-1 0,1 1 0,0-2 0,0 0 0,0 0 0,0-1 0,21 1 0,-28-3 0,1 0 0,-1 0 0,0 0 0,1-1 0,-1 1 0,0-1 0,1 0 0,-1-1 0,0 1 0,0-1 0,0 0 0,0 0 0,0 0 0,-1 0 0,1-1 0,-1 0 0,1 1 0,-1-1 0,0 0 0,0-1 0,0 1 0,4-7 0,2-7 0,-8 15 0,0-1 0,0 1 0,0 0 0,0 0 0,0 0 0,0 0 0,0 0 0,1 0 0,-1 1 0,1-1 0,-1 0 0,1 1 0,0-1 0,0 1 0,0-1 0,-1 1 0,1 0 0,1 0 0,-1 0 0,0 0 0,0 0 0,4 0 0,11-1 0,1 1 0,35 2 0,-37 0 0,0 0 0,0-2 0,0 1 0,19-5 0,30-6 0,-57 11 0,-1-1 0,1 1 0,-1 0 0,0 1 0,1 0 0,12 3 0,-8 1-1365,-3 2-5461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43.6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115 1 24575,'-11'0'0,"1"0"0,-1 1 0,1 0 0,-1 1 0,-15 5 0,23-6 0,1-1 0,0 1 0,-1 1 0,1-1 0,0 0 0,0 1 0,0-1 0,0 1 0,0 0 0,0-1 0,0 1 0,-2 3 0,3-4 0,1 1 0,-1-1 0,0 1 0,0 0 0,1 0 0,-1-1 0,1 1 0,0 0 0,-1 0 0,1 0 0,0-1 0,0 1 0,0 0 0,0 0 0,1 0 0,-1-1 0,0 1 0,1 0 0,0 2 0,2 4 0,1 0 0,0 0 0,0 0 0,1-1 0,0 0 0,0 0 0,9 10 0,47 41 0,-59-56 0,141 105 0,-37-30 0,-105-77 0,16 17 0,-16-17 0,-1 0 0,0 1 0,1-1 0,-1 0 0,0 1 0,0-1 0,1 0 0,-1 1 0,0-1 0,0 0 0,1 1 0,-1-1 0,0 0 0,0 1 0,0-1 0,0 1 0,0-1 0,1 0 0,-1 1 0,0-1 0,0 1 0,0-1 0,0 1 0,0-1 0,0 0 0,0 1 0,-1-1 0,1 1 0,0-1 0,0 0 0,0 1 0,0-1 0,0 0 0,-1 1 0,1-1 0,0 1 0,0-1 0,-1 0 0,1 1 0,0-1 0,0 0 0,-1 0 0,1 1 0,0-1 0,-1 0 0,1 0 0,-1 1 0,1-1 0,0 0 0,-1 0 0,0 0 0,-14 4 0,-1 0 0,0-2 0,0 0 0,-21 0 0,-13 2 0,8 1-682,-47 12-1,64-10-6143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44.4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423 103 24575,'-297'-89'0,"283"85"0,0 1 0,-1 0 0,1 1 0,-25 0 0,38 2 0,0 0 0,0 0 0,-1 0 0,1 0 0,0 1 0,0-1 0,0 0 0,-1 1 0,1-1 0,0 1 0,0-1 0,0 1 0,0-1 0,0 1 0,0 0 0,0 0 0,0-1 0,0 1 0,1 0 0,-1 0 0,0 0 0,0 1 0,0 0 0,0 0 0,0 0 0,1 0 0,-1 0 0,1 0 0,-1 1 0,1-1 0,0 0 0,0 0 0,0 0 0,1 4 0,0 3 0,1 0 0,1 0 0,-1 0 0,8 14 0,3 4 0,1-1 0,1-1 0,21 26 0,62 67 0,-68-83 0,86 94 0,23 27 0,-84-84 0,-47-60 0,-1 0 0,0 1 0,0-1 0,5 17 0,-11-26-65,0-1 0,-1 1 0,1-1 0,0 1 0,-1-1 0,1 1 0,-1-1 0,0 1 0,0-1 0,0 1 0,0-1 0,0 1 0,-1 0 0,1-1 0,-1 1 0,0-1 0,0 0 0,0 1 0,0-1 0,-1 3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44.6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434 60 24575,'-29'-5'0,"-15"-4"0,-5-1 0,1 2 0,4 0 0,5 0 0,5 3 0,5 1 0,5 2 0,3 1 0,3 1 0,3 3 0,1 0 0,0 1 0,3 1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45.17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228 132 24575,'-18'-14'0,"-55"-37"0,60 44 0,1 0 0,-1 1 0,0 0 0,-14-4 0,25 9 0,0 0 0,0 1 0,0-1 0,0 1 0,0 0 0,0 0 0,0 0 0,0 0 0,0 0 0,0 0 0,0 0 0,0 0 0,0 1 0,0-1 0,0 1 0,0 0 0,-2 0 0,2 0 0,1 1 0,-1-1 0,1 0 0,0 0 0,0 0 0,-1 1 0,1-1 0,0 1 0,0-1 0,0 1 0,1-1 0,-1 1 0,0-1 0,0 1 0,1 0 0,-1 1 0,0 2 0,0-1 0,1 1 0,0-1 0,0 1 0,0-1 0,0 0 0,1 1 0,-1-1 0,1 1 0,0-1 0,1 0 0,-1 0 0,1 1 0,3 5 0,2 0 0,0 0 0,0 0 0,1-1 0,0 0 0,1-1 0,0 0 0,1 0 0,-1 0 0,20 10 0,-23-15 0,1 0 0,0 0 0,0 0 0,-1-1 0,2 0 0,-1-1 0,13 2 0,-16-3 0,1 1 0,0-2 0,0 1 0,-1-1 0,1 1 0,0-1 0,-1-1 0,1 1 0,-1-1 0,1 1 0,-1-1 0,8-5 0,-11 6 0,1 0 0,-1 0 0,1 0 0,-1 0 0,1-1 0,-1 1 0,0-1 0,0 1 0,0 0 0,0-1 0,0 0 0,0 1 0,0-1 0,0 0 0,0 1 0,-1-1 0,1 0 0,0-2 0,-1 1 0,0 0 0,0 0 0,0 0 0,0 0 0,-1 0 0,1 0 0,-1 0 0,0 0 0,0 1 0,-2-6 0,-3-3 0,-1 0 0,0 0 0,-1 0 0,-10-11 0,14 18 0,-8-8 0,-1 0 0,0 1 0,0 1 0,-1 0 0,0 1 0,-20-9 0,31 16-62,0 1 0,0-1 0,0 1 0,0 0 0,0 0 0,-1 0 0,1 0 0,0 0 0,-1 1 0,1 0 0,0 0 0,-1 0-1,1 0 1,-1 0 0,1 0 0,0 1 0,-1 0 0,1 0 0,0 0 0,0 0 0,-4 2 0,-2 3-6764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45.4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326 376 24575,'-225'-115'0,"207"104"0,-20-15 0,33 22 0,1 0 0,-1 0 0,1 0 0,0 0 0,1 0 0,-1-1 0,1 0 0,0 0 0,-4-7 0,6 10 0,1-1 0,-1 1 0,1-1 0,0 1 0,0-1 0,0 1 0,0 0 0,0-1 0,0 1 0,1-1 0,-1 1 0,1-1 0,0 1 0,-1 0 0,1-1 0,0 1 0,0 0 0,1 0 0,-1 0 0,0 0 0,1 0 0,-1 0 0,4-3 0,3-3 0,0 0 0,0 1 0,19-12 0,-13 10 20,1 1 0,0 0 0,1 1 0,-1 1 0,24-6 0,-7 5-763,59-7 1,-74 13-6084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47.9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16 24575,'53'-12'0,"7"8"0,88 5 0,-128 0 0,0 0 0,0 1 0,0 1 0,-1 1 0,1 1 0,21 8 0,-39-12 0,-1 0 0,1 0 0,0 0 0,0 0 0,-1 0 0,1 0 0,-1 0 0,1 0 0,-1 1 0,0-1 0,1 1 0,-1-1 0,0 1 0,0-1 0,0 1 0,0 0 0,0 0 0,0 1 0,0 0 0,-1 0 0,1-1 0,-1 1 0,0 0 0,0-1 0,0 1 0,0 0 0,0-1 0,-1 1 0,1 0 0,-2 4 0,-3 5 0,0-1 0,-1 1 0,-1-1 0,-10 15 0,11-17 0,-3 4 0,1 1 0,0 0 0,-10 27 0,15-33 0,1 1 0,0-1 0,0 1 0,1-1 0,0 1 0,0 0 0,1 0 0,1 12 0,0-19 0,-1-1 0,0 1 0,1 0 0,-1-1 0,1 1 0,-1-1 0,1 0 0,0 1 0,-1-1 0,1 1 0,0-1 0,0 0 0,0 0 0,0 1 0,0-1 0,3 2 0,-1-1 0,0-1 0,0 1 0,0 0 0,0-1 0,0 0 0,0 1 0,6 0 0,4 0 0,0 0 0,1-1 0,14 0 0,-20-1 0,11 0-195,0-1 0,0 0 0,0-2 0,0 0 0,0-1 0,31-11 0,-34 9-6631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48.2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31 24575,'29'-3'0,"13"0"0,1 0 0,-4 0 0,-6 1 0,-4 1 0,-5-2 0,-3 0 0,-3 0 0,-3 0 0,-3-1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48.7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24575,'67'137'0,"82"234"0,-109-240 0,-40-128-170,1 0-1,-1 0 0,1-1 1,-1 1-1,0 0 0,0 0 1,-1 3-1,-1 2-6655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49.2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 25 24575,'0'-2'0,"1"0"0,-1 0 0,0 0 0,0 1 0,0-1 0,0 0 0,0 0 0,0 0 0,0-2 0,0 4 0,0 0 0,0 0 0,0-1 0,0 1 0,0 0 0,0 0 0,0 0 0,0 0 0,0 0 0,-1 0 0,1 0 0,0-1 0,0 1 0,0 0 0,0 0 0,0 0 0,0 0 0,0 0 0,0 0 0,0 0 0,0 0 0,0 0 0,0 0 0,0-1 0,-1 1 0,1 0 0,0 0 0,0 0 0,0 0 0,0 0 0,0 0 0,0 0 0,0 0 0,0 0 0,-1 0 0,1 0 0,0 0 0,0 0 0,0 0 0,0 0 0,0 0 0,0 0 0,-1 0 0,-4 10 0,4-6 0,0 1 0,0 0 0,1-1 0,-1 1 0,1 0 0,0-1 0,0 1 0,1 0 0,-1-1 0,1 1 0,2 5 0,2 8 0,12 24 0,7 8 0,33 50 0,14 27 0,-27-26 120,-39-87-368,-1 1 1,0-1-1,-1 1 1,-1 0-1,1 19 1,-3-21-6579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50.2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256 61 24575,'9'-16'0,"-5"8"0,0 0 0,0 0 0,4-12 0,-12 21 0,0 1 0,0 0 0,0 0 0,-6 5 0,7-4 0,-13 8 0,-23 24 0,-7 4 0,-20 15 0,42-32 0,-40 26 0,163-55 0,-28 9 0,72 11 0,5 0 0,-65-3-279,-65-7-807,-5-1-5740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51.2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387 115 24575,'-25'-15'0,"-69"-42"0,79 49 0,-1 0 0,0 2 0,0 0 0,-22-5 0,32 10 0,-1 0 0,1 0 0,0 1 0,-1 0 0,1 0 0,-1 0 0,1 1 0,-1 0 0,1 1 0,0-1 0,0 1 0,-1 0 0,1 1 0,-7 4 0,8-5 0,0 1 0,1 0 0,-1 1 0,1-1 0,0 1 0,0 0 0,0 0 0,1 0 0,-1 0 0,1 0 0,0 1 0,0 0 0,1 0 0,-1 0 0,1 0 0,0 0 0,-1 6 0,2-8 0,1 0 0,0 0 0,0 0 0,0 0 0,0 0 0,0 0 0,1 0 0,-1 0 0,1 0 0,0 0 0,-1 0 0,2-1 0,-1 1 0,0 0 0,0-1 0,1 1 0,0 0 0,-1-1 0,1 0 0,0 1 0,0-1 0,0 0 0,0 0 0,4 2 0,6 5 0,0-1 0,0 0 0,23 9 0,-28-13 0,8 4 0,1-1 0,0-1 0,0-1 0,0 0 0,1-1 0,0 0 0,0-2 0,17 2 0,-31-4 0,0 0 0,0-1 0,0 1 0,0 0 0,0-1 0,0 0 0,0 0 0,0 0 0,0 0 0,-1 0 0,1 0 0,0-1 0,-1 0 0,1 1 0,-1-1 0,1 0 0,-1 0 0,0 0 0,0 0 0,0-1 0,3-3 0,-4 3 0,1 0 0,0 0 0,-1-1 0,0 1 0,0-1 0,0 1 0,0-1 0,-1 1 0,1-1 0,-1 1 0,0-1 0,0 0 0,0 1 0,-1-1 0,1 1 0,-1-1 0,-2-6 0,2 5 0,0 0 0,-1 1 0,0-1 0,0 1 0,0-1 0,-1 1 0,0 0 0,-5-7 0,26 42 0,-9-20-227,2-1-1,-1 0 1,1 0-1,1-1 1,17 10-1,-16-11-6598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51.6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24575,'1'12'0,"0"0"0,1 0 0,0 0 0,1 0 0,0 0 0,1-1 0,1 1 0,-1-1 0,2 0 0,6 11 0,5 4 0,0-1 0,39 41 0,2-6-66,22 23 237,-66-66-539,-1 1 1,0 0-1,12 22 1,-19-28-6459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52.1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 0 24575,'-1'0'0,"1"0"0,0 0 0,0 0 0,-1 0 0,1 0 0,0 0 0,-1 0 0,1 1 0,0-1 0,-1 0 0,1 0 0,0 0 0,-1 0 0,1 0 0,0 0 0,0 1 0,-1-1 0,1 0 0,0 0 0,0 0 0,-1 1 0,1-1 0,0 0 0,0 0 0,0 1 0,0-1 0,-1 0 0,1 0 0,0 1 0,0-1 0,0 0 0,0 1 0,0-1 0,1 14 0,13 16 0,-12-28 0,12 22 0,1 0 0,1-2 0,36 40 0,67 52 0,16 18 0,-127-123-341,-1 0 0,0 0-1,7 13 1,-8-9-6485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52.6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24575,'14'7'0,"9"5"0,-2 1-8191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55.1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 45 24575,'-1'-1'0,"0"0"0,1 0 0,-1 0 0,0 0 0,1 0 0,-1 0 0,1 0 0,-1 0 0,1 0 0,-1 0 0,1-1 0,0 1 0,0 0 0,0 0 0,-1 0 0,1 0 0,0-1 0,0 1 0,1 0 0,-1 0 0,0 0 0,0 0 0,0-1 0,1 1 0,-1 0 0,1-1 0,1 0 0,-1 1 0,0 0 0,1 0 0,-1 0 0,1 0 0,-1 0 0,1 0 0,-1 0 0,1 0 0,0 1 0,-1-1 0,1 1 0,0-1 0,0 1 0,0 0 0,-1 0 0,4 0 0,25-1 0,-1 2 0,1 1 0,0 2 0,0 0 0,-1 3 0,35 11 0,-58-17 0,-1 1 0,0 0 0,1 0 0,-1 1 0,0-1 0,0 1 0,-1 0 0,7 6 0,-9-8 0,-1 0 0,0 1 0,1 0 0,-1-1 0,0 1 0,0 0 0,0 0 0,0 0 0,0-1 0,-1 1 0,1 0 0,0 0 0,-1 0 0,0 0 0,1 0 0,-1 1 0,0-1 0,0 0 0,0 0 0,0 0 0,0 0 0,-1 0 0,1 0 0,-1 0 0,1 0 0,-2 2 0,0 1 0,0-1 0,0 1 0,-1-1 0,0 1 0,0-1 0,0 0 0,-6 6 0,-29 24 0,32-29 0,-1 1 0,1 1 0,-1 0 0,1 0 0,1 0 0,-1 1 0,1 0 0,0 0 0,1 0 0,0 1 0,0-1 0,1 1 0,0 0 0,1 0 0,0 1 0,0-1 0,0 16 0,1-19 0,1 0 0,1 0 0,-1 0 0,1 0 0,0 0 0,0 0 0,0 0 0,1 0 0,0-1 0,0 1 0,1-1 0,0 1 0,0-1 0,0 0 0,0 0 0,1 0 0,0-1 0,0 1 0,0-1 0,0 0 0,1 0 0,0 0 0,-1-1 0,2 1 0,-1-1 0,11 4 0,-7-3 0,1 0 0,0-1 0,0 0 0,0-1 0,0 0 0,0 0 0,1-2 0,-1 1 0,0-1 0,1 0 0,-1-1 0,12-2 0,-20 2-170,0 0-1,1 0 0,-1 1 1,0-1-1,0-1 0,0 1 1,3-2-1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59:55.6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144 48 24575,'0'-2'0,"0"1"0,0-1 0,0 0 0,-1 0 0,1 1 0,-1-1 0,1 0 0,-1 1 0,0-1 0,1 1 0,-1-1 0,0 1 0,0-1 0,0 1 0,0-1 0,0 1 0,0 0 0,-2-2 0,2 3 0,1-1 0,-1 1 0,0-1 0,0 1 0,0 0 0,0-1 0,0 1 0,1 0 0,-1-1 0,0 1 0,0 0 0,0 0 0,0 0 0,0 0 0,0 0 0,0 0 0,0 0 0,0 0 0,0 0 0,0 0 0,1 1 0,-1-1 0,0 0 0,0 1 0,0-1 0,0 1 0,0-1 0,1 1 0,-1-1 0,0 1 0,0-1 0,1 1 0,-1 0 0,0 0 0,-2 2 0,0 1 0,0-1 0,1 0 0,0 1 0,0-1 0,-2 5 0,3-7 0,0 1 0,1-1 0,-1 0 0,1 1 0,-1-1 0,1 1 0,0-1 0,0 1 0,-1-1 0,1 0 0,0 1 0,0-1 0,0 1 0,1-1 0,-1 1 0,0-1 0,1 1 0,-1-1 0,0 0 0,2 3 0,-2-4 0,0 0 0,0 1 0,1-1 0,-1 1 0,0-1 0,1 0 0,-1 1 0,0-1 0,1 1 0,-1-1 0,0 0 0,1 0 0,-1 1 0,1-1 0,-1 0 0,0 0 0,1 1 0,-1-1 0,1 0 0,-1 0 0,1 0 0,-1 0 0,1 0 0,-1 0 0,1 0 0,-1 0 0,1 0 0,0 0 0,0 0 0,0-1 0,0 1 0,-1-1 0,1 1 0,0-1 0,0 1 0,-1-1 0,1 1 0,0-1 0,-1 0 0,1 1 0,0-2 0,1-1 0,0 0 0,-1 0 0,0 1 0,1-1 0,-1 0 0,0 0 0,1-5 0,-2 6 4,0 0-1,0 0 1,-1 0-1,1 0 1,0 0-1,-1 0 1,1 0-1,-1 0 1,0 0-1,0 0 1,0 0 0,0 1-1,0-1 1,0 0-1,0 0 1,0 1-1,-1-1 1,1 1-1,-1-1 1,1 1-1,-1 0 1,1 0-1,-1-1 1,0 1-1,0 0 1,0 0-1,1 1 1,-1-1-1,0 0 1,0 1-1,0-1 1,0 1-1,-3-1 1,2 1-63,1-1-1,-1 1 1,0-1-1,0 1 1,1 0 0,-1 0-1,0 0 1,0 1-1,1-1 1,-1 1 0,0-1-1,1 1 1,-1 0-1,1 0 1,-1 0 0,1 1-1,-1-1 1,1 0-1,-1 1 1,1 0 0,0-1-1,0 1 1,0 0-1,-2 3 1,-1 3-6767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0:04.2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262 216 24575,'-8'-8'0,"13"16"0,14 14 0,273 260 0,-278-271 0,-11-9 0,0 0 0,0 0 0,0 0 0,-1 1 0,1-1 0,-1 1 0,1 0 0,-1 0 0,0 0 0,3 5 0,-5-8 0,0 0 0,0 0 0,0 0 0,0 0 0,0 1 0,0-1 0,0 0 0,0 0 0,0 0 0,0 0 0,0 0 0,0 1 0,0-1 0,0 0 0,0 0 0,0 0 0,0 0 0,0 0 0,-1 1 0,1-1 0,0 0 0,0 0 0,0 0 0,0 0 0,0 0 0,0 0 0,0 0 0,0 1 0,-1-1 0,1 0 0,0 0 0,0 0 0,0 0 0,0 0 0,0 0 0,0 0 0,-1 0 0,1 0 0,0 0 0,0 0 0,0 0 0,0 0 0,0 0 0,-1 0 0,1 0 0,0 0 0,0 0 0,0 0 0,0 0 0,0 0 0,-1 0 0,1 0 0,0 0 0,0 0 0,0 0 0,0 0 0,0 0 0,0 0 0,-1-1 0,-10-3 0,10 4 0,-26-14 0,1-2 0,0 0 0,-42-36 0,42 31 0,-37-30 0,2-3 0,-100-114 0,94 86 0,69 84 0,0-1 0,0 1 0,0-1 0,0 0 0,0 0 0,1 0 0,3 1 0,3 1 0,16 9 0,-1-2 0,2-1 0,-1-1 0,50 8 0,-73-16 0,1 0 0,-1 0 0,0 0 0,0 0 0,0 0 0,0 0 0,1 0 0,-1-1 0,0 1 0,0-1 0,2-1 0,-3 2 0,-1 0 0,0-1 0,1 1 0,-1 0 0,0 0 0,1-1 0,-1 1 0,0 0 0,1-1 0,-1 1 0,0 0 0,0-1 0,1 1 0,-1-1 0,0 1 0,0 0 0,0-1 0,0 1 0,1-1 0,-1 1 0,0-1 0,0 0 0,0 0 0,-1 0 0,1 0 0,0 0 0,0 0 0,-1 0 0,1 0 0,-1 0 0,1 0 0,-1 0 0,1 0 0,-1 0 0,-1-2 0,-5-5 0,0 0 0,0 1 0,-1 0 0,0 0 0,-1 1 0,1 0 0,-1 0 0,-11-4 0,-10-4 0,-39-13 0,54 21 0,6 3 0,1 0 0,-1 0 0,1 1 0,-1-1 0,-14 0 0,21 3 0,1 0 0,-1 0 0,0 0 0,1 0 0,-1 1 0,1-1 0,-1 0 0,0 1 0,1-1 0,-1 1 0,1 0 0,-1-1 0,1 1 0,0 0 0,-1 0 0,1 0 0,0 0 0,-1 0 0,1 0 0,0 0 0,0 0 0,0 1 0,0-1 0,0 0 0,0 1 0,1-1 0,-1 1 0,0-1 0,1 1 0,-1-1 0,1 1 0,-1-1 0,1 1 0,0 0 0,0-1 0,0 4 0,-1 8 18,1-1-1,1 1 1,0-1 0,1 0-1,1 1 1,6 19-1,-4-13-761,5 32 0,-9-39-6082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0:05.6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330 32 24575,'-59'-12'0,"27"5"0,-38-4 0,61 10 0,0 1 0,0 0 0,0 0 0,0 1 0,0 0 0,0 0 0,0 1 0,-17 6 0,21-5 0,1-1 0,-1 1 0,1 0 0,-1 0 0,1 0 0,0 1 0,0-1 0,0 1 0,1 0 0,0 0 0,-1 0 0,1 1 0,1-1 0,-1 1 0,1 0 0,-1-1 0,-1 10 0,3-11 0,0 0 0,0 0 0,1 0 0,-1 0 0,1 0 0,0 0 0,0 0 0,0 0 0,0 0 0,0 0 0,1 0 0,-1 0 0,1 0 0,0 0 0,0 0 0,0 0 0,0-1 0,1 1 0,-1 0 0,1-1 0,0 1 0,-1-1 0,1 1 0,0-1 0,1 0 0,-1 0 0,0 0 0,1 0 0,-1 0 0,1 0 0,3 1 0,4 2 0,1 0 0,0-1 0,0 0 0,0-1 0,0-1 0,15 3 0,-6-3 0,-1-1 0,38-3 0,-53 2 0,1-1 0,-1 1 0,1-1 0,-1 0 0,0-1 0,1 1 0,-1-1 0,0 1 0,0-1 0,0 0 0,0-1 0,-1 1 0,1-1 0,-1 0 0,1 0 0,5-6 0,-7 6 0,0 0 0,0-1 0,0 0 0,0 1 0,-1-1 0,1 0 0,-1 0 0,0 1 0,0-1 0,0 0 0,-1 0 0,1 0 0,-1 0 0,0 0 0,0 0 0,-1 0 0,1 0 0,-3-8 0,-4-6 0,5 12 0,8 14 0,0 0 0,0-1 0,1-1 0,-1 1 0,1-1 0,1 0 0,-1-1 0,1 1 0,17 7 0,-8-5 0,0-1 0,1-1 0,28 7 0,-42-12 0,0 0 0,1-1 0,-1 1 0,1-1 0,-1 0 0,0 0 0,1-1 0,-1 1 0,0-1 0,1 0 0,-1 0 0,0-1 0,0 1 0,4-3 0,-6 3 0,1 0 0,-1-1 0,0 1 0,0-1 0,-1 1 0,1-1 0,0 0 0,-1 0 0,1 0 0,-1 0 0,1 0 0,-1 0 0,0 0 0,0 0 0,0 0 0,0-1 0,0 1 0,0 0 0,-1-1 0,1 1 0,-1 0 0,0-1 0,0 1 0,0-1 0,0 1 0,0-4 0,-1 1 0,0 0 0,-1 0 0,1 0 0,-1 0 0,0 1 0,-3-6 0,11 17 0,0-1 0,0 1 0,1-1 0,0 0 0,0 0 0,0-1 0,9 5 0,-4-3 0,1 0 0,0-1 0,24 8 0,-29-12 0,-1 0 0,0-1 0,0 0 0,1 0 0,-1 0 0,1-1 0,-1 0 0,10-2 0,-15 2 0,0 0 0,0-1 0,-1 1 0,1-1 0,0 0 0,0 0 0,-1 0 0,1 0 0,0 0 0,-1 0 0,1 0 0,-1 0 0,1 0 0,-1-1 0,2-1 0,-2 1 0,0 0 0,0 0 0,0 1 0,-1-1 0,1 0 0,-1-1 0,1 1 0,-1 0 0,1 0 0,-1 0 0,0 0 0,0 0 0,0 0 0,0 0 0,-1-1 0,0-2 0,0 0 0,0 0 0,-1 1 0,0-1 0,0 1 0,0 0 0,-4-6 0,-5-10 0,11 20 0,0 0 0,0 0 0,0 0 0,0 0 0,0 0 0,1 0 0,-1 0 0,0 0 0,0 0 0,0 0 0,0 0 0,0 0 0,0 0 0,0 0 0,0 0 0,1 0 0,-1 0 0,0 0 0,0 0 0,0 0 0,0 0 0,0 0 0,0 0 0,0 0 0,1 0 0,-1 0 0,0 0 0,0 0 0,0 0 0,0 0 0,0 0 0,0 0 0,0 0 0,0 0 0,1 0 0,-1 0 0,0 0 0,0 0 0,0 0 0,0-1 0,0 1 0,0 0 0,0 0 0,0 0 0,0 0 0,0 0 0,0 0 0,0 0 0,0 0 0,0-1 0,0 1 0,0 0 0,0 0 0,0 0 0,0 0 0,0 0 0,0 0 0,0 0 0,0-1 0,0 1 0,0 0 0,0 0 0,9 5 0,5 6-124,1-1 0,0-1 0,0-1 0,0 0 0,1 0 0,1-2-1,-1 0 1,1-1 0,0-1 0,28 4 0,-31-7-6702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0:05.9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124 120 24575,'-1'-1'0,"-37"-13"0,35 13 0,-1 0 0,1 1 0,0-1 0,0 1 0,-1 0 0,1 0 0,0 0 0,-1 0 0,-5 1 0,8 0 0,1-1 0,-1 0 0,0 0 0,1 0 0,-1 0 0,1 0 0,-1 1 0,1-1 0,-1 0 0,0 1 0,1-1 0,-1 0 0,1 1 0,-1-1 0,1 1 0,0-1 0,-1 0 0,1 1 0,-1-1 0,1 1 0,0-1 0,-1 1 0,1 0 0,0-1 0,0 1 0,0-1 0,-1 2 0,1-1 0,0 0 0,0 0 0,1 1 0,-1-1 0,0 0 0,0 0 0,1 0 0,-1 0 0,1 0 0,-1 0 0,1 1 0,0-1 0,0 1 0,3 3 0,0 0 0,1 0 0,9 8 0,-5-6 0,0 0 0,1-1 0,0 1 0,0-2 0,0 0 0,1 0 0,0-1 0,0 0 0,0 0 0,0-2 0,1 1 0,-1-2 0,1 1 0,-1-1 0,20-2 0,-28 1 0,0 0 0,-1-1 0,1 0 0,0 1 0,-1-1 0,1 0 0,-1 0 0,1-1 0,-1 1 0,1 0 0,-1-1 0,0 1 0,0-1 0,1 0 0,-1 0 0,-1 0 0,1 0 0,0 0 0,0 0 0,-1-1 0,1 1 0,-1 0 0,0-1 0,0 1 0,0-1 0,0 0 0,0 1 0,0-1 0,-1 0 0,1 1 0,-1-1 0,0 0 0,0-4 0,0 1 0,0 0 0,0 1 0,-1-1 0,0 0 0,0 0 0,-1 1 0,0-1 0,1 0 0,-2 1 0,1 0 0,-1-1 0,0 1 0,0 0 0,0 1 0,-5-6 0,1 3 0,1 1 0,-1 0 0,-1 1 0,1 0 0,-1 0 0,0 1 0,0 0 0,-1 0 0,1 1 0,-1 0 0,1 0 0,-1 1 0,-18-3 0,20 5 0,1-1 0,0 1 0,-1 1 0,1-1 0,-1 1 0,1 0 0,0 0 0,-1 1 0,1 0 0,0 0 0,0 0 0,0 1 0,1 0 0,-1 0 0,1 0 0,-1 1 0,1 0 0,0 0 0,0 0 0,-6 7 0,-1 6-1365,2-1-5461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0:06.4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 0 24575,'26'19'0,"-1"1"0,-1 1 0,-1 0 0,-1 2 0,36 48 0,-27-26 0,-1 1 0,35 79 0,-23-28 0,-54-140 0,8 28 0,0 0 0,-11-28 0,14 40 0,-1-1 0,0 1 0,0-1 0,0 1 0,0 0 0,-1 0 0,1 0 0,-1 0 0,0 1 0,0-1 0,0 1 0,0-1 0,0 1 0,0 0 0,0 0 0,-1 1 0,-3-2 0,-12-3 0,-1 1 0,1 1 0,-32-2 0,38 5 0,0 1 0,-1 0 0,1 1 0,0 0 0,0 1 0,-17 5 0,26-6-97,0 1-1,0 0 1,1-1-1,-1 1 1,1 1-1,0-1 1,-1 0-1,1 1 1,0 0-1,0-1 1,1 1-1,-1 0 0,-4 7 1,2-1-6729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0:07.4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24575,'35'53'0,"51"101"0,-62-109 0,-12-21 0,-4-8 0,0 0 0,1-1 0,1 0 0,15 18 0,-25-32 0,0-1 0,1 1 0,-1-1 0,1 1 0,-1-1 0,0 0 0,1 1 0,-1-1 0,1 0 0,-1 1 0,1-1 0,-1 0 0,1 1 0,-1-1 0,1 0 0,-1 0 0,1 0 0,0 0 0,-1 0 0,1 0 0,-1 0 0,0 0 0,0 0 0,0 0 0,1-1 0,-1 1 0,0 0 0,0 0 0,0 0 0,0-1 0,0 1 0,1 0 0,-1 0 0,0 0 0,0-1 0,0 1 0,0 0 0,0 0 0,0-1 0,0 1 0,0 0 0,0 0 0,0-1 0,0 1 0,0-1 0,-3-20 0,-14-15 0,3 6 0,13 30 0,1-1 0,0 1 0,0 0 0,0 0 0,0-1 0,-1 1 0,1 0 0,0-1 0,0 1 0,0 0 0,0-1 0,0 1 0,0 0 0,0-1 0,0 1 0,0 0 0,0-1 0,0 1 0,0 0 0,0-1 0,0 1 0,0 0 0,1-1 0,-1 1 0,0 0 0,0-1 0,0 1 0,0 0 0,1 0 0,-1-1 0,0 1 0,0 0 0,0 0 0,1-1 0,-1 1 0,0 0 0,0 0 0,1-1 0,-1 1 0,0 0 0,1 0 0,-1 0 0,0 0 0,1 0 0,-1 0 0,0 0 0,1-1 0,-1 1 0,0 0 0,1 0 0,-1 0 0,0 0 0,1 0 0,-1 0 0,0 1 0,1-1 0,-1 0 0,0 0 0,1 0 0,-1 0 0,1 0 0,24 8 0,-22-6 0,34 12 0,62 22 0,-85-32 0,0-1 0,-1 0 0,2-1 0,-1 0 0,19-1 0,-28-2 0,0 1 0,0-1 0,1 0 0,-1 0 0,0-1 0,0 1 0,0-1 0,0 0 0,-1-1 0,1 1 0,0-1 0,-1 0 0,0 0 0,0 0 0,0 0 0,0-1 0,0 0 0,-1 0 0,1 0 0,3-6 0,-4 5 0,0 0 0,0-1 0,-1 1 0,0-1 0,0 0 0,0 0 0,-1 1 0,1-1 0,-1 0 0,-1 0 0,1 0 0,-1-1 0,0 1 0,-1 0 0,1 0 0,-1 0 0,-2-7 0,0 4 0,0 1 0,0-1 0,-1 1 0,-5-10 0,7 16 0,1-1 0,-1 1 0,0 0 0,0 0 0,0 0 0,0 0 0,-4-3 0,5 4 0,0 0 0,0 1 0,0-1 0,-1 1 0,1-1 0,0 1 0,0 0 0,0-1 0,0 1 0,-1 0 0,1 0 0,0 0 0,0 0 0,0 0 0,-1 0 0,1 0 0,0 0 0,0 0 0,-2 1 0,1 0 0,1 0 0,-1 0 0,0 0 0,0 1 0,1-1 0,-1 0 0,1 1 0,-1-1 0,1 1 0,-1 0 0,1-1 0,0 1 0,0 0 0,0 0 0,0 0 0,0 0 0,0 0 0,1 0 0,-1 0 0,0 3 0,0 1 0,-1 1 0,1 0 0,1 0 0,-1 13 0,2-13 0,0 0 0,0 0 0,1 0 0,-1 0 0,1 0 0,1-1 0,0 1 0,0-1 0,0 1 0,0-1 0,1 0 0,0 0 0,1-1 0,-1 1 0,1-1 0,9 8 0,-7-7 0,0-1 0,0 0 0,1-1 0,-1 0 0,1 0 0,0 0 0,0-1 0,0 0 0,0-1 0,0 0 0,1 0 0,-1-1 0,13 1 0,23-3 0,0-1 0,0-3 0,78-17 0,-80 14 0,59-3 0,-3 1 0,-97 10 0,1 0 0,-1 0 0,1 0 0,-1-1 0,1 1 0,-1-1 0,0 1 0,1-1 0,-1 1 0,0-1 0,1 0 0,-1 0 0,0 1 0,0-1 0,1 0 0,-1 0 0,0 0 0,0-1 0,0 1 0,0 0 0,0-2 0,0 2 0,-1 0 0,0-1 0,0 1 0,1 0 0,-1-1 0,0 1 0,-1 0 0,1 0 0,0-1 0,0 1 0,0 0 0,-1-1 0,1 1 0,-1 0 0,1 0 0,-1 0 0,1-1 0,-1 1 0,0 0 0,0 0 0,1 0 0,-1 0 0,0 0 0,-1-1 0,-11-11 0,-1 1 0,-17-13 0,20 17 0,1 0 0,0 0 0,1-1 0,-1 0 0,2-1 0,-12-14 0,18 20 0,-11-19 0,13 22 0,0 0 0,-1 0 0,1 1 0,-1-1 0,1 0 0,0 0 0,0 0 0,0 0 0,0 0 0,-1 0 0,1 0 0,0 0 0,1 0 0,-1 0 0,0 0 0,0 0 0,0 0 0,0 0 0,1 1 0,-1-1 0,0 0 0,1-1 0,0 1-32,0 1-1,0 0 1,0-1-1,-1 1 1,1 0-1,0 0 1,0-1-1,0 1 0,-1 0 1,1 0-1,0 0 1,0 0-1,0 0 1,0 0-1,-1 0 1,1 1-1,0-1 1,0 0-1,0 0 1,-1 1-1,1-1 1,0 0-1,0 1 1,-1-1-1,1 1 1,0-1-1,1 2 0,-1-2-421,8 6-6372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0:08.4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177 307 24575,'1'19'0,"1"0"0,0-1 0,2 1 0,0-1 0,1 1 0,1-1 0,0-1 0,1 1 0,1-1 0,1 0 0,1-1 0,0 0 0,23 27 0,-29-38 0,-3-4 0,0 1 0,0-1 0,0 1 0,1-1 0,-1 1 0,0-1 0,1 0 0,0 0 0,-1 1 0,1-1 0,-1 0 0,3 0 0,-4-1 0,0 0 0,1 0 0,-1 0 0,0-1 0,0 1 0,0 0 0,0 0 0,1-1 0,-1 1 0,0 0 0,0 0 0,0-1 0,0 1 0,0 0 0,0 0 0,0-1 0,0 1 0,0 0 0,0 0 0,0-1 0,0 1 0,0 0 0,0-1 0,0 1 0,0 0 0,0 0 0,0-1 0,0 1 0,0 0 0,0 0 0,-1-1 0,1 1 0,0 0 0,0 0 0,0-1 0,0 1 0,-1 0 0,-5-13 0,-9-12 0,-2 0 0,-27-32 0,15 21 0,6 6 0,-73-100 0,84 111 0,0-1 0,1-1 0,1 0 0,-13-41 0,21 53 0,-1 0 0,2-1 0,-1 1 0,1-1 0,0-12 0,1 20 0,0-1 0,1 1 0,-1-1 0,0 1 0,1 0 0,-1-1 0,1 1 0,0-1 0,0 1 0,0 0 0,0 0 0,0-1 0,1 1 0,-1 0 0,1 0 0,-1 0 0,1 0 0,0 1 0,-1-1 0,1 0 0,0 1 0,0-1 0,0 1 0,1 0 0,1-2 0,5 1 0,-1-1 0,0 1 0,0 0 0,1 1 0,-1 0 0,14 0 0,50 6 0,-33 0 0,74 22 0,35 23 0,-141-47 0,12 3 0,53 22 0,-63-24 0,-1 0 0,1 1 0,-1 0 0,0 1 0,12 10 0,-18-15 0,-1 1 0,1 0 0,0-1 0,-1 1 0,1 0 0,-1 0 0,0 0 0,0 0 0,0 1 0,0-1 0,0 0 0,0 0 0,0 1 0,-1-1 0,1 0 0,-1 1 0,0-1 0,1 0 0,-1 4 0,-1-4 0,1 1 0,-1 0 0,0-1 0,0 1 0,0-1 0,0 0 0,0 1 0,0-1 0,-1 0 0,1 1 0,-1-1 0,0 0 0,1 0 0,-1 0 0,0-1 0,-4 4 0,-7 4 0,0-1 0,0 0 0,-23 9 0,-47 14 0,44-17 0,-5 1 0,2-1 0,-58 30 0,98-43 0,-1 0 0,1 0 0,0 1 0,0 0 0,0-1 0,-1 1 0,2 0 0,-1 0 0,-3 3 0,5-4 0,0 0 0,-1-1 0,1 1 0,0 0 0,-1 0 0,1-1 0,0 1 0,0 0 0,0 0 0,0-1 0,0 1 0,0 0 0,0 0 0,0 0 0,0-1 0,0 1 0,0 0 0,0 0 0,1-1 0,-1 1 0,0 0 0,1-1 0,-1 1 0,0 0 0,1-1 0,-1 1 0,1 0 0,-1-1 0,1 1 0,-1-1 0,1 1 0,-1-1 0,1 1 0,0-1 0,-1 1 0,1-1 0,1 1 0,5 4 0,1-1 0,-1 0 0,1-1 0,0 0 0,0 0 0,17 3 0,55 5 0,-51-8 0,39 4 0,1-3 0,0-4 0,-1-2 0,111-18 0,-145 15-1365,-21 4-5461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0:09.0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102 18 24575,'21'-5'0,"0"0"0,0 2 0,0 1 0,0 0 0,0 2 0,0 0 0,36 6 0,-48-5 0,0 1 0,0 1 0,0-1 0,0 2 0,0-1 0,-1 1 0,1 0 0,-1 1 0,0 0 0,-1 0 0,1 1 0,-1 0 0,0 0 0,0 1 0,-1-1 0,0 1 0,0 1 0,-1 0 0,8 13 0,-10-16 0,-1 0 0,1 0 0,-2 1 0,1-1 0,0 1 0,-1-1 0,0 1 0,0 0 0,-1 0 0,0-1 0,0 1 0,0 0 0,-1-1 0,-1 8 0,1-9 0,0 0 0,0 0 0,-1 0 0,0 0 0,0 0 0,0-1 0,0 1 0,-1-1 0,1 1 0,-1-1 0,0 0 0,0 0 0,0 0 0,0 0 0,-1-1 0,1 1 0,-1-1 0,1 0 0,-7 3 0,-1-1 0,-1 0 0,0-1 0,0 0 0,0-1 0,0 0 0,-22 0 0,-1-2 0,-38-6 0,56 4 0,0 0 0,0-2 0,1 0 0,-1 0 0,1-2 0,0 0 0,-28-16 0,40 20 0,1-1 0,-1 1 0,1-1 0,0 0 0,0 0 0,0 0 0,0 0 0,1 0 0,-1-1 0,1 1 0,0-1 0,0 0 0,0 1 0,0-1 0,1 0 0,0 0 0,-1 0 0,2 0 0,-1-1 0,0 1 0,1 0 0,0 0 0,0 0 0,0-1 0,0 1 0,1 0 0,-1 0 0,1 0 0,0 0 0,0 0 0,1 0 0,-1 0 0,1 0 0,0 0 0,3-4 0,-1 2-65,1 0 0,-1 0 0,1 1 0,0 0 0,1 0 0,-1 0 0,1 1 0,0 0 0,0 0 0,0 0 0,1 1 0,-1 0 0,1 0 0,0 1 0,0-1 0,0 1 0,0 1 0,0 0 0,0 0 0,9 0 0,0 0-6761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0:09.5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259 2 24575,'-14'-1'0,"0"0"0,0 1 0,0 1 0,-1 0 0,1 1 0,0 0 0,-20 7 0,26-6 0,1-1 0,1 1 0,-1 1 0,0-1 0,1 1 0,0 0 0,0 1 0,0 0 0,0 0 0,1 0 0,-1 0 0,2 1 0,-1 0 0,0 0 0,-6 12 0,7-10 0,1 0 0,-1 0 0,1 0 0,0 1 0,1-1 0,0 1 0,1 0 0,0 0 0,0 0 0,0-1 0,1 1 0,1 0 0,2 15 0,-1-16 0,0 0 0,0 0 0,1-1 0,0 1 0,1-1 0,0 0 0,0 0 0,0 0 0,1 0 0,0-1 0,0 1 0,1-1 0,0-1 0,0 1 0,7 5 0,2-2 0,-1 0 0,1-1 0,0 0 0,1-1 0,0-1 0,0 0 0,0-1 0,1-1 0,-1-1 0,31 3 0,-29-5 0,0 0 0,0-2 0,1 0 0,-1-1 0,0-1 0,-1-1 0,1 0 0,0-1 0,31-15 0,-34 13-1365,-2 1-5461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0:10.9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405 148 24575,'-12'-8'0,"-116"-72"0,108 69 0,-2 0 0,1 2 0,-1 0 0,-30-6 0,47 13 0,0 1 0,0 0 0,0 1 0,0-1 0,0 1 0,-1 0 0,1 0 0,0 1 0,0 0 0,-8 2 0,9-2 0,1 0 0,0 1 0,0 0 0,0-1 0,0 1 0,0 0 0,0 1 0,1-1 0,-1 0 0,1 1 0,0 0 0,-1-1 0,1 1 0,0 0 0,1 0 0,-3 4 0,1 1 0,0 0 0,0 0 0,1 0 0,0 0 0,0 0 0,1 1 0,0-1 0,1 1 0,0-1 0,0 0 0,1 1 0,0-1 0,0 1 0,4 12 0,3 5 0,1 0 0,1-1 0,16 29 0,-15-33 0,2-1 0,0 0 0,2-1 0,0-1 0,20 20 0,94 76 0,-63-59 0,-37-29-58,48 39-1249,-64-56-5519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0:11.1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295 60 24575,'-29'-8'0,"-15"-4"0,-3-1 0,3 3 0,5 2 0,8 3 0,6 2 0,8 4 0,6 4 0,5 5 0,4-1-8191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0:11.9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265 390 24575,'-45'-4'0,"-132"-5"0,174 9 0,0 0 0,0 0 0,1 0 0,-1 1 0,0 0 0,0-1 0,0 1 0,1 0 0,-1 0 0,-3 2 0,5-2 0,1-1 0,-1 1 0,1-1 0,-1 1 0,0 0 0,1-1 0,-1 1 0,1-1 0,-1 1 0,1 0 0,0 0 0,-1-1 0,1 1 0,0 0 0,0 0 0,-1-1 0,1 1 0,0 0 0,0 0 0,0-1 0,0 1 0,0 0 0,0 0 0,0 0 0,0-1 0,0 1 0,0 0 0,0 0 0,1 0 0,-1-1 0,0 1 0,1 0 0,-1 0 0,0-1 0,1 1 0,-1 0 0,1-1 0,-1 1 0,1-1 0,0 2 0,3 2 0,0 1 0,0-1 0,1 0 0,0 0 0,0 0 0,0 0 0,0-1 0,0 0 0,1 0 0,10 4 0,-4-3 0,-1 0 0,1-1 0,0-1 0,20 3 0,-21-4 0,-1-1 0,1 0 0,0-1 0,0 0 0,-1-1 0,1 0 0,15-5 0,-22 6 0,-1 0 0,0 0 0,0-1 0,1 0 0,-1 1 0,0-1 0,0 0 0,-1-1 0,1 1 0,0 0 0,-1-1 0,1 1 0,-1-1 0,0 0 0,0 0 0,0 0 0,0 0 0,0 0 0,-1 0 0,0-1 0,1 1 0,-1 0 0,0-1 0,-1 1 0,1-1 0,0-5 0,-1 6 0,-1-1 0,1 0 0,-1 0 0,0 1 0,0-1 0,0 0 0,-1 1 0,1-1 0,-1 1 0,0 0 0,0-1 0,0 1 0,0 0 0,0 0 0,-1 0 0,0 1 0,1-1 0,-1 0 0,-4-2 0,-6-4 0,0 0 0,0 1 0,-19-9 0,19 11 0,1 1 0,-1 0 0,0 0 0,-1 1 0,1 1 0,-1 1 0,0 0 0,1 0 0,-22 1 0,33 1 0,0 1 0,-1-1 0,1 0 0,0 1 0,-1-1 0,1 1 0,0 0 0,0 0 0,0 0 0,-4 2 0,6-3 0,0 1 0,0-1 0,0 0 0,0 0 0,0 0 0,0 0 0,0 0 0,0 0 0,0 1 0,0-1 0,0 0 0,0 0 0,0 0 0,0 0 0,0 0 0,0 1 0,0-1 0,0 0 0,0 0 0,0 0 0,0 0 0,0 0 0,0 1 0,0-1 0,0 0 0,1 0 0,-1 0 0,0 0 0,0 0 0,0 0 0,0 0 0,0 0 0,0 0 0,0 1 0,1-1 0,-1 0 0,0 0 0,0 0 0,0 0 0,0 0 0,0 0 0,1 0 0,-1 0 0,0 0 0,0 0 0,0 0 0,0 0 0,0 0 0,1 0 0,-1 0 0,0 0 0,0 0 0,0 0 0,10 1 0,1 0 0,117 14 0,-98-9 0,225 31 0,-214-31 0,-25-3 0,25 0 0,-41-3 0,0 0 0,1 1 0,-1-1 0,1 0 0,-1 0 0,1 0 0,-1 0 0,1 0 0,-1 0 0,1 0 0,-1 0 0,0-1 0,1 1 0,-1 0 0,1 0 0,-1 0 0,1 0 0,-1-1 0,0 1 0,1 0 0,-1 0 0,0-1 0,1 1 0,-1 0 0,0-1 0,1 1 0,-1 0 0,0-1 0,1 1 0,-1-1 0,0 0 0,0 0 0,0 0 0,0 1 0,-1-1 0,1 0 0,0 0 0,-1 0 0,1 1 0,0-1 0,-1 0 0,1 0 0,-1 1 0,1-1 0,-1 0 0,0 0 0,-28-24 0,27 23 0,-36-27 0,17 14 0,-25-24 0,39 32 0,1 0 0,0 0 0,0-1 0,1 1 0,0-1 0,0 0 0,-5-13 0,9 17 6,0 0-1,0 0 1,1 0-1,-1 0 0,1-1 1,0 1-1,0 0 1,1 0-1,-1 0 1,1 0-1,0 0 1,0 0-1,0 0 0,0 0 1,1 1-1,0-1 1,0 0-1,0 1 1,0-1-1,0 1 1,5-5-1,-5 5-70,0 0 1,1 0-1,0 0 1,0 0-1,0 0 1,0 1-1,0-1 0,0 1 1,0 0-1,1 0 1,-1 0-1,1 1 1,0-1-1,-1 1 0,1 0 1,0 0-1,0 0 1,0 0-1,0 1 1,0 0-1,0-1 1,5 2-1,0 2-6761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0:12.6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219 32 24575,'-26'-7'0,"-47"-12"0,62 17 0,0 1 0,1 0 0,-1 0 0,-19 2 0,28-1 0,0 0 0,0 0 0,0 0 0,0 1 0,0-1 0,0 1 0,0-1 0,1 1 0,-1 0 0,0 0 0,0 0 0,0 0 0,1 0 0,-1 0 0,0 0 0,1 0 0,-1 1 0,1-1 0,0 1 0,-1-1 0,1 1 0,0-1 0,0 1 0,0 0 0,0 0 0,0 0 0,0-1 0,0 4 0,1-2 0,-1 1 0,1 0 0,0 0 0,0-1 0,0 1 0,1 0 0,-1 0 0,1-1 0,0 1 0,0 0 0,1-1 0,-1 1 0,1-1 0,2 4 0,3 7 0,2-2 0,0 1 0,0-1 0,21 19 0,-9-12 0,39 28 0,39 15 0,-65-41 0,-33-21 0,1 1 0,-1 0 0,0-1 0,0 1 0,0 0 0,0 0 0,0 0 0,0 0 0,0 0 0,0 0 0,0 0 0,0 0 0,-1 0 0,2 3 0,-2-4 0,0 0 0,0 0 0,0 1 0,0-1 0,0 0 0,0 0 0,0 1 0,0-1 0,0 0 0,0 0 0,0 1 0,0-1 0,-1 0 0,1 0 0,0 0 0,0 1 0,0-1 0,0 0 0,0 0 0,-1 0 0,1 1 0,0-1 0,0 0 0,0 0 0,-1 0 0,1 0 0,0 1 0,-14 2 0,2-2 0,0-2 0,1 1 0,-1-1 0,-17-4 0,-48-15 0,39 9 0,-43-10 0,79 20-28,5 1 92,5 0-1193,-8 0 857,10 0-6554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0:13.4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309 115 24575,'-11'-7'0,"-93"-55"0,87 53 0,0 1 0,-1 1 0,0 0 0,-24-5 0,39 12 0,0-1 0,-1 0 0,1 1 0,0 0 0,0 0 0,-1 0 0,1 0 0,0 0 0,-1 1 0,1-1 0,0 1 0,0 0 0,0 0 0,0 0 0,0 0 0,0 1 0,-4 2 0,5-3 0,0 1 0,0 0 0,1 0 0,-1 0 0,1 0 0,-1 0 0,1 0 0,0 1 0,0-1 0,0 0 0,0 1 0,0-1 0,0 0 0,0 1 0,1-1 0,0 1 0,-1 0 0,1-1 0,0 1 0,0-1 0,0 1 0,1 3 0,0 0 0,1 1 0,-1-1 0,1 0 0,1 1 0,-1-1 0,1 0 0,0 0 0,0-1 0,1 1 0,0-1 0,0 0 0,7 8 0,2 0 0,1 0 0,0-1 0,19 11 0,-26-18 0,0-1 0,0 0 0,0-1 0,1 1 0,0-2 0,-1 1 0,1-1 0,9 2 0,-4-3 0,1 0 0,-1 0 0,1-1 0,14-2 0,-25 2 0,-1-1 0,1 1 0,0-1 0,-1 1 0,1-1 0,0 0 0,-1 0 0,1 0 0,-1 0 0,1 0 0,-1-1 0,0 1 0,0-1 0,0 0 0,1 0 0,-1 1 0,-1-1 0,1 0 0,0-1 0,0 1 0,-1 0 0,3-5 0,-3 4 0,0-1 0,0 1 0,0-1 0,0 1 0,-1-1 0,1 1 0,-1-1 0,0 0 0,0 1 0,0-1 0,-1 0 0,1 1 0,-1-1 0,0 0 0,0 1 0,-2-6 0,0 0 0,-1 0 0,-1-1 0,1 1 0,-1 1 0,-1-1 0,1 1 0,-15-15 0,20 23 0,0 0 0,0 0 0,0 0 0,0 1 0,0-1 0,0 0 0,0 0 0,0 0 0,0 0 0,0 0 0,0 0 0,0 0 0,0 0 0,0 0 0,0 1 0,0-1 0,0 0 0,0 0 0,0 0 0,0 0 0,0 0 0,0 0 0,0 0 0,0 0 0,0 0 0,0 0 0,0 1 0,0-1 0,0 0 0,0 0 0,0 0 0,-1 0 0,1 0 0,0 0 0,0 0 0,0 0 0,0 0 0,0 0 0,0 0 0,0 0 0,0 0 0,0 0 0,-1 0 0,1 0 0,0 0 0,0 0 0,0 0 0,0 0 0,0 0 0,0 0 0,0 0 0,0 0 0,0 0 0,-1 0 0,1 0 0,0 0 0,3 9 0,4 2 0,-1-1 0,2 0 0,-1 0 0,1 0 0,1-1 0,15 13 0,-8-8 0,2-1 0,-1-1 0,21 11 0,-28-18 0,0 0 0,0-1 0,1 0 0,-1-1 0,1 0 0,0 0 0,0-1 0,0 0 0,0-1 0,0-1 0,22-1 0,-31 1 0,0 0 0,0 0 0,0-1 0,0 1 0,0-1 0,-1 0 0,1 1 0,0-1 0,0 0 0,-1 0 0,1 0 0,0 0 0,-1 0 0,1-1 0,-1 1 0,0 0 0,1-1 0,-1 1 0,2-3 0,-2 1 0,0 1 0,0-1 0,1 0 0,-2 0 0,1 0 0,0 0 0,-1 0 0,1 0 0,-1 0 0,0-7 0,-1-3 0,-1 0 0,0 0 0,-1 1 0,-7-18 0,9 27 0,-4-13 0,5 15 0,0 1 0,0-1 0,0 0 0,-1 1 0,1-1 0,0 0 0,0 1 0,0-1 0,0 0 0,0 1 0,0-1 0,0 0 0,0 1 0,1-1 0,-1 0 0,0 1 0,0-1 0,1 0 0,0 1 0,0 0 0,-1 0 0,1 1 0,0-1 0,0 0 0,0 1 0,-1-1 0,1 0 0,0 1 0,0-1 0,-1 1 0,1 0 0,0-1 0,-1 1 0,1-1 0,-1 1 0,1 0 0,-1 0 0,1-1 0,0 2 0,0 0 0,10 11 0,-1-1 0,2 0 0,0-1 0,0-1 0,20 14 0,-24-19 0,0-1 0,1 1 0,0-2 0,0 1 0,0-1 0,0 0 0,0-1 0,1 0 0,-1-1 0,16 1 0,-19-1 0,0-1 0,0 0 0,0-1 0,0 0 0,0 1 0,9-4 0,-13 3 0,0 0 0,-1 0 0,1 1 0,0-1 0,-1 0 0,1-1 0,-1 1 0,0 0 0,1 0 0,-1-1 0,0 1 0,0 0 0,0-1 0,0 1 0,0-1 0,0 0 0,0 1 0,0-1 0,-1 0 0,1 1 0,-1-1 0,1 0 0,-1 0 0,0 1 0,0-4 0,1-4 0,-1 0 0,0 0 0,-1 0 0,0 0 0,-4-13 0,5 22 0,0-1 0,0 1 0,-1-1 0,1 1 0,0-1 0,0 1 0,0-1 0,0 0 0,0 1 0,0-1 0,0 1 0,0-1 0,0 1 0,0-1 0,0 1 0,0-1 0,0 1 0,1-1 0,-1 1 0,0-1 0,0 0 0,1 1 0,-1 0 0,0-1 0,1 1 0,-1-1 0,0 1 0,1-1 0,0 0 0,0 1 0,0 0 0,0 0 0,0-1 0,0 1 0,0 0 0,0 0 0,0 0 0,0 0 0,0 1 0,0-1 0,0 0 0,0 0 0,0 0 0,2 1 0,5 3 0,0 0 0,14 8 0,-21-11 0,118 71-1365,-107-65-5461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0:14.2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1 222 24575,'10'-25'0,"0"-1"0,-2 0 0,-1-1 0,6-52 0,-13 77 0,1 0 0,-1-1 0,0 1 0,1-1 0,-1 1 0,1 0 0,0 0 0,0-1 0,0 1 0,0 0 0,2-3 0,-3 5 0,1-1 0,0 0 0,0 0 0,0 1 0,0-1 0,0 1 0,0-1 0,0 0 0,0 1 0,0 0 0,0-1 0,0 1 0,0 0 0,0-1 0,0 1 0,0 0 0,1 0 0,-1 0 0,0 0 0,0 0 0,0 0 0,0 0 0,0 1 0,0-1 0,2 1 0,24 5 0,-1 2 0,0 1 0,0 0 0,-1 3 0,0 0 0,29 19 0,-50-28-151,1 1-1,0-1 0,-1 1 0,0 0 1,0 1-1,0-1 0,0 1 1,5 7-1,-3 0-6674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0:14.8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88 24575,'9'7'0,"0"-1"0,1 0 0,13 6 0,-19-10 0,-1-1 0,1 1 0,0-1 0,-1 0 0,1 0 0,0-1 0,0 1 0,0-1 0,0 0 0,0 0 0,-1 0 0,1 0 0,5-1 0,-8 0 0,0 1 0,0-1 0,1 1 0,-1-1 0,0 0 0,0 1 0,0-1 0,0 0 0,0 0 0,0 0 0,0 1 0,0-1 0,0 0 0,-1 0 0,1 0 0,0-1 0,0 1 0,-1 0 0,1-2 0,7-27 0,-7 25 0,-1 1 0,2-1 0,-1 1 0,3-7 0,-2 7 0,0 1 0,1 0 0,-1 0 0,1 0 0,0 0 0,0 0 0,0 1 0,0-1 0,1 1 0,-1 0 0,1 0 0,-1 0 0,1 0 0,0 1 0,-1 0 0,1-1 0,0 1 0,5 0 0,1-1 0,1 0 0,-1 1 0,1 1 0,0 0 0,18 2 0,-5 2 0,0 1 0,0 1 0,-1 1 0,38 17 0,-49-17-1365,-2 0-5461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0:15.7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41 175 24575,'4'-2'0,"27"-12"0,-2-2 0,52-37 0,-78 51 0,0 0 0,-1-1 0,1 0 0,-1 1 0,1-1 0,-1 0 0,0 0 0,0 0 0,0-1 0,-1 1 0,1 0 0,1-7 0,-2 8 0,-1 1 0,0-1 0,0 1 0,0-1 0,0 1 0,0 0 0,0-1 0,-1 1 0,1-1 0,0 1 0,-1 0 0,1-1 0,-1 1 0,1-1 0,-1 1 0,0 0 0,1 0 0,-1 0 0,0-1 0,0 1 0,0 0 0,0 0 0,0 0 0,0 0 0,0 0 0,-1 1 0,1-1 0,0 0 0,0 0 0,-1 1 0,1-1 0,0 1 0,-1-1 0,-1 0 0,-3 0 0,-1-1 0,1 1 0,0 0 0,0 1 0,0-1 0,-1 1 0,1 0 0,0 1 0,0 0 0,0 0 0,0 0 0,-1 1 0,1-1 0,1 2 0,-9 2 0,8-2 0,0 0 0,0 1 0,0-1 0,1 1 0,-1 0 0,1 0 0,0 1 0,0 0 0,1 0 0,-1 0 0,1 0 0,0 1 0,1-1 0,-4 8 0,6-11 0,0 1 0,0 0 0,0 0 0,0 0 0,1-1 0,-1 1 0,1 0 0,0 0 0,0 0 0,0 0 0,0 0 0,0 0 0,1 0 0,0 4 0,1-2 0,0-1 0,0 1 0,0 0 0,1-1 0,0 1 0,0-1 0,5 6 0,5 4 0,0-2 0,1 0 0,24 16 0,-32-24 0,12 8-105,1-1 0,0 0 0,1-2 0,0 0 0,0-1 0,1-1 0,0-1 0,0-1 0,1-1 0,-1-1 0,1-1 0,39-1 0,-46-1-6721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0:16.51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 5 24575,'-8'-4'0,"12"4"0,15 7 0,4 7 0,0 2 0,-2 0 0,0 2 0,24 25 0,15 12 0,253 171 0,-252-185 0,125 72 0,-171-106 0,-10-7 0,-8-7 0,-4-2 0,0 1 0,-1 0 0,0 0 0,-16-11 0,0-1 0,5 2-1365,1 2-5461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0:16.9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175 71 24575,'-5'-14'0,"-7"-19"0,11 32 0,0-1 0,0 0 0,0 0 0,0 1 0,0-1 0,0 0 0,0 1 0,-1-1 0,1 1 0,-1 0 0,1-1 0,-1 1 0,-1-1 0,2 2 0,1-1 0,0 1 0,-1 0 0,1 0 0,-1 0 0,1 0 0,-1 0 0,1 0 0,0 0 0,-1 0 0,1 0 0,-1 0 0,1 0 0,-1 0 0,1 0 0,0 0 0,-1 0 0,1 1 0,-1-1 0,1 0 0,0 0 0,-1 0 0,1 1 0,0-1 0,-1 0 0,1 1 0,0-1 0,-1 0 0,1 0 0,0 1 0,0-1 0,-1 0 0,1 1 0,0-1 0,0 1 0,0-1 0,-1 1 0,-4 18 0,4-17 0,-18 99 0,-16 69 0,25-135 0,-28 123 0,31-124 0,3 0 0,-2 60 0,6-92-30,1 17 107,2 25 0,-2-38-243,0-1 1,1 1 0,-1 0-1,1-1 1,0 1-1,1-1 1,-1 0-1,6 8 1,-1-4-6661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0:17.4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184 37 24575,'0'-3'0,"-1"1"0,0 0 0,0-1 0,0 1 0,0 0 0,0 0 0,0 0 0,0 0 0,-1 0 0,1 0 0,-1 0 0,1 0 0,-4-2 0,4 3 0,0 1 0,0-1 0,0 1 0,0-1 0,0 1 0,0 0 0,0-1 0,-1 1 0,1 0 0,0 0 0,0 0 0,0 0 0,0 0 0,0 0 0,0 0 0,0 0 0,0 0 0,0 1 0,0-1 0,0 0 0,0 1 0,0-1 0,0 1 0,0-1 0,0 1 0,0-1 0,0 1 0,0 0 0,0-1 0,1 1 0,-1 0 0,-1 1 0,-6 7 0,1 0 0,0 0 0,0 0 0,1 1 0,-7 16 0,1 0 0,-8 29 0,6-11 0,3 1 0,2 0 0,-7 69 0,16-98 0,0 0 0,1 0 0,0 0 0,1 0 0,1 0 0,1 0 0,0-1 0,1 1 0,0-1 0,1 0 0,10 16 0,-4-12 0,0 0 0,1-1 0,0-1 0,2 0 0,0-1 0,1 0 0,27 20 0,-32-28-104,4 5-106,1-1 0,0-1-1,1-1 1,0 0 0,19 7 0,-23-13-6616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0:17.8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1 119 24575,'8'-15'0,"1"1"0,0 0 0,1 1 0,17-19 0,-24 29 0,-1 0 0,1 1 0,0-1 0,0 1 0,1 0 0,-1-1 0,0 1 0,1 1 0,-1-1 0,1 0 0,0 1 0,0 0 0,-1 0 0,1 0 0,0 0 0,0 1 0,0 0 0,0-1 0,0 1 0,0 1 0,0-1 0,-1 1 0,1-1 0,0 1 0,4 1 0,7 5 0,-1 0 0,-1 0 0,1 1 0,-1 1 0,-1 0 0,1 1 0,20 21 0,-30-28 0,0 1 0,0 0 0,0 0 0,-1-1 0,1 2 0,-1-1 0,0 0 0,0 0 0,-1 1 0,1-1 0,-1 1 0,0-1 0,0 1 0,0-1 0,-1 1 0,1 0 0,-2 8 0,0-5 0,-1 1 0,0-1 0,0 0 0,-1 0 0,0 0 0,0 0 0,-1-1 0,0 1 0,-5 6 0,5-7 0,-2 1 0,1 0 0,0 0 0,1 1 0,-7 17 0,11-25 0,-1 1 0,1-1 0,-1 1 0,1-1 0,0 1 0,0 0 0,0-1 0,0 1 0,0-1 0,0 1 0,0-1 0,0 1 0,0-1 0,1 1 0,-1-1 0,1 1 0,-1-1 0,1 1 0,0-1 0,-1 1 0,1-1 0,0 0 0,0 1 0,0-1 0,0 0 0,0 0 0,0 0 0,1 0 0,-1 0 0,0 0 0,0 0 0,1 0 0,-1 0 0,0-1 0,1 1 0,-1-1 0,3 2 0,12 2-114,0-1 1,0 0-1,-1 0 0,2-2 0,-1 0 1,0-1-1,0 0 0,0-2 0,0 0 1,0 0-1,28-9 0,-26 5-6712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0:18.1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348 1 24575,'-29'2'0,"-16"4"0,-1 0 0,4 2 0,4 0 0,7 0 0,5 0 0,3 0 0,3 2 0,2-2 0,1-1 0,5-2-8191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0:18.5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24575,'19'0'0,"1"1"0,-1 1 0,0 1 0,0 1 0,-1 1 0,1 0 0,32 15 0,-29-9 0,1 1 0,-2 1 0,0 1 0,0 1 0,26 26 0,-19-13 0,-2 1 0,-1 1 0,-1 1 0,-2 1 0,-1 1 0,-2 1 0,26 63 0,-34-69 0,-1 0 0,-2 0 0,0 1 0,-3 0 0,5 42 0,-9-51 0,-1-1 0,-1 1 0,-1-1 0,0 1 0,-2-1 0,0 0 0,-1 0 0,-1-1 0,-9 22 0,2-14-1365,1-5-5461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0:20.2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1550 59 24575,'-5'-4'0,"0"-1"0,-1 1 0,0 0 0,0 1 0,0 0 0,0-1 0,0 2 0,-1-1 0,1 1 0,-11-2 0,-8-1 0,-37-3 0,50 7 0,-465-6-1014,435 8 1081,-300 13-1024,-124 2 2354,457-16-1237,6 0-128,0-1-1,0 1 1,0 0-1,0 0 1,-1 1-1,1-1 1,0 1 0,0 0-1,0 0 1,-5 1-1,8 1-31,6-1 0,7 1 0,619 53-1173,3-53 0,-619-3 1192,186-12-465,-190 9 573,-12 3-120,0-1-1,0 1 1,0 0-1,0 0 1,0 0-1,0 0 1,1 0-1,-1 0 0,0 0 1,0 0-1,0 0 1,0-1-1,0 1 1,0 0-1,0 0 1,0 0-1,0 0 0,0 0 1,0 0-1,-1 0 1,1 0-1,0-1 1,0 1-1,0 0 1,0 0-1,0 0 0,0 0 1,0 0-1,0 0 1,0 0-1,0 0 1,0 0-1,0 0 1,0 0-1,0 0 0,0-1 1,-1 1-1,1 0 1,0 0-1,0 0 1,0 0-1,0 0 1,0 0-1,0 0 1,0 0-1,0 0 0,-1 0 1,1 0-1,0 0 1,-22-5 495,-193-13 766,-3 15-2325,146 3 484,-12 0-633,14 0-3596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0:52.8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14 24575,'1'-11'0,"-1"10"0,0 1 0,0 0 0,0 0 0,0 0 0,0 0 0,0 0 0,0 0 0,0 0 0,0 0 0,0 0 0,0 0 0,0 0 0,0 0 0,0 0 0,0 0 0,0 0 0,0 0 0,0-1 0,0 1 0,0 0 0,0 0 0,0 0 0,0 0 0,0 0 0,0 0 0,0 0 0,0 0 0,0 0 0,0 0 0,0 0 0,0 0 0,0 0 0,1 0 0,-1 0 0,0 0 0,0 0 0,0 0 0,0 0 0,0 0 0,0 0 0,0 0 0,0 0 0,0 0 0,0 0 0,0 0 0,0 0 0,0 0 0,0 0 0,0 0 0,0 0 0,1 0 0,-1 0 0,0 0 0,0 0 0,0 0 0,0 0 0,0 0 0,0 0 0,0 0 0,0 0 0,0 0 0,0 0 0,0 0 0,0 1 0,8 16 0,-2-2 0,22 42 0,117 221 0,216 307 0,-215-374 0,-81-122 0,-56-75 0,16 19 0,-25-32 0,1 0 0,-1-1 0,1 1 0,0-1 0,-1 1 0,1-1 0,0 1 0,-1-1 0,1 1 0,0-1 0,-1 0 0,1 1 0,0-1 0,0 0 0,0 0 0,-1 0 0,1 0 0,0 1 0,0-1 0,0 0 0,0 0 0,-1 0 0,1-1 0,1 1 0,0 0 0,-1-1 0,1 0 0,-1 0 0,1 0 0,-1 1 0,1-1 0,-1-1 0,0 1 0,1 0 0,-1 0 0,1-2 0,4-4 0,-1 0 0,0-1 0,6-11 0,-11 17 0,4-6 0,0 0 0,-1 0 0,-1 0 0,1 0 0,-1-1 0,-1 1 0,1-1 0,-1 0 0,-1 1 0,0-1 0,0 0 0,-3-16 0,0 10 0,-1 0 0,0 0 0,-2 1 0,1-1 0,-2 1 0,-10-17 0,17 30 0,0 1 0,0 0 0,0-1 0,0 1 0,0-1 0,0 1 0,-1 0 0,1-1 0,0 1 0,0 0 0,0-1 0,-1 1 0,1 0 0,0-1 0,-1 1 0,1 0 0,0 0 0,-1-1 0,1 1 0,0 0 0,-1 0 0,1-1 0,0 1 0,-1 0 0,1 0 0,-1 0 0,1 0 0,-1 11 0,6 21 0,-5-31 0,13 55 0,8 51 0,-19-93 0,0 1 0,-2 0 0,0 0 0,0 0 0,-4 17 0,3-27 0,0-1 0,0 0 0,0 1 0,-1-1 0,1 0 0,-1 0 0,0 0 0,-1 0 0,1 0 0,-1 0 0,1-1 0,-1 1 0,0-1 0,0 0 0,-1 0 0,1 0 0,-1 0 0,1-1 0,-8 4 0,7-4 0,-1 0 0,1 0 0,-1-1 0,0 0 0,0 0 0,1 0 0,-1 0 0,0-1 0,0 0 0,0 0 0,0 0 0,0 0 0,0-1 0,0 0 0,1 0 0,-1-1 0,-8-2 0,3-1 0,0 0 0,0-1 0,0 0 0,1-1 0,0 0 0,0 0 0,1-1 0,0 0 0,0 0 0,0-1 0,-9-15 0,-28-37-1365,36 51-5461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0:55.1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24575,'1'32'0,"1"-1"0,1 0 0,2 0 0,1 0 0,11 31 0,-13-49-111,-2-7-14,1-1-1,-2 1 1,1-1-1,-1 1 1,0-1 0,0 1-1,0 0 1,-1-1-1,0 7 1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0:55.72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1 132 24575,'29'-24'0,"55"-38"0,-73 54 0,1 1 0,0 1 0,0 0 0,1 1 0,19-6 0,-30 10 0,0 1 0,-1 0 0,1-1 0,0 1 0,-1 0 0,1 0 0,0 0 0,0 0 0,-1 0 0,1 0 0,0 0 0,-1 1 0,1-1 0,0 1 0,-1-1 0,1 1 0,-1 0 0,1-1 0,-1 1 0,1 0 0,1 2 0,-1-1 0,0 0 0,0 0 0,-1 0 0,1 0 0,-1 0 0,0 1 0,0-1 0,0 1 0,0-1 0,0 1 0,0-1 0,0 5 0,1 4 0,-2-1 0,1 1 0,-1-1 0,-1 1 0,0 0 0,-2 10 0,-1-4 0,-1 1 0,0-1 0,-1 1 0,-1-2 0,-1 1 0,0-1 0,-2 0 0,-17 23 0,27-38 0,-1 0 0,0 0 0,0 0 0,1 0 0,-1 0 0,0 0 0,1 0 0,-1 0 0,1 0 0,-1 0 0,1 0 0,0 0 0,-1 0 0,1 0 0,0 1 0,0-1 0,0 0 0,0 1 0,0-1 0,1 0 0,-1 0 0,1 0 0,0 0 0,-1-1 0,1 1 0,0 0 0,0 0 0,-1-1 0,1 1 0,0-1 0,0 1 0,0-1 0,0 1 0,0-1 0,0 1 0,-1-1 0,1 0 0,0 1 0,2-1 0,26 7 0,-1-1 0,49 2 0,-11-1 0,53 6 0,-105-10 0,-11-1 0,-9-2 0,-4-2-1365,0 1-5461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0:56.1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133 81 24575,'15'-12'0,"2"0"0,0 0 0,0 2 0,1 0 0,30-11 0,-44 20 0,0 0 0,0 1 0,0-1 0,0 1 0,0 0 0,0 0 0,0 0 0,0 1 0,0-1 0,-1 1 0,1 0 0,0 0 0,0 1 0,0-1 0,-1 1 0,1 0 0,-1 0 0,1 0 0,-1 0 0,5 4 0,5 5 0,-1 1 0,0 0 0,14 19 0,-26-30 0,14 16 0,14 23 0,-24-34 0,-1 0 0,0 0 0,0 0 0,-1 1 0,1-1 0,-1 1 0,-1-1 0,2 9 0,-3-12 0,0-1 0,0 1 0,0-1 0,-1 1 0,1-1 0,-1 0 0,1 1 0,-1-1 0,0 0 0,0 0 0,0 0 0,0 1 0,-1-1 0,1 0 0,0 0 0,-1-1 0,1 1 0,-1 0 0,0 0 0,0-1 0,0 1 0,0-1 0,0 0 0,0 1 0,0-1 0,0 0 0,0 0 0,-4 1 0,-3 1 0,-1 0 0,0 0 0,0-1 0,0 0 0,-15 0 0,-23 1 0,0-2 0,0-2 0,0-2 0,-58-11 0,101 12 0,0 1 0,-1 0 0,1-1 0,0 0 0,0-1 0,0 1 0,1-1 0,-7-4 0,10 6 0,0 0 0,0 0 0,-1 0 0,1 0 0,0 0 0,1-1 0,-1 1 0,0 0 0,0 0 0,0-1 0,1 1 0,-1-1 0,1 1 0,-1 0 0,1-1 0,-1 1 0,1-1 0,0 1 0,0-1 0,0 0 0,0 1 0,0-1 0,0 1 0,0-1 0,1 1 0,-1-1 0,0 1 0,1-1 0,-1 1 0,1 0 0,0-1 0,-1 1 0,1 0 0,1-2 0,1-2 9,1 1 1,-1-1-1,1 1 0,0 0 0,1 0 1,-1 1-1,1-1 0,-1 1 0,1 0 0,0 0 1,0 1-1,8-3 0,2-1-380,0 1-1,0 1 1,19-3 0,-15 4-6455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0:56.5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314 1 24575,'-41'3'0,"-77"7"0,98-6 0,-1 0 0,1 1 0,-31 11 0,48-15 0,1 0 0,-1 0 0,1 0 0,0 1 0,-1-1 0,1 1 0,0-1 0,0 1 0,0 0 0,0 0 0,0 0 0,0 0 0,0 0 0,1 0 0,-1 0 0,1 1 0,0-1 0,-1 0 0,1 1 0,0-1 0,0 1 0,0 3 0,1-2 0,-1-1 0,1 1 0,1-1 0,-1 0 0,1 1 0,-1-1 0,1 1 0,0-1 0,0 0 0,0 0 0,0 1 0,1-1 0,0 0 0,-1 0 0,1 0 0,5 5 0,0 0 0,1 0 0,1 0 0,-1-1 0,1 0 0,1 0 0,-1-1 0,1 0 0,15 6 0,5 0 0,52 15 0,90 11 0,-140-33 0,1-2 0,0-2 0,43-2 0,-61-2 120,-15 3-157,0 0 0,0 0 0,1 0-1,-1 0 1,0 0 0,1 0 0,-1 0 0,0 0 0,0 0 0,1 0 0,-1 0-1,0 0 1,1 0 0,-1 0 0,0 0 0,0-1 0,1 1 0,-1 0 0,0 0-1,0 0 1,0-1 0,1 1 0,-1 0 0,0 0 0,0 0 0,0-1 0,1 1-1,-1 0 1,0 0 0,0-1 0,0 1 0,0 0 0,0 0 0,0-1 0,0 1-1,1 0 1,-1-1 0,0 1 0,0-1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0:57.6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13 24575,'26'-5'0,"1"1"0,1 2 0,-1 1 0,54 4 0,-60 0 0,-1 0 0,0 1 0,0 1 0,0 1 0,-1 1 0,1 1 0,21 12 0,-36-17 0,-1-1 0,0 1 0,0 0 0,0 1 0,0-1 0,-1 1 0,1-1 0,-1 1 0,0 0 0,0 1 0,0-1 0,0 0 0,-1 1 0,2 5 0,-3-7 0,1 1 0,-1 0 0,-1 0 0,1 0 0,-1 0 0,1-1 0,-1 1 0,-1 0 0,1 0 0,0 0 0,-1 0 0,0 0 0,1-1 0,-2 1 0,1 0 0,0-1 0,-1 1 0,0 0 0,-2 3 0,-7 7 0,0 0 0,-1-1 0,-1 0 0,0-1 0,-28 20 0,17-13 0,12-10 0,5-4 0,1 0 0,-1 0 0,-9 11 0,15-15 0,0 0 0,0 0 0,0 1 0,0-1 0,0 0 0,1 0 0,-1 1 0,0-1 0,1 0 0,-1 1 0,1-1 0,-1 1 0,1-1 0,0 1 0,0-1 0,0 1 0,-1-1 0,1 1 0,1-1 0,-1 1 0,0-1 0,0 1 0,1-1 0,-1 0 0,0 1 0,2 2 0,0-2 0,-1 0 0,1-1 0,-1 1 0,1 0 0,0-1 0,0 1 0,0-1 0,0 1 0,0-1 0,0 0 0,0 0 0,1 0 0,-1 0 0,4 1 0,35 6 0,-4-2 0,82 8 0,-107-14 0,0 0 0,0-1 0,0 0 0,0-1 0,0 0 0,0 0 0,19-8 0,-29 9-57,0 0 0,0 1 1,0-1-1,0 0 0,0 0 0,0-1 0,0 1 0,0 0 0,0-1 0,0 1 0,0-1 1,-1 0-1,1 1 0,-1-1 0,0 0 0,1 0 0,-1 0 0,0 0 0,0 0 1,0 0-1,0-1 0,0 1 0,0-3 0,-1-6-6769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0:57.8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31 24575,'32'-5'0,"15"-2"0,5 1 0,-2 1 0,-4 1 0,-8 2 0,-7 1 0,-8 1 0,-6 0-8191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0:58.2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 1 24575,'-4'6'0,"1"-1"0,-1 1 0,1 1 0,1-1 0,-1 0 0,1 1 0,0-1 0,1 1 0,0 0 0,0-1 0,0 1 0,1 0 0,0 7 0,1 5 0,1-1 0,1 1 0,7 27 0,-3-21-3,2-1 0,21 44 0,32 43 79,-1-3-1508,-54-94-5394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0:58.7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 3 24575,'0'0'0,"0"-1"0,0 1 0,0 0 0,0 0 0,0 0 0,-1 0 0,1-1 0,0 1 0,0 0 0,0 0 0,0 0 0,-1 0 0,1 0 0,0 0 0,0 0 0,0-1 0,-1 1 0,1 0 0,0 0 0,0 0 0,0 0 0,-1 0 0,1 0 0,0 0 0,0 0 0,0 0 0,-1 0 0,1 0 0,0 0 0,0 0 0,-1 0 0,1 0 0,0 0 0,0 1 0,0-1 0,-1 0 0,1 0 0,0 0 0,-4 10 0,4 12 0,6 12 0,2-1 0,1 0 0,25 59 0,18 29 0,-19-47 0,34 110 0,-52-125-1365,-12-43-5461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0:59.7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17 24575,'0'0'0,"-1"-1"0,1 1 0,0 0 0,0-1 0,-1 1 0,1-1 0,0 1 0,0 0 0,0-1 0,0 1 0,-1-1 0,1 1 0,0-1 0,0 1 0,0-1 0,0 1 0,0 0 0,0-1 0,0 1 0,0-1 0,0 1 0,1-1 0,-1 1 0,0 0 0,0-1 0,0 1 0,0-1 0,1 1 0,-1 0 0,0-1 0,1 0 0,0 1 0,0-1 0,0 1 0,-1 0 0,1 0 0,0-1 0,0 1 0,0 0 0,0 0 0,0 0 0,0 0 0,0 0 0,0 0 0,2 1 0,33 9 0,-34-10 0,345 102 0,-342-101 0,3 1 0,0 0 0,-1 0 0,9 5 0,-16-7 0,1 0 0,-1 0 0,0 0 0,0 0 0,0 0 0,0 0 0,0 0 0,0 0 0,0 0 0,0 0 0,0 0 0,0 0 0,0 0 0,0 0 0,0 0 0,0 0 0,1 0 0,-1 1 0,0-1 0,0 0 0,0 0 0,0 0 0,0 0 0,0 0 0,0 0 0,0 0 0,0 0 0,0 0 0,0 0 0,0 0 0,0 1 0,0-1 0,0 0 0,0 0 0,0 0 0,0 0 0,0 0 0,0 0 0,0 0 0,0 0 0,0 0 0,0 0 0,0 0 0,0 0 0,-1 1 0,1-1 0,0 0 0,0 0 0,0 0 0,0 0 0,0 0 0,0 0 0,-6 4 0,-12 3 0,15-6 0,-9 4 0,1 1 0,-1 0 0,1 1 0,0 0 0,0 1 0,1 0 0,0 0 0,0 1 0,1 1 0,-10 12 0,9-11-195,-1 0 0,0-1 0,-1-1 0,-1 0 0,1 0 0,-23 10 0,23-12-6631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00.5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 0 24575,'-2'2'0,"0"-1"0,0 0 0,1 1 0,-1-1 0,0 1 0,1 0 0,-1 0 0,1-1 0,-1 1 0,1 0 0,0 0 0,0 0 0,0 1 0,0-1 0,0 0 0,1 0 0,-1 0 0,1 1 0,-1-1 0,1 0 0,0 4 0,-1 2 0,1 0 0,0 0 0,1-1 0,0 1 0,2 9 0,5 12 0,2-1 0,0 0 0,2 0 0,1-1 0,25 39 0,96 117 0,-111-149 0,-21-31 0,-1-1 0,1 1 0,-1 0 0,0 0 0,1 0 0,-1 0 0,-1 0 0,1 0 0,0 0 0,-1 5 0,-2 1-1365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01.0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239 75 24575,'-17'-10'0,"-63"-33"0,71 39 0,1 0 0,-1 1 0,0 1 0,0-1 0,-1 1 0,1 1 0,-14-1 0,21 2 0,0 0 0,0 0 0,-1 0 0,1 0 0,0 1 0,0-1 0,-1 1 0,1 0 0,0-1 0,0 1 0,0 0 0,0 0 0,0 0 0,0 0 0,0 1 0,0-1 0,1 1 0,-4 2 0,4-2 0,-1 1 0,0-1 0,1 1 0,0-1 0,0 1 0,0-1 0,0 1 0,0 0 0,0 0 0,1 0 0,-1-1 0,1 1 0,0 3 0,0 2 0,0-1 0,1 0 0,0 0 0,0 0 0,1 0 0,0 0 0,0 0 0,1 0 0,0-1 0,0 1 0,4 6 0,0-4 0,0 0 0,1-1 0,-1 0 0,2 0 0,-1 0 0,1-1 0,0-1 0,0 1 0,1-2 0,0 1 0,0-1 0,13 4 0,-20-8 0,0 0 0,0 0 0,-1-1 0,1 1 0,0-1 0,0 1 0,0-1 0,0 0 0,0-1 0,0 1 0,0 0 0,0-1 0,-1 1 0,1-1 0,0 0 0,0 0 0,-1 0 0,1 0 0,0-1 0,-1 1 0,1-1 0,-1 0 0,0 1 0,0-1 0,1 0 0,1-3 0,-1 1 0,1-1 0,-2 1 0,1-1 0,0 0 0,-1 0 0,0 0 0,0 0 0,0 0 0,-1 0 0,0 0 0,0-1 0,0 1 0,0-8 0,-2 2 0,1 8 0,0 0 0,0 0 0,0 0 0,0 0 0,1 0 0,-1 0 0,2-3 0,-2 6 0,0-1 0,0 1 0,0 0 0,1 0 0,-1-1 0,0 1 0,0 0 0,0 0 0,1 0 0,-1-1 0,0 1 0,0 0 0,1 0 0,-1 0 0,0 0 0,0-1 0,1 1 0,-1 0 0,0 0 0,1 0 0,-1 0 0,0 0 0,1 0 0,-1 0 0,0 0 0,0 0 0,1 0 0,-1 0 0,0 0 0,1 0 0,-1 0 0,0 0 0,1 0 0,-1 0 0,0 1 0,0-1 0,1 0 0,-1 0 0,0 0 0,0 0 0,1 1 0,-1-1 0,0 0 0,0 0 0,1 0 0,-1 1 0,12 10 0,5 11-682,24 41-1,-33-50-6143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01.71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 22 24575,'-10'-22'0,"10"22"0,2 4 0,5 14 0,2 0 0,0 0 0,18 25 0,42 48 0,-21-29 0,65 104 0,-108-157-273,0-1 0,-1 2 0,0-1 0,3 11 0,-3-4-6553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07.5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9 24575,'0'-2'0,"2"-1"0,4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08.3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46 115 24575,'24'-18'0,"1"0"0,31-16 0,-41 26 0,0 1 0,1 0 0,0 1 0,0 1 0,24-4 0,-33 7 0,1 2 0,0-1 0,0 1 0,0 1 0,0-1 0,0 1 0,-1 1 0,1-1 0,0 1 0,-1 1 0,12 4 0,-15-5 0,-1-1 0,0 1 0,0 0 0,0 0 0,0 0 0,0 0 0,0 1 0,0-1 0,-1 1 0,1-1 0,-1 1 0,0 0 0,0 0 0,0 0 0,0 0 0,-1 1 0,1-1 0,-1 0 0,0 1 0,0-1 0,0 1 0,0-1 0,0 1 0,-1-1 0,0 1 0,0 6 0,0-6 0,-1-1 0,0 1 0,0-1 0,0 0 0,-1 0 0,1 0 0,-1 1 0,1-1 0,-1-1 0,0 1 0,0 0 0,-1 0 0,1-1 0,0 1 0,-1-1 0,-4 4 0,-5 2 0,-1 1 0,-19 8 0,15-8 0,-1-2 0,0 0 0,-1-1 0,1-1 0,-1-1 0,0 0 0,0-2 0,0 0 0,-1-1 0,1-1 0,0 0 0,-28-6 0,44 6 0,0-1 0,0 1 0,0-1 0,0 0 0,0 0 0,0 0 0,0-1 0,0 1 0,1-1 0,-1 1 0,1-1 0,-1 0 0,1 0 0,0 0 0,-1 0 0,1-1 0,-2-2 0,2 1 0,0 0 0,0 0 0,0-1 0,1 1 0,0 0 0,0-1 0,0 1 0,0-1 0,1 1 0,-1-1 0,2-5 0,-2 0 20,2 0 0,0 0 0,0 0 0,1 1 0,4-18 0,-4 22-113,0 1 0,-1 0 1,1 0-1,1 0 0,-1 0 0,0 0 0,1 1 0,0-1 1,0 1-1,0 0 0,0 0 0,1 0 0,-1 0 1,1 0-1,4-2 0,4-1-6733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08.7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24575,'33'68'0,"68"128"0,-73-148 0,67 86 0,-64-96 0,2-1 0,41 35 0,-48-53-1365,-15-13-5461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08.8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318 32 24575,'-27'-8'0,"-11"-2"0,-2 3 0,1 3 0,5 2 0,6 4 0,4 1 0,5 3 0,3 0 0,1 2 0,2 2 0,-1-1 0,3-2-8191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09.7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24575,'6'30'0,"1"1"0,2-1 0,1 0 0,1-1 0,2 0 0,0-1 0,2 0 0,2-2 0,0 1 0,1-2 0,35 37 0,-21-32 0,-29-28 0,0 1 0,0-1 0,-1 0 0,2-1 0,-1 1 0,0 0 0,0-1 0,0 0 0,7 2 0,-9-3 0,-1 0 0,0 0 0,1 0 0,-1 0 0,1 0 0,-1 0 0,1 0 0,-1 0 0,1 0 0,-1 0 0,1 0 0,-1 0 0,0 0 0,1 0 0,-1-1 0,1 1 0,-1 0 0,0 0 0,1-1 0,-1 1 0,0 0 0,1-1 0,-1 1 0,0 0 0,1-1 0,-1 1 0,0 0 0,0-1 0,1 1 0,-1 0 0,0-1 0,0 1 0,0-1 0,1 1 0,-1-1 0,0 1 0,0 0 0,0-1 0,0 1 0,0-1 0,0 1 0,0-1 0,0 1 0,0-1 0,0 1 0,0-1 0,0 1 0,-1 0 0,1-1 0,0 1 0,-1-1 0,-10-29 0,8 23 0,2 4 0,0 0 0,0 0 0,0 0 0,0 0 0,1 0 0,-1 0 0,1 0 0,0 0 0,0-5 0,0 7 0,1 1 0,-1-1 0,0 0 0,1 0 0,-1 0 0,0 1 0,1-1 0,-1 0 0,1 0 0,-1 1 0,1-1 0,-1 0 0,1 1 0,-1-1 0,1 1 0,0-1 0,0 1 0,-1-1 0,1 1 0,0-1 0,-1 1 0,1 0 0,0-1 0,0 1 0,0 0 0,0 0 0,-1-1 0,1 1 0,0 0 0,0 0 0,0 0 0,0 0 0,0 0 0,-1 0 0,1 1 0,0-1 0,0 0 0,1 1 0,16 2 0,1 2 0,28 10 0,-9-2 0,-13-5 0,1-1 0,0-1 0,0-2 0,1-1 0,-1 0 0,45-3 0,-64-1 0,-1 0 0,0 0 0,1 0 0,-1-1 0,0 0 0,0 0 0,0 0 0,-1-1 0,1 0 0,7-5 0,-10 6 0,0 0 0,0-1 0,0 1 0,0-1 0,-1 0 0,1 0 0,-1 0 0,0 0 0,0-1 0,0 1 0,0-1 0,0 1 0,-1-1 0,1 1 0,-1-1 0,0 0 0,1-6 0,-2 2 0,0 1 0,0-1 0,-1 0 0,0 1 0,0-1 0,-1 1 0,0 0 0,0-1 0,-1 1 0,1 0 0,-2 0 0,1 0 0,-1 1 0,0-1 0,0 1 0,-1 0 0,0 0 0,0 1 0,0-1 0,-1 1 0,0 0 0,0 0 0,-9-4 0,15 8 0,-1 1 0,0-1 0,0 0 0,0 1 0,0 0 0,0-1 0,0 1 0,1-1 0,-1 1 0,0 0 0,0 0 0,0 0 0,0 0 0,0 0 0,0 0 0,0 0 0,0 0 0,0 0 0,0 0 0,0 0 0,0 0 0,0 1 0,0-1 0,0 0 0,0 1 0,0-1 0,0 1 0,0-1 0,0 1 0,1-1 0,-1 1 0,0 0 0,0-1 0,1 1 0,-1 0 0,0 0 0,1 0 0,-1-1 0,1 1 0,-1 0 0,1 0 0,-1 0 0,1 0 0,-1 1 0,-2 6 0,0 1 0,1-1 0,0 1 0,-2 9 0,2-6 0,1-8 0,1-1 0,-1 1 0,1 0 0,0 0 0,0-1 0,0 1 0,0 0 0,0 0 0,1-1 0,0 1 0,0 0 0,0-1 0,0 1 0,1-1 0,2 5 0,-3-5 0,0-1 0,1 0 0,0-1 0,-1 1 0,1 0 0,0 0 0,0-1 0,0 1 0,0-1 0,1 0 0,-1 1 0,0-1 0,0 0 0,1 0 0,-1-1 0,1 1 0,-1 0 0,1-1 0,-1 0 0,1 1 0,-1-1 0,1 0 0,4-1 0,12-1 0,1-2 0,0-1 0,-1 0 0,26-11 0,-21 7 0,23-7 0,2 1 0,75-12 0,48 8 0,-171 19 0,3 0 0,1-1 0,-1 1 0,1-1 0,-1 0 0,5-2 0,-8 3 0,-1 0 0,1-1 0,-1 1 0,1 0 0,0-1 0,-1 1 0,1 0 0,-1-1 0,0 1 0,1 0 0,-1-1 0,1 1 0,-1-1 0,0 1 0,1-1 0,-1 1 0,0-1 0,1 1 0,-1-1 0,0 0 0,0 1 0,0-1 0,1 1 0,-1-1 0,0 1 0,0-1 0,0 0 0,0 1 0,0-1 0,0 0 0,0 1 0,0-1 0,-1 1 0,1-1 0,0 1 0,0-1 0,0 0 0,-1 1 0,1-1 0,0 1 0,0-1 0,-1 1 0,1-1 0,-1 1 0,1-1 0,-1 0 0,-7-9 0,-1 0 0,0 0 0,0 1 0,-1 0 0,-13-9 0,12 10 0,0-1 0,1 0 0,0-1 0,1 0 0,-9-11 0,11 11-1365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10.6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187 350 24575,'22'90'0,"-19"-79"0,1-1 0,1 1 0,0-1 0,0 1 0,14 17 0,-18-27 0,-1 0 0,1-1 0,-1 1 0,0 0 0,1-1 0,0 1 0,-1 0 0,1-1 0,-1 1 0,1-1 0,0 1 0,-1-1 0,1 0 0,0 1 0,1 0 0,-2-1 0,0-1 0,1 1 0,-1 0 0,0 0 0,0 0 0,0-1 0,1 1 0,-1 0 0,0 0 0,0-1 0,0 1 0,0 0 0,0 0 0,0-1 0,1 1 0,-1 0 0,0 0 0,0-1 0,0 1 0,0 0 0,0-1 0,0 1 0,0 0 0,0 0 0,0-1 0,0 1 0,0 0 0,-1-1 0,-5-27 0,0 12 0,-2-1 0,0 1 0,-13-21 0,-37-42 0,-6-12 0,59 83 0,-11-17 0,0-2 0,2 1 0,1-2 0,-12-36 0,25 62 0,-1 0 0,0 0 0,1 0 0,0 0 0,-1 0 0,1 0 0,0 0 0,0 0 0,0 0 0,0 0 0,0 0 0,1 0 0,-1 1 0,1-1 0,-1 0 0,1 0 0,0 0 0,0 0 0,-1 0 0,3-2 0,-1 3 0,0-1 0,0 0 0,0 1 0,0 0 0,0-1 0,0 1 0,0 0 0,0 0 0,1 0 0,-1 0 0,0 1 0,1-1 0,-1 1 0,1-1 0,-1 1 0,3 0 0,16-1 0,-1 1 0,1 1 0,-1 0 0,0 2 0,31 7 0,-16 1 0,0 0 0,39 20 0,-67-28 0,-1 0 0,1 1 0,-1-1 0,0 1 0,0 1 0,0-1 0,10 11 0,-14-12 0,-1-1 0,1 1 0,0-1 0,-1 1 0,1 0 0,-1 0 0,0 0 0,0 0 0,0 0 0,0 0 0,0 0 0,-1 0 0,1 0 0,-1 0 0,0 0 0,0 1 0,0-1 0,0 0 0,-1 0 0,-1 5 0,1-3 0,0-1 0,-1 0 0,1 0 0,-1 0 0,0 0 0,-1 0 0,1 0 0,-1 0 0,0-1 0,1 1 0,-8 5 0,0-1 0,-1 1 0,-19 9 0,21-12 0,-1 0 0,1 0 0,0 1 0,-14 13 0,22-19 0,0 0 0,0 0 0,0 0 0,0 0 0,0 1 0,1-1 0,-1 0 0,0 0 0,1 0 0,-1 1 0,1-1 0,-1 0 0,1 1 0,0-1 0,-1 0 0,1 1 0,0-1 0,0 0 0,0 1 0,0-1 0,0 3 0,1-3 0,0 1 0,-1-1 0,1 1 0,0-1 0,0 1 0,0-1 0,0 0 0,0 1 0,0-1 0,1 0 0,-1 0 0,0 0 0,1 0 0,2 2 0,4 1 0,1 0 0,-1 0 0,1-1 0,0 0 0,10 1 0,33 6 0,1-3 0,59 0 0,-98-6 0,0-1 0,27-4 0,-36 3 0,-1 0 0,0 0 0,0 0 0,0 0 0,0 0 0,0-1 0,0 0 0,0 0 0,0 0 0,-1 0 0,1-1 0,-1 0 0,6-5 0,-3-3-1365,-4 1-5461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11.11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139 73 24575,'3'-3'0,"23"-15"0,-25 17 0,1 0 0,0 0 0,-1 0 0,1 1 0,0-1 0,0 1 0,-1-1 0,1 1 0,0-1 0,0 1 0,0 0 0,0 0 0,2 0 0,-3 0 0,-1 0 0,1 0 0,-1 0 0,0 1 0,1-1 0,-1 0 0,1 0 0,-1 0 0,1 1 0,-1-1 0,0 0 0,1 0 0,-1 1 0,0-1 0,1 0 0,-1 1 0,0-1 0,1 0 0,-1 1 0,0-1 0,0 1 0,1-1 0,-1 1 0,0-1 0,0 1 0,0 15 0,-8 13 0,4-20 0,0 0 0,0 0 0,-1 0 0,0-1 0,-1 0 0,0 0 0,-13 14 0,16-19 0,0-1 0,0 1 0,0-1 0,0 0 0,0 0 0,-1 0 0,1 0 0,0-1 0,-1 1 0,0-1 0,1 0 0,-1 0 0,0 0 0,0-1 0,1 1 0,-1-1 0,0 0 0,0 0 0,0 0 0,0-1 0,1 1 0,-1-1 0,-5-2 0,6 2 0,0 0 0,0 0 0,0-1 0,0 1 0,1-1 0,-1 0 0,0 0 0,1 0 0,0 0 0,-1 0 0,1-1 0,0 1 0,0-1 0,0 1 0,1-1 0,-1 0 0,1 0 0,-1 1 0,1-1 0,0 0 0,-1-6 0,0 4 0,1-1 0,0 0 0,1 1 0,0-1 0,0 0 0,0 1 0,0-1 0,1 0 0,0 1 0,0-1 0,3-7 0,-2 6-94,1 0 132,-1-1-1,1 1 1,1 0 0,-1 0-1,5-6 1,-7 11-79,0 1-1,0 0 0,0 0 1,-1 0-1,1 0 1,0 0-1,0 0 0,1 1 1,-1-1-1,0 0 1,0 0-1,0 1 0,0-1 1,1 1-1,-1-1 1,0 1-1,1-1 1,-1 1-1,0 0 0,1 0 1,-1 0-1,0 0 1,1 0-1,-1 0 0,0 0 1,1 0-1,-1 0 1,0 0-1,1 1 1,-1-1-1,0 1 0,1-1 1,-1 1-1,0-1 1,2 2-1,6 5-6784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11.6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131 18 24575,'-5'-3'0,"-1"0"0,1 1 0,-1 0 0,0 0 0,0 0 0,0 1 0,0 0 0,-8 0 0,11 1 0,1 0 0,0 0 0,0 0 0,-1 0 0,1 1 0,0-1 0,0 1 0,0 0 0,-1 0 0,1 0 0,0 0 0,0 0 0,0 0 0,1 0 0,-1 0 0,0 1 0,0-1 0,1 1 0,-1 0 0,0-1 0,1 1 0,0 0 0,-1 0 0,1 0 0,-1 3 0,-2 4 0,0 0 0,1 0 0,1 0 0,-1 1 0,2 0 0,-2 14 0,2 61 0,2-58 0,-1-22 0,0 0 0,0 0 0,0-1 0,1 1 0,0 0 0,0-1 0,0 1 0,1 0 0,0-1 0,0 1 0,0-1 0,0 0 0,0 0 0,1 0 0,0 0 0,0 0 0,0 0 0,0-1 0,1 1 0,-1-1 0,1 0 0,0 0 0,0-1 0,0 1 0,0-1 0,1 0 0,6 3 0,-1-1 0,1-1 0,0 0 0,0 0 0,0-1 0,20 1 0,58-3 0,-49-2 0,-22 1 57,30-5 0,-9 0-1536,-27 4-5347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12.7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59 24575,'21'-11'0,"2"1"0,0 1 0,0 1 0,36-7 0,-47 13 0,-1 0 0,1 1 0,0 1 0,-1-1 0,1 2 0,-1 0 0,1 0 0,-1 1 0,1 0 0,-1 1 0,18 7 0,-26-8 0,-1-1 0,1 0 0,-1 0 0,1 1 0,-1 0 0,0-1 0,0 1 0,0 0 0,0 0 0,0 0 0,0 0 0,0 0 0,-1 1 0,1-1 0,-1 0 0,2 4 0,-2-3 0,0 1 0,0 0 0,0-1 0,-1 1 0,1 0 0,-1 0 0,0 0 0,0 0 0,0-1 0,-1 7 0,-3 5 0,0 0 0,-1 0 0,-1-1 0,-11 22 0,15-31 0,-5 9 0,2-5 0,1-1 0,0 1 0,1 0 0,0 0 0,-3 10 0,6-17 0,0 1 0,-1-1 0,1 0 0,0 0 0,0 0 0,0 0 0,1 0 0,-1 0 0,0 0 0,1 0 0,0 0 0,-1 0 0,1 0 0,0 0 0,0 0 0,0 0 0,0 0 0,0 0 0,0-1 0,1 1 0,-1 0 0,1-1 0,-1 1 0,1-1 0,-1 0 0,1 1 0,0-1 0,2 1 0,4 1 0,-1 0 0,0 0 0,1-1 0,0 0 0,-1-1 0,1 1 0,0-1 0,0-1 0,0 0 0,0 0 0,0 0 0,0-1 0,0 0 0,-1-1 0,1 0 0,0 0 0,-1-1 0,1 0 0,-1 0 0,13-7 0,-16 6-48,0 0 0,0 1 0,0-1-1,3-5 1,-2 2-1076,2-1-5702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12.9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77 24575,'27'-7'0,"14"-5"0,2-1 0,-3 2 0,-7 1 0,-6 2 0,-5-1 0,-6 2-8191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13.2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24575,'15'27'0,"9"14"0,6 7 0,1 1 0,-1-1 0,-3-4 0,-3-4 0,-1-5 0,-5-2 0,-2-3 0,-5-3 0,-3-5 0,-4-2 0,-2-4 0,-2-1 0,0-3-8191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13.6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24575,'79'153'0,"-6"-11"0,-49-102 0,2-2 0,2-1 0,57 59 0,-46-51-1365,-30-33-5461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14.6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266 17 24575,'0'-1'0,"0"0"0,0 1 0,1-1 0,-1 0 0,-1 0 0,1 0 0,0 1 0,0-1 0,0 0 0,0 0 0,0 1 0,-1-1 0,1 0 0,0 0 0,-1 1 0,1-1 0,-1 0 0,1 1 0,-1-2 0,1 2 0,-1 0 0,1 0 0,-1 0 0,1 0 0,-1 0 0,1 0 0,0 0 0,-1 0 0,1 0 0,-1 0 0,1 0 0,-1 0 0,1 0 0,0 1 0,-1-1 0,1 0 0,-1 0 0,1 0 0,0 1 0,-1-1 0,1 0 0,0 0 0,-1 1 0,1 0 0,-6 4 0,1 1 0,-9 12 0,8-10 0,-100 106 0,28-32 0,67-72 0,9-8 0,-1 0 0,1 0 0,0 0 0,-1 0 0,1 1 0,0-1 0,0 1 0,1 0 0,-1-1 0,0 1 0,-1 4 0,4-7 0,-1 1 0,0-1 0,0 1 0,1 0 0,-1-1 0,0 1 0,0-1 0,1 1 0,-1-1 0,1 0 0,-1 1 0,0-1 0,1 1 0,-1-1 0,1 0 0,-1 1 0,1-1 0,-1 0 0,1 1 0,-1-1 0,1 0 0,-1 0 0,1 0 0,0 0 0,-1 1 0,1-1 0,-1 0 0,1 0 0,1 0 0,18 1 0,115-14 0,112 10 0,-180 4 0,-37 1-1365,-21 1-5461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15.3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233 110 24575,'-49'-58'0,"42"50"0,0 1 0,-1 1 0,0-1 0,0 1 0,-12-6 0,19 11 0,-1 1 0,0-1 0,1 0 0,-1 0 0,0 1 0,0-1 0,0 1 0,0 0 0,1-1 0,-1 1 0,0 0 0,0 0 0,0 0 0,0 1 0,0-1 0,0 0 0,0 1 0,1-1 0,-1 1 0,0-1 0,0 1 0,1 0 0,-1 0 0,0 0 0,1 0 0,-1 0 0,1 0 0,-2 2 0,-4 3 0,2 1 0,-1 0 0,1 0 0,-9 15 0,4-5 0,6-11 0,1-1 0,0 1 0,0 0 0,0 0 0,1 1 0,0-1 0,0 0 0,0 1 0,1 0 0,0-1 0,1 1 0,-1 8 0,1-10 0,1-1 0,-1 1 0,1-1 0,0 0 0,0 1 0,1-1 0,-1 0 0,1 0 0,0 0 0,0 0 0,0 0 0,0-1 0,1 1 0,0-1 0,-1 1 0,1-1 0,1 0 0,-1 0 0,5 4 0,-1-3 0,0 1 0,1-1 0,0 0 0,-1-1 0,1 0 0,1 0 0,-1 0 0,0-1 0,0 0 0,1-1 0,-1 0 0,1-1 0,-1 1 0,1-1 0,0-1 0,-1 0 0,1 0 0,12-4 0,-18 4 0,-1 0 0,1 0 0,0-1 0,0 1 0,-1-1 0,1 1 0,-1-1 0,1 0 0,-1 0 0,0 0 0,1 0 0,-1-1 0,0 1 0,-1-1 0,1 1 0,0-1 0,-1 0 0,1 1 0,-1-1 0,0 0 0,1-5 0,0-3 0,0 1 0,-1-1 0,0 0 0,-2-19 0,1 30 0,1-14 0,0 14 0,-1 0 0,0 0 0,0 0 0,0 0 0,0 0 0,1 0 0,-1 0 0,0 0 0,0 0 0,0 0 0,0 0 0,1 0 0,-1 0 0,0 0 0,0 0 0,0 0 0,0 0 0,1 0 0,-1 0 0,0 0 0,0 0 0,0 1 0,0-1 0,0 0 0,1 0 0,-1 0 0,0 0 0,0 0 0,0 0 0,0 1 0,0-1 0,0 0 0,0 0 0,0 0 0,1 0 0,-1 0 0,0 1 0,0-1 0,13 27 0,-9-19 0,30 53-1365,-27-48-5461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15.7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24575,'17'24'0,"9"16"0,4 3 0,2 3 0,0-3 0,1-6 0,-2-4 0,-3-3 0,-1-2 0,-1-2 0,-2-2 0,-2-2 0,-4-2 0,-1-3 0,-1-1 0,-4-1 0,-4-3-8191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16.2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 8 24575,'-1'-1'0,"1"1"0,-1-1 0,1 1 0,-1-1 0,1 1 0,-1-1 0,1 1 0,-1-1 0,0 1 0,1-1 0,-1 1 0,0 0 0,1 0 0,-1-1 0,0 1 0,0 0 0,0 0 0,1 0 0,0 0 0,0 1 0,0-1 0,-1 0 0,1 0 0,0 1 0,0-1 0,0 0 0,0 0 0,0 1 0,0-1 0,0 0 0,0 0 0,-1 1 0,1-1 0,0 0 0,0 1 0,0-1 0,0 0 0,1 1 0,-1-1 0,0 0 0,0 0 0,0 1 0,0-1 0,0 0 0,10 32 0,-8-26 0,11 28 0,0-1 0,27 44 0,44 59 0,-16-29 0,-35-51-1365,-21-35-5461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39.9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17 24575,'0'-12'0,"0"7"0,0 11 0,0 30 0,7 51 0,-5-75 0,0 0 0,1-1 0,0 1 0,0-1 0,2 0 0,-1 0 0,1 0 0,9 13 0,-5-12 0,-1-1 0,-1 2 0,0-1 0,0 1 0,-2 0 0,1 0 0,-2 0 0,0 1 0,0 0 0,2 20 0,-2-10 57,-2-19-294,-1-1 0,0 1 0,-1-1 0,1 1 0,-1 7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40.1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0 176 24575,'27'-24'0,"17"-9"0,5 0 0,1 4 0,-2 8 0,-4 8 0,-6 3 0,-6 3 0,-6 3 0,-5 3 0,-4 0 0,-4 4 0,-5 3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40.3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32 24575,'30'-2'0,"11"-1"0,2-1 0,-6-1 0,-8 0 0,-5-1 0,-11-1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40.7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24575,'10'18'0,"6"4"0,-1 3 0,-1-2 0,-2-4 0,-3-3 0,0-5 0,1-3 0,1-4 0,1-2 0,1-2 0,-4 0 0,-6-1 0,-7 0 0,-4 1 0,-3-3 0,-1-1-8191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40.9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24575,'2'2'0,"2"4"0,-1 3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41.18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73 188 24575,'7'6'0,"-1"-1"0,-10-7 0,-2-2 0,0-1 0,1 1 0,0-1 0,0 0 0,0-1 0,0 1 0,1-1 0,0 0 0,-4-7 0,3 4 0,1 0 0,0 0 0,0 0 0,1-1 0,-4-19 0,7 26 0,-1 0 0,1-1 0,0 1 0,0-1 0,0 1 0,0 0 0,1-1 0,-1 1 0,1 0 0,0-1 0,1-3 0,-1 6 0,0 0 0,-1 0 0,1-1 0,0 1 0,0 0 0,0 0 0,0 0 0,0 0 0,0 0 0,0 0 0,0 0 0,0 1 0,0-1 0,1 0 0,-1 0 0,0 1 0,0-1 0,1 1 0,-1-1 0,1 1 0,-1 0 0,0 0 0,1-1 0,-1 1 0,1 0 0,-1 0 0,0 0 0,1 0 0,1 1 0,3 0-166,1 1-1,-1 0 1,0 0-1,9 4 1,-12-5-367,10 5-6293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41.5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198 0 24575,'-11'2'0,"1"-1"0,-1 2 0,1-1 0,-12 6 0,17-6 0,0 0 0,0 0 0,1 1 0,-1-1 0,1 1 0,0 0 0,0 1 0,0-1 0,0 1 0,-5 5 0,8-7 0,0 0 0,0-1 0,0 1 0,1 0 0,-1 0 0,0 0 0,1 0 0,-1 0 0,1 0 0,0 0 0,0 0 0,-1 0 0,1 0 0,0 0 0,1 0 0,-1 0 0,0 0 0,1 0 0,-1 0 0,1 0 0,-1 0 0,1 0 0,0-1 0,0 1 0,0 0 0,0 0 0,2 2 0,3 4 0,0 0 0,1-1 0,0 0 0,10 8 0,-1-2 0,0 0 0,2-2 0,34 18 0,61 16 0,-72-35 0,-60-11 0,-36 1 0,18 1 0,13-2-107,-49 1-522,-82 9 0,136-6-6197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42.0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68 36 24575,'-5'-6'0,"-1"1"0,0 0 0,0 0 0,-10-6 0,16 11 0,-1-1 0,0 1 0,0-1 0,0 1 0,0 0 0,0-1 0,0 1 0,0 0 0,1 0 0,-1 0 0,0 0 0,0 0 0,0 0 0,0 0 0,0 0 0,0 0 0,0 0 0,0 0 0,-1 1 0,1 0 0,0-1 0,1 1 0,-1 0 0,0 0 0,0-1 0,1 1 0,-1 0 0,1 0 0,-1 0 0,1 0 0,-1 0 0,1 0 0,-1 0 0,1 0 0,0 0 0,0 0 0,-1 0 0,1 0 0,0 1 0,0-1 0,0 1 0,0 11 0,0 0 0,1 0 0,0 0 0,1 0 0,5 16 0,23 64 0,-20-66 0,35 87 120,-37-95-491,2 0-1,1-1 1,22 30 0,-23-36-6455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42.1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340 56 24575,'-27'-7'0,"-14"-3"0,-5 1 0,1-1 0,3 1 0,6 3 0,4 2 0,5 4 0,3 2 0,5 1-8191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42.9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246 272 24575,'-9'16'0,"-10"20"0,12-21 0,-12 19 0,18-34 0,1 1 0,0 0 0,-1-1 0,1 1 0,0-1 0,-1 1 0,1-1 0,-1 1 0,1-1 0,-1 0 0,1 1 0,-1-1 0,1 0 0,-1 1 0,1-1 0,-1 0 0,1 1 0,-1-1 0,0 0 0,1 0 0,-1 0 0,1 0 0,-1 1 0,0-1 0,1 0 0,-1 0 0,0 0 0,1-1 0,-1 1 0,0 0 0,1 0 0,-1 0 0,1 0 0,-1 0 0,0-1 0,1 1 0,-1 0 0,1-1 0,-1 1 0,1 0 0,-1-1 0,1 1 0,-1 0 0,0-2 0,-2-1 0,-1-1 0,1 0 0,0 0 0,-4-7 0,4 6 0,-93-148 0,85 136 0,2-1 0,-9-20 0,16 33 0,1 1 0,-1 0 0,1 0 0,0-1 0,0 1 0,1 0 0,-1-1 0,1 1 0,0-1 0,0 1 0,0-1 0,1 1 0,-1 0 0,1-1 0,0 1 0,2-5 0,-1 7 0,-1-1 0,1 1 0,0 0 0,0 0 0,0-1 0,0 2 0,0-1 0,0 0 0,1 0 0,-1 1 0,0-1 0,1 1 0,0 0 0,-1 0 0,1 0 0,4-2 0,3 1 0,0 0 0,0 0 0,14 0 0,0 1 0,0 2 0,0 0 0,0 2 0,0 1 0,29 8 0,-23-4 0,-1 2 0,-1 1 0,48 25 0,-66-30 0,1 0 0,-1 1 0,-1 0 0,1 1 0,-1 0 0,14 15 0,-21-20 0,0-1 0,-1 0 0,1 1 0,0-1 0,-1 1 0,0-1 0,1 1 0,-1 0 0,0-1 0,0 1 0,-1 0 0,1 0 0,-1 0 0,1 0 0,-1 0 0,0 0 0,0 0 0,0 0 0,0-1 0,-1 1 0,1 0 0,-1 0 0,0 0 0,0 0 0,0-1 0,0 1 0,0 0 0,0-1 0,-1 1 0,1-1 0,-1 1 0,0-1 0,-2 3 0,-4 2 0,0 1 0,0-1 0,-1 0 0,0-1 0,0 0 0,0 0 0,-1-1 0,-13 5 0,-12 3 0,-38 9 0,48-15 0,11-4 0,-1 1 0,1 1 0,-20 8 0,34-13 0,0 0 0,-1 1 0,1-1 0,-1 0 0,1 0 0,0 0 0,-1 1 0,1-1 0,0 0 0,0 0 0,-1 1 0,1-1 0,0 0 0,-1 1 0,1-1 0,0 0 0,0 1 0,0-1 0,-1 0 0,1 1 0,0-1 0,0 0 0,0 1 0,0-1 0,0 1 0,0-1 0,0 0 0,0 1 0,0 0 0,0-1 0,0 1 0,1 0 0,-1 0 0,0-1 0,1 1 0,-1-1 0,1 1 0,-1 0 0,1-1 0,-1 1 0,1-1 0,0 1 0,1 0 0,23 12 0,1-5 0,0 0 0,0-1 0,1-2 0,40 3 0,109-4 0,-159-5-455,-1 0 0,27-6 0,-30 4-6371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43.38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315 86 24575,'2'1'0,"1"-1"0,0 1 0,0 0 0,0 0 0,-1 0 0,1 0 0,0 0 0,-1 1 0,1-1 0,-1 1 0,0 0 0,1-1 0,-1 1 0,0 0 0,2 3 0,-3-3 0,0-1 0,0 1 0,0 0 0,-1 0 0,1 0 0,0 0 0,-1 0 0,1 0 0,-1 0 0,0 0 0,0 0 0,1 0 0,-2 0 0,1 0 0,0 0 0,0 0 0,0 0 0,-1 0 0,0 0 0,1 0 0,-3 4 0,1-1 0,-1 1 0,0-1 0,0 0 0,0 0 0,-1 0 0,0 0 0,0-1 0,0 0 0,0 1 0,-1-1 0,1-1 0,-1 1 0,0-1 0,-1 0 0,1 0 0,0 0 0,-1-1 0,1 0 0,-1 0 0,-7 2 0,-5-1 0,0 0 0,0-1 0,0-1 0,0-1 0,-27-2 0,38 1 0,0 0 0,1 0 0,-1 0 0,1-1 0,-1 0 0,1 0 0,0-1 0,0 0 0,0 0 0,0-1 0,0 1 0,-8-8 0,11 8 0,0 0 0,0 0 0,0 0 0,0-1 0,1 1 0,-1-1 0,1 1 0,0-1 0,0 0 0,1 0 0,-1 0 0,1 0 0,-1 0 0,1 0 0,1-1 0,-1 1 0,1 0 0,-1 0 0,1-1 0,1-7 0,0 6 7,1 0-1,-1 0 0,1 0 0,0 0 1,1 0-1,-1 1 0,1-1 1,0 1-1,1 0 0,-1 0 1,1 0-1,0 0 0,0 1 0,0 0 1,1-1-1,0 2 0,0-1 1,5-3-1,-5 4-80,0 0-1,0 0 1,0 1 0,0 0 0,0 0-1,1 0 1,-1 1 0,0 0 0,1 0-1,-1 0 1,1 1 0,0 0 0,-1 0-1,1 0 1,-1 0 0,1 1 0,-1 0-1,1 0 1,10 4 0,-4 1-6752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43.8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177 9 24575,'-11'-3'0,"0"1"0,-1 0 0,1 1 0,0 1 0,-1 0 0,-19 2 0,27-2 0,0 1 0,1 0 0,-1 0 0,1 0 0,-1 0 0,1 1 0,0-1 0,-1 1 0,1 0 0,0 0 0,0 0 0,0 0 0,0 0 0,1 1 0,-1-1 0,1 1 0,-1 0 0,1 0 0,0 0 0,0 0 0,0 0 0,1 0 0,-1 1 0,1-1 0,-2 4 0,2 0 0,-1 0 0,1-1 0,0 1 0,1-1 0,-1 1 0,1 0 0,0 0 0,1-1 0,0 1 0,3 11 0,-1-8 0,1 0 0,-1-1 0,2 1 0,-1-1 0,2 0 0,8 12 0,-2-6 0,1-1 0,-1-1 0,2 0 0,0-1 0,1 0 0,0-1 0,24 13 0,-21-14-136,0-1-1,1-1 1,0-1-1,1-1 1,-1 0-1,1-1 1,0-2-1,1 0 0,25 1 1,-28-4-6690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44.3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24575,'0'3'0,"0"3"0,0 2 0,0 4 0,0 1 0,0 1 0,0 1 0,3-3 0,0 0 0,0 0 0,2-2 0,0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46.2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26 24575,'7'-4'0,"0"0"0,0 1 0,0 0 0,0 1 0,0-1 0,1 1 0,-1 1 0,1-1 0,-1 1 0,1 1 0,15 0 0,6 2 0,51 10 0,-61-8 0,-4-1 0,46 10 0,-55-12 0,0 1 0,0 0 0,0 1 0,-1-1 0,1 1 0,-1 0 0,8 7 0,-11-9 0,0 1 0,-1-1 0,1 1 0,0 0 0,-1 0 0,0-1 0,1 1 0,-1 0 0,0 0 0,0 1 0,0-1 0,0 0 0,0 0 0,-1 0 0,1 1 0,-1-1 0,1 3 0,-1-1 0,-1-1 0,1 0 0,0 1 0,-1-1 0,0 0 0,0 1 0,0-1 0,0 0 0,0 0 0,-4 5 0,-3 4 0,0 0 0,-1-1 0,-1-1 0,-15 15 0,21-21 0,-70 63 0,72-66 0,0 0 0,0 1 0,0 0 0,1-1 0,-1 1 0,1 0 0,-1 0 0,1 0 0,0 0 0,0 0 0,0 0 0,0 0 0,0 0 0,-1 3 0,2-4 0,0 1 0,0-1 0,1 0 0,-1 1 0,0-1 0,0 0 0,1 1 0,-1-1 0,1 0 0,-1 0 0,1 1 0,-1-1 0,1 0 0,0 0 0,0 0 0,-1 0 0,1 0 0,0 0 0,0 0 0,0 0 0,0 0 0,0-1 0,1 1 0,-1 0 0,2 1 0,7 2 0,1 1 0,0-1 0,0-1 0,0 0 0,0-1 0,0 0 0,13 1 0,-15-2 0,1 0 20,0 0 0,0 0 0,0-1 0,0-1 0,18-3 0,-22 3-144,0 0 0,-1-1 1,1 0-1,-1 0 0,1-1 0,-1 0 1,0 0-1,0 0 0,0 0 0,-1-1 1,7-5-1,0-3-6702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46.4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24575,'27'0'0,"11"0"0,2 0 0,-4 0 0,-5 0 0,-5 0 0,-6 0 0,-5 0-8191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46.7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24575,'7'22'0,"5"12"0,3 8 0,4 4 0,1-1 0,0-1 0,-2-2 0,-3-5 0,-2-2 0,-3-4 0,-4-3 0,-2-5 0,-2-3 0,-4-3 0,-2-5-8191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47.1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24575,'25'102'0,"4"-1"0,4-2 0,65 135 0,-91-220-1365,-2-1-5461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47.71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24575,'50'33'0,"88"45"0,-86-50 0,-10-6 0,0-3 0,72 23 0,-112-41 0,15 5 0,-15-1 0,-10-1 0,-78 17 0,62-17 0,0 1 0,1 2 0,-26 10 0,33-9 0,0 1-1,-26 19 1,14-8-1364,17-12-5462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48.4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206 25 24575,'-13'-5'0,"-1"0"0,1 1 0,-1 1 0,-23-4 0,33 7 0,0 0 0,0 0 0,0 0 0,0 0 0,0 1 0,0-1 0,1 1 0,-1 0 0,0 1 0,0-1 0,1 0 0,-1 1 0,1 0 0,-1 0 0,1 0 0,0 0 0,0 1 0,0-1 0,0 1 0,0 0 0,-3 4 0,2-1 0,0-1 0,0 1 0,1 0 0,0 0 0,0 1 0,0-1 0,1 1 0,0-1 0,0 1 0,1 0 0,0 0 0,0 0 0,1 0 0,0 0 0,0 0 0,1 9 0,0-13 0,0 0 0,0-1 0,0 1 0,0 0 0,1 0 0,-1 0 0,1-1 0,-1 1 0,1-1 0,0 1 0,0-1 0,0 0 0,0 0 0,1 0 0,-1 0 0,1 0 0,-1 0 0,1-1 0,-1 1 0,1-1 0,4 2 0,3 1 0,0-1 0,0 1 0,1-2 0,18 4 0,-15-4 0,0-1 0,1 0 0,-1-1 0,24-3 0,-35 3 0,0 0 0,0-1 0,0 0 0,0 1 0,0-1 0,0 0 0,0-1 0,0 1 0,-1 0 0,1-1 0,0 0 0,-1 0 0,1 1 0,-1-1 0,0-1 0,0 1 0,0 0 0,0 0 0,0-1 0,0 1 0,0-1 0,-1 0 0,1 0 0,-1 1 0,0-1 0,0 0 0,1-5 0,-1 0 0,2-8 0,0 15 0,1 9 0,1 5-273,0 0 0,1 0 0,0-1 0,13 21 0,-10-23-6553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48.8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24575,'17'32'0,"8"15"0,3 5 0,-2-2 0,1-4 0,-6-5 0,-2-5 0,-4-4 0,-3-4 0,-1-5 0,-3-3 0,-3-4 0,-2-1 0,-2-4-8191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49.2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24575,'34'52'0,"-1"1"0,-3 2 0,-3 1 0,39 113 0,6 92 0,-68-244-1365,0-3-5461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51.64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24575,'18'6'0,"6"2"0,31 14 0,284 146 0,-330-163-111,68 38-1143,-63-34-5572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51.8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206 1 24575,'-16'43'0,"-23"49"0,33-81 0,-1 0 0,0-1 0,0 0 0,-1 0 0,0-1 0,-12 12 0,10-13-227,0 0-1,-1-1 1,0 0-1,-1 0 1,-12 5-1,15-8-6598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52.4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347 43 24575,'-7'-3'0,"-23"-7"0,0 1 0,-59-9 0,79 17 0,-1 0 0,1 1 0,0 0 0,0 1 0,-15 3 0,19-3 0,0 1 0,0 0 0,0 0 0,0 1 0,0 0 0,1 0 0,-1 0 0,1 0 0,-9 8 0,10-7 0,-1 1 0,1 0 0,0 0 0,0 0 0,0 0 0,1 1 0,0-1 0,0 1 0,0 0 0,1 0 0,0 0 0,0 0 0,0 0 0,1 0 0,0 1 0,0-1 0,1 0 0,0 8 0,0-6 0,1 1 0,0-1 0,0 1 0,1-1 0,1 0 0,-1 0 0,1 0 0,0 0 0,1 0 0,0 0 0,0-1 0,11 14 0,51 49 0,-1-2 0,-56-57 0,-1 0 0,0 1 0,-1-1 0,0 1 0,-1 1 0,0-1 0,-1 1 0,-1 0 0,0 1 0,0-1 0,1 20 0,-5-31 0,1 1 0,-1-1 0,1 0 0,-1 1 0,1-1 0,0 0 0,0 0 0,0 1 0,0-1 0,0 0 0,1 0 0,-1 0 0,0 0 0,1-1 0,0 1 0,-1 0 0,1-1 0,0 1 0,0-1 0,0 1 0,0-1 0,0 0 0,0 0 0,4 2 0,3-1 0,0 1 0,0-1 0,0-1 0,1 0 0,9 0 0,10 1 0,-7 1 40,1 0 0,31-2 0,-48-2-139,0 1 0,0-1 0,0 0 0,0 0 0,0 0 0,-1-1 0,1 0 0,-1 0 0,1-1 0,-1 1 0,0-1 0,0 0 0,0-1 0,7-5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52.8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24575,'2'1'0,"0"0"0,0 0 0,0 0 0,0 1 0,-1-1 0,1 1 0,0-1 0,-1 1 0,1 0 0,-1 0 0,1-1 0,-1 1 0,2 4 0,0-3 0,11 16 0,1-1 0,1-1 0,1-1 0,0 0 0,35 23 0,-45-34 0,0-1 0,1 0 0,-1 0 0,1 0 0,0-1 0,16 4 0,-23-6 0,1-1 0,0 0 0,0 0 0,0 0 0,0 0 0,0 0 0,-1 0 0,1 0 0,0 0 0,0-1 0,0 1 0,-1-1 0,1 0 0,0 1 0,2-2 0,-2 0 0,-1 1 0,0 0 0,1-1 0,-1 1 0,0-1 0,0 1 0,0-1 0,0 0 0,0 1 0,0-1 0,-1 0 0,1 0 0,0 0 0,-1 1 0,1-1 0,-1 0 0,0 0 0,0-3 0,1-2 0,-2 1 0,1-1 0,-1 0 0,0 0 0,0 0 0,-4-11 0,2 9 0,1 0 0,-2-14 0,4 23 0,0-1 0,0 1 0,0 0 0,0-1 0,0 1 0,0-1 0,0 1 0,1-1 0,-1 1 0,0-1 0,0 1 0,0 0 0,0-1 0,0 1 0,1-1 0,-1 1 0,0 0 0,0-1 0,1 1 0,-1 0 0,0-1 0,1 1 0,-1 0 0,0-1 0,1 1 0,-1 0 0,0-1 0,1 1 0,-1 0 0,1 0 0,-1 0 0,0 0 0,1-1 0,-1 1 0,1 0 0,-1 0 0,1 0 0,-1 0 0,1 0 0,-1 0 0,0 0 0,1 0 0,-1 0 0,1 0 0,-1 0 0,1 0 0,-1 1 0,1-1 0,0 0 0,23 9 0,48 31 0,38 17 0,-93-50-88,36 14-1189,-40-17-5549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53.3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41 24575,'21'-9'0,"1"1"0,0 1 0,46-8 0,-60 14 0,0 0 0,-1 1 0,1 0 0,0 0 0,0 1 0,-1 0 0,1 0 0,0 1 0,-1 0 0,1 0 0,-1 1 0,0 0 0,0 0 0,0 1 0,12 7 0,34 37 0,-24-21 0,-18-17 0,0 2 0,-1-1 0,0 2 0,-1-1 0,0 1 0,-1 0 0,-1 1 0,12 28 0,-10-17 0,-2 1 0,0-1 0,-2 1 0,3 39 0,-3-17 0,1 0 0,21 76 0,-13-92 0,-11-27 0,-1 1 0,1 0 0,-1-1 0,0 1 0,2 8 0,-4-13-91,0 0 0,0 1 0,0-1 0,0 0 0,0 1 0,0-1 0,0 0 0,-1 0 0,1 1 0,-1-1 0,1 0 0,-1 0 0,1 1 0,-1 0 0,-5 6-6735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53.8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389 59 24575,'-29'-7'0,"-13"-6"0,-4 1 0,4 1 0,4 3 0,6 3 0,5 2 0,6 4 0,4 2 0,2 1 0,1-1 0,0 2 0,1 0 0,0-1 0,-1 1 0,3 0-8191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54.0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266 26 24575,'-24'-7'0,"-12"-3"0,-3 3 0,0 5 0,1 3 0,2 4 0,5 1 0,8-1-8191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55.52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322 90 24575,'-31'-25'0,"17"14"0,0 0 0,-1 1 0,-20-10 0,30 18 0,1 0 0,-1 0 0,1 0 0,-1 1 0,0 0 0,0 0 0,1 0 0,-1 0 0,0 1 0,0 0 0,0 0 0,0 0 0,0 1 0,1 0 0,-1 0 0,-8 2 0,6 0 0,0-2 0,0 1 0,-9 0 0,9-1 0,0 0 0,0 0 0,-8 3 0,11-2 0,1 0 0,0 0 0,0 0 0,0 0 0,0 0 0,0 1 0,1-1 0,-1 1 0,1 0 0,-1 0 0,1 0 0,0 0 0,0 0 0,0 0 0,1 0 0,-1 1 0,1-1 0,0 1 0,0-1 0,0 1 0,0 0 0,0 6 0,1-6 0,-1 0 0,1 0 0,0 0 0,0 0 0,0 0 0,1 0 0,-1 0 0,1 0 0,0 0 0,0 0 0,1 0 0,-1 0 0,1 0 0,0-1 0,0 1 0,0-1 0,0 1 0,0-1 0,1 0 0,4 5 0,11 5 0,0 0 0,37 17 0,-45-25 0,1 0 0,0-1 0,0 0 0,0-1 0,1 0 0,-1-1 0,15 1 0,-24-3 0,1-1 0,-1 1 0,1 0 0,-1-1 0,1 0 0,-1 1 0,1-1 0,-1 0 0,1 0 0,-1 0 0,0-1 0,0 1 0,0-1 0,1 1 0,1-3 0,-1 1 0,0-1 0,0 0 0,0 1 0,0-1 0,0-1 0,-1 1 0,3-7 0,-1 0 0,0 0 0,-1 0 0,0-1 0,-1 1 0,2-22 0,-4 33 0,0-1 0,-1 1 0,1-1 0,0 1 0,0-1 0,1 1 0,-1-1 0,0 1 0,0-1 0,0 1 0,0 0 0,0-1 0,0 1 0,1-1 0,-1 1 0,0-1 0,0 1 0,0 0 0,1-1 0,-1 1 0,0 0 0,1-1 0,-1 1 0,1-1 0,-1 1 0,1 0 0,-1 0 0,1 0 0,-1 0 0,1 0 0,-1 1 0,1-1 0,-1 0 0,0 0 0,1 0 0,-1 1 0,1-1 0,-1 0 0,0 0 0,1 1 0,-1-1 0,1 0 0,-1 1 0,1 0 0,18 24 0,-16-20 0,32 40 0,54 54 0,-80-90-1365,-1-3-5461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56.4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67 24575,'0'-1'0,"0"1"0,0-1 0,0 1 0,1-1 0,-1 1 0,0-1 0,0 1 0,1-1 0,-1 1 0,0 0 0,1-1 0,-1 1 0,1 0 0,-1-1 0,0 1 0,1 0 0,-1 0 0,1-1 0,-1 1 0,1 0 0,-1 0 0,1-1 0,-1 1 0,1 0 0,-1 0 0,1 0 0,0 0 0,0 0 0,0 1 0,-1-1 0,1 0 0,0 1 0,0-1 0,-1 1 0,1-1 0,-1 1 0,1-1 0,0 1 0,-1-1 0,1 1 0,-1-1 0,1 2 0,4 4 0,-1 1 0,-1-1 0,4 8 0,-4-6 0,2 0 0,-1 0 0,1 0 0,1 0 0,-1-1 0,1 0 0,1 0 0,-1 0 0,1-1 0,8 6 0,-14-12 0,-1 1 0,1-1 0,-1 0 0,1 1 0,0-1 0,-1 0 0,1 1 0,0-1 0,-1 0 0,1 0 0,0 0 0,-1 0 0,1 0 0,0 0 0,0 0 0,-1 0 0,1 0 0,0 0 0,-1 0 0,1 0 0,0 0 0,-1-1 0,2 1 0,-1-1 0,0 0 0,0 0 0,0 1 0,0-1 0,0 0 0,0 0 0,0 0 0,0-1 0,0 1 0,-1 0 0,2-2 0,1-4 0,-1-1 0,1 1 0,1-12 0,-3 14 0,1-7 0,0 1 0,-1-14 0,-1 17 0,0-1 0,1 1 0,0-1 0,0 1 0,5-15 0,-5 22 0,-1 0 0,0 0 0,1 1 0,-1-1 0,0 0 0,1 1 0,-1-1 0,1 0 0,-1 1 0,1-1 0,0 1 0,-1-1 0,1 1 0,-1-1 0,1 1 0,0-1 0,-1 1 0,1 0 0,0-1 0,0 1 0,-1 0 0,1 0 0,0-1 0,0 1 0,0 0 0,-1 0 0,1 0 0,0 0 0,0 0 0,0 0 0,-1 0 0,1 0 0,0 0 0,0 1 0,-1-1 0,1 0 0,0 0 0,0 1 0,-1-1 0,1 1 0,0-1 0,-1 0 0,2 2 0,4 1 0,-1 1 0,1 1 0,9 8 0,-13-10 0,24 21 0,-1 1 0,-2 1 0,34 48 0,-49-60-1365,-3-2-5461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57.0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24575,'7'0'0,"5"0"0,-2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57.6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24575,'2'13'0,"2"8"0,10 28 0,-12-41 0,2-1 0,-1 0 0,1 1 0,0-1 0,0-1 0,1 1 0,5 6 0,-1-3 0,1 0 0,0-1 0,0 0 0,22 15 0,-25-20 0,-1-1 0,1 0 0,0 0 0,0 0 0,1-1 0,-1 0 0,1 0 0,-1-1 0,1 0 0,9 0 0,-12-1 0,0 0 0,1 0 0,-1 0 0,0-1 0,1 0 0,-1 0 0,0-1 0,0 1 0,0-1 0,0 0 0,5-3 0,-7 3 0,0 0 0,-1 0 0,1 0 0,-1-1 0,0 1 0,1-1 0,-1 1 0,0-1 0,0 0 0,-1 0 0,1 0 0,0 0 0,-1 0 0,0 0 0,0 0 0,0 0 0,0 0 0,0-7 0,0 1 0,0-1 0,-2 1 0,1-1 0,-1 0 0,0 1 0,-1-1 0,0 1 0,-7-17 0,9 26 0,0 0 0,0 0 0,0-1 0,0 1 0,0 0 0,-1 0 0,1 0 0,0 0 0,0 0 0,0 0 0,0 0 0,0 0 0,0-1 0,0 1 0,0 0 0,0 0 0,0 0 0,0 0 0,0 0 0,0 0 0,0-1 0,0 1 0,0 0 0,0 0 0,0 0 0,0 0 0,0 0 0,0-1 0,0 1 0,0 0 0,0 0 0,0 0 0,0 0 0,0 0 0,0-1 0,0 1 0,0 0 0,0 0 0,0 0 0,0 0 0,0 0 0,0 0 0,1 0 0,-1-1 0,0 1 0,0 0 0,0 0 0,0 0 0,0 0 0,0 0 0,1 0 0,-1 0 0,0 0 0,0 0 0,9 7 0,18 21 0,-19-19 0,32 29-455,2-1 0,46 32 0,-73-59-6371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58.8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150 1 24575,'-12'1'0,"0"0"0,0 1 0,1 1 0,-1 0 0,1 0 0,0 1 0,0 1 0,-13 7 0,22-11 0,-1 1 0,1-1 0,0 1 0,0 0 0,0 0 0,0 0 0,0 0 0,0 0 0,0 0 0,1 1 0,-1-1 0,1 1 0,-1-1 0,1 1 0,0-1 0,0 1 0,0 0 0,1 0 0,-1-1 0,0 1 0,1 0 0,0 0 0,0 4 0,0 8 0,1-1 0,0 1 0,5 19 0,-4-26 0,34 163 0,-26-135 0,1 0 0,28 57 0,-35-83 0,1-1 0,1 0 0,-1 0 0,14 14 0,-16-20 0,0 0 0,0 0 0,0-1 0,0 1 0,0-1 0,1 0 0,-1 0 0,1 0 0,0 0 0,-1-1 0,1 1 0,0-1 0,0 0 0,0 0 0,7 0 0,4-1 0,-1-1 0,1-1 0,0 0 0,0-1 0,14-4 0,12-3 0,1-1-1365,-29 8-5461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59.3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24575,'2'9'0,"1"0"0,1-1 0,-1 0 0,8 13 0,-3-5 0,-6-12 0,5 11 0,1 0 0,1-1 0,14 20 0,-21-31 0,0-1 0,0 1 0,1 0 0,-1-1 0,1 1 0,0-1 0,-1 0 0,1 0 0,0 0 0,0 0 0,1-1 0,-1 1 0,0-1 0,0 0 0,1 0 0,-1 0 0,1 0 0,-1 0 0,1-1 0,-1 0 0,1 0 0,-1 0 0,4 0 0,-5-1 0,0 1 0,0-1 0,0 0 0,0 0 0,0 0 0,0 0 0,0 0 0,-1 0 0,1 0 0,0-1 0,-1 1 0,1-1 0,-1 1 0,0-1 0,1 1 0,-1-1 0,0 0 0,0 0 0,0 0 0,0 0 0,0 1 0,-1-1 0,2-4 0,1-6 0,-1 1 0,0 0 0,0-15 0,0 8 0,-2 17 0,0 0 0,0-1 0,0 1 0,0 0 0,1 0 0,-1 0 0,0 0 0,1 0 0,-1 0 0,0 0 0,1 0 0,-1 0 0,1 0 0,0 0 0,-1 0 0,1 0 0,0 0 0,-1 0 0,1 1 0,0-1 0,0 0 0,0 1 0,1-2 0,-1 2 0,0 0 0,1 0 0,-1-1 0,0 1 0,1 0 0,-1 0 0,0 0 0,0 1 0,1-1 0,-1 0 0,0 0 0,0 1 0,1-1 0,-1 1 0,0-1 0,2 2 0,4 2 0,1 1 0,-1 0 0,-1 0 0,10 10 0,5 12 101,-10-13-1567,-4-5-5360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1:59.8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52 24575,'16'-9'0,"1"1"0,0 0 0,0 1 0,31-7 0,-40 12 0,-1 1 0,1-1 0,0 2 0,-1-1 0,1 1 0,0 1 0,0-1 0,-1 1 0,1 0 0,0 1 0,-1 0 0,0 0 0,14 7 0,-6-2 0,-9-4 0,0-1 0,0 2 0,0-1 0,6 5 0,-11-6 0,1-1 0,0 1 0,-1 0 0,1 0 0,-1-1 0,0 1 0,0 0 0,1 0 0,-1 0 0,0 0 0,-1 1 0,1-1 0,0 0 0,-1 0 0,1 0 0,-1 4 0,3 22 0,-2-11 0,1 1 0,1-1 0,6 24 0,8 6 0,1 0 0,31 55 0,-26-63 0,30 37 0,-26-41 0,25 48 0,-50-80 0,0 0 0,-1 0 0,0-1 0,0 1 0,0 1 0,0-1 0,0 0 0,0 0 0,-1 0 0,0 0 0,1 5 0,-2-6 0,1 0 0,-1 0 0,1 0 0,-1 0 0,0-1 0,1 1 0,-1 0 0,0 0 0,0-1 0,0 1 0,-1-1 0,1 1 0,0-1 0,0 1 0,-1-1 0,1 0 0,-1 1 0,1-1 0,-1 0 0,-2 1 0,-4 3 0,-1-1 0,0 0 0,0-1 0,-1 1-1,1-2 1,-14 3 0,-63 5 44,11-3-1452,58-4-5418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01.3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24575,'7'2'0,"3"4"0,2 0 0,-2 2 0,1 0 0,-2 0 0,-2 2 0,0-1 0,-1 1 0,-2 0 0,1 0 0,0-1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14.7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24575,'27'20'0,"14"8"0,7 3 0,1-2 0,-4-4 0,-4-3 0,-7-3 0,-4-4 0,-5-4 0,-4-2 0,-3-3 0,-2-3 0,-2-2 0,-3-3 0,-5-2 0,-7-2 0,-6-3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15.2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 1 24575,'32'1'0,"-1"1"0,1 2 0,-1 1 0,0 2 0,58 20 0,-49-16 0,-91-12 0,-124-24 0,171 25 0,1 0 0,-1 0 0,0 0 0,0 0 0,1 0 0,-1 1 0,0 0 0,0 0 0,1 0 0,-7 3 0,9-4 0,0 1 0,0-1 0,1 1 0,-1-1 0,0 1 0,0 0 0,0 0 0,0-1 0,1 1 0,-1 0 0,0 0 0,1 0 0,-1 0 0,1 0 0,-1 0 0,1 0 0,-1 0 0,1 0 0,0 0 0,-1 0 0,1 0 0,0 0 0,0 0 0,0 0 0,0 0 0,0 0 0,0 0 0,0 0 0,0 0 0,0 0 0,0 0 0,1 1 0,-1-1 0,0 0 0,1 0 0,-1 0 0,1 0 0,-1-1 0,1 1 0,0 0 0,0 1 0,3 3 0,-1 0 0,1-1 0,0 0 0,0 1 0,0-1 0,1-1 0,5 4 0,38 23 0,-23-16 0,1 6-1365,-16-11-5461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15.8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290 34 24575,'-103'-27'0,"89"24"0,1 1 0,-1 1 0,0 0 0,0 1 0,-21 2 0,32-1 0,-1-1 0,0 1 0,0 0 0,1 0 0,-1 1 0,0-1 0,1 1 0,0-1 0,-1 1 0,1 0 0,0 1 0,0-1 0,0 0 0,0 1 0,0 0 0,-2 3 0,2-2 0,0 0 0,0 1 0,1 0 0,0-1 0,0 1 0,0 0 0,1 0 0,-1 0 0,1 0 0,-1 9 0,2 0 0,0-1 0,0 0 0,1 1 0,1-1 0,0 0 0,1 0 0,0 0 0,8 19 0,4 1 0,1 0 0,2 0 0,24 31 0,75 83 0,-94-121 0,2-1 0,1-1 0,0-1 0,2-2 0,1 0 0,43 22 0,-55-35-1365,-3-3-5461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16.0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106 21 24575,'-29'-7'0,"-10"-1"0,1 2-8191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16.9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250 145 24575,'-28'-7'0,"-57"-15"0,75 21 0,-1-1 0,1 1 0,0 1 0,-1 0 0,1 0 0,-13 3 0,21-3 0,-1 1 0,1-1 0,-1 1 0,1 0 0,-1 0 0,1 0 0,0 0 0,-1 0 0,1 0 0,0 1 0,0-1 0,0 1 0,0 0 0,0-1 0,0 1 0,1 0 0,-1 0 0,0 0 0,1 0 0,0 0 0,-1 1 0,1-1 0,0 0 0,0 1 0,0-1 0,1 1 0,-2 3 0,2-3 0,0 1 0,0-1 0,0 1 0,0-1 0,0 1 0,1-1 0,0 1 0,-1-1 0,1 1 0,1-1 0,-1 1 0,0-1 0,1 0 0,0 0 0,-1 0 0,1 0 0,0 0 0,1 0 0,3 3 0,2 2 0,0-2 0,1 1 0,0-1 0,0 0 0,1-1 0,-1 0 0,1-1 0,0 0 0,18 5 0,-11-5 0,0-1 0,-1 0 0,1-2 0,0 1 0,25-3 0,-39 1 0,1-1 0,-1 1 0,0-1 0,0 0 0,0 0 0,0 0 0,0 0 0,0 0 0,0-1 0,0 1 0,-1-1 0,1 0 0,3-2 0,-5 3 0,0-1 0,0 1 0,0 0 0,0 0 0,0 0 0,0-1 0,-1 1 0,1 0 0,0-1 0,-1 1 0,1 0 0,-1-1 0,0 1 0,1-1 0,-1 1 0,0-1 0,0 1 0,0-1 0,0 1 0,0-1 0,0 1 0,0-1 0,0 1 0,-1-1 0,1 1 0,-1-1 0,1 1 0,-1 0 0,1-1 0,-2-1 0,-5-7 0,0 1 0,0-1 0,-1 1 0,0 1 0,-1 0 0,0 0 0,-19-13 0,-19-3 0,56 26 0,0 0 0,19 2 0,1 0 0,71 12 0,-36-7 0,-1 3 0,102 32 0,-120-27 0,-61-26 0,0 0 0,1 0 0,0-2 0,0 0 0,1 0 0,-18-19 0,30 27 0,0 1 0,0-1 0,0 0 0,0 0 0,1 1 0,-1-1 0,1 0 0,-1-1 0,1 1 0,0 0 0,0 0 0,0 0 0,1-1 0,-1 1 0,1 0 0,0-1 0,0 1 0,0 0 0,0-1 0,1 1 0,-1 0 0,1-1 0,0 1 0,0 0 0,0 0 0,0 0 0,1 0 0,-1 0 0,1 0 0,0 0 0,0 0 0,2-2 0,0 0 0,0 1 0,0 0 0,0 0 0,1 0 0,-1 1 0,1-1 0,0 1 0,0 0 0,0 0 0,1 1 0,-1 0 0,1 0 0,-1 0 0,1 0 0,0 1 0,-1 0 0,12 0 0,-10 1-136,1 1-1,0 0 1,-1 1-1,1 0 1,-1 0-1,1 0 1,-1 1-1,0 0 0,13 8 1,-7-4-6690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17.8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24575,'1'7'0,"0"1"0,1-1 0,0 0 0,0 0 0,0 0 0,1 0 0,5 9 0,3 9 0,-2-4 0,2 0 0,0-1 0,1 0 0,16 19 0,13 22 0,-32-44 0,-4-7 0,-8-21 0,0 3 0,-4-14 0,1 0 0,-3-24 0,8 40 0,0 0 0,1 0 0,-1 1 0,1-1 0,1 0 0,-1 0 0,1 1 0,0-1 0,0 0 0,1 1 0,0-1 0,0 1 0,5-10 0,-6 13 0,1 1 0,0-1 0,-1 0 0,1 1 0,0-1 0,0 1 0,0 0 0,0 0 0,0-1 0,0 1 0,1 1 0,-1-1 0,0 0 0,0 0 0,1 1 0,-1 0 0,1-1 0,-1 1 0,0 0 0,1 0 0,3 0 0,2 1 0,1 0 0,0 0 0,-1 1 0,14 4 0,4 5 0,0 2 0,-1 0 0,0 2 0,43 33 0,-63-44-76,-1-1 1,1 1-1,-1 0 0,0 0 0,0 0 0,0 1 0,-1-1 0,1 1 1,-1 0-1,0 0 0,-1 0 0,1 0 0,-1 1 0,0-1 1,0 1-1,-1-1 0,2 11 0,-2-3-6750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19.5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277 10 24575,'0'0'0,"-1"-1"0,1 1 0,0-1 0,0 1 0,0-1 0,-1 1 0,1-1 0,0 1 0,-1-1 0,1 1 0,0-1 0,-1 1 0,1 0 0,-1-1 0,1 1 0,0-1 0,-1 1 0,1 0 0,-1 0 0,1-1 0,-1 1 0,1 0 0,-1 0 0,1 0 0,-1-1 0,1 1 0,-1 0 0,0 0 0,1 0 0,-1 0 0,1 0 0,-1 0 0,1 0 0,-1 0 0,1 0 0,-1 1 0,0-1 0,1 0 0,-1 0 0,-23 6 0,-10 8 0,-60 35 0,81-42 0,2 0 0,-1 0 0,1 0 0,-13 12 0,21-16 0,0 0 0,0 0 0,0 0 0,0 1 0,1-1 0,-1 1 0,1 0 0,0-1 0,0 1 0,0 0 0,1 1 0,-1-1 0,0 7 0,1-5 0,0 0 0,1 0 0,0 0 0,0 0 0,0 0 0,1 0 0,0 0 0,0 0 0,1 0 0,0-1 0,0 1 0,3 6 0,-1-4 0,1 0 0,0 0 0,0-1 0,1 1 0,0-1 0,0-1 0,9 8 0,10 5 0,0-2 0,1-1 0,47 23 0,-71-38 0,6 3 0,95 44 0,-83-40 0,0-1 0,0-1 0,27 5 0,-21-10 120,-26-1-145,1 0 0,-1 0-1,0 0 1,1 0 0,-1 0 0,1 0 0,-1 0 0,0 0-1,1 0 1,-1 0 0,1 0 0,-1-1 0,0 1 0,1 0-1,-1 0 1,0 0 0,1 0 0,-1-1 0,0 1 0,1 0-1,-1 0 1,0-1 0,1 1 0,-1 0 0,0-1 0,0 1-1,0 0 1,1 0 0,-1-1 0,0 1 0,0-1 0,0 1-1,1 0 1,-1-1 0,0 1 0,0 0 0,0-1 0,0 1-1,0-1 1,0 1 0,0 0 0,0-1 0,0 1 0,0-1-1,0 1 1,0 0 0,0-1 0,-1 1 0,1 0 0,0-1-1,0 1 1,0 0 0,0-1 0,-1 1 0,1 0 0,0-1-1,0 1 1,-1-1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19.8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60 24575,'24'-7'0,"12"-3"0,3-2 0,-2 1 0,-5 3 0,-3 2 0,-3 2 0,-5 3 0,-3 0 0,-2 1 0,-4 1-8191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20.6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318 1 24575,'-34'2'0,"-84"11"0,98-10 0,0 1 0,1 1 0,-35 14 0,51-18 0,-1 1 0,1 0 0,0-1 0,0 1 0,0 0 0,0 0 0,1 1 0,-1-1 0,0 0 0,1 1 0,0 0 0,0-1 0,0 1 0,0 0 0,0 0 0,0 1 0,1-1 0,-1 0 0,1 0 0,0 1 0,0-1 0,0 0 0,1 1 0,-1-1 0,1 5 0,0-1 0,0 0 0,1 0 0,0-1 0,0 1 0,1 0 0,0-1 0,0 1 0,1-1 0,-1 0 0,1 0 0,1 0 0,4 7 0,41 52 0,-34-46 0,0 1 0,-1 0 0,-1 1 0,-1 0 0,15 36 0,-13-12 0,-2 1 0,-1 0 0,-3 0 0,-2 1 0,0 68 0,-6-110 0,0 0 0,0 0 0,1-1 0,0 1 0,0 0 0,0 0 0,0-1 0,1 1 0,-1-1 0,1 1 0,5 6 0,-5-8 0,0 0 0,1-1 0,-1 1 0,1 0 0,0-1 0,0 0 0,0 1 0,0-1 0,0-1 0,1 1 0,-1 0 0,0-1 0,1 1 0,0-1 0,4 1 0,13 1 0,0-1 0,1 0 0,-1-2 0,35-3 0,-47 2-227,1-1-1,-1 1 1,0-2-1,0 1 1,17-8-1,-17 6-6598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21.1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69 55 24575,'14'-9'0,"0"0"0,1 1 0,0 1 0,31-11 0,-42 17 0,0 0 0,0 0 0,0 1 0,0-1 0,0 1 0,0 0 0,0 0 0,0 0 0,0 1 0,0 0 0,0-1 0,0 1 0,0 1 0,0-1 0,0 0 0,0 1 0,-1 0 0,1 0 0,-1 0 0,1 0 0,-1 1 0,0-1 0,0 1 0,0 0 0,5 5 0,1 5 0,-1 0 0,0 0 0,-1 1 0,0 0 0,-1 0 0,-1 0 0,0 1 0,5 24 0,-10-36 0,1-1 0,-1 0 0,0 1 0,1-1 0,-1 0 0,0 1 0,0-1 0,-1 1 0,1-1 0,0 0 0,-1 1 0,0-1 0,1 0 0,-1 0 0,0 1 0,0-1 0,0 0 0,0 0 0,-1 0 0,-1 2 0,1-2 0,0 0 0,-1 0 0,0 0 0,1 0 0,-1 0 0,0-1 0,0 1 0,0-1 0,0 0 0,0 1 0,0-2 0,0 1 0,-1 0 0,-3 0 0,-10 1 0,-1-1 0,1-1 0,-1-1 0,1 0 0,-1-1 0,1-1 0,0 0 0,0-2 0,0 0 0,0 0 0,-21-12 0,34 15 0,-1-1 0,1 1 0,0-1 0,0 0 0,1 0 0,-1-1 0,0 1 0,1-1 0,0 1 0,0-1 0,-3-5 0,5 7 0,0 0 0,0 0 0,0 0 0,1 0 0,-1-1 0,1 1 0,-1 0 0,1 0 0,0 0 0,0 0 0,-1-1 0,2 1 0,-1 0 0,0 0 0,0 0 0,1-1 0,-1 1 0,1 0 0,0 0 0,0 0 0,-1 0 0,1 0 0,1 0 0,-1 0 0,0 0 0,3-3 0,0 1-97,1 0-1,0-1 1,0 2-1,0-1 1,0 0-1,0 1 1,1 0-1,-1 0 1,1 1-1,0-1 1,0 1-1,0 1 0,8-2 1,-1 1-6729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21.9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7 24575,'15'-2'0,"7"-2"0,0 4 0,-4 1-8191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22.2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46 24575,'50'1'0,"-25"1"0,-1-2 0,0-1 0,0 0 0,38-9 0,-37 1 0,-19 7 0,-1 0 0,1 0 0,-1 1 0,1-1 0,8 0 0,45-5 0,15 0 0,-44 6-115,-4 0-197,-1 1-1,0 1 1,37 6-1,-48-4-6513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23.4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722 189 24575,'-11'-18'0,"-1"-1"0,0 1 0,-1 1 0,-1 0 0,-24-22 0,31 32 0,-1 1 0,1 0 0,-2 1 0,1 0 0,-1 0 0,1 0 0,-1 1 0,-1 1 0,1 0 0,0 0 0,-1 0 0,1 1 0,-1 1 0,-15-1 0,21 2 0,-1-1 0,0 1 0,1 1 0,-1-1 0,1 1 0,-1 0 0,0 0 0,1 0 0,0 1 0,-1-1 0,1 1 0,0 0 0,0 1 0,0-1 0,0 1 0,0-1 0,0 1 0,1 0 0,-1 1 0,1-1 0,0 0 0,0 1 0,0 0 0,-4 8 0,0 2 0,0 0 0,1 1 0,1 0 0,-4 18 0,4-16 0,0-1 0,0 0 0,-9 16 0,11-27 0,0 1 0,0-1 0,-1-1 0,0 1 0,0 0 0,0-1 0,0 0 0,-1 0 0,1 0 0,-1 0 0,0-1 0,-9 5 0,8-6 0,0 1 0,0-1 0,0 0 0,0-1 0,-1 0 0,1 0 0,-1 0 0,1-1 0,0 0 0,-1 0 0,1 0 0,-1-1 0,1 0 0,0 0 0,-1-1 0,1 0 0,0 0 0,-9-4 0,5 1 0,1-1 0,-1 1 0,1-1 0,0-1 0,0 0 0,1 0 0,-1-1 0,2 0 0,-14-17 0,18 21 0,1 1 0,1 0 0,-1-1 0,0 0 0,1 1 0,-1-1 0,1 0 0,0 1 0,1-1 0,-1 0 0,1 0 0,-1 0 0,1 0 0,1-6 0,-1 8 0,0 0 0,1 0 0,-1 0 0,1 0 0,0 0 0,-1 0 0,1 1 0,0-1 0,0 0 0,0 0 0,0 1 0,1-1 0,-1 1 0,0-1 0,1 1 0,-1-1 0,1 1 0,-1 0 0,1-1 0,0 1 0,-1 0 0,1 0 0,0 1 0,0-1 0,0 0 0,0 0 0,0 1 0,0-1 0,2 1 0,4-1 0,0 0 0,1 1 0,-1 0 0,0 1 0,0 0 0,0 0 0,0 1 0,15 5 0,5 3 0,29 16 0,-26-11 0,116 45 0,-116-50 0,1-1 0,60 9 0,-90-17 0,8 0 0,-1 0 0,1-1 0,-1 0 0,17-1 0,-25 1 0,1-1 0,-1 1 0,1 0 0,-1 0 0,1-1 0,-1 1 0,1-1 0,-1 0 0,1 1 0,-1-1 0,0 0 0,0 0 0,1 1 0,-1-1 0,0 0 0,0 0 0,0-1 0,0 1 0,0 0 0,0 0 0,0 0 0,0-1 0,0 1 0,-1 0 0,1-1 0,-1 1 0,1-1 0,-1 1 0,1-1 0,-1 1 0,0-1 0,1 1 0,-1-1 0,0 1 0,0-1 0,0 1 0,-1-3 0,-1-3-124,1 1 0,-1 0 0,-1 0 0,1 0 0,-1 0 0,-1 1-1,1-1 1,-1 1 0,1-1 0,-7-5 0,-3-4-6702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24.2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54 24575,'6'-2'0,"33"-13"0,2 2 0,44-9 0,-82 22 0,0-1 0,0 1 0,-1-1 0,1 1 0,0 0 0,0 0 0,0 1 0,0-1 0,0 1 0,0-1 0,0 1 0,4 2 0,-6-2 0,1 0 0,-1 0 0,1 0 0,-1 0 0,1 0 0,-1 1 0,0-1 0,0 1 0,0-1 0,0 1 0,0-1 0,0 1 0,0-1 0,0 1 0,-1 0 0,1 0 0,0-1 0,-1 1 0,0 0 0,1 2 0,23 120 0,40 123 0,-50-200 0,58 190 0,-71-232 0,2 4 0,-1 0 0,0 1 0,1 15 0,-3-23 0,1 0 0,-1 0 0,-1 0 0,1 0 0,0 0 0,0 0 0,-1 0 0,1 0 0,-1-1 0,0 1 0,1 0 0,-1 0 0,0 0 0,0 0 0,0-1 0,0 1 0,-1 0 0,1-1 0,0 1 0,-1-1 0,1 0 0,-4 3 0,-2 0 0,0-1 0,0 0 0,0 0 0,-1 0 0,1-1 0,-1 0 0,1-1 0,-11 1 0,-65 1 0,57-4 0,-78 0-1365,78 1-5461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28.8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52 24575,'6'-19'0,"-2"16"0,-1 12 0,0 19 0,-1 0 0,-4 38 0,1-14 0,11 156 0,-9-200 0,3 146 0,8-251 0,-18-103 0,-1 54 0,7 12 0,0 134 0,0 0 0,0 0 0,0 0 0,0-1 0,0 1 0,0 0 0,0 0 0,0 0 0,0-1 0,0 1 0,0 0 0,0 0 0,0 0 0,0-1 0,0 1 0,0 0 0,0 0 0,0 0 0,0 0 0,0-1 0,0 1 0,0 0 0,0 0 0,1 0 0,-1 0 0,0 0 0,0-1 0,0 1 0,0 0 0,0 0 0,1 0 0,-1 0 0,0 0 0,0 0 0,0 0 0,1-1 0,5 7 0,10 21 0,-9-14 0,19 25 0,1-1 0,2-1 0,2-2 0,69 60 0,-38-45 0,2-3 0,73 40 0,-135-85 0,2 1 0,0 0 0,0 0 0,-1 1 0,1-1 0,-1 1 0,4 4 0,-7-7 0,0 0 0,0 0 0,0 0 0,0 0 0,-1 0 0,1 0 0,0 0 0,0 0 0,0 0 0,-1 0 0,1 0 0,0 0 0,0 0 0,0 0 0,0 0 0,-1 0 0,1 0 0,0 0 0,0 0 0,0 0 0,-1 0 0,1 0 0,0 0 0,0 1 0,0-1 0,0 0 0,0 0 0,-1 0 0,1 0 0,0 0 0,0 0 0,0 1 0,0-1 0,0 0 0,0 0 0,-1 0 0,1 0 0,0 1 0,0-1 0,0 0 0,0 0 0,0 0 0,0 0 0,0 1 0,0-1 0,0 0 0,0 0 0,0 0 0,0 1 0,0-1 0,0 0 0,0 0 0,0 0 0,0 1 0,0-1 0,0 0 0,0 0 0,1 0 0,-1 0 0,0 1 0,0-1 0,0 0 0,0 0 0,0 0 0,0 0 0,1 0 0,-1 1 0,0-1 0,-17-3 0,16 3 0,-305-77 0,269 68-98,-1 0-536,-55-6 1,78 14-6193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29.41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 24575,'1'4'0,"-1"0"0,1 1 0,0-1 0,0 0 0,1 0 0,-1 0 0,1 0 0,0 0 0,0 0 0,1 0 0,-1-1 0,1 1 0,-1-1 0,1 1 0,4 2 0,-4-3 0,0 0 0,0 0 0,0 0 0,1-1 0,-1 1 0,1-1 0,0 0 0,0 0 0,0 0 0,0-1 0,0 1 0,0-1 0,0 0 0,0 0 0,6 0 0,-8-1 0,0 0 0,1-1 0,-1 1 0,0 0 0,0-1 0,0 0 0,0 1 0,0-1 0,0 0 0,0 0 0,0 0 0,0-1 0,-1 1 0,1 0 0,0-1 0,-1 1 0,1-1 0,-1 1 0,1-1 0,0-2 0,3-3 0,0-1 0,-1 0 0,5-14 0,-1 3 0,-7 18 0,-1 0 0,0 1 0,1-1 0,-1 0 0,1 1 0,-1-1 0,1 0 0,-1 1 0,1-1 0,-1 1 0,1-1 0,0 1 0,-1-1 0,1 1 0,0-1 0,-1 1 0,1 0 0,0-1 0,0 1 0,-1 0 0,1 0 0,0-1 0,0 1 0,0 0 0,-1 0 0,1 0 0,0 0 0,0 0 0,0 0 0,0 0 0,-1 1 0,1-1 0,0 0 0,0 0 0,-1 0 0,1 1 0,1 0 0,3 2 0,0-1 0,0 1 0,0 1 0,6 4 0,-5-3 0,10 8 0,0-2 0,1 1 0,1-2 0,0 0 0,0-1 0,38 12 0,-55-21 6,1 1-1,-1-1 1,1 0-1,-1 0 0,1 1 1,-1-1-1,1 0 1,-1 0-1,0 0 1,1-1-1,-1 1 1,1 0-1,-1 0 0,1-1 1,-1 1-1,1-1 1,-1 1-1,0-1 1,1 0-1,-1 0 1,2-1-1,-1 0-140,0 0 0,0-1 0,-1 1 0,1-1 0,-1 1 0,1-1 0,-1 0 0,0 1 0,0-1 0,0-3 0,3-6-6691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29.7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74 24575,'11'2'0,"-6"-2"0,0 1 0,-1 0 0,1 0 0,7 3 0,-11-4 0,0 1 0,1 0 0,-1-1 0,0 1 0,0 0 0,0 0 0,0 0 0,0 0 0,0 0 0,0 0 0,0 0 0,0 0 0,0 0 0,-1 1 0,1-1 0,0 0 0,-1 0 0,1 1 0,0 2 0,2 4 0,-1-1 0,2 1 0,-1-1 0,1 1 0,0-1 0,0 0 0,1 0 0,8 8 0,-4-5 0,1 0 0,0-1 0,0 0 0,15 10 0,-20-17 0,-1 1 0,1 0 0,-1-1 0,1 0 0,0 0 0,0 0 0,0-1 0,9 2 0,-12-3 0,1 0 0,-1 0 0,0 0 0,0 0 0,0 0 0,0 0 0,0-1 0,0 1 0,0-1 0,0 0 0,0 0 0,0 0 0,0 0 0,0 0 0,0 0 0,0 0 0,-1 0 0,1-1 0,0 1 0,-1-1 0,0 1 0,1-1 0,1-3 0,1-1 0,0-1 0,-1 0 0,0 0 0,0 0 0,-1-1 0,0 1 0,0-1 0,-1 1 0,0-1 0,0 0 0,-1 1 0,0-1 0,-1-11 0,1 12 0,-1 1 0,0-1 0,-1 1 0,1-1 0,-1 1 0,0 0 0,-1 0 0,0 0 0,0 0 0,0 0 0,0 0 0,-1 1 0,0 0 0,0 0 0,0 0 0,-6-5 0,7 8 7,1 0 0,-1 1 0,0-1 0,0 1 0,0 0-1,0-1 1,0 1 0,0 1 0,0-1 0,0 0 0,0 1 0,-1-1 0,-4 1-1,-3 1-298,1 0 0,-19 4 0,21-3-293,-8 1-6241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30.1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24575,'10'30'0,"8"16"0,4 6 0,0 1 0,-1-3 0,-2-5 0,1-6 0,0-4 0,-4-4 0,-2-4 0,-1-2 0,-3-2 0,-1-4 0,-1-1 0,0-3 0,-1-2-8191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30.2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275 66 24575,'-22'-12'0,"-10"-5"0,-2 2 0,3 2 0,3 7 0,5 3 0,4 6 0,2 2 0,2 2 0,0 0 0,2 2 0,-1-1 0,3-2-8191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30.7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24575,'80'129'0,"17"23"0,-25-61 0,-71-90 0,0 0 0,0 0 0,0 0 0,0 0 0,0 0 0,1 0 0,-1-1 0,0 1 0,0 0 0,1 0 0,-1-1 0,0 1 0,1-1 0,-1 1 0,0-1 0,1 0 0,-1 1 0,1-1 0,-1 0 0,1 0 0,1 0 0,-1-1 0,-1 1 0,0 0 0,0-1 0,0 1 0,0-1 0,0 0 0,1 1 0,-1-1 0,0 0 0,-1 0 0,1 0 0,0 0 0,0 0 0,0 0 0,0 0 0,-1 0 0,1 0 0,0 0 0,-1 0 0,1 0 0,-1 0 0,1 0 0,-1-1 0,0 1 0,1-2 0,0-5 0,0-1 0,0 0 0,-1 0 0,0-10 0,0-12 0,0 30 0,0 0 0,0 1 0,0-1 0,0 0 0,0 1 0,0-1 0,0 0 0,0 1 0,1-1 0,-1 0 0,0 1 0,0-1 0,1 1 0,-1-1 0,0 0 0,1 1 0,-1-1 0,1 1 0,-1-1 0,1 1 0,-1 0 0,1-1 0,-1 1 0,1-1 0,-1 1 0,2-1 0,-1 1 0,0 0 0,0 0 0,0 0 0,0 0 0,1 0 0,-1 0 0,0 0 0,0 0 0,0 0 0,0 1 0,0-1 0,1 0 0,0 2 0,5 1 0,0 1 0,0 0 0,8 7 0,-14-10 0,114 76 0,-99-67 0,-14-8-170,0-1-1,0 0 0,0 1 1,1-1-1,-1 0 0,0-1 1,4 2-1,2-2-6655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31.3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1 154 24575,'9'-1'0,"88"-11"0,-86 10 0,0 0 0,0-1 0,0-1 0,-1 0 0,1 0 0,14-9 0,-22 11 0,0 0 0,-1 0 0,1 0 0,0 0 0,-1-1 0,1 1 0,-1-1 0,0 0 0,0 0 0,0 0 0,0 0 0,2-4 0,-4 5 0,1 0 0,-1 1 0,1-1 0,-1 0 0,0 1 0,0-1 0,0 0 0,0 0 0,0 1 0,0-1 0,0 0 0,0 0 0,-1 1 0,1-1 0,-1 0 0,1 1 0,-1-1 0,0 0 0,1 1 0,-1-1 0,0 1 0,0-1 0,0 1 0,0 0 0,0-1 0,-2 0 0,0-1 0,1 1 0,-1-1 0,0 1 0,1 0 0,-1 0 0,0 0 0,0 1 0,-1-1 0,1 1 0,0-1 0,0 1 0,-1 0 0,1 0 0,-1 1 0,1-1 0,-1 1 0,1-1 0,-1 1 0,1 0 0,-8 2 0,8-1 0,-1 0 0,0 0 0,0 1 0,1-1 0,-1 1 0,1 0 0,-1 0 0,1 0 0,0 1 0,0-1 0,0 1 0,0 0 0,0 0 0,1 0 0,-1 0 0,1 0 0,0 0 0,-3 6 0,2-3 0,1 0 0,-1 1 0,1 0 0,0-1 0,1 1 0,0 0 0,0 0 0,0 0 0,1 0 0,0 0 0,0-1 0,3 12 0,-2-11 0,0-1 0,0 0 0,1 0 0,0 0 0,0 0 0,1 0 0,0-1 0,0 1 0,0-1 0,1 0 0,0 0 0,0 0 0,8 8 0,-4-7 0,1 0 0,-1-1 0,1 0 0,0 0 0,1-1 0,-1 0 0,1-1 0,-1 0 0,1-1 0,0 0 0,0 0 0,19 0 0,-14-2 0,0 0 0,0-1 0,1 0 0,-1-2 0,-1 1 0,1-2 0,28-10 0,-17 2 0,-1-1 0,27-19 0,-49 30 0,0 0 0,0 0 0,0 0 0,0-1 0,-1 1 0,1-1 0,-1 0 0,1 0 0,-1 0 0,0 0 0,-1 0 0,3-4 0,-3 5 0,-1 0 0,1-1 0,-1 1 0,1 0 0,-1-1 0,0 1 0,0-1 0,0 1 0,0 0 0,-1-1 0,1 1 0,0-1 0,-1 1 0,0 0 0,0-1 0,1 1 0,-1 0 0,-1 0 0,0-3 0,0 2-57,-4-6 103,2 0 0,-1 0 0,-5-17 0,9 24-117,1-1 0,-1 1 0,1-1 0,-1 1 0,1-1 0,0 1 0,0-1 0,0 1 0,0-1 0,0 1 0,1-1 0,-1 1-1,1-1 1,0 1 0,-1-1 0,1 1 0,0 0 0,1-1 0,-1 1 0,2-3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32.2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74 178 24575,'5'11'0,"74"166"0,-61-143 0,1 0 0,1-2 0,26 31 0,-33-49 0,-9-11 0,-8-10 0,-16-21 0,-38-49 0,-73-133 0,124 196 0,-31-65 0,34 69 0,0 0 0,1-1 0,0 1 0,1-1 0,-2-20 0,4 29 0,0 0 0,0 0 0,0 1 0,0-1 0,1 0 0,-1 0 0,0 1 0,1-1 0,-1 0 0,1 0 0,-1 1 0,1-1 0,0 1 0,0-1 0,0 1 0,0-1 0,0 1 0,0-1 0,0 1 0,3-3 0,-2 3 0,1 0 0,-1-1 0,1 1 0,-1 0 0,1 0 0,0 0 0,-1 1 0,1-1 0,0 1 0,0-1 0,-1 1 0,4 0 0,6 0 0,0 1 0,-1 1 0,1 0 0,-1 1 0,14 4 0,-3 1 0,-1 0 0,0 1 0,-1 1 0,0 1 0,0 1 0,-1 1 0,-1 0 0,19 19 0,-33-29 0,-1 1 0,1 0 0,-1 0 0,0 0 0,0 0 0,-1 1 0,5 8 0,-7-12 0,1 0 0,-1 1 0,1-1 0,-1 0 0,0 1 0,1-1 0,-1 0 0,0 1 0,0-1 0,0 0 0,0 1 0,0-1 0,-1 0 0,1 1 0,0-1 0,-1 0 0,1 1 0,0-1 0,-1 0 0,0 0 0,1 1 0,-1-1 0,0 0 0,1 0 0,-1 0 0,0 0 0,0 0 0,0 0 0,0 0 0,0 0 0,0-1 0,0 1 0,-1 0 0,0 0 0,-6 3 13,0-1-1,-1 1 1,1-2-1,0 1 1,-1-2-1,0 1 1,1-1-1,-18 0 1,-5-1-642,-35-6 0,61 5 409,-19-2-6606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32.64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165 130 24575,'-14'-16'0,"0"0"0,-2 2 0,0-1 0,0 2 0,-29-19 0,44 31 0,-1 0 0,1 1 0,-1-1 0,0 0 0,1 0 0,-1 1 0,0-1 0,1 1 0,-1-1 0,0 1 0,0 0 0,1 0 0,-1 0 0,0 0 0,-3 0 0,4 1 0,0-1 0,0 1 0,0-1 0,0 1 0,0 0 0,1 0 0,-1-1 0,0 1 0,0 0 0,1 0 0,-1 0 0,1 0 0,-1 0 0,1 0 0,-1 0 0,1-1 0,-1 2 0,1-1 0,0 0 0,0 0 0,-1 0 0,1 0 0,0 0 0,0 0 0,0 2 0,0 5 0,0 0 0,1 0 0,0 1 0,1-1 0,-1 0 0,1 0 0,1-1 0,0 1 0,0 0 0,0-1 0,1 0 0,0 1 0,0-2 0,1 1 0,0 0 0,7 7 0,-2-4 0,0 0 0,0 0 0,1-1 0,0 0 0,0-1 0,1-1 0,1 0 0,21 10 0,-30-15 0,0-1 0,0 0 0,1 0 0,-1 0 0,0 0 0,0-1 0,1 1 0,-1-1 0,0 0 0,1-1 0,-1 1 0,0-1 0,0 0 0,7-2 0,-8 2 0,0 0 0,0-1 0,0 1 0,-1-1 0,1 0 0,0 0 0,-1 0 0,1 0 0,-1 0 0,0-1 0,0 1 0,0-1 0,0 1 0,0-1 0,-1 0 0,1 1 0,-1-1 0,0 0 0,1 0 0,0-4 0,-1 1 6,0 0 0,0-1-1,-1 1 1,0 0 0,0 0-1,0-1 1,-1 1 0,1 0 0,-2 0-1,1 0 1,-1-1 0,0 2-1,0-1 1,0 0 0,-1 0-1,0 1 1,0-1 0,-1 1 0,1 0-1,-8-8 1,3 4-141,0 1 0,0 0 0,-1 1 0,0-1 0,0 2 0,-1-1 0,0 1 0,0 1 0,0 0 0,-17-6 0,13 7-6691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32.9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191 274 24575,'-7'-5'0,"0"-1"0,0 1 0,0 1 0,-1-1 0,-9-3 0,-10-6 0,9 3 0,6 5 0,0-1 0,-21-17 0,30 21 0,0 0 0,0 0 0,1 0 0,-1 0 0,1-1 0,-1 1 0,1 0 0,0-1 0,0 0 0,0 0 0,1 1 0,0-1 0,-1 0 0,0-6 0,1 2 0,0 0 0,1 0 0,0 0 0,0-1 0,1 1 0,0 0 0,0 0 0,4-12 0,-4 19 0,-1-1 0,1 0 0,0 0 0,0 0 0,0 0 0,0 0 0,0 1 0,0-1 0,0 0 0,1 1 0,-1-1 0,0 1 0,1-1 0,-1 1 0,1 0 0,0-1 0,-1 1 0,1 0 0,0 0 0,0 1 0,0-1 0,0 0 0,0 0 0,0 1 0,0-1 0,0 1 0,0 0 0,0 0 0,0 0 0,0 0 0,0 0 0,0 0 0,0 0 0,0 0 0,0 1 0,0-1 0,0 1 0,2 1 0,0-1-151,0 1-1,-1 0 0,1 0 0,-1 0 1,0 0-1,0 1 0,0-1 1,5 6-1,2 3-6674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33.6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24575,'48'102'0,"20"36"0,1-12 0,66 130 0,-133-252 0,0 0 0,-1 0 0,0 0 0,1 0 0,-1 0 0,-1 1 0,1 4 0,-1-9 0,0 1 0,0 0 0,0 0 0,0 0 0,0 0 0,0-1 0,0 1 0,-1 0 0,1 0 0,0-1 0,0 1 0,-1 0 0,1 0 0,-1-1 0,1 1 0,-1 0 0,0 0 0,0 0 0,0-1 0,0 1 0,0-1 0,0 1 0,0-1 0,0 0 0,0 1 0,0-1 0,0 0 0,0 0 0,0 0 0,0 0 0,0 0 0,0 0 0,0 0 0,0 0 0,0 0 0,-1-1 0,-10-2 0,-1 0 0,1-1 0,1-1 0,-1 0 0,-14-9 0,-52-37 0,74 49 0,-1-2 0,-1 1 0,1-1 0,0 0 0,0-1 0,0 1 0,0-1 0,1 0 0,0 0 0,-4-7 0,7 12 0,1-1 0,0 1 0,0-1 0,0 1 0,0-1 0,0 1 0,-1-1 0,1 1 0,0-1 0,0 1 0,0-1 0,0 1 0,0-1 0,0 1 0,1-1 0,-1 1 0,0-1 0,0 1 0,0-1 0,0 1 0,1-1 0,-1 1 0,0-1 0,0 1 0,1-1 0,-1 1 0,1-1 0,0 0 0,0 1 0,0-1 0,0 0 0,0 1 0,0-1 0,1 1 0,-1-1 0,0 1 0,0-1 0,3 1 0,3-1 0,1 0 0,14 1 0,-18 0 0,51 0 0,62-7 0,42-10 0,-155 16 0,1 1 0,-1 0 0,0 0 0,0 0 0,1 0 0,-1 1 0,0 0 0,0 0 0,1 0 0,-1 0 0,0 1 0,0-1 0,0 1 0,7 5 0,-10-6 0,1 1 0,0 0 0,0-1 0,-1 1 0,1 0 0,-1 0 0,1 0 0,-1 1 0,0-1 0,0 0 0,0 0 0,0 1 0,0-1 0,0 0 0,-1 1 0,1-1 0,-1 1 0,0-1 0,1 1 0,-1-1 0,0 1 0,-1-1 0,1 1 0,0-1 0,-1 1 0,-1 3 0,2-4-45,0-1-1,0 0 1,0 0-1,-1 0 1,1 0-1,-1 1 1,1-1-1,0 0 1,-1 0-1,0 0 1,1 0-1,-1 0 1,0 0-1,1 0 1,-1 0-1,0-1 1,0 1-1,0 0 1,0 0-1,0-1 1,0 1-1,0 0 1,0-1-1,0 1 0,0-1 1,0 1-1,0-1 1,-1 0-1,0 1 1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33.7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 52 24575,'-2'-15'0,"-2"-2"0,1 4 0,1 7 0,0 6 0,1 7 0,0 3 0,1 4 0,0 1 0,0-2-8191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34.0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244 12 24575,'-1'5'0,"0"-1"0,0 1 0,-1-1 0,0 0 0,0 1 0,0-1 0,0 0 0,0-1 0,-6 7 0,3-2 0,1-2 0,0 0 0,0 0 0,-1 0 0,0 0 0,0-1 0,-9 8 0,11-12 0,0 1 0,1 0 0,-1-1 0,0 0 0,0 1 0,0-1 0,0 0 0,0-1 0,0 1 0,-1 0 0,1-1 0,0 0 0,0 0 0,0 0 0,0 0 0,-1 0 0,-4-2 0,2 1 9,0-1 1,1 0-1,0 0 0,-1-1 0,1 1 1,0-1-1,0 0 0,0 0 0,1-1 0,-1 0 1,1 1-1,-5-7 0,3 3-195,1 1 1,0-1-1,0 0 0,1-1 1,0 1-1,0-1 1,-4-14-1,4 9-6640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34.7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44 24575,'2'-9'0,"4"-4"0,3 0 0,2 6 0,2 5 0,1 7 0,-1 1-8191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35.3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11 24575,'28'13'0,"-1"1"0,0 1 0,-1 2 0,42 34 0,-62-46 0,-3-2 0,0-1 0,0 1 0,1-1 0,-1 0 0,1 0 0,5 2 0,-9-3 0,1-1 0,0 0 0,0 0 0,0 0 0,0 0 0,-1 0 0,1 0 0,0 0 0,0 0 0,0 0 0,0 0 0,0-1 0,-1 1 0,1 0 0,0 0 0,0-1 0,-1 1 0,1-1 0,0 1 0,0-1 0,-1 1 0,1-1 0,0 1 0,-1-1 0,1 1 0,-1-1 0,1 0 0,-1 1 0,1-1 0,-1 0 0,1 0 0,-1 1 0,0-1 0,0 0 0,1 0 0,-1-1 0,3-6 0,-1 0 0,0-1 0,0 0 0,-1 1 0,0-1 0,-1-14 0,1-6 0,-1 28 0,0 0 0,0 0 0,0 0 0,0 0 0,0 0 0,1 0 0,-1 0 0,0 0 0,0 0 0,1 0 0,-1 0 0,1 0 0,-1 0 0,1 0 0,-1 1 0,1-1 0,-1 0 0,1 0 0,0 1 0,-1-1 0,1 0 0,0 1 0,0-1 0,0 0 0,-1 1 0,1-1 0,0 1 0,0-1 0,0 1 0,0 0 0,0 0 0,0-1 0,0 1 0,0 0 0,0 0 0,0 0 0,0 0 0,0 0 0,0 0 0,0 0 0,0 0 0,0 0 0,0 0 0,0 1 0,2 0 0,4 1 0,1 1 0,-1 0 0,0 0 0,10 7 0,-15-9 0,-2-1 0,29 17 0,0 0 0,-1 2 0,-1 1 0,25 24 0,-49-40-273,1 0 0,-1 1 0,1-1 0,3 8 0,-1 0-6553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36.1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278 76 24575,'4'7'0,"4"4"0,-1 1 0,11 23 0,-17-33 0,1 1 0,-1-1 0,-1 1 0,1 0 0,0-1 0,-1 1 0,1 0 0,-1-1 0,0 1 0,0 0 0,0 0 0,0-1 0,0 1 0,-1 0 0,1-1 0,-1 1 0,1 0 0,-1-1 0,0 1 0,-3 4 0,2-5 0,0 0 0,0 0 0,0 0 0,0 0 0,0-1 0,-1 1 0,1-1 0,0 1 0,-1-1 0,0 0 0,1 0 0,-1 0 0,0 0 0,1-1 0,-1 1 0,0-1 0,0 0 0,1 1 0,-1-1 0,-5-1 0,-3 0 0,0 0 0,1-1 0,-1 0 0,-10-4 0,0 0 0,1-2 0,1 0 0,0-1 0,0-1 0,0-1 0,-30-23 0,47 32 0,0 1 0,0-1 0,0 0 0,0-1 0,0 1 0,0 0 0,1 0 0,-1-1 0,1 1 0,0-1 0,-1 1 0,1-1 0,0 0 0,0 1 0,1-1 0,-1 0 0,1 0 0,-1 0 0,1 1 0,0-1 0,0 0 0,0 0 0,0 0 0,1 0 0,-1 1 0,1-1 0,0 0 0,-1 0 0,1 1 0,1-1 0,-1 0 0,0 1 0,1 0 0,-1-1 0,1 1 0,-1 0 0,1-1 0,0 1 0,0 0 0,0 0 0,1 1 0,-1-1 0,0 0 0,1 1 0,-1-1 0,1 1 0,-1 0 0,1 0 0,5-2 0,8 0-39,0 1-1,0 0 0,0 1 1,1 1-1,16 2 0,-5-1-1087,-16-1-5699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36.6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266 102 24575,'-16'-12'0,"-5"-4"0,0 0 0,-1 2 0,-44-22 0,63 34 0,1 1 0,-1 0 0,0 0 0,0 0 0,0 1 0,0-1 0,0 1 0,0-1 0,0 1 0,0 0 0,0 0 0,0 1 0,0-1 0,-5 1 0,6 0 0,1 0 0,-1 0 0,0 0 0,0 0 0,0 1 0,1-1 0,-1 0 0,0 1 0,1-1 0,0 1 0,-1 0 0,1-1 0,0 1 0,0 0 0,-1 0 0,2 0 0,-1 0 0,0 0 0,0 0 0,1 0 0,-1 2 0,-3 12 3,1 1 0,0 0-1,2 0 1,0 0 0,1 0-1,2 17 1,18 102-234,-2-56 12,4-1 1,2-1-1,5-1 1,2-1-1,78 134 0,-107-206 268,38 56-197,-36-54 323,1-1 0,0 0 0,0 0 0,0 0 0,0 0 0,1-1 0,11 7 0,-17-11-168,0 1-1,1-1 1,-1 0-1,1 0 1,-1 0-1,0 1 0,1-1 1,-1 0-1,1 0 1,-1 0-1,1 0 1,-1 0-1,0 0 1,1 0-1,-1 0 0,1 0 1,-1 0-1,1 0 1,-1 0-1,0 0 1,1 0-1,-1-1 1,1 1-1,-1 0 0,0 0 1,1 0-1,-1-1 1,1 1-1,-1 0 1,0 0-1,1-1 1,0 0-4,0-1 0,-1 1 1,1 0-1,0-1 0,-1 1 1,1 0-1,-1-1 1,0 1-1,1 0 0,-1-3 1,0-33-33,0 35 37,-2-15-8,-1-1 0,0 0 0,-11-28 0,-23-49 0,28 74 0,-2 0 0,0 0 0,0 1 0,-23-28 0,31 45 0,0 0 0,-1 0 0,1 1 0,-1-1 0,1 1 0,-1 0 0,0-1 0,0 2 0,1-1 0,-2 0 0,1 1 0,0 0 0,0 0 0,0 0 0,-5 0 0,-8-1 0,0 2 0,-26 1 0,30 0 0,-73 8-1365,64-6-5461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37.56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60 24575,'1'2'0,"0"1"0,-1-1 0,1 0 0,0 1 0,0-1 0,1 0 0,0 3 0,3 4 0,1 3 0,-1 0 0,2 0 0,-1-1 0,2 0 0,-1 0 0,2-1 0,-1 0 0,1 0 0,1-1 0,0 0 0,18 12 0,-17-13 0,-6-4 0,0 0 0,0 0 0,0-1 0,1 0 0,-1 0 0,1 0 0,0-1 0,0 0 0,8 2 0,-14-4 0,1 0 0,0 0 0,-1 0 0,1 0 0,0 0 0,-1 0 0,1 0 0,-1 0 0,1-1 0,0 1 0,-1 0 0,1 0 0,-1-1 0,1 1 0,0 0 0,-1-1 0,1 1 0,-1 0 0,1-1 0,-1 1 0,0-1 0,1 1 0,0-2 0,-1 1 0,1-1 0,0 1 0,0-1 0,-1 1 0,1-1 0,-1 0 0,0 1 0,1-4 0,-1-2 0,0 1 0,-1 0 0,-1-13 0,-5-5 0,-14-39 0,-4-13 0,24 75 0,1-1 0,0 0 0,-1 1 0,1-1 0,0 0 0,0 1 0,0-1 0,0 0 0,0 0 0,0 1 0,1-1 0,-1 0 0,1 1 0,-1-1 0,1 0 0,-1 1 0,1-1 0,1-1 0,-1 2 0,0 0 0,0 0 0,0 1 0,0-1 0,0 0 0,0 0 0,0 1 0,0-1 0,0 1 0,1-1 0,-1 1 0,0-1 0,0 1 0,1 0 0,-1 0 0,0 0 0,0-1 0,1 1 0,-1 0 0,0 1 0,1-1 0,-1 0 0,0 0 0,0 0 0,2 1 0,12 4 0,0 1 0,-1 0 0,0 1 0,0 1 0,22 15 0,-12-8 0,25 16 0,72 60 0,-120-91-41,0 1 0,0 0-1,0 0 1,0 0-1,0-1 1,0 1 0,0 0-1,0 0 1,-1 0 0,1 0-1,0 1 1,-1-1-1,1 0 1,-1 0 0,1 0-1,-1 0 1,1 1 0,-1-1-1,0 0 1,0 0-1,0 1 1,0-1 0,0 0-1,0 1 1,0-1 0,0 0-1,0 0 1,0 1-1,-1-1 1,1 0 0,0 0-1,-1 2 1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38.3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 1 24575,'-2'7'0,"-1"5"0,-1 4 0,2 0 0,0 1 0,4-1 0,0 0 0,4-3 0,-1-1 0,3-3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38.5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10 24575,'3'-5'0,"0"1"0,2 4 0,1 4 0,2 3 0,-2 4 0,0 2 0,-2 2 0,-2-3-8191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38.87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237 4 24575,'-4'0'0,"-18"-2"0,0 1 0,-28 2 0,45-1 0,0 0 0,0 1 0,0 0 0,0 0 0,0 0 0,0 1 0,0-1 0,1 1 0,-1 1 0,1-1 0,-1 0 0,1 1 0,0 0 0,0 0 0,0 0 0,-4 5 0,7-6 0,-1 0 0,0 0 0,1 1 0,0-1 0,-1 1 0,1-1 0,0 1 0,0 0 0,0-1 0,1 1 0,-1 0 0,1 0 0,0-1 0,-1 7 0,2-5 0,-1 1 0,1 0 0,0-1 0,0 1 0,1-1 0,-1 1 0,1-1 0,3 5 0,3 4 0,1 0 0,0 0 0,1-1 0,14 14 0,1-2 0,2-1 0,30 21 0,-49-38 0,14 12 0,-22-18 0,0 0 0,1 1 0,-1-1 0,0 0 0,0 1 0,1-1 0,-1 0 0,0 1 0,0-1 0,0 0 0,1 1 0,-1-1 0,0 0 0,0 1 0,0-1 0,0 1 0,0-1 0,0 0 0,0 1 0,0-1 0,0 1 0,0 0 0,0-1 0,-1 0 0,1 1 0,-1-1 0,1 0 0,-1 0 0,0 0 0,1 1 0,-1-1 0,1 0 0,-1 0 0,0 0 0,1 0 0,-1 0 0,1 0 0,-1 0 0,0 0 0,1 0 0,-1 0 0,1 0 0,-2-1 0,-82-16 0,5 1 0,21 7-1365,35 5-5461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39.9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88 24575,'-3'-5'0,"2"6"0,4 11 0,8 21 0,9 17 0,13 27 0,-33-77 0,0 0 0,0 0 0,0 1 0,0-1 0,0 0 0,0 0 0,0 0 0,0 0 0,0 0 0,0 1 0,0-1 0,0 0 0,0 0 0,0 0 0,1 0 0,-1 1 0,0-1 0,0 0 0,0 0 0,0 0 0,0 0 0,0 0 0,0 0 0,1 1 0,-1-1 0,0 0 0,0 0 0,0 0 0,0 0 0,0 0 0,1 0 0,-1 0 0,0 0 0,0 0 0,0 0 0,0 0 0,1 0 0,-1 0 0,0 0 0,0 0 0,0 0 0,0 0 0,1 0 0,-1 0 0,0 0 0,0 0 0,0 0 0,0 0 0,0 0 0,1 0 0,-1 0 0,3-12 0,-2-18 0,-1 29 0,-1-40 0,0 23 0,0 0 0,1 0 0,1 0 0,1 0 0,6-24 0,-7 39 0,0 1 0,0-1 0,0 1 0,0 0 0,0-1 0,1 1 0,-1 0 0,1 0 0,0 0 0,0 0 0,-1 0 0,1 0 0,0 1 0,1-1 0,-1 0 0,0 1 0,0 0 0,1 0 0,-1-1 0,0 1 0,1 1 0,-1-1 0,1 0 0,0 1 0,-1-1 0,1 1 0,-1 0 0,1 0 0,0 0 0,3 0 0,6 1 0,0 1 0,-1 0 0,1 0 0,-1 1 0,16 7 0,15 7 0,-1 2 0,76 47 0,-109-60 0,0 0 0,0 0 0,0 0 0,-1 1 0,12 13 0,-18-17 0,1-1 0,-1 0 0,1 1 0,-1-1 0,0 1 0,0 0 0,0-1 0,0 1 0,0 0 0,0 5 0,-1-6 0,0 0 0,0-1 0,0 1 0,0 0 0,-1 0 0,1 0 0,-1 0 0,1 0 0,-1-1 0,0 1 0,0 0 0,0 0 0,0-1 0,0 1 0,0-1 0,0 1 0,-2 2 0,-9 6-1365,1 0-5461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41.1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406 61 24575,'-3'-5'0,"-1"0"0,0 1 0,0 0 0,-1 0 0,1 0 0,-1 0 0,0 1 0,0-1 0,0 1 0,0 0 0,0 1 0,-12-4 0,6 3 0,-1 1 0,1 0 0,-1 1 0,1 0 0,-21 1 0,-3 1 0,19-1 0,0 0 0,-27 5 0,38-4 0,-1 1 0,1-1 0,0 1 0,0 0 0,0 0 0,0 1 0,0 0 0,0 0 0,1 0 0,-1 0 0,-6 7 0,3-1 0,0 0 0,1 0 0,0 0 0,0 1 0,1 0 0,-6 16 0,9-20 0,1-1 0,-1 1 0,2 0 0,-1 1 0,1-1 0,0 0 0,0 0 0,1 1 0,-1-1 0,1 0 0,1 1 0,-1-1 0,3 10 0,-1-11 0,0 1 0,1-1 0,-1 0 0,1 0 0,0-1 0,1 1 0,-1-1 0,1 1 0,0-1 0,0 0 0,0 0 0,0-1 0,1 1 0,7 4 0,8 3 0,1-1 0,27 11 0,-28-13 0,13 5 0,0 0 0,1-3 0,0-1 0,1-1 0,0-2 0,37 2 0,-69-8-110,0 1 20,-1-1 1,0 0-1,0 0 0,1 0 1,-1 0-1,0 0 1,0-1-1,1 1 0,-1-1 1,0 1-1,0-1 0,0 0 1,3-2-1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41.4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87 24575,'15'-10'0,"7"-3"0,2-2 0,0 2 0,-2 3 0,-2 3 0,-2 3 0,-2 2 0,-1-1 0,0 0 0,-1 0 0,0 1 0,0 1 0,-3 0-8191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43.5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192 59 24575,'0'0'0,"0"-1"0,1 1 0,-1 0 0,0-1 0,0 1 0,0 0 0,1-1 0,-1 1 0,0 0 0,0-1 0,0 1 0,0-1 0,1 1 0,-1 0 0,0-1 0,0 1 0,0-1 0,0 1 0,0 0 0,0-1 0,0 1 0,0-1 0,0 1 0,-1 0 0,1-1 0,0 1 0,0-1 0,-10-11 0,7 10 0,0-1 0,-1 1 0,1 0 0,-9-4 0,-1 2 0,0 0 0,0 0 0,0 1 0,-1 1 0,0 0 0,1 1 0,-20 1 0,32 0 0,-1 0 0,1 1 0,-1-1 0,1 0 0,-1 1 0,1-1 0,0 1 0,-1 0 0,1-1 0,0 1 0,-1 0 0,1 0 0,0 0 0,0 0 0,0 0 0,0 0 0,0 0 0,0 0 0,0 0 0,0 1 0,1-1 0,-1 0 0,0 1 0,1-1 0,-1 0 0,1 1 0,-1-1 0,1 1 0,0-1 0,-1 2 0,0 6 0,0 0 0,1 0 0,0 0 0,2 9 0,-1-2 0,0 33 0,0 5 0,12 75 0,10-23 0,44 129 0,-58-205 0,-2 0 0,4 46 0,-11-74 0,0 0 0,1 0 0,-1 0 0,1 0 0,0 0 0,-1 0 0,1 0 0,0 0 0,0 0 0,0 0 0,1-1 0,-1 1 0,0 0 0,1-1 0,-1 1 0,1-1 0,-1 1 0,1-1 0,-1 0 0,1 0 0,0 0 0,0 0 0,0 0 0,0 0 0,0 0 0,0 0 0,0-1 0,0 1 0,3-1 0,6 2 0,1-1 0,-1-1 0,1 0 0,15-2 0,1 0 0,15 2-1365,-31 0-5461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44.4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178 17 24575,'9'1'0,"-7"-1"0,0 0 0,1 1 0,-1-1 0,0 0 0,0-1 0,1 1 0,-1 0 0,0 0 0,0-1 0,1 0 0,-1 1 0,0-1 0,0 0 0,2-1 0,-4 2 0,1 0 0,-1 0 0,0-1 0,0 1 0,0 0 0,0 0 0,0 0 0,0 0 0,0 0 0,0 0 0,0 0 0,0 0 0,0 0 0,0 0 0,0-1 0,0 1 0,0 0 0,0 0 0,0 0 0,0 0 0,0 0 0,0 0 0,0 0 0,0 0 0,0 0 0,0-1 0,0 1 0,0 0 0,0 0 0,0 0 0,0 0 0,0 0 0,0 0 0,-1 0 0,1 0 0,0 0 0,0 0 0,0 0 0,0 0 0,0 0 0,0-1 0,0 1 0,0 0 0,0 0 0,0 0 0,0 0 0,-1 0 0,1 0 0,0 0 0,-8-2 0,-9-1 0,-30 1 0,-69 4 0,93 4-1365,14-3-5461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45.6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737 121 24575,'-7'-7'0,"-16"-13"0,-1 0 0,-33-21 0,50 36 0,0 1 0,0 1 0,0-1 0,-1 1 0,1 0 0,-1 1 0,0-1 0,0 2 0,0-1 0,0 1 0,0 0 0,0 1 0,0 0 0,-9 1 0,12 0 0,0 0 0,1 1 0,-1 0 0,0 0 0,1 0 0,-1 1 0,1-1 0,0 1 0,0 0 0,0 0 0,0 1 0,1-1 0,-1 1 0,1 0 0,-3 4 0,-3 4 0,1 1 0,0 0 0,-11 25 0,1 12 0,8-24 0,-14 29 0,21-48 0,-1 0 0,0 0 0,-1-1 0,1 0 0,-1 0 0,0 0 0,-1-1 0,1 0 0,-8 5 0,9-7 0,-1 0 0,0-1 0,0 1 0,0-1 0,-1-1 0,1 1 0,0-1 0,-1 0 0,1 0 0,-1 0 0,1-1 0,-1 0 0,1 0 0,-1 0 0,1-1 0,-7-1 0,3 0 0,-1 0 0,1-1 0,0 0 0,0-1 0,0 0 0,1 0 0,-1-1 0,-10-8 0,11 7 0,0-1 0,0 0 0,1 0 0,0-1 0,0 0 0,1 0 0,0-1 0,1 1 0,0-1 0,0-1 0,0 1 0,2 0 0,-1-1 0,1 0 0,0 0 0,1 0 0,0 0 0,1-1 0,0 1 0,1-20 0,0 29 0,0 0 0,0 0 0,0-1 0,1 1 0,-1 0 0,0 0 0,0 0 0,0 0 0,1 0 0,-1 0 0,1 0 0,-1 0 0,1 1 0,-1-1 0,1 0 0,-1 0 0,1 0 0,0 0 0,-1 1 0,1-1 0,0 0 0,0 0 0,0 1 0,-1-1 0,1 1 0,0-1 0,0 1 0,0-1 0,0 1 0,0 0 0,0-1 0,0 1 0,0 0 0,0 0 0,0-1 0,0 1 0,0 0 0,0 0 0,0 0 0,0 1 0,0-1 0,1 0 0,-1 0 0,1 1 0,6 1 0,-1 1 0,1 0 0,-1 1 0,13 7 0,-8-4 0,88 45 0,2-6 0,198 62 0,-299-107 0,75 17 0,-67-17 0,0 1 0,0-2 0,0 1 0,0-1 0,0-1 0,14-1 0,-20 1 0,-1 0 0,1 0 0,-1 0 0,0-1 0,1 1 0,-1 0 0,0-1 0,0 0 0,0 1 0,0-1 0,0 0 0,0 0 0,0 0 0,0 0 0,-1-1 0,1 1 0,-1 0 0,0-1 0,0 1 0,0-1 0,0 1 0,0-1 0,0 1 0,-1-1 0,1-2 0,1-3 0,-1 1 0,-1 0 0,1-1 0,-1 1 0,-1 0 0,1-1 0,-1 1 0,-3-9 0,2 9-97,-1 0-1,0 0 1,0 0-1,-1 1 1,1-1-1,-2 1 1,1 0-1,-1 1 1,1-1-1,-2 1 1,1 0-1,0 0 0,-13-8 1,6 6-6729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47.1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40 24575,'10'-7'0,"1"1"0,-1 0 0,17-7 0,-23 12 0,1-1 0,0 1 0,0 0 0,0 0 0,0 0 0,0 1 0,0 0 0,0 0 0,0 0 0,0 0 0,5 2 0,17 2 0,-1-2 0,53-1 0,-59-2 0,0 1 0,1 1 0,-1 0 0,1 2 0,-1 0 0,21 7 0,-19 0 0,-20-9 0,0 1 0,0-1 0,1 0 0,-1 0 0,0 0 0,0 0 0,1-1 0,-1 1 0,1-1 0,-1 1 0,1-1 0,-1 0 0,1 0 0,-1 0 0,0 0 0,4-1 0,33-3 0,0 0 0,69 5 0,-39 0 0,31-1-1365,-87 0-5461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48.4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370 55 24575,'-16'-1'0,"-30"-7"0,-41-7 0,24 5 0,-59-9 0,118 18-227,1 1-1,-1-1 1,1 1-1,-1 0 1,-5 1-1,0 1-6598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49.1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40 29 24575,'-1'28'0,"0"15"0,5 69 0,-2-103 0,-1-1 0,2 1 0,-1 0 0,1-1 0,0 0 0,1 1 0,0-1 0,0-1 0,1 1 0,6 9 0,-11-17 0,1 0 0,-1 0 0,0 0 0,0 0 0,0 1 0,0-1 0,0 0 0,0 0 0,0 0 0,0 0 0,0 0 0,0 0 0,0 0 0,1 0 0,-1 1 0,0-1 0,0 0 0,0 0 0,0 0 0,0 0 0,0 0 0,1 0 0,-1 0 0,0 0 0,0 0 0,0 0 0,0 0 0,0 0 0,0 0 0,1 0 0,-1 0 0,0 0 0,0 0 0,0 0 0,0 0 0,0 0 0,1 0 0,-1 0 0,0 0 0,0 0 0,0 0 0,0 0 0,0 0 0,0 0 0,1-1 0,-1 1 0,0 0 0,0 0 0,0 0 0,0 0 0,0 0 0,1-11 0,-4-16 0,3 25 0,-12-47 0,-1 0 0,-22-51 0,17 49 0,9 27 0,18 80 0,51 136 120,-43-150-615,1-1 0,36 57 0,-48-89-6331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2:49.8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69 24575,'19'-12'0,"1"0"0,1 2 0,31-13 0,-44 21 0,0-1 0,0 1 0,0 1 0,0-1 0,0 2 0,0-1 0,1 1 0,-1 0 0,0 0 0,0 1 0,1 1 0,-1-1 0,9 4 0,-8-2 0,-1-1 0,0 1 0,-1 0 0,1 0 0,0 1 0,13 9 0,-20-12 0,0 0 0,0 0 0,0 0 0,-1 0 0,1 0 0,0 0 0,-1 0 0,1 1 0,-1-1 0,1 0 0,-1 0 0,1 1 0,-1-1 0,0 0 0,0 1 0,0-1 0,0 2 0,-2 28 0,0-6 0,4-1 0,1 0 0,2 0 0,0-1 0,10 25 0,40 90 0,-37-95 0,50 106 0,33 89 0,-99-233 0,-1-1 0,1 1 0,-1-1 0,0 1 0,0-1 0,-1 8 0,0-11 0,0 0 0,0 0 0,0 0 0,0 0 0,-1 0 0,1 0 0,0 0 0,-1 0 0,1 0 0,-1 0 0,1 0 0,-1 0 0,0 0 0,1 0 0,-1 0 0,0-1 0,1 1 0,-1 0 0,0 0 0,0-1 0,0 1 0,0-1 0,0 1 0,0-1 0,0 1 0,0-1 0,0 1 0,0-1 0,0 0 0,0 0 0,0 1 0,0-1 0,-2 0 0,-20 2 27,0-2 0,-33-2-1,4 0-1471,36 1-5381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01.3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879 32 24575,'4'-3'0,"0"0"0,1 0 0,-1 0 0,1 0 0,0 1 0,-1-1 0,1 1 0,0 0 0,0 1 0,0-1 0,1 1 0,-1 0 0,7 0 0,11 0 0,42 2 0,-30 1 0,-68 9 0,-10-7 0,-85-4 0,57-1 0,-311 1 0,359 1 0,-30 5 0,-9 1 0,-24 3 0,48-5 0,1 2 0,-12 0 0,48-7 0,1 0 0,0 0 0,-1 0 0,1 0 0,-1 0 0,1 0 0,0 0 0,-1 0 0,1 0 0,-1 0 0,1 0 0,0 0 0,-1 0 0,1 0 0,0 1 0,-1-1 0,1 0 0,0 0 0,-1 0 0,1 0 0,0 1 0,-1-1 0,1 0 0,0 0 0,-1 1 0,1-1 0,0 1 0,7 5 0,24 8 0,-26-13 0,154 59 0,37 15 0,-161-61 0,-2 2 0,0 2 0,50 35 0,-78-50 0,0 1 0,-1 0 0,1 0 0,-1 1 0,0-1 0,0 1 0,0 0 0,-1 0 0,0 0 0,4 8 0,-6-10 0,0 1 0,0-1 0,0 1 0,-1-1 0,1 1 0,-1-1 0,0 1 0,0-1 0,0 1 0,0-1 0,-1 1 0,1-1 0,-1 1 0,0-1 0,0 1 0,0-1 0,-1 0 0,1 1 0,-3 2 0,0 1 0,0-1 0,-1 0 0,0 0 0,0 0 0,-1-1 0,1 0 0,-1 0 0,0 0 0,-12 6 0,-8 3 0,-32 14 0,42-22 0,-362 202 0,347-188 0,1 0 0,-42 37 0,64-46 0,8-11 0,0 0 0,-1 0 0,1 0 0,0 0 0,0 0 0,0 1 0,0-1 0,0 0 0,0 0 0,0 0 0,0 0 0,0 0 0,0 1 0,0-1 0,0 0 0,0 0 0,0 0 0,0 0 0,0 0 0,1 1 0,-1-1 0,0 0 0,0 0 0,0 0 0,0 0 0,0 0 0,0 0 0,0 0 0,0 1 0,0-1 0,0 0 0,1 0 0,-1 0 0,0 0 0,0 0 0,0 0 0,0 0 0,0 0 0,0 0 0,1 0 0,1 1 0,0-1 0,1 0 0,-1 0 0,1 0 0,-1-1 0,0 1 0,4-1 0,31-5 0,-1 2 0,45 0 0,1 1 0,236-23 0,169-11 0,-452 36 0,-21 1 0,0 0 0,-1-1 0,1-1 0,-1 0 0,16-4 0,-29 6 0,0 0 0,0 0 0,0 0 0,-1 0 0,1 0 0,0 0 0,0 0 0,0 0 0,0 0 0,0 0 0,0 0 0,0 0 0,0 0 0,0 0 0,0 0 0,0 0 0,0 0 0,0 0 0,0-1 0,0 1 0,0 0 0,0 0 0,0 0 0,0 0 0,0 0 0,0 0 0,0 0 0,0 0 0,0 0 0,0 0 0,0 0 0,0 0 0,0 0 0,0 0 0,0 0 0,0 0 0,0 0 0,0 0 0,0 0 0,0 0 0,0 0 0,0 0 0,0 0 0,0 0 0,0-1 0,0 1 0,0 0 0,0 0 0,0 0 0,0 0 0,0 0 0,0 0 0,0 0 0,0 0 0,0 0 0,-9-2 0,-10 0 0,-23 2-1365,23 0-5461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01.7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76 24575,'0'-5'0,"0"0"0,0-1 0,1 1 0,0-1 0,0 1 0,2-9 0,-2 12 0,0 1 0,0-1 0,0 0 0,0 1 0,0-1 0,0 1 0,1-1 0,-1 1 0,0 0 0,1-1 0,-1 1 0,1 0 0,-1 0 0,1 0 0,-1 0 0,1 0 0,0 0 0,0 1 0,-1-1 0,1 1 0,0-1 0,3 0 0,8 0 0,1 0 0,-1 0 0,1 2 0,20 2 0,-33-3 3,1 0 0,-1 0-1,0 0 1,0 0 0,0 1-1,0-1 1,0 0 0,0 1-1,0-1 1,0 1 0,0-1-1,0 1 1,0 0 0,0-1-1,0 1 1,0 0 0,0-1 0,0 1-1,-1 0 1,1 0 0,0 0-1,0 0 1,-1 0 0,1 0-1,-1 0 1,1 0 0,-1 0-1,0 0 1,1 0 0,0 3-1,-1 0-96,0 1-1,0 0 1,-1-1 0,1 1-1,-1 0 1,-2 5-1,1 0-692,0 2-6039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02.1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10 24575,'0'-5'0,"0"1"0,0 3 0,2 5 0,2 4 0,-1 3 0,-1 2 0,0 4 0,-1 1 0,0 1 0,-1-2 0,0 0 0,0-3-8191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03.4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24575,'0'9'0,"0"4"0,0 0 0,0 0 0,2 0 0,-1 0 0,1-1 0,1 1 0,7 18 0,4 1 0,-3-9 0,-1 0 0,8 29 0,-17-49 0,0 0 0,-1 0 0,1 0 0,0 0 0,0 0 0,1-1 0,-1 1 0,2 3 0,-2-6 0,-1 0 0,0 0 0,0 0 0,0 0 0,1 0 0,-1 0 0,0 0 0,0 0 0,0 0 0,1 0 0,-1 0 0,0 0 0,0 0 0,0 0 0,1 0 0,-1 0 0,0 0 0,0 0 0,0 0 0,1 0 0,-1 0 0,0-1 0,0 1 0,0 0 0,0 0 0,1 0 0,-1 0 0,0 0 0,0 0 0,0-1 0,0 1 0,0 0 0,0 0 0,0 0 0,1-1 0,-1 1 0,0 0 0,0 0 0,0 0 0,0 0 0,0-1 0,0 1 0,4-10 0,0-4 0,0 0 0,1-19 0,5-20 0,-5 34 0,-1 5 0,-1 1 0,2 0 0,0 0 0,7-14 0,-11 26 0,-1 0 0,1 0 0,0-1 0,-1 1 0,1 0 0,0 0 0,0 0 0,0 0 0,0 0 0,0 0 0,0 0 0,0 1 0,0-1 0,0 0 0,0 0 0,0 1 0,0-1 0,1 1 0,-1-1 0,0 1 0,0-1 0,1 1 0,-1 0 0,0 0 0,1 0 0,-1 0 0,0 0 0,1 0 0,-1 0 0,0 0 0,1 0 0,-1 0 0,0 1 0,0-1 0,1 0 0,-1 1 0,0 0 0,0-1 0,0 1 0,1 0 0,-1-1 0,0 1 0,2 2 0,3 2 0,0 1 0,0 1 0,0-1 0,-1 1 0,7 9 0,11 17 0,53 58 0,-68-83-455,0 1 0,12 17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03.7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201 16 24575,'-7'-3'0,"-6"0"0,-2 0 0,-1 0 0,-1 2 0,1 0 0,0 0 0,0 1 0,1 0 0,1 0 0,-1 0 0,1 0 0,-1 0 0,3 0-8191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03.9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362 60 24575,'-32'-10'0,"-13"-3"0,-3 1 0,3 2 0,7 3 0,6 2 0,5 3 0,5 1 0,4 1 0,2 3 0,2 1 0,0 2 0,3 0-8191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04.4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320 16 24575,'-30'-3'0,"-14"0"0,-2 0 0,4 0 0,7 2 0,7-1 0,5 2 0,5 2 0,3 1 0,1 1 0,1-2 0,2 0-8191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05.2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318 75 24575,'-16'37'0,"2"1"0,-14 62 0,27-95 0,0 1 0,-1-1 0,0 1 0,0-1 0,0 0 0,-5 8 0,6-11 0,0-1 0,0 1 0,0-1 0,-1 1 0,1-1 0,0 0 0,-1 0 0,1 1 0,-1-1 0,0 0 0,1 0 0,-1 0 0,0-1 0,0 1 0,1 0 0,-1-1 0,0 1 0,0-1 0,0 1 0,0-1 0,0 0 0,-2 0 0,-5-1 0,0 0 0,0 0 0,0-1 0,1 0 0,-1 0 0,1-1 0,0 0 0,-1-1 0,1 0 0,1 0 0,-1-1 0,-13-11 0,13 10 0,1-1 0,-1 0 0,2 0 0,-1 0 0,1-1 0,0 0 0,1-1 0,-1 1 0,2-1 0,-1 0 0,-3-13 0,6 17 0,1 1 0,0 0 0,1 0 0,-1-1 0,1 1 0,0 0 0,0-1 0,0 1 0,0 0 0,1-1 0,0 1 0,0 0 0,0-1 0,0 1 0,4-7 0,-3 8 0,-1 0 0,1 0 0,0 1 0,0-1 0,0 1 0,1-1 0,-1 1 0,1 0 0,-1 0 0,1 0 0,0 0 0,0 0 0,0 1 0,0-1 0,0 1 0,0 0 0,0 0 0,0 0 0,0 0 0,1 0 0,3 0 0,1 1 0,-1-1 0,0 1 0,0 1 0,1-1 0,-1 1 0,0 1 0,0-1 0,0 1 0,0 0 0,0 1 0,0 0 0,-1 0 0,1 0 0,11 9 0,-3-2 0,70 51 0,-76-54 0,14 12 0,37 25 0,-53-40 0,1 1 0,-1-1 0,1-1 0,1 0 0,-1 0 0,0 0 0,1-1 0,-1 0 0,15 1 0,-6-2 0,-1-1 0,31-5 0,-43 5 0,1-1 0,0 0 0,-1 0 0,1-1 0,-1 0 0,1 1 0,-1-2 0,0 1 0,0 0 0,0-1 0,0 0 0,0 1 0,-1-2 0,6-4 0,-7 6 0,-1 0 0,1-1 0,-1 1 0,0 0 0,1-1 0,-1 1 0,0-1 0,0 1 0,-1-1 0,1 1 0,-1-1 0,1 0 0,-1 1 0,0-1 0,0 0 0,0-4 0,-1 3 0,0-1 0,0 1 0,0 0 0,-1-1 0,0 1 0,1 0 0,-1 0 0,-1 0 0,-2-4 0,-3-2 0,0 1 0,0 0 0,-1 1 0,0 0 0,0 0 0,-15-10 0,14 12-151,0 0-1,0 0 0,0 1 0,0 0 1,-1 1-1,0 0 0,0 1 1,-18-3-1,16 5-6674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06.3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201 1 24575,'-3'2'0,"-2"1"0,-4 1 0,-2-2 0,-3 0 0,0-1 0,-1 0 0,0-1 0,0 0 0,0 0 0,0 0 0,1-1 0,-1 1 0,1 0 0,-1 0 0,3 0-8191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06.8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 37 24575,'-6'-35'0,"6"35"0,0 1 0,0-1 0,0 0 0,0 0 0,0 0 0,1 0 0,-1 0 0,0 0 0,0 0 0,0 0 0,0 0 0,0 0 0,0 0 0,0 0 0,0 0 0,0 0 0,0 0 0,0 0 0,0 0 0,0 0 0,0 0 0,0 0 0,1 0 0,-1 0 0,0 0 0,0 0 0,0 0 0,0 0 0,0 0 0,0 0 0,0 0 0,0 0 0,0-1 0,0 1 0,0 0 0,0 0 0,0 0 0,0 0 0,0 0 0,0 0 0,0 0 0,0 0 0,0 0 0,0 0 0,0 0 0,0 0 0,0 0 0,0 0 0,0 0 0,0 0 0,0 0 0,0 0 0,0-1 0,0 1 0,0 0 0,0 0 0,0 0 0,0 0 0,0 0 0,0 0 0,0 0 0,0 0 0,0 0 0,0 0 0,0 0 0,0 0 0,0 0 0,0 0 0,4 6 0,4 9 0,46 127 0,-44-116 0,2-1 0,19 32 0,5 8 0,-32-55-1365,-1-1-5461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09.2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59 24575,'0'0'0,"1"0"0,-1-1 0,1 1 0,-1 0 0,1 0 0,-1 0 0,1 0 0,0 0 0,-1 0 0,1 0 0,-1 0 0,1 0 0,-1 0 0,1 0 0,-1 0 0,1 0 0,-1 0 0,1 1 0,-1-1 0,1 0 0,-1 0 0,1 1 0,-1-1 0,1 0 0,-1 1 0,0-1 0,1 0 0,-1 1 0,1-1 0,-1 0 0,0 1 0,1-1 0,-1 1 0,0-1 0,0 1 0,1 0 0,13 20 0,-13-19 0,14 21 0,1-1 0,24 27 0,-39-48 0,-1 0 0,1-1 0,-1 1 0,1 0 0,-1-1 0,1 1 0,-1-1 0,1 1 0,-1 0 0,1-1 0,0 1 0,-1-1 0,1 0 0,0 1 0,0-1 0,-1 0 0,1 1 0,0-1 0,0 0 0,-1 0 0,1 0 0,0 1 0,0-1 0,0 0 0,-1 0 0,1 0 0,0 0 0,0-1 0,0 1 0,-1 0 0,1 0 0,0 0 0,0-1 0,1 0 0,-1 0 0,1 0 0,-1-1 0,0 1 0,0-1 0,0 1 0,0-1 0,0 0 0,0 0 0,0 1 0,-1-1 0,1 0 0,-1 0 0,1 0 0,0-2 0,0-8 0,0 0 0,-1-24 0,-1 28 0,1-1 0,0 0 0,1 0 0,-1 0 0,2 1 0,-1-1 0,4-10 0,-4 17 0,-1 1 0,1 0 0,0 0 0,-1-1 0,1 1 0,0 0 0,0 0 0,0 0 0,-1-1 0,1 1 0,0 0 0,1 0 0,-1 1 0,0-1 0,0 0 0,0 0 0,1 0 0,-1 1 0,2-1 0,-1 0 0,1 1 0,-1-1 0,0 1 0,0 0 0,1 0 0,-1 0 0,0 0 0,0 0 0,1 1 0,-1-1 0,3 2 0,2 0 0,1 1 0,-1 0 0,0 1 0,0 0 0,12 9 0,10 8 0,-12-9 0,0 1 0,-1 0 0,16 18 0,-29-28-91,-1 1 0,0-1 0,1 1 0,-1 0 0,-1 0 0,1 0 0,0 0 0,-1 0 0,0 1 0,0-1 0,0 0 0,-1 1 0,1-1 0,-1 6 0,0 2-6735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08.4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435 154 24575,'-18'-16'0,"-1"1"0,0 1 0,0 1 0,-1 1 0,-1 1 0,0 1 0,-33-12 0,51 21 0,-108-30 0,96 27 0,11 3 0,0 0 0,1 0 0,-1 1 0,0-1 0,-5 0 0,8 2 0,-1-1 0,1 0 0,-1 0 0,1 1 0,0-1 0,-1 1 0,1-1 0,-1 1 0,1-1 0,0 1 0,0 0 0,-1 0 0,1 0 0,0 0 0,0 0 0,0 0 0,0 0 0,-1 1 0,-6 7 0,1 0 0,1 1 0,-1 0 0,1 0 0,1 0 0,0 1 0,0-1 0,-4 18 0,8-23 0,0 1 0,0-1 0,1 1 0,-1 0 0,1 0 0,1-1 0,-1 1 0,1 0 0,0-1 0,0 1 0,0-1 0,1 1 0,0-1 0,0 1 0,0-1 0,1 0 0,0 0 0,0 0 0,4 5 0,0-3 0,-1 0 0,1-1 0,0 0 0,0 0 0,1 0 0,0-1 0,0 0 0,0-1 0,11 5 0,-2-3 0,1 1 0,0-2 0,30 6 0,-38-10 0,-1 1 0,0-2 0,1 1 0,-1-1 0,16-2 0,-22 2 0,-1-1 0,1 0 0,0 0 0,0 0 0,-1 0 0,1 0 0,-1 0 0,1-1 0,-1 1 0,1-1 0,-1 0 0,0 1 0,0-1 0,0 0 0,0 0 0,0-1 0,0 1 0,-1 0 0,1-1 0,-1 1 0,1-1 0,1-3 0,-1-2 0,1-1 0,-1 1 0,0 0 0,-1-1 0,0 1 0,-1-1 0,1 0 0,-2-9 0,-1-3 0,-1 1 0,-7-24 0,13 50 0,-1-1 0,1 1 0,0-1 0,0 0 0,8 8 0,25 29 0,1-4-304,71 55-1,-89-77-451,-9-9-6070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10.1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89 24575,'0'-3'0,"1"-1"0,-1 1 0,1 0 0,0-1 0,0 1 0,0 0 0,0 0 0,1 0 0,-1 0 0,1 0 0,0 0 0,0 0 0,0 0 0,0 1 0,0-1 0,1 1 0,-1-1 0,1 1 0,-1 0 0,1 0 0,4-2 0,-1 0 0,0 1 0,0 0 0,0 0 0,0 1 0,1 0 0,-1 0 0,1 0 0,0 1 0,11-1 0,-8 1 0,0 1 0,0 1 0,0-1 0,0 2 0,0-1 0,0 1 0,0 1 0,0 0 0,-1 0 0,1 1 0,-1 0 0,12 8 0,-18-10 0,0 1 0,-1 0 0,1 0 0,0 0 0,-1 0 0,0 0 0,1 0 0,-1 1 0,-1-1 0,1 1 0,0-1 0,-1 1 0,0 0 0,0 0 0,0-1 0,0 1 0,-1 0 0,1 0 0,-1 5 0,0 1 0,0 0 0,-1 0 0,0-1 0,-1 1 0,0 0 0,-5 14 0,-22 41 0,-3 9 0,29-65 0,0 0 0,1 0 0,0 0 0,1 0 0,0 0 0,0 14 0,1-21 0,0 0 0,0 0 0,1 0 0,-1 0 0,1 0 0,-1 0 0,1 0 0,0-1 0,0 1 0,-1 0 0,1 0 0,0-1 0,1 1 0,-1-1 0,0 1 0,0-1 0,1 1 0,-1-1 0,1 0 0,-1 1 0,1-1 0,-1 0 0,1 0 0,0 0 0,-1-1 0,1 1 0,0 0 0,0 0 0,0-1 0,0 0 0,3 1 0,6 1 0,0-1 0,1-1 0,0 0 0,14-2 0,-3 1 0,-6 0 30,-1 0 0,0-1 0,17-3 0,-27 3-154,0 0 0,0 0 1,0 0-1,-1 0 0,1-1 0,-1 0 1,1 0-1,-1-1 0,0 0 0,0 1 1,5-7-1,-2 1-6702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10.4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280 15 24575,'-27'-2'0,"-11"-2"0,-2 1 0,3 1 0,6 0 0,6 1 0,2 0 0,2 3 0,1 2 0,2-1-8191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11.3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288 15 24575,'-2'0'0,"-4"0"0,-3 0 0,-2 0 0,-2 0 0,-4 0 0,-1 0 0,-3 0 0,-2 0 0,-3 0 0,-1-3 0,-1 0 0,1 0 0,4 0 0,2 2 0,6-1-8191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12.0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17 24575,'-1'1'0,"1"-1"0,0 0 0,-1 1 0,1-1 0,0 0 0,0 1 0,-1-1 0,1 1 0,0-1 0,0 1 0,0-1 0,0 1 0,0-1 0,-1 1 0,1-1 0,0 1 0,0-1 0,0 1 0,0-1 0,0 1 0,1-1 0,-1 0 0,0 2 0,2 14 0,-2-15 0,2 7 0,0 1 0,1-1 0,0 1 0,0-1 0,1 0 0,5 9 0,32 44 0,-38-58 0,-1 0 0,0 0 0,1-1 0,0 1 0,-1-1 0,1 1 0,0-1 0,4 2 0,-6-3 0,0-1 0,-1 0 0,1 1 0,0-1 0,0 0 0,0 0 0,0 1 0,0-1 0,-1 0 0,1 0 0,0 0 0,0 0 0,0 0 0,0 0 0,0 0 0,0-1 0,-1 1 0,1 0 0,0 0 0,0-1 0,0 1 0,0 0 0,-1-1 0,1 1 0,0-1 0,0 1 0,-1-1 0,1 0 0,0 1 0,-1-1 0,1 0 0,-1 1 0,1-1 0,-1 0 0,1 1 0,-1-1 0,1 0 0,-1 0 0,1-1 0,1-4 0,0 0 0,0-1 0,-1 1 0,0-1 0,0 1 0,0-13 0,1-9 0,1 8 0,-3 12 0,1 1 0,0-1 0,1 0 0,0 1 0,5-14 0,-6 19 0,-1 1 0,1-1 0,0 1 0,0 0 0,0-1 0,0 1 0,0 0 0,0 0 0,1 0 0,-1-1 0,0 1 0,1 1 0,-1-1 0,1 0 0,-1 0 0,1 0 0,-1 1 0,1-1 0,-1 1 0,1-1 0,0 1 0,-1 0 0,1 0 0,0-1 0,-1 1 0,1 0 0,0 0 0,-1 1 0,1-1 0,-1 0 0,1 1 0,0-1 0,1 1 0,16 6 0,1 1 0,-2 0 0,1 2 0,-1 0 0,18 14 0,-7-6 0,-10-5-227,-1 0-1,0 1 1,-1 1-1,-1 0 1,23 28-1,-30-32-6598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19.2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447 1 24575,'0'0'0,"0"0"0,0 0 0,0 0 0,1 0 0,-1 0 0,0 0 0,0 0 0,0 0 0,0 0 0,0 0 0,1 0 0,-1 0 0,0 0 0,0 0 0,0 0 0,0 0 0,0 0 0,1 0 0,-1 0 0,0 0 0,0 0 0,0 0 0,0 0 0,0 0 0,1 0 0,-1 0 0,0 0 0,0 0 0,0 0 0,0 1 0,0-1 0,0 0 0,1 0 0,-1 0 0,0 0 0,0 0 0,0 0 0,0 1 0,0-1 0,0 0 0,0 0 0,0 0 0,0 0 0,0 0 0,0 1 0,0-1 0,0 0 0,0 0 0,0 0 0,0 0 0,0 0 0,0 1 0,0-1 0,0 0 0,0 0 0,0 0 0,0 0 0,0 0 0,0 1 0,0-1 0,0 0 0,0 0 0,0 0 0,-10 7 0,-7-5 0,0 0 0,0 0 0,-1-2 0,-24-2 0,-1 1 0,-232 1-1365,263 0-5461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19.66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359 0 24575,'-2'0'0,"0"1"0,1-1 0,-1 1 0,0 0 0,1 0 0,-1-1 0,1 1 0,-1 0 0,1 0 0,-2 1 0,-9 6 0,-1-4 0,-1-1 0,1 0 0,0-1 0,-1 0 0,0-2 0,1 1 0,-18-3 0,6 2 0,-66-8 134,20 1-1633,55 6-5327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27.0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32 24575,'1'2'0,"0"0"0,0 0 0,0 0 0,0 0 0,0 0 0,0 0 0,0 0 0,1 0 0,-1 0 0,1-1 0,2 3 0,4 5 0,7 16 0,-1 1 0,-1 1 0,16 48 0,-18-46 0,-7-19 0,-3-8 0,-2-7 0,-1-1 0,0-1 0,1 0 0,0 0 0,0 0 0,0 0 0,1 0 0,0 0 0,1 0 0,0 0 0,0 0 0,2-9 0,1 1 0,1 0 0,1 0 0,0 1 0,8-15 0,-11 23 0,0 1 0,1-1 0,0 1 0,0 0 0,0 0 0,1 0 0,-1 1 0,1-1 0,0 1 0,1 0 0,-1 1 0,10-6 0,-11 7 0,1 1 0,-1-1 0,0 1 0,1 0 0,-1 0 0,1 1 0,-1-1 0,1 1 0,-1 0 0,1 0 0,-1 1 0,1-1 0,-1 1 0,1 0 0,-1 0 0,1 1 0,-1-1 0,0 1 0,5 3 0,-2-1 0,0 0 0,0 1 0,0 0 0,-1 1 0,0-1 0,10 12 0,28 43 0,-29-38 0,-10-16 0,11 16 0,25 47 0,-40-68-59,0 0 0,-1 0-1,1 0 1,-1 1-1,1-1 1,-1 0 0,0 0-1,1 1 1,-1-1 0,0 0-1,0 1 1,0-1 0,0 0-1,0 0 1,0 1-1,0-1 1,0 0 0,0 1-1,-1-1 1,1 0 0,-1 0-1,0 2 1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28.6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770 102 24575,'-17'-5'0,"0"1"0,0 1 0,-1 0 0,-26 0 0,-71 7 0,43 2 0,-34 2 0,-225-8 0,327 0 0,2 0 0,0 0 0,1 0 0,-1 0 0,0 0 0,0 0 0,0 0 0,1-1 0,-1 1 0,0 0 0,0-1 0,1 0 0,-1 1 0,0-1 0,-1-1 0,3 2 0,0-1 0,0 1 0,0 0 0,0-1 0,0 1 0,0 0 0,0-1 0,0 1 0,0 0 0,0-1 0,0 1 0,0 0 0,0-1 0,0 1 0,0 0 0,0-1 0,0 1 0,0 0 0,1-1 0,-1 1 0,0 0 0,0 0 0,0-1 0,1 1 0,-1 0 0,0 0 0,0-1 0,1 1 0,-1 0 0,0 0 0,0 0 0,1-1 0,-1 1 0,0 0 0,1 0 0,-1 0 0,0 0 0,1 0 0,12-7 0,27-4 0,0 1 0,46-4 0,-19 4 0,15-7 0,-81 17 0,0 0 0,0 0 0,-1 0 0,1 0 0,0-1 0,0 1 0,0 0 0,0-1 0,0 1 0,-1 0 0,1-1 0,0 1 0,0-1 0,-1 0 0,2 0 0,-2 1 0,0 0 0,0-1 0,-1 1 0,1 0 0,0-1 0,0 1 0,0 0 0,0 0 0,0-1 0,0 1 0,-1 0 0,1 0 0,0 0 0,0-1 0,0 1 0,-1 0 0,1 0 0,0 0 0,0 0 0,-1-1 0,1 1 0,0 0 0,0 0 0,-1 0 0,1 0 0,0 0 0,-1 0 0,1 0 0,0 0 0,-30-6 0,17 6 0,-1 1 0,1 0 0,0 0 0,0 1 0,-21 7 0,-60 26 0,21-6 0,66-27 0,6-1 0,-1-1 0,0 1 0,0 0 0,1-1 0,-1 1 0,0 0 0,1 0 0,-3 1 0,4-1 0,0-1 0,-1 1 0,1-1 0,0 1 0,0-1 0,-1 1 0,1-1 0,0 1 0,0-1 0,0 1 0,0-1 0,0 1 0,0-1 0,0 1 0,0-1 0,0 1 0,0-1 0,0 1 0,0 0 0,0-1 0,0 1 0,0-1 0,0 1 0,1-1 0,-1 1 0,0-1 0,0 1 0,1-1 0,-1 1 0,0-1 0,1 0 0,-1 1 0,1 0 0,4 4 6,-1 1 1,1-1-1,1 0 0,-1 0 0,1-1 0,0 0 0,0 0 1,0 0-1,0-1 0,1 1 0,0-2 0,-1 1 1,1-1-1,0 0 0,0 0 0,9 0 0,13 2-359,1-1 0,46-3-1,-62 0-56,3 0-6416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29.5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416 42 24575,'-54'-13'0,"-80"-15"0,125 28 0,0-1 0,1 2 0,-1-1 0,1 1 0,-1 0 0,1 1 0,-1 0 0,1 1 0,0-1 0,-9 5 0,3-1 0,-1-2 0,-15 4 0,-22-3-1365,38-4-5461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30.7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91 24575,'-5'-8'0,"4"12"0,6 15 0,1-4 0,6 18 0,3 0 0,31 54 0,-31-70 0,-15-17 0,0 0 0,0 0 0,1 0 0,-1 0 0,0 0 0,0 0 0,0 1 0,0-1 0,0 0 0,1 0 0,-1 0 0,0 0 0,0 0 0,0 0 0,0 0 0,1 0 0,-1 0 0,0 0 0,0 0 0,0 0 0,1 0 0,-1 0 0,0 0 0,0 0 0,0 0 0,0 0 0,1 0 0,-1 0 0,0 0 0,0 0 0,0 0 0,0 0 0,1-1 0,-1 1 0,0-12 0,-6-20 0,2-1 0,1 0 0,2 0 0,3-36 0,-2 65 0,0 0 0,1 0 0,0 0 0,0 0 0,0 1 0,0-1 0,0 0 0,1 1 0,0-1 0,-1 1 0,1 0 0,1 0 0,-1-1 0,5-4 0,-5 6 0,0 1 0,1-1 0,-1 0 0,1 1 0,-1-1 0,1 1 0,-1 0 0,1 0 0,0 0 0,0 0 0,0 0 0,-1 1 0,1-1 0,0 1 0,0 0 0,0 0 0,0 0 0,0 0 0,0 0 0,3 1 0,1 1 0,0 0 0,0 1 0,0-1 0,-1 1 0,1 0 0,-1 1 0,0 0 0,0 0 0,0 0 0,-1 0 0,1 1 0,-1 0 0,0 0 0,8 12 0,2 3 0,-2 1 0,21 43 0,-29-54 0,-3-5 0,0-1 0,0 1 0,0-1 0,1 0 0,0 0 0,4 6 0,-7-10 0,1 1 0,-1-1 0,1 1 0,0-1 0,-1 0 0,1 1 0,0-1 0,-1 1 0,1-1 0,0 0 0,-1 0 0,1 1 0,0-1 0,-1 0 0,1 0 0,0 0 0,0 0 0,-1 0 0,2 0 0,0 0 0,-1-1 0,0 1 0,1-1 0,-1 0 0,0 1 0,0-1 0,0 0 0,0 0 0,1 1 0,-1-1 0,0 0 0,0 0 0,-1 0 0,3-2 0,-1 0 0,-1 0 0,1 0 0,0-1 0,-1 1 0,1 0 0,-1-1 0,0 1 0,0-1 0,-1 1 0,1-1 0,0-5 0,-2-45 0,0 30 0,0 4 0,0 11 0,0 1 0,1 0 0,0-1 0,1 1 0,2-13 0,-2 20 0,-1 1 0,0 0 0,0-1 0,0 1 0,0 0 0,0 0 0,0-1 0,0 1 0,0 0 0,1-1 0,-1 1 0,0 0 0,0 0 0,0-1 0,1 1 0,-1 0 0,0 0 0,0 0 0,1-1 0,-1 1 0,0 0 0,0 0 0,1 0 0,-1 0 0,0 0 0,0 0 0,1-1 0,-1 1 0,0 0 0,1 0 0,9 5 0,6 16 0,-14-18 0,89 132 0,-84-125-114,-4-6-25,0 0 0,0 0 0,-1 1 0,1-1 0,-1 1 0,0-1 0,0 1 0,2 9 0,-3-3-6687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32.8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352 9 24575,'-305'0'0,"300"0"-227,0 0-1,-1-1 1,1 1-1,0-1 1,-6-2-1,2-1-6598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33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60 24575,'-2'0'0,"1"1"0,0-1 0,0 1 0,0 0 0,0-1 0,0 1 0,0 0 0,0 0 0,0 0 0,1 0 0,-1 0 0,0 0 0,0 0 0,1 0 0,-1 0 0,1 0 0,-1 1 0,1-1 0,-1 0 0,1 2 0,-1 0 0,1-1 0,0 1 0,0 0 0,1-1 0,-1 1 0,0-1 0,1 1 0,0-1 0,1 5 0,2 2 0,1 1 0,0-1 0,12 16 0,-15-23 0,3 6 0,1-1 0,-1-1 0,1 1 0,11 8 0,-16-14 0,0 0 0,0 0 0,0 0 0,0-1 0,0 1 0,0 0 0,0-1 0,1 1 0,-1-1 0,0 1 0,0-1 0,0 1 0,1-1 0,-1 0 0,0 0 0,0 0 0,1 0 0,-1 0 0,0 0 0,1 0 0,-1 0 0,0 0 0,0 0 0,1-1 0,-1 1 0,0-1 0,0 1 0,0-1 0,0 1 0,1-1 0,-1 0 0,0 1 0,0-1 0,0 0 0,0 0 0,-1 0 0,1 0 0,0 0 0,0 0 0,0 0 0,0-1 0,1-1 0,0-1 0,-1 1 0,1-1 0,-1 1 0,0-1 0,0 0 0,0 1 0,0-1 0,0-7 0,-3-38 0,1 28 0,1 15 0,0 0 0,0 0 0,0 1 0,1-1 0,0 0 0,0 1 0,0-1 0,4-8 0,-4 12 0,0 0 0,0 1 0,0-1 0,1 0 0,-1 0 0,1 0 0,-1 1 0,1-1 0,0 1 0,-1-1 0,1 1 0,0 0 0,0 0 0,0 0 0,0 0 0,0 0 0,0 0 0,0 0 0,0 1 0,1-1 0,-1 1 0,0-1 0,0 1 0,4 0 0,1 0 0,-1 1 0,1-1 0,-1 1 0,1 1 0,-1-1 0,0 1 0,0 0 0,1 0 0,7 5 0,4 3 0,27 20 0,-34-22 0,61 47 0,-63-47 0,-1 0 0,0 0 0,0 1 0,-1 0 0,11 17 0,-17-23 12,1-1 0,-1 0 0,0 1 0,-1-1 0,1 1 0,0-1 0,-1 1 0,1 0 0,-1 2 0,0-3-74,0-1 0,0 0 0,0 0 0,0 0 1,0 0-1,-1 0 0,1 0 0,0 1 0,-1-1 0,1 0 0,-1 0 0,1 0 1,-1 0-1,1 0 0,-1 0 0,0 0 0,0-1 0,1 1 0,-1 0 0,0 0 1,0 0-1,0-1 0,-1 2 0,-6 2-6764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34.8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711 99 24575,'0'0'0,"0"0"0,0 0 0,0 0 0,-1 0 0,1 0 0,0 0 0,0 0 0,0 0 0,0 0 0,0 0 0,0 0 0,0 0 0,0 0 0,0 0 0,0 0 0,0 0 0,0 0 0,-1 0 0,1-1 0,0 1 0,0 0 0,0 0 0,0 0 0,0 0 0,0 0 0,0 0 0,0 0 0,0 0 0,0 0 0,0 0 0,0 0 0,0 0 0,0 0 0,0 0 0,0-1 0,0 1 0,0 0 0,0 0 0,0 0 0,0 0 0,0 0 0,0 0 0,0 0 0,0 0 0,0 0 0,0 0 0,0 0 0,0-1 0,0 1 0,0 0 0,0 0 0,0 0 0,0 0 0,0 0 0,0 0 0,0 0 0,0 0 0,0 0 0,0 0 0,0 0 0,1 0 0,-1 0 0,0 0 0,0 0 0,0 0 0,0 0 0,0-1 0,0 1 0,-11 1 0,-16 6 0,24-6 0,-27 4 0,0-1 0,-1-1 0,1-2 0,-43-3 0,10 0 0,-242 2 0,309 0 0,-1-1 0,1 0 0,0 0 0,-1 0 0,1-1 0,-1 1 0,6-4 0,9-3 0,28-9 0,-14 7 0,0-2 0,-1-2 0,34-19 0,-51 26 0,-20 16 0,-19 15 0,13-15 0,0-1 0,-1 0 0,0-1 0,0-1 0,-1 0 0,-14 5 0,-87 17 0,48-14 0,63-13 0,0 1 0,0-1 0,0 0 0,0 1 0,1 0 0,-1 0 0,1 0 0,-1 0 0,1 1 0,0-1 0,-5 6 0,6-6 0,1-1 0,0 1 0,0 0 0,-1 0 0,1-1 0,1 1 0,-1 0 0,0 0 0,0 0 0,1 0 0,-1 0 0,1 0 0,0 0 0,-1 1 0,1-1 0,0 0 0,0 0 0,0 0 0,1 0 0,-1 0 0,0 0 0,1 0 0,-1 0 0,2 3 0,0-2 0,-1-1 0,0 0 0,1 0 0,-1 0 0,1 0 0,-1 0 0,1 0 0,0 0 0,0 0 0,0-1 0,0 1 0,0-1 0,0 0 0,1 1 0,-1-1 0,0 0 0,1 0 0,-1 0 0,1-1 0,-1 1 0,1-1 0,2 1 0,8 0 0,-1 0 0,1 0 0,16-3 0,-6 1 0,78 0-1365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36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72 24575,'-1'-2'0,"0"1"0,0-1 0,-1 1 0,1-1 0,1 0 0,-1 0 0,0 0 0,0 1 0,1-1 0,-1 0 0,1 0 0,-1 0 0,1-3 0,1 6 0,0 0 0,0 0 0,0 1 0,0-1 0,0 0 0,0 0 0,-1 0 0,1 1 0,1 1 0,3 10 0,-1 0 0,0 0 0,0 0 0,1 15 0,-2-9 0,8 21 0,-3-11 0,-8-23 0,2 0 0,-1 0 0,1-1 0,0 1 0,0 0 0,0-1 0,1 1 0,0-1 0,7 10 0,-9-15 0,-1 1 0,1 0 0,0-1 0,0 1 0,0 0 0,0-1 0,0 1 0,-1-1 0,1 1 0,0-1 0,0 0 0,0 1 0,1-1 0,-1 0 0,0 0 0,0 1 0,0-1 0,0 0 0,0 0 0,2-1 0,-1 1 0,0-1 0,0 1 0,0-1 0,0 0 0,0 0 0,-1 0 0,1 0 0,0 0 0,0 0 0,1-2 0,2-2 0,1 0 0,-2 0 0,1-1 0,0 0 0,3-7 0,-3 6 0,-1-2 0,-1 1 0,1 0 0,-2-1 0,1 0 0,-1 0 0,0 0 0,1-13 0,-2-8 0,-2-37 0,-1 19 0,2 48 0,0-1 0,0 0 0,0 1 0,0-1 0,0 0 0,0 1 0,0-1 0,0 0 0,0 1 0,1-1 0,-1 0 0,0 0 0,0 1 0,1-1 0,-1 1 0,0-1 0,1-1 0,0 2 0,-1 0 0,0 0 0,1 0 0,-1 0 0,0 0 0,1 0 0,-1 0 0,0 0 0,1 0 0,-1 0 0,0 0 0,0 1 0,1-1 0,-1 0 0,0 0 0,1 0 0,-1 0 0,0 0 0,0 1 0,1-1 0,-1 0 0,0 0 0,0 0 0,0 1 0,1-1 0,-1 1 0,17 23 0,-15-21 0,12 19 0,0 0 0,2-2 0,0 0 0,1 0 0,20 17 0,-25-27 0,-3-1 0,1-1 0,1 0 0,13 8 0,-22-15 0,1 1 0,0-1 0,0 0 0,0 1 0,0-1 0,0-1 0,0 1 0,0 0 0,0-1 0,0 0 0,0 1 0,0-1 0,0 0 0,0-1 0,1 1 0,-1 0 0,0-1 0,5-1 0,-6 1 0,0-1 0,0 1 0,0 0 0,0 0 0,-1-1 0,1 1 0,0-1 0,-1 1 0,1-1 0,-1 0 0,1 0 0,-1 0 0,0 0 0,0 0 0,0 0 0,0 0 0,0 0 0,0 0 0,-1 0 0,1 0 0,-1-1 0,1 1 0,-1 0 0,0 0 0,0-5 0,0-1 0,-1 0 0,1 0 0,-2 1 0,1-1 0,-1 0 0,-3-8 0,-9-17 0,9 21 0,0 0 0,-6-24 0,13 34 0,3 4 0,7 7 0,-11-9 0,50 43 0,-28-23 0,2 0 0,31 19 0,-36-27-341,0 1 0,-1 1-1,27 25 1,-34-27-6485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43.9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1204 45 24575,'12'-3'0,"0"0"0,23-2 0,-26 5 0,1-2 0,0 1 0,-1-1 0,0-1 0,13-4 0,-45 4 0,-61-4 0,0-1 0,8 7 0,-136 3 0,86 12 0,83-9 0,-94 5 0,-156-10 0,300 0 0,1 2 0,-1-1 0,14 4 0,-1 1 0,24 3 0,94 25 0,-114-27 0,0 2 0,-1 0 0,37 21 0,-56-27 0,0-1 0,0 1 0,-1 0 0,1 0 0,0 0 0,-1 1 0,0-1 0,0 1 0,0 0 0,0-1 0,-1 1 0,1 1 0,-1-1 0,3 8 0,-3-7 0,-1 1 0,0-1 0,0 1 0,-1 0 0,1-1 0,-1 1 0,-1 0 0,1-1 0,-1 1 0,0-1 0,-1 7 0,-2 0 0,0-1 0,-1 1 0,-1-1 0,1 1 0,-2-2 0,0 1 0,0-1 0,0 0 0,-2 0 0,-13 13 0,-4-2 0,-1-1 0,-1-1 0,-59 28 0,41-22 0,-8 6 0,0 3 0,-52 45 0,93-68 0,2 1 0,-1 0 0,-15 22 0,15-17 0,-5 2 0,-26 25 0,17-20 0,26-23 0,-1-1 0,0 1 0,1-1 0,-1 1 0,1 0 0,-1-1 0,1 1 0,-1 0 0,1-1 0,-1 1 0,1 0 0,0-1 0,-1 1 0,1 0 0,0 0 0,0 0 0,-1-1 0,1 1 0,0 0 0,0 1 0,0-2 0,0 1 0,1-1 0,-1 0 0,0 1 0,1-1 0,-1 1 0,0-1 0,1 0 0,-1 1 0,0-1 0,1 0 0,-1 1 0,1-1 0,-1 0 0,1 0 0,-1 0 0,1 1 0,-1-1 0,1 0 0,-1 0 0,1 0 0,-1 0 0,1 0 0,4 1 0,0-1 0,-1 0 0,1 0 0,0 0 0,7-2 0,135-14 0,-98 13 0,81-9 0,260-11 0,-354 24 0,-22 0 0,0 0 0,0-1 0,0-1 0,19-3 0,-33 4 0,0 0 0,0 0 0,0 0 0,0 0 0,1 0 0,-1 0 0,0 0 0,0 0 0,0 0 0,0 0 0,1 0 0,-1 0 0,0 0 0,0 0 0,0 0 0,1 0 0,-1 0 0,0 0 0,0 0 0,0-1 0,0 1 0,0 0 0,1 0 0,-1 0 0,0 0 0,0 0 0,0 0 0,0-1 0,0 1 0,0 0 0,1 0 0,-1 0 0,0 0 0,0-1 0,0 1 0,0 0 0,0 0 0,0 0 0,0 0 0,0-1 0,0 1 0,0 0 0,0 0 0,0 0 0,0 0 0,0-1 0,-9-4 0,-17-2 0,26 7 0,-36-7-1365,20 5-5461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44.1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 24575,'8'-2'0,"2"1"0,1 4 0,3 3 0,0 3 0,1 3 0,-1 2 0,-1-2-8191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44.5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10 24575,'3'-5'0,"3"1"0,0 3 0,0 5 0,-2 4 0,-1 3 0,-2 2 0,0-1-8191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51.8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364 89 24575,'11'-3'0,"0"0"0,-1-1 0,1-1 0,12-6 0,-22 10 0,-1 1 0,0 0 0,1 0 0,-1 0 0,1-1 0,-1 1 0,1 0 0,-1 0 0,0-1 0,1 1 0,-1 0 0,0-1 0,1 1 0,-1-1 0,0 1 0,1 0 0,-1-1 0,0 1 0,0-1 0,0 1 0,1-1 0,-1 1 0,0-1 0,0 1 0,0-1 0,0 1 0,0 0 0,0-1 0,0 1 0,0-1 0,0 1 0,0-1 0,0 1 0,0-2 0,-1 1 0,0 0 0,0 0 0,0 0 0,0 0 0,0 0 0,0 0 0,0 0 0,0 0 0,0 1 0,0-1 0,-3-1 0,-4-1 0,0-1 0,-17-3 0,-66-7 0,64 10 0,0 1 0,1 2 0,-52 4 0,67-1 0,0 0 0,1 1 0,-1 0 0,1 1 0,0 0 0,0 0 0,-12 8 0,19-10 0,0 0 0,0 1 0,1 0 0,-1-1 0,1 1 0,-1 0 0,1 0 0,0 0 0,0 0 0,0 1 0,1-1 0,-1 0 0,1 1 0,0-1 0,0 1 0,0 0 0,0-1 0,0 5 0,0 2 0,1 0 0,-1-1 0,2 1 0,-1 0 0,4 17 0,-3-23 0,0 0 0,0 0 0,1-1 0,-1 1 0,1 0 0,0-1 0,0 1 0,0-1 0,0 0 0,1 1 0,-1-1 0,1-1 0,5 6 0,-3-4 0,1-1 0,-1 1 0,1-1 0,0 0 0,0 0 0,0-1 0,12 3 0,-4-2 0,0 0 0,1-2 0,0 1 0,-1-2 0,1 0 0,28-5 0,-33 4 0,0-1 0,1-1 0,-1 0 0,0 0 0,-1-1 0,1-1 0,-1 1 0,0-2 0,13-8 0,-17 10 0,0 0 0,0-1 0,0 0 0,-1 0 0,1 0 0,-1-1 0,0 0 0,-1 1 0,1-1 0,-1 0 0,-1-1 0,1 1 0,-1 0 0,0-1 0,2-8 0,0 1 0,-4 14 0,0 0 0,0 0 0,0 0 0,0 0 0,0 0 0,0 0 0,0 0 0,0 0 0,1 0 0,-1 0 0,0 0 0,0 0 0,0 0 0,0 0 0,0-1 0,0 1 0,0 0 0,1 0 0,-1 0 0,0 0 0,0 0 0,0 1 0,0-1 0,0 0 0,0 0 0,0 0 0,0 0 0,1 0 0,-1 0 0,0 0 0,0 0 0,0 0 0,0 0 0,0 0 0,0 0 0,0 0 0,0 0 0,0 0 0,1 1 0,-1-1 0,0 0 0,0 0 0,0 0 0,0 0 0,0 0 0,0 0 0,0 0 0,0 0 0,0 1 0,9 23 0,-5-10 0,-1-7-80,0 1 0,1-1-1,0 0 1,1-1 0,-1 1-1,1-1 1,0 0 0,1 0-1,-1 0 1,1-1 0,0 0 0,1 0-1,-1 0 1,1-1 0,0 0-1,8 3 1,-6-4-6746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52.5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346 10 24575,'-89'7'0,"-2"1"0,64-9-341,0-1 0,1-1-1,-47-12 1,60 11-6485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53.4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26 24575,'1'7'0,"0"0"0,1 0 0,-1-1 0,2 1 0,-1-1 0,1 1 0,0-1 0,4 8 0,-3-7 0,1 1 0,0-1 0,0 0 0,0-1 0,1 1 0,0-1 0,7 6 0,-12-11 0,0-1 0,-1 1 0,1-1 0,0 1 0,0-1 0,0 1 0,-1-1 0,1 1 0,0-1 0,0 0 0,0 0 0,0 1 0,0-1 0,0 0 0,0 0 0,0 0 0,0 0 0,1 0 0,-2 0 0,1-1 0,0 1 0,-1 0 0,1-1 0,-1 1 0,1-1 0,-1 1 0,1-1 0,-1 1 0,1-1 0,-1 1 0,1-1 0,-1 1 0,0-1 0,1 1 0,-1-1 0,0 0 0,1 1 0,-1-2 0,2-4 0,-1 0 0,0-1 0,0 1 0,-1-11 0,1 0 0,1 7 0,-2 7 0,0-1 0,0 1 0,1 0 0,0 0 0,-1 0 0,1 0 0,0 1 0,0-1 0,1 0 0,-1 0 0,0 0 0,4-4 0,-4 7 0,0 0 0,0-1 0,-1 1 0,1 0 0,0 0 0,0 0 0,0 0 0,-1 0 0,1 0 0,0 0 0,0 0 0,0 0 0,-1 0 0,1 0 0,0 1 0,0-1 0,-1 0 0,1 1 0,0-1 0,0 0 0,-1 1 0,1-1 0,0 1 0,-1-1 0,2 2 0,17 16 0,-17-16 0,15 17 0,-6-7 0,0-1 0,0 0 0,22 16 0,-30-25 0,0 0 0,0 0 0,0 0 0,0-1 0,0 1 0,0-1 0,0 0 0,1 0 0,-1 0 0,0 0 0,1-1 0,-1 1 0,1-1 0,-1 0 0,1 0 0,-1 0 0,1 0 0,-1-1 0,0 0 0,1 1 0,-1-1 0,5-2 0,-6 1 0,1 1 0,-1-1 0,0 0 0,0 0 0,-1 0 0,1 0 0,0 0 0,-1 0 0,1 0 0,-1-1 0,0 1 0,1 0 0,-1-1 0,0 1 0,-1-1 0,1 0 0,1-3 0,0-7 0,0 0 0,1-15 0,-3 24 0,0 0 0,1-1 0,0 1 0,0 0 0,0 0 0,0-1 0,0 1 0,3-4 0,-3 7 0,-1 0 0,1 0 0,0 0 0,-1 0 0,1 0 0,0 1 0,0-1 0,-1 0 0,1 1 0,0-1 0,0 1 0,0-1 0,0 1 0,0-1 0,0 1 0,0-1 0,0 1 0,0 0 0,0 0 0,0-1 0,0 1 0,0 0 0,0 0 0,0 0 0,0 0 0,0 0 0,0 1 0,0-1 0,0 0 0,0 0 0,0 1 0,0-1 0,0 0 0,0 1 0,0-1 0,0 1 0,0-1 0,0 1 0,1 1 0,21 13 0,30 26 0,-18-13 0,-31-26-136,-1 1-1,0-1 1,0 1-1,0 0 1,0 0-1,0 0 1,-1 0-1,1 0 0,2 5 1,-2 1-6690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54.7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 74 24575,'-1'-1'0,"0"0"0,1 0 0,-1-1 0,0 1 0,0 0 0,1-1 0,-1 1 0,0-1 0,1 1 0,0-1 0,-1 1 0,1-1 0,0 1 0,0-1 0,-1 1 0,1-1 0,1 1 0,-1-1 0,0 1 0,0-1 0,0 1 0,1-1 0,-1 1 0,1-1 0,-1 1 0,1-1 0,0 1 0,-1 0 0,1-1 0,0 1 0,0 0 0,0 0 0,0 0 0,0-1 0,0 1 0,0 0 0,1 0 0,-1 1 0,0-1 0,0 0 0,1 0 0,-1 1 0,3-2 0,3-1 0,0 0 0,0 1 0,0 0 0,1 0 0,-1 0 0,1 1 0,11-1 0,-8 2 0,-1 1 0,1 0 0,0 0 0,-1 1 0,0 0 0,1 1 0,-1 0 0,0 1 0,-1 0 0,1 0 0,9 7 0,-13-8 0,-1 0 0,0 1 0,0 0 0,0 0 0,-1 0 0,0 1 0,1 0 0,-1 0 0,-1 0 0,1 0 0,-1 0 0,0 1 0,0-1 0,-1 1 0,1 0 0,-1 0 0,0 0 0,-1 0 0,2 11 0,-2-1 0,-1 0 0,-1 0 0,0-1 0,-1 1 0,-5 21 0,-1-8 0,-1-2 0,-13 28 0,20-53 0,1 1 0,0 0 0,0-1 0,0 1 0,1 0 0,-1 0 0,1 0 0,-1 0 0,1 0 0,0 0 0,0 4 0,1-5 0,-1-1 0,1 1 0,-1-1 0,1 1 0,0-1 0,0 1 0,0-1 0,-1 0 0,1 1 0,1-1 0,-1 0 0,0 0 0,0 0 0,0 0 0,1 0 0,-1 0 0,0 0 0,1 0 0,-1 0 0,1-1 0,2 2 0,3 1 0,1-1 0,-1 0 0,1 0 0,0-1 0,0 0 0,-1 0 0,1-1 0,13-1 0,5-2 0,31-8 0,-10 2 0,-33 7-117,3-1 243,21-5-1,-34 7-250,0 0 0,0-1 0,-1 1 0,1-1 0,-1 0 0,1 0 1,-1 0-1,1 0 0,-1-1 0,0 1 0,3-5 0,1-1-6701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55.0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344 9 24575,'-29'-2'0,"-13"-2"0,-1 1 0,4 3 0,6 2 0,7 0 0,5 0 0,3-1 0,3 3 0,-1 0 0,-1-1 0,1 0 0,0-1 0,3-1-8191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56.1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60 24575,'-1'-1'0,"0"-1"0,0 1 0,0-1 0,0 1 0,-1-1 0,1 1 0,0 0 0,-3-2 0,4 3 0,0 0 0,0 0 0,0 0 0,0 0 0,0 0 0,0 0 0,-1 0 0,1 0 0,0 0 0,0 0 0,0 0 0,0 0 0,0 0 0,0 0 0,0 0 0,0 0 0,0 0 0,0 0 0,-1 0 0,1 0 0,0 0 0,0 0 0,0 0 0,0 0 0,0 0 0,0 0 0,0 0 0,0 0 0,0 0 0,0 0 0,0 0 0,-1 0 0,1 0 0,0 0 0,0 1 0,0-1 0,0 0 0,0 0 0,0 0 0,0 0 0,0 0 0,0 0 0,0 0 0,0 0 0,0 0 0,0 0 0,0 1 0,0-1 0,0 0 0,2 12 0,3 2 0,0 1 0,1-1 0,0 0 0,10 14 0,-12-22 0,0 0 0,0 0 0,1 0 0,0 0 0,0-1 0,0 0 0,1 0 0,0 0 0,0-1 0,10 6 0,-15-9 0,0-1 0,0 1 0,0 0 0,0-1 0,0 0 0,0 1 0,0-1 0,0 0 0,1 1 0,-1-1 0,0 0 0,0 0 0,0 0 0,0 0 0,1 0 0,-1 0 0,0 0 0,0-1 0,0 1 0,0 0 0,1-1 0,-1 1 0,0-1 0,0 1 0,1-2 0,0 1 0,-1-1 0,0 1 0,0-1 0,0 1 0,0-1 0,0 0 0,0 1 0,-1-1 0,1 0 0,0 0 0,-1 1 0,0-1 0,1 0 0,-1 0 0,0-3 0,-1-100 0,1 105 0,0-1 0,0 0 0,0 0 0,0 0 0,0 0 0,0 1 0,0-1 0,0 0 0,1 0 0,-1 1 0,0-1 0,0 0 0,1 0 0,-1 1 0,1-1 0,-1 0 0,1 1 0,-1-1 0,1 0 0,-1 1 0,1-1 0,-1 1 0,1-1 0,0 1 0,-1-1 0,2 0 0,-1 1 0,1 0 0,-1 0 0,0 0 0,0 0 0,1 0 0,-1 0 0,0 0 0,0 1 0,1-1 0,-1 0 0,0 1 0,0-1 0,0 1 0,0-1 0,2 2 0,4 3 0,0 0 0,0 1 0,10 9 0,-2-2 0,-1-1 0,2-1 0,0-1 0,0 0 0,20 8 0,-35-17 0,0 0 0,0-1 0,0 1 0,0-1 0,0 1 0,1-1 0,-1 1 0,0-1 0,0 0 0,1 0 0,-1 0 0,0 1 0,0-1 0,1 0 0,-1-1 0,0 1 0,0 0 0,1 0 0,-1 0 0,0-1 0,0 1 0,3-2 0,-3 1 0,1 0 0,-1 0 0,0-1 0,0 1 0,0 0 0,0-1 0,0 1 0,0-1 0,0 1 0,0-1 0,0 0 0,-1 1 0,1-1 0,0-2 0,1-7 0,-1 0 0,0 1 0,0-1 0,-1-12 0,0 21 0,-1-7 0,1 3 0,0 1 0,0-1 0,0 0 0,1 1 0,-1-1 0,3-7 0,-3 12 0,1 0 0,-1 0 0,1 0 0,-1 0 0,1 0 0,0 0 0,0 0 0,-1 0 0,1 0 0,0 0 0,0 1 0,0-1 0,0 0 0,0 0 0,0 1 0,0-1 0,0 1 0,0-1 0,0 1 0,0-1 0,0 1 0,0-1 0,1 1 0,-1 0 0,0 0 0,0 0 0,0 0 0,1 0 0,-1 0 0,0 0 0,0 0 0,0 0 0,1 0 0,-1 1 0,0-1 0,1 1 0,18 5 0,-1 1 0,0 1 0,0 0 0,24 16 0,7 3 0,-10-9-59,-28-13-128,1 0 1,-1 1-1,0 0 0,0 1 1,-1 0-1,17 15 1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46.4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24575,'2'11'0,"0"-1"0,1 1 0,0-1 0,1 0 0,6 13 0,7 21 0,-16-41 0,1 1 0,-1-1 0,1 1 0,-1-1 0,5 6 0,-6-9 0,0 0 0,0 1 0,1-1 0,-1 1 0,0-1 0,1 0 0,-1 1 0,1-1 0,-1 0 0,0 1 0,1-1 0,-1 0 0,1 0 0,-1 1 0,1-1 0,-1 0 0,1 0 0,-1 0 0,1 0 0,-1 0 0,1 0 0,-1 0 0,1 0 0,-1 0 0,1 0 0,-1 0 0,1 0 0,-1 0 0,1 0 0,-1 0 0,1 0 0,-1 0 0,1-1 0,-1 1 0,0 0 0,1 0 0,-1-1 0,1 1 0,-1 0 0,0 0 0,1-1 0,-1 1 0,1-1 0,-1 1 0,0 0 0,0-1 0,1 1 0,-1-1 0,0 1 0,0-1 0,1 0 0,4-7 0,0-1 0,-1-1 0,0 1 0,4-13 0,-4 10 0,0 0 0,8-13 0,-11 23 0,0 1 0,0 0 0,0-1 0,0 1 0,0 0 0,0-1 0,0 1 0,0 0 0,1 0 0,-1 0 0,0 0 0,1 0 0,-1 0 0,1 1 0,-1-1 0,1 0 0,0 1 0,-1-1 0,3 1 0,-1-1 0,1 1 0,-1 0 0,0 0 0,1 0 0,-1 1 0,0-1 0,0 1 0,1 0 0,3 1 0,2 2 0,0 0 0,0 1 0,-1-1 0,0 2 0,15 11 0,27 33 0,-40-38 0,1 0 0,1-1 0,0 0 0,0-1 0,27 17 0,-38-27 0,-1 0 0,1 1 0,-1-1 0,1 0 0,0 0 0,-1 1 0,1-1 0,0 0 0,-1 0 0,1 0 0,-1 0 0,1 0 0,0 0 0,-1 0 0,1 0 0,0 0 0,-1 0 0,1 0 0,0-1 0,-1 1 0,1 0 0,-1 0 0,1-1 0,0 1 0,-1 0 0,1-1 0,1 0 0,-1-1 0,0 1 0,0 0 0,0 0 0,0-1 0,-1 1 0,1-1 0,0 1 0,0-1 0,0-1 0,1-5 0,0 1 0,-1 0 0,1-12 0,-2 1 0,-1 15 0,1 0 0,0-1 0,0 1 0,0 0 0,0 0 0,0-1 0,1 1 0,-1 0 0,1 0 0,0 0 0,0-1 0,2-4 0,-2 8 0,-1 0 0,1-1 0,-1 1 0,1 0 0,-1 0 0,1 0 0,-1-1 0,1 1 0,-1 0 0,1 0 0,-1 0 0,1 0 0,0 0 0,-1 0 0,1 0 0,-1 0 0,1 0 0,-1 0 0,1 0 0,-1 1 0,1-1 0,-1 0 0,1 0 0,-1 0 0,1 1 0,-1-1 0,1 1 0,16 10 0,-12-8 0,87 52 0,-38-25 0,-40-22-1365,-2-2-5461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3:47.6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54 24575,'1'4'0,"-1"1"0,1-1 0,0 1 0,1-1 0,-1 1 0,1-1 0,0 0 0,2 5 0,-2-6 0,0 1 0,0-1 0,-1 0 0,0 1 0,0-1 0,0 0 0,0 1 0,0-1 0,0 1 0,-1 0 0,0-1 0,0 1 0,0 5 0,-3-4 0,0-7 0,-1-11 0,5 7 0,-1-1 0,1 1 0,0-1 0,1 1 0,-1 0 0,1 0 0,0-1 0,1 1 0,0 0 0,0 1 0,0-1 0,0 0 0,1 1 0,0 0 0,0 0 0,1 0 0,-1 0 0,1 1 0,0 0 0,10-7 0,-12 9 0,1 0 0,-1 0 0,0 0 0,1 0 0,-1 1 0,1 0 0,-1-1 0,1 1 0,-1 1 0,1-1 0,0 0 0,0 1 0,-1 0 0,1 0 0,0 0 0,0 0 0,-1 1 0,1-1 0,0 1 0,-1 0 0,1 0 0,0 0 0,-1 1 0,1-1 0,-1 1 0,0 0 0,0 0 0,0 0 0,0 0 0,0 1 0,0-1 0,0 1 0,-1 0 0,1 0 0,-1 0 0,4 6 0,43 66-1365,-44-66-5461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4:10.1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215 1 24575,'-2'2'0,"-4"1"0,-3 0 0,-7 0 0,-1 1 0,0 0 0,0 0 0,1-1 0,0-1 0,1-1 0,1-1 0,-1 0 0,1 0 0,-1 0 0,1 0 0,2 0-8191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4:10.5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242 0 24575,'-7'0'0,"-6"0"0,-2 3 0,-1 0 0,-1 0 0,-2 0 0,0-2 0,1 0 0,-2 0 0,0-1 0,-2 0 0,2 0 0,0 0 0,5 0-8191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4:12.0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567 61 24575,'-22'-12'0,"0"1"0,-32-12 0,44 20 0,0 0 0,0 0 0,0 1 0,0 1 0,-1 0 0,1 0 0,0 1 0,-16 1 0,24-1 0,1 1 0,0-1 0,-1 0 0,1 1 0,-1 0 0,1-1 0,0 1 0,-1 0 0,1-1 0,0 1 0,0 0 0,0 0 0,0 0 0,0 0 0,0 0 0,0 1 0,0-1 0,0 0 0,0 0 0,0 0 0,1 1 0,-1-1 0,0 1 0,1-1 0,0 0 0,-1 1 0,1-1 0,0 1 0,-1 1 0,0 7 0,1-1 0,0 0 0,2 17 0,-1-10 0,0-6 0,-1-1 0,0 1 0,0-1 0,-1 1 0,0-1 0,-1 0 0,0 1 0,0-1 0,-1 0 0,-5 10 0,6-14 0,-1 0 0,1 0 0,-1-1 0,0 1 0,-1-1 0,1 1 0,-1-1 0,0 0 0,0-1 0,0 1 0,0-1 0,-1 1 0,0-1 0,1-1 0,-1 1 0,0-1 0,0 1 0,0-1 0,-1-1 0,1 1 0,0-1 0,-1 0 0,1 0 0,-1-1 0,1 1 0,-8-2 0,-13 2 0,-64-3 0,87 2 0,0-1 0,0 1 0,0-1 0,0 0 0,0 0 0,0 0 0,0 0 0,0 0 0,1-1 0,-1 1 0,0-1 0,1 1 0,-1-1 0,1 0 0,-3-3 0,2 1 0,1 1 0,-1-1 0,1 0 0,0 1 0,0-1 0,0 0 0,0-1 0,1 1 0,-2-7 0,0-2 0,2-1 0,-1 0 0,2 0 0,0 0 0,3-22 0,-3 35 0,0 0 0,0 0 0,0 0 0,0 0 0,0 0 0,1 0 0,-1 0 0,0 0 0,1 0 0,-1 0 0,1 0 0,-1 0 0,1 0 0,-1 0 0,1 0 0,-1 1 0,1-1 0,0 0 0,-1 0 0,1 1 0,0-1 0,0 1 0,0-1 0,0 0 0,-1 1 0,1-1 0,0 1 0,0 0 0,0-1 0,0 1 0,0 0 0,0 0 0,0-1 0,0 1 0,0 0 0,0 0 0,0 0 0,0 0 0,0 0 0,0 1 0,0-1 0,0 0 0,2 1 0,4 1 0,1 1 0,-1-1 0,0 2 0,11 5 0,-11-5 0,38 19 0,1-2 0,1-2 0,1-2 0,1-3 0,55 11 0,-80-21 0,11 3 0,0-1 0,0-2 0,57 0 0,-90-4 0,0 0 0,0 0 0,0 0 0,1 0 0,-1-1 0,0 1 0,0-1 0,0 0 0,0 1 0,0-1 0,0 0 0,0 0 0,-1 0 0,1 0 0,0-1 0,0 1 0,-1 0 0,1-1 0,-1 1 0,1-1 0,-1 0 0,0 1 0,1-1 0,-1 0 0,0 0 0,0 0 0,0 0 0,-1 0 0,1 0 0,0 0 0,-1 0 0,1 0 0,-1 0 0,0 0 0,0 0 0,0 0 0,0 0 0,0-1 0,0 1 0,0 0 0,-1 0 0,1 0 0,-1 0 0,1 0 0,-1 0 0,-1-2 0,0-1 8,-1 0 0,0 0-1,0 1 1,0-1 0,-1 1-1,1 0 1,-1 0 0,0 1-1,0-1 1,-1 1-1,1-1 1,-1 1 0,1 1-1,-7-4 1,-9-3-448,0 1 0,-24-6 0,41 13 280,-15-5-6666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4:21.4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41 24575,'0'-1'0,"1"0"0,-1 1 0,1-1 0,-1 0 0,1 0 0,-1 1 0,1-1 0,-1 0 0,0 0 0,0 0 0,1 1 0,-1-1 0,0 0 0,0 0 0,0 0 0,0-1 0,0 2 0,2 9 0,72 199 0,-74-206 0,1-1 0,0 0 0,-1 0 0,1 0 0,0 0 0,-1 1 0,1-1 0,0 0 0,0 0 0,0-1 0,0 1 0,2 2 0,-3-3 0,0 0 0,0 0 0,0 0 0,1 0 0,-1 0 0,0 0 0,0 0 0,0 0 0,0 0 0,0 0 0,0 0 0,1 0 0,-1 0 0,0 0 0,0 0 0,0 0 0,0 0 0,0 0 0,1 0 0,-1 0 0,0 0 0,0 0 0,0 0 0,0 0 0,0 0 0,0 0 0,1-1 0,-1 1 0,0 0 0,0 0 0,0 0 0,0 0 0,0 0 0,0 0 0,0 0 0,0-1 0,0 1 0,1 0 0,-1-12 0,-4-5 0,0 1 0,-1-1 0,-1 1 0,-15-29 0,4 7 0,2 7 0,-11-34 0,26 65 0,62 171 0,-41-131 75,-14-29-555,0 1 0,7 17 0,-11-19-6346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4:48.1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378 16 24575,'-3'2'0,"-2"1"0,-4 0 0,-2 0 0,-3-1 0,-2-1 0,-27-5 0,-8-3 0,3 1 0,6 1 0,8 1 0,8 2 0,5 1 0,4 2 0,3 3 0,1-1 0,2 0-8191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4:48.4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296 41 24575,'-27'-7'0,"-11"-3"0,-2 0 0,3 3 0,6 2 0,6 4 0,4 2 0,4 4 0,-1 1 0,1-1 0,3 1 0,4 0-8191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4:50.1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1149 0 24575,'98'0'0,"-173"7"0,12-1 0,-334-3 0,217-5 0,106 2 0,-93 1 0,125 1 0,-80 16 0,108-16 0,1 1 0,0 1 0,0 0 0,0 1 0,0 0 0,-22 13 0,34-17 0,0-1 0,0 0 0,1 1 0,-1-1 0,0 1 0,1-1 0,-1 1 0,0 0 0,1-1 0,-1 1 0,1-1 0,-1 1 0,1 0 0,-1 0 0,1-1 0,-1 1 0,1 0 0,0 0 0,-1 0 0,1-1 0,0 1 0,0 0 0,0 0 0,0 0 0,0 0 0,0 1 0,0-1 0,1 0 0,-1 0 0,1 0 0,0 0 0,-1 0 0,1 0 0,0-1 0,0 1 0,0 0 0,0 0 0,0-1 0,0 1 0,0-1 0,0 1 0,0 0 0,2 0 0,6 2 0,1 0 0,-1-1 0,13 2 0,-22-4 0,111 17 0,240 49 0,-329-60 0,-1 0 0,-1 2 0,23 12 0,-37-17 0,0 0 0,-1 0 0,1 0 0,-1 1 0,0 0 0,0 0 0,-1 1 0,1-1 0,-1 1 0,0 0 0,0 0 0,0 1 0,-1-1 0,0 1 0,4 8 0,-6-10 0,0 0 0,0 0 0,-1 0 0,1 0 0,-1 0 0,0 0 0,0 0 0,0 0 0,0 0 0,-1 0 0,0 0 0,0 0 0,0 0 0,-1 4 0,-1-2 0,0 0 0,0 0 0,-1 0 0,0-1 0,0 1 0,0-1 0,-9 9 0,-2-2 0,-1 1 0,0-2 0,-1 0 0,-32 15 0,1-6 0,-2-1 0,-69 16 0,22-8 0,77-21 0,-53 18 0,62-19 0,0 0 0,0 0 0,0 1 0,-12 10 0,22-16 0,0 1 0,0 0 0,0-1 0,0 1 0,0 0 0,0 0 0,1 0 0,-1 0 0,0-1 0,0 1 0,1 0 0,-1 0 0,1 0 0,-1 0 0,1 1 0,-1-1 0,1 0 0,0 0 0,0 0 0,-1 2 0,1-2 0,1 0 0,-1 0 0,0 0 0,1 0 0,-1-1 0,0 1 0,1 0 0,-1 0 0,1 0 0,-1-1 0,1 1 0,0 0 0,-1 0 0,1-1 0,0 1 0,0-1 0,-1 1 0,1 0 0,1 0 0,3 1 0,0 0 0,0 1 0,0-2 0,1 1 0,-1 0 0,1-1 0,6 1 0,295 12 54,0-21-721,-287 6 536,239-13-1104,-228 11-4977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4:51.5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 0 24575,'0'0'0,"0"0"0,0 0 0,0 0 0,0 0 0,0 0 0,0 0 0,0 0 0,0 1 0,0-1 0,0 0 0,0 0 0,0 0 0,0 0 0,0 0 0,0 0 0,0 0 0,0 0 0,0 0 0,0 0 0,0 0 0,0 0 0,0 0 0,0 0 0,-1 0 0,1 0 0,0 0 0,0 0 0,0 0 0,0 0 0,0 0 0,0 0 0,0 0 0,0 0 0,0 0 0,0 0 0,0 0 0,0 1 0,0-1 0,0 0 0,0 0 0,0 0 0,0-1 0,-1 1 0,1 0 0,0 0 0,0 0 0,0 0 0,0 0 0,0 0 0,0 0 0,0 0 0,3 11 0,8 16 0,-10-25 0,8 23 0,-6-15 0,1-1 0,0 0 0,0 0 0,0 0 0,1-1 0,11 14 0,-16-21 0,1-1 0,-1 1 0,1 0 0,-1-1 0,1 1 0,0-1 0,0 1 0,-1 0 0,1-1 0,0 0 0,0 1 0,-1-1 0,1 0 0,0 1 0,0-1 0,0 0 0,0 0 0,-1 0 0,1 1 0,0-1 0,0 0 0,0 0 0,0 0 0,0-1 0,0 1 0,1 0 0,0-1 0,-1 0 0,1 0 0,-1 0 0,0 0 0,1 0 0,-1 0 0,0 0 0,1 0 0,-1 0 0,0-1 0,1 0 0,2-4 0,0 0 0,-1 0 0,0 0 0,0 0 0,3-11 0,-4 10 0,0-1 0,-1 0 0,0-14 0,1-3 0,-2 25 0,0 0 0,0 0 0,0 0 0,0-1 0,0 1 0,0 0 0,0 0 0,0 0 0,0-1 0,0 1 0,0 0 0,0 0 0,0 0 0,0 0 0,0-1 0,0 1 0,0 0 0,0 0 0,0 0 0,0 0 0,1 0 0,-1-1 0,0 1 0,0 0 0,0 0 0,0 0 0,0 0 0,1 0 0,-1 0 0,0 0 0,0 0 0,0-1 0,0 1 0,0 0 0,1 0 0,-1 0 0,6 5 0,6 13 0,-10-15 0,7 10 0,0-1 0,1 0 0,1 0 0,0-1 0,0-1 0,1 1 0,1-2 0,0 0 0,22 12 0,-31-19 0,0 0 0,0-1 0,0 1 0,0-1 0,0 0 0,0 0 0,1 0 0,5 0 0,-9-1 0,1 0 0,-1 0 0,0 0 0,0 0 0,1 0 0,-1 0 0,0-1 0,0 1 0,0-1 0,0 1 0,1-1 0,-1 1 0,0-1 0,0 0 0,0 1 0,0-1 0,0 0 0,-1 0 0,1 0 0,0 0 0,0 0 0,0 0 0,-1 0 0,1 0 0,0 0 0,-1 0 0,1 0 0,-1 0 0,0 0 0,1 0 0,-1-1 0,0 1 0,1-2 0,0-5 0,-1-1 0,0 1 0,0 0 0,-1 0 0,-2-14 0,-1-15 0,4 37 0,0 0 0,0-1 0,0 1 0,0 0 0,0-1 0,0 1 0,0 0 0,0-1 0,0 1 0,0 0 0,0 0 0,0-1 0,0 1 0,0 0 0,0-1 0,1 1 0,-1 0 0,0 0 0,0-1 0,0 1 0,0 0 0,1 0 0,-1-1 0,0 1 0,0 0 0,1 0 0,-1 0 0,0 0 0,0-1 0,1 1 0,-1 0 0,12 2 0,12 13 0,-21-14 0,52 35 0,40 29 0,-85-56-1365,-1 0-5461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4:51.91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302 26 24575,'-19'-5'0,"-10"-1"0,-2 0 0,3 1 0,2 1 0,4 4 0,3 2 0,2 1 0,2 0 0,1-1 0,0-1 0,0 0 0,1-1 0,-1 0 0,0 0 0,2 0-8191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4:52.1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333 60 24575,'-27'-7'0,"-13"-3"0,-4-1 0,2 0 0,6 2 0,5 3 0,7 3 0,4 1 0,4 1 0,1 2 0,2 1 0,0 5 0,2-1-8191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4:52.4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24575,'15'25'0,"7"10"0,2 4 0,0-2 0,-2-5 0,-5-5 0,-2-5 0,-4-4 0,-5-2 0,1-2 0,-2-3-8191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4:53.5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689 138 24575,'-232'-127'0,"229"125"0,0 1 0,0-1 0,0 1 0,0 0 0,0 0 0,0 0 0,-5-1 0,7 2 0,1 1 0,-1-1 0,0 0 0,0 0 0,1 0 0,-1 0 0,0 1 0,0-1 0,1 0 0,-1 1 0,0-1 0,1 1 0,-1-1 0,0 1 0,1-1 0,-1 1 0,1-1 0,-1 1 0,1-1 0,-1 1 0,1 0 0,-1-1 0,1 1 0,-1 0 0,1-1 0,0 1 0,0 0 0,-1 0 0,1 0 0,0-1 0,0 1 0,0 0 0,0 0 0,0 1 0,-4 27 0,-1 32 0,3-17 0,1-37 0,0 1 0,0 0 0,-1-1 0,0 1 0,0-1 0,-1 1 0,0-1 0,0 0 0,-7 11 0,8-15 0,-1 1 0,1-1 0,-1 0 0,0 0 0,0 0 0,0 0 0,-1 0 0,1-1 0,-1 0 0,1 1 0,-1-1 0,0-1 0,0 1 0,0 0 0,0-1 0,0 0 0,0 0 0,-8 1 0,0-1 0,1-2 0,0 1 0,0-1 0,0-1 0,0 0 0,0 0 0,0-1 0,0-1 0,-17-8 0,-7-5 0,-46-32 0,79 48 0,-6-4 0,-22-16 0,29 20 0,0 1 0,0-1 0,0 0 0,0 0 0,0 0 0,0 0 0,0 0 0,0-1 0,0 1 0,0 0 0,1 0 0,-1 0 0,1-1 0,-1 1 0,1 0 0,-1-1 0,1 1 0,0 0 0,-1-1 0,1-1 0,1 2 0,-1 0 0,0 0 0,1 0 0,-1 1 0,1-1 0,-1 0 0,1 1 0,-1-1 0,1 0 0,-1 1 0,1-1 0,0 0 0,0 1 0,-1-1 0,1 1 0,0-1 0,0 1 0,-1 0 0,1-1 0,0 1 0,0 0 0,0-1 0,0 1 0,0 0 0,1 0 0,26-2 0,-24 2 0,44 2 0,77 13 0,-40-4 0,10 3 0,-49-6 0,81 2 0,-125-10 0,0 0 0,0 0 0,0 0 0,0 0 0,0-1 0,0 1 0,0-1 0,-1 1 0,1-1 0,0 0 0,0 1 0,0-1 0,-1 0 0,1-1 0,0 1 0,-1 0 0,3-2 0,-4 3 0,0-1 0,1 0 0,-1 1 0,1-1 0,-1 0 0,0 1 0,0-1 0,1 0 0,-1 1 0,0-1 0,0 0 0,0 1 0,0-1 0,0 0 0,0 0 0,0 1 0,0-1 0,0 0 0,0 0 0,-1-1 0,1 1 0,-1-1 0,1 1 0,-1 0 0,0-1 0,0 1 0,0 0 0,0 0 0,0-1 0,0 1 0,0 0 0,-2-1 0,-34-23-1365,27 18-5461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4:54.7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332 60 24575,'-43'-15'0,"-1"2"0,0 2 0,-71-9 0,111 20 0,1 0 0,0 0 0,-1 0 0,1 0 0,0 0 0,0 1 0,-1 0 0,1-1 0,0 1 0,0 0 0,0 1 0,0-1 0,0 1 0,0-1 0,0 1 0,0 0 0,1 0 0,-1 0 0,1 0 0,-1 0 0,1 1 0,0-1 0,0 1 0,0 0 0,0 0 0,0-1 0,1 1 0,-1 0 0,1 0 0,0 0 0,0 1 0,0-1 0,0 0 0,1 0 0,-1 1 0,1 5 0,0-5 0,0 0 0,1-1 0,0 1 0,0 0 0,0 0 0,0-1 0,0 1 0,1 0 0,0-1 0,0 1 0,0-1 0,0 0 0,4 6 0,2-1 0,0 1 0,0-1 0,13 10 0,-8-9 0,1 0 0,-1 0 0,2-2 0,27 12 0,-15-10 0,54 11 0,-78-19 0,0-1 0,0 1 0,0-1 0,0 0 0,0 0 0,0 0 0,0 0 0,0-1 0,0 1 0,0-1 0,6-2 0,-8 3 0,0-1 0,0 0 0,0 0 0,0 1 0,0-1 0,0 0 0,0 0 0,0 0 0,0 0 0,0 0 0,0 0 0,-1 0 0,1 0 0,0-1 0,-1 1 0,1 0 0,-1 0 0,1-1 0,-1 1 0,0 0 0,1 0 0,-1-1 0,0 1 0,0 0 0,0-1 0,0 1 0,0 0 0,0-1 0,-1-1 0,0-4 0,-1 0 0,0 1 0,0-1 0,0 0 0,-1 1 0,0 0 0,0-1 0,-5-5 0,-4-6 0,-19-19 0,14 16 0,28 32 0,22 17 0,-20-17 0,115 88-1365,-118-89-5461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4:55.1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263 72 24575,'-27'-12'0,"-11"-5"0,-2 2 0,3 2 0,6 4 0,6 4 0,4 4 0,4 6 0,2 4 0,3 0-8191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4:55.8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33 24575,'8'15'0,"0"-1"0,1 0 0,1 0 0,0-1 0,18 17 0,-7-13 0,0-1 0,1-1 0,45 22 0,-63-34 0,1-1 0,-1 0 0,1 0 0,0-1 0,0 1 0,-1-1 0,10 1 0,-12-2 0,-1 0 0,1 0 0,-1 0 0,1 0 0,-1 0 0,1 0 0,-1-1 0,1 1 0,-1-1 0,0 1 0,1-1 0,-1 1 0,0-1 0,1 0 0,-1 0 0,0 1 0,0-1 0,0 0 0,1 0 0,-1 0 0,0 0 0,0-1 0,-1 1 0,1 0 0,0 0 0,0-1 0,-1 1 0,1 0 0,0-1 0,0-1 0,0-1 0,0 0 0,0-1 0,-1 1 0,1-1 0,-1 1 0,0-1 0,0 1 0,0 0 0,-1-1 0,0 1 0,-2-9 0,-2-2 0,-14-29 0,9 23 0,59 65 0,-38-36 0,0 0 0,1 0 0,0-1 0,17 7 0,-24-12 0,0 0 0,0-1 0,0 0 0,0 0 0,0 0 0,1 0 0,-1-1 0,0 0 0,0 0 0,0 0 0,1-1 0,-1 0 0,0 0 0,9-3 0,-12 4 0,-1-1 0,1 0 0,0 1 0,-1-1 0,1 0 0,-1 0 0,1 0 0,-1 0 0,1 0 0,-1 0 0,0 0 0,0-1 0,0 1 0,1 0 0,-1-1 0,0 1 0,-1-1 0,1 1 0,0-1 0,0 1 0,-1-1 0,1 0 0,-1 1 0,1-1 0,-1 0 0,0 0 0,1 1 0,-1-1 0,0-3 0,-1-4 0,-1 1 0,1-1 0,-2 1 0,1 0 0,-4-9 0,-5-21 0,10 37 0,1 0 0,0 1 0,0-1 0,0 0 0,0 0 0,0 1 0,0-1 0,0 0 0,0 1 0,0-1 0,0 0 0,0 0 0,0 1 0,1-1 0,-1 0 0,0 1 0,0-1 0,1 0 0,-1 1 0,0-1 0,1 0 0,-1 1 0,1-1 0,0 0 0,0 1 0,-1 0 0,1 0 0,0 0 0,-1 0 0,1 0 0,0 0 0,-1 0 0,1 0 0,0 0 0,-1 0 0,1 0 0,0 0 0,-1 0 0,1 1 0,0-1 0,-1 0 0,1 0 0,0 1 0,6 3 0,-1 0 0,0 1 0,7 6 0,-11-9 0,28 24-341,-1 2 0,-1 0-1,28 40 1,-47-56-6485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4:57.0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 68 24575,'-1'-1'0,"0"1"0,-1-1 0,1 0 0,0 0 0,0 0 0,0 0 0,0-1 0,0 1 0,0 0 0,0 0 0,0-1 0,0 1 0,0 0 0,1-1 0,-1 1 0,0-1 0,1 1 0,-1-1 0,1 1 0,0-1 0,0 1 0,-1-1 0,1 1 0,0-1 0,0 1 0,1-1 0,-1 1 0,0-1 0,0 0 0,2-2 0,-2 3 0,0 0 0,1-1 0,-1 1 0,1 0 0,-1 0 0,1-1 0,0 1 0,0 0 0,-1 0 0,1 0 0,0 0 0,0 0 0,0 0 0,0 0 0,0 0 0,0 1 0,1-1 0,-1 0 0,0 1 0,0-1 0,0 0 0,1 1 0,-1 0 0,0-1 0,1 1 0,-1 0 0,0 0 0,1-1 0,-1 1 0,0 0 0,1 0 0,-1 0 0,0 1 0,1-1 0,1 1 0,2 1 0,0 0 0,0 0 0,0 1 0,0-1 0,0 1 0,0 1 0,-1-1 0,5 5 0,2 2 0,17 22 0,-21-22 0,-1 0 0,0 0 0,0 1 0,-1 0 0,-1 0 0,0 0 0,0 1 0,-1-1 0,-1 1 0,0 0 0,0 0 0,-1 0 0,-1 0 0,0 0 0,-1 0 0,-3 18 0,2-21 0,-1 0 0,0 0 0,-1-1 0,0 0 0,0 1 0,-1-1 0,0-1 0,0 1 0,-12 11 0,14-15 0,2-3 0,0 0 0,1 0 0,-1-1 0,0 1 0,1 0 0,-1 0 0,1 0 0,-1 0 0,1 0 0,0 0 0,-1 0 0,1-1 0,0 1 0,0 0 0,-1 0 0,1 0 0,0 1 0,0-1 0,0 1 0,1-1 0,-1-1 0,0 1 0,1 0 0,-1-1 0,1 1 0,-1-1 0,1 1 0,-1 0 0,1-1 0,-1 1 0,1-1 0,-1 0 0,1 1 0,0-1 0,-1 1 0,1-1 0,0 0 0,-1 0 0,1 1 0,1-1 0,4 2 0,1-1 0,-1 0 0,1-1 0,10 0 0,-14 0 0,253-13 0,-236 11-1365,-4 1-5461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4:57.2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222 7 24575,'-29'-3'0,"-13"0"0,-4 2 0,4 2 0,6 0 0,10 1-8191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4: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53 24575,'116'94'0,"-58"-46"0,-57-47 0,1 0 0,-1 0 0,0 0 0,0 0 0,0-1 0,1 1 0,-1 0 0,0-1 0,0 1 0,1-1 0,-1 1 0,1-1 0,-1 0 0,0 0 0,1 1 0,-1-1 0,3 0 0,-3-1 0,0 1 0,0 0 0,-1-1 0,1 1 0,0-1 0,0 1 0,0-1 0,0 0 0,-1 1 0,1-1 0,0 0 0,-1 1 0,1-1 0,0 0 0,-1 0 0,1 0 0,-1 0 0,1 1 0,-1-1 0,0 0 0,1 0 0,-1 0 0,0 0 0,0 0 0,0 0 0,1-1 0,0-6 0,0 1 0,-1-1 0,0 1 0,0-1 0,0 1 0,-1-1 0,-3-11 0,-17-50 0,11 41 0,10 28 0,0 0 0,0 0 0,0 0 0,0 0 0,0 0 0,1 0 0,-1 0 0,0 0 0,0 0 0,0 0 0,0 0 0,0 0 0,0 0 0,0 0 0,0 0 0,0 0 0,0 0 0,0 0 0,0 0 0,0 0 0,0 0 0,0 0 0,0 0 0,0 0 0,0 0 0,0 0 0,0 0 0,0 0 0,0-1 0,0 1 0,0 0 0,0 0 0,0 0 0,0 0 0,0 0 0,0 0 0,0 0 0,0 0 0,0 0 0,0 0 0,0 0 0,0 0 0,0 0 0,6 6 0,10 16 0,-11-15 0,8 9 0,0-1 0,2 0 0,26 22 0,-35-33 0,-1 0 0,1 0 0,0-1 0,0 0 0,0 0 0,0 0 0,1-1 0,10 3 0,-16-4 0,1-1 0,0 0 0,-1 1 0,1-1 0,0 0 0,-1 0 0,1 0 0,-1 0 0,1 0 0,0-1 0,-1 1 0,1 0 0,-1-1 0,1 1 0,0-1 0,-1 0 0,0 1 0,1-1 0,-1 0 0,1 0 0,-1 0 0,0 0 0,0 0 0,1 0 0,-1-1 0,0 1 0,0 0 0,0 0 0,0-1 0,0 1 0,-1-1 0,1 1 0,0-1 0,-1 1 0,1-1 0,-1 1 0,1-1 0,-1 1 0,0-1 0,0-2 0,2-7 0,-2-1 0,0 0 0,-1-12 0,0-21 0,1 44 0,0 0 0,0 0 0,0 0 0,0 0 0,0 0 0,1 1 0,-1-1 0,0 0 0,0 0 0,1 0 0,-1 0 0,0 0 0,1 0 0,-1 0 0,1 1 0,-1-1 0,1 0 0,0 0 0,-1 1 0,1-1 0,0 0 0,0 1 0,-1-1 0,1 1 0,0-1 0,0 1 0,0-1 0,0 1 0,-1-1 0,1 1 0,0 0 0,0 0 0,0-1 0,0 1 0,0 0 0,0 0 0,0 0 0,0 0 0,0 0 0,0 0 0,2 1 0,3 0 0,1 1 0,-1 0 0,1 0 0,11 6 0,-14-6 0,-2-1-21,92 46 165,-84-41-357,-1 1 1,1 0-1,-1 0 1,0 1-1,-1 0 0,15 17 1,-17-16-6614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4:58.98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346 16 24575,'-30'-3'0,"-11"0"0,-2 0 0,4 1 0,6 0 0,6 1 0,6 0 0,4 1 0,1 2 0,3 2 0,-1-1 0,1 0 0,0-2 0,-1 1 0,3-2-8191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4:59.2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312 27 24575,'-27'-5'0,"-14"-2"0,-4 1 0,2 1 0,4 1 0,4 5 0,2 1 0,5 0 0,7 1-8191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5:05.7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 76 24575,'-2'-9'0,"0"4"0,1 0 0,-1 1 0,1-1 0,0 0 0,1 0 0,-1 0 0,1 0 0,0 0 0,1 0 0,-1 0 0,2-5 0,-2 10 0,0 0 0,0 0 0,0 0 0,0 0 0,0-1 0,0 1 0,0 0 0,0 0 0,0 0 0,0 0 0,0 0 0,0 0 0,0-1 0,1 1 0,-1 0 0,0 0 0,0 0 0,0 0 0,0 0 0,0 0 0,0 0 0,1 0 0,-1 0 0,0 0 0,0 0 0,0 0 0,0 0 0,1 0 0,-1 0 0,0 0 0,0 0 0,0 0 0,0 0 0,0 0 0,1 0 0,-1 0 0,0 0 0,0 0 0,0 0 0,0 0 0,0 0 0,1 0 0,-1 0 0,7 7 0,4 11 0,11 32 0,26 90 0,-23-62 0,-20-67 34,-1-1 0,10 15 0,-1 0-1501,-7-13-5359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5:06.6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2554 6 24575,'0'0'0,"0"0"0,0-1 0,0 1 0,0 0 0,0 0 0,0-1 0,0 1 0,-1 0 0,1 0 0,0 0 0,0-1 0,0 1 0,0 0 0,0 0 0,0 0 0,-1-1 0,1 1 0,0 0 0,0 0 0,0 0 0,-1 0 0,1 0 0,0-1 0,0 1 0,0 0 0,-1 0 0,1 0 0,0 0 0,0 0 0,-1 0 0,1 0 0,-12 0 0,-13 5 0,22-4 0,-23 4 0,0-1 0,-42 2 0,-54-6 0,57-1 0,-44 1 0,-392-9 0,-132 2 0,390 8 0,59 7 0,-2-1 0,9 4 0,41-8-511,115-3-343,9 0-5972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5:07.6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53 71 24575,'-15'-25'0,"11"18"0,0 0 0,-1 0 0,1 0 0,-9-8 0,13 15 0,0 0 0,0 0 0,0 0 0,0-1 0,0 1 0,0 0 0,-1 0 0,1 0 0,0 0 0,0 0 0,0-1 0,0 1 0,0 0 0,0 0 0,0 0 0,-1 0 0,1 0 0,0 0 0,0 0 0,0 0 0,0-1 0,-1 1 0,1 0 0,0 0 0,0 0 0,0 0 0,0 0 0,-1 0 0,1 0 0,0 0 0,0 0 0,0 0 0,0 0 0,-1 0 0,1 0 0,0 0 0,0 0 0,0 0 0,0 0 0,-1 1 0,1-1 0,0 0 0,0 0 0,0 0 0,0 0 0,0 0 0,-1 0 0,1 0 0,0 0 0,0 1 0,0-1 0,0 0 0,-1 13 0,7 17 0,7 12 0,27 59 0,27 37 0,-14-40 0,-48-89-1365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5:08.1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356 10 24575,'-3'-2'0,"-1"1"0,0-1 0,0 1 0,0 0 0,0 0 0,0 1 0,0-1 0,0 1 0,0 0 0,-1 0 0,-3 1 0,-7 1 0,-25 8 0,0-1 0,-9-1-682,-92 0-1,122-8-6143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5:08.9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303 62 24575,'-14'-9'0,"0"0"0,-1 2 0,0-1 0,0 2 0,-22-7 0,26 10 0,0 1 0,1 0 0,-1 1 0,0 0 0,0 0 0,1 2 0,-1-1 0,0 1 0,-14 3 0,21-3 0,0 0 0,0 0 0,0 1 0,0-1 0,0 1 0,1 0 0,-1 0 0,1 0 0,-1 0 0,1 1 0,0 0 0,0-1 0,0 1 0,0 0 0,0 0 0,-2 4 0,4-4 0,-1 0 0,1 0 0,0-1 0,0 1 0,0 0 0,0 0 0,1 0 0,-1 0 0,1 0 0,0 0 0,0 0 0,0 0 0,0 0 0,0 0 0,1 0 0,-1 0 0,1 0 0,0 0 0,0 0 0,0 0 0,0 0 0,2 3 0,0-1 0,0 0 0,1 0 0,0-1 0,0 1 0,0-1 0,0 0 0,1 0 0,-1 0 0,1-1 0,0 1 0,0-1 0,10 4 0,1 0 0,0-1 0,0-1 0,20 5 0,-29-9 0,-1 0 0,1 0 0,0 0 0,-1-1 0,1 0 0,-1 0 0,1 0 0,0-1 0,11-3 0,-15 3 0,0 0 0,0-1 0,0 1 0,0 0 0,0-1 0,-1 0 0,1 0 0,0 0 0,-1 0 0,0 0 0,1 0 0,-1 0 0,0-1 0,0 0 0,0 1 0,0-1 0,-1 0 0,1 0 0,-1 0 0,0 1 0,2-7 0,-3 8 0,0 1 0,0 0 0,0-1 0,0 1 0,0 0 0,0-1 0,0 1 0,1 0 0,-1-1 0,0 1 0,0 0 0,0-1 0,0 1 0,1 0 0,-1 0 0,0-1 0,0 1 0,1 0 0,-1 0 0,0-1 0,0 1 0,1 0 0,-1 0 0,0 0 0,1 0 0,-1-1 0,0 1 0,1 0 0,-1 0 0,0 0 0,1 0 0,0 0 0,0 0 0,0 1 0,0-1 0,-1 0 0,1 1 0,0-1 0,-1 1 0,1-1 0,0 1 0,-1-1 0,1 1 0,0-1 0,0 2 0,18 26 0,-16-24 0,4 7-273,0 0 0,1 0 0,0-1 0,14 13 0,-12-14-6553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5:09.6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172 15 24575,'0'-2'0,"-2"-1"0,-4-1 0,-3 2 0,-2 0 0,-2 1 0,-1 0 0,-1 1 0,0 0 0,0 0 0,0 0 0,0 1 0,0-1 0,1 0 0,2 0-8191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5:10.0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 24575,'0'0'0,"0"0"0,0 0 0,0 0 0,0 0 0,0 0 0,0-1 0,0 1 0,0 0 0,0 0 0,0 0 0,0 0 0,0 0 0,0 0 0,0 0 0,0 0 0,0 0 0,0 0 0,0 0 0,0 0 0,0 0 0,0-1 0,0 1 0,0 0 0,0 0 0,0 0 0,0 0 0,1 0 0,-1 0 0,0 0 0,0 0 0,0 0 0,0 0 0,0 0 0,0 0 0,0 0 0,0 0 0,0 0 0,0 0 0,0 0 0,0 0 0,0 0 0,0 0 0,1 0 0,-1 0 0,0 0 0,0 0 0,0 0 0,0 0 0,0 0 0,0 0 0,0 0 0,0 0 0,0 0 0,0 0 0,0 0 0,0 0 0,0 0 0,0 0 0,1 0 0,-1 0 0,6 5 0,4 8 0,3 3-151,-1 1-1,-1 0 0,-1 1 0,0 0 1,-1 1-1,-1 0 0,-1 1 1,5 23-1,-9-31-6674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5:10.8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60 24575,'21'-13'0,"33"-18"0,-49 28 0,0 1 0,1 0 0,-1 0 0,1 0 0,0 1 0,-1 0 0,1 0 0,6 0 0,-6 1 0,-1 1 0,1 0 0,-1 0 0,1 1 0,-1-1 0,0 1 0,0 0 0,0 1 0,9 5 0,-7-4 0,-1 0 0,0 1 0,0 0 0,0 0 0,-1 0 0,9 11 0,-11-12 0,0 1 0,-1 0 0,0 0 0,0 0 0,0 1 0,0-1 0,-1 0 0,1 1 0,-2-1 0,1 1 0,0-1 0,-1 1 0,0 0 0,-1-1 0,1 1 0,-1-1 0,-2 10 0,-1-2 0,0 0 0,-1 0 0,0-1 0,-1 0 0,0 0 0,-10 13 0,10-16 0,0 1 0,0 0 0,1 0 0,1 0 0,-5 14 0,8-22 0,0 0 0,0 0 0,1 1 0,0-1 0,-1 0 0,1 0 0,0 1 0,0-1 0,0 0 0,0 1 0,1-1 0,-1 0 0,0 0 0,1 1 0,0-1 0,-1 0 0,1 0 0,0 0 0,0 0 0,0 0 0,1 0 0,-1 0 0,0 0 0,1 0 0,-1 0 0,1-1 0,0 1 0,0-1 0,-1 1 0,1-1 0,0 0 0,3 2 0,12 4 0,0 0 0,0-1 0,1-1 0,0-1 0,25 3 0,-34-6-227,0 0-1,0 0 1,0-1-1,1 0 1,16-3-1,-14 0-6598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5:11.1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296 4 24575,'-8'-2'0,"-1"1"0,-3 1 0,-1 3 0,-2 1 0,1 2 0,-4 1 0,0-2 0,-2-1 0,-3-2 0,-2 0 0,-5-2 0,-1 0 0,-1 0 0,5 0-8191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5:15.5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193 23 24575,'1'-3'0,"3"-12"0,-6 11 0,-5 7 0,0 2 0,1 0 0,0 0 0,1 1 0,-1 0 0,1 0 0,0 1 0,1-1 0,0 1 0,0 0 0,0 0 0,-3 9 0,-3 12 0,-10 47 0,18-67 0,-46 304 0,27-143 0,18-147 0,2-13 0,0-1 0,0 1 0,-1-1 0,0 1 0,0-1 0,-6 12 0,3-14-1365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5:16.1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72 24575,'3'-4'0,"1"0"0,-1 0 0,1 1 0,0-1 0,0 1 0,0 0 0,0 0 0,6-3 0,-8 5 0,0 0 0,0 1 0,0-1 0,0 1 0,0-1 0,0 1 0,0-1 0,0 1 0,0 0 0,0 0 0,0 0 0,0 0 0,0 1 0,0-1 0,0 0 0,0 1 0,0-1 0,0 1 0,-1 0 0,1 0 0,0 0 0,0-1 0,3 4 0,2 2 0,1 1 0,-1 0 0,-1 1 0,1 0 0,-1 0 0,-1 0 0,10 18 0,25 67 0,-39-89 0,0-3 0,5 20 0,-6-21 0,0 1 0,0-1 0,1 0 0,-1 0 0,0 0 0,0 1 0,0-1 0,0 0 0,0 0 0,0 0 0,-1 0 0,1 1 0,0-1 0,0 0 0,0 0 0,0 0 0,0 1 0,0-1 0,0 0 0,0 0 0,0 0 0,0 0 0,0 0 0,-1 1 0,1-1 0,0 0 0,0 0 0,0 0 0,0 0 0,0 0 0,-1 0 0,1 0 0,0 1 0,-11-6 0,-1-6 0,0 0 0,-15-16 0,3 1 0,9 9 0,1 0 0,1-1 0,0 0 0,1-2 0,1 1 0,-9-23 0,18 38 0,-5-7 0,7 11 0,0 0 0,-1 0 0,1 1 0,0-1 0,-1 0 0,1 0 0,-1 0 0,1 0 0,0 1 0,-1-1 0,1 0 0,0 0 0,0 1 0,-1-1 0,1 0 0,0 1 0,-1-1 0,1 0 0,0 1 0,0-1 0,0 0 0,-1 1 0,1-1 0,0 1 0,0-1 0,0 0 0,0 1 0,0-1 0,0 1 0,0 0 0,-10 20-195,0 0 0,-2-1 0,0 0 0,-2 0 0,0-2 0,-20 22 0,25-31-6631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5:19.1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232 74 24575,'0'0'0,"1"0"0,0 0 0,-1 0 0,1 0 0,0 0 0,-1 0 0,1 0 0,0 0 0,-1 0 0,1 0 0,0 0 0,-1-1 0,1 1 0,0 0 0,-1 0 0,1-1 0,-1 1 0,1 0 0,0-1 0,-1 1 0,1 0 0,-1-1 0,1 1 0,-1-1 0,1 1 0,-1-1 0,0 1 0,1-1 0,-1 1 0,0-1 0,1 0 0,-1 1 0,0-1 0,0 0 0,1 1 0,-1-1 0,0 1 0,0-1 0,0 0 0,0 1 0,0-1 0,0 0 0,0 0 0,0 1 0,0-1 0,0 0 0,-1-1 0,0 0 0,1 0 0,-1 0 0,0 0 0,0 1 0,0-1 0,0 0 0,0 1 0,0-1 0,0 1 0,-1-1 0,1 1 0,0 0 0,-1 0 0,-2-2 0,-7-2 0,0 0 0,0 1 0,-1 1 0,0 0 0,1 0 0,-1 1 0,0 1 0,0 0 0,-14 1 0,23 0 0,0 0 0,-1 0 0,1 1 0,0-1 0,0 1 0,0 0 0,0 0 0,0 0 0,0 0 0,0 1 0,0-1 0,0 1 0,-4 3 0,3-2 0,0 1 0,0 0 0,1 0 0,-1 0 0,1 0 0,0 0 0,-4 10 0,3-6 0,0 0 0,1 0 0,1 0 0,-1 1 0,1-1 0,1 1 0,0 0 0,0-1 0,0 1 0,1 9 0,2-11 0,-1 0 0,1-1 0,-1 1 0,2 0 0,-1-1 0,1 0 0,0 1 0,0-1 0,1-1 0,0 1 0,0 0 0,0-1 0,1 0 0,-1 0 0,1 0 0,8 6 0,-1-3 0,0 1 0,0-1 0,1-1 0,0 0 0,0-1 0,24 7 0,-33-11 0,0-1 0,0 0 0,0 0 0,0-1 0,1 1 0,-1-1 0,0 0 0,1 0 0,-1 0 0,0-1 0,0 1 0,0-1 0,1 0 0,-1 0 0,6-3 0,-7 2 0,0 0 0,0 0 0,-1 0 0,1 0 0,0 0 0,-1-1 0,1 1 0,-1-1 0,0 0 0,0 0 0,0 0 0,0 0 0,-1 0 0,1 0 0,-1 0 0,0 0 0,0-1 0,0 1 0,1-6 0,-2 1 0,0-1 0,0 1 0,-1-1 0,0 1 0,0 0 0,-1 0 0,0-1 0,0 1 0,-6-12 0,-2-12 0,16 42 0,0-1 0,2 0 0,-1 0 0,10 8 0,-7-6 0,80 89-1365,-83-92-5461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5:19.6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10 24575,'-5'-3'0,"-4"0"0,-3 0 0,-2 3 0,-1 1 0,0 1 0,0 3 0,-1 0 0,1-1 0,0-1 0,1-1 0,-1-1 0,-2 0 0,0-1 0,2 0-8191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5:20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24575,'3'8'0,"0"6"0,0 5 0,2 0 0,0 3 0,2-1 0,-1-1 0,-1-1 0,1-2 0,0-1 0,-2-1 0,-1 0 0,1-1 0,0 0 0,0 0 0,-2 0 0,0-2-8191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5:20.8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87 24575,'4'-6'0,"1"0"0,-1 0 0,2 0 0,-1 0 0,0 1 0,1 0 0,0 0 0,0 0 0,1 1 0,-1 0 0,1 0 0,0 1 0,8-3 0,-4 2 0,-1 1 0,1 0 0,0 1 0,0 0 0,18 0 0,-25 2 0,1 1 0,-1-1 0,1 1 0,0 0 0,-1 0 0,1 0 0,-1 1 0,0-1 0,0 1 0,1 0 0,-1 0 0,0 1 0,0-1 0,-1 1 0,1 0 0,3 3 0,-2 0 0,1-1 0,-2 1 0,1 0 0,0 0 0,-1 1 0,0-1 0,-1 1 0,0 0 0,5 12 0,-5-7 0,-1 0 0,0 1 0,0-1 0,-1 0 0,-1 16 0,-1-15 0,0 0 0,0 1 0,-1-1 0,-1 0 0,-1 0 0,1 0 0,-12 23 0,13-31 0,0 0 0,0 1 0,0-1 0,0 1 0,1-1 0,0 1 0,0 0 0,1 0 0,-1 8 0,2-12 0,-1 0 0,0 0 0,1 0 0,-1 0 0,1 0 0,0 0 0,0 0 0,0 0 0,0 0 0,0-1 0,0 1 0,0 0 0,0 0 0,1-1 0,-1 1 0,1-1 0,-1 1 0,1-1 0,0 0 0,-1 0 0,1 0 0,0 1 0,0-2 0,0 1 0,0 0 0,0 0 0,0-1 0,3 1 0,15 5 0,0-2 0,0 0 0,1-1 0,0-2 0,39-1 0,-55 0-124,-1-1 0,1 0 0,0-1 0,-1 1 0,1-1 0,-1 0-1,1 0 1,-1 0 0,0-1 0,6-3 0,-1-2-6702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5:21.0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359 15 24575,'-27'-2'0,"-11"-2"0,-2 1 0,1 1 0,5 0 0,3 1 0,4 3 0,3 1 0,2 0 0,0-1 0,1 0 0,2 0 0,5-2-8191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5:21.5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24575,'64'227'0,"11"40"0,-66-241 0,-2 0 0,-1 1 0,4 49 0,-13-50-1365,0-17-5461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5:22.1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24575,'0'0'0,"0"-1"0,0 1 0,0 0 0,0 0 0,0 0 0,0 0 0,0 0 0,0 0 0,0 0 0,0 0 0,0 0 0,0 0 0,0 0 0,0 0 0,0 0 0,0 0 0,0 0 0,0-1 0,0 1 0,0 0 0,0 0 0,0 0 0,0 0 0,0 0 0,0 0 0,0 0 0,0 0 0,0 0 0,0 0 0,0 0 0,0 0 0,0 0 0,0 0 0,0 0 0,0 0 0,0 0 0,0 0 0,1 0 0,-1-1 0,0 1 0,0 0 0,0 0 0,0 0 0,0 0 0,0 0 0,0 0 0,0 0 0,0 0 0,0 0 0,0 0 0,0 0 0,0 0 0,0 0 0,0 0 0,1 0 0,-1 0 0,0 0 0,0 0 0,0 0 0,0 0 0,0 0 0,0 0 0,0 1 0,4 4 0,4 8 0,8 29 0,16 65 0,1 48 0,0-3 0,-24-118-92,-2-10-333,-2-1 1,6 47 0,-11-59-6402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5:23.3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5 24575,'7'-4'0,"-11"5"0,-13 7 0,-113 62 0,42-26 0,85-42 0,-31 19 0,31-20 0,1 1 0,0-1 0,0 1 0,1 0 0,-1 0 0,0-1 0,1 1 0,-1 0 0,1 1 0,-1-1 0,1 0 0,-2 5 0,3-6 0,0-1 0,0 1 0,0 0 0,0 0 0,0-1 0,0 1 0,0 0 0,0-1 0,1 1 0,-1 0 0,0 0 0,0-1 0,1 1 0,-1 0 0,0-1 0,1 1 0,-1 0 0,1-1 0,-1 1 0,1-1 0,-1 1 0,1-1 0,-1 1 0,1-1 0,-1 1 0,1-1 0,0 1 0,1-1 0,22 10 0,-21-9 0,175 47 0,-44-13 0,-117-29-1365,-3-1-5461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5:24.0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9 24575,'-6'-8'0,"3"13"0,4 18 0,20 94 0,44 136 0,-62-242-341,-1 0 0,0 0-1,1 15 1,-3-14-6485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5:25.7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645 56 24575,'0'0'0,"0"0"0,0 0 0,0-1 0,1 1 0,-1 0 0,0 0 0,0 0 0,0 0 0,0 0 0,0 0 0,0 0 0,0 0 0,0 0 0,0 0 0,1 0 0,-1-1 0,0 1 0,0 0 0,0 0 0,0 0 0,0 0 0,0 0 0,0 0 0,0 0 0,0-1 0,0 1 0,0 0 0,0 0 0,0 0 0,0 0 0,0 0 0,0 0 0,0-1 0,0 1 0,0 0 0,0 0 0,0 0 0,0 0 0,0 0 0,0 0 0,0 0 0,-1 0 0,1-1 0,0 1 0,0 0 0,0 0 0,-7-1 0,-14 4 0,20-3 0,-77 13 0,-113 5 0,154-17 0,0-2 0,0-1 0,1-2 0,-1-2 0,-47-14 0,77 19-124,1-1 0,0-1 0,0 1 0,0-1 0,0 0 0,0-1-1,1 1 1,-1-1 0,1 0 0,-6-7 0,1 0-6702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5:26.0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475 42 24575,'-74'-13'0,"-93"-14"0,154 26 0,1 0 0,0 1 0,0 1 0,-1 0 0,-14 3 0,0 2 0,-31 12 0,11-4-1365,34-10-5461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5:26.5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24575,'17'5'0,"0"1"0,0 0 0,-1 1 0,17 11 0,60 41 0,-52-32 0,262 154 0,-297-177 0,0-1 0,0 1 0,0 0 0,-1 0 0,1 0 0,4 6 0,-9-10 0,-1 1 0,1 0 0,0-1 0,-1 1 0,1 0 0,0 0 0,-1-1 0,1 1 0,-1 0 0,0 0 0,1 0 0,-1-1 0,0 1 0,1 0 0,-1 0 0,0 0 0,0 0 0,0 0 0,0 0 0,1 0 0,-2 0 0,1 0 0,0 0 0,0 0 0,0-1 0,0 1 0,0 0 0,-1 0 0,1 0 0,0 0 0,-1 0 0,1 0 0,-1-1 0,1 1 0,-1 0 0,1 0 0,-1-1 0,0 1 0,1 0 0,-1-1 0,0 1 0,0-1 0,1 1 0,-1-1 0,0 1 0,0-1 0,-1 1 0,-5 3 0,-1 0 0,1-1 0,-1 0 0,0-1 0,-16 3 0,-46 3 0,38-5 0,-36 5-455,1 2 0,-91 26 0,142-30-6371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5:28.2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203 145 24575,'0'-1'0,"-1"1"0,1 0 0,-1 0 0,1-1 0,-1 1 0,1 0 0,-1 0 0,0 0 0,1 0 0,-1-1 0,1 1 0,-1 0 0,0 0 0,1 0 0,-1 0 0,1 1 0,-1-1 0,0 0 0,1 0 0,-1 0 0,1 0 0,-1 1 0,0-1 0,1 0 0,-1 0 0,1 1 0,-1-1 0,0 2 0,0-1 0,0 0 0,0 0 0,0 0 0,1 1 0,-1-1 0,0 0 0,1 1 0,-1-1 0,1 0 0,-1 3 0,-1 5 0,1 0 0,0 18 0,1-21 0,0 63 0,12 94 0,-11-153 0,0-3 0,0 0 0,0-1 0,-1 1 0,0 0 0,0 0 0,-1 0 0,-1 8 0,2-14 0,0-1 0,0 0 0,0 0 0,0 1 0,-1-1 0,1 0 0,0 1 0,0-1 0,0 0 0,-1 0 0,1 1 0,0-1 0,0 0 0,0 0 0,-1 1 0,1-1 0,0 0 0,0 0 0,-1 0 0,1 0 0,0 0 0,-1 1 0,1-1 0,0 0 0,-1 0 0,1 0 0,0 0 0,-1 0 0,1 0 0,-1 0 0,-10-4 0,-8-13 0,-1-5 0,0-1 0,2-1 0,-30-50 0,41 61 0,1 0 0,0-1 0,1 0 0,1 0 0,0 0 0,0 0 0,2-1 0,0 1 0,0-1 0,1-16 0,2 23 0,-1 0 0,2-1 0,-1 1 0,1 0 0,0 0 0,1 0 0,0 0 0,0 1 0,1-1 0,-1 1 0,2 0 0,-1 0 0,1 0 0,0 0 0,1 1 0,-1 0 0,1 0 0,0 1 0,1-1 0,-1 1 0,1 1 0,0-1 0,1 1 0,13-6 0,-7 6 0,-1 0 0,1 1 0,0 1 0,0 0 0,19-1 0,-29 3 0,0 0 0,1 0 0,-1 1 0,0-1 0,0 1 0,0 0 0,0 0 0,0 0 0,0 0 0,0 1 0,0 0 0,0 0 0,0 0 0,-1 0 0,1 0 0,-1 1 0,0-1 0,0 1 0,0 0 0,0 0 0,0 0 0,2 5 0,-3-5 0,-1 0 0,0 0 0,0 0 0,0 0 0,-1 0 0,1 0 0,-1 0 0,0 0 0,1 0 0,-1 0 0,-1 0 0,1 0 0,0 1 0,-1-1 0,0 0 0,1 0 0,-1 0 0,0 0 0,-1-1 0,1 1 0,-3 4 0,-2 4 0,-1-1 0,0 0 0,-17 19 0,-74 62 0,97-90 0,0 0 0,-1 0 0,1 1 0,0-1 0,0 0 0,0 0 0,0 1 0,0-1 0,0 0 0,0 1 0,0-1 0,0 1 0,1-1 0,-1 1 0,1-1 0,-1 1 0,1 0 0,-1-1 0,1 1 0,0 0 0,0-1 0,0 1 0,0 0 0,0-1 0,0 1 0,1-1 0,-1 1 0,1 2 0,1-1 0,-1 0 0,1 0 0,0 0 0,0 0 0,0-1 0,1 1 0,-1-1 0,0 1 0,1-1 0,0 0 0,-1 0 0,1 0 0,4 1 0,17 9 0,-1-2 0,1-1 0,0 0 0,1-2 0,35 5 0,-11-5 0,92 2 0,-132-9 0,19 0 0,-27 0 0,0 0 0,0 0 0,1 0 0,-1 0 0,0 0 0,0-1 0,0 1 0,1 0 0,-1-1 0,0 1 0,0-1 0,0 1 0,0-1 0,0 0 0,2-1 0,-3-3-1365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5:28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228 27 24575,'0'-2'0,"1"0"0,-1 0 0,1 0 0,0 1 0,0-1 0,0 0 0,0 0 0,0 1 0,0-1 0,0 0 0,3-2 0,-4 4 0,0 0 0,1 0 0,-1-1 0,0 1 0,1 0 0,-1 0 0,0 0 0,1-1 0,-1 1 0,1 0 0,-1 0 0,1 0 0,-1 0 0,0 0 0,1 0 0,-1 0 0,1 0 0,-1 0 0,0 0 0,1 0 0,-1 0 0,1 0 0,0 1 0,0-1 0,0 1 0,0 0 0,0-1 0,-1 1 0,1 0 0,0-1 0,0 1 0,-1 0 0,1 0 0,-1-1 0,1 1 0,0 2 0,6 11 0,-1 1 0,0 1 0,-1-1 0,-1 1 0,0 0 0,-1 0 0,1 21 0,-4-33 0,1 0 0,-1 0 0,-1 0 0,1 0 0,0 0 0,-1-1 0,0 1 0,0 0 0,0 0 0,0 0 0,-1-1 0,1 1 0,-1-1 0,0 1 0,0-1 0,0 1 0,-4 3 0,2-3 0,1-2 0,-1 1 0,1 0 0,-1-1 0,0 1 0,0-1 0,0 0 0,0 0 0,0-1 0,0 1 0,0-1 0,-1 0 0,1 0 0,-1-1 0,-5 1 0,-1 0 0,0-1 0,-1-1 0,1 0 0,0 0 0,0-1 0,-1-1 0,-14-5 0,18 5 0,0 0 0,0-1 0,1 0 0,-1 0 0,1-1 0,0 0 0,1 0 0,-1 0 0,1-1 0,-10-11 0,15 15 0,-1 0 0,0 0 0,1-1 0,0 1 0,-1-1 0,1 1 0,0-1 0,0 1 0,0-1 0,1 1 0,-1-1 0,1 0 0,-1 0 0,1 1 0,0-1 0,0 0 0,0 0 0,0 1 0,1-1 0,-1 0 0,1 1 0,0-1 0,-1 0 0,3-2 0,-1 0 0,1-1 0,1 1 0,-1 0 0,1 1 0,0-1 0,0 1 0,0-1 0,0 1 0,1 1 0,6-5 0,-3 2-195,1 2 0,-1-1 0,1 1 0,0 1 0,1-1 0,10-1 0,-8 2-6631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5:29.2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67 24575,'-8'-5'0,"-72"-35"0,69 36 0,1 0 0,-1 0 0,0 1 0,0 1 0,-19-3 0,26 5 0,0 0 0,1 0 0,-1 0 0,0 1 0,0 0 0,1-1 0,-1 1 0,1 0 0,-1 1 0,1-1 0,-1 0 0,1 1 0,0 0 0,0 0 0,-1 0 0,1 0 0,1 1 0,-1-1 0,0 1 0,1-1 0,-1 1 0,1 0 0,0 0 0,0 0 0,0 1 0,0-1 0,0 0 0,-1 6 0,-1 2 0,1 0 0,0 0 0,1 0 0,0 0 0,0 1 0,2-1 0,-1 0 0,2 15 0,0-20 0,0 0 0,0 0 0,0 0 0,1 0 0,0 0 0,0 0 0,0-1 0,1 1 0,0-1 0,0 0 0,7 9 0,-4-6 0,1-1 0,0-1 0,0 1 0,0-1 0,1 0 0,16 9 0,-7-7 0,0 0 0,0-1 0,1-1 0,0-1 0,0 0 0,0-1 0,24 1 0,61 0 120,-90-6-368,1 0 1,0 0-1,-1-1 1,0-1-1,21-7 1,-22 5-6579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5:35.7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32 24575,'7'-5'0,"1"1"0,0 0 0,0 1 0,-1 0 0,2 0 0,-1 1 0,0 0 0,1 0 0,8 0 0,13 0 0,38 3 0,-26 1 0,-28-2 0,25 4 0,-34-3 0,0 0 0,0 0 0,-1 1 0,1-1 0,-1 1 0,1 0 0,-1 0 0,7 5 0,-8-5 0,-1 1 0,1 0 0,-1 0 0,0 0 0,0 0 0,0 1 0,-1-1 0,1 1 0,-1-1 0,0 1 0,0-1 0,1 8 0,1 7 0,1 21 0,-4-38 0,0 9 0,0 1 0,-1-1 0,0 1 0,-1-1 0,0 0 0,-1 1 0,0-1 0,-5 11 0,-6 10 0,-21 34 0,28-53 0,6-11 0,0 1 0,0 0 0,1 0 0,-1 0 0,0 0 0,1-1 0,-1 1 0,1 0 0,-1 0 0,1 0 0,0 0 0,0 1 0,0-1 0,0 0 0,0 0 0,0 0 0,1 0 0,-1 0 0,1 0 0,-1 0 0,1-1 0,0 1 0,0 0 0,0 0 0,0 0 0,0-1 0,0 1 0,0 0 0,1-1 0,-1 1 0,0-1 0,1 1 0,-1-1 0,1 0 0,0 0 0,0 0 0,-1 0 0,1 0 0,0 0 0,0 0 0,0 0 0,0-1 0,3 1 0,18 6 0,1-2 0,0-1 0,1-1 0,-1-1 0,1-1 0,33-3 0,-55 2-151,0-1-1,0 1 0,-1-1 0,1 0 1,0 0-1,0 0 0,-1 0 1,4-1-1,3-5-6674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5:36.0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24575,'27'-2'0,"11"-2"0,5 1 0,-3 1 0,-6 0 0,-6 1 0,-8 0-8191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5:36.4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24575,'198'544'0,"-195"-534"-107,1 2 187,0 1 0,2 15 1,-5-26-170,-1 1 1,1 0 0,-1 0 0,0 0 0,0-1 0,0 1-1,0 0 1,-1 0 0,1-1 0,-1 1 0,0 0 0,0 0 0,0-1-1,0 1 1,0-1 0,-2 3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5:37.0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17 24575,'-1'-2'0,"0"1"0,0-1 0,0 1 0,0 0 0,0 0 0,-1-1 0,1 1 0,0 0 0,0 0 0,-1 0 0,-2-1 0,4 2 0,-1 0 0,1 0 0,0 0 0,0 0 0,-1 0 0,1 0 0,0 0 0,0 0 0,-1 0 0,1 0 0,0 0 0,-1 0 0,1 0 0,0 0 0,0 0 0,-1 0 0,1 0 0,0 0 0,0 0 0,-1 1 0,1-1 0,0 0 0,0 0 0,-1 0 0,1 1 0,0-1 0,-5 13 0,3 9 0,1-1 0,1 0 0,1 1 0,1-1 0,9 42 0,0-17 0,29 71 0,4-9 0,12 33 0,-28-59-1365,-24-73-5461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5:38.1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219 27 24575,'17'-21'0,"-17"21"0,0 0 0,0-1 0,1 1 0,-1 0 0,0 0 0,0 0 0,0 0 0,0 0 0,0 0 0,0 0 0,0 0 0,0 0 0,0 0 0,0-1 0,0 1 0,0 0 0,0 0 0,1 0 0,-1 0 0,0 0 0,0 0 0,0-1 0,0 1 0,0 0 0,0 0 0,0 0 0,0 0 0,0 0 0,0 0 0,0 0 0,0-1 0,-1 1 0,1 0 0,0 0 0,0 0 0,0 0 0,0 0 0,0 0 0,0 0 0,0-1 0,0 1 0,0 0 0,0 0 0,0 0 0,0 0 0,-1 0 0,1 0 0,0 0 0,0 0 0,-13 6 0,-107 81 0,34-24 0,84-62 0,1 0 0,-1 0 0,1 0 0,0 1 0,-1-1 0,1 0 0,0 0 0,0 1 0,0-1 0,0 1 0,-1 1 0,2-2 0,0-1 0,0 1 0,0-1 0,0 1 0,0 0 0,0-1 0,0 1 0,0-1 0,1 1 0,-1-1 0,0 1 0,0 0 0,1-1 0,-1 1 0,0-1 0,1 1 0,-1-1 0,0 1 0,1-1 0,-1 0 0,1 1 0,-1-1 0,1 1 0,-1-1 0,1 0 0,-1 1 0,1-1 0,-1 0 0,1 0 0,-1 0 0,1 1 0,0-1 0,-1 0 0,1 0 0,0 0 0,82 32 0,141 33 0,-209-61-1365,-2 0-5461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5:39.5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18 24575,'-6'-14'0,"4"11"0,3 10 0,46 161 0,0 4 0,38 63 0,-58-162 0,-26-69 0,0-2 0,0 1 0,0-1 0,0 1 0,0-1 0,0 0 0,1 1 0,-1-1 0,2 2 0,-2-4-21,-1 0-1,0 0 0,0 0 0,0 0 1,1 0-1,-1 0 0,0 0 0,0 0 1,0 0-1,1 0 0,-1 0 0,0 0 1,0 0-1,1 0 0,-1 0 0,0 0 1,0 0-1,0 0 0,1 0 1,-1-1-1,0 1 0,0 0 0,0 0 1,0 0-1,1 0 0,-1 0 0,0-1 1,0 1-1,0 0 0,0 0 0,0 0 1,0-1-1,0 1 0,1 0 0,-1 0 1,0-1-1,0 0-539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5:40.1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346 133 24575,'-14'-9'0,"-97"-61"0,92 59 0,0 1 0,-1 2 0,-41-13 0,58 20 0,0 0 0,-1 0 0,1 1 0,0 0 0,-1 0 0,1 0 0,0 0 0,-1 0 0,1 1 0,0-1 0,-1 1 0,1 0 0,0 0 0,0 0 0,0 0 0,0 1 0,0-1 0,0 1 0,0 0 0,0 0 0,1 0 0,-1 0 0,1 0 0,-1 1 0,1-1 0,0 1 0,0 0 0,0-1 0,-3 7 0,3-5 0,1-1 0,-1 1 0,1 0 0,-1 0 0,1 0 0,0 1 0,1-1 0,-1 0 0,1 0 0,0 0 0,0 1 0,0-1 0,0 0 0,1 0 0,0 0 0,0 0 0,0 0 0,0 1 0,0-2 0,1 1 0,0 0 0,0 0 0,3 4 0,1-1 0,0-1 0,0 1 0,0-2 0,1 1 0,0-1 0,0 0 0,0 0 0,1-1 0,-1 0 0,1 0 0,0-1 0,0 0 0,1 0 0,-1-1 0,0 0 0,18 1 0,-24-2 0,0-1 0,0 0 0,0 0 0,0 0 0,0-1 0,0 1 0,0-1 0,0 1 0,0-1 0,0 1 0,0-1 0,0 0 0,0 0 0,0 0 0,-1 0 0,1 0 0,0-1 0,-1 1 0,1 0 0,-1-1 0,1 1 0,-1-1 0,0 0 0,1 1 0,-1-1 0,0 0 0,0 0 0,1-3 0,0-2 0,0-1 0,-1 0 0,0 0 0,0 0 0,0-16 0,-1 4 0,0 19 0,0 0 0,0 0 0,0 0 0,0 0 0,0 0 0,0 0 0,0 0 0,1 0 0,-1 0 0,0 0 0,1 0 0,-1 0 0,0 0 0,1 1 0,-1-1 0,1 0 0,-1 0 0,1 0 0,1-1 0,-1 2 0,-1 0 0,1 0 0,-1 0 0,1 0 0,0 0 0,-1 0 0,1 0 0,-1 0 0,1 0 0,0 0 0,-1 0 0,1 0 0,-1 0 0,1 1 0,-1-1 0,1 0 0,0 0 0,-1 1 0,1-1 0,-1 0 0,1 1 0,0 0 0,5 4 0,0 1 0,0 0 0,7 11 0,-7-10 0,-6-7-10,15 18-441,1 0-1,23 18 0,-26-26-6374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5:40.4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24575,'5'22'0,"4"13"0,3 7 0,2 1 0,1-1 0,0-1 0,0-2 0,1-3 0,-1-3 0,0-2 0,-3-1 0,-1-1 0,-2-3 0,0-3 0,-2-1 0,-2-2 0,-2-1 0,-1-5-8191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01.1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41 24575,'9'-3'0,"-1"-1"0,1 1 0,9-6 0,-13 6 0,0 0 0,0 0 0,0 1 0,0 0 0,1 0 0,-1 0 0,1 1 0,-1 0 0,1 0 0,9-1 0,-14 2 0,-1 0 0,1 0 0,-1 0 0,1 0 0,-1 0 0,0 0 0,1 1 0,-1-1 0,1 0 0,-1 0 0,1 0 0,-1 0 0,0 1 0,1-1 0,-1 0 0,1 0 0,-1 1 0,0-1 0,1 0 0,-1 0 0,1 1 0,-4 6 0,2-6 0,-1 1 0,1-1 0,-1 0 0,0 0 0,1 0 0,-1 0 0,0 0 0,-2 1 0,-10 0 0,1 1 0,-1-2 0,-1 0 0,1-1 0,-18-1 0,13 0 0,-38 3 0,10 4-682,-63 0-1,98-6-6143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05.0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391 29 24575,'8'0'0,"15"0"0,-23 0 0,0 0 0,0 0 0,0 0 0,0 0 0,0 0 0,0 0 0,0 0 0,0 0 0,0 0 0,0 0 0,0 0 0,0 0 0,0-1 0,0 1 0,0 0 0,0 0 0,0 0 0,0 0 0,0 0 0,0 0 0,0 0 0,0 0 0,0 0 0,0 0 0,0 0 0,0 0 0,0 0 0,0 0 0,0 0 0,0 0 0,0 0 0,0 0 0,0 0 0,0-1 0,0 1 0,0 0 0,0 0 0,0 0 0,0 0 0,0 0 0,0 0 0,0 0 0,0 0 0,0 0 0,1 0 0,-1 0 0,0 0 0,0 0 0,0 0 0,0 0 0,0 0 0,0 0 0,0 0 0,0 0 0,0 0 0,0 0 0,0 0 0,0 0 0,0 0 0,0 0 0,-12-3 0,-75-11 0,54 10 0,15 1 0,0 2 0,0 0 0,-1 1 0,1 0 0,0 2 0,-20 4 0,23-3 0,-5 1 0,1 0 0,-1 1 0,2 1 0,-27 12 0,45-18 0,-1 0 0,1 0 0,0 0 0,-1 0 0,1 0 0,0 1 0,-1-1 0,1 0 0,0 0 0,-1 0 0,1 1 0,0-1 0,0 0 0,-1 0 0,1 1 0,0-1 0,0 0 0,0 1 0,-1-1 0,1 0 0,0 1 0,0-1 0,0 1 0,6 2 0,17-2 0,-21-1 0,347-1 0,-343 1 0,-1 0 0,-1 0 0,1 0 0,0 0 0,0 1 0,0 0 0,0 0 0,6 2 0,-9 0 0,-6-1 0,-9 0 0,-11-3 0,-27-4 0,-9-1 0,24 5-76,13 1-354,0-1 1,-33-7-1,44 6-6396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06.0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59 83 24575,'-4'-4'0,"1"0"0,-1 1 0,-1-1 0,1 1 0,-7-4 0,11 7 0,-1 0 0,0-1 0,1 1 0,-1 0 0,0 0 0,1-1 0,-1 1 0,0 0 0,0 0 0,1 0 0,-1 0 0,0 0 0,0 0 0,1 0 0,-1 0 0,0 0 0,1 0 0,-1 0 0,0 1 0,0-1 0,1 0 0,-1 1 0,0-1 0,1 0 0,-1 1 0,0-1 0,1 0 0,-1 1 0,1-1 0,-1 1 0,1-1 0,-1 1 0,1 0 0,-1-1 0,1 1 0,0-1 0,-1 1 0,1 0 0,0-1 0,-1 1 0,1 0 0,0 0 0,0-1 0,0 1 0,0 0 0,-1 0 0,1-1 0,0 2 0,-1 8 0,1 0 0,-1 0 0,2 0 0,-1 0 0,1 0 0,4 16 0,-1-2 0,24 120 0,-21-118 0,1-1 0,1 1 0,18 34 0,-19-44 0,-6-12 0,-1 0 0,2 0 0,-1 0 0,0 0 0,6 6 0,-8-10 0,0 1 0,0-1 0,0 0 0,1 0 0,-1 0 0,0 1 0,0-1 0,0 0 0,1 0 0,-1 0 0,0 1 0,0-1 0,1 0 0,-1 0 0,0 0 0,0 0 0,1 0 0,-1 0 0,0 0 0,1 1 0,-1-1 0,0 0 0,1 0 0,-1 0 0,0 0 0,0 0 0,1 0 0,-1 0 0,0-1 0,1 1 0,-1 0 0,0 0 0,0 0 0,1 0 0,-1 0 0,0 0 0,0 0 0,1-1 0,-1 1 0,0 0 0,0 0 0,1 0 0,-1-1 0,0 1 0,0 0 0,0 0 0,0-1 0,1 1 0,-1 0 0,0 0 0,0-1 0,0 1 0,0 0 0,0 0 0,0-1 0,0 1 0,0 0 0,1-1 0,-1 1 0,0-1 0,3-19 0,-3 19 0,0-23 0,0 0 0,-1 0 0,-9-45 0,-25-70 0,23 98 0,-26-75 0,23 75 0,11 33 0,6 21 0,4 22 0,82 384 0,-83-396-682,14 42-1,-15-56-6143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06.82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437 38 24575,'-17'6'0,"0"-1"0,-1 0 0,0-1 0,0-1 0,0-1 0,0 0 0,0-2 0,0 0 0,-29-3 0,0-5-105,-43-9 334,76 14-527,0-1 1,1-1-1,0 0 0,-17-9 0,21 8-6528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07.18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396 28 24575,'-2'0'0,"-4"0"0,-3 0 0,-2 0 0,-5 0 0,-1 0 0,-38-3 0,-14-3 0,0 0 0,9 0 0,12 2 0,15 1-8191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10.3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 28 24575,'-2'-6'0,"2"4"0,-1-1 0,1 1 0,-1-1 0,0 1 0,0-1 0,-2-3 0,3 6 0,0 0 0,0 0 0,0 0 0,0 0 0,0 0 0,0 0 0,-1 0 0,1 0 0,0 0 0,0 0 0,0 0 0,0 0 0,0 0 0,0 0 0,0 0 0,0 0 0,0 0 0,0 0 0,0 0 0,0 0 0,0 0 0,0 0 0,0 0 0,0 0 0,0 0 0,-1 0 0,1 0 0,0 0 0,0 0 0,0 0 0,0 0 0,0 0 0,0 0 0,0 0 0,0 0 0,0 0 0,0 0 0,0 0 0,0 0 0,0 0 0,0 0 0,0 0 0,0 0 0,0 0 0,0 0 0,0 0 0,-1 0 0,1 0 0,0 1 0,0-1 0,0 0 0,0 0 0,0 0 0,0 0 0,0 0 0,0 0 0,0 0 0,0 0 0,0 0 0,0 0 0,0 0 0,-1 7 0,-1 9 0,4 7 0,2 1 0,10 40 0,22 46 0,-31-94 0,7 16-455,1-1 0,17 31 0,-25-53-6371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11.2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232 45 24575,'16'-2'0,"-11"2"0,1-1 0,-1 1 0,0-1 0,0 0 0,0-1 0,8-2 0,-41-3 0,-95-7 0,38 5 0,42 6-1365,31 3-5461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12.2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 16 24575,'-12'-15'0,"11"15"0,1 0 0,0 0 0,0 0 0,0 0 0,0 0 0,0-1 0,-1 1 0,1 0 0,0 0 0,0 0 0,0 0 0,0 0 0,-1 0 0,1 0 0,0 0 0,0 0 0,0 0 0,-1 0 0,1 0 0,0 0 0,0 0 0,0 0 0,0 0 0,-1 0 0,1 0 0,0 0 0,0 0 0,0 0 0,0 1 0,-1-1 0,1 0 0,-2 10 0,3 3 0,1-1 0,0 1 0,0-1 0,2 0 0,5 15 0,1-1 0,18 33 0,-4-16-341,1-1 0,2-1-1,36 41 1,-53-71-6485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12.8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24575,'4'0'0,"-1"1"0,1 0 0,-1-1 0,0 2 0,1-1 0,-1 0 0,0 0 0,1 1 0,-1 0 0,0 0 0,0 0 0,3 3 0,2 1 0,-1 0 0,0 1 0,8 10 0,9 15 0,-1 2 0,-1 0 0,-2 2 0,19 47 0,-33-72-1365,-1-1-5461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13.0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301 0 24575,'-27'0'0,"-14"0"0,-2 0 0,4 0 0,3 0 0,5 0 0,6 3 0,2 0 0,3 0 0,4-1-8191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14.1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336 118 24575,'-53'-33'0,"20"12"0,-64-31 0,93 50 0,-1 0 0,1 0 0,0 1 0,0 0 0,-1 0 0,1 0 0,0 0 0,-1 1 0,1 0 0,-1 0 0,1 0 0,0 0 0,-1 1 0,1 0 0,-1 0 0,1 0 0,0 0 0,0 0 0,0 1 0,0 0 0,0 0 0,0 0 0,0 1 0,0-1 0,1 1 0,-1 0 0,1 0 0,0 0 0,0 0 0,0 0 0,0 1 0,1-1 0,-1 1 0,1 0 0,-3 5 0,3-4 0,0 0 0,0 0 0,1 0 0,-1 1 0,1-1 0,0 0 0,0 1 0,1-1 0,0 0 0,0 1 0,0-1 0,0 0 0,1 1 0,0-1 0,0 0 0,0 1 0,1-1 0,0 0 0,0 0 0,0 0 0,1-1 0,-1 1 0,7 7 0,-5-6 0,2 0 0,-1 0 0,0-1 0,1 0 0,0 0 0,1 0 0,-1-1 0,1 0 0,-1 0 0,1-1 0,0 0 0,1 0 0,-1 0 0,0-1 0,15 3 0,-16-4 0,-1-1 0,1 1 0,0-1 0,0 0 0,0 0 0,0-1 0,0 0 0,0 0 0,8-2 0,-12 2 0,1-1 0,-1 1 0,1 0 0,-1-1 0,0 1 0,0-1 0,0 0 0,0 0 0,0 0 0,0 0 0,0 0 0,-1 0 0,1 0 0,-1 0 0,1-1 0,-1 1 0,0-1 0,0 1 0,0-1 0,0 1 0,-1-1 0,2-4 0,-1-4 0,0 0 0,-1 1 0,0-1 0,-1 0 0,0 1 0,-4-19 0,2 13 0,3 15 0,0 1 0,0-1 0,0 1 0,-1-1 0,1 1 0,0-1 0,0 1 0,0-1 0,0 1 0,0-1 0,0 1 0,0-1 0,0 1 0,0-1 0,1 1 0,-1-1 0,0 1 0,0-1 0,0 1 0,1-1 0,-1 1 0,0-1 0,0 1 0,1-1 0,-1 1 0,1-1 0,0 1 0,-1 0 0,1 0 0,-1 0 0,1 0 0,0 0 0,-1 0 0,1 0 0,0 0 0,-1 0 0,1 0 0,0 0 0,-1 1 0,1-1 0,-1 0 0,1 0 0,0 1 0,-1-1 0,1 1 0,7 4 0,-1 0 0,9 9 0,-10-9 0,122 107-1365,-119-102-5461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14.4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260 1 24575,'-25'5'0,"-10"1"0,-1 0 0,-1 2 0,5-1 0,2 0 0,4 0 0,4-1 0,6-3-8191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14.8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24575,'5'9'0,"4"7"0,3 2 0,-1 1 0,1-1 0,0 0 0,-1-1 0,-1-2 0,-2 0 0,-2 0 0,1-3 0,-2-1 0,-1 0 0,-2 1 0,0 0 0,-1-1-8191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15.4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 24575,'9'-1'0,"64"-3"0,-65 4 0,0 1 0,1-1 0,-2 1 0,1 1 0,0 0 0,13 4 0,-19-5 0,0 0 0,0 0 0,0 0 0,0 0 0,-1 0 0,1 0 0,-1 1 0,1-1 0,-1 1 0,1-1 0,-1 1 0,0-1 0,0 1 0,0 0 0,0-1 0,0 1 0,0 0 0,0 0 0,0 0 0,-1 0 0,1 0 0,-1 0 0,1 0 0,-1 0 0,0 0 0,0 0 0,0 0 0,0 4 0,-2 4 0,0 1 0,0-1 0,-1 0 0,-6 15 0,0-1 0,4-2 0,-4 32 0,3-16 0,-1 11 0,7-44 0,0 0 0,0 0 0,0 0 0,0-1 0,1 1 0,0 0 0,2 9 0,-2-13 0,-1 1 0,1-1 0,0 0 0,0 0 0,0 0 0,0 0 0,0 0 0,0 0 0,0 0 0,0 0 0,0 0 0,0 0 0,0 0 0,1-1 0,-1 1 0,0 0 0,1-1 0,-1 1 0,0-1 0,1 0 0,-1 1 0,0-1 0,1 0 0,-1 0 0,1 0 0,2 0 0,5-1 0,-1 0 0,1 0 0,12-4 0,-1 1 0,73-4-1365,-77 5-5461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15.7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298 4 24575,'-3'-3'0,"0"3"0,-3 0 0,-2 0 0,-3 1 0,-1 0 0,-2 2 0,-3 0 0,-1 1 0,-5-2 0,-3 0 0,-5-1 0,-2 0 0,0-1 0,0 0-6784,6 0 5377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4430 0 24575,'-7'0'0,"-316"9"0,72-2 0,20-2 0,-291 5 0,77-3 0,211 6 0,-268 9 0,405-22 0,-180 8 0,-25 7 0,92-8 0,-16 0 0,67-2 0,47-3 0,31 4 0,-12 2 0,-30 0 0,62-2 0,-67 8 0,95-8-1365,20-2-5461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18.0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 17 24575,'-7'-12'0,"4"7"0,6 12 0,44 92 0,-30-59 0,52 147 0,-32-82 0,-27-68 0,-9-35-26,-1-5 86,0-4-1226,0 6 933,0-8-6593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18.3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392 13 24575,'-29'-2'0,"-15"-2"0,-5 1 0,1 1 0,4 0 0,7 3 0,5 2 0,5 0 0,5-1 0,4 3 0,2-1 0,2 0 0,2-1-8191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18.86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224 3 24575,'-29'-2'0,"-45"1"0,66 1 0,0 1 0,0 0 0,0 1 0,1-1 0,-1 1 0,1 1 0,-1-1 0,1 1 0,0 1 0,-13 7 0,18-9 0,0-1 0,0 0 0,0 1 0,1-1 0,-1 1 0,1 0 0,-1-1 0,1 1 0,0 0 0,0 0 0,-1 0 0,1 0 0,1 0 0,-1 0 0,0 0 0,0 0 0,1 0 0,-1 0 0,1 0 0,0 1 0,-1-1 0,1 0 0,0 0 0,1 1 0,-1-1 0,0 0 0,0 0 0,1 0 0,0 0 0,-1 1 0,1-1 0,0 0 0,0 0 0,0 0 0,0 0 0,0-1 0,2 3 0,2 3 0,0-1 0,0 0 0,1-1 0,0 1 0,0-1 0,0 0 0,0 0 0,1-1 0,8 4 0,3 0 0,1 0 0,0-2 0,0 0 0,0-2 0,32 5 0,-48-9 0,-1 1 0,1-1 0,0 0 0,-1 0 0,1 0 0,-1 0 0,1 0 0,0-1 0,-1 1 0,1-1 0,-1 1 0,1-1 0,-1 0 0,1 0 0,-1 0 0,0 0 0,1-1 0,-1 1 0,0-1 0,0 1 0,0-1 0,0 0 0,0 0 0,-1 1 0,1-2 0,0 1 0,-1 0 0,0 0 0,1 0 0,-1-1 0,0 1 0,0 0 0,0-1 0,0 1 0,-1-1 0,1 1 0,-1-1 0,1-3 0,0-3 0,-1 0 0,0 0 0,-2-10 0,2 16 0,0 0 0,-1 0 0,0 1 0,0-1 0,0 0 0,0 0 0,0 0 0,0 1 0,-1-1 0,1 0 0,-1 1 0,-3-4 0,5 6 0,0 0 0,0 0 0,0 0 0,0 0 0,0 0 0,0 0 0,0 0 0,0 0 0,0 1 0,0-1 0,0 0 0,0 0 0,0 0 0,0 0 0,0 0 0,0 0 0,0 0 0,0 0 0,0 0 0,0 0 0,0 1 0,0-1 0,0 0 0,0 0 0,0 0 0,0 0 0,0 0 0,0 0 0,-1 0 0,1 0 0,0 0 0,0 0 0,0 0 0,0 0 0,0 0 0,0 0 0,0 0 0,0 0 0,0 0 0,0 0 0,0 0 0,-1 0 0,1 0 0,0 0 0,0 0 0,0 0 0,0 0 0,0 0 0,0 0 0,0 0 0,0 0 0,0 0 0,2 9 0,3 0-105,1-1 0,0 0 0,0 0 0,1 0 0,-1-1 0,2 0 0,-1 0 0,1-1 0,0 0 0,0 0 0,1-1 0,10 5 0,-7-5-6721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19.1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218 4 24575,'-27'-3'0,"-14"3"0,-2 0 0,1 3 0,5 1 0,9 0-8191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19.5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24575,'2'10'0,"4"3"0,0 2 0,2 3 0,0 2 0,0-2 0,0 0 0,-2-1 0,0-1 0,-1 0 0,0-2 0,0-2 0,0-1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20.3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44 24575,'15'-8'0,"0"1"0,0 0 0,1 2 0,-1-1 0,21-2 0,-33 7 0,0 0 0,0 1 0,1 0 0,-1 0 0,0 0 0,0 0 0,1 0 0,-1 1 0,0-1 0,0 1 0,0 0 0,0 0 0,0 0 0,0 0 0,0 1 0,0-1 0,0 1 0,0 0 0,-1-1 0,1 1 0,-1 1 0,1-1 0,-1 0 0,0 1 0,0-1 0,0 1 0,0-1 0,0 1 0,-1 0 0,1 0 0,-1 0 0,0 0 0,2 5 0,5 17 0,-1 0 0,-1 0 0,3 32 0,-9-50 0,0 0 0,0-1 0,-1 1 0,0 0 0,0-1 0,0 1 0,-1 0 0,-4 8 0,-2 5 0,-15 24 0,3-8 0,19-35 0,1 0 0,-1 0 0,1 1 0,-1-1 0,1 0 0,-1 0 0,1 0 0,0 1 0,0-1 0,-1 0 0,1 0 0,0 1 0,0-1 0,0 0 0,0 0 0,1 1 0,-1-1 0,0 0 0,0 0 0,1 1 0,0 1 0,0-2 0,0 1 0,0-1 0,0 0 0,1 0 0,-1 0 0,0 0 0,0 0 0,1 0 0,-1 0 0,1-1 0,-1 1 0,1 0 0,-1-1 0,3 1 0,6 1 0,-1 0 0,1-1 0,0 0 0,13-1 0,-23 0 0,24 0 0,0-2 0,0 0 0,0-1 0,36-11 0,-45 10-1365,-3 1-5461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20.5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245 1 24575,'-32'0'0,"-13"0"0,-4 2 0,2 1 0,6 3 0,11 0-8191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23.4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369 6 24575,'88'0'0,"-511"0"0,398-3-1365,16 0-5461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23.7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403 15 24575,'-266'-15'0,"254"16"0,-1 0 0,-19 5 0,19-3 0,-27 2 0,26-5-1365,2 0-5461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27.3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405 60 24575,'-47'-12'0,"2"0"0,-56-7 0,64 12 0,17 3 0,-29-1 0,45 4 0,-1 1 0,0 0 0,1 1 0,-1-1 0,0 1 0,1 0 0,-1 0 0,1 0 0,-1 1 0,1-1 0,-7 5 0,7-4 0,1 1 0,0-1 0,0 1 0,0 0 0,0 0 0,0 0 0,0 0 0,1 1 0,0-1 0,-1 1 0,1-1 0,1 1 0,-1 0 0,0 0 0,1 0 0,0 0 0,0 0 0,0 0 0,1 0 0,-1 0 0,1 7 0,0-2 0,1 0 0,0 0 0,0-1 0,1 1 0,0 0 0,1 0 0,0-1 0,7 16 0,-5-15 0,1 0 0,0-1 0,0 0 0,0 0 0,1 0 0,1-1 0,-1 0 0,1-1 0,0 1 0,0-1 0,1-1 0,0 0 0,11 5 0,-8-4 0,1-2 0,-1 1 0,1-2 0,0 0 0,0 0 0,0-1 0,0-1 0,0 0 0,24-2 0,-34 1 0,-1 0 0,0-1 0,0 1 0,0-1 0,0 1 0,0-1 0,-1 0 0,1 1 0,0-1 0,0 0 0,0 0 0,-1-1 0,1 1 0,0 0 0,-1-1 0,1 1 0,-1 0 0,0-1 0,1 0 0,-1 1 0,0-1 0,0 0 0,0 0 0,0 1 0,0-1 0,-1 0 0,1 0 0,0 0 0,0-3 0,0-6 0,0 1 0,0-1 0,-1 1 0,-2-18 0,1 7 0,-4-15 0,5 36 0,0 0 0,0 0 0,0 0 0,0 0 0,0 0 0,0 0 0,0 0 0,0 0 0,0 0 0,0 0 0,0-1 0,0 1 0,0 0 0,0 0 0,0 0 0,0 0 0,0 0 0,0 0 0,0 0 0,0 0 0,0 0 0,0 0 0,0 0 0,1-1 0,-1 1 0,0 0 0,0 0 0,0 0 0,0 0 0,0 0 0,0 0 0,0 0 0,0 0 0,0 0 0,0 0 0,0 0 0,0 0 0,0 0 0,1 0 0,-1 0 0,0 0 0,0 0 0,0 0 0,0 0 0,0 0 0,0 0 0,0 0 0,0 0 0,1 0 0,4 3 0,6 6 0,-10-9 0,56 54-25,-24-22-645,64 48 0,-85-71-6156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27.7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217 10 24575,'-27'-3'0,"-11"0"0,-2 0 0,3 3 0,6 1 0,6 1 0,7 0-8191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28.1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24575,'2'12'0,"4"7"0,0 5 0,2 0 0,0 0 0,-2-3 0,1-2 0,-2-2 0,0-1 0,0 1 0,0 0 0,-1-2-8191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28.71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12 24575,'46'-5'0,"-12"1"0,0 1 0,49 3 0,-80 0 0,0 1 0,0-1 0,1 1 0,-1-1 0,0 1 0,0 0 0,0 0 0,0 0 0,0 1 0,0-1 0,-1 1 0,1-1 0,0 1 0,3 4 0,-4-4 0,0 0 0,0 1 0,-1-1 0,1 1 0,-1 0 0,0 0 0,1-1 0,-1 1 0,0 0 0,-1 0 0,1 0 0,0 0 0,-1 0 0,0 0 0,0 4 0,0 18 0,-1 0 0,-1 0 0,-1 0 0,-1-1 0,-9 28 0,-2 28 0,14-78 0,1-1 0,0 1 0,-1-1 0,1 0 0,0 1 0,0-1 0,-1 1 0,1-1 0,0 1 0,0-1 0,1 1 0,-1-1 0,0 1 0,0-1 0,1 0 0,-1 1 0,1-1 0,-1 1 0,1-1 0,0 0 0,0 0 0,-1 1 0,1-1 0,0 0 0,2 2 0,-1-1 0,1-1 0,-1 1 0,1-1 0,0 0 0,-1 0 0,1 0 0,0 0 0,0 0 0,-1-1 0,1 1 0,0-1 0,5 0 0,12 2-195,0-2 0,0-1 0,0 0 0,-1-2 0,1 0 0,37-11 0,-45 9-6631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28.9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355 27 24575,'-27'-5'0,"-12"-2"0,-3 1 0,0 1 0,4 1 0,5 5 0,2 1 0,2 0 0,1 3 0,3 0 0,5 0-8191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29.9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2114 2 24575,'24'-1'0,"-15"0"0,-1 1 0,1 0 0,13 2 0,-29 3 0,-7-1 0,-65 10 0,0-4 0,-102 1 0,111-8-39,-441 8-384,406-11 351,-368 8 52,331-3 170,31-3 254,24 7-404,48-4 0,-70 9 0,-52 12-1365,143-24-5461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31.2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39 61 24575,'-5'-9'0,"-2"-4"0,-1 1 0,-11-15 0,32 60 0,49 99 0,-2-3 0,-48-106-455,-1 2 0,9 27 0,-17-40-6371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31.5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317 10 24575,'-22'-3'0,"-12"0"0,-6 0 0,3 3 0,1 1 0,3 1 0,4 3 0,2-1 0,4 1 0,3 0 0,4 1-8191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32.1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348 105 24575,'-43'-22'0,"-57"-27"0,82 42 0,-1 0 0,1 1 0,-31-6 0,46 11 0,0 1 0,-1 0 0,1-1 0,0 1 0,0 0 0,0 0 0,0 1 0,-1-1 0,1 1 0,0 0 0,0-1 0,0 1 0,0 1 0,0-1 0,0 0 0,0 1 0,1-1 0,-1 1 0,0 0 0,1 0 0,-1 0 0,1 0 0,-4 5 0,3-2 0,0 0 0,0 0 0,0 0 0,0 1 0,1 0 0,0-1 0,0 1 0,1 0 0,0 0 0,0 0 0,-1 9 0,2-9 0,0 0 0,0 0 0,0-1 0,1 1 0,-1 0 0,1 0 0,1-1 0,-1 1 0,1-1 0,0 1 0,0-1 0,1 0 0,-1 0 0,1 0 0,0 0 0,1 0 0,-1-1 0,1 1 0,0-1 0,0 0 0,0 0 0,8 5 0,3 3 0,0-1 0,1 0 0,0-1 0,17 7 0,-24-13 0,-1 0 0,1-1 0,0-1 0,0 1 0,0-1 0,1-1 0,-1 0 0,0 0 0,1-1 0,9 0 0,-18-1 0,1 1 0,0 0 0,-1-1 0,1 1 0,0-1 0,-1 1 0,1-1 0,-1 0 0,1 1 0,-1-1 0,1 0 0,-1 0 0,0 0 0,0 0 0,1 0 0,-1-1 0,2-1 0,-2 0 0,1 0 0,0 0 0,-1 0 0,1 0 0,-1 0 0,0 0 0,0 0 0,1-5 0,-1-2 0,0-1 0,0 1 0,-1-1 0,-1-17 0,-4 6 0,4 19 0,0-1 0,0 0 0,0 0 0,1 0 0,-1-7 0,1 11 0,0-1 0,0 1 0,0 0 0,0 0 0,0 0 0,0 0 0,0 0 0,0 0 0,0 0 0,0-1 0,0 1 0,0 0 0,1 0 0,-1 0 0,0 0 0,0 0 0,0 0 0,0 0 0,0 0 0,0-1 0,0 1 0,0 0 0,0 0 0,0 0 0,1 0 0,-1 0 0,0 0 0,0 0 0,0 0 0,0 0 0,0 0 0,0 0 0,0 0 0,1 0 0,-1 0 0,0 0 0,0 0 0,0 0 0,0 0 0,0 0 0,0 0 0,1 0 0,6 3 0,6 7 0,-13-9 0,33 30 46,19 16-1457,-39-37-5415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32.6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328 18 24575,'-12'-5'0,"-7"-1"0,-2 2 0,-1 2 0,0 2 0,0 0 0,-1 3 0,1 1 0,0 0 0,-2-1 0,-1-1 0,-2 2 0,1 0 0,3-1 0,6-1-8191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33.2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24575,'0'2'0,"2"2"0,2 1 0,1 3 0,1 3 0,1 1 0,3 2 0,-1 1 0,0-1 0,-1 1 0,-2 0 0,1 0 0,-2 0 0,0-1 0,-3-1-8191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33.7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44 24575,'17'-8'0,"45"-17"0,-55 22 0,1 1 0,-1 0 0,0 1 0,0 0 0,1 0 0,12 1 0,-18 0 0,0 0 0,0 0 0,0 0 0,0 0 0,0 0 0,0 1 0,0-1 0,0 1 0,0 0 0,-1-1 0,1 1 0,0 0 0,0 0 0,-1 0 0,1 0 0,-1 1 0,1-1 0,-1 0 0,1 1 0,-1-1 0,0 1 0,1-1 0,-1 1 0,0-1 0,0 1 0,0 0 0,-1 0 0,1-1 0,0 1 0,-1 0 0,1 0 0,-1 0 0,1 0 0,-1 0 0,0 0 0,0 0 0,0 3 0,-1 7 0,0-1 0,-1 1 0,-1-1 0,0 1 0,-5 12 0,3-10 0,-11 67 0,15-78 0,1 0 0,-1 0 0,1 0 0,-1 0 0,1 0 0,0 1 0,0-1 0,1 0 0,-1 0 0,0 0 0,1 0 0,0 0 0,0 0 0,2 6 0,0-5 0,-1 1 0,1-1 0,0 0 0,0 0 0,1 0 0,-1 0 0,1-1 0,6 5 0,1 0 0,1 0 0,1-1 0,-1-1 0,1 0 0,24 7 0,-28-10-136,0 0-1,1-1 1,-1-1-1,1 0 1,-1 0-1,1-1 1,0 0-1,-1 0 0,19-4 1,-19 1-6690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34.01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190 7 24575,'-30'-2'0,"-11"-2"0,-2 4 0,1 3 0,9 1-8191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35.6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404 1 24575,'-31'6'0,"-56"4"0,14-3 0,52-4 0,0 0 0,0-2 0,-1 0 0,1-1 0,-30-5 0,41 3-394,0-1 0,-12-6-1,21 9 213,-11-6-6644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35.8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344 40 24575,'-29'-7'0,"-15"-3"0,-2 1 0,1 1 0,4 3 0,4 4 0,6 2 0,3 4 0,4 1 0,6-1-8191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46.1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24575,'1'0'0,"1"0"0,-1 0 0,0 0 0,1 0 0,-1 0 0,0 0 0,0 0 0,1 1 0,-1-1 0,0 1 0,0-1 0,0 1 0,0-1 0,1 1 0,-1-1 0,1 2 0,-1-1 0,0 1 0,0-1 0,-1 0 0,1 1 0,0-1 0,-1 0 0,1 1 0,-1-1 0,1 1 0,-1-1 0,0 1 0,0-1 0,1 3 0,1 52 0,1 11 0,11 75 0,9 66 0,4 22 0,-26-218 0,0-8 0,0 0 0,-1 1 0,1-1 0,-1 1 0,0-1 0,-1 0 0,1 1 0,-1-1 0,-1 5 0,2-9-2,0 0 1,0 0-1,0 0 0,0 0 0,0 1 0,0-1 1,0 0-1,0 0 0,0 0 0,0 0 0,-1 0 0,1 0 1,0 0-1,0 0 0,0 1 0,0-1 0,0 0 0,0 0 1,0 0-1,-1 0 0,1 0 0,0 0 0,0 0 1,0 0-1,0 0 0,0 0 0,-1 0 0,1 0 0,0 0 1,0 0-1,0 0 0,0 0 0,0 0 0,-1 0 0,1 0 1,0 0-1,0 0 0,0 0 0,0 0 0,0 0 1,-7-6 156,-3-10-1077,9 15 398,-6-11-6302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46.6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53 24575,'17'3'0,"0"1"0,-1 0 0,0 1 0,1 1 0,-2 1 0,1 1 0,-1 0 0,0 0 0,-1 2 0,0 0 0,18 17 0,-28-24 0,-2-1 0,0 0 0,0 0 0,1 0 0,-1 0 0,0 0 0,1-1 0,-1 1 0,1-1 0,0 0 0,-1 0 0,6 2 0,-8-3 0,0 0 0,0 0 0,1 0 0,-1 0 0,0 0 0,0 0 0,0 0 0,1 0 0,-1 0 0,0 0 0,0 0 0,0 0 0,0 0 0,1 0 0,-1 0 0,0 0 0,0 0 0,0 0 0,0-1 0,0 1 0,1 0 0,-1 0 0,0 0 0,0 0 0,0 0 0,0 0 0,0-1 0,0 1 0,1 0 0,-1 0 0,0 0 0,0 0 0,0 0 0,0-1 0,0 1 0,0 0 0,0 0 0,0 0 0,0 0 0,0-1 0,0 1 0,0 0 0,-3-11 0,-9-8 0,-5-3 0,-1 1 0,-1 0 0,-1 2 0,-37-30 0,55 48 0,1 0 0,-1 0 0,1 0 0,-1 0 0,0 0 0,1 0 0,-1 1 0,0-1 0,0 0 0,1 1 0,-1 0 0,0-1 0,0 1 0,0 0 0,0 0 0,-2 0 0,2 1 0,1-1 0,0 1 0,0-1 0,-1 1 0,1 0 0,0 0 0,0-1 0,0 1 0,0 0 0,0 0 0,0 0 0,0 0 0,0 0 0,1 0 0,-1 0 0,0 1 0,0-1 0,1 0 0,-1 0 0,1 0 0,-1 1 0,1-1 0,-1 2 0,-1 9 0,0 0 0,1 0 0,0 0 0,2 24 0,-1-23 0,0 1 0,0-1 0,-4 21 0,3-30 0,0 0 0,0 0 0,-1 0 0,0 0 0,1 0 0,-1 0 0,-1 0 0,1 0 0,-1-1 0,1 1 0,-1-1 0,0 1 0,0-1 0,-7 5 0,0 0-1365,1-1-5461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49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334 114 24575,'-22'-24'0,"15"16"0,0 1 0,0-1 0,-1 1 0,0 1 0,-13-10 0,10 10 0,0 0 0,0 1 0,0 0 0,-1 0 0,-16-3 0,24 7 0,-1 0 0,1 1 0,0 0 0,0-1 0,-1 1 0,1 1 0,0-1 0,0 1 0,0-1 0,-1 1 0,1 0 0,0 1 0,0-1 0,0 1 0,1 0 0,-1 0 0,0 0 0,1 0 0,-5 4 0,-2 2 0,-1 1 0,1 1 0,1 0 0,-9 11 0,15-16 0,-1 0 0,1 1 0,1-1 0,-1 0 0,1 1 0,0-1 0,0 1 0,0 0 0,1 0 0,0 0 0,0 10 0,0-10 0,1 0 0,1-1 0,-1 1 0,1 0 0,0 0 0,0-1 0,1 1 0,0-1 0,0 1 0,0-1 0,0 1 0,1-1 0,3 5 0,-1-3 0,1-1 0,0 0 0,0 1 0,0-2 0,1 1 0,0-1 0,0 0 0,9 5 0,0-1 0,1 0 0,27 9 0,-36-15 0,1 0 0,0-1 0,0-1 0,0 1 0,0-1 0,0-1 0,12 0 0,-18 0 0,-1 0 0,1-1 0,-1 1 0,1-1 0,-1 0 0,1 0 0,-1 0 0,1 0 0,-1 0 0,0 0 0,1-1 0,-1 1 0,0-1 0,0 1 0,0-1 0,1-2 0,0 1 0,0-1 0,0 0 0,-1 0 0,0 0 0,0 0 0,0 0 0,0 0 0,1-7 0,0-5 0,0 0 0,-1-1 0,-1 1 0,-1-16 0,2 21 0,2 20 0,1 2 0,-1-4 0,1-1 0,0 1 0,0-1 0,1 0 0,0 0 0,7 5 0,42 28 0,-50-35 0,5 2-1365,-2-2-5461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51.8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10 24575,'-7'-5'0,"-1"1"0,2 3 0,2 5 0,-1 1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52.5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91 24575,'8'-9'0,"0"0"0,0 0 0,1 1 0,0 0 0,1 0 0,13-7 0,-16 11 0,1 1 0,-1-1 0,1 2 0,-1-1 0,1 1 0,0 0 0,0 0 0,0 1 0,0 0 0,12 1 0,-11 0 0,0 1 0,1 0 0,-1 0 0,0 1 0,0 1 0,0-1 0,0 1 0,-1 1 0,1 0 0,-1 0 0,10 6 0,-14-7 0,1 1 0,0 0 0,-1-1 0,0 1 0,0 1 0,0-1 0,-1 1 0,1-1 0,-1 1 0,0 0 0,0 0 0,-1 1 0,0-1 0,0 0 0,0 1 0,0-1 0,-1 1 0,0 0 0,1 5 0,-1 4 0,-1 0 0,-1 0 0,0 0 0,0 0 0,-1 0 0,-1-1 0,-1 1 0,-9 24 0,5-19 0,2-7 0,1 0 0,-6 26 0,11-37 0,-1-1 0,1 1 0,0 0 0,0-1 0,0 1 0,0-1 0,1 1 0,-1 0 0,0-1 0,1 1 0,-1-1 0,1 1 0,-1-1 0,1 1 0,0-1 0,-1 0 0,1 1 0,0-1 0,2 2 0,-1-1 0,0 0 0,0 0 0,1 0 0,-1 0 0,1-1 0,0 1 0,-1-1 0,1 1 0,5 0 0,-2 0 0,1 0 0,0 0 0,0-1 0,0-1 0,0 1 0,0-1 0,-1 0 0,11-1 0,-2-3-682,23-8-1,-23 7-6143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52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383 16 24575,'-32'-3'0,"-16"0"0,-1 0 0,2 0 0,7 1 0,7 1 0,5 1 0,5 0 0,3 0 0,3 0 0,2 2 0,-1 2 0,1-1-8191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53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341 60 24575,'-27'-10'0,"-11"-3"0,-4 1 0,2 2 0,6 2 0,6 4 0,3 2 0,3 3 0,4 2 0,1 3 0,-1 1 0,1-2 0,2-1-8191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6:53.5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24575,'7'27'0,"6"14"0,-1 2 0,1-3 0,1-4 0,0-6 0,-2-5 0,-1-4 0,-2-4 0,-3-5-8191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11.5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68 24575,'-1'-2'0,"-3"-4"0,1-1 0,0 0 0,0 0 0,0 0 0,1 0 0,0-1 0,-1-7 0,3 15 0,0 0 0,0 0 0,0 0 0,0 0 0,0 0 0,0 0 0,0 0 0,0 0 0,0-1 0,0 1 0,0 0 0,0 0 0,0 0 0,0 0 0,0 0 0,0 0 0,0 0 0,0 0 0,0 0 0,0 0 0,0 0 0,0 0 0,0 0 0,0 0 0,1 0 0,-1 0 0,0 0 0,0 0 0,0 0 0,0-1 0,0 1 0,0 0 0,0 0 0,0 0 0,0 0 0,0 0 0,0 0 0,0 0 0,0 0 0,0 0 0,0 0 0,0 0 0,0 0 0,0 0 0,1 0 0,-1 0 0,0 0 0,0 0 0,0 0 0,0 0 0,0 0 0,0 0 0,0 0 0,0 0 0,0 0 0,0 0 0,0 0 0,0 0 0,0 1 0,0-1 0,0 0 0,0 0 0,0 0 0,0 0 0,1 0 0,-1 0 0,0 0 0,0 0 0,5 6 0,5 8 0,41 95 0,-10-18 0,-21-49 0,-2 2 0,-1 0 0,10 51 0,-13-39 0,-25-71-1365,6 5-5461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11.8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444 34 24575,'-22'-8'0,"-1"0"0,-34-6 0,50 13 0,-1 0 0,0 0 0,1 1 0,-1 0 0,0 0 0,1 1 0,-1 0 0,0 0 0,1 1 0,-1 0 0,-12 5 0,0 2-151,0-1-1,-1-1 0,0 0 0,-1-2 1,1 0-1,-1-2 0,0 0 1,-31-1-1,38-2-6674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12.2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1 24575,'-11'0'0,"-1"1"0,1 0 0,0 0 0,-14 4 0,22-4 0,-1 0 0,1 0 0,0 1 0,0-1 0,-1 1 0,1 0 0,-5 4 0,6-5 0,1 0 0,0 1 0,0-1 0,0 0 0,0 1 0,0-1 0,0 1 0,0-1 0,0 1 0,1-1 0,-1 1 0,1 0 0,-1-1 0,1 1 0,-1 0 0,1-1 0,0 3 0,0-1 0,1 1 0,-1-1 0,1 0 0,0 1 0,0-1 0,1 0 0,-1 0 0,0 0 0,1 0 0,0 0 0,0-1 0,0 1 0,0 0 0,0-1 0,4 4 0,5 5 0,22 16 0,15 5 0,-42-28 0,0-1 0,0 0 0,0-1 0,1 1 0,-1-1 0,10 2 0,-10-4-1365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12.4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 24575,'2'-8'0,"2"1"0,-1 3 0,-1 6 0,0 4 0,-1 3 0,0 1-8191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13.0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24575,'0'6'0,"1"0"0,0 0 0,0-1 0,0 1 0,1 0 0,0 0 0,0-1 0,0 1 0,1-1 0,0 0 0,0 1 0,0-1 0,0 0 0,1-1 0,0 1 0,0-1 0,0 0 0,9 7 0,-6-6 0,-1-1 0,0 0 0,1 0 0,0 0 0,0-1 0,0 0 0,0 0 0,1-1 0,-1 0 0,1 0 0,0-1 0,-1 0 0,1 0 0,10-1 0,-16 0 0,0 0 0,0-1 0,0 1 0,0 0 0,1-1 0,-1 1 0,0-1 0,0 0 0,0 0 0,0 1 0,0-2 0,0 1 0,0 0 0,-1 0 0,1 0 0,0-1 0,-1 1 0,1-1 0,0 0 0,-1 1 0,0-1 0,1 0 0,-1 0 0,0 0 0,1-2 0,0-3 0,0-1 0,0 1 0,0 0 0,-1-1 0,0-13 0,1-1 0,-2 22 0,0 0 0,0-1 0,0 1 0,0 0 0,0 0 0,0-1 0,0 1 0,0 0 0,0 0 0,0-1 0,0 1 0,1 0 0,-1 0 0,0 0 0,0-1 0,0 1 0,0 0 0,0 0 0,1 0 0,-1-1 0,0 1 0,0 0 0,0 0 0,1 0 0,-1 0 0,0 0 0,0-1 0,1 1 0,-1 0 0,0 0 0,0 0 0,1 0 0,-1 0 0,0 0 0,0 0 0,1 0 0,-1 0 0,0 0 0,0 0 0,1 0 0,-1 0 0,0 0 0,0 0 0,1 0 0,-1 0 0,0 1 0,0-1 0,0 0 0,1 0 0,-1 0 0,0 0 0,0 0 0,0 1 0,1-1 0,-1 0 0,0 0 0,0 0 0,0 1 0,0-1 0,1 0 0,-1 0 0,16 16 0,-12-12 0,0 0 0,15 15 0,25 17 0,-39-32 0,1 0 0,0 0 0,0-1 0,0 0 0,0 0 0,1 0 0,-1-1 0,1 0 0,11 2 0,-17-3 0,0-1 0,0 0 0,0 0 0,0 0 0,0 0 0,0 0 0,0 0 0,0 0 0,0 0 0,0 0 0,0-1 0,0 1 0,0 0 0,0-1 0,0 1 0,0 0 0,0-1 0,0 1 0,-1-1 0,1 0 0,0 1 0,0-1 0,-1 1 0,1-1 0,0 0 0,-1 0 0,1 1 0,-1-1 0,1 0 0,-1 0 0,1-1 0,1-2 0,-2-1 0,1 1 0,0 0 0,-1-1 0,0 1 0,0-6 0,0 8 0,-1-1 0,1 1 0,0-1 0,0 0 0,1 1 0,-1-1 0,0 0 0,1 1 0,0-1 0,-1 1 0,1-1 0,0 1 0,0-1 0,2-1 0,-2 3 0,0 0 0,0 1 0,0-1 0,0 1 0,0-1 0,0 1 0,0-1 0,0 1 0,0 0 0,0-1 0,0 1 0,0 0 0,0 0 0,0 0 0,0 0 0,0 0 0,1 0 0,-1 0 0,0 0 0,0 1 0,0-1 0,0 0 0,0 1 0,0-1 0,0 1 0,1 0 0,26 16 0,-25-15 0,110 76-1365,-104-72-5461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13.4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178 287 24575,'-3'-29'0,"-1"1"0,-1-1 0,-12-37 0,13 56 0,1 0 0,-2 0 0,1 0 0,-1 0 0,-1 1 0,0 0 0,0 0 0,-1 0 0,0 1 0,0 0 0,-1 0 0,-9-6 0,16 12 0,-1 1 0,1 0 0,-1 0 0,1 0 0,-1 0 0,1 1 0,-1-1 0,0 0 0,1 1 0,-1-1 0,0 1 0,0 0 0,1-1 0,-1 1 0,0 0 0,0 0 0,1 0 0,-1 0 0,0 0 0,0 1 0,-3 0 0,4 0 0,-1 0 0,1 0 0,-1 0 0,1 0 0,0 0 0,-1 0 0,1 1 0,0-1 0,0 1 0,0-1 0,0 0 0,0 1 0,0 0 0,0-1 0,1 1 0,-1-1 0,1 1 0,-1 0 0,1 0 0,-1-1 0,1 1 0,0 2 0,-2 8 0,2 0 0,-1 0 0,1 0 0,1 1 0,0-1 0,1 0 0,1 0 0,-1-1 0,8 19 0,-7-22 0,1-1 0,-1 1 0,1-1 0,1 0 0,0 0 0,-1-1 0,2 1 0,-1-1 0,1 0 0,0-1 0,0 1 0,1-1 0,0 0 0,14 7 0,-10-7 0,0 0 0,1 0 0,13 3 0,-22-7 0,1-1 0,0 1 0,0 0 0,0-1 0,0 0 0,0 0 0,0 0 0,0 0 0,0-1 0,0 1 0,0-1 0,0 0 0,6-3 0,-9 3-49,1 0 1,-1 0-1,1-1 0,-1 1 0,1 0 1,-1-1-1,0 0 0,0 1 0,0-1 1,0 0-1,0 1 0,0-1 0,0 0 1,0 0-1,-1 0 0,1 0 0,-1 0 1,1 0-1,-1 1 0,0-1 0,0 0 1,0 0-1,0 0 0,0 0 0,0 0 0,-1 0 1,0-3-1,-2-7-6777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13.8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135 18 24575,'-10'-4'0,"0"1"0,0 0 0,0 1 0,0 0 0,-20-2 0,28 4 0,0 0 0,-1 0 0,1 0 0,0 0 0,0 0 0,0 1 0,0-1 0,0 1 0,0-1 0,0 1 0,0 0 0,0 0 0,0 0 0,0 0 0,1 0 0,-1 0 0,0 0 0,1 1 0,-1-1 0,1 0 0,-1 1 0,1 0 0,-1-1 0,1 1 0,0 0 0,0-1 0,0 1 0,0 0 0,0 0 0,1 0 0,-1 0 0,0 0 0,1 0 0,-1 0 0,1 4 0,0 2 0,0 0 0,0 0 0,1 0 0,0 0 0,1 0 0,0-1 0,0 1 0,1 0 0,0-1 0,6 12 0,0-1 0,2-1 0,0-1 0,14 18 0,-13-21 0,22 18 0,-23-21 0,0 0 0,17 21 0,-27-30 0,0-1 0,-1 1 0,1 0 0,0 0 0,-1 0 0,1 0 0,-1 1 0,1-1 0,-1 0 0,0 0 0,1 0 0,-1 0 0,0 0 0,0 1 0,0-1 0,0 0 0,0 0 0,0 0 0,0 1 0,0-1 0,0 0 0,0 0 0,-1 0 0,1 0 0,0 0 0,-1 1 0,1-1 0,-1 0 0,0 0 0,1 0 0,-1 0 0,0 0 0,1 0 0,-1-1 0,0 1 0,0 0 0,0 0 0,0 0 0,0-1 0,0 1 0,0-1 0,-1 2 0,-6 2 0,0 0 0,-1-1 0,1 1 0,-14 2 0,12-3 0,-34 8-1365,26-7-5461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21.3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21 24575,'0'-1'0,"1"0"0,-1 0 0,1-1 0,-1 1 0,1 0 0,0 0 0,-1 0 0,1 0 0,0 0 0,0 0 0,0 1 0,-1-1 0,1 0 0,0 0 0,0 0 0,0 1 0,1-1 0,-1 1 0,0-1 0,0 1 0,0-1 0,0 1 0,0 0 0,1-1 0,-1 1 0,0 0 0,0 0 0,1 0 0,-1 0 0,0 0 0,0 0 0,0 0 0,1 0 0,-1 1 0,0-1 0,0 0 0,0 1 0,1-1 0,-1 1 0,0-1 0,0 1 0,1 0 0,1 2 0,0-1 0,0 0 0,0 1 0,0 0 0,0 0 0,-1 0 0,1 0 0,-1 0 0,0 0 0,0 1 0,0-1 0,1 5 0,147 355 0,-144-351 0,-2-4 0,0 0 0,0 0 0,-1 0 0,0 0 0,3 15 0,-7-16-1365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22.7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2380 16 24575,'236'-15'0,"-216"19"0,-20-4 0,0 0 0,0 0 0,0 0 0,0 0 0,1 0 0,-1 0 0,0 0 0,0 0 0,0 0 0,0 0 0,0 0 0,0 0 0,0 0 0,0 0 0,1 0 0,-1 0 0,0 0 0,0 0 0,0 1 0,0-1 0,0 0 0,0 0 0,0 0 0,0 0 0,0 0 0,0 0 0,0 0 0,0 1 0,0-1 0,0 0 0,0 0 0,0 0 0,0 0 0,0 0 0,0 0 0,0 0 0,0 1 0,0-1 0,0 0 0,0 0 0,0 0 0,0 0 0,-10 4 0,-8-1 0,0-1 0,0-1 0,-21-2 0,-28 2 0,-499 11 0,421-19 0,-57-1 0,-1 1 0,-7 0 0,-381 7 0,502 8 0,2-1 0,64-7 0,-1 1 0,-32 6 0,40-4 0,-1-1 0,1-1 0,-1-1 0,1 0 0,-1-1 0,1-1 0,-1-1 0,1 0 0,-24-8 0,29 8-273,0 1 0,-1 0 0,0 1 0,-13-1 0,13 2-6553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24.5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365 43 24575,'-4'0'0,"1"-1"0,-1 0 0,0 0 0,0 0 0,-4-2 0,-6-2 0,-75-12 0,59 12 0,13 2 0,0 0 0,0 2 0,0 0 0,-32 2 0,45-1 0,0 1 0,0 0 0,0 0 0,0 0 0,1 0 0,-1 0 0,0 1 0,1 0 0,-1 0 0,1 0 0,0 0 0,-1 0 0,1 1 0,0-1 0,0 1 0,1 0 0,-1 0 0,0 0 0,1 0 0,0 1 0,0-1 0,0 0 0,0 1 0,1 0 0,-1-1 0,-1 7 0,1-3 0,1 0 0,-1 0 0,1 0 0,1 0 0,-1 0 0,1 1 0,1-1 0,-1 0 0,1 0 0,0 0 0,3 8 0,-1-5 0,1-1 0,0 0 0,0 0 0,1 0 0,0 0 0,1 0 0,8 9 0,-5-8 0,1-1 0,0 0 0,1 0 0,-1-1 0,2 0 0,-1-1 0,1-1 0,0 0 0,1 0 0,-1-1 0,1-1 0,0 0 0,24 4 0,-34-7 0,-1-1 0,1 0 0,0 0 0,-1 0 0,1 0 0,-1 0 0,1 0 0,0-1 0,-1 1 0,1-1 0,-1 0 0,1 0 0,-1 0 0,0 0 0,1 0 0,-1 0 0,0-1 0,0 1 0,0-1 0,0 0 0,0 1 0,0-1 0,0 0 0,0 0 0,-1 0 0,1 0 0,-1-1 0,1 1 0,-1 0 0,0-1 0,0 1 0,0 0 0,0-1 0,-1 1 0,1-1 0,-1 0 0,1 1 0,-1-5 0,0-3 0,1-1 0,-2 1 0,0-1 0,0 1 0,-5-18 0,-20-46 0,15 44 0,12 29 0,2 3 0,9 9 0,13 15 0,17 21 0,-25-25 0,2-1 0,22 18 0,-4-5-1365,-28-26-5461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25.1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93 24575,'13'-13'0,"-1"2"0,2-1 0,0 2 0,0-1 0,19-9 0,-27 17 0,0 1 0,0 0 0,-1 0 0,1 0 0,1 0 0,-1 1 0,11-1 0,-13 2 0,1 0 0,-1 1 0,0-1 0,0 1 0,0 0 0,0 0 0,0 0 0,0 0 0,0 1 0,0 0 0,-1 0 0,7 4 0,-4-2 0,0 1 0,0 0 0,-1 0 0,0 0 0,0 0 0,0 1 0,-1 0 0,0 0 0,0 0 0,0 1 0,-1-1 0,0 1 0,0 0 0,-1 0 0,1 0 0,1 14 0,-3-12 0,0 0 0,-1 0 0,0 0 0,-1 0 0,0 0 0,0-1 0,-1 1 0,0 0 0,0-1 0,-1 1 0,0-1 0,-1 1 0,-7 11 0,1-4 0,1 1 0,-9 23 0,16-35 0,1-1 0,-1 0 0,1 1 0,0-1 0,0 1 0,1-1 0,-1 1 0,1-1 0,0 1 0,0-1 0,1 1 0,-1 0 0,1-1 0,0 1 0,3 6 0,-2-7 0,0-1 0,1 0 0,-1 0 0,1 0 0,0 0 0,0 0 0,0 0 0,0-1 0,0 0 0,0 0 0,1 1 0,4 0 0,2 2 0,1 0 0,0-1 0,11 3 0,-14-5-97,1 0-1,-1-1 1,1 0-1,-1 0 1,1-1-1,-1 0 1,1 0-1,-1-1 1,1 0-1,-1-1 1,1 0-1,-1 0 0,13-6 1,-9 2-6729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25.3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334 46 24575,'-29'-8'0,"-15"-1"0,-2-1 0,4 3 0,4 1 0,6 3 0,7 1 0,4 2 0,4 0 0,2 2 0,1 2 0,3 0-8191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25.7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258 0 24575,'-30'0'0,"-12"0"0,-1 0 0,4 0 0,7 3 0,3 0 0,4 0 0,7 0-8191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26.2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10 24575,'-2'-5'0,"1"1"0,1 3 0,3 5 0,1 4 0,3 5 0,-1 4 0,2 0 0,-1 1 0,-2-1 0,2-1 0,-2 0 0,0-1 0,-2 0 0,1-1 0,0 1 0,-1-1 0,0-2-8191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27.5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447 0 24575,'-235'36'0,"169"-28"0,25-2 0,21-3 0,-38 3 0,44-6-1365,2-1-5461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28.0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 14 24575,'-4'-4'0,"-3"-5"0,5 9 0,3 5 0,31 87 0,0-3 0,-13-20 0,15 44 0,-26-92 0,0-1 0,1 0 0,17 25 0,-12-26-1365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30.2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418 68 24575,'-2'-2'0,"0"1"0,0-1 0,0 1 0,0 0 0,-1-1 0,1 1 0,0 0 0,-1 1 0,1-1 0,-1 0 0,1 1 0,-5-1 0,-33 0 0,28 1 0,-45-3 0,-1-2 0,-57-13 0,26-5-1365,77 19-5461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30.4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264 37 24575,'-30'-7'0,"-11"-3"0,-2 1 0,4 1 0,6 5 0,7 3 0,4 4 0,5 1 0,4 0-8191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31.8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441 49 24575,'-36'-16'0,"27"12"0,-1-1 0,1 1 0,-1 0 0,0 1 0,0 1 0,-1-1 0,-15-1 0,-148 5 0,74 0 0,74-4-1365,17 0-5461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32.8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421 44 24575,'1'-9'0,"-1"8"0,0 0 0,0 1 0,0-1 0,0 1 0,1-1 0,-1 1 0,0-1 0,0 1 0,0-1 0,0 1 0,0-1 0,0 1 0,-1-1 0,1 0 0,0 1 0,0-1 0,0 1 0,0-1 0,-1 1 0,1-1 0,0 1 0,0-1 0,-1 1 0,1 0 0,0-1 0,-1 1 0,1-1 0,-1 1 0,1 0 0,0-1 0,-1 1 0,1 0 0,-1-1 0,1 1 0,-1 0 0,1 0 0,-1-1 0,1 1 0,-1 0 0,1 0 0,-1 0 0,1 0 0,-1 0 0,0 0 0,1 0 0,-2 0 0,-15-2 0,0 0 0,-21 2 0,-10-1 0,-227-11-1365,262 13-5461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33.5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59 85 24575,'-5'-17'0,"5"14"0,2 12 0,15 53 0,-7-28 0,9 52 0,-4 14 0,-17-124 0,1 4 0,-1 1 0,-5-25 0,-11-12 0,-2 1 0,-27-52 0,38 89 0,9 17 0,0 0 0,0 0 0,-1 0 0,1 1 0,0-1 0,-1 0 0,1 0 0,-1 1 0,1-1 0,-1 0 0,0 1 0,1-1 0,-1 0 0,-1 0 0,2 1 0,0 0 0,0 0 0,-1 1 0,1-1 0,0 0 0,0 0 0,0 0 0,-1 1 0,1-1 0,0 0 0,0 0 0,0 1 0,0-1 0,0 0 0,-1 0 0,1 1 0,0-1 0,0 0 0,0 0 0,0 1 0,0-1 0,0 0 0,0 1 0,0-1 0,0 0 0,0 0 0,0 1 0,2 28 0,3-10 21,1 0 0,0 0-1,15 30 1,34 50-674,-39-73-142,-8-10-6031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34.6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1819 30 24575,'21'-5'0,"-1"0"0,24-2 0,-344 9 0,191-9 0,-28 0 0,-248 27 0,201-7 0,78-7 0,-234-1 0,227-5 0,7-8 115,-5 1-1595,99 7-5346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40.9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14 24575,'0'-13'0,"2"24"0,2 14 0,-1-12 0,48 167 0,-33-123 0,30 61 0,-20-51-1365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41.3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345 31 24575,'-10'-3'0,"-5"0"0,-3-3 0,-4 1 0,1 0 0,-3 1 0,2 2 0,1 0 0,0 2 0,1 0 0,1 2 0,-1 2 0,1-1 0,-2 0 0,1-1 0,0-1 0,3 0 0,3-1-8191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42.0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336 113 24575,'-55'-32'0,"-102"-41"0,154 71 0,0 1 0,-1 0 0,0 0 0,1 0 0,-1 0 0,0 1 0,1 0 0,-1-1 0,0 1 0,1 0 0,-1 1 0,0-1 0,0 1 0,1 0 0,-1-1 0,1 2 0,-1-1 0,1 0 0,-1 1 0,1-1 0,0 1 0,0 0 0,-1 0 0,1 1 0,1-1 0,-1 0 0,0 1 0,1 0 0,-1 0 0,1 0 0,0 0 0,0 0 0,0 0 0,0 0 0,0 1 0,1-1 0,0 0 0,-2 7 0,1-4 0,1-1 0,0 0 0,1 0 0,-1 0 0,1 1 0,0-1 0,0 0 0,1 0 0,-1 1 0,1-1 0,0 0 0,1 0 0,-1 0 0,1 0 0,3 7 0,-1-7 0,-1 0 0,1 0 0,-1 0 0,2 0 0,-1 0 0,0-1 0,1 0 0,0 0 0,0 0 0,0-1 0,0 1 0,10 3 0,-4-2 0,-1 0 0,1-2 0,0 1 0,0-1 0,0-1 0,0 0 0,1 0 0,-1-1 0,1 0 0,18-2 0,-28 0 0,0 1 0,0 0 0,0 0 0,1-1 0,-1 0 0,0 1 0,0-1 0,0 0 0,0 0 0,0 0 0,0 0 0,0 0 0,0 0 0,-1-1 0,1 1 0,0-1 0,-1 1 0,1-1 0,-1 0 0,1 1 0,0-4 0,1 0 0,-1-1 0,0 0 0,0 0 0,0 1 0,1-14 0,2-7 0,-5 26 0,0-1 0,0 1 0,0 0 0,0-1 0,0 1 0,0-1 0,1 1 0,-1 0 0,0-1 0,0 1 0,0 0 0,0-1 0,1 1 0,-1 0 0,0-1 0,0 1 0,1 0 0,-1 0 0,0-1 0,1 1 0,-1 0 0,0 0 0,1-1 0,-1 1 0,0 0 0,1 0 0,-1 0 0,0 0 0,1 0 0,-1-1 0,1 1 0,-1 0 0,0 0 0,1 0 0,-1 0 0,1 0 0,-1 0 0,0 0 0,1 0 0,-1 1 0,1-1 0,-1 0 0,0 0 0,1 0 0,-1 0 0,0 0 0,1 1 0,-1-1 0,0 0 0,1 0 0,-1 1 0,0-1 0,1 0 0,-1 0 0,0 1 0,1-1 0,18 22 0,-15-17 0,4 4-107,8 9-313,0 1 1,21 34 0,-33-44-6407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42.66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60 24575,'4'-5'0,"0"0"0,1 0 0,0 1 0,0-1 0,0 1 0,0 0 0,1 1 0,-1-1 0,1 1 0,0 0 0,0 0 0,0 1 0,0 0 0,1 0 0,-1 1 0,13-2 0,-14 2 0,0 1 0,0 0 0,0 0 0,0 1 0,0-1 0,0 1 0,0 0 0,0 0 0,0 1 0,0 0 0,-1 0 0,1 0 0,-1 0 0,1 0 0,-1 1 0,0 0 0,0 0 0,0 0 0,-1 1 0,1-1 0,-1 1 0,7 8 0,-7-7 0,-1 1 0,1-1 0,-1 1 0,1 0 0,-2 0 0,1 0 0,-1 0 0,0 0 0,0 0 0,0 1 0,-1-1 0,0 0 0,0 0 0,-2 8 0,-1 5 0,-1 1 0,-1-1 0,-7 21 0,7-27 0,1-1 0,0 1 0,1 0 0,1 0 0,-1 17 0,2-27 0,1 0 0,0 0 0,1 1 0,-1-1 0,0 0 0,1 0 0,0 0 0,0 1 0,0-1 0,0 0 0,0 0 0,1 0 0,-1-1 0,1 1 0,0 0 0,0-1 0,0 1 0,0-1 0,0 1 0,1-1 0,-1 0 0,1 0 0,-1 0 0,1 0 0,0 0 0,0-1 0,3 2 0,8 2 0,1-1 0,-1-1 0,1 0 0,-1-1 0,27 1 0,-34-3-124,1-1 0,-1 1 0,0-1 0,1-1 0,-1 1 0,0-1-1,0 0 1,0-1 0,0 0 0,7-4 0,-1 0-6702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42.91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302 36 24575,'-27'-10'0,"-11"0"0,-2 1 0,3 4 0,6 4 0,3 4 0,4 1 0,1 1 0,3 1 0,1 0 0,4-1-8191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43.3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333 75 24575,'-27'-10'0,"-13"-3"0,-4-2 0,2 2 0,6 3 0,5 3 0,7 3 0,2 2 0,2 1 0,2 1 0,2 1 0,4 0-8191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43.8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24575,'5'7'0,"4"5"0,3 6 0,-1 1 0,1 1 0,-2 2 0,-1-1 0,2-2 0,-2 2 0,0-1 0,-1-1 0,0-2 0,-1 0 0,-2-2 0,-1 0 0,-2-1 0,-2 0 0,1-2-8191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44.9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24575,'188'9'0,"-115"-3"0,0 0 0,68 2 0,-112-8 0,12 1 0,0-2 0,53-8 0,-49 1 0,0 2 0,66-1 0,-93 7 0,-1 1 0,-36-1 0,-346 0-1365,343 0-5461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46.4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1975 56 24575,'35'-9'0,"-35"9"0,0 0 0,1 0 0,-1 0 0,0 0 0,0 0 0,0 0 0,0 0 0,0 0 0,0 0 0,0 0 0,0 0 0,0 0 0,0 0 0,0 0 0,0 0 0,0 0 0,0 0 0,1 0 0,-1 0 0,0 0 0,0 0 0,0 0 0,0 0 0,0 0 0,0 0 0,0 0 0,0 0 0,0 0 0,0 0 0,0 0 0,0 0 0,0 0 0,0-1 0,0 1 0,0 0 0,0 0 0,0 0 0,0 0 0,0 0 0,0 0 0,0 0 0,0 0 0,0 0 0,0 0 0,0 0 0,0 0 0,0 0 0,0 0 0,0-1 0,0 1 0,0 0 0,0 0 0,0 0 0,0 0 0,0 0 0,0 0 0,0 0 0,0 0 0,0 0 0,0 0 0,0 0 0,0 0 0,0 0 0,0 0 0,0 0 0,0 0 0,0 0 0,-7-2 0,-10 0 0,-193 3 0,147 6 0,-22 0 0,33-6 0,-123-3 0,95-6 0,36 2 0,-1 0 0,18 2 0,-34-1 0,22 6 0,-66 8 0,40-3 0,-9 2 0,51-5 0,1-1 0,-1-1 0,0-1 0,1-2 0,-26-3 0,-9-1 0,41 5 0,-68-9 0,47 6 0,0 1 0,-66 4 0,35 0 0,-191-1 0,255 0 0,0 0 0,1 0 0,-1 0 0,1 1 0,-1-1 0,1 1 0,-1 0 0,-5 2 0,9-3 0,0 0 0,0 0 0,0 0 0,0 0 0,0 0 0,0 0 0,0 0 0,0 0 0,-1 0 0,1 0 0,0 0 0,0 0 0,0 0 0,0 0 0,0 0 0,0 0 0,0 0 0,0 0 0,0 0 0,0 0 0,-1 1 0,1-1 0,0 0 0,0 0 0,0 0 0,0 0 0,0 0 0,0 0 0,0 0 0,0 0 0,0 0 0,0 1 0,0-1 0,0 0 0,0 0 0,0 0 0,0 0 0,0 0 0,0 0 0,0 0 0,0 0 0,0 1 0,0-1 0,0 0 0,0 0 0,0 0 0,0 0 0,0 0 0,0 0 0,7 3 0,8-1 0,201 0 0,-110-4 0,1 2 0,314 9 0,-67-4 0,-183-23 0,-87 6 0,258-12 0,-84 29 0,-1 19 0,-198-18 0,23 0-1365,-61-6-5461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52.9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24575,'30'35'0,"-22"-25"0,0 0 0,17 15 0,101 88 0,0 0 0,11 9 0,-131-115-1365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53.24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177 0 24575,'-8'3'0,"0"0"0,0 0 0,1 0 0,-1 1 0,1 0 0,-7 6 0,10-7 0,0 0 0,1 1 0,0-1 0,0 1 0,0 0 0,0-1 0,1 1 0,0 0 0,-1 1 0,1-1 0,1 0 0,-3 7 0,-6 28 0,-13 36 0,20-67 0,0-1 0,-1 1 0,0-1 0,0 0 0,-1 0 0,0 0 0,-7 7 0,5-7-1365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53.9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187 39 24575,'-8'-5'0,"1"0"0,-1 0 0,-1 0 0,1 1 0,0 1 0,-16-5 0,21 7 0,0 0 0,-1 1 0,1-1 0,0 1 0,-1 0 0,1 0 0,-1 0 0,1 0 0,0 1 0,-1-1 0,1 1 0,0 0 0,-1 0 0,1 0 0,0 0 0,0 1 0,0-1 0,0 1 0,0 0 0,0 0 0,-3 3 0,3-2 0,-1 1 0,0 0 0,1 0 0,0 1 0,0-1 0,0 1 0,0 0 0,1-1 0,0 1 0,0 0 0,0 0 0,0 1 0,1-1 0,0 0 0,0 0 0,1 1 0,-1 5 0,1-4 0,1 0 0,-1 1 0,1-1 0,1 0 0,-1 0 0,1 0 0,1 0 0,-1 0 0,1 0 0,1-1 0,6 12 0,1-1 0,-1 0 0,-1 1 0,-1 0 0,-1 0 0,8 26 0,-6-8 0,7 71 0,-9-64 0,-4-25 0,2 28 0,-5-42 0,0-1 0,0 1 0,0 0 0,1-1 0,0 1 0,0 0 0,0-1 0,0 1 0,1-1 0,-1 1 0,4 4 0,-3-6 0,0 0 0,-1 0 0,1 0 0,0 0 0,0-1 0,0 1 0,0-1 0,0 0 0,0 1 0,0-1 0,1 0 0,-1 0 0,0 0 0,1-1 0,-1 1 0,1-1 0,-1 1 0,4-1 0,7 2 40,0-2 0,25-1 0,-34 1-133,0 0 0,-1-1 1,1 0-1,-1 0 0,1 0 0,-1 0 0,1-1 0,-1 1 1,0-1-1,1 0 0,-1 0 0,0 0 0,0 0 1,0 0-1,2-4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54.4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13 24575,'0'9'0,"1"-1"0,0 0 0,1-1 0,0 1 0,0 0 0,1 0 0,3 7 0,-4-11 0,-1 0 0,1-1 0,0 1 0,0-1 0,0 0 0,1 1 0,-1-1 0,1 0 0,-1 0 0,1-1 0,0 1 0,0-1 0,1 1 0,-1-1 0,0 0 0,1 0 0,-1 0 0,5 1 0,-7-3 0,1 0 0,-1 1 0,0-1 0,0 0 0,1 0 0,-1 0 0,0 0 0,0 0 0,0 0 0,1 0 0,-1 0 0,0-1 0,0 1 0,1 0 0,-1-1 0,0 1 0,0-1 0,0 1 0,0-1 0,0 1 0,0-1 0,0 0 0,0 0 0,0 1 0,0-1 0,0 0 0,0 0 0,-1 0 0,1 0 0,0 0 0,-1 0 0,1 0 0,-1 0 0,1-1 0,0-1 0,1-4 0,0-1 0,0 0 0,-1 0 0,1-13 0,0 0 0,-2 17 0,1 0 0,0 0 0,0 1 0,0-1 0,1 1 0,-1-1 0,5-5 0,-5 8 0,-1 0 0,1 0 0,0 0 0,0 0 0,0 1 0,0-1 0,0 0 0,0 1 0,0-1 0,0 1 0,0-1 0,0 1 0,0-1 0,0 1 0,0 0 0,0 0 0,0-1 0,1 1 0,-1 0 0,0 0 0,0 0 0,0 0 0,0 0 0,1 0 0,-1 1 0,0-1 0,0 0 0,0 1 0,0-1 0,1 1 0,23 9 0,-1 2 0,25 15 0,6 4 0,-36-22 0,-12-6 0,0 0 0,-1 0 0,0 0 0,1 1 0,7 6 0,-11-5-1365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54.9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71 24575,'8'-8'0,"0"-1"0,0 1 0,0 0 0,1 1 0,15-10 0,-22 15 0,1 1 0,0-1 0,0 1 0,0-1 0,0 1 0,0 0 0,0 0 0,0 0 0,1 1 0,-1-1 0,0 1 0,0 0 0,1 0 0,-1 0 0,0 0 0,1 1 0,-1-1 0,0 1 0,0 0 0,0-1 0,0 2 0,0-1 0,6 3 0,-1 2 0,1 0 0,-1 1 0,-1 0 0,1 0 0,-1 1 0,0 0 0,-1 0 0,0 0 0,0 1 0,6 13 0,1 6 0,-1 0 0,10 38 0,-14-34 0,0 1 0,4 57 0,-10-75 0,0-1 0,1 1 0,1-1 0,0 0 0,0 0 0,2 0 0,0-1 0,14 25 0,-11-25 0,1 0 0,0-1 0,1 0 0,0-1 0,25 19 0,-5-3 0,-30-27 0,-1 0 0,0 0 0,0 0 0,0 0 0,1 0 0,-1 0 0,0 0 0,0 1 0,1-1 0,-1 0 0,0 0 0,0 0 0,0 0 0,0 1 0,1-1 0,-1 0 0,0 0 0,0 0 0,0 1 0,0-1 0,0 0 0,0 0 0,0 0 0,1 1 0,-1-1 0,0 0 0,0 0 0,0 1 0,0-1 0,0 0 0,0 0 0,0 1 0,0-1 0,0 0 0,0 0 0,0 1 0,-1-1 0,1 0 0,0 0 0,0 1 0,0-1 0,0 0 0,0 0 0,0 0 0,0 1 0,-1-1 0,1 0 0,0 0 0,0 0 0,0 0 0,0 1 0,-1-1 0,1 0 0,0 0 0,0 0 0,-1 0 0,1 0 0,0 0 0,0 1 0,0-1 0,-1 0 0,1 0 0,0 0 0,0 0 0,-1 0 0,1 0 0,0 0 0,0 0 0,-1 0 0,-21 1 0,18-1 0,-254-2-1365,245 2-5461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55.4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404 73 24575,'-3'-2'0,"-11"-10"0,-1 1 0,-1 0 0,-19-10 0,29 18 0,0 1 0,0-1 0,1 1 0,-1 1 0,0-1 0,-1 1 0,1 0 0,0 1 0,0-1 0,0 1 0,-1 1 0,1-1 0,-10 3 0,-25 7 0,26-5 0,-1-1 0,1-1 0,-19 1 0,-58-4-1365,80 0-5461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7:55.6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258 44 24575,'-22'-10'0,"-10"-3"0,-1 3 0,1 3 0,5 3 0,4 5 0,3 4 0,1 1 0,0 0 0,2 2 0,3-1-8191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04.9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408 88 24575,'-6'-6'0,"-1"0"0,-1 1 0,1-1 0,-1 2 0,1-1 0,-17-6 0,-53-15 0,47 18 0,21 5 0,0 1 0,0 0 0,-1 0 0,1 1 0,-1 0 0,-17 2 0,22-1 0,1 1 0,-1-1 0,0 2 0,1-1 0,-1 0 0,1 1 0,0 0 0,-1 0 0,1 0 0,0 0 0,0 1 0,0-1 0,0 1 0,1 0 0,-6 6 0,6-7 0,-9 12 0,0 0 0,1 1 0,-13 22 0,22-33 0,-1 0 0,2 0 0,-1 0 0,0 0 0,1 1 0,0-1 0,0 0 0,0 1 0,0-1 0,1 0 0,-1 1 0,1-1 0,1 1 0,-1-1 0,0 0 0,1 1 0,0-1 0,0 1 0,0-1 0,3 5 0,-2-6 0,0 1 0,1-1 0,0 1 0,-1-1 0,1 0 0,0 0 0,1-1 0,-1 1 0,0-1 0,5 3 0,2 1 0,0-1 0,17 7 0,-12-7 0,0-1 0,1 0 0,-1-1 0,1 0 0,0-1 0,0-1 0,0-1 0,0 0 0,31-5 0,-42 4 0,-1 0 0,1 0 0,-1-1 0,1 0 0,-1 1 0,0-2 0,1 1 0,-1 0 0,0-1 0,0 0 0,-1 0 0,1 0 0,-1 0 0,4-4 0,-5 3 0,1 1 0,-1-1 0,0 1 0,0-1 0,-1 0 0,1 0 0,-1 0 0,0 0 0,0 0 0,0 0 0,0 0 0,-1 0 0,0 0 0,0-1 0,0 1 0,-1-5 0,0-2 0,-1 1 0,0 0 0,0 0 0,-1 0 0,-8-17 0,52 86 0,-26-38-227,1-1-1,1-1 1,0-1-1,2 0 1,33 25-1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05.6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 24575,'0'5'0,"2"1"0,-1-1 0,1 0 0,-1 0 0,1 0 0,1 0 0,3 5 0,-4-6 0,7 14 0,19 26 0,-23-37 0,-1-1 0,1-1 0,1 1 0,-1-1 0,1 0 0,0 0 0,10 6 0,-16-11 0,1 1 0,0-1 0,0 1 0,-1-1 0,1 0 0,0 1 0,0-1 0,0 0 0,0 0 0,0 1 0,-1-1 0,1 0 0,0 0 0,0 0 0,0 0 0,0 0 0,0 0 0,0 0 0,0 0 0,-1-1 0,1 1 0,0 0 0,0 0 0,0-1 0,0 0 0,0 0 0,0 0 0,0 0 0,0 0 0,0 0 0,0 0 0,0 0 0,0-1 0,-1 1 0,1 0 0,0-1 0,-1 1 0,1 0 0,-1-3 0,2-6 0,-1 1 0,0 0 0,-1-16 0,0 23 0,-1-16 0,0 11 0,0 0 0,1 1 0,0-1 0,2-11 0,-2 17 0,0-1 0,1 1 0,-1 0 0,1-1 0,-1 1 0,1 0 0,-1-1 0,1 1 0,0 0 0,0 0 0,0 0 0,-1 0 0,1 0 0,0 0 0,0 0 0,0 0 0,1 0 0,-1 0 0,0 0 0,0 1 0,0-1 0,1 0 0,-1 1 0,0-1 0,0 1 0,1 0 0,1-1 0,5 0 0,0 1 0,-1-1 0,1 2 0,-1-1 0,1 1 0,-1 0 0,1 1 0,-1 0 0,0 0 0,1 0 0,-1 1 0,13 7 0,5 5 0,47 36 0,-60-42 0,-7-6 0,1 1 0,-1 1 0,0-1 0,0 1 0,-1-1 0,1 1 0,-1 1 0,0-1 0,4 8 0,-8-13-57,0 1 0,1 0 1,-1-1-1,0 1 0,0 0 0,0-1 0,0 1 0,0 0 0,0-1 0,0 1 0,0 0 1,0 0-1,0-1 0,0 1 0,0 0 0,0-1 0,-1 1 0,1-1 0,0 1 1,0 0-1,-1-1 0,1 1 0,-1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06.0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 6 24575,'-2'-5'0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06.6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21 24575,'1'5'0,"-1"0"0,1 0 0,0 0 0,1 0 0,-1 0 0,1 0 0,0-1 0,0 1 0,0 0 0,1-1 0,-1 0 0,1 1 0,1-1 0,3 4 0,7 7 0,1-1 0,17 14 0,-26-23 0,3 2 0,1-1 0,-1 0 0,1-1 0,0 0 0,0 0 0,1-1 0,0 0 0,-1-1 0,1-1 0,0 1 0,0-2 0,1 1 0,-1-2 0,0 1 0,16-3 0,-24 2 0,0 0 0,0-1 0,-1 1 0,1-1 0,0 1 0,-1-1 0,1 0 0,0 0 0,-1-1 0,1 1 0,-1 0 0,0-1 0,1 0 0,-1 1 0,0-1 0,0 0 0,2-2 0,-2 1 0,0 0 0,0-1 0,0 1 0,0 0 0,-1-1 0,1 0 0,-1 1 0,0-1 0,0 1 0,-1-1 0,1-5 0,0-1 0,-1 0 0,-1 1 0,0-1 0,0 0 0,-1 1 0,0-1 0,0 1 0,-1-1 0,-4-8 0,2 9 0,4 6 0,-1 1 0,1-1 0,0 1 0,0-1 0,0 0 0,-1-5 0,3 6 0,3 5 0,2 3 0,87 92 124,-30-36-1613,-54-51-5337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07.5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366 93 24575,'-24'-14'0,"-70"-37"0,83 46 0,0 0 0,-1 1 0,0 0 0,1 1 0,-1 1 0,-18-3 0,22 6 0,0-1 0,1 1 0,-1 0 0,0 0 0,1 1 0,-1 0 0,1 0 0,0 1 0,0 0 0,0 1 0,0-1 0,0 1 0,1 0 0,-1 1 0,1 0 0,-8 7 0,12-9 0,0 0 0,0 0 0,0-1 0,0 1 0,1 0 0,-1 1 0,1-1 0,0 0 0,0 0 0,0 1 0,0-1 0,1 0 0,-1 1 0,1-1 0,0 1 0,0-1 0,0 0 0,0 1 0,1-1 0,1 7 0,2 2 0,0 0 0,1 0 0,1-1 0,10 16 0,-9-14 0,0-1 0,6 17 0,2 17 0,-2 1 0,-2 1 0,5 55 0,9 33 0,-24-129 0,1 0 0,0 1 0,1-1 0,0 0 0,0 0 0,0 0 0,1 0 0,0-1 0,0 0 0,1 1 0,-1-1 0,11 9 0,-10-10 0,0-1 0,0 0 0,1-1 0,-1 1 0,1-1 0,-1 0 0,1 0 0,0-1 0,0 0 0,0 0 0,0 0 0,1-1 0,-1 0 0,9 1 0,1-2 0,0-2 0,1 0 0,18-4 0,-3 0 0,-9 0-1365,-14 3-5461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08.0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 72 24575,'-8'-22'0,"7"20"0,5 14 0,1 1 0,0 0 0,1-1 0,0 0 0,12 16 0,-14-23 0,0 1 0,1-1 0,-1 0 0,1-1 0,0 1 0,0-1 0,1 0 0,-1 0 0,1 0 0,11 5 0,-16-9 0,0 1 0,0-1 0,0 0 0,0 1 0,0-1 0,1 0 0,-1 0 0,0 1 0,0-1 0,0 0 0,0 0 0,0 0 0,0 0 0,0 0 0,0-1 0,0 1 0,1 0 0,-1 0 0,0-1 0,0 1 0,0-1 0,0 1 0,0-1 0,0 1 0,-1-1 0,1 0 0,0 1 0,0-1 0,0 0 0,0 0 0,-1 0 0,1 1 0,0-1 0,-1 0 0,1 0 0,-1 0 0,1-2 0,2-3 0,-1-1 0,-1 1 0,1-1 0,-1 1 0,1-9 0,-1 1 0,2 0 0,-2 3 0,1 0 0,0 0 0,1 0 0,8-19 0,-10 28 0,0 0 0,0 0 0,0 1 0,0-1 0,0 0 0,0 1 0,0-1 0,1 1 0,-1-1 0,0 1 0,1 0 0,-1 0 0,1-1 0,0 1 0,-1 0 0,1 0 0,0 1 0,0-1 0,-1 0 0,1 1 0,0-1 0,0 1 0,0-1 0,0 1 0,0 0 0,0 0 0,0 0 0,0 0 0,0 0 0,0 0 0,0 1 0,0-1 0,-1 1 0,4 0 0,2 2 0,0 1 0,0 0 0,0 0 0,-1 0 0,0 1 0,10 9 0,2 1 0,-11-9 0,7 4 0,-1 0 0,-1 1 0,0 1 0,20 24 0,-29-29-1365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08.6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24575,'14'7'0,"86"51"0,-81-46 0,-1 1 0,0 1 0,17 17 0,-29-24 0,-1-1 0,0 1 0,0 0 0,0 0 0,-1 1 0,0-1 0,4 11 0,15 59 0,-19-59 0,1-1 0,1 1 0,0-1 0,13 23 0,9 7 0,-1-3 0,31 69 0,-53-103 0,-1 1 0,0 0 0,-1 0 0,4 20 0,-7-29 0,0-1 0,0 0 0,0 1 0,0-1 0,0 0 0,-1 1 0,1-1 0,0 0 0,-1 0 0,1 1 0,-1-1 0,1 0 0,-1 0 0,0 0 0,1 0 0,-1 0 0,0 0 0,-1 2 0,0-1 0,0-1 0,0 0 0,0 1 0,0-1 0,0 0 0,0 0 0,-1 0 0,1 0 0,-4 0 0,-4 1 0,0-1 0,-1 0 0,-17-1 0,22 0 0,-8 0 0,-1 1 0,0 0 0,0 1 0,1 0 0,-1 1 0,-13 6 0,-1-2-1365,17-5-5461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10.1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821 0 24575,'14'0'0,"14"0"0,-28 0 0,0 0 0,0 0 0,0 1 0,0-1 0,0 0 0,0 0 0,0 0 0,0 0 0,0 0 0,0 0 0,0 0 0,0 0 0,0 0 0,0 0 0,0 0 0,0 0 0,0 0 0,0 0 0,0 0 0,0 0 0,0 0 0,0 0 0,0 0 0,0 0 0,0 1 0,0-1 0,0 0 0,0 0 0,0 0 0,0 0 0,0 0 0,0 0 0,0 0 0,0 0 0,0 0 0,0 0 0,0 0 0,0 0 0,0 0 0,-18 4 0,-25 2 0,-59-1 0,15-1 0,-309 5 0,306-10 0,56 0-682,-41-7-1,57 6-6143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10.5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924 44 24575,'-9'-6'0,"-1"1"0,0 0 0,0 0 0,0 1 0,0 0 0,0 1 0,-1 0 0,-16-3 0,8 5 0,1 0 0,-1 1 0,1 0 0,-24 5 0,-153 15 0,95-11 0,-287 16-1365,369-26-5461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11.8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34 24575,'0'-2'0,"1"1"0,-1-1 0,1 0 0,-1 1 0,1-1 0,0 1 0,0-1 0,-1 1 0,1-1 0,0 1 0,0-1 0,1 1 0,-1 0 0,0 0 0,0-1 0,1 1 0,-1 0 0,0 0 0,1 0 0,-1 1 0,1-1 0,0 0 0,-1 0 0,1 1 0,0-1 0,-1 1 0,1-1 0,0 1 0,-1 0 0,1 0 0,0 0 0,0 0 0,-1 0 0,4 1 0,4 0 0,1 1 0,-1 1 0,1 0 0,17 7 0,-19-6 0,92 47 0,-19-8 0,307 115 0,-385-157 0,2 1 0,0 0 0,0 1 0,9 5 0,-13-8 0,-1 0 0,1 0 0,-1 1 0,1-1 0,-1 0 0,1 1 0,-1-1 0,0 0 0,1 1 0,-1-1 0,1 1 0,-1-1 0,0 0 0,0 1 0,1-1 0,-1 1 0,0-1 0,0 1 0,1-1 0,-1 1 0,0 0 0,0-1 0,0 1 0,0-1 0,0 1 0,0-1 0,0 1 0,0-1 0,0 1 0,0-1 0,0 1 0,0 0 0,0-1 0,0 1 0,-1-1 0,1 1 0,0-1 0,0 1 0,-1-1 0,1 0 0,0 1 0,-1-1 0,1 1 0,0-1 0,-1 1 0,1-1 0,-1 0 0,1 1 0,0-1 0,-1 0 0,0 1 0,-8 4 0,0 0 0,0 0 0,-1-1 0,0 0 0,1-1 0,-20 4 0,5 0 0,-316 79 0,314-81-1365,4-1-5461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12.5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277 31 24575,'9'-15'0,"-9"14"0,0 1 0,0-1 0,1 0 0,-1 1 0,0-1 0,0 1 0,0-1 0,0 1 0,1-1 0,-1 0 0,0 1 0,0-1 0,0 1 0,0-1 0,0 1 0,-1-1 0,1 0 0,0 1 0,0-1 0,0 1 0,0-1 0,-1 1 0,1-1 0,0 1 0,-1-2 0,0 2 0,-1 1 0,1-1 0,0 0 0,-1 1 0,1-1 0,0 1 0,0-1 0,-1 1 0,1 0 0,0-1 0,0 1 0,0 0 0,0 0 0,-2 1 0,0 1 0,-170 125 0,161-119 0,1 0 0,0 1 0,0 0 0,1 1 0,-11 16 0,19-24 0,0 0 0,1 0 0,-1 1 0,1-1 0,0 1 0,0-1 0,0 1 0,1-1 0,-1 1 0,1 0 0,0-1 0,-1 1 0,2-1 0,-1 1 0,0 0 0,1-1 0,0 1 0,0-1 0,0 1 0,0-1 0,0 1 0,1-1 0,-1 0 0,1 0 0,0 0 0,0 0 0,0 0 0,1 0 0,-1 0 0,1-1 0,-1 1 0,1-1 0,0 1 0,0-1 0,0 0 0,5 2 0,28 10 0,1-1 0,0-2 0,69 11 0,40 12 0,-132-29-1365,-2 0-5461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14.2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27 24575,'-1'-3'0,"-1"-1"0,0 1 0,0 0 0,0-1 0,0 1 0,-4-3 0,27 51 0,10 6 0,59 74 0,-28-43 0,92 122 0,-119-164 0,1-1 0,74 62 0,-73-71 0,-19-14 0,1 0 0,32 18 0,-36-29 0,-14-5 0,-1 0 0,0 0 0,1 0 0,-1 0 0,1 0 0,-1-1 0,0 1 0,1 0 0,-1 0 0,0 0 0,1 0 0,-1 0 0,0-1 0,1 1 0,-1 0 0,0 0 0,1 0 0,-1-1 0,0 1 0,0 0 0,1-1 0,-1 0 0,1 0 0,-1 0 0,0 0 0,0 0 0,0 0 0,0 0 0,0 0 0,0 0 0,0 0 0,0 0 0,0 0 0,-1 0 0,1 0 0,0 0 0,-1 0 0,1 1 0,-1-1 0,1 0 0,-1 0 0,1 0 0,-1 0 0,1 0 0,-1 1 0,-1-2 0,-8-10-455,-1 1 0,-22-18 0,20 20-6371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14.7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318 116 24575,'0'-1'0,"-2"-55"0,1 50 0,0 1 0,0-1 0,0 1 0,0 0 0,-1 0 0,0-1 0,0 1 0,-3-5 0,5 10 0,0-1 0,-1 1 0,1 0 0,0-1 0,-1 1 0,1-1 0,-1 1 0,1 0 0,-1-1 0,1 1 0,-1 0 0,1 0 0,-1-1 0,0 1 0,1 0 0,-1 0 0,1 0 0,-1 0 0,1 0 0,-1 0 0,0 0 0,1 0 0,-1 0 0,1 0 0,-1 0 0,0 0 0,1 0 0,-1 0 0,1 0 0,-1 0 0,1 1 0,-1-1 0,1 0 0,-1 1 0,1-1 0,-1 0 0,1 1 0,-1-1 0,1 0 0,-1 1 0,1-1 0,0 1 0,-1-1 0,1 1 0,-20 23 0,20-23 0,-3 2 0,-89 140 0,78-118 0,1 2 0,1-1 0,-15 52 0,0 25 0,-18 63 0,38-140 0,1 1 0,-5 41 0,11-66-80,-1-1 0,1 1-1,0 0 1,0 0 0,0 0-1,0 0 1,1 0 0,-1 0-1,0 0 1,1 0 0,-1 0 0,1-1-1,0 1 1,0 0 0,-1 0-1,3 2 1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15.3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174 26 24575,'0'0'0,"0"-3"0,-1 1 0,0-1 0,0 0 0,0 1 0,0-1 0,-2-4 0,2 7 0,1 0 0,0 0 0,0-1 0,0 1 0,0 0 0,-1 0 0,1 0 0,0 0 0,0-1 0,-1 1 0,1 0 0,0 0 0,0 0 0,0 0 0,-1 0 0,1 0 0,0 0 0,0 0 0,-1 0 0,1 0 0,0 0 0,0 0 0,-1 0 0,1 0 0,0 0 0,0 0 0,-1 0 0,1 0 0,0 0 0,-11 11 0,3 2 0,1 1 0,1 0 0,-7 21 0,-1 1 0,-11 23 0,-29 110 0,48-142 0,1 0 0,1 0 0,1 1 0,1-1 0,2 1 0,5 46 0,-3-56 0,2-1 0,0 0 0,1 0 0,12 26 0,-12-33 0,1 1 0,-1-1 0,2-1 0,-1 1 0,2-1 0,-1 0 0,1-1 0,9 8 0,62 44 120,-70-54-306,0-1 1,0 0-1,1-1 0,-1 0 1,1 0-1,0-1 1,14 3-1,-12-4-6640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15.8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1 100 24575,'18'-15'0,"2"1"0,0 1 0,0 1 0,43-18 0,-54 26 0,-1 2 0,0-1 0,1 1 0,-1 0 0,1 1 0,0 0 0,-1 0 0,1 1 0,0 0 0,0 1 0,-1 0 0,1 0 0,0 1 0,-1 0 0,1 0 0,12 6 0,-13-4 0,0 0 0,0 0 0,0 1 0,-1 0 0,0 1 0,10 9 0,-14-11 0,0-1 0,0 1 0,0-1 0,-1 1 0,0 0 0,0 0 0,0 0 0,0 0 0,0 1 0,-1-1 0,0 0 0,0 1 0,0-1 0,0 9 0,-1-5 0,0 1 0,-1 0 0,0-1 0,0 1 0,-1-1 0,0 1 0,-1-1 0,0 0 0,0 0 0,-4 8 0,-6 6 0,-32 42 0,32-47 0,11-14 0,-1 1 0,1-1 0,0 0 0,0 0 0,1 1 0,-1-1 0,1 1 0,0 0 0,0-1 0,0 1 0,0 0 0,0 0 0,1 0 0,0-1 0,0 6 0,0-7 0,1 1 0,0 0 0,-1 0 0,1-1 0,0 1 0,1 0 0,-1-1 0,0 1 0,1-1 0,0 0 0,-1 1 0,1-1 0,0 0 0,0 0 0,0 0 0,0 0 0,1 0 0,-1-1 0,0 1 0,1-1 0,2 2 0,12 5 0,1 0 0,0-2 0,1 0 0,-1 0 0,36 4 0,-49-10-80,0 1 0,1-1-1,-1 0 1,1 0 0,-1-1-1,0 0 1,1 0 0,-1 0-1,0 0 1,0-1 0,0 0 0,0 0-1,0 0 1,0 0 0,-1-1-1,6-4 1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16.0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469 30 24575,'-32'-5'0,"-15"-2"0,-5 1 0,2 1 0,4 1 0,5 2 0,5 1 0,3 3 0,3 1 0,1 3 0,1 0 0,3-1 0,5-1-8191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16.5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24575,'33'13'0,"-1"0"0,0 2 0,38 25 0,-52-28 0,-1 1 0,0 1 0,-1 0 0,0 1 0,-1 1 0,20 26 0,-12-7 0,0 0 0,-3 2 0,23 51 0,-32-59 0,-1 1 0,-1-1 0,-1 2 0,-2-1 0,3 37 0,-8-56 0,-1 1 0,0-1 0,-1 0 0,0 1 0,0-1 0,-2 0 0,1 0 0,-5 13 0,3-15 0,0-1 0,0 0 0,-1 0 0,0 0 0,0-1 0,-1 1 0,0-1 0,0-1 0,-1 1 0,-10 8 0,-42 24-1365,44-30-5461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18.3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287 31 24575,'1'-1'0,"-1"1"0,0-1 0,1 1 0,-1-1 0,0 0 0,0 1 0,1-1 0,-1 1 0,0-1 0,0 0 0,0 1 0,0-1 0,0 0 0,0 1 0,0-1 0,0 0 0,0 1 0,0-1 0,0 0 0,-1 1 0,1-1 0,0 0 0,0 1 0,-1-1 0,1 1 0,0-1 0,-1 0 0,0 0 0,0 0 0,-1 0 0,1 0 0,0 0 0,0 1 0,-1-1 0,1 0 0,0 1 0,-1-1 0,1 1 0,-3-1 0,-6 0 0,1-1 0,0 2 0,-11 0 0,16 0 0,-10 0 0,-21 0 0,1 1 0,-44 8 0,35-4-1365,30-4-5461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18.6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298 24 24575,'-24'-5'0,"-11"-1"0,-2-1 0,1 2 0,3 4 0,6 2 0,2 1 0,3 3 0,0 0 0,1-1 0,5-1-8191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19.5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63 92 24575,'-60'-91'0,"58"90"0,1 5 0,2 6 0,24 118 0,-10-53 0,5-1 0,40 103 0,-58-170-80,10 26-562,12 49-1,-21-67-6183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20.5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2295 17 24575,'-7'-3'0,"0"0"0,0 1 0,0 0 0,-1 0 0,1 1 0,-1-1 0,1 2 0,-12-1 0,-7 2 0,-30 5 0,7 0 0,-304-1 0,210-7 0,-36 1 0,-211 3 0,-29 36 0,358-29 0,2 1 0,-121 5 0,-110-16-1365,278 1-5461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21.3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 22 24575,'-2'-2'0,"0"0"0,0 0 0,0 0 0,0 0 0,0 0 0,0 0 0,0 1 0,0-1 0,-1 1 0,1 0 0,-3-2 0,5 3 0,0 1 0,-1-1 0,1 0 0,0 0 0,0 0 0,0 1 0,0-1 0,-1 0 0,1 0 0,0 0 0,0 1 0,0-1 0,0 0 0,0 0 0,0 1 0,0-1 0,0 0 0,0 0 0,0 0 0,0 1 0,0-1 0,0 0 0,0 0 0,0 1 0,0-1 0,0 0 0,0 0 0,0 1 0,0-1 0,0 0 0,0 1 0,4 10 0,-4-9 0,7 20 0,50 155 0,-48-155 0,1 0 0,1-1 0,1 0 0,1-1 0,27 33 0,-32-45-1365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21.6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248 17 24575,'-24'-4'0,"-11"-3"0,-2 3 0,3 2 0,5 2 0,5 0 0,4 3 0,2 1 0,3 0 0,4 1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22.3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177 20 24575,'-7'-3'0,"0"0"0,0 0 0,0 0 0,0 1 0,0 0 0,-1 1 0,1 0 0,-1 0 0,1 1 0,-1-1 0,-10 2 0,14 0 0,1-1 0,-1 1 0,1 0 0,-1 0 0,1 0 0,-1 1 0,1-1 0,0 1 0,0 0 0,0 0 0,0 0 0,0 0 0,0 0 0,0 1 0,1-1 0,-1 1 0,1 0 0,0 0 0,0 0 0,0 0 0,0 0 0,0 0 0,1 1 0,-1-1 0,-1 6 0,2-4 0,-1-1 0,1 1 0,0 0 0,0 0 0,1 0 0,-1 0 0,1-1 0,0 1 0,1 0 0,-1 0 0,1 0 0,0 0 0,0 0 0,0-1 0,1 1 0,0 0 0,0-1 0,0 0 0,0 1 0,1-1 0,-1 0 0,1 0 0,0 0 0,0 0 0,1-1 0,-1 1 0,1-1 0,0 0 0,0 0 0,0 0 0,0-1 0,0 0 0,1 1 0,-1-1 0,6 1 0,1 1 0,0-1 0,0 0 0,1-1 0,11 1 0,-17-2 0,0-1 0,0 1 0,0-2 0,1 1 0,-1-1 0,0 0 0,0 0 0,0 0 0,8-4 0,-12 4 0,0 0 0,0-1 0,0 0 0,0 1 0,0-1 0,0 0 0,-1 0 0,1 0 0,-1 0 0,1 0 0,-1 0 0,0-1 0,1 1 0,-1 0 0,0-1 0,-1 1 0,1-1 0,0-3 0,1-4 0,0 0 0,-1-1 0,0-11 0,-1 17 0,0 0 0,0-1 0,-1 1 0,1 0 0,-1-1 0,-1 1 0,1 0 0,-3-6 0,13 26 22,1-1-1,0-1 1,1 1-1,22 19 0,16 20-1493,-41-42-5354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22.9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56 24575,'6'-6'0,"0"0"0,1 0 0,0 1 0,0 0 0,0 0 0,0 1 0,1 0 0,10-4 0,-13 6 0,0 1 0,-1 0 0,1 0 0,0 0 0,-1 1 0,1 0 0,0 0 0,0 0 0,0 0 0,-1 1 0,1-1 0,0 1 0,-1 0 0,1 1 0,0-1 0,5 4 0,-2-2 0,-1 1 0,0 0 0,12 9 0,-16-10 0,0 0 0,0 0 0,0 0 0,-1 1 0,1-1 0,-1 1 0,0-1 0,0 1 0,2 5 0,1 4 0,-2 0 0,1 0 0,-2 0 0,0 0 0,0 0 0,-1 1 0,-1-1 0,0 1 0,-1-1 0,0 0 0,-6 26 0,-1 10 0,7-44 0,1 0 0,0 0 0,0-1 0,0 1 0,1 0 0,0 0 0,0 0 0,1 5 0,-1-9 5,0 1-1,1-1 1,-1 1 0,0-1-1,0 0 1,1 1-1,-1-1 1,1 0 0,-1 0-1,1 0 1,0 0 0,-1 0-1,1 0 1,0 0-1,-1-1 1,1 1 0,0-1-1,0 1 1,0-1-1,0 0 1,0 1 0,0-1-1,-1 0 1,1 0-1,3-1 1,5 1-376,-1-1-1,1-1 1,14-3 0,-11 1-6455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23.1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219 7 24575,'-19'-2'0,"-10"-2"0,-4 4 0,1 0 0,3 2 0,5-1 0,3 3 0,3 0 0,5 0-8191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23.7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173 0 24575,'-12'3'0,"-4"2"0,-2 2 0,-1-2 0,2 2 0,0-1 0,1-1 0,0-2 0,1-1 0,1-1 0,2 0-8191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24.24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24575,'5'7'0,"4"5"0,1 4 0,0 0 0,2 1 0,-2-1 0,1 0 0,-3 0 0,-1-1 0,-1-1 0,-1 1 0,0-1 0,0 1 0,-1-3-8191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26.9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24575,'1'2'0,"0"1"0,0-1 0,0 1 0,1-1 0,-1 1 0,1-1 0,-1 0 0,1 0 0,0 0 0,0 0 0,0 0 0,0 0 0,0 0 0,3 1 0,-2 0 0,71 61 0,76 64 0,-111-97 0,211 153 0,-243-180 0,-6-3 0,1-1 0,0 1 0,0 0 0,-1 0 0,1 1 0,-1-1 0,1 0 0,-1 0 0,1 1 0,-1-1 0,0 1 0,0-1 0,2 3 0,-3-3 0,0-1 0,-1 0 0,1 1 0,0-1 0,0 0 0,-1 0 0,1 0 0,0 1 0,-1-1 0,1 0 0,0 0 0,-1 0 0,1 0 0,0 0 0,-1 0 0,1 0 0,0 0 0,-1 1 0,1-1 0,-1 0 0,1 0 0,0-1 0,-1 1 0,1 0 0,0 0 0,-1 0 0,1 0 0,0 0 0,-1 0 0,1 0 0,0-1 0,-1 1 0,-14-4 0,2-2-262,0 0 1,-23-17-1,31 20-318,-9-7-6246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27.3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220 56 24575,'-29'-20'0,"24"16"0,0 0 0,0 0 0,-1 1 0,0-1 0,1 1 0,-1 0 0,0 1 0,0 0 0,-1 0 0,-7-2 0,13 4 0,0 0 0,0 0 0,0 0 0,-1 0 0,1 0 0,0 0 0,0 1 0,0-1 0,0 0 0,0 1 0,0-1 0,0 1 0,0-1 0,1 1 0,-1-1 0,0 1 0,0 0 0,0-1 0,0 1 0,0 1 0,0-1 0,-1 1 0,1 0 0,0 0 0,0 0 0,0 0 0,0 0 0,1 1 0,-1-1 0,0 3 0,0 5 0,0 0 0,0 1 0,2 13 0,-1-16 0,2 21 0,-1-9 0,-3 41 0,1-54 0,0 0 0,0 0 0,-1 0 0,0-1 0,0 1 0,-1 0 0,0-1 0,0 0 0,-7 11 0,4-9-227,-1 0-1,0-1 1,0 0-1,0 0 1,-9 6-1,7-7-6598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28.0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186 47 24575,'3'-3'0,"14"-16"0,-16 19 0,0-1 0,-1 0 0,1 0 0,0 0 0,-1 0 0,1 0 0,-1 0 0,1 0 0,-1 0 0,1-1 0,-1 1 0,0 0 0,0 0 0,0 0 0,1 0 0,-1 0 0,-1-2 0,1 3 0,0-1 0,0 1 0,0 0 0,0-1 0,0 1 0,-1 0 0,1 0 0,0 0 0,0-1 0,-1 1 0,1 0 0,0 0 0,0 0 0,-1-1 0,1 1 0,0 0 0,0 0 0,-1 0 0,1 0 0,0 0 0,-1 0 0,1 0 0,0-1 0,-1 1 0,1 0 0,0 0 0,-1 0 0,1 0 0,0 0 0,0 1 0,-1-1 0,1 0 0,0 0 0,-1 0 0,1 0 0,0 0 0,-1 0 0,1 1 0,-14 5 0,14-6 0,-145 80 0,142-78 0,-1 0 0,0 0 0,1 0 0,0 1 0,0 0 0,0 0 0,0 0 0,0 0 0,0 0 0,1 0 0,-3 5 0,4-6 0,0 0 0,1 0 0,-1 1 0,0-1 0,1 1 0,0-1 0,-1 0 0,1 1 0,0-1 0,0 1 0,1-1 0,-1 1 0,0-1 0,1 1 0,0-1 0,-1 0 0,1 1 0,0-1 0,0 0 0,1 2 0,51 83 0,-8-16 0,-25-33 0,-1 2 0,-2 0 0,-2 1 0,19 77 0,-30-92 0,-2-13 0,1 1 0,8 24 0,-9-35 0,-1 1 0,1-1 0,0 1 0,0-1 0,0 0 0,0 0 0,1 0 0,-1 0 0,1 0 0,0 0 0,0-1 0,0 1 0,0-1 0,6 4 0,-4-3 11,1-1 0,0 0 0,0 1 0,0-2 0,0 1 0,1-1-1,-1 0 1,0 0 0,1-1 0,7 0 0,-9 0-104,-1 0 0,1-1 1,-1 0-1,0 0 0,1 0 0,-1-1 0,0 0 0,0 1 1,0-1-1,0-1 0,0 1 0,0-1 0,0 1 1,-1-1-1,5-4 0,-1-2-6733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28.5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 3 24575,'-1'0'0,"1"0"0,-1 0 0,1 0 0,-1 0 0,1 0 0,-1 0 0,1 0 0,0 0 0,-1 1 0,1-1 0,-1 0 0,1 0 0,-1 0 0,1 0 0,0 1 0,-1-1 0,1 0 0,0 0 0,-1 1 0,1-1 0,0 0 0,-1 1 0,1-1 0,0 0 0,0 1 0,-1-1 0,1 1 0,0 0 0,-1 0 0,1 0 0,0 0 0,0 1 0,0-1 0,0 0 0,0 0 0,0 1 0,0-1 0,0 0 0,1 2 0,11 29 0,-12-30 0,7 9 0,-1 0 0,2 0 0,-1-1 0,2 1 0,-1-2 0,1 1 0,1-1 0,14 11 0,-22-19 0,-1 0 0,1 0 0,0 0 0,-1 0 0,1 0 0,0 0 0,0 0 0,0-1 0,0 1 0,0-1 0,-1 1 0,1-1 0,0 0 0,0 1 0,0-1 0,0 0 0,0-1 0,0 1 0,0 0 0,0 0 0,2-1 0,-2 0 0,0 0 0,0 0 0,-1 0 0,1-1 0,-1 1 0,1 0 0,-1-1 0,0 1 0,1 0 0,-1-1 0,0 0 0,0 1 0,0-1 0,0 0 0,0 1 0,0-1 0,-1 0 0,1 0 0,-1 0 0,1 0 0,0-3 0,0-7 0,0 0 0,-2-23 0,1-7 0,0 40 0,0 1 0,0 0 0,0-1 0,1 1 0,-1 0 0,0 0 0,1-1 0,-1 1 0,1 0 0,-1 0 0,1 0 0,0-1 0,-1 1 0,1 0 0,0 0 0,0 0 0,0 0 0,0 0 0,0 1 0,0-1 0,0 0 0,1-1 0,0 1 0,1 1 0,-1-1 0,0 0 0,1 1 0,-1-1 0,1 1 0,-1-1 0,0 1 0,1 0 0,-1 0 0,4 1 0,2 0 0,-1 0 0,1 1 0,-1 0 0,0 1 0,1-1 0,11 8 0,-1 1 0,0 2 0,-1 0 0,21 20 0,-35-30-195,-1-1 0,0 1 0,1-1 0,-1 1 0,-1 0 0,4 5 0,-2 1-6631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29.10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55 24575,'7'-3'0,"19"-8"0,1 0 0,0 2 0,37-7 0,-57 15 0,0-1 0,1 2 0,-1-1 0,1 1 0,-1 0 0,0 1 0,1-1 0,-1 2 0,0-1 0,1 1 0,-1 0 0,0 0 0,0 1 0,-1 0 0,1 0 0,0 1 0,-1 0 0,6 4 0,-2 0 0,0 0 0,-1 1 0,0 0 0,-1 0 0,0 1 0,-1 0 0,0 0 0,0 1 0,-1 0 0,0 0 0,-1 1 0,0-1 0,-1 1 0,-1 0 0,0 0 0,0 1 0,-1-1 0,1 23 0,-3-6 0,-2-1 0,-7 43 0,7-63 0,1 1 0,0 0 0,0 0 0,1 0 0,0 0 0,1-1 0,2 16 0,-1-17 0,0-1 0,0 1 0,1-1 0,0 1 0,0-1 0,0 0 0,1 0 0,0 0 0,0-1 0,7 7 0,8 8 0,-7-8 0,20 25 0,-29-33 0,-1 0 0,1 0 0,-1 0 0,0 0 0,0 0 0,-1 0 0,1 1 0,-1-1 0,0 0 0,0 1 0,1 8 0,-2-12 0,-1 1 0,1-1 0,0 1 0,-1-1 0,1 1 0,-1-1 0,1 1 0,-1-1 0,0 1 0,0-1 0,0 0 0,0 1 0,0-1 0,0 0 0,0 0 0,0 1 0,0-1 0,0 0 0,-1 0 0,1-1 0,0 1 0,-1 0 0,1 0 0,-1-1 0,1 1 0,-1-1 0,1 1 0,-4 0 0,-6 1 0,1 1 0,-1-2 0,-12 1 0,18-1 0,-36 0-1365,24 0-5461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29.5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230 48 24575,'-10'-10'0,"-5"-3"0,-4 1 0,1 4 0,-1 4 0,2 3 0,0 1 0,1 1 0,1 0 0,0 0 0,1 0 0,0 0 0,0-1 0,-1 0 0,3 0-8191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29.8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281 52 24575,'-27'-10'0,"-12"-3"0,-1 1 0,4 2 0,5 5 0,5 4 0,3 2 0,3 3 0,-1 1 0,4-1-8191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32.0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420 103 24575,'-14'-15'0,"-2"1"0,0 0 0,-22-14 0,31 23 0,-1 1 0,1 0 0,-1 1 0,0 0 0,0 0 0,0 1 0,-1 0 0,1 0 0,-1 0 0,-15 1 0,-149 2 0,170-1 0,1 0 0,0 0 0,-1 0 0,1 1 0,-1-1 0,1 1 0,0-1 0,-1 1 0,1 0 0,0 0 0,0 0 0,-1 0 0,1 0 0,0 1 0,0-1 0,-3 3 0,3-1 0,0-1 0,1 0 0,-1 1 0,1-1 0,0 1 0,-1-1 0,1 1 0,0 0 0,0-1 0,1 1 0,-1 0 0,1 0 0,-1 0 0,1 3 0,0-1 0,0 0 0,0 0 0,1 0 0,-1 0 0,1-1 0,0 1 0,1 0 0,-1 0 0,1-1 0,0 1 0,0 0 0,1-1 0,-1 0 0,1 0 0,0 0 0,0 0 0,0 0 0,8 6 0,3 2 0,1 0 0,1-1 0,26 14 0,-38-23 0,7 4 0,0-1 0,1 0 0,0-1 0,0 0 0,0 0 0,0-2 0,0 0 0,0 0 0,1-1 0,-1 0 0,1-1 0,16-2 0,-27 2 0,0-1 0,0 1 0,0 0 0,0-1 0,0 1 0,0-1 0,0 1 0,0-1 0,-1 0 0,1 0 0,0 0 0,-1 0 0,1 0 0,0 0 0,-1-1 0,1 1 0,-1-1 0,0 1 0,0 0 0,1-1 0,-1 0 0,0 1 0,0-1 0,0 0 0,-1 0 0,1 1 0,1-5 0,-1-2 0,1 0 0,-2-1 0,1 1 0,-1 0 0,-2-12 0,1 0 0,1 14 0,-1-1 0,0 1 0,0 0 0,-1 0 0,-2-7 0,6 18 0,0-1 0,1 1 0,0-1 0,0 1 0,0-1 0,5 5 0,28 28 0,-7-8 0,-26-25-95,10 10-540,18 16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32.8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57 24575,'4'2'0,"-1"-1"0,0 1 0,1 0 0,-1 0 0,0 0 0,0 0 0,0 1 0,0-1 0,0 1 0,0 0 0,-1 0 0,0 0 0,4 5 0,2 6 0,-1 0 0,6 16 0,-7-17 0,11 22 0,-16-34 0,-1 0 0,1 0 0,-1 0 0,1 0 0,-1-1 0,1 1 0,-1 0 0,1-1 0,0 1 0,0 0 0,-1-1 0,1 1 0,0-1 0,0 1 0,-1-1 0,1 1 0,0-1 0,2 1 0,-3-1 0,1 0 0,-1-1 0,1 1 0,-1 0 0,1 0 0,-1 0 0,1 0 0,-1-1 0,1 1 0,-1 0 0,1-1 0,-1 1 0,0 0 0,1-1 0,-1 1 0,1 0 0,-1-1 0,0 1 0,1-1 0,-1 1 0,0 0 0,0-1 0,1 0 0,1-3 0,-1 0 0,0 0 0,1 0 0,-1 0 0,0 0 0,0-6 0,0-8 0,-3-23 0,1 28 0,1 1 0,0-1 0,0 0 0,4-20 0,-3 32 0,-1 0 0,0-1 0,1 1 0,-1-1 0,1 1 0,0 0 0,-1-1 0,1 1 0,0 0 0,0-1 0,0 1 0,0 0 0,0 0 0,0 0 0,0 0 0,0 0 0,0 0 0,1 0 0,-1 0 0,0 1 0,2-2 0,-1 2 0,1-1 0,-1 1 0,1-1 0,-1 1 0,1 0 0,0 0 0,-1 0 0,1 0 0,-1 0 0,1 0 0,3 2 0,4 1 0,0 0 0,1 2 0,-2-1 0,18 11 0,-5-2 0,27 22 0,-42-29 0,0 0 0,-1 0 0,0 0 0,0 1 0,-1 0 0,0 0 0,8 14 0,-12-19-68,0-1 0,0 1-1,-1-1 1,1 1 0,-1-1 0,1 1-1,-1-1 1,0 1 0,0-1 0,0 1-1,0 0 1,0-1 0,0 1 0,0 0-1,0-1 1,0 1 0,-1-1-1,1 1 1,-2 2 0,-3 5-6758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33.9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24575,'5'13'0,"1"0"0,0-1 0,0 0 0,1 0 0,1 0 0,13 15 0,61 57 0,-49-51 0,-22-23 0,-1-1 0,1 0 0,23 14 0,-29-20 0,1 0 0,-1 0 0,1-1 0,0 0 0,0 0 0,-1 0 0,1-1 0,1 1 0,-1-2 0,0 1 0,8-1 0,-12 0 0,0 0 0,0 0 0,0 0 0,-1-1 0,1 1 0,0-1 0,0 1 0,-1-1 0,1 0 0,0 0 0,-1 0 0,1 0 0,-1 0 0,1 0 0,-1 0 0,0 0 0,1 0 0,-1-1 0,2-1 0,-2 0 0,1 0 0,-1 1 0,0-1 0,1 0 0,-1 0 0,-1 0 0,1 0 0,0-1 0,-1 1 0,1-4 0,-1-5 0,-1 0 0,0 0 0,0 1 0,-6-22 0,2 18 0,-12-27 0,11 28 0,-9-28 0,15 41 0,0 0 0,-1 1 0,1-1 0,0 0 0,0 1 0,0-1 0,0 0 0,0 0 0,0 1 0,0-1 0,0 0 0,0 0 0,0 1 0,0-1 0,0 0 0,1 1 0,-1-1 0,0 0 0,1 0 0,-1 0 0,1 1 0,-1 0 0,0 0 0,1-1 0,-1 1 0,1 0 0,-1 0 0,1 0 0,-1 0 0,1 0 0,-1 0 0,0-1 0,1 1 0,-1 0 0,1 0 0,-1 0 0,1 1 0,-1-1 0,1 0 0,-1 0 0,1 0 0,0 0 0,3 2 0,1 0 0,0 0 0,-1 1 0,5 2 0,-8-4 0,77 52 0,53 31 0,-91-64-1365,-30-16-5461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36.8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327 105 24575,'-3'-4'0,"-6"-10"0,-1 0 0,0 1 0,-14-14 0,21 24 0,-1 0 0,1 0 0,-1 0 0,0 0 0,0 1 0,0-1 0,0 1 0,-1 0 0,1 0 0,-1 1 0,1-1 0,-1 1 0,1 0 0,-1 0 0,-8 0 0,-18 2 0,0 2 0,-51 11 0,77-13 0,0 0 0,0 0 0,0 1 0,0-1 0,-8 5 0,12-5 0,0-1 0,0 1 0,0-1 0,0 1 0,1 0 0,-1-1 0,0 1 0,0 0 0,1 0 0,-1 0 0,0 0 0,1 0 0,-1-1 0,1 1 0,-1 0 0,1 0 0,0 0 0,-1 0 0,1 1 0,0-1 0,0 0 0,-1 0 0,1 0 0,0 0 0,0 0 0,0 0 0,0 0 0,1 0 0,-1 0 0,0 0 0,0 0 0,1 2 0,4 7 0,0 0 0,0 0 0,0 0 0,12 13 0,-8-11 0,12 24 0,-10-12 0,-1 0 0,9 40 0,7 53 0,-22-95 0,7 32 0,22 99 0,-26-121 0,0-3 0,14 36 0,-17-56 0,0 0 0,0 0 0,1 0 0,1-1 0,-1 0 0,1 0 0,14 14 0,-15-17 0,0 0 0,1 0 0,0 0 0,0-1 0,0 0 0,0-1 0,1 1 0,0-1 0,8 3 0,-4-2 0,1-1 0,0 0 0,0 0 0,0-2 0,0 1 0,0-1 0,21-2 0,-32 1-105,1 0 0,-1 0 0,1-1 0,0 1 0,-1-1 0,1 1 0,-1-1 0,1 0 0,-1 1 0,0-1 0,1 0 0,1-1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37.3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259 73 24575,'-4'-10'0,"-5"-3"0,-1 3 0,-1 4 0,0 2 0,-2 2 0,-3 1 0,-2-1 0,1-1 0,0 1 0,-2 0 0,0-2 0,0 0 0,2 0 0,1 2 0,0 0 0,1 1 0,3 0-8191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37.9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 0 24575,'-1'0'0,"1"0"0,-1 0 0,1 1 0,-1-1 0,1 0 0,-1 0 0,1 1 0,-1-1 0,1 0 0,-1 1 0,1-1 0,0 0 0,-1 1 0,1-1 0,-1 1 0,1-1 0,0 1 0,0-1 0,-1 0 0,1 1 0,0-1 0,0 1 0,-1 0 0,1-1 0,0 1 0,0-1 0,0 1 0,0-1 0,0 1 0,0-1 0,0 1 0,0-1 0,0 1 0,0 0 0,0-1 0,0 1 0,0-1 0,1 1 0,-1 0 0,6 23 0,-1-11 0,1 0 0,0 0 0,15 23 0,-16-29 0,1 1 0,0-1 0,0-1 0,0 1 0,1-1 0,0 0 0,9 6 0,-15-12 0,0 1 0,-1 0 0,1-1 0,0 0 0,0 1 0,0-1 0,-1 1 0,1-1 0,0 0 0,0 0 0,0 1 0,0-1 0,0 0 0,0 0 0,0 0 0,0 0 0,-1 0 0,1 0 0,0 0 0,0 0 0,0-1 0,0 1 0,0 0 0,1-1 0,-1 0 0,0 0 0,0 0 0,0 0 0,0 0 0,-1 0 0,1 0 0,0 0 0,0 0 0,-1 0 0,1 0 0,-1-1 0,1 1 0,-1 0 0,1-3 0,1-5 0,-1 0 0,-1 0 0,0-17 0,0 22 0,-1-12 0,1 9 0,-1 1 0,1-1 0,0 1 0,1-1 0,0 1 0,1-7 0,-2 12 0,1 0 0,-1-1 0,1 1 0,-1 0 0,1 0 0,0 0 0,-1 0 0,1 0 0,0 0 0,0 0 0,0 0 0,0 0 0,0 0 0,0 0 0,0 0 0,0 1 0,0-1 0,1 0 0,-1 1 0,0-1 0,0 1 0,1-1 0,-1 1 0,0 0 0,1-1 0,-1 1 0,0 0 0,1 0 0,-1 0 0,0 0 0,1 0 0,-1 0 0,0 1 0,3-1 0,7 3 0,-1-1 0,1 1 0,0 1 0,-1 0 0,0 0 0,0 1 0,0 0 0,10 8 0,7 7 0,33 30 0,-37-27-1365,-14-13-5461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38.5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259 3 24575,'3'-2'0,"-2"1"0,-4 1 0,-3 1 0,-4 0 0,-2-1 0,-4 1 0,-2-1 0,-2 0 0,-1 0 0,-2 0 0,1 0 0,2 0 0,-1 0 0,1 0 0,1 0 0,2 0 0,3 0-8191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38.9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24575,'10'3'0,"0"1"0,0 0 0,-1 0 0,1 1 0,-1 0 0,0 1 0,-1 0 0,9 7 0,-6-2 0,0-1 0,-1 2 0,0-1 0,15 27 0,-9-11 0,-3 1 0,0 0 0,-2 1 0,15 56 0,-18-38-1365,-8-34-5461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39.7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12 24575,'33'-3'0,"37"-3"0,79 3 0,-127 4 0,0 1 0,0 1 0,-1 1 0,1 1 0,-1 0 0,0 2 0,39 18 0,-57-24 0,-1 0 0,1 1 0,-1-1 0,1 1 0,-1-1 0,0 1 0,0 0 0,0 0 0,0 0 0,0 0 0,0 0 0,0 0 0,-1 1 0,1-1 0,-1 1 0,1-1 0,-1 1 0,0-1 0,0 1 0,0 0 0,-1-1 0,1 1 0,0 0 0,-1 0 0,0 0 0,0-1 0,0 1 0,0 0 0,0 0 0,0 0 0,-1-1 0,0 1 0,1 0 0,-1 0 0,0-1 0,-2 4 0,0 4 0,-9 21 0,-14 53 0,24-73 0,0-1 0,1 1 0,0 0 0,1 0 0,0 0 0,1 0 0,0-1 0,0 1 0,4 13 0,8 13 0,2 1 0,1-2 0,1 0 0,43 63 0,-37-65 0,-9-16 0,-2 1 0,20 40 0,-29-53 0,-1 0 0,1 0 0,-2 0 0,1 1 0,0-1 0,0 9 0,-2-13 0,0 0 0,0 0 0,-1 0 0,1-1 0,0 1 0,-1 0 0,1 0 0,-1 0 0,1-1 0,-1 1 0,0 0 0,0-1 0,0 1 0,0 0 0,0-1 0,0 0 0,0 1 0,-1-1 0,1 0 0,0 1 0,-1-1 0,1 0 0,-1 0 0,0 0 0,1 0 0,-1 0 0,-2 0 0,-4 2-8,-1-1-1,0 0 0,0-1 0,0 0 1,0 0-1,0-1 0,0 0 0,-16-2 1,-6 0-1279,19 2-5539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45.6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984 65 24575,'-85'7'0,"9"0"0,-78-7 0,1-6 0,-273-48 0,352 40-1365,58 10-5461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46.10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588 28 24575,'-24'-3'0,"-14"0"0,-4 0 0,1 0 0,2 2 0,1 0 0,3 0 0,2 1 0,3 0 0,0 0 0,-1 0 0,-1 0 0,0 0 0,-1-2 0,-1-1 0,4 0 0,4 0 0,7 1-8191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46.5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24575,'87'62'0,"2"-4"0,104 50 0,-152-88 0,0-2 0,51 14 0,-92-32 0,4 1 0,0 0 0,0 1 0,0 0 0,6 3 0,-9-5 0,-1 1 0,0-1 0,1 0 0,-1 1 0,1-1 0,-1 0 0,1 1 0,-1-1 0,0 1 0,1-1 0,-1 0 0,0 1 0,0-1 0,1 1 0,-1-1 0,0 1 0,0-1 0,0 1 0,1-1 0,-1 1 0,0-1 0,0 1 0,0-1 0,0 1 0,0 0 0,0-1 0,0 1 0,0-1 0,0 1 0,-1-1 0,1 1 0,0-1 0,0 1 0,0-1 0,0 1 0,-1-1 0,1 1 0,0-1 0,-1 1 0,1-1 0,0 0 0,-1 1 0,1-1 0,0 0 0,-1 1 0,1-1 0,-1 0 0,0 1 0,-10 7 0,0 0 0,-1-1 0,0 0 0,0-1 0,-1-1 0,-16 6 0,8-4 0,-21 13 0,0 5 55,-54 43-1,17-10-1528,65-49-5352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47.5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635 75 24575,'1'-4'0,"1"-1"0,0 1 0,0 0 0,1 0 0,-1 0 0,1 0 0,0 0 0,0 0 0,0 1 0,0-1 0,1 1 0,-1 0 0,1 0 0,0 0 0,0 0 0,0 1 0,0 0 0,1 0 0,-1 0 0,1 0 0,-1 1 0,1-1 0,-1 1 0,9-1 0,-52 5 0,20-3 0,0 1 0,0 1 0,0 0 0,1 2 0,-1 0 0,-20 8 0,-9 12 0,-66 42 0,66-37 0,20-14 0,0-1 0,-1-2 0,-1 0 0,0-2 0,-54 10 0,59-17 0,17-3 0,1 1 0,0 0 0,-1 0 0,1 1 0,0 0 0,-7 2 0,13-3 0,0 0 0,0-1 0,0 1 0,0-1 0,0 1 0,0 0 0,0 0 0,0 0 0,0 0 0,1-1 0,-1 1 0,0 0 0,1 0 0,-1 0 0,0 1 0,1-1 0,-1 1 0,1 0 0,-1 0 0,1 0 0,0-1 0,0 1 0,0 0 0,1 0 0,-1 0 0,0-1 0,1 1 0,-1 0 0,1 0 0,-1-1 0,1 1 0,1 3 0,1 0 0,1 1 0,0-1 0,-1 0 0,1 0 0,1-1 0,-1 1 0,1-1 0,0 0 0,0 0 0,0 0 0,7 3 0,9 5 0,37 13 0,-30-14 0,223 73 0,-153-56 0,-90-25-115,6 1-302,0 1 1,18 8-1,-20-5-6409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50.4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 27 24575,'-23'-27'0,"35"50"0,16 11 0,2-1 0,35 30 0,-19-20 0,371 351 0,-385-365 0,-2-3 0,-2 1 0,29 36 0,-57-62 0,1 0 0,0 0 0,0 0 0,-1 0 0,1 0 0,-1 0 0,1 0 0,-1 0 0,1 0 0,-1 0 0,1 0 0,-1 2 0,0-3 0,0 1 0,0-1 0,0 0 0,0 0 0,0 0 0,0 1 0,-1-1 0,1 0 0,0 0 0,0 0 0,0 1 0,0-1 0,0 0 0,-1 0 0,1 0 0,0 0 0,0 0 0,0 1 0,-1-1 0,1 0 0,0 0 0,0 0 0,0 0 0,-1 0 0,1 0 0,0 0 0,0 0 0,-1 0 0,1 0 0,0 0 0,0 0 0,0 0 0,-1 0 0,1 0 0,-1 0 0,-2 0 0,0-1 0,0 0 0,0 0 0,-1 0 0,1 0 0,0 0 0,-3-2 0,-29-20-1365,19 11-5461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50.8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247 17 24575,'-1'-1'0,"-5"-12"0,6 12 0,0 1 0,0 0 0,0 0 0,0 0 0,-1 0 0,1 0 0,0-1 0,0 1 0,0 0 0,-1 0 0,1 0 0,0 0 0,0 0 0,-1 0 0,1 0 0,0 0 0,0 0 0,-1 0 0,1 0 0,0 0 0,0 0 0,0 0 0,-1 0 0,1 0 0,0 0 0,0 0 0,-1 0 0,1 0 0,0 0 0,0 1 0,0-1 0,-1 0 0,1 0 0,0 0 0,0 0 0,0 0 0,-1 1 0,1-1 0,0 0 0,0 0 0,0 0 0,0 1 0,0-1 0,0 0 0,-1 0 0,1 0 0,0 1 0,0-1 0,0 0 0,0 0 0,0 1 0,0-1 0,0 0 0,0 1 0,-9 19 0,0 1 0,1 1 0,-8 37 0,-5 16 0,-114 335 0,128-389-227,0 1-1,2-1 1,0 1-1,1 0 1,-1 39-1,6-49-6598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51.3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0 24575,'-9'293'0,"5"-237"0,1 0 0,10 108 0,-4-146 0,0 0 0,1 0 0,0 0 0,2-1 0,0 0 0,1 0 0,1 0 0,0 0 0,1-2 0,1 1 0,0-1 0,25 26 0,-17-22 0,35 26 0,-44-38 0,1-1 0,0 0 0,0 0 0,1-1 0,-1 0 0,14 3 0,-21-7-170,0 0-1,-1-1 0,1 1 1,0-1-1,0 0 0,0 0 1,5 0-1,2-2-6655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51.7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96 24575,'15'-14'0,"1"2"0,0-1 0,0 2 0,2 0 0,19-9 0,-31 18 0,0-1 0,1 1 0,-1 0 0,1 0 0,0 1 0,-1 0 0,1 0 0,0 0 0,0 1 0,0 0 0,0 1 0,0-1 0,-1 1 0,1 1 0,0-1 0,-1 1 0,1 0 0,9 5 0,-7-3 0,-1 1 0,0 0 0,0 0 0,0 1 0,-1 0 0,0 1 0,0-1 0,0 1 0,-1 1 0,0-1 0,0 1 0,-1 0 0,0 0 0,4 11 0,-5-11 0,-2 0 0,1 0 0,-1 0 0,0 0 0,-1 0 0,0 0 0,0 1 0,-1-1 0,0 0 0,0 1 0,-1-1 0,0 0 0,0 1 0,-1-1 0,0 0 0,-5 11 0,-17 25 0,19-37 0,1 1 0,0-1 0,0 1 0,1 0 0,-1 0 0,2 0 0,-1 0 0,-1 11 0,4-15 0,0-1 0,1 1 0,-1-1 0,1 0 0,0 1 0,0-1 0,0 0 0,0 1 0,0-1 0,1 0 0,-1 0 0,1 0 0,0 0 0,0-1 0,0 1 0,1 0 0,-1-1 0,0 1 0,1-1 0,0 0 0,-1 0 0,5 2 0,3 3 0,1-1 0,-1-1 0,1 0 0,0 0 0,14 3 0,-11-4 30,0-1 0,1-1 0,20 2 0,-29-4-165,0 0 0,0 0 0,0 0 0,0-1 0,1 0 0,-1 0 0,0 0 0,0-1 0,-1 0 0,10-5 0,-6 2-6691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51.9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461 0 24575,'-29'3'0,"-13"0"0,-3 0 0,2 0 0,5 1 0,3 0 0,6 0 0,2 1 0,1 0 0,3-1 0,0 2 0,-1-1 0,1-1 0,3-1 0,1-1 0,5-1-8191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52.4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24575,'36'14'0,"-1"2"0,-1 2 0,0 0 0,61 47 0,-72-46 0,-1 1 0,-1 1 0,-1 0 0,0 2 0,-2 0 0,-1 1 0,16 29 0,-5-1 0,28 73 0,-47-100 0,-1 0 0,-1 1 0,-1 0 0,-1 0 0,2 36 0,-7-51-50,-1-1-1,0 1 1,-1-1-1,1 0 0,-2 0 1,0 1-1,0-1 1,-1-1-1,0 1 1,0-1-1,-1 1 0,-1-1 1,1-1-1,-1 1 1,-1-1-1,0 0 1,0 0-1,0-1 0,-1 0 1,0 0-1,-1-1 1,1 0-1,-1-1 1,0 0-1,-1 0 1,-18 6-1,11-5-6775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53.21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317 60 24575,'-4'-5'0,"0"0"0,0 1 0,-1-1 0,0 1 0,0 0 0,0 0 0,0 0 0,0 1 0,-1 0 0,1 0 0,-1 0 0,0 1 0,0-1 0,0 1 0,0 1 0,0-1 0,-1 1 0,1 0 0,0 1 0,-1 0 0,1 0 0,0 0 0,-1 0 0,1 1 0,0 0 0,-8 3 0,1-1-136,1 0-1,-1-1 1,0 0-1,0-1 1,0-1-1,0 0 1,0-1-1,0 0 0,-15-3 1,16 0-6690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53.4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165 13 24575,'-27'-5'0,"-11"1"0,-2 1 0,6 3 0,8 3-8191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54.6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342 31 24575,'-4'-3'0,"0"-1"0,0 1 0,-1 0 0,1 1 0,-1-1 0,0 1 0,1 0 0,-1 0 0,0 0 0,0 1 0,0 0 0,0 0 0,-1 0 0,1 1 0,-7-1 0,-6 2 0,1 0 0,0 0 0,-22 6 0,-1 1-682,-70 5-1,93-12-6143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55.1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50 24575,'-2'-12'0,"2"8"0,0 0 0,-1 1 0,0-1 0,1 0 0,-1 1 0,-1-1 0,1 0 0,-3-4 0,1 26 0,2-1 0,1 0 0,1 1 0,1-1 0,0 0 0,1 0 0,1 0 0,1-1 0,0 1 0,1-1 0,12 24 0,17 14 0,-21-33 0,14 27 0,-24-38-1365,-1-1-5461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56.5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2092 0 24575,'-27'2'0,"-31"4"0,12 0 0,-506 25 0,278-16 0,97-3 0,117-8 0,-274 8 0,317-12 0,-237 8 0,165 0-24,-99 13-1317,172-18-5485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57.5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 1 24575,'0'0'0,"-1"0"0,1 0 0,-1 0 0,1 0 0,-1 1 0,0-1 0,1 0 0,-1 0 0,1 1 0,-1-1 0,1 1 0,0-1 0,-1 0 0,1 1 0,-1-1 0,1 1 0,0-1 0,-1 1 0,1-1 0,0 1 0,0-1 0,-1 1 0,1-1 0,0 1 0,0-1 0,0 1 0,-1 0 0,1-1 0,0 1 0,0-1 0,0 1 0,0 0 0,0-1 0,1 2 0,1 22 0,-2-22 0,7 38 0,2 0 0,2-1 0,2 0 0,27 59 0,24 38 0,-63-133-103,-1-3 25,0 1-1,1-1 0,-1 1 0,0 0 0,0-1 0,1 1 0,-1-1 0,0 1 0,1-1 0,-1 1 0,1 0 1,-1-1-1,0 0 0,1 1 0,0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57.9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259 12 24575,'-25'-2'0,"-10"-2"0,-4 1 0,1 1 0,9 2 0,5 2 0,5 3 0,4 1 0,1-1 0,3 1 0,1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58.5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196 14 24575,'-4'-1'0,"-72"-10"0,67 10 0,0 1 0,0 0 0,0 0 0,0 1 0,1 0 0,-13 4 0,19-5 0,-1 1 0,1 0 0,0 0 0,0 1 0,-1-1 0,1 0 0,0 1 0,0-1 0,0 1 0,0 0 0,1-1 0,-1 1 0,0 0 0,1 0 0,-1 0 0,1 0 0,0 0 0,0 1 0,0-1 0,0 0 0,0 1 0,0-1 0,1 0 0,-1 1 0,1-1 0,-1 1 0,1-1 0,0 1 0,0-1 0,0 1 0,0-1 0,1 4 0,0 0 0,0 0 0,0 0 0,1-1 0,0 1 0,0-1 0,0 1 0,1-1 0,-1 0 0,1 0 0,0 0 0,1 0 0,7 8 0,-2-4 0,1-1 0,0-1 0,0 0 0,1 0 0,-1-1 0,1 0 0,1-1 0,-1 0 0,1-1 0,0-1 0,0 0 0,16 3 0,-27-6 0,0 0 0,0 0 0,0 0 0,1 0 0,-1 0 0,0-1 0,0 1 0,0 0 0,0 0 0,0-1 0,1 1 0,-1-1 0,0 1 0,0-1 0,0 0 0,0 1 0,0-1 0,0 0 0,0 1 0,-1-1 0,1 0 0,0 0 0,0 0 0,-1 0 0,1 0 0,0 0 0,-1 0 0,1 0 0,-1 0 0,1 0 0,-1 0 0,0 0 0,1-1 0,-1-1 0,1-4 0,0-1 0,-1 1 0,0 0 0,-1-12 0,0 8 0,0-1 0,-1 1 0,0 0 0,-1-1 0,0 1 0,-7-16 0,31 52 0,22 31 0,-5-7-1365,-30-39-5461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59.1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22 24575,'6'-1'0,"31"-6"0,71-6 0,-98 12 0,1 1 0,-1 1 0,1 0 0,-1 0 0,1 1 0,-1 0 0,0 1 0,0 0 0,0 1 0,0 0 0,15 9 0,-22-12 0,2 2 0,-1 0 0,0 0 0,1 0 0,-1 0 0,4 5 0,-7-6 0,1 0 0,-1 0 0,0 1 0,0-1 0,0 0 0,0 1 0,0-1 0,0 0 0,-1 1 0,1-1 0,-1 1 0,0-1 0,0 4 0,0 5 0,-1 0 0,0 1 0,-1-1 0,-1-1 0,0 1 0,0 0 0,-6 12 0,4-11 0,1 1 0,0-1 0,0 1 0,2-1 0,-2 15 0,4-19 0,0-1 0,0 1 0,1-1 0,0 1 0,0-1 0,1 0 0,0 1 0,0-1 0,0 0 0,1 0 0,1 0 0,-1-1 0,1 1 0,0-1 0,0 0 0,1 0 0,0 0 0,0-1 0,0 1 0,8 5 0,-8-8 9,-1-1-1,1 0 1,0 0-1,0-1 1,-1 1 0,1-1-1,0 0 1,0 0-1,1 0 1,-1-1-1,0 0 1,0 0-1,8-1 1,-6 0-174,1 0 0,0-1 0,-1 0 0,1 0 0,-1 0 0,1-1 0,-1 0 0,7-5 0,-1 0-6661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59.3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345 29 24575,'-29'-5'0,"-13"-1"0,-1 0 0,4 1 0,6 1 0,7 2 0,5 3 0,3 2 0,3 0 0,1 2 0,1 1 0,0 0 0,-1 1 0,1 1 0,1-1-8191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8:59.7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246 0 24575,'-27'0'0,"-12"0"0,-1 3 0,4 0 0,3 3 0,4-1 0,5 3 0,7-1-8191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9:00.10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24575,'15'27'0,"7"13"0,2 4 0,0-2 0,-4-6 0,-6-5 0,-5-10-8191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9:26.5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259 1 24575,'13'0'0,"-10"0"0,-9 0 0,-263 0 0,362 7 0,-59-3 0,40 0 0,140-19 0,-452 16 0,136-2 0,125 10 0,37 0 0,0-2 0,92-3 0,-177-5 0,-25-4 0,-28-3 0,21 1 0,39 4 0,-25 0 0,42 3 4,1-1-1,-1 1 1,1 0-1,-1 0 1,0 0-1,1 0 1,-1 0-1,1 0 1,-1 0-1,0 0 1,1 1 0,-1-1-1,1 0 1,-1 0-1,0 0 1,1 0-1,-1 1 1,1-1-1,-1 0 1,1 1-1,-1-1 1,1 0-1,-1 1 1,1-1-1,0 1 1,-1-1-1,1 1 1,-1-1-1,1 1 1,0-1-1,0 1 1,-1-1-1,1 1 1,0 0-63,0 0-1,0 0 1,1-1-1,-1 1 1,0 0 0,1-1-1,-1 1 1,1 0-1,-1-1 1,1 1 0,-1 0-1,1-1 1,-1 1-1,1-1 1,-1 1 0,1-1-1,0 0 1,-1 1-1,1-1 1,0 1 0,0-1-1,-1 0 1,1 0-1,1 1 1,9 2-6767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9:28.1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37 24575,'-5'-34'0,"5"32"0,0 3 0,23 74 0,45 103 0,-64-167 0,-1 0 0,4 20 0,-5-18 0,-10-39 0,-21-46 0,4 10 0,13 30 0,2-1 0,-8-48 0,30 131 0,23 61 0,16 9-12,-30-75-1341,-15-33-5473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9:28.7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433 12 24575,'0'0'0,"0"-1"0,0 1 0,0-1 0,0 1 0,0-1 0,-1 1 0,1-1 0,0 1 0,0 0 0,0-1 0,0 1 0,-1-1 0,1 1 0,0-1 0,0 1 0,-1 0 0,1-1 0,0 1 0,0 0 0,-1-1 0,1 1 0,-1 0 0,1-1 0,0 1 0,-1 0 0,0-1 0,-15 0 0,-23 11 0,30-7 0,-12 2 0,-1-1 0,1-1 0,-29 1 0,-66-7 0,60-4 102,-8 0-1569,52 6-5359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9:36.2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24575,'13'12'0,"2"-1"0,-1 0 0,30 16 0,61 24 0,-35-24 1,2-4-1,84 17 1,153 15-1121,-279-51 864,528 58 256,-94-14 0,-337-27-130,-100-15 87,-1 1 0,43 18 0,-62-22 208,0 0 1,-1 1-1,1 0 0,-1 0 1,0 0-1,11 11 1,-14-12-230,-1 0 1,1 0-1,0 1 1,-1-1-1,0 1 0,0 0 1,0 0-1,0-1 1,-1 1-1,1 0 1,-1 1-1,0-1 1,0 6-1,0 6-6762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9:37.2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803 37 24575,'32'-35'0,"-29"34"0,-3 2 0,-5 8 0,-9 13 0,-7 0 0,0 0 0,-33 25 0,-54 33 0,46-36 0,-59 52 0,-131 133 0,221-198-273,1 1 0,1 2 0,2 1 0,-25 41 0,42-59-6553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9:38.2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364 1 24575,'-50'9'0,"-87"18"0,114-21 0,1 1 0,0 1 0,-40 20 0,58-26 0,1 0 0,0 0 0,0 0 0,0 1 0,0-1 0,0 1 0,0 0 0,1 0 0,-1 0 0,1 0 0,0 0 0,0 1 0,0-1 0,0 1 0,0-1 0,1 1 0,0 0 0,-2 6 0,3-7 0,0 0 0,-1 0 0,1 0 0,1 0 0,-1 1 0,0-1 0,1 0 0,-1 0 0,1 0 0,0 0 0,0 0 0,0 0 0,1-1 0,-1 1 0,1 0 0,-1-1 0,1 1 0,0 0 0,0-1 0,0 0 0,0 0 0,1 0 0,3 4 0,4 1 0,1-1 0,-1 0 0,1-1 0,0 1 0,1-2 0,-1 0 0,13 3 0,85 12 0,-91-17 0,1 0 0,-13-2 0,0 1 0,0-1 0,0 2 0,7 1 0,-12-3 0,-1 0 0,0 0 0,1 0 0,-1 0 0,1 0 0,-1 1 0,1-1 0,-1 0 0,0 0 0,1 1 0,-1-1 0,0 0 0,1 0 0,-1 1 0,0-1 0,1 0 0,-1 1 0,0-1 0,0 0 0,1 1 0,-1-1 0,0 1 0,0-1 0,1 0 0,-1 1 0,0-1 0,0 1 0,0-1 0,0 0 0,0 1 0,0-1 0,0 1 0,0 1 0,-1-1 0,1 0 0,-1 0 0,1 0 0,-1 0 0,1 0 0,-1 0 0,0-1 0,0 1 0,1 0 0,-1 0 0,-1 1 0,-28 17 0,7-8 0,0-2 0,0-1 0,-36 9 0,2-2 0,55-14 0,0 0 0,-1-1 0,1 0 0,0 1 0,-1-1 0,1 0 0,-1 0 0,-2 0 0,5 0 0,-1 0 0,1-1 0,-1 1 0,1 0 0,0 0 0,-1 0 0,1 0 0,0 0 0,-1-1 0,1 1 0,0 0 0,-1 0 0,1-1 0,0 1 0,0 0 0,-1 0 0,1-1 0,0 1 0,0 0 0,-1-1 0,1 1 0,0-1 0,0 0 0,0 1 0,-1-1 0,1 0 0,0 0 0,1 1 0,-1-1 0,0 0 0,0 0 0,0 1 0,0-1 0,1 0 0,-1 1 0,0-1 0,0 0 0,1 1 0,0-2 0,4-5-1,0 0 0,1 0-1,0 1 1,0-1 0,1 2-1,9-8 1,5-5-1355,-11 9-5470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9:39.4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291 378 24575,'-32'-3'0,"0"0"0,0 2 0,-1 2 0,-59 8 0,87-7 0,0-1 0,0 1 0,0-1 0,0 1 0,1 0 0,-1 1 0,1-1 0,-1 1 0,1 0 0,-5 5 0,7-7 0,1 0 0,0 0 0,0 1 0,0-1 0,0 0 0,0 1 0,0-1 0,0 1 0,1-1 0,-1 1 0,1-1 0,-1 1 0,1-1 0,-1 1 0,1 0 0,0-1 0,-1 1 0,1 0 0,0-1 0,0 1 0,1 0 0,-1-1 0,0 1 0,0 0 0,1-1 0,-1 1 0,1-1 0,-1 1 0,1-1 0,0 1 0,0-1 0,0 1 0,0-1 0,2 3 0,2 2 0,1 0 0,0 0 0,0-1 0,1 0 0,-1 0 0,1 0 0,0-1 0,1 0 0,9 4 0,0-1 0,0-1 0,1-1 0,22 5 0,-16-7 0,0 0 0,39-1 0,-48-2 0,0-1 0,0-1 0,1-1 0,-2 0 0,19-6 0,-28 7 0,0 0 0,-1 0 0,0 0 0,0 0 0,1-1 0,-1 1 0,-1-1 0,1 0 0,0-1 0,-1 1 0,6-7 0,-8 7 0,1 1 0,-1 0 0,0 0 0,0-1 0,0 1 0,0-1 0,0 1 0,0-1 0,-1 1 0,1-1 0,-1 1 0,0-1 0,0 0 0,0 1 0,0-1 0,0 1 0,0-1 0,-1 0 0,1 1 0,-1-1 0,0 1 0,0-1 0,-1-2 0,-3-3 0,-1-1 0,1 1 0,-1 0 0,-1 0 0,0 1 0,0 0 0,0 0 0,-14-9 0,15 13 0,8 9 0,8 8 0,-1-4 0,1-1 0,-1-1 0,1 0 0,1 0 0,0-1 0,0 0 0,0-1 0,20 8 0,-4-4 0,1-1 0,49 9 0,-69-16 0,-1-1 0,1 0 0,-1 0 0,15-1 0,-20 0 0,-1-1 0,1 1 0,-1 0 0,1 0 0,0-1 0,-1 1 0,1-1 0,-1 0 0,1 1 0,-1-1 0,1 0 0,-1 0 0,0 0 0,1 0 0,-1 0 0,0 0 0,0 0 0,0 0 0,0-1 0,0 1 0,0 0 0,0-1 0,0 1 0,0-1 0,0 1 0,-1-1 0,1 1 0,0-3 0,-1 1 0,1 0 0,-1 0 0,1 0 0,-1 0 0,0 0 0,0 0 0,-1 0 0,1 0 0,-1 0 0,1 0 0,-1 0 0,0 0 0,0 0 0,0 0 0,-1 1 0,-1-4 0,-2-2 0,-1 0 0,0 1 0,-13-12 0,16 16 0,20 15 0,1-1 0,34 15 0,-37-19 0,0-1 0,1-1 0,0 0 0,0-1 0,0-1 0,0 0 0,1-1 0,33-1 0,-47-1 0,0 0 0,1-1 0,-1 0 0,1 0 0,-1 0 0,0 0 0,0 0 0,0-1 0,0 1 0,0-1 0,0 0 0,0 0 0,0 0 0,-1 0 0,1-1 0,-1 1 0,1-1 0,-1 1 0,0-1 0,0 0 0,0 0 0,0 0 0,-1 0 0,1 0 0,-1 0 0,0 0 0,0-1 0,0 1 0,0 0 0,-1-1 0,1 1 0,-1 0 0,0-1 0,0 1 0,0-1 0,0 1 0,-1-1 0,1 1 0,-1 0 0,0-1 0,0 1 0,0 0 0,0 0 0,-1-1 0,0 1 0,-3-5 0,12 15 0,-1 0 0,1 0 0,1 0 0,-1-1 0,1-1 0,0 1 0,15 6 0,-16-8 0,1 0 0,0-1 0,-1 0 0,1 0 0,0-1 0,1 0 0,-1 0 0,0-1 0,1 0 0,11 0 0,-16-2 0,0 0 0,0 0 0,0 0 0,0-1 0,0 1 0,0-1 0,6-4 0,-6 3 0,0 1 0,0 0 0,0 0 0,1 1 0,-1-1 0,7-1 0,13 1 0,0 1 0,24 1 0,-32 1 0,-1-1 0,1 0 0,-1-1 0,1 0 0,-1-2 0,0 0 0,25-8 0,-23 4 0,0-1 0,0-1 0,-1-1 0,0 0 0,0-1 0,-1-1 0,19-19 0,-27 24 0,-1-1 0,0 1 0,0-1 0,-1-1 0,0 1 0,-1 0 0,5-12 0,-7 14 0,0 0 0,0-1 0,-1 1 0,0-1 0,0 1 0,-1-1 0,1 0 0,-2 1 0,1-1 0,-1 1 0,-2-11 0,2 12 0,-1 0 0,0 1 0,0-1 0,0 0 0,-1 0 0,1 1 0,-1 0 0,0-1 0,-1 1 0,1 0 0,-1 1 0,1-1 0,-1 0 0,0 1 0,-1 0 0,1 0 0,0 0 0,-1 1 0,-7-4 0,4 3 0,0 0 0,0 1 0,0 0 0,-1 0 0,1 0 0,-1 1 0,1 1 0,-1-1 0,1 1 0,-1 1 0,-11 1 0,16-1 0,1 0 0,-1 0 0,0 0 0,1 0 0,-1 1 0,1-1 0,0 1 0,-1 0 0,1 0 0,0 0 0,0 0 0,0 1 0,0 0 0,1-1 0,-5 6 0,4-4 0,1 0 0,-1 1 0,1-1 0,0 1 0,0 0 0,1 0 0,-1 0 0,1 0 0,0 0 0,-1 8 0,2-4 0,0 1 0,0 0 0,1-1 0,0 1 0,1-1 0,0 1 0,1-1 0,0 0 0,0 1 0,1-1 0,8 15 0,-5-14 0,0-1 0,1 0 0,0 0 0,1-1 0,-1 0 0,2 0 0,-1-1 0,1 0 0,0-1 0,0 0 0,1 0 0,0-1 0,0-1 0,0 0 0,16 4 0,-4-3 0,-1-1 0,1-1 0,0-1 0,0-1 0,1 0 0,-1-2 0,23-4 0,-38 4-170,0 0-1,0-1 0,-1 0 1,1 0-1,-1-1 0,0 0 1,13-7-1,-10 3-6655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9:40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0 195 24575,'7'-19'0,"0"0"0,1 1 0,1 0 0,19-28 0,-24 40 0,1 0 0,0 0 0,0 1 0,1 0 0,0 0 0,0 0 0,0 1 0,0 0 0,0 0 0,1 0 0,0 1 0,0 0 0,0 0 0,0 1 0,12-3 0,-6 3 0,0 1 0,0 0 0,0 0 0,1 2 0,-1-1 0,0 2 0,0 0 0,0 0 0,-1 1 0,1 1 0,0 0 0,-1 1 0,0 0 0,0 1 0,15 9 0,-19-9 0,0-1 0,0 1 0,-1 1 0,0-1 0,0 1 0,0 1 0,-1-1 0,0 1 0,0 0 0,-1 1 0,0-1 0,-1 1 0,0 0 0,0 0 0,-1 0 0,0 1 0,0-1 0,-1 1 0,-1 0 0,2 19 0,-4-15 0,0-1 0,0 0 0,-1 0 0,-1 1 0,0-1 0,-5 12 0,-36 73 0,29-67 0,14-29 0,0-1 0,0 1 0,1 0 0,-1 0 0,1 0 0,-1 0 0,1 0 0,-1 0 0,1 0 0,0 0 0,0 0 0,0 2 0,1-3 0,-1 0 0,0-1 0,1 1 0,-1 0 0,0 0 0,1 0 0,0-1 0,-1 1 0,1 0 0,-1 0 0,1-1 0,0 1 0,-1-1 0,1 1 0,0 0 0,0-1 0,-1 0 0,1 1 0,0-1 0,0 1 0,0-1 0,0 0 0,0 0 0,-1 1 0,1-1 0,0 0 0,0 0 0,1 0 0,18 2 0,-1-1 0,0-1 0,0-1 0,23-4 0,75-18 0,-85 15 0,47-18 0,-70 23 0,-1-1 0,1 0 0,-1-1 0,0 1 0,0-2 0,0 1 0,-1-1 0,0 0 0,0-1 0,7-9 0,-13 15-76,0-1 1,0 1-1,0-1 0,0 1 0,0-1 0,0 0 0,0 1 0,-1-1 1,1 0-1,-1 0 0,1 0 0,-1 1 0,0-1 0,0 0 1,0 0-1,0 0 0,0-2 0,-3-4-6750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9:40.4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321 1 24575,'-29'0'0,"-13"0"0,-3 0 0,0 0 0,6 0 0,4 0 0,6 0 0,6 2 0,4 2 0,5-1-8191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9:41.0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363 15 24575,'-29'-3'0,"-15"0"0,-3 0 0,3 0 0,3 2 0,6 0 0,7 2 0,3 2 0,4 3 0,2 2 0,3 1 0,3-3-8191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9:41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24575,'29'25'0,"15"15"0,5 8 0,-1 3 0,-4 1-1152,-4-1 1152,-7-3 0,-4-3 377,-4-3-377,-5-4 0,-2-5 191,-3-6-191,-3-3 0,-4-3 0,-1-2 584,-1-5-8775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9:41.5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496 56 24575,'-41'-14'0,"0"2"0,0 2 0,-66-8 0,91 17 0,0 0 0,0 1 0,1 1 0,-1 0 0,0 2 0,1-1 0,0 2 0,-1 0 0,1 1 0,1 0 0,-1 1 0,-26 15 0,34-16-341,-1 0 0,1 0-1,-10 10 1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9:41.9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88 172 24575,'15'8'0,"50"30"0,-58-34 0,-1 1 0,1 0 0,-1 0 0,-1 1 0,1-1 0,9 14 0,-15-19 0,0 1 0,1-1 0,-1 1 0,1-1 0,-1 1 0,0-1 0,0 1 0,1 0 0,-1-1 0,0 1 0,0-1 0,0 1 0,1 0 0,-1-1 0,0 1 0,0-1 0,0 1 0,0 0 0,0-1 0,-1 2 0,1-1 0,0-1 0,0 0 0,-1 0 0,1 1 0,0-1 0,-1 0 0,1 0 0,-1 0 0,1 0 0,0 1 0,-1-1 0,1 0 0,-1 0 0,1 0 0,0 0 0,-1 0 0,1 0 0,-1 0 0,1 0 0,0 0 0,-1 0 0,1 0 0,-1 0 0,-3-1 0,1 0 0,-1 0 0,0 0 0,1 0 0,-5-3 0,-3-3 0,0 0 0,0-1 0,1 0 0,1 0 0,-1-1 0,-11-15 0,-45-67 0,59 81 0,7 9 0,-7-8 0,1-1 0,-5-12 0,9 20 0,1-1 0,0 1 0,0-1 0,1 1 0,-1-1 0,0 0 0,1 1 0,0-1 0,-1 0 0,1 1 0,0-1 0,0 0 0,1 1 0,-1-1 0,1-3 0,0 5 4,-1 0 0,0 0-1,1 0 1,-1 0 0,1 1-1,-1-1 1,1 0 0,-1 0 0,1 1-1,0-1 1,-1 0 0,1 1-1,0-1 1,0 1 0,-1-1 0,1 1-1,0-1 1,0 1 0,0 0-1,-1-1 1,1 1 0,0 0 0,0 0-1,0-1 1,0 1 0,0 0-1,0 0 1,0 0 0,-1 0-1,1 0 1,2 1 0,1-1-293,1 1 0,-1 1 1,0-1-1,8 4 0,-11-5 249,12 6-6786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9:42.5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238 50 24575,'-26'-10'0,"4"1"0,1 2 0,-1 0 0,0 1 0,-37-4 0,56 9 0,0 1 0,0 0 0,1 0 0,-1 0 0,0 1 0,0-1 0,0 1 0,1-1 0,-1 1 0,0 0 0,1 0 0,-1 0 0,0 1 0,1-1 0,-1 0 0,-3 4 0,5-3 0,-1 0 0,0 0 0,1 0 0,0 0 0,-1 0 0,1 0 0,0 0 0,0 1 0,0-1 0,1 0 0,-1 1 0,0-1 0,1 1 0,0-1 0,-1 1 0,1-1 0,0 1 0,0-1 0,1 4 0,0 0 0,0 1 0,1-1 0,0 0 0,0 0 0,0 1 0,1-1 0,0 0 0,0-1 0,0 1 0,1-1 0,0 1 0,0-1 0,0 0 0,1 0 0,-1-1 0,1 0 0,0 1 0,9 4 0,2 1 0,1 0 0,0-2 0,0 0 0,1 0 0,21 4 0,-36-11 0,1 0 0,-1 0 0,1-1 0,0 1 0,-1-1 0,1 0 0,-1 0 0,1-1 0,0 1 0,-1-1 0,1 0 0,-1 0 0,1 0 0,-1 0 0,0 0 0,1-1 0,-1 1 0,0-1 0,0 0 0,0 0 0,0 0 0,0-1 0,-1 1 0,1-1 0,3-4 0,-2 2 0,1-1 0,-2 0 0,1 0 0,0 0 0,-1-1 0,-1 1 0,1-1 0,-1 1 0,0-1 0,0 0 0,-1 0 0,1-10 0,-2 11 0,0 1 0,-1-1 0,0 0 0,0 0 0,-1 1 0,1-1 0,-1 1 0,-6-11 0,6 10 0,15 19 0,0-1 0,1-1 0,23 15 0,-30-21 0,2-1 0,-1 1 0,0-1 0,1-1 0,0 0 0,0 0 0,0 0 0,12 1 0,-17-4 0,1 0 0,-1 1 0,1-2 0,-1 1 0,1 0 0,-1-1 0,1 0 0,-1 0 0,1 0 0,-1-1 0,0 1 0,0-1 0,0 0 0,0 0 0,0-1 0,0 1 0,-1-1 0,1 0 0,3-3 0,-1 0 0,1-1 0,0 1 0,10-7 0,-13 11 0,-1 0 0,1 1 0,0-1 0,0 1 0,-1 0 0,1 0 0,0 0 0,0 1 0,0-1 0,6 1 0,88 2 0,46-2 0,-106-9-1365,-28 7-5461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9:42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334 40 24575,'-6'-4'0,"-1"0"0,1-1 0,-1 1 0,0 0 0,0 1 0,0 0 0,0 0 0,-1 1 0,1-1 0,-14-1 0,20 4 0,0 0 0,-1 0 0,1 0 0,0 0 0,0 0 0,0 0 0,0 0 0,0 1 0,-1-1 0,1 0 0,0 1 0,0-1 0,0 1 0,0-1 0,0 1 0,0-1 0,0 1 0,0 0 0,0 0 0,1-1 0,-1 1 0,-1 1 0,1 0 0,0 0 0,1-1 0,-1 1 0,0 0 0,1-1 0,-1 1 0,1 0 0,0 0 0,0 0 0,0-1 0,0 1 0,0 3 0,1 3 0,0-1 0,1 1 0,0-1 0,0 0 0,6 11 0,-4-10 0,0 0 0,0-1 0,1 1 0,0-1 0,1 0 0,0-1 0,0 1 0,0-1 0,1-1 0,-1 1 0,1-1 0,1 0 0,-1-1 0,1 1 0,0-1 0,13 4 0,-20-8 0,-1 0 0,1 0 0,0 1 0,-1-1 0,1 0 0,0 0 0,-1 1 0,1-1 0,-1 0 0,1 1 0,0-1 0,-1 0 0,1 1 0,-1-1 0,1 1 0,0 0 0,-1-1 0,0 1 0,-1-1 0,1 0 0,0 0 0,0 0 0,0 1 0,0-1 0,0 0 0,0 0 0,-1 1 0,1-1 0,0 0 0,0 0 0,0 0 0,0 0 0,-1 1 0,1-1 0,0 0 0,0 0 0,-1 0 0,1 0 0,0 0 0,0 0 0,-1 0 0,1 0 0,0 0 0,-1 1 0,-23 3 0,-291 37-1365,301-39-5461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9:43.2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197 37 24575,'-27'-9'0,"-44"-13"0,64 20 0,0 1 0,0 0 0,0 0 0,0 0 0,0 1 0,0 0 0,-14 3 0,20-3 0,-1 1 0,1-1 0,-1 1 0,0 0 0,1 0 0,0-1 0,-1 1 0,1 0 0,-1 1 0,1-1 0,0 0 0,0 0 0,0 0 0,0 1 0,0-1 0,0 1 0,0-1 0,0 1 0,0-1 0,0 1 0,1-1 0,-1 1 0,1 0 0,-1-1 0,1 1 0,0 0 0,0-1 0,0 1 0,0 0 0,0 1 0,0 6 0,0 0 0,1 0 0,0 0 0,4 11 0,3 9 0,2 0 0,1-1 0,1-1 0,1 0 0,21 32 0,94 119 0,-126-175 0,97 121 0,62 85 0,-152-197 0,-1 1 0,0 0 0,-1 0 0,-1 0 0,0 1 0,4 15 0,-9-28 3,-1-1 1,0 1-1,0 0 0,0-1 0,1 1 0,-1 0 0,0 0 0,0-1 1,0 1-1,0 0 0,0-1 0,0 1 0,0 0 0,-1-1 1,1 1-1,0 0 0,0-1 0,0 1 0,-1 0 0,1-1 0,0 1 1,-1 0-1,1-1 0,0 1 0,-1-1 0,1 1 0,-1-1 0,1 1 1,-1-1-1,1 1 0,-1-1 0,0 1 0,1-1 0,-1 0 1,1 1-1,-1-1 0,0 0 0,-1 1-127,0-1 0,0 0 1,0 0-1,0 0 0,0 0 0,0-1 1,0 1-1,0 0 0,0-1 0,0 1 1,-3-2-1,-8-4-6702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9:43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477 41 24575,'-32'-10'0,"-18"-3"0,-5 3 0,-1 4 0,2 4 0,0 6 0,2 4 0,3 4 0,6 1 0,12 0-8191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9:46.3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28 24575,'-1'-1'0,"0"1"0,0-1 0,0 1 0,0-1 0,0 1 0,0-1 0,0 1 0,0 0 0,0 0 0,0-1 0,0 1 0,-1 0 0,1 0 0,0 0 0,0 0 0,0 1 0,0-1 0,0 0 0,0 0 0,0 1 0,0-1 0,0 0 0,0 1 0,-2 0 0,2 1 0,-1-1 0,1 0 0,0 1 0,0-1 0,0 1 0,0-1 0,0 1 0,0 0 0,0-1 0,1 1 0,-1 0 0,0 0 0,1 2 0,-2 4 0,1 1 0,0 0 0,1 0 0,0 0 0,1 8 0,2 3 0,1-1 0,10 28 0,-6-20 0,-7-63 0,-3 19 0,0 1 0,-1-1 0,-1 1 0,0 0 0,-1 0 0,-1 0 0,-1 0 0,0 1 0,-11-17 0,18 31 0,-1 0 0,1 0 0,-1 1 0,1-1 0,-1 0 0,0 0 0,1 1 0,-1-1 0,1 0 0,-1 1 0,0-1 0,0 1 0,1-1 0,-1 1 0,0-1 0,0 1 0,0 0 0,0-1 0,0 1 0,1 0 0,-2-1 0,1 2 0,1-1 0,-1 0 0,1 0 0,-1 1 0,1-1 0,-1 0 0,1 1 0,-1-1 0,1 1 0,-1-1 0,1 0 0,-1 1 0,1-1 0,0 1 0,-1-1 0,1 1 0,0 0 0,0-1 0,-1 1 0,1-1 0,0 1 0,0 1 0,-2 2 0,2 0 0,-1 1 0,0-1 0,1 0 0,0 1 0,0-1 0,1 6 0,4 9 0,1-1 0,1 0 0,0 0 0,1 0 0,2-1 0,15 23 0,-22-36-195,0 0 0,1 0 0,-1 0 0,1 0 0,0-1 0,7 6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09:47.5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32 24575,'1'-1'0,"-1"0"0,0-1 0,0 1 0,0 0 0,1 0 0,-1 0 0,1-1 0,-1 1 0,1 0 0,-1 0 0,1 0 0,0 0 0,0 0 0,-1 0 0,1 0 0,0 0 0,0 0 0,0 1 0,0-1 0,0 0 0,0 0 0,0 1 0,0-1 0,0 1 0,1-1 0,-1 1 0,0-1 0,0 1 0,0 0 0,1-1 0,0 1 0,7-1 0,0 0 0,0 0 0,12 1 0,-12 0 0,20-1 0,-15 1 0,0-1 0,-1 1 0,1 1 0,0 1 0,22 4 0,-34-5 0,0 0 0,1-1 0,-1 1 0,0 0 0,0 0 0,0 0 0,-1 1 0,1-1 0,0 0 0,0 1 0,-1-1 0,1 1 0,0-1 0,-1 1 0,0 0 0,1 0 0,-1 0 0,0 0 0,0 0 0,0 0 0,0 0 0,0 0 0,-1 0 0,1 0 0,-1 0 0,1 0 0,-1 5 0,0-3 0,0 0 0,-1 0 0,1 0 0,-1 0 0,0 0 0,-1 0 0,1 0 0,-1 0 0,1-1 0,-1 1 0,0 0 0,0-1 0,-1 0 0,-3 5 0,-3 2 0,-1-1 0,-14 11 0,11-10 0,-20 21 0,30-28 0,0 0 0,1 0 0,-1 0 0,1 0 0,0 1 0,0 0 0,0-1 0,1 1 0,-1 0 0,1 0 0,-2 7 0,3-10 0,0 0 0,0 0 0,0 1 0,0-1 0,0 0 0,0 0 0,0 0 0,0 0 0,0 0 0,0 0 0,1 0 0,-1 0 0,1 0 0,-1 0 0,0-1 0,1 1 0,0 0 0,-1 0 0,1 0 0,-1 0 0,1-1 0,0 1 0,0 0 0,-1 0 0,1-1 0,0 1 0,0-1 0,0 1 0,0-1 0,0 1 0,0-1 0,0 0 0,0 1 0,0-1 0,0 0 0,0 0 0,0 1 0,2-1 0,4 0 0,0 0 0,0 0 0,0 0 0,10-2 0,-14 1 0,221-23 0,-205 23-1365,-4 0-5461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0:15.9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13 24575,'0'-1'0,"0"1"0,0-1 0,0 1 0,0-1 0,0 1 0,0-1 0,0 1 0,-1-1 0,1 1 0,0-1 0,0 1 0,0-1 0,0 1 0,-1 0 0,1-1 0,0 1 0,-1-1 0,1 1 0,0-1 0,0 1 0,-1 0 0,1-1 0,-1 1 0,1 0 0,0 0 0,-1-1 0,1 1 0,-1 0 0,-4 2 0,5 9 0,9 26 0,2 1 0,19 41 0,-16-42 0,-10-31 0,-5-15 0,-5-17 0,-20-48 0,11 33 0,15 40 0,-7-15 0,2 9 0,5 7 0,0 0 0,-1 0 0,1 0 0,0-1 0,0 1 0,0 0 0,0 0 0,0 0 0,0 0 0,0 0 0,-1 0 0,1 0 0,0 0 0,0 0 0,0 0 0,0 0 0,0 0 0,0 0 0,-1 0 0,1 0 0,0 0 0,0 0 0,0 0 0,0 0 0,0 0 0,-1 0 0,1 0 0,0 0 0,0 0 0,0 0 0,0 0 0,0 0 0,0 0 0,0 0 0,-1 1 0,1-1 0,0 0 0,0 0 0,0 0 0,0 0 0,0 2 0,-1 1 0,1-1 0,1 1 0,-1-1 0,0 0 0,0 1 0,1-1 0,-1 0 0,3 5 0,-2-2 0,3 8 66,10 24-1,3 6-1561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0:18.0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0 104 24575,'0'-2'0,"0"0"0,0 0 0,1 1 0,-1-1 0,0 0 0,1 0 0,-1 0 0,1 0 0,-1 1 0,1-1 0,0 0 0,0 1 0,0-1 0,0 1 0,0-1 0,0 1 0,0-1 0,3-2 0,0 1 0,1 0 0,0 0 0,-1 1 0,1-1 0,6-1 0,-4 1 0,20-7 0,53-12 0,-48 14 0,-24 6 0,0 0 0,1 1 0,-1 0 0,1 0 0,-1 1 0,1 0 0,8 1 0,-14 0 0,0-1 0,0 1 0,-1-1 0,1 1 0,0 0 0,0 0 0,-1 0 0,1 0 0,0 1 0,-1-1 0,1 1 0,-1 0 0,0 0 0,0-1 0,1 2 0,-1-1 0,-1 0 0,1 0 0,0 0 0,0 1 0,-1-1 0,1 1 0,1 4 0,6 22 0,-2 1 0,8 58 0,-13-73 0,-1 1 0,0 0 0,-3 31 0,1-39 0,-1 1 0,0 0 0,0-1 0,-1 1 0,0-1 0,0 0 0,-1 0 0,-7 12 0,-9 11 0,20-31 0,0 0 0,0 0 0,0 0 0,0 0 0,0 0 0,0 0 0,0 0 0,0 0 0,0 0 0,0 0 0,0 0 0,0 1 0,0-1 0,0 0 0,0 0 0,0 0 0,0 0 0,0 0 0,0 0 0,0 0 0,0 0 0,0 0 0,0 0 0,0 0 0,0 0 0,0 0 0,0 1 0,0-1 0,0 0 0,0 0 0,0 0 0,0 0 0,0 0 0,0 0 0,0 0 0,0 0 0,0 0 0,0 0 0,0 0 0,1 0 0,-1 0 0,0 0 0,0 0 0,0 0 0,0 0 0,0 0 0,0 0 0,0 0 0,0 0 0,0 0 0,0 0 0,0 0 0,0 0 0,0 0 0,1 0 0,-1 0 0,0 0 0,0 0 0,0 0 0,0 0 0,0 0 0,0 0 0,9-2 0,12-5 0,-19 6 0,27-8 0,-1 1 0,1 2 0,49-4 0,15-4 0,-69 10-37,-11 2-405,0-1-1,14-4 0,-17 3-6383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0:18.3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82 24575,'12'-8'0,"10"-1"0,2-1 0,1 3 0,-3-1 0,1 1 0,-1 2 0,0 2 0,-1 1 0,-1-1 0,-3 0 0,0 0 0,-2 1 0,0-2 0,-1 0 0,-2 0-8191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0:18.8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28 24575,'-2'-2'0,"-12"-15"0,14 17 0,-1-1 0,1 0 0,-1 1 0,1-1 0,-1 1 0,1-1 0,-1 1 0,0-1 0,1 1 0,-1-1 0,0 1 0,1 0 0,-1-1 0,0 1 0,0 0 0,1 0 0,-1-1 0,0 1 0,0 0 0,1 0 0,-2 0 0,1 0 0,1 1 0,0-1 0,-1 1 0,1-1 0,0 1 0,0-1 0,0 1 0,0-1 0,-1 1 0,1-1 0,0 1 0,0 0 0,0-1 0,0 1 0,0-1 0,0 1 0,0-1 0,1 1 0,-1-1 0,0 1 0,0 0 0,5 17 0,-4-15 0,7 26 0,2-1 0,2 0 0,18 35 0,53 75 0,-69-116 0,23 32-31,-23-36-236,-1 1 0,-1 1 1,0 0-1,10 28 0,-18-36-6559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0:19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73 24575,'-8'-13'0,"4"6"0,-1-1 0,0 1 0,0 0 0,-1 1 0,0-1 0,-8-6 0,13 13 0,1-1 0,-1 1 0,1 0 0,0-1 0,-1 1 0,1 0 0,-1-1 0,1 1 0,-1 0 0,1 0 0,-1 0 0,1-1 0,-1 1 0,1 0 0,-1 0 0,1 0 0,-1 0 0,0 0 0,1 0 0,-1 0 0,1 0 0,-1 0 0,0 0 0,0 1 0,1-1 0,0 0 0,-1 1 0,1-1 0,0 1 0,0-1 0,-1 0 0,1 1 0,0-1 0,0 1 0,0-1 0,-1 1 0,1-1 0,0 1 0,0-1 0,0 1 0,0-1 0,0 1 0,0 0 0,4 28 0,-4-29 0,13 51 0,2 0 0,3-2 0,46 94 0,14-17 0,-7-12 0,-67-104-341,1 0 0,-1 1-1,3 11 1,-5-13-6485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0:20.3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 24575,'0'0'0,"0"0"0,0 0 0,0 0 0,0 0 0,-1 0 0,1 0 0,0 0 0,0-1 0,0 1 0,0 0 0,-1 0 0,1 0 0,0 0 0,0 1 0,0-1 0,0 0 0,-1 0 0,1 0 0,0 0 0,0 0 0,0 0 0,0 0 0,0 0 0,-1 0 0,1 0 0,0 0 0,0 0 0,0 1 0,0-1 0,0 0 0,-1 0 0,1 0 0,0 0 0,0 0 0,0 1 0,0-1 0,0 0 0,0 0 0,0 0 0,0 0 0,0 0 0,0 1 0,0-1 0,0 0 0,6 8 0,12 4 0,-4-6 0,1 0 0,0-1 0,31 5 0,48 2 0,-48-7 0,-7-2 0,-26-3 0,-1 1 0,0 0 0,0 1 0,0 0 0,0 1 0,0 1 0,15 6 0,-26-10 0,0 0 0,0 1 0,0-1 0,0 1 0,0 0 0,0-1 0,0 1 0,0 0 0,-1-1 0,1 1 0,0 0 0,-1 0 0,1 0 0,0 0 0,-1 0 0,1 0 0,-1 0 0,0 0 0,1 0 0,-1 0 0,0 0 0,1 0 0,-1 0 0,0 1 0,0 0 0,-1 0 0,1 0 0,0 0 0,-1 0 0,0 0 0,1 0 0,-1 0 0,0 0 0,0 0 0,0-1 0,0 1 0,-2 1 0,-4 6 0,-1-1 0,1-1 0,-16 12 0,23-19 0,-104 74 0,79-56 0,-48 40-1365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0:21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24575,'24'32'0,"36"83"0,-14-22 0,-19-46 0,51 100 0,-69-118 0,-8-23 0,1 0 0,0 0 0,0 0 0,5 10 0,-6-16-41,-1 1 0,0-1-1,0 0 1,1 1-1,-1-1 1,0 1 0,0-1-1,1 0 1,-1 1 0,0-1-1,1 0 1,-1 0-1,0 1 1,1-1 0,-1 0-1,1 0 1,-1 1 0,0-1-1,1 0 1,-1 0-1,1 0 1,-1 0 0,0 0-1,1 0 1,-1 0 0,1 0-1,-1 0 1,1 0-1,-1 0 1,1 0 0,-1 0-1,1 0 1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0:22.0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261 46 24575,'-2'-2'0,"-1"1"0,1-1 0,0 1 0,0-1 0,0 0 0,-2-3 0,2 3 0,0 0 0,0 0 0,0 0 0,0 0 0,-1 0 0,-2-1 0,0 0 0,-1 1 0,0 0 0,-1 0 0,1 0 0,0 1 0,0-1 0,-11 1 0,-46 1 0,31 1 0,29-1 0,0 0 0,0 0 0,0 1 0,0-1 0,1 1 0,-1 0 0,0-1 0,0 1 0,0 0 0,0 1 0,1-1 0,-1 0 0,0 1 0,1 0 0,0-1 0,-5 5 0,5-3 0,-1 0 0,1 0 0,0 0 0,1 0 0,-1 1 0,0-1 0,1 0 0,0 1 0,0-1 0,0 1 0,0-1 0,1 1 0,-1 6 0,0-5 0,1-1 0,0 1 0,1 0 0,-1-1 0,1 1 0,0-1 0,0 1 0,0-1 0,0 1 0,1-1 0,0 0 0,0 0 0,0 0 0,0 0 0,1 0 0,0 0 0,-1 0 0,1-1 0,1 1 0,-1-1 0,0 0 0,1 0 0,0 0 0,0-1 0,0 1 0,0-1 0,0 0 0,0 0 0,5 1 0,1 1 0,1-1 0,-1 0 0,1 0 0,0-1 0,0-1 0,0 0 0,0 0 0,16-2 0,-22 1 0,0-1 0,0 1 0,-1-1 0,1 0 0,0-1 0,-1 1 0,1-1 0,-1 0 0,0 0 0,1 0 0,-1 0 0,0-1 0,0 0 0,-1 0 0,1 0 0,0 0 0,-1-1 0,0 1 0,0-1 0,0 0 0,0 1 0,2-6 0,-3 2 0,1 0 0,-2 0 0,1 0 0,-1-1 0,0 1 0,0 0 0,-1-1 0,-1-13 0,2 25 9,1 0 1,-1 0-1,1 0 0,-1 0 0,1 0 1,0-1-1,1 1 0,-1 0 0,1-1 0,-1 0 1,1 0-1,4 4 0,3 3-380,0-1-1,0-1 1,14 10 0,-12-11-6455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0:22.4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24575,'8'22'0,"0"0"0,2-1 0,0 1 0,2-2 0,15 22 0,-16-24 0,20 27 66,47 53 1,5 5-1565,-77-94-5328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0:23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219 149 24575,'13'42'0,"2"0"0,2-2 0,1 0 0,2 0 0,2-2 0,31 41 0,-48-72 0,-3-5 0,0 0 0,0 1 0,0-1 0,-1 1 0,1 0 0,-1-1 0,1 1 0,-1 0 0,0 0 0,1 3 0,-2-5 0,0-1 0,0 0 0,0 0 0,0 1 0,0-1 0,0 0 0,0 0 0,0 1 0,0-1 0,0 0 0,0 0 0,0 1 0,0-1 0,0 0 0,-1 0 0,1 1 0,0-1 0,0 0 0,0 0 0,0 0 0,0 1 0,0-1 0,-1 0 0,1 0 0,0 0 0,0 1 0,0-1 0,-1 0 0,1 0 0,0 0 0,0 0 0,-1 1 0,-9-2 0,-9-8 0,-22-16 0,1-2 0,1-1 0,-45-43 0,65 53 0,0-2 0,2 0 0,0-1 0,2 0 0,0-2 0,1 1 0,-16-38 0,27 52 0,0 1 0,1-1 0,-1 0 0,2 0 0,-1 0 0,1 0 0,0 0 0,0-8 0,2 13 0,-1 0 0,0 1 0,1-1 0,-1 0 0,1 0 0,0 1 0,0-1 0,0 1 0,0-1 0,0 1 0,0-1 0,1 1 0,-1 0 0,1-1 0,0 1 0,0 0 0,0 0 0,0 0 0,0 1 0,0-1 0,0 0 0,1 1 0,-1 0 0,0-1 0,1 1 0,3-1 0,8-2 0,0 1 0,0 1 0,0 0 0,0 1 0,0 0 0,25 3 0,-8-1 0,-8-1 0,-1 1 0,1 1 0,-1 1 0,0 1 0,0 1 0,38 13 0,-58-17 0,1 0 0,-1 0 0,1 1 0,-1-1 0,0 0 0,1 1 0,-1 0 0,0 0 0,0-1 0,0 1 0,0 0 0,0 1 0,-1-1 0,1 0 0,-1 0 0,1 1 0,-1-1 0,0 1 0,2 4 0,-3-4 0,1 0 0,-1 0 0,0 0 0,0 0 0,0 0 0,0 0 0,-1 0 0,1 0 0,-1 0 0,0 0 0,0 0 0,0 0 0,0 0 0,0 0 0,-1-1 0,1 1 0,-3 3 0,-7 8 0,-1 0 0,0-1 0,-19 16 0,18-17 0,0 1 0,0 0 0,-13 19 0,25-31 0,0 0 0,1 0 0,-1 0 0,0 0 0,1 0 0,-1 0 0,1 1 0,-1-1 0,1 0 0,-1 0 0,1 1 0,0-1 0,0 0 0,0 0 0,-1 1 0,1-1 0,0 0 0,1 1 0,-1-1 0,0 0 0,0 0 0,1 1 0,0 1 0,0-2 0,0 1 0,0 0 0,0-1 0,1 0 0,-1 1 0,1-1 0,-1 0 0,1 0 0,-1 1 0,1-1 0,0 0 0,-1-1 0,5 2 0,4 2 0,1-1 0,0 0 0,0-1 0,13 0 0,-6 0 0,82 6 0,-82-8 0,0 0 0,-1-2 0,31-5 0,-34 3-341,0 0 0,0-1-1,19-8 1,-20 6-6485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0:24.0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366 87 24575,'-4'-3'0,"0"1"0,0 0 0,0 0 0,0 1 0,0-1 0,0 1 0,0 0 0,0 0 0,-1 0 0,1 1 0,-1-1 0,1 1 0,0 0 0,-1 0 0,1 1 0,-8 1 0,7 0 0,-1 0 0,1 0 0,-1 1 0,1-1 0,0 1 0,0 1 0,0-1 0,0 1 0,1-1 0,0 1 0,-8 9 0,0 3 0,0 1 0,2 0 0,-1 1 0,-12 34 0,12-29 0,11-22 0,-1 1 0,1-1 0,-1 1 0,0-1 0,0 1 0,0-1 0,1 1 0,-1-1 0,-1 0 0,1 0 0,0 1 0,0-1 0,0 0 0,-1 0 0,1 0 0,0 0 0,-1 0 0,1-1 0,-1 1 0,1 0 0,-1-1 0,1 1 0,-1-1 0,0 1 0,1-1 0,-1 0 0,0 0 0,1 0 0,-1 1 0,0-2 0,1 1 0,-1 0 0,0 0 0,1 0 0,-1-1 0,0 1 0,1-1 0,-1 0 0,1 1 0,-1-1 0,-2-2 0,-1 0 0,0 0 0,0-1 0,0 0 0,1 0 0,-1 0 0,1-1 0,0 0 0,1 1 0,-1-1 0,-3-8 0,1 2 0,1-1 0,1 0 0,0 0 0,1 0 0,0 0 0,-1-14 0,3 20 0,1-1 0,-1 1 0,1 0 0,0 0 0,1 0 0,0 0 0,0 0 0,0 0 0,0 0 0,1 1 0,0-1 0,0 0 0,1 1 0,5-10 0,-6 13 5,0-1 0,1 0 0,-1 1 0,1-1 0,0 1 0,0 0 0,0 0 0,0 0 0,0 0 0,0 1 0,1-1 0,-1 1 0,0 0 0,1 0 0,-1 0 0,1 0 0,-1 1 0,1-1 0,-1 1 0,1 0 0,0 0 0,-1 0 0,5 2 0,1-1-170,0 1 0,-1 0 0,1 1 0,-1 0 0,0 0 0,0 1 0,0 0 0,10 8 0,-6-4-6661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0:24.6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 48 24575,'-6'-5'0,"-4"-3"0,0 0 0,-12-7 0,20 13 0,-1 1 0,0-1 0,0 1 0,1 0 0,-1 0 0,0 0 0,0 0 0,0 0 0,0 1 0,0-1 0,0 1 0,0 0 0,0 0 0,-4 1 0,4-1 0,1 1 0,0 0 0,0 1 0,-1-1 0,1 0 0,0 1 0,0-1 0,0 1 0,0-1 0,1 1 0,-1 0 0,0 0 0,1 0 0,-1 0 0,1 0 0,0 0 0,-1 0 0,1 1 0,0-1 0,0 3 0,-4 8 0,1 0 0,-4 18 0,7-28 0,-3 18 0,1-1 0,0 0 0,1 40 0,2-51 0,1-1 0,0 1 0,0 0 0,1 0 0,0-1 0,1 1 0,0-1 0,0 1 0,0-1 0,1 0 0,8 11 0,-9-16 0,0 0 0,0 0 0,1 0 0,-1 0 0,1-1 0,0 1 0,0-1 0,0 0 0,0 0 0,0 0 0,0-1 0,0 0 0,1 1 0,-1-1 0,0-1 0,9 1 0,5 0 0,-1 0 0,0-2 0,17-3 0,205-46-1349,-239 50 1333,16-4-6810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0:25.5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24575,'2'7'0,"4"6"0,3 2 0,2 1 0,2 1 0,2-1 0,-1 0 0,1 0 0,1 1 0,-4 1 0,0 0 0,-3-1 0,0-1 0,-2-1 0,-2-2-8191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0:27.9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24575,'16'18'0,"-11"-13"0,0 1 0,0-1 0,9 8 0,6 0 0,0 0 0,1-1 0,31 12 0,70 20 0,-61-23 0,22 6 0,143 28 0,-193-51-1365,-21-3-5461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0:30.2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90 24575,'0'-1'0,"-1"-1"0,0 1 0,0-1 0,1 1 0,-1-1 0,1 1 0,-1-1 0,1 0 0,0 1 0,-1-1 0,1 0 0,0 1 0,0-1 0,0 0 0,1 1 0,-1-1 0,0 0 0,0 1 0,1-1 0,-1 1 0,1-1 0,0 0 0,-1 1 0,1-1 0,0 1 0,0 0 0,0-1 0,0 1 0,0 0 0,0-1 0,0 1 0,1 0 0,-1 0 0,0 0 0,1 0 0,-1 0 0,1 0 0,2 0 0,6-4 0,0 1 0,0 1 0,0 0 0,20-4 0,-18 5 0,14-2 0,0 1 0,1 1 0,0 1 0,41 5 0,-66-4 0,0 0 0,0 1 0,0-1 0,-1 1 0,1-1 0,0 1 0,0 0 0,-1-1 0,1 1 0,0 0 0,-1 0 0,1 0 0,-1 0 0,1 1 0,-1-1 0,1 0 0,-1 1 0,2 2 0,-1-1 0,0 0 0,-1 0 0,1 0 0,-1 0 0,0 1 0,0-1 0,0 1 0,0-1 0,0 6 0,-1 1 0,0 0 0,0 1 0,-1-1 0,0 0 0,-1 0 0,-2 11 0,0-11 0,1 1 0,-2-1 0,1 0 0,-2 0 0,1 0 0,-10 11 0,-45 49 0,39-48 0,-22 32 0,41-50 0,-1 0 0,1 0 0,0 0 0,0 0 0,0 1 0,1-1 0,-2 8 0,3-11 0,0 1 0,-1-1 0,1 0 0,0 1 0,0-1 0,0 0 0,0 1 0,0-1 0,0 0 0,0 1 0,1-1 0,-1 0 0,0 0 0,1 1 0,-1-1 0,1 0 0,0 0 0,-1 0 0,1 1 0,0-1 0,-1 0 0,1 0 0,0 0 0,0 0 0,0 0 0,0-1 0,0 1 0,0 0 0,0 0 0,2 0 0,7 3 0,0-1 0,0 0 0,0-1 0,1 0 0,14 1 0,55-2 0,-55-1 0,-15 0 30,0-1 0,1 0 0,18-4 0,-25 4-154,1-1 0,-1 1 1,0-1-1,0 0 0,0 0 0,0 0 1,0-1-1,-1 1 0,1-1 0,-1 0 1,5-4-1,-1-2-6702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0:30.4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51 24575,'25'-5'0,"10"-4"0,4 0 0,-2 1 0,-4 2 0,-7 2 0,-4 1 0,-6 0 0,-6-1-8191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0:30.9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0 24575,'-1'0'0,"1"1"0,0-1 0,-1 0 0,1 0 0,-1 1 0,1-1 0,-1 0 0,1 1 0,-1-1 0,1 0 0,0 1 0,-1-1 0,1 1 0,0-1 0,-1 0 0,1 1 0,0-1 0,0 1 0,0-1 0,-1 1 0,1-1 0,0 1 0,0-1 0,0 1 0,0 1 0,-3 16 0,3-16 0,-3 31 0,1 0 0,2 1 0,1-1 0,2 0 0,1 0 0,2 0 0,1 0 0,2-1 0,1 0 0,1-1 0,16 31 0,-11-29-682,14 44-1,-26-64-6143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0:31.4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0 24575,'-6'13'0,"1"1"0,1-1 0,0 1 0,0 0 0,2 1 0,0-1 0,0 0 0,1 1 0,2 23 0,2 1 0,2 0 0,13 49 0,-4-33-455,2 0 0,35 78 0,-47-124-6371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0:32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506 34 24575,'0'-1'0,"0"-2"0,0 0 0,0 0 0,-1-1 0,1 1 0,0 0 0,-2-5 0,1 8 0,1-1 0,0 1 0,0 0 0,0-1 0,-1 1 0,1 0 0,0-1 0,0 1 0,-1 0 0,1 0 0,0-1 0,0 1 0,-1 0 0,1 0 0,0 0 0,-1-1 0,1 1 0,0 0 0,-1 0 0,1 0 0,0 0 0,-1 0 0,0-1 0,0 1 0,0 1 0,0-1 0,0 0 0,0 0 0,0 0 0,0 1 0,0-1 0,0 1 0,0-1 0,0 1 0,0-1 0,1 1 0,-2 0 0,-17 12 0,4-2 0,0-1 0,-32 16 0,-76 32 0,82-38 0,1 2 0,1 2 0,-69 54 0,101-72 0,5-4 0,-1 1 0,1-1 0,-1 0 0,0 0 0,0 0 0,0-1 0,-3 2 0,5-3 0,4-2 0,8-3 0,0 3 0,1 0 0,-1 1 0,0 1 0,1 0 0,-1 0 0,15 3 0,68 17 0,-37-6 0,78 20 132,-38-9-1629,-84-22-5329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0:33.5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24575,'14'39'0,"35"237"0,-13-55 0,-28-175 0,-5-28 0,0 0 0,1 0 0,10 28 0,-12-42-195,-1-1 0,1 0 0,0 0 0,0 0 0,0 0 0,4 3 0,3 3-6631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0:34.1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287 116 24575,'-19'-12'0,"-74"-47"0,78 50 0,-1 2 0,0-1 0,-1 2 0,-18-5 0,33 10 0,0 0 0,0 1 0,0 0 0,1-1 0,-1 1 0,0 0 0,0 0 0,0 0 0,0 0 0,0 0 0,0 0 0,0 0 0,0 1 0,1-1 0,-1 1 0,0 0 0,0-1 0,0 1 0,1 0 0,-1 0 0,0 0 0,1 0 0,-3 3 0,1-1 0,0 1 0,1 0 0,0 0 0,-1 1 0,1-1 0,1 0 0,-1 1 0,-1 5 0,1-1 0,0 0 0,0 0 0,1 0 0,0 0 0,0 0 0,1 0 0,1 1 0,-1-1 0,1 0 0,1 0 0,3 11 0,-4-14 0,1 0 0,1-1 0,-1 1 0,1-1 0,0 0 0,0 0 0,0 0 0,1 0 0,0-1 0,0 1 0,0-1 0,0 0 0,1 0 0,0-1 0,-1 1 0,1-1 0,1 0 0,7 4 0,-6-5 0,0 1 0,0-1 0,0 0 0,0-1 0,0 0 0,0 0 0,15 0 0,-19-1 0,0 0 0,1-1 0,-1 1 0,0-1 0,1 0 0,-1 1 0,0-2 0,0 1 0,0 0 0,0-1 0,0 1 0,0-1 0,-1 0 0,1 0 0,0 0 0,-1 0 0,1 0 0,-1-1 0,3-3 0,-2 1 0,0 0 0,0 0 0,-1 0 0,1 0 0,-1 0 0,0-1 0,-1 1 0,1-1 0,-1 0 0,0 1 0,0-10 0,-2-1 0,0 0 0,-6-27 0,6 37 0,26 39 0,62 103-1365,-80-124-5461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0:34.5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24575,'10'12'0,"0"0"0,0 0 0,-1 1 0,-1 0 0,0 0 0,-1 1 0,9 22 0,0 12 0,10 49 0,-1-4 0,-10-38 0,-6-24 0,15 42 0,-4-39-1365,-14-25-5461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0:37.2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102 293 24575,'0'0'0,"-1"0"0,1 0 0,-1 0 0,0 0 0,1 0 0,-1 1 0,1-1 0,-1 0 0,1 0 0,-1 1 0,1-1 0,-1 0 0,1 1 0,-1-1 0,1 0 0,0 1 0,-1-1 0,1 1 0,-1-1 0,1 1 0,0-1 0,-1 1 0,1-1 0,0 1 0,0-1 0,-1 1 0,1-1 0,0 1 0,0-1 0,0 2 0,-1-1 0,1 1 0,0 0 0,0 0 0,0 0 0,0-1 0,0 1 0,0 0 0,1 3 0,50 143 0,-18-62 0,-20-40 0,-12-41 0,0 0 0,0 0 0,0 0 0,-1 0 0,0 0 0,0 0 0,-1 5 0,1-9 0,0-1 0,0 0 0,0 0 0,0 0 0,0 0 0,0 0 0,0 0 0,0 0 0,0 0 0,0 0 0,0 0 0,0 1 0,-1-1 0,1 0 0,0 0 0,0 0 0,0 0 0,0 0 0,0 0 0,0 0 0,0 0 0,0 0 0,0 0 0,0 0 0,0 0 0,0 0 0,-1 0 0,1 0 0,0 0 0,0 0 0,0 0 0,0 0 0,0 0 0,0 0 0,0 0 0,0 0 0,0 0 0,0 0 0,-1 0 0,1 0 0,0 0 0,0 0 0,0 0 0,0 0 0,0 0 0,0 0 0,0 0 0,0 0 0,-6-5 0,-5-6 0,11 11 0,-19-24 0,1 0 0,2-1 0,0 0 0,1-1 0,2-1 0,1-1 0,-9-31 0,10 23 0,2 0 0,2-1 0,1 0 0,2-1 0,1-47 0,3 79 0,0-1 0,1 1 0,0 0 0,0-1 0,0 1 0,1 0 0,0 0 0,0 0 0,0 0 0,1 0 0,4-7 0,-4 9 0,-1 1 0,1 0 0,0 0 0,0 0 0,0 0 0,0 0 0,1 0 0,-1 1 0,1 0 0,0 0 0,0 0 0,0 0 0,0 0 0,0 1 0,0 0 0,0 0 0,8-1 0,4 0 0,0 0 0,1 2 0,-1 0 0,0 1 0,0 0 0,0 2 0,25 6 0,-33-7 0,0 0 0,0 1 0,-1 1 0,1-1 0,-1 1 0,1 0 0,-1 1 0,0 0 0,-1 0 0,1 0 0,-1 1 0,0 0 0,0 0 0,-1 1 0,0 0 0,6 9 0,-10-13 0,1 1 0,0-1 0,-1 1 0,0 0 0,0-1 0,0 1 0,0 0 0,-1 0 0,1 0 0,-1-1 0,0 1 0,0 0 0,-2 7 0,1-5 0,-1 0 0,0 0 0,0-1 0,0 1 0,-1 0 0,0-1 0,0 0 0,-4 6 0,-4 2 0,-1 0 0,0-1 0,-1 0 0,0 0 0,-18 11 0,11-10 0,-28 13 0,32-19 0,0 2 0,0 0 0,-20 17 0,35-26 0,0 1 0,1-1 0,-1 1 0,1-1 0,-1 1 0,1-1 0,-1 1 0,1 0 0,-1-1 0,1 1 0,-1 0 0,1-1 0,0 1 0,-1 0 0,1 0 0,0-1 0,0 1 0,-1 1 0,1-1 0,0-1 0,1 1 0,-1-1 0,0 1 0,0-1 0,0 1 0,1-1 0,-1 1 0,0-1 0,1 0 0,-1 1 0,0-1 0,1 0 0,-1 1 0,0-1 0,1 0 0,-1 1 0,1-1 0,-1 0 0,0 1 0,2-1 0,2 2 0,1 0 0,0-1 0,0 0 0,8 1 0,-6-1 0,38 6 0,67 0 0,-10-1 0,18 0-1365,-108-6-5461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0:37.7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145 117 24575,'11'-8'0,"0"0"0,1 0 0,0 1 0,0 0 0,1 1 0,25-9 0,-37 14 0,1 1 0,-1 0 0,0-1 0,0 1 0,0 0 0,1 0 0,-1-1 0,0 1 0,0 0 0,1 0 0,-1 1 0,0-1 0,0 0 0,1 0 0,-1 1 0,0-1 0,0 0 0,0 1 0,1-1 0,-1 1 0,0 0 0,0-1 0,0 1 0,0 0 0,0-1 0,0 1 0,0 0 0,-1 0 0,1 0 0,0 0 0,0 0 0,-1 0 0,1 0 0,0 0 0,-1 0 0,1 1 0,-1-1 0,1 0 0,-1 0 0,0 0 0,1 3 0,0 5 0,-1 0 0,0 1 0,0-1 0,-3 17 0,2-8 0,0-10 0,0 1 0,0-1 0,0 0 0,-1 1 0,0-1 0,-7 16 0,8-22 0,-1 1 0,1 0 0,-1-1 0,1 0 0,-1 1 0,0-1 0,0 0 0,0 0 0,0 0 0,0 0 0,-1 0 0,1-1 0,-1 1 0,1-1 0,-1 1 0,1-1 0,-1 0 0,0 0 0,1 0 0,-1 0 0,0-1 0,0 1 0,-6-1 0,1 0 0,0 0 0,0-1 0,0 0 0,0-1 0,0 0 0,0 0 0,-8-4 0,3 1 0,0-1 0,0-1 0,-14-9 0,21 11 0,-1 0 0,1 0 0,0-1 0,1 1 0,-1-1 0,1-1 0,0 1 0,1-1 0,-1 0 0,1 0 0,1 0 0,-5-12 0,7 15 0,-1 0 0,1 0 0,0 0 0,1 0 0,-1 0 0,1 0 0,0 0 0,0 0 0,0 0 0,0 0 0,1 0 0,0 0 0,-1 0 0,2 0 0,-1 1 0,0-1 0,1 0 0,-1 0 0,1 1 0,0-1 0,1 1 0,-1 0 0,0-1 0,1 1 0,0 0 0,4-3 0,-3 2-151,1 0-1,-1 1 0,1 0 0,0 0 1,-1 1-1,2-1 0,-1 1 1,9-2-1,-2 1-6674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0:38.2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303 94 24575,'-12'-17'0,"-22"-22"0,30 35 0,-1 0 0,1 0 0,0 1 0,-1-1 0,0 1 0,0 0 0,0 1 0,0-1 0,0 1 0,-8-2 0,11 3 0,-1 1 0,1 0 0,-1 0 0,1 0 0,0 0 0,-1 0 0,1 0 0,-1 1 0,1-1 0,0 1 0,-1 0 0,1 0 0,0 0 0,0 0 0,-5 2 0,-1 3 0,0 0 0,-12 11 0,8-6 0,-8 6 0,-22 24 0,37-35 0,0 0 0,0 0 0,1 0 0,-1 1 0,1-1 0,1 1 0,0 0 0,-5 15 0,7-20 0,0 0 0,1 0 0,0 0 0,0 0 0,-1 0 0,1 0 0,1 0 0,-1 1 0,0-1 0,0 0 0,1 0 0,-1 0 0,1 0 0,0 0 0,-1 0 0,1 0 0,0-1 0,0 1 0,0 0 0,0 0 0,1 0 0,-1-1 0,0 1 0,1-1 0,-1 1 0,1-1 0,0 0 0,-1 1 0,1-1 0,0 0 0,2 1 0,6 2 0,0 0 0,1 0 0,0-1 0,19 4 0,-12-4 0,50 10 0,0-4 0,0-2 0,85-3 0,-123-7-1365,-20-1-5461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0:39.7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61 24575,'0'-3'0,"0"1"0,0 0 0,0-1 0,0 1 0,0 0 0,1-1 0,-1 1 0,1 0 0,0 0 0,0 0 0,0 0 0,0-1 0,0 1 0,0 0 0,0 1 0,1-1 0,-1 0 0,1 0 0,-1 0 0,4-1 0,-2 1 0,1 0 0,-1 0 0,1 0 0,-1 1 0,1 0 0,0 0 0,-1 0 0,1 0 0,0 0 0,0 1 0,6 0 0,-3 0 0,0 0 0,0 1 0,0 0 0,0 0 0,0 1 0,0 0 0,0 0 0,-1 1 0,1-1 0,7 6 0,-10-6 0,-1 0 0,1 0 0,-1 1 0,0-1 0,0 1 0,0 0 0,0 0 0,0 0 0,-1 0 0,1 0 0,-1 0 0,0 1 0,0-1 0,0 1 0,0 0 0,-1 0 0,1-1 0,1 9 0,-2 5 0,0 0 0,0 0 0,-2 0 0,0 0 0,-5 22 0,4-28 0,-1 0 0,0-1 0,0 0 0,-1 0 0,0 0 0,-1 0 0,0-1 0,-1 1 0,-9 11 0,14-20 0,0 0 0,0 0 0,1 0 0,-1 0 0,0 0 0,1 0 0,-1 0 0,1 0 0,-1 0 0,0 2 0,1-2 0,0-1 0,0 0 0,0 1 0,0-1 0,0 0 0,0 1 0,1-1 0,-1 0 0,0 1 0,0-1 0,0 0 0,0 1 0,0-1 0,0 0 0,1 0 0,-1 1 0,0-1 0,0 0 0,0 1 0,1-1 0,-1 0 0,0 0 0,0 1 0,1-1 0,1 1 0,-1-1 0,1 1 0,-1-1 0,1 1 0,0-1 0,0 0 0,-1 0 0,1 1 0,0-1 0,-1 0 0,1-1 0,0 1 0,2-1 0,50-6-682,108 0-1,-140 7-6143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0:43.5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45 24575,'-8'-3'0,"5"2"0,-1 0 0,0 0 0,1 0 0,-1 0 0,1-1 0,-1 0 0,1 0 0,0 0 0,-1 0 0,1 0 0,0 0 0,-3-4 0,6 5 0,0 1 0,0 0 0,0 0 0,0 0 0,-1-1 0,1 1 0,0 0 0,0 0 0,0-1 0,0 1 0,0 0 0,0 0 0,0-1 0,0 1 0,0 0 0,0 0 0,0 0 0,0-1 0,0 1 0,0 0 0,0 0 0,0-1 0,0 1 0,0 0 0,0 0 0,1-1 0,-1 1 0,0 0 0,0 0 0,0 0 0,0-1 0,0 1 0,1 0 0,-1 0 0,0 0 0,11-5 0,15 2 0,-25 3 0,21 0 0,1 1 0,0 2 0,0 0 0,34 11 0,-52-13 0,0 0 0,0 1 0,0 0 0,0 0 0,-1 0 0,1 0 0,-1 1 0,0 0 0,7 5 0,-9-7 0,-1 1 0,1 0 0,-1-1 0,0 1 0,0 0 0,1 0 0,-1 0 0,0 0 0,0 0 0,-1 1 0,1-1 0,0 0 0,-1 0 0,1 0 0,-1 1 0,0-1 0,0 0 0,0 0 0,0 1 0,0-1 0,0 0 0,-1 1 0,0 2 0,-1 3 0,-1-1 0,1 0 0,-1 0 0,-1-1 0,1 1 0,-1-1 0,-5 7 0,-38 39 0,37-42 0,1 0 0,0 0 0,0 1 0,1 0 0,0 1 0,-8 16 0,15-27 0,0 1 0,1-1 0,-1 1 0,1-1 0,-1 1 0,1-1 0,-1 1 0,1 0 0,0-1 0,0 1 0,0 0 0,0-1 0,0 1 0,0 0 0,0-1 0,0 1 0,1 0 0,-1-1 0,1 1 0,-1-1 0,1 1 0,0-1 0,0 1 0,-1-1 0,3 3 0,-1-3 0,0 1 0,0 0 0,0-1 0,1 1 0,-1-1 0,0 0 0,1 0 0,-1 0 0,1 0 0,-1 0 0,1-1 0,-1 1 0,1-1 0,0 1 0,4-1 0,12 1-136,1-1-1,0-1 1,0 0-1,-1-2 1,1 0-1,-1-1 1,0-1-1,0-1 0,20-9 1,-30 11-6690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10.3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17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16 24575,'0'-1'0,"0"0"0,0 0 0,0 0 0,-1 0 0,1 1 0,0-1 0,-1 0 0,1 0 0,-1 0 0,1 0 0,-1 1 0,1-1 0,-1 0 0,1 0 0,-1 1 0,0-1 0,0 0 0,0 1 0,1 0 0,-1 1 0,1-1 0,0 0 0,-1 1 0,1-1 0,0 1 0,0-1 0,-1 1 0,1-1 0,0 1 0,0-1 0,0 1 0,-1-1 0,1 1 0,0-1 0,0 1 0,0-1 0,0 1 0,0 0 0,-1 38 0,8 39 0,1 27 0,-1 51 0,0 37 0,-7-189 0,0 1 0,0 0 0,1-1 0,-1 1 0,1-1 0,0 1 0,4 7 0,-5-10 0,1-1 0,0 0 0,-1 0 0,1 1 0,0-1 0,0 0 0,0 0 0,0 0 0,0 0 0,0 0 0,0 0 0,0 0 0,0-1 0,0 1 0,1 0 0,-1-1 0,0 1 0,1-1 0,-1 1 0,0-1 0,1 1 0,-1-1 0,0 0 0,1 0 0,-1 0 0,1 0 0,-1 0 0,3 0 0,130-24 0,91 9 0,-195 13-1365,-20-1-5461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18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60 24575,'36'-4'0,"-21"1"0,-1 2 0,1-1 0,0 2 0,-1 0 0,1 1 0,24 4 0,-38-5 0,1 1 0,0-1 0,0 1 0,-1 0 0,1 0 0,-1-1 0,1 1 0,0 0 0,-1 1 0,0-1 0,1 0 0,-1 0 0,0 1 0,1-1 0,-1 0 0,0 1 0,0-1 0,1 4 0,-1-2 0,0-1 0,0 1 0,0 0 0,-1-1 0,0 1 0,1 0 0,-1-1 0,0 1 0,0 0 0,0 0 0,-2 4 0,1-2 0,0 0 0,0 0 0,-1 0 0,0 0 0,0-1 0,0 1 0,-1 0 0,0-1 0,0 0 0,0 1 0,0-1 0,-7 6 0,2-4 0,1-2 0,-1 1 0,0-1 0,0 0 0,0-1 0,-1 0 0,1 0 0,-1-1 0,1 0 0,-1-1 0,0 1 0,0-2 0,0 1 0,-10-2 0,7 1 0,-1-2 0,1 0 0,-1 0 0,1-1 0,0 0 0,0-1 0,0-1 0,0 0 0,-14-9 0,20 11 0,1-1 0,0 0 0,1 0 0,-1 0 0,1-1 0,0 0 0,0 1 0,0-1 0,1-1 0,-5-8 0,6 10 0,0 1 0,1-1 0,-1 0 0,1 0 0,0 0 0,0 0 0,1 0 0,-1 0 0,1 0 0,0-1 0,0 1 0,0 0 0,0 0 0,1 0 0,-1 0 0,3-7 0,-1 8 7,-1 0-1,0 1 0,1-1 0,-1 1 1,1-1-1,0 1 0,0 0 1,0 0-1,0 0 0,0 0 1,0 0-1,1 0 0,-1 0 0,1 1 1,-1-1-1,1 1 0,-1 0 1,4-1-1,1 0-218,0 0 0,0 0 0,0 1-1,0 0 1,0 0 0,9 1 0,-3 0-6614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18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24575,'0'6'0,"0"-1"0,1 0 0,0 1 0,0-1 0,1 0 0,-1 1 0,1-1 0,0 0 0,1 0 0,-1 0 0,1-1 0,0 1 0,0 0 0,0-1 0,8 7 0,-8-8 0,0 0 0,0 0 0,0-1 0,1 1 0,-1-1 0,1 0 0,-1 0 0,1 0 0,0-1 0,0 1 0,0-1 0,0 0 0,0 0 0,0 0 0,0-1 0,0 1 0,0-1 0,0 0 0,1 0 0,-1-1 0,6 0 0,-9 1 0,1-1 0,-1 1 0,1-1 0,-1 1 0,1-1 0,-1 1 0,1-1 0,-1 0 0,0 0 0,1 0 0,-1 1 0,0-1 0,0-1 0,0 1 0,0 0 0,0 0 0,0 0 0,0 0 0,0-1 0,1-1 0,-1-1 0,0 0 0,0 1 0,0-1 0,-1 0 0,1 0 0,-1-5 0,0 4 0,0 0 0,1 0 0,0 0 0,1-5 0,-2 9 0,1 0 0,-1 0 0,0 1 0,1-1 0,-1 0 0,1 0 0,-1 1 0,1-1 0,-1 0 0,1 1 0,-1-1 0,1 1 0,-1-1 0,1 1 0,0-1 0,0 1 0,-1-1 0,1 1 0,0-1 0,0 1 0,-1 0 0,1-1 0,0 1 0,0 0 0,0 0 0,-1 0 0,1 0 0,0 0 0,0 0 0,0 0 0,0 0 0,0 0 0,-1 0 0,1 0 0,0 0 0,0 1 0,0-1 0,-1 0 0,2 1 0,5 2 0,-1 0 0,0 0 0,0 0 0,5 5 0,-3-3 0,10 7-341,1-2 0,0 0-1,22 8 1,-28-14-6485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19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1 24575,'-24'2'0,"-26"7"0,43-7 0,0 0 0,0 0 0,0 0 0,0 1 0,1 0 0,0 1 0,-1-1 0,-6 7 0,11-9 0,1 0 0,-1 1 0,1-1 0,-1 1 0,1-1 0,0 1 0,0 0 0,0-1 0,0 1 0,0 0 0,0 0 0,0 0 0,0 0 0,1 0 0,-1 0 0,1 0 0,0 0 0,-1 3 0,1-1 0,1 0 0,-1-1 0,1 1 0,0-1 0,-1 1 0,2-1 0,-1 1 0,0-1 0,1 0 0,1 4 0,3 2 0,0 0 0,1-1 0,0 0 0,0 0 0,0 0 0,13 8 0,-15-11 0,2 0 0,-1 0 0,1-1 0,-1 0 0,1 0 0,1 0 0,-1-1 0,0-1 0,1 1 0,-1-1 0,1 0 0,0-1 0,13 2 0,-13-3 0,0 0 0,-1-1 0,1 0 0,13-3 0,-19 4 0,0-1 0,0 1 0,-1-1 0,1 0 0,0 0 0,-1 0 0,1 0 0,-1 0 0,1 0 0,-1 0 0,3-2 0,-4 2 0,1 0 0,-1 0 0,1 0 0,-1 1 0,0-1 0,1 0 0,-1 0 0,0 0 0,1 0 0,-1 0 0,0 0 0,0 0 0,0 0 0,0 0 0,0 0 0,0 0 0,0 0 0,0 0 0,0 0 0,-1 0 0,1 0 0,-1-2 0,1 3 0,0 0 0,0-1 0,0 1 0,0 0 0,-1-1 0,1 1 0,0 0 0,0-1 0,0 1 0,-1 0 0,1 0 0,0-1 0,0 1 0,-1 0 0,1 0 0,0-1 0,0 1 0,-1 0 0,1 0 0,0 0 0,-1 0 0,1-1 0,0 1 0,-1 0 0,1 0 0,0 0 0,-1 0 0,1 0 0,0 0 0,-1 0 0,1 0 0,0 0 0,-1 0 0,1 0 0,0 0 0,-1 0 0,1 0 0,0 0 0,-1 0 0,1 0 0,0 1 0,-1-1 0,1 0 0,0 0 0,-1 0 0,1 1 0,0-1 0,0 0 0,-1 0 0,1 1 0,-14 15 0,8-5 0,1 2 0,0-1 0,0 1 0,2 0 0,-1 0 0,-2 21 0,4-7 0,0 1 0,3 34 0,18 84 0,-1-20 0,-18-123 0,0 0 0,0 0 0,0 1 0,0-1 0,0 0 0,-1 1 0,1-1 0,-1 0 0,0 0 0,-2 5 0,3-7 0,-1-1 0,1 1 0,-1 0 0,0 0 0,0 0 0,0 0 0,1 0 0,-1-1 0,0 1 0,0 0 0,0-1 0,0 1 0,0-1 0,0 1 0,0-1 0,0 1 0,-1-1 0,1 0 0,0 1 0,0-1 0,0 0 0,0 0 0,0 0 0,-1 0 0,1 0 0,0 0 0,0 0 0,0-1 0,0 1 0,0 0 0,-1-1 0,-1 0 0,-4-2 0,1 0 0,-1 0 0,0 0 0,1-1 0,0 0 0,0-1 0,0 1 0,0-1 0,1 0 0,0-1 0,0 1 0,0-1 0,-4-6 0,0-3 0,0 0 0,0-1 0,2 1 0,-9-25 0,11 27 0,1 1 0,1-1 0,0 0 0,0 0 0,0-16 0,3 26 0,0-1 0,0 1 0,0-1 0,1 1 0,-1 0 0,1-1 0,0 1 0,0 0 0,0-1 0,0 1 0,1 0 0,-1 0 0,1 0 0,0 0 0,0 0 0,0 0 0,0 1 0,0-1 0,1 1 0,-1-1 0,1 1 0,0 0 0,-1 0 0,1 0 0,4-2 0,3 0-124,0 0 0,0 0 0,1 1 0,-1 0 0,1 1 0,-1 0-1,1 1 1,0 0 0,-1 1 0,22 1 0,-12 2-6702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20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294 475 24575,'-25'-2'0,"-88"-4"0,99 6 0,0 0 0,1 2 0,-1 0 0,1 0 0,0 1 0,-15 6 0,25-8 0,0 0 0,1 1 0,-1-1 0,0 1 0,1-1 0,-1 1 0,1 0 0,-1 0 0,1 0 0,0 1 0,0-1 0,0 0 0,0 1 0,1-1 0,-1 1 0,1 0 0,-1-1 0,1 1 0,0 0 0,0 0 0,0 0 0,0 0 0,1 0 0,-1 0 0,1 0 0,0 0 0,0 0 0,0 0 0,0 0 0,1 0 0,-1 0 0,1 0 0,-1 0 0,1 0 0,0 0 0,0 0 0,1 0 0,-1 0 0,0-1 0,1 1 0,0 0 0,0-1 0,0 0 0,4 5 0,4 1 0,1 0 0,1-1 0,-1 0 0,1-1 0,0 0 0,1-1 0,24 7 0,-18-7 0,1-1 0,0-1 0,-1-1 0,35 0 0,-50-2 0,1 0 0,-1-1 0,0 1 0,0-1 0,1 0 0,-1 0 0,0 0 0,0-1 0,0 1 0,0-1 0,5-4 0,-7 5 0,1-1 0,-1 0 0,0 0 0,0 0 0,-1-1 0,1 1 0,0 0 0,-1-1 0,0 1 0,1-1 0,-1 1 0,0-1 0,0 0 0,0 1 0,-1-1 0,1 0 0,-1 0 0,1-3 0,-1-5 0,0 0 0,0 1 0,-2-1 0,1 0 0,-1 1 0,-1 0 0,-6-19 0,-35-70 0,39 90 0,-169-284 0,125 216 0,45 71 0,-13-20 0,17 26 0,0 0 0,0 0 0,0 0 0,0 0 0,0 1 0,0-1 0,0 0 0,0 0 0,-1 0 0,1 0 0,0 0 0,0 0 0,0 0 0,0 0 0,0 0 0,0 0 0,0 0 0,0 0 0,0 0 0,0 0 0,0 0 0,0 0 0,0 0 0,0 0 0,0 0 0,0 0 0,0 0 0,0 0 0,-1 0 0,1 0 0,0 0 0,0 0 0,8 18 0,84 197 118,1 2-1601,-79-189-5343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20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24575,'7'19'0,"3"10"0,2 1 0,1-1 0,1-3 0,-2-4 0,0-6 0,0-2 0,0-2 0,1-3 0,1-3 0,0-2 0,-2-4 0,-4-5 0,-2-4 0,-3-1-8191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20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24575,'17'19'0,"6"8"-8191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20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1 260 24575,'163'102'0,"-161"-101"0,-1 0 0,1 0 0,0 0 0,0 0 0,0 0 0,0-1 0,0 1 0,1-1 0,-1 1 0,0-1 0,0 0 0,0 0 0,0 0 0,0 0 0,1 0 0,-1 0 0,0 0 0,3-2 0,-3 1 0,0 1 0,-1-1 0,1-1 0,-1 1 0,1 0 0,-1 0 0,1 0 0,-1-1 0,0 1 0,0-1 0,0 1 0,0-1 0,0 1 0,0-1 0,0 0 0,0 0 0,-1 1 0,1-1 0,0 0 0,-1 0 0,1-2 0,0-8 0,0 0 0,0 0 0,-1 0 0,0 0 0,-1 0 0,-1 1 0,0-1 0,-1 0 0,0 1 0,-5-15 0,-3-1 0,-2 0 0,-30-50 0,37 68 0,1-1 0,-2 1 0,1-1 0,-10-8 0,16 17-23,0 1 1,0 0-1,0 0 0,0 0 0,0 0 1,0 0-1,0-1 0,-1 1 0,1 0 1,0 0-1,0 0 0,0 0 0,0 0 1,0 0-1,0 0 0,-1-1 0,1 1 1,0 0-1,0 0 0,0 0 0,0 0 1,-1 0-1,1 0 0,0 0 0,0 0 1,0 0-1,0 0 0,-1 0 0,1 0 1,0 0-1,0 0 0,0 0 0,0 0 1,-1 0-1,1 0 0,0 0 0,0 0 1,0 0-1,0 1 0,0-1 0,-1 0 1,1 0-1,0 0 0,0 0 0,0 0 1,0 0-1,0 0 0,0 0 0,-1 1 0,1-1 1,0 0-1,0 0 0,0 0 0,0 0 1,0 0-1,0 1 0,0-1 0,0 0 1,0 0-1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20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24575,'0'7'0,"2"3"0,1 1 0,0 3 0,2-3 0,0 1 0,0 0 0,0 0 0,3 1 0,2 1 0,-1-3-8191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21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24575,'13'17'0,"3"9"0,0-1-8191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21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50 24575,'-32'-11'0,"8"2"0,-1 1 0,0 1 0,0 1 0,-27-2 0,50 8 0,0 0 0,0-1 0,0 1 0,0 0 0,0 1 0,0-1 0,0 0 0,0 1 0,0-1 0,0 1 0,0-1 0,0 1 0,0 0 0,0 0 0,0 0 0,0 0 0,1 0 0,-1 1 0,-2 1 0,2-1 0,1 0 0,0 0 0,0 0 0,0 0 0,1 0 0,-1 0 0,0 0 0,1 0 0,-1 0 0,1 1 0,0-1 0,0 0 0,-1 0 0,2 0 0,-1 0 0,0 1 0,0-1 0,1 3 0,2 7 0,1 0 0,0 0 0,0-1 0,1 0 0,1 0 0,0 0 0,11 15 0,4 1 0,35 36 0,-37-45 0,33 24 0,10 9 0,-61-51 0,-1 1 0,1-1 0,-1 0 0,1 1 0,-1-1 0,0 1 0,1-1 0,-1 1 0,0-1 0,1 1 0,-1-1 0,0 1 0,1-1 0,-1 1 0,0-1 0,0 1 0,0-1 0,0 1 0,1 0 0,-1 0 0,-1 0 0,1-1 0,0 0 0,0 0 0,-1 1 0,1-1 0,0 0 0,0 0 0,-1 1 0,1-1 0,0 0 0,-1 0 0,1 0 0,-1 0 0,1 1 0,0-1 0,-1 0 0,1 0 0,0 0 0,-1 0 0,1 0 0,-1 0 0,1 0 0,-1 0 0,-29-3 0,25 2 0,-251-57 0,218 48 0,9 0-1365,20 4-5461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21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24575,'5'27'0,"4"11"0,1 2 0,0-4 0,2-5 0,-1-5 0,-1-5 0,1-4 0,-2-2 0,-1-4-8191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21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24575,'10'15'0,"3"9"0,0 4 0,-3-1 0,-3-2 0,-3-6-8191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22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277 161 24575,'2'2'0,"0"0"0,-1 1 0,1-1 0,-1 0 0,1 1 0,-1 0 0,0-1 0,0 1 0,0-1 0,-1 1 0,1 0 0,-1 0 0,1 0 0,-1-1 0,0 1 0,0 0 0,0 0 0,-1 4 0,0-4 0,0-1 0,0 1 0,0-1 0,0 0 0,-1 0 0,1 1 0,-1-1 0,1 0 0,-1 0 0,0 0 0,0-1 0,0 1 0,0 0 0,0-1 0,0 1 0,0-1 0,-1 0 0,1 0 0,0 0 0,-4 1 0,0 0 0,0 0 0,1-1 0,-1 0 0,0 0 0,0-1 0,0 0 0,0 0 0,0 0 0,1-1 0,-1 1 0,0-1 0,0-1 0,1 1 0,-10-4 0,1-2 0,-1 0 0,1 0 0,0-1 0,-15-12 0,23 15 0,0 0 0,0-1 0,0 1 0,1-1 0,0-1 0,0 1 0,0-1 0,1 0 0,0 0 0,0 0 0,-3-10 0,6 14 0,0-1 0,0 1 0,0 0 0,0-1 0,0 1 0,1-1 0,0 1 0,0-1 0,0 1 0,0 0 0,0-1 0,1 1 0,-1-1 0,1 1 0,0 0 0,0-1 0,0 1 0,1 0 0,-1 0 0,1 0 0,0 0 0,-1 0 0,1 0 0,1 0 0,-1 1 0,0-1 0,1 1 0,4-4 0,-3 3 8,1 0-1,-1 1 1,1-1-1,-1 1 1,1 0-1,0 1 1,0-1-1,0 1 1,0 0-1,0 0 1,0 1-1,0 0 1,0-1-1,0 2 1,8 0-1,-1 1-255,-1 0 1,0 1-1,0 0 1,0 1-1,18 9 1,-14-6-6579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22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24575,'113'126'0,"-111"-122"0,1-1 0,0 0 0,-1 0 0,1-1 0,0 1 0,1-1 0,-1 1 0,0-1 0,1 0 0,-1 0 0,1 0 0,0-1 0,5 2 0,-6-2 0,1-1 0,-1 1 0,0-1 0,1 0 0,-1 0 0,0 0 0,0-1 0,1 1 0,-1-1 0,0 0 0,0 0 0,0 0 0,0 0 0,0 0 0,0-1 0,0 1 0,3-3 0,3-3 0,0-1 0,0 0 0,-1-1 0,0 1 0,0-1 0,7-12 0,-4 6 0,16-17 0,-24 29 0,1 0 0,-1 0 0,1 0 0,-1 1 0,1 0 0,0 0 0,0 0 0,0 0 0,0 0 0,0 1 0,1 0 0,-1 0 0,0 0 0,1 0 0,-1 1 0,0-1 0,1 1 0,-1 1 0,1-1 0,-1 0 0,0 1 0,1 0 0,-1 0 0,0 0 0,5 2 0,9 5 0,0 0 0,0 1 0,-1 1 0,20 14 0,-35-22 0,14 8-227,-2 1-1,0 1 1,0 0-1,-1 1 1,13 16-1,-16-15-6598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24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24575,'0'-1'0,"0"1"0,0 0 0,0-1 0,1 1 0,-1 0 0,0-1 0,0 1 0,0 0 0,0-1 0,1 1 0,-1 0 0,0 0 0,0-1 0,1 1 0,-1 0 0,0 0 0,1-1 0,-1 1 0,0 0 0,1 0 0,-1 0 0,0 0 0,1-1 0,-1 1 0,0 0 0,1 0 0,-1 0 0,1 0 0,-1 0 0,1 0 0,-1 1 0,1-1 0,-1 0 0,1 1 0,-1-1 0,1 1 0,-1-1 0,0 0 0,1 1 0,-1-1 0,0 1 0,1-1 0,-1 1 0,0-1 0,1 2 0,8 28 0,-7-23 0,18 52 0,49 103 0,-62-148 40,-1 0 0,7 22 0,-12-30-189,0 0 1,0-1-1,0 1 1,0 0-1,-1 0 1,0 0-1,0 0 1,-1 0-1,-1 8 1,-1-2-6678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26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158 261 24575,'11'25'0,"-2"1"0,-1-1 0,8 43 0,0-2 0,95 432 0,-102-448 0,0 4 0,6 99 0,-15-152 0,0 0 0,0 0 0,0 0 0,0 0 0,0 0 0,0 0 0,0-1 0,0 1 0,0 0 0,-1 0 0,1 0 0,0 0 0,-1 0 0,1 0 0,-1 0 0,1-1 0,-1 0 0,1 0 0,0-1 0,-1 1 0,1 0 0,0-1 0,-1 1 0,1 0 0,0-1 0,0 1 0,-1 0 0,1-1 0,0 1 0,0 0 0,-1-1 0,1 1 0,0-1 0,0 1 0,0 0 0,0-1 0,-11-31 0,-119-333 0,66 198 0,51 130 0,-59-166 0,55 147 0,-15-96 0,27 124 0,-4-42 0,9 61 0,0 1 0,0-1 0,0 0 0,1 1 0,5-17 0,-6 24 0,0 1 0,0-1 0,0 0 0,0 1 0,0-1 0,1 0 0,-1 1 0,0-1 0,0 0 0,1 1 0,-1-1 0,1 0 0,-1 1 0,1-1 0,-1 1 0,1-1 0,-1 1 0,1-1 0,-1 1 0,1 0 0,-1-1 0,1 1 0,0-1 0,-1 1 0,1 0 0,0 0 0,-1-1 0,2 1 0,0 0 0,0 1 0,-1-1 0,1 0 0,0 1 0,0 0 0,0-1 0,-1 1 0,4 2 0,13 4 0,-5-5 0,-1-1 0,1 0 0,0-1 0,0 0 0,0-1 0,19-4 0,23-2 0,306 4-723,-206 5 526,801-11-3424,83-23 3399,-700 29-350,-312 3-2284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27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9 24575,'-4'-1'0,"0"-1"0,-1 1 0,1 0 0,0 0 0,-1 0 0,-8 0 0,12 1 0,0 0 0,0 0 0,0 0 0,0 0 0,1 0 0,-1 0 0,0 0 0,0 1 0,0-1 0,0 0 0,0 1 0,0-1 0,1 1 0,-1-1 0,0 1 0,0 0 0,0-1 0,1 1 0,-1-1 0,0 1 0,1 0 0,-1 0 0,1 0 0,-1-1 0,1 1 0,-1 0 0,1 0 0,0 0 0,-1 0 0,1 0 0,0 0 0,0-1 0,-1 1 0,1 0 0,0 0 0,0 0 0,0 0 0,0 1 0,1 6 0,-1-1 0,1 1 0,0-1 0,1 1 0,0-1 0,3 8 0,20 43 0,-7-18 0,5 23 0,-3 1 0,15 83 0,-33-136-195,0 0 0,1-1 0,0 1 0,1 0 0,0-1 0,8 14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27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9 24575,'-20'-2'0,"-8"-2"0,-3 1 0,2 3 0,3 2 0,4 0 0,3 0 0,0-1 0,1 0 0,1 0 0,0-1 0,4 0-8191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27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74 24575,'-8'-6'0,"-15"-10"0,-26-14 0,43 27 0,-1-1 0,0 1 0,0 1 0,0-1 0,-1 1 0,1 1 0,0-1 0,-15 0 0,19 2 0,0 0 0,0 1 0,0-1 0,0 1 0,0-1 0,0 1 0,0 0 0,0 0 0,0 0 0,1 0 0,-1 1 0,0-1 0,1 1 0,-5 3 0,4-2 0,-1 1 0,1-1 0,0 1 0,0 0 0,1 0 0,-1 0 0,1 0 0,-3 8 0,1-3 0,2 0 0,-1 1 0,1-1 0,1 1 0,0-1 0,0 1 0,1-1 0,1 18 0,0-23 0,0 0 0,0 0 0,1-1 0,-1 1 0,1-1 0,0 1 0,0-1 0,0 1 0,0-1 0,0 0 0,1 0 0,0 0 0,0 0 0,-1 0 0,2-1 0,-1 0 0,0 1 0,0-1 0,1 0 0,-1 0 0,1-1 0,0 1 0,3 0 0,-3 0 0,0-1 0,0 0 0,-1 0 0,1 0 0,0 0 0,0-1 0,0 0 0,0 0 0,0 0 0,0 0 0,0 0 0,-1-1 0,1 0 0,0 0 0,0 0 0,0 0 0,-1 0 0,1-1 0,-1 0 0,1 1 0,-1-1 0,1-1 0,3-2 0,-5 3 0,-1 0 0,1 0 0,0-1 0,-1 1 0,1 0 0,-1-1 0,0 1 0,0-1 0,0 1 0,0-1 0,0 1 0,0-6 0,0-1 0,0 1 0,-2-16 0,1-7 0,0 31 0,0 0 0,0 0 0,0 0 0,0 0 0,0 0 0,0-1 0,0 1 0,0 0 0,0 0 0,0 0 0,0 0 0,0 0 0,0 0 0,0 0 0,0 0 0,0 0 0,0 0 0,0-1 0,0 1 0,0 0 0,0 0 0,0 0 0,1 0 0,-1 0 0,0 0 0,0 0 0,0 0 0,0 0 0,0 0 0,0 0 0,0 0 0,0 0 0,0 0 0,0 0 0,0 0 0,1 0 0,-1 0 0,0 0 0,0 0 0,0 0 0,0 0 0,0 0 0,0 0 0,0 0 0,0 0 0,0 0 0,0 0 0,1 0 0,-1 0 0,0 0 0,0 0 0,0 0 0,0 0 0,0 0 0,0 0 0,0 0 0,0 0 0,7 6 0,4 9 0,-11-15 0,19 25-682,39 41-1,-45-53-6143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28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0 116 24575,'3'-13'0,"1"0"0,1 0 0,6-13 0,-10 22 0,1 0 0,0 1 0,0 0 0,1-1 0,-1 1 0,1 0 0,-1 0 0,1 0 0,0 1 0,0-1 0,0 1 0,0-1 0,1 1 0,-1 0 0,5-2 0,-6 4 0,1-1 0,-1 1 0,1-1 0,0 1 0,-1 0 0,1 0 0,-1 0 0,1 0 0,-1 1 0,1-1 0,-1 1 0,1-1 0,-1 1 0,1 0 0,-1 0 0,0 0 0,1 0 0,-1 0 0,0 1 0,0-1 0,0 1 0,0-1 0,0 1 0,0 0 0,1 2 0,5 5 0,0 0 0,-1 1 0,11 19 0,-13-20 0,0 1 0,-1 0 0,0 0 0,-1 0 0,0 0 0,0 0 0,-1 0 0,-1 1 0,0-1 0,0 1 0,-1 0 0,0-1 0,-1 1 0,0-1 0,-1 1 0,0-1 0,0 0 0,-1 1 0,-1-1 0,1-1 0,-10 17 0,12-24 0,-1 0 0,1 0 0,0 1 0,0-1 0,0 0 0,0 1 0,0-1 0,1 1 0,-1-1 0,1 1 0,-1-1 0,1 1 0,0-1 0,0 1 0,0-1 0,1 1 0,-1-1 0,1 3 0,0-2 0,0 0 0,1-1 0,-1 1 0,1-1 0,-1 0 0,1 1 0,0-1 0,0 0 0,0 0 0,0 0 0,0 0 0,0-1 0,1 1 0,-1-1 0,6 3 0,-1 0 0,0-2 0,1 1 0,-1-1 0,1 0 0,0 0 0,0-1 0,11 1 0,1-2 0,36-3 0,-50 2-273,1 0 0,-1 0 0,0-1 0,12-4 0,-6 0-6553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28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1 24575,'-27'2'0,"-11"1"0,-4 0 0,2 0 0,3 1 0,6 1 0,6-2 0,6 0-8191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29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16 24575,'-29'-3'0,"-13"0"0,-1 0 0,4 0 0,6 1 0,7 1 0,7 1-8191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29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24575,'27'20'0,"14"11"0,2 5 0,-3 2 0,-7-1 0,-6 1 0,-5-2 0,-7-1 0,-5-3 0,-5-3 0,-3-5 0,-2-6-8191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33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24575,'0'19'0,"2"0"0,0 0 0,1-1 0,1 1 0,0 0 0,2-1 0,0 0 0,1 0 0,1-1 0,0 0 0,2 0 0,0-1 0,20 26 0,-15-25-273,-2 0 0,0 1 0,-1 1 0,12 24 0,-18-31-6553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34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24575,'3'7'0,"0"8"0,3 6 0,-1 4 0,3 3 0,1-1 0,0 0 0,0-2 0,-1-1 0,1-1 0,-2-3 0,1-2 0,-1-4-8191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35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0 24575,'-29'0'0,"-13"0"0,-3 3 0,2 0 0,5 0 0,6 0 0,3-1 0,5 1 0,3 1 0,3-1 0,3 2 0,3 0-8191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35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90 24575,'-158'-64'0,"138"58"0,0 1 0,-1 0 0,1 1 0,-1 1 0,0 2 0,-23 0 0,40 1 0,-1 0 0,1 1 0,-1-1 0,1 1 0,0 1 0,-1-1 0,1 0 0,0 1 0,0 0 0,0 0 0,0 0 0,0 1 0,1-1 0,-1 1 0,-5 5 0,7-5 0,-1-1 0,1 2 0,0-1 0,0 0 0,0 0 0,1 1 0,-1-1 0,1 1 0,0-1 0,0 1 0,0-1 0,0 1 0,0 0 0,1-1 0,0 1 0,0 0 0,0 0 0,0 0 0,1 3 0,0-2 0,0 0 0,1-1 0,-1 1 0,1-1 0,0 0 0,0 1 0,1-1 0,-1 0 0,1 0 0,0 0 0,0-1 0,0 1 0,1-1 0,-1 0 0,8 6 0,3 0 0,-1 0 0,1-1 0,22 8 0,-24-11 0,1-1 0,0 0 0,0-1 0,1-1 0,-1 0 0,0-1 0,1 0 0,-1-1 0,21-3 0,-33 3 0,1 0 0,0-1 0,0 1 0,0 0 0,0-1 0,-1 0 0,1 1 0,0-1 0,-1 0 0,1 0 0,0 0 0,-1 0 0,1 0 0,-1-1 0,1 1 0,-1 0 0,0-1 0,0 1 0,0-1 0,0 1 0,0-1 0,0 1 0,0-1 0,0 0 0,0 1 0,-1-1 0,1 0 0,-1 0 0,1-2 0,0-2 0,-1 0 0,1 1 0,-1-1 0,-1 1 0,1-1 0,-1 1 0,0-1 0,-2-7 0,3 9 0,5 8 0,4 5 0,42 42 131,-6-6-1627,-38-37-5330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36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24575,'6'-11'0,"2"1"0,-1 1 0,11-11 0,-16 18 0,1 0 0,-1 0 0,0 0 0,1 0 0,-1 0 0,1 0 0,0 1 0,-1-1 0,1 1 0,0 0 0,0 0 0,0 0 0,0 0 0,0 1 0,0-1 0,0 1 0,0 0 0,4 0 0,-4 0 0,-1 1 0,1 0 0,-1 0 0,1 0 0,-1 1 0,1-1 0,-1 0 0,0 1 0,0 0 0,0-1 0,0 1 0,0 0 0,0 0 0,0 0 0,-1 0 0,1 1 0,-1-1 0,1 0 0,0 4 0,2 2 0,-1-1 0,0 1 0,0 0 0,0 0 0,0 8 0,0 2 0,-1 0 0,-1 0 0,-1 0 0,0 0 0,-6 34 0,3-42 0,0 1 0,-8 17 0,6-19 0,1 1 0,1-1 0,-3 14 0,5-21 0,1-1 0,0 1 0,0-1 0,0 1 0,0-1 0,0 1 0,0-1 0,0 1 0,0-1 0,1 1 0,-1-1 0,0 1 0,1-1 0,-1 1 0,1-1 0,0 0 0,0 1 0,-1-1 0,1 0 0,0 0 0,0 0 0,0 1 0,0-1 0,0 0 0,0 0 0,1 0 0,-1-1 0,0 1 0,0 0 0,1 0 0,-1-1 0,0 1 0,1-1 0,-1 1 0,1-1 0,-1 1 0,1-1 0,1 0 0,8 2 0,-1-1 0,1-1 0,0 1 0,14-3 0,-9 1 0,-14 1-33,8 0-133,0 0-1,1-1 1,-1 0-1,0-1 0,0 0 1,0 0-1,11-5 1,-12 2-6660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36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0 24575,'-29'3'0,"-13"2"0,-1 4 0,2 0 0,5-2 0,6 1 0,9-1-8191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36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38 24575,'-27'-10'0,"-11"-3"0,-2 3 0,4 6 0,5 5 0,5 4 0,8 0-8191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36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24575,'10'15'0,"6"7"0,2 5 0,1 3 0,-1-2 0,0 0 0,-2-3 0,-2-3 0,-5-5-8191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37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24575,'10'20'0,"3"11"0,2 5 0,1 2 0,-3-4 0,0-2 0,-1-4 0,-2-5 0,0-4 0,-2-4-8191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37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16 24575,'-27'-5'0,"-14"-1"0,-5 2 0,1 5 0,3 4 0,3 4 0,7 1 0,8-2-8191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38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1 24575,'-11'3'0,"-12"4"0,-23 10 0,41-15 0,-1 1 0,1 0 0,0 0 0,0 0 0,0 0 0,1 1 0,-1 0 0,1 0 0,-7 8 0,10-11 0,1 0 0,-1 0 0,0 0 0,1 0 0,-1 0 0,0 0 0,1 0 0,-1 1 0,1-1 0,0 0 0,0 0 0,-1 1 0,1-1 0,0 0 0,0 0 0,0 1 0,0-1 0,0 0 0,0 1 0,1 1 0,0-1 0,0 0 0,0-1 0,0 1 0,0 0 0,0 0 0,0 0 0,1-1 0,-1 1 0,1-1 0,-1 1 0,3 1 0,5 3 0,-1-1 0,1 0 0,0-1 0,11 4 0,-19-7 0,13 5 0,0-1 0,1-1 0,-1 0 0,1 0 0,0-2 0,0 0 0,0-1 0,0 0 0,0-1 0,0-1 0,0 0 0,16-4 0,-27 4 0,-1 0 0,1 0 0,-1 0 0,0-1 0,0 1 0,0-1 0,0 0 0,0 0 0,0 0 0,0 0 0,0-1 0,-1 1 0,1-1 0,-1 1 0,0-1 0,0 0 0,0 0 0,2-4 0,-3 4 0,0 1 0,0-1 0,0 0 0,0 0 0,-1 1 0,1-1 0,-1 0 0,0 0 0,0 0 0,0 0 0,0 0 0,-1 0 0,1 1 0,-1-1 0,1 0 0,-1 0 0,0 1 0,0-1 0,0 0 0,-1 1 0,1-1 0,-4-3 0,0-1 0,0 1 0,0 0 0,-1 1 0,0-1 0,0 1 0,0 0 0,-10-5 0,14 9 0,0 0 0,0 0 0,0 0 0,0 0 0,0 1 0,0-1 0,0 1 0,0-1 0,-1 1 0,1 0 0,0 0 0,0 0 0,-4 0 0,4 0 0,1 1 0,0 0 0,-1-1 0,1 1 0,0 0 0,-1-1 0,1 1 0,0 0 0,0 0 0,0 0 0,0 0 0,0 0 0,0 0 0,0 1 0,0-1 0,0 0 0,1 0 0,-1 1 0,0-1 0,1 0 0,-1 1 0,0 2 0,0 0 7,1 0-1,-1 0 0,1 0 0,-1 0 1,1 0-1,1 0 0,-1 0 1,0 0-1,1 0 0,0 0 1,0 0-1,0 0 0,1 0 0,-1-1 1,1 1-1,0 0 0,0-1 1,4 6-1,2 2-303,0 0 0,1-1 0,0 0 0,15 11 0,-15-13-6529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38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24575,'7'-1'0,"61"-10"0,-61 10 0,-1 1 0,1 0 0,0 0 0,-1 0 0,1 1 0,-1 0 0,1 1 0,6 1 0,-9-1 0,0 0 0,-1 0 0,1 1 0,-1-1 0,1 1 0,-1 0 0,0 0 0,0 0 0,0 0 0,-1 0 0,1 1 0,-1-1 0,1 1 0,-1-1 0,2 7 0,3 7 0,-1 0 0,5 23 0,-8-29 0,22 104 0,-26-96-21,-1 3 121,2-21-157,0-1-1,0 1 0,1 0 0,-1-1 0,0 1 1,0 0-1,0-1 0,1 1 0,-1 0 1,0-1-1,0 1 0,1-1 0,-1 1 1,0 0-1,1-1 0,-1 1 0,1-1 0,-1 1 1,1-1-1,-1 0 0,1 1 0,-1-1 1,1 1-1,1-1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38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16 24575,'-30'-3'0,"-11"0"0,-5 0 0,4 0 0,6 2 0,7 0 0,6 0 0,5 3 0,2 1 0,2 3 0,0 0 0,1-1 0,0 1 0,2 0-8191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39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16 24575,'-7'-3'0,"-1"0"0,5 0 0,4 0 0,0 2 0,-2 0 0,-5 0 0,-2 1 0,-3 0 0,-3 0 0,-2 2 0,-2 2 0,-1-1 0,2 0 0,0-2 0,1 1 0,3-4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39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24575,'20'-2'0,"1"-1"0,1 2 0,0 0 0,-1 1 0,43 6 0,-61-6 0,0 1 0,0 0 0,0 0 0,0 1 0,-1-1 0,1 0 0,0 1 0,0 0 0,-1 0 0,1 0 0,-1 0 0,0 0 0,1 0 0,-1 1 0,0-1 0,0 1 0,0-1 0,-1 1 0,1 0 0,1 4 0,-1-1 0,0-1 0,0 1 0,-1-1 0,0 1 0,0 0 0,-1-1 0,1 1 0,-1 0 0,-1 0 0,-1 10 0,-1-4 0,-1 0 0,0 0 0,-1-1 0,0 1 0,-1-1 0,0 0 0,-14 17 0,1 2 0,18-29 0,0 1 0,0-1 0,0 1 0,0-1 0,0 1 0,1-1 0,-1 1 0,1 0 0,-1-1 0,1 1 0,0 0 0,0 0 0,-1-1 0,1 1 0,0 0 0,1 0 0,-1-1 0,0 1 0,0 0 0,1-1 0,0 4 0,0-3 0,0-1 0,1 1 0,-1 0 0,0-1 0,1 0 0,-1 1 0,1-1 0,-1 0 0,1 0 0,0 1 0,-1-1 0,1 0 0,0-1 0,0 1 0,0 0 0,0-1 0,-1 1 0,5 0 0,13 2 8,1-2 0,-1 0-1,37-3 1,-7 0-1404,-37 2-5430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39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24575,'5'29'0,"2"15"0,1 5 0,1-1 0,0-4 0,1-7 0,0-5 0,-1-5 0,-1-5 0,1-4 0,-2-5-8191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40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12 24575,'-27'-5'0,"-11"1"0,-2 1 0,1 4 0,5 4 0,3 3 0,5 3 0,3 2 0,5-1 0,4-2-8191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40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24575,'32'0'0,"15"3"0,5 0 0,-4 0 0,-8 0 0,-8-2 0,-7 1 0,-6-2 0,-5 0-8191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40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24575,'32'0'0,"16"0"0,3 0 0,2 3 0,-4 0 0,-5 0 0,-5 2 0,-5 0 0,-5 2 0,-5-1 0,-5-1 0,-5-1-8191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41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42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42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24575,'30'7'0,"9"5"0,1 3 0,-7 2 0,-9-1 0,-8 1 0,-7-1 0,-5-3-8191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47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24575,'1'14'0,"0"1"0,1 0 0,1 0 0,0-1 0,8 24 0,37 73 0,-31-72 0,22 65 0,-37-98 0,3 11 0,0 0 0,-2 1 0,2 22 0,-5-38-104,3 10-1157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48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24575,'0'2'0,"3"1"0,5 0 0,4-3 0,5-1 0,2-1 0,3 0 0,2 0 0,-1 1 0,2 1 0,-2-1 0,-2 1 0,-2 0 0,-2 0 0,-4-2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48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83 24575,'5'-8'0,"1"0"0,0 0 0,1 0 0,0 0 0,0 1 0,14-10 0,-18 15 0,1-1 0,-1 1 0,1 0 0,0 1 0,-1-1 0,1 1 0,0 0 0,0 0 0,0 0 0,0 0 0,0 0 0,0 1 0,0 0 0,1 0 0,-1 0 0,0 1 0,0-1 0,0 1 0,4 1 0,2 1 0,-1 1 0,0 0 0,0 1 0,-1 0 0,1 0 0,8 7 0,4 5 0,18 20 0,-36-34 0,0 0 0,0 0 0,0 1 0,-1-1 0,0 0 0,1 1 0,-1 0 0,-1-1 0,1 1 0,2 8 0,-4-11 0,1 1 0,-1-1 0,0 1 0,0 0 0,0-1 0,0 1 0,-1-1 0,1 1 0,0 0 0,-1-1 0,1 1 0,-1-1 0,1 1 0,-1-1 0,0 1 0,1-1 0,-1 0 0,0 1 0,0-1 0,0 0 0,0 1 0,0-1 0,-1 0 0,1 0 0,0 0 0,0 0 0,-1 0 0,1-1 0,-1 1 0,-2 1 0,-3 1 0,-1 0 0,0 0 0,0-1 0,0 0 0,0-1 0,0 0 0,0 0 0,-12 0 0,-67-8 0,83 6 0,-24-2 0,1-2 0,0 0 0,0-2 0,1-2 0,-44-18 0,67 25 0,1 1 0,-1-1 0,1 1 0,-1-1 0,1 0 0,0 0 0,0 0 0,0 0 0,0 0 0,0 0 0,0 0 0,1-1 0,-1 1 0,-1-4 0,2 4 0,1 1 0,0 0 0,0 0 0,-1-1 0,1 1 0,0 0 0,0-1 0,0 1 0,0 0 0,0-1 0,1 1 0,-1 0 0,0 0 0,1-1 0,-1 1 0,1 0 0,-1 0 0,1 0 0,-1-1 0,1 1 0,0 0 0,0 0 0,-1 0 0,1 0 0,0 0 0,0 0 0,0 0 0,0 1 0,0-1 0,0 0 0,1 1 0,-1-1 0,2 0 0,11-6-42,0 2 0,0 0 0,1 0-1,0 2 1,28-4 0,-16 2-1070,-11 2-5714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49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24575,'12'16'0,"0"0"0,1-2 0,1 1 0,0-2 0,1 0 0,0 0 0,1-1 0,0-1 0,32 15 0,-45-24 0,0-1 0,1 0 0,-1 0 0,0 0 0,1 0 0,-1 0 0,0-1 0,1 1 0,-1-1 0,1 0 0,-1 0 0,1 0 0,-1-1 0,1 1 0,-1-1 0,6-2 0,-7 2 0,1 0 0,-1-1 0,0 1 0,0-1 0,1 1 0,-1-1 0,0 0 0,0 0 0,-1 0 0,1 0 0,0-1 0,-1 1 0,1 0 0,-1-1 0,0 1 0,0-1 0,0 1 0,0-1 0,0 1 0,0-1 0,0-3 0,-1 2 0,0 0 0,0 0 0,0 1 0,0-1 0,0 0 0,-1 1 0,1-1 0,-1 0 0,0 1 0,0-1 0,-1 1 0,1-1 0,-3-4 0,-7-17 0,11 24 0,0 1 0,0-1 0,0 1 0,0-1 0,-1 0 0,1 1 0,0-1 0,0 1 0,0-1 0,0 1 0,0-1 0,0 1 0,0-1 0,0 1 0,1-1 0,-1 1 0,0-1 0,0 1 0,1-2 0,-1 2 0,0 0 0,1 0 0,-1-1 0,0 1 0,1 0 0,-1 0 0,0 0 0,1 0 0,-1-1 0,0 1 0,1 0 0,-1 0 0,1 0 0,-1 0 0,0 0 0,1 0 0,-1 0 0,1 0 0,-1 0 0,0 0 0,1 1 0,24 8 0,-18-5 0,140 48 120,-121-45-491,1 0-1,0-2 1,46 3 0,-60-8-6455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49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33 24575,'-1'-3'0,"1"1"0,-1-1 0,0 0 0,0 1 0,-1-1 0,1 1 0,0 0 0,-1-1 0,-3-3 0,5 6 0,0-1 0,-1 1 0,1 0 0,0 0 0,-1-1 0,1 1 0,0 0 0,-1 0 0,1 0 0,-1-1 0,1 1 0,0 0 0,-1 0 0,1 0 0,-1 0 0,1 0 0,0 0 0,-1 0 0,1 0 0,-1 0 0,1 0 0,0 0 0,-1 0 0,1 0 0,-1 0 0,0 1 0,0-1 0,1 1 0,-1 0 0,0 0 0,0-1 0,0 1 0,0 0 0,1 0 0,-1 0 0,0 0 0,1 0 0,-1 0 0,1 0 0,-1 0 0,0 2 0,-1 3 0,1 0 0,-1 0 0,1 0 0,0 0 0,1 0 0,-1 0 0,1 1 0,0-1 0,1 0 0,-1 0 0,1 0 0,1 1 0,-1-1 0,3 6 0,-1-5 0,-1 0 0,1-1 0,0 0 0,1 1 0,0-1 0,0 0 0,0-1 0,0 1 0,1-1 0,0 0 0,0 0 0,7 5 0,-11-9 0,1 0 0,-1 0 0,0-1 0,0 1 0,0 0 0,1-1 0,-1 1 0,0-1 0,0 1 0,1-1 0,-1 0 0,0 1 0,1-1 0,-1 0 0,1 0 0,-1 0 0,0 0 0,1 0 0,-1 0 0,0 0 0,1-1 0,-1 1 0,1-1 0,-1 1 0,0-1 0,0 1 0,1-1 0,-1 1 0,0-1 0,0 0 0,0 0 0,0 0 0,0 0 0,0 0 0,0 0 0,0 0 0,0 0 0,1-1 0,0-2 0,0 0 0,1 0 0,-2 0 0,1 0 0,0 0 0,-1-1 0,0 1 0,0 0 0,0-1 0,0-7 0,0 9 0,-1 0 0,0-1 0,-1 1 0,1 0 0,0-1 0,-1 1 0,0 0 0,0 0 0,-2-6 0,3 9 0,0 0 0,0 0 0,0 0 0,0 0 0,0 1 0,0-1 0,0 0 0,0 0 0,0 0 0,0 0 0,0 0 0,0 0 0,-1 0 0,1 1 0,0-1 0,0 0 0,0 0 0,0 0 0,0 0 0,0 0 0,0 0 0,0 0 0,-1 0 0,1 0 0,0 0 0,0 0 0,0 0 0,0 0 0,0 0 0,0 0 0,-1 0 0,1 1 0,0-1 0,0 0 0,0-1 0,0 1 0,0 0 0,-1 0 0,1 0 0,0 0 0,0 0 0,0 0 0,0 0 0,0 0 0,0 0 0,0 0 0,-1 0 0,1 0 0,0 0 0,0 0 0,0 0 0,0 0 0,0-1 0,0 1 0,0 0 0,0 0 0,0 0 0,-1 0 0,1 0 0,0 0 0,0 0 0,0-1 0,0 1 0,0 0 0,0 0 0,0 0 0,0 0 0,0 0 0,0-1 0,-2 12 0,1 1 0,1 1 0,0-1 0,4 25 0,11 39 0,-11-54 0,69 252 0,-37-149 0,-34-117 0,6 27 0,-7-34 0,-1 1 0,0-1 0,0 1 0,1-1 0,-1 1 0,-1-1 0,1 1 0,0-1 0,0 1 0,0-1 0,-1 1 0,1-1 0,-1 1 0,1-1 0,-1 0 0,0 1 0,1-1 0,-2 2 0,1-3 0,0 1 0,0-1 0,0 1 0,0-1 0,0 1 0,-1-1 0,1 0 0,0 0 0,0 1 0,0-1 0,0 0 0,0 0 0,0 0 0,0 0 0,-1 0 0,1-1 0,0 1 0,0 0 0,0-1 0,0 1 0,-2-1 0,-25-12 0,24 11 0,-13-8 0,1 0 0,0-1 0,0-1 0,1 0 0,0-1 0,1-1 0,1 0 0,0-1 0,1-1 0,1 0 0,-14-25 0,22 36-195,1 0 0,0-1 0,0 1 0,1-1 0,-1 1 0,0-7 0,1 0-6631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50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494 518 24575,'-193'-61'0,"158"53"0,-1 1 0,0 1 0,-55-1 0,82 7 0,-1 1 0,0 0 0,0 0 0,1 1 0,-11 3 0,17-5 0,1 1 0,-1 0 0,1 0 0,0 1 0,0-1 0,-1 0 0,1 1 0,0-1 0,0 1 0,0 0 0,-1 1 0,2-1 0,0-1 0,1 0 0,-1 0 0,0 1 0,1-1 0,-1 0 0,1 1 0,-1-1 0,1 0 0,0 1 0,0-1 0,-1 1 0,1-1 0,0 1 0,0-1 0,1 0 0,-1 1 0,0-1 0,0 1 0,1-1 0,0 2 0,0 0 0,0 0 0,1 0 0,0 1 0,0-1 0,0-1 0,0 1 0,1 0 0,-1 0 0,1-1 0,-1 0 0,1 1 0,6 3 0,5 3 0,22 10 0,-23-13 0,10 6 0,2-2 0,48 15 0,-58-21 0,1-1 0,0 0 0,0-1 0,0-1 0,0-1 0,18-1 0,-31 1 0,-1-1 0,1 1 0,0-1 0,-1 1 0,1-1 0,-1 0 0,1 0 0,-1 0 0,1 0 0,-1 0 0,0-1 0,1 1 0,-1-1 0,0 1 0,0-1 0,0 0 0,0 0 0,0 0 0,-1 0 0,1 0 0,0 0 0,-1-1 0,0 1 0,1 0 0,-1-1 0,0 1 0,0-1 0,-1 1 0,1-1 0,0 0 0,-1 1 0,0-1 0,1 0 0,-1-2 0,0-5 0,-1 0 0,0 1 0,0-1 0,-1 0 0,0 1 0,0-1 0,-1 1 0,-5-12 0,-11-17 0,-35-57 0,-32-31 0,8 11 0,21 31 0,103 167 0,-17-26 0,109 177 98,-61-106-1561,-64-104-5363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50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24575,'-4'7'0,"0"-1"0,1 1 0,-1 0 0,1 0 0,1 1 0,-4 11 0,6-17 0,0 1 0,-1-1 0,1 1 0,0-1 0,1 1 0,-1-1 0,0 0 0,1 1 0,-1-1 0,1 1 0,0-1 0,-1 0 0,1 0 0,0 1 0,1-1 0,-1 0 0,0 0 0,1 0 0,-1 0 0,1 0 0,-1 0 0,1-1 0,0 1 0,3 2 0,6 3 0,1 0 0,0-1 0,0 0 0,19 6 0,18 9 0,-41-18 0,-5-2 0,0 1 0,0-1 0,0 1 0,-1-1 0,1 1 0,0 0 0,4 4 0,-7-3-1365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51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24575,'0'-3'0,"0"2"0,0 6 0,0 5 0,0 3 0,0 1 0,0-1-8191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51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0 210 24575,'63'49'0,"-10"-8"0,96 58 0,-147-98 0,0 0 0,0 0 0,0 0 0,0 0 0,0 0 0,0-1 0,0 1 0,1-1 0,-1 1 0,4-1 0,-5 0 0,-1 0 0,1-1 0,0 1 0,0 0 0,-1 0 0,1-1 0,0 1 0,0-1 0,-1 1 0,1-1 0,-1 1 0,1-1 0,0 1 0,-1-1 0,1 0 0,-1 1 0,1-1 0,-1 0 0,0 1 0,1-1 0,-1 0 0,0 1 0,1-1 0,-1 0 0,0 0 0,0 0 0,0 1 0,0-1 0,1 0 0,-1 0 0,0 0 0,-1-1 0,2-15 0,-1 0 0,-1 0 0,-1 1 0,0-1 0,-5-16 0,-1 1 0,-20-49 0,14 53 0,0 0 0,-20-27 0,15 24 0,18 30-124,1-1 0,-1 1 0,0 0 0,0 0 0,0 0 0,0 0-1,0 0 1,0 0 0,0 0 0,-2-1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51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24575,'15'25'0,"7"10"0,0 2 0,-1-6 0,-5-5 0,-2-7 0,-4-5 0,0-4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51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24575,'10'18'0,"5"9"0,3 6 0,-1 0 0,-2-3 0,-3-8-8191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52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23 24575,'-13'-5'0,"1"0"0,-1 2 0,-16-4 0,26 6 0,0 1 0,0-1 0,0 1 0,0 0 0,0 0 0,-1 0 0,1 0 0,0 1 0,0-1 0,0 1 0,0 0 0,0 0 0,0 0 0,0 0 0,0 0 0,0 1 0,0-1 0,1 1 0,-4 2 0,4-2 0,1 0 0,-1 0 0,1 1 0,0-1 0,0 0 0,0 1 0,0-1 0,0 1 0,0-1 0,1 1 0,-1 0 0,1-1 0,0 1 0,-1-1 0,1 1 0,0 0 0,1-1 0,-1 1 0,0 0 0,2 4 0,1 5 0,1-1 0,0 0 0,7 14 0,6 6 0,1 0 0,31 38 0,-22-33 0,-26-34 0,1 0 0,-1 1 0,1-1 0,-1 0 0,0 1 0,0-1 0,0 1 0,1 3 0,-2-6 0,0 1 0,0-1 0,0 1 0,0-1 0,0 0 0,0 1 0,0-1 0,0 1 0,0-1 0,0 0 0,0 1 0,-1-1 0,1 0 0,0 1 0,0-1 0,0 0 0,0 1 0,-1-1 0,1 0 0,0 1 0,0-1 0,-1 0 0,0 1 0,1-1 0,-1 1 0,0-1 0,0 1 0,0-1 0,0 0 0,0 0 0,0 1 0,0-1 0,0 0 0,0 0 0,0 0 0,0 0 0,-2-1 0,-19-2 0,1-2 0,0-1 0,0 0 0,-30-15 0,10 5 0,-14-6-1365,42 15-5461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52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24575,'10'27'0,"3"11"0,2 0 0,-2-5 0,0-5 0,-3-5 0,-2-9 0,-6-7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52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24575,'5'0'0,"1"2"0,0 4 0,-1 2 0,-1 4 0,-2 1 0,-1 1 0,0-1-8191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53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191 104 24575,'2'3'0,"0"-1"0,-1 1 0,1-1 0,-1 1 0,1 0 0,-1 0 0,0-1 0,0 1 0,0 0 0,0 0 0,-1 0 0,1 0 0,-1 0 0,0 0 0,0 4 0,0-5 0,-1 0 0,1 0 0,-1 0 0,1 0 0,-1 0 0,0 1 0,0-2 0,0 1 0,0 0 0,-1 0 0,1 0 0,0 0 0,-1-1 0,1 1 0,-1-1 0,0 1 0,1-1 0,-1 0 0,0 1 0,0-1 0,-3 1 0,-6 3 0,1 0 0,-1-1 0,0 0 0,-1-1 0,1-1 0,0 1 0,-1-2 0,1 0 0,-1 0 0,-21-2 0,32 1 0,0 0 0,-1 0 0,1-1 0,0 1 0,-1 0 0,1-1 0,0 1 0,-1-1 0,1 1 0,0-1 0,0 0 0,0 1 0,-1-1 0,1 0 0,0 0 0,0 0 0,0 0 0,0 0 0,1 0 0,-1 0 0,-1-2 0,1 1 0,0 0 0,1 0 0,-1 0 0,0-1 0,1 1 0,-1 0 0,1-1 0,0 1 0,0 0 0,0-1 0,0-2 0,2-3 0,-1 0 0,1 1 0,0-1 0,0 1 0,1 0 0,6-12 0,-4 11 0,1 0 0,0 0 0,0 0 0,1 1 0,0 0 0,0 0 0,1 1 0,0 0 0,0 0 0,0 1 0,1 0 0,0 0 0,0 1 0,0 0 0,0 1 0,1 0 0,-1 0 0,1 1 0,0 0 0,-1 1 0,1 0 0,0 0 0,11 2 0,-8 0 0,1 1 0,-1 1 0,0 0 0,0 1 0,0 0 0,0 1 0,21 12 0,4 5 0,37 30 0,-28-19 0,2 3 0,-31-21 0,32 19 0,-49-33 0,0-1 0,0 1 0,0 0 0,0-1 0,0 0 0,0 1 0,0-1 0,0 1 0,1-1 0,-1 0 0,0 0 0,0 0 0,0 0 0,0 0 0,3 0 0,-4 0 0,0-1 0,1 1 0,-1 0 0,1-1 0,-1 1 0,0-1 0,1 1 0,-1-1 0,0 1 0,1-1 0,-1 1 0,0-1 0,0 1 0,0-1 0,0 0 0,1 1 0,-1-1 0,0 1 0,0-1 0,0 1 0,0-1 0,0 0 0,0 1 0,0-1 0,-1 1 0,1-1 0,0 1 0,0-1 0,0 1 0,-1-1 0,1 0 0,-5-20 0,1 7 0,0 0 0,2-1 0,-1 0 0,2 1 0,0-24 0,1 37 0,0-1 0,0 1 0,0 0 0,0 0 0,1 0 0,-1-1 0,0 1 0,1 0 0,-1 0 0,1 0 0,-1 0 0,1 0 0,-1 0 0,1-1 0,0 1 0,0 1 0,0-1 0,-1 0 0,3-1 0,-2 1 0,0 1 0,0-1 0,0 1 0,0 0 0,0-1 0,0 1 0,1 0 0,-1 0 0,0 0 0,0 0 0,0 0 0,0 0 0,1 0 0,-1 0 0,0 0 0,2 1 0,4 2 0,1 0 0,-1 1 0,0 0 0,12 8 0,-10-7 0,10 7 0,0-1 0,1-1 0,1-1 0,-1-1 0,1 0 0,1-2 0,0 0 0,-1-2 0,1 0 0,1-2 0,26 1 0,3-4-1365,-38 1-5461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54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45 24575,'-60'-14'0,"-1"2"0,-90-6 0,147 17 0,-1 1 0,1 0 0,0 1 0,-1-1 0,-8 2 0,12-1 0,1-1 0,-1 0 0,0 0 0,0 1 0,1-1 0,-1 1 0,0-1 0,0 1 0,1-1 0,-1 1 0,0-1 0,1 1 0,-1 0 0,1-1 0,-1 1 0,1 0 0,-1-1 0,1 1 0,-1 0 0,1 0 0,0-1 0,-1 1 0,1 0 0,0 0 0,0 0 0,-1 0 0,1-1 0,0 1 0,0 0 0,0 0 0,0 0 0,0 0 0,0 0 0,1-1 0,-1 1 0,0 0 0,1 1 0,1 4 0,0-1 0,0 0 0,1 0 0,-1 0 0,1 0 0,1 0 0,-1 0 0,1-1 0,6 7 0,42 35 0,-51-45 0,52 36 0,1-3 0,85 42 0,-109-60 0,13 5 0,-14-7 0,-1 1 0,26 18 0,-51-31 0,-1 0 0,1 0 0,-1 0 0,0 1 0,0-1 0,0 0 0,0 1 0,2 3 0,-3-5 0,-1 0 0,0-1 0,1 1 0,-1 0 0,0-1 0,0 1 0,0 0 0,0 0 0,0-1 0,0 1 0,0 0 0,0-1 0,0 1 0,0 0 0,0 0 0,0-1 0,0 1 0,-1 0 0,1-1 0,0 1 0,0 0 0,-1-1 0,1 1 0,-1-1 0,1 1 0,0 0 0,-1-1 0,1 1 0,-1-1 0,1 1 0,-1-1 0,0 1 0,1-1 0,-1 0 0,1 1 0,-1-1 0,0 0 0,1 1 0,-1-1 0,-1 0 0,-6 3 0,1-1 0,-1 0 0,1 0 0,-1-1 0,0 0 0,-14 0 0,-50-5 0,64 4 0,-109-13 74,-38-2-1513,136 14-5387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54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24575,'2'27'0,"2"17"0,1 7 0,3 3 0,6 0 0,1-3 0,5-1 0,0-3 0,2-5 0,0-3 0,1-5 0,-1-2 0,-2-7 0,-4-6 0,-5-5-8191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54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25 24575,'-27'-5'0,"-14"-2"0,-2 1 0,4 1 0,5 4 0,7 2 0,5 3 0,4 2 0,3 1 0,3 3 0,2 1 0,3 2 0,2 1 0,2-2-8191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55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365 263 24575,'-56'-10'0,"-12"-3"0,-121-8 0,184 20 0,0 1 0,0 1 0,0-1 0,0 1 0,-6 1 0,11-2 0,-1 0 0,0 0 0,0 1 0,0-1 0,0 0 0,1 1 0,-1-1 0,0 1 0,1-1 0,-1 1 0,0-1 0,1 1 0,-1-1 0,0 1 0,1 0 0,-1-1 0,1 1 0,-1 0 0,1-1 0,-1 1 0,1 0 0,0 0 0,-1 0 0,1-1 0,0 1 0,0 0 0,0 0 0,-1 0 0,1 0 0,0 0 0,0-1 0,0 1 0,0 0 0,1 0 0,-1 0 0,0 0 0,0 0 0,1 0 0,0 3 0,1 1 0,0-1 0,0 0 0,0 0 0,1-1 0,-1 1 0,1 0 0,0-1 0,0 0 0,0 0 0,0 0 0,1 0 0,-1 0 0,1 0 0,0-1 0,0 0 0,4 2 0,2 1 0,0-1 0,0 0 0,0 0 0,1-1 0,-1-1 0,12 2 0,13-2 0,0-2 0,0 0 0,0-3 0,37-7 0,-31 7 0,-29 3 0,-1-1 0,1-1 0,0 1 0,22-8 0,-32 8 0,1 0 0,0 0 0,0-1 0,0 1 0,-1-1 0,1 0 0,-1 0 0,1 0 0,-1 0 0,0 0 0,0-1 0,0 1 0,0-1 0,0 1 0,0-1 0,-1 0 0,1 1 0,-1-1 0,0 0 0,0 0 0,0 0 0,0 0 0,0-4 0,0 0 0,0 0 0,0 0 0,-1 0 0,0 0 0,-1 0 0,1 1 0,-1-1 0,-1 0 0,1 0 0,-4-8 0,-2-2 0,-1 0 0,-14-22 0,11 20 0,9 17 0,1 0 0,0 0 0,-1-1 0,1 1 0,0 0 0,1-1 0,-1 1 0,0-1 0,1 1 0,-1-1 0,1 0 0,0 1 0,0-5 0,0 6 0,1 0 0,-1-1 0,1 1 0,0-1 0,-1 1 0,1 0 0,0 0 0,0-1 0,0 1 0,0 0 0,0 0 0,0 0 0,0 0 0,0 0 0,1 0 0,-1 0 0,0 0 0,0 1 0,1-1 0,-1 0 0,1 1 0,-1-1 0,1 1 0,1-1 0,9-2 0,0 1 0,0 0 0,0 0 0,15 1 0,50 3 0,-76-2 0,97 12-1365,-81-10-5461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56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56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24575,'3'12'0,"2"9"0,2 6 0,1 6 0,2 2 0,2-1 0,1 0 0,1-1 0,0 1 0,1-1 0,0 0 0,2-2 0,1 0 0,-1-2 0,1-2 0,-2-4 0,-3-5-8191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57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43 24575,'-30'-7'0,"-14"-3"0,-5 0 0,4 3 0,4 2 0,7 1 0,7 5 0,5 2 0,4 0 0,3 2 0,1 0 0,4 2 0,0 0 0,2 1 0,0-1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57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24575,'-3'13'0,"0"5"0,0 1-8191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57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24575,'5'13'0,"2"5"0,1 4 0,1-1 0,0-3 0,-1-5-8191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57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24575,'-1'1'0,"0"1"0,1-1 0,-1 1 0,1 0 0,-1-1 0,1 1 0,-1 0 0,1-1 0,0 1 0,0 0 0,0 0 0,0-1 0,0 1 0,0 0 0,0-1 0,0 1 0,1 0 0,-1 0 0,1-1 0,0 2 0,1 0 0,-1-1 0,1 0 0,-1 1 0,1-1 0,0 0 0,0 0 0,0 0 0,0-1 0,1 1 0,-1 0 0,4 1 0,3 1 0,0 0 0,0 0 0,0-1 0,0-1 0,0 1 0,13 0 0,-13-3-97,0 0-1,0-1 1,0 0-1,0 0 1,0-1-1,-1 0 1,1 0-1,-1-1 1,1-1-1,-1 1 1,0-1-1,0-1 0,8-5 1,-7 3-6729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58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40 24575,'-58'-14'0,"-77"-10"0,131 23 0,0 1 0,0 0 0,0 0 0,0 0 0,0 0 0,0 1 0,0-1 0,0 1 0,0 0 0,-7 3 0,9-3 0,1 0 0,-1 0 0,1 0 0,-1 1 0,1-1 0,0 0 0,-1 0 0,1 1 0,0-1 0,0 1 0,0-1 0,0 1 0,1-1 0,-1 1 0,0-1 0,0 1 0,1 0 0,-1-1 0,1 1 0,0 0 0,-1 0 0,1 0 0,0-1 0,0 1 0,0 0 0,1 3 0,0-1 0,0 1 0,0 0 0,0 0 0,1-1 0,0 1 0,0-1 0,0 1 0,1-1 0,-1 0 0,1 0 0,0 0 0,0 0 0,0-1 0,1 1 0,5 4 0,-2-2 0,0-1 0,0 0 0,0 0 0,1-1 0,0 0 0,0 0 0,16 5 0,-12-7 0,-1 1 0,1-2 0,0 1 0,0-2 0,21 0 0,-28-1 0,1 1 0,-1-1 0,1 0 0,-1 0 0,0-1 0,1 1 0,-1-1 0,0 0 0,0-1 0,0 1 0,-1-1 0,1 0 0,0 0 0,6-6 0,-9 6 0,0-1 0,0 1 0,0 0 0,0-1 0,-1 1 0,1-1 0,-1 1 0,1-7 0,-1 9 0,-1 0 0,0-1 0,0 1 0,0-1 0,0 1 0,0-1 0,0 1 0,0-1 0,0 1 0,-1 0 0,0-3 0,1 4 0,0-1 0,-1 0 0,1 1 0,0-1 0,-1 1 0,1-1 0,-1 1 0,1-1 0,-1 1 0,1-1 0,-1 1 0,1 0 0,-1-1 0,0 1 0,1 0 0,-1-1 0,0 1 0,1 0 0,-1 0 0,1-1 0,-1 1 0,0 0 0,0 0 0,0 0 0,-2 0 0,0 1 0,0-1 0,0 0 0,1 1 0,-1 0 0,0 0 0,0 0 0,1 0 0,-1 0 0,1 1 0,-1-1 0,1 1 0,0-1 0,0 1 0,-1 0 0,-2 3 0,-1 2 0,0 0 0,0 0 0,1 0 0,-5 8 0,4-2 0,0 1 0,0 0 0,1-1 0,1 1 0,0 1 0,1-1 0,1 1 0,-1 19 0,2 8 0,7 70 0,-1-72 0,3-1 0,14 48 0,-7-35 0,-15-48 0,1-1 0,0 0 0,-1 0 0,1 0 0,-1 0 0,0 1 0,-1 4 0,1-8 0,0 1 0,0-1 0,0 1 0,0-1 0,0 1 0,-1-1 0,1 1 0,0-1 0,0 1 0,-1-1 0,1 0 0,0 1 0,-1-1 0,1 1 0,0-1 0,-1 0 0,1 1 0,-1-1 0,1 0 0,-1 1 0,0-1 0,0 0 0,0 1 0,0-1 0,0 0 0,0 0 0,0 0 0,0 0 0,0 0 0,0-1 0,0 1 0,0 0 0,1 0 0,-1-1 0,0 1 0,-2-1 0,-7-5 0,-1-1 0,2 0 0,-1 0 0,1-1 0,0 0 0,0-1 0,-8-10 0,-2-2 0,7 9 0,1-1 0,1 0 0,0 0 0,-9-19 0,18 31 0,0 0 0,1 0 0,-1 0 0,0 0 0,1-1 0,-1 1 0,1 0 0,0 0 0,-1-1 0,1 1 0,0 0 0,0 0 0,0-1 0,0 1 0,0 0 0,0-1 0,0 1 0,1 0 0,-1 0 0,0-1 0,1-1 0,0 2 0,0-1 0,1 1 0,-1 0 0,0 0 0,0 0 0,0 0 0,1 0 0,-1 0 0,0 0 0,1 0 0,-1 0 0,1 1 0,-1-1 0,1 1 0,1-1 0,7-1 0,1 0 0,-1 1 0,1 0 0,12 1 0,-17 0 0,42 3-1365,-29 1-5461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59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24575,'14'14'0,"18"26"0,-30-37 0,-1-1 0,1 1 0,-1 0 0,0 0 0,0 0 0,0 0 0,-1 0 0,1 0 0,-1 0 0,1 5 0,-1-7 0,0 0 0,0-1 0,0 1 0,0 0 0,0 0 0,0 0 0,0-1 0,0 1 0,-1 0 0,1 0 0,0 0 0,0-1 0,-1 1 0,1 0 0,0-1 0,-1 1 0,1 0 0,-1-1 0,1 1 0,-1 0 0,1-1 0,-1 1 0,1-1 0,-1 1 0,0-1 0,1 1 0,-1-1 0,0 1 0,1-1 0,-1 0 0,0 1 0,0-1 0,1 0 0,-1 0 0,0 0 0,0 1 0,1-1 0,-1 0 0,0 0 0,0 0 0,0 0 0,1 0 0,-1 0 0,-1-1 0,0 1 0,1-1 0,-1 1 0,1 0 0,-1-1 0,1 1 0,-1-1 0,1 0 0,0 0 0,0 1 0,-1-1 0,1 0 0,0 0 0,0 0 0,0 0 0,0 0 0,0-1 0,0 1 0,0 0 0,0 0 0,0-1 0,1 1 0,-1 0 0,0-1 0,1 1 0,-1-1 0,1 1 0,0-1 0,-1 1 0,1-1 0,0 1 0,0-4 0,0 1 0,0-1 0,1 1 0,-1-1 0,1 1 0,0-1 0,1 1 0,-1 0 0,1-1 0,2-4 0,-1 4 0,0 0 0,0 1 0,0 0 0,0 0 0,1-1 0,-1 2 0,1-1 0,0 0 0,1 1 0,-1 0 0,0 0 0,1 0 0,0 1 0,5-3 0,-7 4 0,0 0 0,-1 0 0,1 0 0,0 1 0,0-1 0,0 1 0,0 0 0,0 0 0,0 0 0,1 0 0,-1 1 0,-1-1 0,1 1 0,0 0 0,0-1 0,0 1 0,0 1 0,0-1 0,-1 0 0,1 1 0,0-1 0,-1 1 0,1 0 0,-1 0 0,0 0 0,3 3 0,-2-1-136,1 0-1,-1 0 1,0 1-1,-1-1 1,1 1-1,-1 0 1,0 0-1,0 0 0,2 7 1,-1 1-6690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1:59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41 24575,'-3'4'0,"1"0"0,-1 1 0,1-1 0,1 1 0,-1-1 0,1 1 0,0 0 0,0-1 0,0 1 0,0 0 0,1 0 0,0 0 0,0 0 0,0-1 0,1 1 0,1 7 0,0-5 0,0 0 0,1 0 0,0 0 0,1 0 0,0 0 0,0-1 0,0 0 0,1 1 0,9 9 0,4 2 0,1 0 0,27 20 0,-36-30 0,0-2 0,1 1 0,-1-2 0,1 1 0,0-1 0,1-1 0,13 3 0,-22-6 0,1 0 0,0-1 0,0 1 0,-1-1 0,1 0 0,0-1 0,0 1 0,-1-1 0,1 1 0,0-1 0,-1 0 0,1 0 0,0-1 0,-1 1 0,0-1 0,1 0 0,-1 0 0,0 0 0,0 0 0,0 0 0,0-1 0,0 1 0,-1-1 0,1 0 0,-1 0 0,0 0 0,1 0 0,-1 0 0,-1 0 0,1-1 0,0 1 0,-1-1 0,0 1 0,0-1 0,0 1 0,0-1 0,0 0 0,-1 0 0,0 1 0,0-1 0,0 0 0,0 0 0,0 1 0,-1-1 0,1 0 0,-1 1 0,0-1 0,-1 0 0,1 1 0,-3-7 0,-4 0 0,8 10 0,0 0 0,0 0 0,0 0 0,0 0 0,-1 0 0,1 0 0,0 0 0,0 0 0,0 0 0,0 0 0,0 0 0,-1-1 0,1 1 0,0 0 0,0 0 0,0 0 0,0 0 0,-1 0 0,1 0 0,0 0 0,0 0 0,0 1 0,0-1 0,0 0 0,-1 0 0,1 0 0,0 0 0,0 0 0,0 0 0,0 0 0,0 0 0,-1 0 0,1 0 0,0 1 0,0-1 0,-1 1 0,1 0 0,0 0 0,0 0 0,0 0 0,-1 0 0,1 0 0,0-1 0,0 1 0,0 0 0,0 0 0,1 0 0,-1 0 0,0 0 0,0 0 0,0-1 0,1 1 0,-1 0 0,0 0 0,2 1 0,1 4 0,1 0 0,0-1 0,1 1 0,-1-1 0,1 0 0,0 0 0,0 0 0,1-1 0,-1 0 0,1 0 0,0 0 0,0-1 0,0 0 0,1 0 0,11 4 0,-7-4 0,0 0 0,0 0 0,0-1 0,0-1 0,1 1 0,-1-2 0,0 0 0,1 0 0,11-2 0,-16 0 0,-1 1 0,0-1 0,0 1 0,0-2 0,0 1 0,-1-1 0,1 0 0,-1 0 0,1 0 0,-1-1 0,0 0 0,9-8 0,-12 9 0,0 0 0,0 0 0,0 0 0,0 0 0,0 0 0,0 0 0,-1-1 0,0 1 0,1-1 0,-1 1 0,-1-1 0,1 1 0,0-1 0,-1 0 0,0 1 0,0-1 0,0 0 0,0 1 0,-1-1 0,1 1 0,-1-1 0,0 1 0,-2-7 0,-1 1 47,0 1 0,-1-1 0,1 1 0,-2-1 0,1 1 0,-2 1 0,1-1 0,-1 1 0,0 0 0,-15-11 0,8 8-550,0 0 1,-23-11 0,-8 1-4396,27 14 2595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00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24575,'7'20'0,"6"11"0,-1 3 0,1-5 0,-2-4 0,-2-7-8191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00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24575,'10'19'0,"3"8"-8191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00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24575,'9'32'0,"7"18"0,2 7 0,1 2 0,-1-2 0,0-3 0,-1-6 0,-2-4 0,0-4 0,0-4 0,-1-4 0,-2-4 0,-3-5 0,-4-4 0,-2-2 0,-2-4-8191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01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0 310 24575,'101'43'0,"109"43"0,-192-79 0,0-1 0,0 0 0,1-2 0,0 0 0,0-1 0,29 0 0,-39-3 0,-1 0 0,0-1 0,0 0 0,0-1 0,0 0 0,-1 0 0,15-6 0,-17 5 0,0 1 0,0-1 0,0-1 0,-1 1 0,1-1 0,-1 0 0,0 0 0,0 0 0,0 0 0,0-1 0,5-9 0,-3 2 0,-1 0 0,0 0 0,-1 0 0,0 0 0,-1-1 0,-1 0 0,0 1 0,0-1 0,-1 0 0,-1 0 0,-2-24 0,-4-9 0,-22-85 0,26 121 0,1 6 0,1 1 0,-1-1 0,0 1 0,0-1 0,0 1 0,-1 0 0,1-1 0,-1 1 0,-4-5 0,6 8 0,0 0 0,0 0 0,0-1 0,0 1 0,0 0 0,0 0 0,0 0 0,0 0 0,0 0 0,0 0 0,0 0 0,0 0 0,0 0 0,0 0 0,0 0 0,0 0 0,0 0 0,-1 0 0,1 0 0,0 0 0,0 0 0,0 0 0,0 0 0,0 0 0,0 0 0,0 0 0,0 0 0,0 0 0,0 0 0,0 0 0,-1 0 0,1 0 0,0 0 0,0 0 0,0 0 0,0 0 0,0 0 0,0 0 0,0 0 0,0 0 0,0 0 0,0 0 0,0 0 0,0 0 0,0 0 0,0 0 0,0 0 0,-1 0 0,1 0 0,0 1 0,0-1 0,0 0 0,0 0 0,0 0 0,0 0 0,0 0 0,0 0 0,0 0 0,-1 8 0,2 10 0,13 65 0,43 147 0,55 72 0,-107-291 0,-3-5 0,0 1 0,0-1 0,1 0 0,0-1 0,1 1 0,-1-1 0,1 1 0,0-1 0,0 0 0,6 5 0,-9-9 0,-1-1 0,1 0 0,-1 1 0,1-1 0,-1 0 0,1 1 0,0-1 0,-1 0 0,1 1 0,0-1 0,-1 0 0,1 0 0,0 0 0,-1 0 0,1 0 0,-1 0 0,1 0 0,0 0 0,-1 0 0,1 0 0,0 0 0,-1 0 0,1-1 0,1 1 0,-1-1 0,0 0 0,0 1 0,0-1 0,0 0 0,0 0 0,-1 0 0,1 0 0,0 0 0,0 0 0,-1 0 0,1 0 0,0-2 0,2-5 0,0 1 0,-1-1 0,2-11 0,-3 11 0,14-73 0,7-29 0,-21 108 0,-1 0 0,1-1 0,0 1 0,0 0 0,0-1 0,0 1 0,0 0 0,0 0 0,1 0 0,-1 0 0,1 0 0,-1 0 0,1 0 0,0 1 0,0-1 0,-1 1 0,1-1 0,1 1 0,2-3 0,-2 3 0,1 1 0,-1-1 0,0 0 0,0 1 0,0 0 0,0 0 0,0 0 0,0 0 0,1 0 0,-1 0 0,0 1 0,0 0 0,0-1 0,0 1 0,3 2 0,12 5-136,0 0-1,0 2 1,-2 0-1,1 1 1,-1 0-1,-1 1 1,0 1-1,0 1 0,20 25 1,-23-25-6690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02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24575,'8'43'0,"3"-1"0,32 81 0,60 80 0,-29-65 0,-67-124-1365,-1-5-5461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03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192 146 24575,'-24'-15'0,"-44"-27"0,59 38 0,0-1 0,1 2 0,-1-1 0,-1 1 0,-17-3 0,26 6 0,0-1 0,0 1 0,0 0 0,0 0 0,0 0 0,0 0 0,0 0 0,0 0 0,0 0 0,0 1 0,-1-1 0,1 0 0,0 1 0,0-1 0,0 0 0,0 1 0,0-1 0,0 1 0,-1 1 0,1-1 0,1-1 0,-1 1 0,1 0 0,-1 0 0,1 0 0,-1 0 0,1 0 0,0 0 0,-1 0 0,1 0 0,0 0 0,0 0 0,0 0 0,0 0 0,0 0 0,0 0 0,0 1 0,1 3 0,0-1 0,0 1 0,1-1 0,-1 1 0,1-1 0,0 1 0,4 5 0,3 4 0,1-1 0,1 0 0,0-1 0,1 0 0,15 12 0,-5-7 0,1-1 0,30 17 0,-45-29 0,0-1 0,0 1 0,0-1 0,1 0 0,-1-1 0,1 0 0,15 1 0,-22-2 0,0-1 0,1 0 0,-1 0 0,0 0 0,0 0 0,0 0 0,1-1 0,-1 1 0,0-1 0,0 1 0,0-1 0,0 0 0,0 0 0,0 0 0,0 0 0,0 0 0,0 0 0,0-1 0,-1 1 0,1 0 0,0-1 0,-1 0 0,1 1 0,-1-1 0,0 0 0,1 0 0,-1 0 0,0 0 0,0 0 0,0 0 0,-1 0 0,1 0 0,0 0 0,-1 0 0,1-2 0,0-6 0,-1 1 0,0 0 0,0 0 0,-1 0 0,0 0 0,0 0 0,-1 0 0,-1 0 0,1 0 0,-2 0 0,1 1 0,-1-1 0,-7-11 0,3 8 0,1 0 0,-2 0 0,0 1 0,0 0 0,-1 1 0,0 0 0,-1 0 0,-12-8 0,19 16-72,0-1 1,0 1-1,-1-1 0,1 1 0,0 1 0,-1-1 0,0 1 0,1-1 1,-1 1-1,0 1 0,0-1 0,1 1 0,-1-1 0,0 1 0,0 1 1,0-1-1,1 1 0,-10 2 0,3 1-6754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03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90 24575,'1'2'0,"-1"1"0,1 0 0,-1-1 0,1 1 0,0 0 0,0-1 0,0 1 0,0-1 0,1 0 0,-1 1 0,1-1 0,-1 0 0,4 3 0,27 26 0,-27-26 0,15 13 0,2-1 0,0-1 0,29 17 0,-43-28 0,1-1 0,0 1 0,1-2 0,-1 1 0,1-1 0,0-1 0,-1 0 0,1 0 0,0-1 0,0 0 0,0 0 0,12-2 0,-20 1 0,1-1 0,-1 1 0,0-1 0,1 1 0,-1-1 0,1 0 0,-1 0 0,0 0 0,0 0 0,0-1 0,0 1 0,1-1 0,-2 1 0,1-1 0,0 1 0,0-1 0,1-2 0,-1 1 0,0-1 0,0 1 0,0 0 0,-1 0 0,0-1 0,0 1 0,0 0 0,0-1 0,0 1 0,-1-1 0,1-3 0,-1 0 0,0 1 0,0-1 0,-1 1 0,0-1 0,0 1 0,0 0 0,-1-1 0,0 1 0,0 0 0,-1 0 0,1 0 0,-8-10 0,10 16 0,0-1 0,-1 1 0,1-1 0,0 1 0,0-1 0,-1 1 0,1 0 0,-1-1 0,1 1 0,0 0 0,-1-1 0,1 1 0,-1 0 0,1-1 0,-1 1 0,1 0 0,-1 0 0,1 0 0,-1-1 0,0 1 0,1 0 0,-1 0 0,1 1 0,0-1 0,-1 0 0,1 0 0,0 0 0,0 1 0,-1-1 0,1 0 0,0 0 0,0 0 0,-1 1 0,1-1 0,0 0 0,0 1 0,0-1 0,-1 0 0,1 0 0,0 1 0,0-1 0,0 0 0,0 1 0,-1 2 0,0-1 0,1 1 0,0-1 0,-1 1 0,1-1 0,0 1 0,1 2 0,0 0 0,0 0 0,1 0 0,-1 0 0,1-1 0,0 1 0,1-1 0,-1 1 0,1-1 0,0 0 0,0 1 0,0-2 0,0 1 0,1 0 0,0-1 0,0 1 0,0-1 0,0 0 0,0 0 0,1-1 0,7 4 0,-4-2 0,0-1 0,0 0 0,1 0 0,0-1 0,-1 0 0,1-1 0,0 0 0,0 0 0,0-1 0,0 0 0,9-1 0,-11 0 0,1-1 0,-1 1 0,0-2 0,0 1 0,0-1 0,-1 0 0,1 0 0,-1 0 0,10-8 0,-12 9 0,-1-1 0,1 0 0,-1 0 0,0-1 0,0 1 0,-1-1 0,1 1 0,-1-1 0,1 0 0,-1 0 0,0 0 0,-1 0 0,1 0 0,-1-1 0,1 1 0,0-9 0,-1 6 0,-1 0 0,0 0 0,0 1 0,0-1 0,-1 0 0,0 0 0,0 0 0,-1 0 0,1 1 0,-7-14 0,6 16 0,0 1 0,0-1 0,-1 1 0,1-1 0,-1 1 0,0 0 0,0 0 0,0 0 0,-1 0 0,1 1 0,-1-1 0,1 1 0,-1 0 0,0 0 0,0 0 0,0 0 0,0 1 0,-7-2 0,-7 0-1365,4 1-5461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04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127 275 24575,'0'-236'0,"0"234"0,0 0 0,0 1 0,0-1 0,0 0 0,0 0 0,0 0 0,-1 0 0,1 1 0,-1-1 0,1 0 0,-1 0 0,0 1 0,0-1 0,0 0 0,0 1 0,-1-3 0,0 3 0,1 0 0,0 1 0,-1-1 0,1 0 0,0 1 0,-1-1 0,1 1 0,-1 0 0,1-1 0,-1 1 0,1 0 0,-1 0 0,1 0 0,-1 0 0,1 0 0,-1 0 0,1 0 0,-1 1 0,1-1 0,-3 1 0,0 0 0,0 0 0,0 0 0,0 0 0,0 1 0,0-1 0,1 1 0,-1 0 0,0 0 0,1 0 0,-1 1 0,1-1 0,0 1 0,0 0 0,0 0 0,0 0 0,0 0 0,1 0 0,0 1 0,-1-1 0,1 1 0,-2 4 0,2-1 0,-1-1 0,2 1 0,-1-1 0,1 1 0,-1 11 0,2-15 0,0 1 0,0 0 0,1-1 0,0 1 0,0 0 0,0-1 0,0 1 0,0-1 0,1 0 0,-1 1 0,1-1 0,2 3 0,3 4 0,1-1 0,0 0 0,0 0 0,1-1 0,0 0 0,0 0 0,20 11 0,-6-6 0,1-1 0,36 14 0,-51-23-78,7 3 147,0 0 1,26 4-1,-37-9-176,0 0 1,-1-1-1,1 1 0,0-1 0,0-1 0,0 1 1,-1-1-1,1 1 0,0-1 0,-1-1 0,1 1 1,0-1-1,6-3 0,0-1-6719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04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1 24575,'-3'0'0,"-1"1"0,1 0 0,-1-1 0,1 2 0,0-1 0,-1 0 0,1 0 0,0 1 0,0 0 0,0 0 0,0 0 0,0 0 0,0 0 0,-2 3 0,4-3 0,-1 0 0,1 0 0,0 0 0,0 0 0,0 1 0,0-1 0,1 0 0,-1 0 0,0 1 0,1-1 0,0 0 0,-1 1 0,1-1 0,0 1 0,0-1 0,1 0 0,-1 1 0,0-1 0,1 0 0,0 1 0,-1-1 0,2 3 0,3 8 0,1 1 0,0-1 0,1-1 0,11 16 0,40 47 0,-16-22 0,-28-35 0,-8-12 0,-1 1 0,0-1 0,0 1 0,-1 0 0,0 0 0,0 1 0,0-1 0,2 10 0,-6-16 0,0 0 0,1 0 0,-1-1 0,0 1 0,0 0 0,0 0 0,0 0 0,0 0 0,0-1 0,0 1 0,0 0 0,0 0 0,0 0 0,-1 0 0,1-1 0,0 1 0,-1 0 0,1 0 0,0 0 0,-1-1 0,1 1 0,-1 0 0,1-1 0,-1 1 0,1 0 0,-1-1 0,1 1 0,-1-1 0,0 1 0,1-1 0,-1 1 0,0-1 0,0 1 0,1-1 0,-1 0 0,0 1 0,0-1 0,0 0 0,1 0 0,-1 0 0,0 1 0,0-1 0,0 0 0,0 0 0,0 0 0,1 0 0,-1-1 0,-1 1 0,-6-1 0,0 0 0,1 0 0,-1-1 0,-7-3 0,11 4 0,-69-25 0,-69-35 0,87 35 0,-7-4-1365,48 22-5461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05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0 24575,'148'364'0,"-59"-149"0,-88-212 0,1 0 0,-1-1 0,0 1 0,0-1 0,1 1 0,0-1 0,-1 1 0,1-1 0,0 0 0,4 4 0,-5-6 0,-1 0 0,1 1 0,0-1 0,-1 0 0,1 1 0,-1-1 0,1 0 0,0 0 0,0 0 0,-1 1 0,1-1 0,0 0 0,-1 0 0,1 0 0,0 0 0,-1 0 0,1 0 0,0-1 0,0 1 0,1 0 0,-1-1 0,0 0 0,0 1 0,0-1 0,0 0 0,0 0 0,1 0 0,-1 0 0,-1 0 0,1 0 0,0 0 0,0 0 0,1-2 0,1-2 0,-1 0 0,0 0 0,1-1 0,-2 1 0,1-1 0,-1 1 0,1-1 0,-1 1 0,-1-1 0,1 0 0,-1 0 0,0 1 0,-1-1 0,1 0 0,-1 0 0,0 1 0,-1-1 0,1 1 0,-1-1 0,0 1 0,0 0 0,-1-1 0,0 1 0,0 0 0,0 1 0,-5-6 0,0 2 0,-1 1 0,1 0 0,-2 0 0,1 1 0,-1 0 0,0 1 0,0 0 0,-1 1 0,1 0 0,-1 0 0,-12-1 0,-8-2 0,-1 3 0,-53-3 0,-93 7-1365,149 0-5461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06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77 24575,'97'174'0,"-39"-73"0,-22-39 0,-16-31 0,-2 1 0,17 44 0,-34-75 0,-1 0 0,1 0 0,-1 0 0,0 0 0,1 0 0,-1 0 0,0 0 0,0 1 0,0-1 0,0 0 0,0 0 0,0 0 0,0 0 0,0 0 0,0 0 0,-1 2 0,1-3 0,-1 0 0,1 1 0,-1-1 0,1 1 0,-1-1 0,1 0 0,-1 0 0,1 1 0,-1-1 0,1 0 0,-1 0 0,1 0 0,-1 1 0,1-1 0,-1 0 0,0 0 0,1 0 0,-1 0 0,1 0 0,-1 0 0,1 0 0,-1 0 0,0 0 0,1-1 0,-1 1 0,1 0 0,-1 0 0,1 0 0,-1-1 0,1 1 0,-1 0 0,0-1 0,-7-3 0,-1 0 0,1-1 0,0 0 0,0-1 0,1 1 0,-12-13 0,-39-46 0,47 50 0,-24-29 0,2-1 0,2-2 0,-44-88 0,71 125 0,0 0 0,0-1 0,1 1 0,0-1 0,1 0 0,0 0 0,-1-16 0,3 23 0,0 0 0,0 0 0,0-1 0,1 1 0,-1 0 0,1 0 0,0 0 0,0 0 0,0-1 0,0 1 0,0 1 0,1-1 0,-1 0 0,1 0 0,0 0 0,0 1 0,0-1 0,0 1 0,0 0 0,1-1 0,-1 1 0,1 0 0,-1 0 0,1 1 0,0-1 0,0 0 0,3-1 0,3 0 0,1 1 0,-1-1 0,0 1 0,1 1 0,-1 0 0,0 0 0,1 1 0,0 0 0,-1 0 0,0 1 0,16 4 0,-4 0 0,0 1 0,-1 1 0,0 0 0,21 12 0,-21-9 0,1 1 0,-1 1 0,-1 0 0,31 27 0,-48-37 0,0 0 0,0 0 0,-1 0 0,1 0 0,-1 0 0,1 0 0,-1 0 0,0 0 0,0 0 0,0 1 0,0-1 0,0 1 0,-1-1 0,1 0 0,-1 1 0,1-1 0,-1 4 0,0-4 0,-1 0 0,1 0 0,0-1 0,-1 1 0,0 0 0,1 0 0,-1 0 0,0-1 0,0 1 0,0 0 0,0-1 0,0 1 0,-1-1 0,1 1 0,0-1 0,-1 0 0,1 0 0,-1 1 0,1-1 0,-1 0 0,1 0 0,-4 1 0,-5 2 0,0 0 0,0 0 0,-1-1 0,1 0 0,-1-1 0,-20 1 0,-68-2 0,61-2 0,-24 0-1365,48 1-5461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06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224 145 24575,'-15'-11'0,"-11"-6"0,0 0 0,-1 2 0,-29-12 0,52 25 0,0 0 0,-1 1 0,1 0 0,-1 0 0,1 0 0,-1 1 0,0-1 0,-6 1 0,10 0 0,0 0 0,0 0 0,0 1 0,-1-1 0,1 0 0,0 1 0,0-1 0,0 1 0,0-1 0,0 1 0,0-1 0,0 1 0,0 0 0,0-1 0,0 1 0,0 0 0,0 0 0,0 0 0,0 0 0,1 0 0,-1 0 0,0 0 0,1 0 0,-1 0 0,1 0 0,-1 0 0,1 0 0,0 0 0,-1 1 0,1-1 0,0 0 0,0 0 0,0 0 0,0 1 0,0 1 0,0 1 0,1 1 0,-1-1 0,1 1 0,1-1 0,-1 0 0,0 1 0,1-1 0,0 0 0,0 0 0,0 0 0,1 0 0,-1-1 0,5 6 0,5 4 0,-1-1 0,17 13 0,-20-18 0,0-1 0,0 0 0,1-1 0,0 0 0,17 8 0,-21-11 0,0-1 0,0 1 0,1-1 0,-1 0 0,0 0 0,0 0 0,1-1 0,-1 1 0,0-2 0,1 1 0,-1 0 0,11-3 0,-15 2 0,1 1 0,0-1 0,-1 0 0,1 1 0,-1-1 0,1 0 0,-1 0 0,1 0 0,-1 0 0,0-1 0,1 1 0,-1 0 0,0-1 0,0 1 0,0 0 0,0-1 0,1-2 0,0 1 0,-1 0 0,0 0 0,0 0 0,-1 0 0,1-1 0,-1 1 0,0 0 0,1 0 0,-2-5 0,1 1 0,-1-1 0,-1 1 0,0-1 0,0 1 0,0-1 0,-1 1 0,-5-11 0,0 5-195,-1 0 0,0 1 0,-1 0 0,-1 0 0,0 1 0,-18-14 0,11 11-6631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07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24575,'54'59'0,"-33"-35"0,1-1 0,35 30 0,-35-36 0,-11-8 0,0 0 0,0-1 0,0-1 0,22 11 0,-30-16 0,1-1 0,-1 0 0,1 0 0,-1 0 0,1-1 0,-1 1 0,1-1 0,-1 0 0,1 0 0,-1 0 0,1 0 0,-1-1 0,1 0 0,5-1 0,-7 1 0,0 0 0,0 0 0,0 0 0,0 0 0,0 0 0,0-1 0,0 1 0,-1-1 0,1 1 0,0-1 0,-1 0 0,1 0 0,-1 0 0,0 0 0,0 0 0,1 0 0,-1 0 0,-1 0 0,1 0 0,0 0 0,0 0 0,0-5 0,1-9 0,-1-1 0,0 1 0,-2-1 0,1 1 0,-7-32 0,7 48 0,0 0 0,-1-1 0,1 1 0,0 0 0,0-1 0,0 1 0,0 0 0,0 0 0,0-1 0,0 1 0,0 0 0,0-1 0,0 1 0,0 0 0,0-1 0,0 1 0,0 0 0,0 0 0,0-1 0,1 1 0,-1 0 0,0-1 0,0 1 0,0 0 0,0 0 0,1-1 0,-1 1 0,0 0 0,0 0 0,0-1 0,1 1 0,-1 0 0,0 0 0,11 3 0,16 18 0,-21-17 0,8 8 0,1-1 0,0-1 0,28 14 0,-38-21 0,1-1 0,0 1 0,0-2 0,0 1 0,0-1 0,1 1 0,-1-2 0,0 1 0,1-1 0,-1 0 0,0 0 0,0-1 0,1 1 0,9-4 0,-15 4 0,1-1 0,0 1 0,0-1 0,-1 0 0,1 0 0,0 0 0,-1 0 0,1 0 0,-1 0 0,1 0 0,-1 0 0,1-1 0,-1 1 0,0-1 0,0 1 0,0-1 0,0 1 0,1-3 0,-1 2 0,0-1 0,0 0 0,0 0 0,-1 1 0,1-1 0,-1 0 0,0 0 0,0 0 0,0 0 0,-1-5 0,1 2 0,-2 0 0,1 1 0,-1-1 0,0 0 0,0 1 0,0-1 0,-1 1 0,0 0 0,0 0 0,0 0 0,-4-4 0,1 3-227,1 1-1,-1 0 1,0 1-1,0 0 1,-8-5-1,1 2-6598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07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231 201 24575,'-1'-4'0,"-3"-21"0,-13-38 0,15 56 0,0 1 0,-1 0 0,1 0 0,-2 0 0,1 0 0,0 0 0,-1 1 0,0 0 0,-1-1 0,1 2 0,-8-8 0,10 11 0,-1-1 0,1 0 0,-1 1 0,1 0 0,-1-1 0,0 1 0,0 0 0,0 0 0,1 1 0,-1-1 0,0 1 0,0-1 0,0 1 0,0 0 0,0 0 0,-3 0 0,2 1 0,0 0 0,-1 0 0,1 1 0,0-1 0,0 1 0,0 0 0,0 0 0,0 0 0,1 0 0,-5 4 0,3-2 0,-1 1 0,1 0 0,0 1 0,0-1 0,0 1 0,1 0 0,0 0 0,0 0 0,0 1 0,1 0 0,0-1 0,-3 12 0,5-14 0,0-1 0,0 1 0,1 0 0,-1 0 0,1-1 0,0 1 0,0 0 0,1 0 0,-1 0 0,1-1 0,0 1 0,0 0 0,0 0 0,0-1 0,0 1 0,4 4 0,-2-4 0,0 0 0,0 0 0,1 0 0,-1 0 0,1-1 0,0 1 0,0-1 0,1 0 0,-1-1 0,0 1 0,8 3 0,4 0 0,-1 0 0,1-1 0,-1-1 0,23 4 0,66 3 0,-69-8 0,34-1 0,-40-1 0,45 6 0,-70-6 0,-1-1 0,1 1 0,-1-1 0,1 0 0,-1 0 0,1 0 0,-1-1 0,0 1 0,6-2 0,-8 2 0,0-1 0,0 1 0,0-1 0,0 1 0,-1-1 0,1 0 0,0 1 0,0-1 0,0 0 0,-1 0 0,1 1 0,0-1 0,-1 0 0,1 0 0,-1 0 0,1 0 0,-1 0 0,1 0 0,-1 0 0,1 0 0,-1 0 0,0 0 0,0 0 0,0 0 0,0 0 0,1 0 0,-1 0 0,-1 0 0,1 0 0,0-1 0,0 1 0,0 0 0,0 0 0,-1-1 0,-2-6 0,0-1 0,-1 1 0,0 0 0,0 0 0,-1 0 0,0 1 0,0-1 0,-12-10 0,1-3 0,-10-10 0,-13-17 0,36 44 0,0-1 0,0 0 0,0 1 0,1-1 0,0 0 0,0 0 0,1 0 0,-3-9 0,4 13-32,0 0 1,0 0-1,0 0 0,0 0 0,0 0 1,0 0-1,0 0 0,0 0 0,0 0 1,1 0-1,-1 0 0,0 0 0,1 1 1,-1-1-1,0 0 0,1 0 0,-1 0 1,1 0-1,0 1 0,-1-1 0,1 0 1,0 0-1,-1 1 0,1-1 0,0 1 1,-1-1-1,1 0 0,0 1 0,0 0 1,0-1-1,0 1 0,0-1 0,0 1 1,-1 0-1,1 0 0,0 0 0,0-1 1,0 1-1,0 0 0,0 0 0,0 0 1,2 1-1,8 0-6794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08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76 24575,'1'-18'0,"0"14"0,-1 0 0,0 0 0,0 0 0,0 0 0,0 0 0,-2-7 0,2 10 0,-1-1 0,1 1 0,-1 0 0,0 0 0,1 0 0,-1 0 0,0 0 0,0 0 0,0 0 0,0 0 0,0 0 0,0 0 0,0 0 0,0 1 0,0-1 0,0 0 0,0 1 0,0-1 0,-1 1 0,1-1 0,0 1 0,0-1 0,-1 1 0,1 0 0,-2 0 0,0-1 0,1 0 0,-1 1 0,0 0 0,1 0 0,-1 0 0,1 0 0,-1 0 0,0 0 0,1 0 0,-1 1 0,1 0 0,-1-1 0,1 1 0,-1 0 0,1 0 0,0 0 0,-1 1 0,1-1 0,0 0 0,0 1 0,0 0 0,0-1 0,0 1 0,0 0 0,1 0 0,-1 0 0,0 0 0,1 0 0,0 0 0,-1 1 0,1-1 0,0 1 0,0-1 0,0 0 0,1 1 0,-1-1 0,1 1 0,-1 0 0,1-1 0,0 1 0,0-1 0,0 1 0,0 0 0,0-1 0,2 5 0,-1-1 0,1 0 0,0 1 0,0-1 0,1 0 0,0-1 0,0 1 0,0 0 0,1-1 0,0 0 0,8 9 0,4 3 0,31 24 0,-30-29 0,-9-7 0,0 1 0,-1-1 0,9 10 0,-15-14 0,0 0 0,1 0 0,-1 1 0,0-1 0,-1 0 0,1 0 0,0 1 0,0-1 0,0 1 0,-1-1 0,1 1 0,-1-1 0,1 1 0,-1-1 0,0 1 0,0-1 0,1 1 0,-1 0 0,0-1 0,0 1 0,-1-1 0,1 1 0,0 0 0,-1 2 0,0-2 0,-1 1 0,1-1 0,0 0 0,-1 0 0,1-1 0,-1 1 0,0 0 0,0 0 0,0-1 0,1 1 0,-1-1 0,-1 1 0,1-1 0,0 0 0,0 0 0,0 0 0,-1 0 0,1-1 0,0 1 0,-5 0 0,-5 1 0,0 0 0,-24-1 0,26-1 0,-93 0-1365,73-1-5461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09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94 24575,'0'-90'0,"0"87"0,2 3 0,2 8 0,7 21 0,-9-23 0,81 189 0,-83-195 0,1 1 0,0 0 0,-1 0 0,0-1 0,1 1 0,-1 0 0,0 0 0,1 0 0,-1 0 0,0-1 0,0 1 0,1 0 0,-1 0 0,0 0 0,0 0 0,0 0 0,0 0 0,-1 0 0,1 0 0,0-1 0,0 1 0,0 0 0,-1 0 0,1 0 0,0 0 0,-1 0 0,1-1 0,-1 2 0,-1-1 0,1 0 0,-1-1 0,1 1 0,-1 0 0,1-1 0,-1 1 0,0-1 0,1 0 0,-1 1 0,0-1 0,1 0 0,-1 0 0,0 0 0,1 0 0,-3-1 0,-11 0 0,0-2 0,0 0 0,1-1 0,0 0 0,-24-11 0,-64-39 0,28 7 0,63 39 0,1-1 0,0 0 0,0 0 0,-11-15 0,19 22 0,1 0 0,-1 0 0,1 0 0,0 0 0,0 0 0,0 0 0,0 0 0,0 0 0,0 0 0,1-1 0,-1 1 0,1 0 0,0 0 0,-1-1 0,1 1 0,0 0 0,0 0 0,0-1 0,1-2 0,0 3 0,0 0 0,0 1 0,-1-1 0,1 1 0,0-1 0,1 1 0,-1-1 0,0 1 0,0 0 0,0 0 0,1-1 0,-1 1 0,1 0 0,-1 0 0,1 0 0,-1 1 0,1-1 0,0 0 0,-1 0 0,1 1 0,0-1 0,0 1 0,-1 0 0,1 0 0,2-1 0,11 0-195,0 1 0,0 0 0,0 1 0,0 0 0,0 1 0,15 5 0,-17-4-6631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09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208 213 24575,'-154'-180'0,"152"177"0,-1-1 0,0 1 0,0 0 0,0 0 0,0 0 0,0 0 0,-1 1 0,1-1 0,-6-2 0,9 5 0,-1 0 0,1 0 0,-1 0 0,1 0 0,0 0 0,-1 0 0,1-1 0,-1 1 0,1 1 0,-1-1 0,1 0 0,-1 0 0,1 0 0,-1 0 0,1 0 0,0 0 0,-1 0 0,1 1 0,-1-1 0,1 0 0,-1 0 0,1 1 0,0-1 0,-1 0 0,1 1 0,0-1 0,-1 0 0,1 1 0,0-1 0,0 0 0,-1 1 0,1-1 0,0 1 0,0-1 0,-1 0 0,1 1 0,0-1 0,0 1 0,0-1 0,0 1 0,-3 22 0,3-21 0,-1 60-122,3 1 0,3-1 0,19 95-1,61 179-454,-73-292 565,50 164 551,17-7 0,-78-199-603,0 0-29,0 1 0,0-1 0,1 1 0,-1-1 0,1 0 0,-1 1 1,1-1-1,0 0 0,-1 0 0,1 0 0,0 0 0,1-1 0,1 3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09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207 122 24575,'-25'-22'0,"-13"-7"0,-4 1 0,2 5 0,5 10 0,9 6-8191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10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1 121 24575,'3'-11'0,"1"1"0,0-1 0,1 1 0,1 0 0,9-14 0,-12 21 0,0-1 0,0 1 0,0 0 0,0-1 0,0 1 0,1 1 0,0-1 0,0 1 0,-1-1 0,1 1 0,1 0 0,-1 0 0,0 1 0,0-1 0,1 1 0,5-1 0,-2 1 0,0 0 0,0 1 0,0 0 0,0 0 0,-1 1 0,1 0 0,0 0 0,0 1 0,0 0 0,12 5 0,-17-5 0,1 0 0,-1-1 0,1 2 0,-1-1 0,0 0 0,0 1 0,0-1 0,0 1 0,0 0 0,0 0 0,-1 0 0,0 0 0,1 0 0,-1 1 0,0-1 0,-1 1 0,1-1 0,-1 1 0,1 0 0,-1 0 0,0-1 0,0 1 0,0 4 0,0 7 0,-1 1 0,0-1 0,-1 0 0,-5 25 0,-1-8 0,-13 33 0,16-52 0,1 0 0,0 0 0,-2 23 0,5-27 0,0-1 0,0 0 0,0 0 0,1 1 0,0-1 0,1 0 0,3 10 0,-3-13 0,1 0 0,-1 0 0,1 0 0,1 0 0,-1 0 0,1-1 0,0 1 0,0-1 0,0 0 0,0 0 0,1-1 0,0 1 0,-1-1 0,1 0 0,1 0 0,7 3 0,-7-3 0,1-1 0,0 0 0,0 0 0,0 0 0,0-1 0,0 0 0,0 0 0,0-1 0,0 1 0,1-2 0,-1 1 0,14-4 0,-19 4-170,1-1-1,-1 0 0,0 0 1,0 0-1,0 0 0,0 0 1,3-2-1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10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390 45 24575,'-30'-5'0,"-14"-2"0,-2 1 0,4 1 0,4 1 0,6 0 0,7-1 0,2 2 0,2 0 0,1 2 0,0 0 0,2 0 0,1 1 0,4 1-8191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12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28 24575,'0'0'0,"0"-1"0,0 1 0,0 0 0,1 0 0,-1 0 0,0 0 0,0 0 0,0-1 0,0 1 0,0 0 0,0 0 0,1 0 0,-1 0 0,0-1 0,0 1 0,0 0 0,0 0 0,0-1 0,0 1 0,0 0 0,0 0 0,0 0 0,0-1 0,0 1 0,0 0 0,0 0 0,0 0 0,0-1 0,0 1 0,0 0 0,0 0 0,0-1 0,0 1 0,0 0 0,-1 0 0,-7-4 0,-12 1 0,19 3 0,-46-2 0,30 3 0,0-2 0,1 0 0,-25-5 0,38 5 0,-1 1 0,1 0 0,0 0 0,-1 0 0,1 0 0,-1 0 0,1 1 0,0 0 0,-1-1 0,1 1 0,0 1 0,0-1 0,0 0 0,0 1 0,-5 2 0,4-1 0,12-7 0,1 1 0,0 0 0,1 0 0,-1 1 0,0 1 0,1-1 0,-1 1 0,1 1 0,-1 0 0,1 0 0,11 3 0,49 6 0,-111-11 0,-58 5 0,96-3-124,1 0 0,-1 1 0,0-1 0,0 1 0,1 0 0,-1 0-1,1 0 1,-1 0 0,1 0 0,-4 3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11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432 202 24575,'-32'-25'0,"-29"-23"0,-96-56 0,156 104 0,-6-5 0,-1 1 0,0 0 0,0 1 0,-12-4 0,18 7 0,0-1 0,-1 1 0,1 0 0,0-1 0,0 1 0,-1 0 0,1 0 0,0 1 0,0-1 0,0 0 0,-1 1 0,1 0 0,0-1 0,0 1 0,0 0 0,0 0 0,0 0 0,0 0 0,0 0 0,0 1 0,0-1 0,-1 2 0,-4 5 0,1-1 0,0 1 0,1 0 0,0 0 0,0 0 0,0 1 0,1-1 0,1 1 0,-4 12 0,0 5 0,1 0 0,-2 31 0,5-15 0,1 1 0,2 0 0,12 83 0,2-47 0,29 91 0,-22-102 0,4-1 0,59 113 0,-61-143-1365,-14-24-5461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11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31 24575,'-27'-5'0,"-14"-1"0,-4-1 0,-1 2 0,4 2 0,4 0 0,5 2 0,9 1-8191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13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24575,'-7'2'0,"-3"4"0,0 3 0,5 2 0,3 2 0,5 1 0,3 1 0,4 0 0,2 0 0,0 0 0,0 0 0,-3 0 0,-2-3-8191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13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24575,'9'5'0,"7"4"0,0 3 0,-3-1-8191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13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90 306 24575,'-2'0'0,"0"0"0,0-1 0,0 1 0,0-1 0,0 1 0,0-1 0,0 0 0,0 0 0,1 0 0,-1 0 0,0 0 0,1 0 0,-1-1 0,1 1 0,-1 0 0,1-1 0,-1 1 0,1-1 0,0 0 0,0 1 0,0-1 0,-2-3 0,-2-6 0,1 1 0,-7-21 0,8 21 0,3 9 0,-8-22 0,2 0 0,-5-29 0,10 46 0,0 1 0,1-1 0,0 0 0,0 0 0,0 0 0,0 0 0,1 0 0,0 0 0,1 0 0,-1 0 0,1 1 0,0-1 0,0 1 0,6-10 0,-7 13 0,1 1 0,0-1 0,0 0 0,0 1 0,0-1 0,0 1 0,0-1 0,1 1 0,-1 0 0,0 0 0,1 0 0,-1 0 0,0 1 0,1-1 0,-1 1 0,1-1 0,-1 1 0,1 0 0,0 0 0,-1 0 0,1 0 0,-1 0 0,1 1 0,-1-1 0,1 1 0,-1-1 0,1 1 0,-1 0 0,0 0 0,0 0 0,1 1 0,-1-1 0,0 0 0,0 1 0,0 0 0,3 2 0,37 50-1365,-31-40-5461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14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384 40 24575,'-1'-1'0,"-26"-10"0,-30-8 0,49 16 0,1 2 0,-1-1 0,0 1 0,0 0 0,0 1 0,0-1 0,0 2 0,-14 1 0,20-1 0,0-1 0,0 0 0,0 1 0,0 0 0,0-1 0,0 1 0,1 0 0,-1 0 0,0 0 0,1 0 0,-1 0 0,1 1 0,-1-1 0,1 0 0,0 1 0,-1-1 0,1 1 0,0-1 0,-2 4 0,2-2 0,0 0 0,0 0 0,0 0 0,1 0 0,-1 1 0,1-1 0,0 0 0,-1 0 0,1 0 0,1 7 0,2 3 0,0-1 0,0 1 0,1-1 0,10 21 0,-5-17 0,0 0 0,15 19 0,12 20 0,-36-55 0,1 1 0,-1 0 0,1-1 0,-1 1 0,0 0 0,1 0 0,-1 0 0,0 0 0,0-1 0,1 1 0,-1 0 0,0 0 0,0 0 0,0 0 0,0 0 0,0-1 0,-1 3 0,1-3 0,0 0 0,0 1 0,-1-1 0,1 0 0,0 1 0,-1-1 0,1 0 0,0 1 0,-1-1 0,1 0 0,0 0 0,-1 0 0,1 1 0,0-1 0,-1 0 0,1 0 0,-1 0 0,1 0 0,-1 0 0,1 0 0,0 0 0,-1 0 0,1 0 0,-1 0 0,-3 0 0,-1-1 0,1 0 0,0 0 0,0 0 0,-6-3 0,-30-15 57,-60-39 0,17 8-1536,64 40-5347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14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24575,'22'5'0,"13"9"0,2 9 0,-3 8 0,-4 7 0,-3 4 0,-3 2 0,-3 0 0,-6 2 0,-2-1 0,-4-3 0,-1-1 0,-1-3 0,0-3 0,-1-4 0,-2-6 0,-1-7-8191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14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94 24575,'-25'-19'0,"-13"-7"0,-2 3 0,-2 9 0,4 6 0,6 5 0,8 2-8191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17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48 24575,'-5'-5'0,"-1"0"0,0 1 0,0 0 0,0 0 0,0 0 0,0 1 0,-1 0 0,0 0 0,0 1 0,1 0 0,-14-2 0,8 2 0,1 1 0,-1 0 0,1 1 0,-1 0 0,1 1 0,-21 3 0,28-3 0,0 0 0,0 0 0,1 1 0,-1-1 0,0 1 0,0 0 0,1 0 0,-1 0 0,1 1 0,-1-1 0,1 1 0,0-1 0,0 1 0,0 0 0,1 0 0,-1 1 0,1-1 0,-4 6 0,5-6 0,0 0 0,0 0 0,0 0 0,0 0 0,1 0 0,-1 0 0,1 0 0,-1 0 0,1 0 0,0 0 0,0 1 0,1-1 0,-1 0 0,1 0 0,-1 0 0,1 0 0,0 0 0,0 0 0,1 0 0,-1 0 0,0-1 0,1 1 0,0 0 0,0-1 0,2 3 0,1 2 0,1-1 0,1 0 0,-1 0 0,1-1 0,0 0 0,8 4 0,48 24 0,-39-22 0,94 36 0,-50-22 0,-67-25 0,1 1 0,0 0 0,-1-1 0,0 1 0,1 0 0,-1 0 0,1 0 0,-1 0 0,0 0 0,0 0 0,1 0 0,0 3 0,-1-4 0,-1 0 0,0 1 0,0-1 0,0 0 0,0 0 0,0 1 0,0-1 0,0 0 0,0 0 0,0 0 0,0 1 0,0-1 0,0 0 0,0 0 0,0 1 0,0-1 0,0 0 0,0 0 0,0 1 0,0-1 0,0 0 0,-1 0 0,1 1 0,0-1 0,0 0 0,0 0 0,0 0 0,0 0 0,-1 1 0,-12 4 0,-16-2 0,0-1 0,-50-3 0,24-1 0,33 2-117,-4 1-132,-1-2-1,1-1 0,0 0 1,-27-8-1,36 5-6576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17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24575,'3'22'0,"0"15"0,0 5 0,2 4 0,0-1 0,2-2 0,2 0 0,1-2 0,3-2 0,1-1 0,0-3 0,-2-3 0,0-4 0,-1-4 0,2-4 0,-3-3 0,0-4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17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44 24575,'-29'-9'0,"-13"-4"0,-3 3 0,3 3 0,6 3 0,7 4 0,6 3 0,4 0 0,3 3 0,2-1 0,1 0 0,0-1 0,2 1 0,1-1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18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237 132 24575,'-26'-8'0,"-1"1"0,0 2 0,0 1 0,0 1 0,-40 0 0,65 3 0,1 0 0,-1 0 0,1 1 0,-1-1 0,1 0 0,-1 1 0,1-1 0,-1 1 0,1-1 0,0 1 0,-1-1 0,1 1 0,0 0 0,0 0 0,-1 0 0,1 0 0,0 0 0,0 0 0,0 0 0,-1 2 0,1-1 0,0 0 0,0 0 0,0-1 0,1 1 0,-1 0 0,1 0 0,-1 1 0,1-1 0,0 0 0,0 0 0,0 0 0,0 0 0,0 3 0,1-1 0,0 1 0,0-1 0,0 1 0,0-1 0,1 0 0,0 0 0,0 1 0,0-1 0,0 0 0,1-1 0,-1 1 0,1 0 0,4 3 0,0-2 0,0 0 0,0 0 0,1 0 0,-1-1 0,1-1 0,1 1 0,8 1 0,-2 0 0,1-1 0,0-1 0,16 1 0,-26-4 0,1 0 0,-1 0 0,1-1 0,-1 1 0,1-2 0,-1 1 0,1-1 0,-1 0 0,10-4 0,4-5 0,29-18 0,-32 18 0,-1 1 0,24-10 0,-24 15 0,1 0 0,-1 1 0,1 1 0,0 1 0,0 0 0,0 2 0,24 1 0,-40-1 0,-1 0 0,0 0 0,0 0 0,1 0 0,-1 0 0,0 0 0,1 0 0,-1 0 0,0 0 0,1 0 0,-1 0 0,0 0 0,1 0 0,-1 0 0,0 0 0,1 0 0,-1 0 0,0 0 0,0 0 0,1 0 0,-1-1 0,0 1 0,1 0 0,-1 0 0,0 0 0,0-1 0,0 1 0,1 0 0,-1 0 0,0 0 0,1-1 0,-9-6 0,-25-11 0,26 15 0,1 0 0,-1-1 0,1 0 0,1 1 0,-1-2 0,1 1 0,-1-1 0,-5-7 0,10 11 0,0 0 0,0-1 0,0 1 0,0 0 0,0-1 0,1 1 0,-1-1 0,0 1 0,1 0 0,-1-1 0,1 0 0,0 1 0,-1-1 0,1 1 0,0-1 0,0 1 0,0-1 0,0 1 0,0-1 0,1 0 0,-1 1 0,0-1 0,1 1 0,-1-1 0,1 1 0,-1-1 0,1 1 0,0 0 0,0-1 0,-1 1 0,1 0 0,0-1 0,0 1 0,0 0 0,1 0 0,-1 0 0,0 0 0,2-2 0,1 1-105,0-1 0,1 1 0,-1 0 0,1 0 0,-1 0 0,1 1 0,-1 0 0,1 0 0,0 0 0,0 0 0,-1 1 0,10-1 0,-1 1-6721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18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24575,'7'17'0,"6"13"0,2 9 0,3 5 0,2 3 0,0 2 0,-2 2 0,0 0 0,-2 0 0,-1-1 0,-2-3 0,-2-4 0,-3-4 0,1-4 0,-2-5 0,-2-6 0,-2-4 0,-2-6-8191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18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24575,'29'-3'0,"0"2"0,1 1 0,39 4 0,86 21 0,-141-22 0,19 3 0,65 3 0,-80-9 0,-1-1 0,1 0 0,0-2 0,-1 0 0,23-7 0,-40 10 0,1 0 0,-1 0 0,0 0 0,0 0 0,1 0 0,-1-1 0,0 1 0,1 0 0,-1 0 0,0 0 0,0 0 0,1 0 0,-1 0 0,0 0 0,1 0 0,-1 0 0,0 0 0,1 0 0,-1 0 0,0 0 0,0 0 0,1 0 0,-1 1 0,0-1 0,1 0 0,-1 0 0,0 0 0,0 0 0,1 1 0,-1-1 0,0 0 0,0 0 0,0 0 0,1 1 0,-3 11 0,-16 18 0,14-24 0,-3 4-1365,1-2-5461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19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4 24575,'-5'-2'0,"-1"1"0,-3 6 0,1 4 0,1 7 0,2 1 0,2 2 0,2-3-8191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19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24575,'10'15'0,"-5"-6"0,1 0 0,0-1 0,1 1 0,-1-1 0,13 10 0,-17-17 0,0 1 0,0-1 0,0 1 0,0-1 0,0 0 0,1 0 0,-1 0 0,0 0 0,1 0 0,-1-1 0,1 1 0,-1-1 0,1 1 0,-1-1 0,1 0 0,0 0 0,-1 0 0,1 0 0,-1-1 0,1 1 0,-1-1 0,1 0 0,-1 1 0,0-1 0,1 0 0,-1 0 0,5-3 0,-3 1 0,0 0 0,0-1 0,0 1 0,4-6 0,-4 6 0,-1 0 0,0 0 0,0 0 0,1 0 0,6-3 0,-9 5 3,0 1-1,0 0 0,0 0 1,0 0-1,0 0 0,0 0 1,0 0-1,0 0 1,0 0-1,0 0 0,-1 0 1,1 0-1,0 1 0,0-1 1,0 0-1,0 1 1,0-1-1,0 1 0,0-1 1,-1 1-1,1-1 0,0 1 1,0-1-1,-1 1 1,1 0-1,1 1 0,18 24-423,-14-18-587,0 1-5818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20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82 24575,'-8'-10'0,"-1"0"0,0 1 0,0-1 0,-1 2 0,-16-11 0,23 17 0,0 0 0,0 0 0,0 1 0,-1-1 0,1 1 0,0 0 0,-1 0 0,1 0 0,-1 0 0,0 0 0,1 1 0,-1 0 0,0 0 0,1 0 0,-1 0 0,0 0 0,1 1 0,-1-1 0,1 1 0,-1 0 0,1 1 0,-1-1 0,-5 3 0,-1 2 0,1 0 0,1 0 0,-1 1 0,-12 13 0,19-18 0,0 0 0,0 0 0,0 0 0,0 1 0,0-1 0,1 0 0,-1 1 0,1 0 0,-1-1 0,1 1 0,0 0 0,0-1 0,0 1 0,1 0 0,-1 0 0,1 0 0,0 0 0,-1 0 0,1 0 0,0 0 0,1-1 0,-1 4 0,1-4 0,1 0 0,-1 0 0,0 0 0,0 0 0,1 0 0,-1 0 0,1-1 0,-1 1 0,1-1 0,0 1 0,0-1 0,-1 1 0,1-1 0,0 0 0,4 2 0,37 12 0,-30-11 0,7 3 0,1 0 0,-1-2 0,1-1 0,38 4 0,-56-8 0,0 0 0,0 0 0,0 0 0,0-1 0,0 1 0,-1-1 0,1 1 0,0-1 0,0 0 0,-1 0 0,1-1 0,0 1 0,-1 0 0,0-1 0,1 0 0,-1 1 0,0-1 0,1 0 0,-1 0 0,0 0 0,-1-1 0,1 1 0,0 0 0,2-5 0,-4 7 0,0 0 0,-1 0 0,1 1 0,0-1 0,-1 0 0,1 0 0,0 0 0,-1 1 0,1-1 0,0 0 0,-1 0 0,1 0 0,0 0 0,-1 0 0,1 0 0,-1 0 0,1 0 0,0 0 0,-1 0 0,1 0 0,0 0 0,-1 0 0,1 0 0,-1 0 0,1 0 0,0 0 0,-1 0 0,1 0 0,0 0 0,-1-1 0,1 1 0,0 0 0,-1 0 0,1 0 0,0-1 0,-1 1 0,1 0 0,0-1 0,0 1 0,-1 0 0,1 0 0,0-1 0,0 1 0,0 0 0,-1-1 0,1 1 0,0 0 0,0-1 0,0 1 0,0-1 0,0 1 0,0 0 0,0-1 0,0 1 0,0 0 0,0-1 0,0 1 0,0-1 0,0 1 0,0 0 0,0-1 0,0 1 0,0 0 0,0-1 0,1 1 0,-1-1 0,0 1 0,0 0 0,1-1 0,-3 3 0,0 1 0,0-1 0,0 1 0,0-1 0,1 1 0,0-1 0,-1 1 0,1 0 0,-1 5 0,-7 29 0,8-34 0,-4 31 0,2 0 0,1-1 0,1 1 0,5 43 0,30 133 0,-27-178 0,1 0 0,2 0 0,1-1 0,2-1 0,18 33 0,-16-45 0,-11-16 0,-12-9 0,-11-8 0,0 0 0,-35-19 0,36 23 0,-65-33 0,57 32 0,2-1 0,-47-31 0,69 42 0,0 0 0,0 1 0,0-1 0,0 0 0,0 0 0,1 0 0,-1 0 0,1-1 0,-1 1 0,-1-4 0,3 5 0,0 1 0,0-1 0,-1 0 0,1 1 0,0-1 0,0 1 0,0-1 0,0 0 0,0 1 0,0-1 0,0 1 0,1-1 0,-1 0 0,0 1 0,0-1 0,0 1 0,1-1 0,-1 0 0,1 0 0,0 0 0,0 0 0,0 0 0,-1 0 0,2 1 0,-1-1 0,0 0 0,0 0 0,0 1 0,0-1 0,0 1 0,1-1 0,1 0 0,17-3 0,0 1 0,-1 1 0,1 0 0,40 3 0,-23 0 0,260 1-1365,-264-2-5461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21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14 121 24575,'-1'0'0,"0"0"0,0 1 0,1-1 0,-1 1 0,0-1 0,1 1 0,-1-1 0,0 1 0,1-1 0,-1 1 0,1 0 0,-1-1 0,1 1 0,-1 0 0,1-1 0,-1 1 0,1 0 0,-1-1 0,1 1 0,0 0 0,0 0 0,-1 0 0,1-1 0,0 1 0,0 1 0,0 0 0,0 0 0,1-1 0,-1 1 0,1 0 0,-1-1 0,1 1 0,0-1 0,-1 1 0,1-1 0,0 1 0,2 2 0,3 2 0,-1 0 0,1 0 0,13 9 0,-10-8 0,1-1 0,-1-1 0,1 0 0,1 0 0,-1-1 0,0 0 0,1-1 0,0 0 0,14 1 0,-19-3 0,0 0 0,0-1 0,0 1 0,0-2 0,0 1 0,0 0 0,-1-1 0,1 0 0,0-1 0,0 1 0,-1-1 0,1 0 0,-1-1 0,1 1 0,-1-1 0,0 0 0,0 0 0,0-1 0,5-4 0,-7 4 0,0 1 0,-1-1 0,1 0 0,-1 0 0,0 0 0,0-1 0,0 1 0,0 0 0,-1-1 0,0 1 0,0-1 0,0 0 0,0 1 0,-1-1 0,0 0 0,0-5 0,0 12 0,0 3 0,0 0 0,0 0 0,1 0 0,0 0 0,0 0 0,0 0 0,1 0 0,-1 0 0,1 0 0,4 6 0,-2-5 0,1 0 0,0 0 0,1-1 0,-1 0 0,1 0 0,0 0 0,1 0 0,-1-1 0,1 0 0,-1-1 0,1 0 0,0 0 0,1 0 0,11 3 0,-12-5 0,-1 1 0,0-1 0,1 0 0,-1 0 0,1-1 0,-1 0 0,0 0 0,1-1 0,-1 1 0,1-1 0,-1-1 0,0 1 0,0-1 0,0 0 0,0-1 0,0 1 0,10-7 0,-13 7 0,-1 0 0,0 0 0,1 0 0,-1 0 0,0-1 0,0 1 0,-1 0 0,1-1 0,0 1 0,-1-1 0,0 0 0,1 1 0,-1-1 0,0 0 0,0 0 0,0-4 0,0 2 0,-1 1 0,0-1 0,0 0 0,-1 1 0,1-1 0,-1 1 0,0-1 0,0 1 0,-4-9 0,0 2 0,0 1 0,-1-1 0,0 1 0,-1 1 0,0-1 0,0 1 0,-14-13 0,8 11-455,0 1 0,-15-9 0,13 9-6371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21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24575,'-3'2'0,"-2"2"0,-4 1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21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24575,'0'-5'0,"0"1"0,0 3 0,0 5 0,0 4 0,0 3 0,0 2 0,0-1-8191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21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24575,'9'29'0,"5"18"0,0 5 0,2 1 0,0 0 0,0-3 0,-1-2 0,-2-4 0,-1-3 0,-1-3 0,1-5 0,-2-4 0,0-5 0,-1-3 0,-3-5-8191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21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35 24575,'-29'-10'0,"-13"-1"0,-1 2 0,2 5 0,5 5 0,6 2 0,6 2 0,7-1-8191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22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24575,'8'28'0,"61"203"0,-57-196 0,2-1 0,1-1 0,31 53 0,-42-81 0,0 0 0,0 0 0,0-1 0,1 1 0,0-1 0,-1 0 0,1 0 0,1 0 0,-1-1 0,1 0 0,-1 0 0,1 0 0,6 1 0,-9-3 0,-1 0 0,1 0 0,0-1 0,0 1 0,0-1 0,0 1 0,0-1 0,0 0 0,-1 0 0,1-1 0,0 1 0,0 0 0,0-1 0,0 0 0,0 0 0,-1 0 0,1 0 0,0 0 0,-1 0 0,1-1 0,-1 1 0,1-1 0,-1 0 0,0 0 0,0 0 0,0 0 0,0 0 0,0 0 0,0 0 0,2-4 0,-3 3 0,1 1 0,-1-1 0,1 0 0,-1-1 0,0 1 0,0 0 0,0 0 0,0 0 0,-1-1 0,1 1 0,-1 0 0,0 0 0,0-4 0,-1-2 0,-1 1 0,0 0 0,-4-13 0,-3-12 0,9 32 0,0 1 0,0 0 0,0 0 0,0 0 0,0-1 0,0 1 0,0 0 0,0 0 0,0 0 0,0-1 0,0 1 0,0 0 0,0 0 0,0-1 0,0 1 0,0 0 0,0 0 0,0 0 0,0-1 0,0 1 0,0 0 0,1 0 0,-1 0 0,0 0 0,0-1 0,0 1 0,0 0 0,0 0 0,1 0 0,-1 0 0,0 0 0,0-1 0,0 1 0,1 0 0,-1 0 0,0 0 0,0 0 0,0 0 0,1 0 0,-1 0 0,0 0 0,0 0 0,1 0 0,-1 0 0,0 0 0,0 0 0,0 0 0,1 0 0,-1 0 0,0 0 0,0 0 0,0 0 0,1 0 0,-1 0 0,0 1 0,0-1 0,0 0 0,1 0 0,-1 0 0,0 0 0,0 0 0,0 1 0,0-1 0,1 0 0,17 11 0,-14-8 0,169 100-1365,-158-95-5461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23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24575,'29'73'0,"-3"1"0,16 81 0,21 63 0,-55-194 0,3 9 0,28 55 0,-38-86 0,0 0 0,0-1 0,0 1 0,0-1 0,0 1 0,1-1 0,-1 1 0,0-1 0,1 0 0,-1 0 0,3 2 0,-4-3 0,0 0 0,0 0 0,1 0 0,-1 0 0,0 0 0,0 0 0,1 0 0,-1 0 0,0 0 0,0 1 0,1-2 0,-1 1 0,0 0 0,0 0 0,1 0 0,-1 0 0,0 0 0,0 0 0,1 0 0,-1 0 0,0 0 0,0 0 0,1 0 0,-1-1 0,0 1 0,0 0 0,0 0 0,1 0 0,-1-1 0,1 0 0,-1 0 0,1 0 0,-1 0 0,1 0 0,-1 0 0,0 0 0,1 0 0,-1-1 0,0 1 0,0-2 0,1-15 0,-2-1 0,0 1 0,-1 0 0,-1 0 0,0 0 0,-9-24 0,-4-23 0,16 64 0,0 0 0,-1 0 0,1 0 0,0 0 0,0 0 0,0 0 0,0 0 0,0 0 0,0 0 0,0 0 0,1-1 0,-1 1 0,0 0 0,1-1 0,-1 2 0,0 0 0,1-1 0,-1 1 0,0 0 0,1 0 0,-1-1 0,0 1 0,0 0 0,1 0 0,-1 0 0,0 0 0,1-1 0,-1 1 0,0 0 0,1 0 0,-1 0 0,0 0 0,1 0 0,-1 0 0,0 0 0,1 0 0,-1 0 0,1 0 0,-1 0 0,0 0 0,1 0 0,-1 0 0,3 1 0,0 0 0,0 0 0,-1 1 0,1-1 0,0 1 0,-1-1 0,1 1 0,1 2 0,29 24 0,92 70 0,-108-86 0,1-1 0,0-1 0,1-1 0,0 0 0,32 9 0,-49-17 0,1 0 0,0-1 0,-1 1 0,1-1 0,0 1 0,0-1 0,-1 0 0,1 0 0,0-1 0,0 1 0,-1 0 0,1-1 0,0 1 0,2-2 0,-3 1 0,0-1 0,0 1 0,0 0 0,0-1 0,-1 1 0,1-1 0,0 0 0,-1 1 0,0-1 0,1 0 0,-1 0 0,0 0 0,0 0 0,0 0 0,0 0 0,0 0 0,0-4 0,1-2 0,0 0 0,-1 0 0,0-1 0,-1 1 0,0 0 0,0 0 0,-1-1 0,0 1 0,-2-9 0,1 6 0,2 11 0,0-1 0,0 1 0,0 0 0,0-1 0,0 1 0,0 0 0,0-1 0,-1 1 0,1 0 0,0-1 0,0 1 0,0 0 0,1 0 0,-1-1 0,0 1 0,0 0 0,0-1 0,0 1 0,0 0 0,0-1 0,0 1 0,0 0 0,1 0 0,-1-1 0,0 1 0,0 0 0,0 0 0,1-1 0,7 6 0,13 20 0,-14-17 0,30 32 26,24 27-1417,-53-57-5435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23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24575,'15'2'0,"4"4"0,0 5 0,-4 4 0,-4 1 0,-5 1 0,-2-3-8191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24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83 24575,'4'-5'0,"8"-10"0,17-16 0,-26 27 0,1 1 0,0 0 0,0 0 0,0 0 0,0 0 0,1 1 0,-1 0 0,1 0 0,8-3 0,-13 5 0,0 0 0,0 0 0,0-1 0,0 1 0,1 0 0,-1 0 0,0 0 0,0 0 0,0 0 0,0 0 0,0 0 0,0 0 0,0 0 0,0 0 0,1 0 0,-1 0 0,0 0 0,0 0 0,0 0 0,0 0 0,0 0 0,0 0 0,1 0 0,-1 0 0,0 0 0,0 0 0,0 0 0,0 0 0,0 0 0,0 0 0,0 0 0,1 0 0,-1 0 0,0 0 0,0 0 0,0 0 0,0 0 0,0 1 0,0-1 0,0 0 0,0 0 0,0 0 0,0 0 0,1 0 0,-1 0 0,0 0 0,0 0 0,0 0 0,0 1 0,0-1 0,0 0 0,0 0 0,0 0 0,0 0 0,0 0 0,0 0 0,0 1 0,0-1 0,-7 9 0,-17 14 0,20-18 0,-7 4 0,0 0 0,0-1 0,-21 12 0,32-19 0,-1-1 0,0 0 0,0 1 0,0-1 0,0 1 0,0-1 0,1 1 0,-1-1 0,0 1 0,1 0 0,-1-1 0,0 1 0,1 0 0,-1 0 0,1-1 0,-1 1 0,1 0 0,-1 0 0,1 0 0,0 0 0,-1 0 0,1 0 0,0-1 0,0 1 0,-1 0 0,1 0 0,0 0 0,0 2 0,1-2 0,0 1 0,-1-1 0,1 0 0,0 1 0,0-1 0,0 0 0,0 0 0,0 0 0,0 0 0,0 0 0,1 0 0,-1 0 0,0 0 0,1 0 0,-1 0 0,0-1 0,3 2 0,10 3 0,0 0 0,-1-1 0,2 0 0,-1-1 0,0 0 0,1-2 0,-1 1 0,1-2 0,23-1 0,-34 0 0,0 0 0,-1 1 0,1-1 0,-1 0 0,1-1 0,4-1 0,-6 2 0,-1 0 0,1 0 0,0 0 0,-1 0 0,1 0 0,-1 0 0,0-1 0,1 1 0,-1 0 0,0-1 0,0 1 0,0 0 0,0-1 0,1-2 0,-2 4 0,0 0 0,0 0 0,0 0 0,0 0 0,0 0 0,0 0 0,0 0 0,0 0 0,0 0 0,0 0 0,0 0 0,0 0 0,0 0 0,0 0 0,0 0 0,0 0 0,0 0 0,0 0 0,0 0 0,0 0 0,0 0 0,0 0 0,-1 0 0,1 0 0,0 0 0,0 0 0,0 0 0,0 0 0,0 0 0,0 0 0,0 0 0,0-1 0,0 1 0,0 0 0,0 0 0,0 0 0,0 0 0,0 0 0,0 0 0,0 0 0,0 0 0,0 0 0,0 0 0,0 0 0,0 0 0,0 0 0,0 0 0,0 0 0,0 0 0,0 0 0,0 0 0,0 0 0,0 0 0,0 0 0,0 0 0,0 0 0,0-1 0,0 1 0,0 0 0,0 0 0,0 0 0,0 0 0,0 0 0,-6 4 0,-5 8 0,4-3 0,1 1 0,0 1 0,0-1 0,2 1 0,-1 0 0,1 0 0,1 0 0,0 1 0,1-1 0,0 1 0,0 0 0,1 0 0,1-1 0,1 16 0,1-3 0,1-1 0,0 1 0,2-1 0,1 1 0,1-2 0,11 26 0,32 45 0,-11-22 0,-37-68 0,-1 0 0,1 0 0,-1 1 0,0-1 0,0 1 0,0 6 0,-1-9 0,0-1 0,0 1 0,0-1 0,0 1 0,0-1 0,0 1 0,0-1 0,0 1 0,0-1 0,0 0 0,-1 1 0,1-1 0,0 1 0,0-1 0,-1 1 0,1-1 0,0 1 0,0-1 0,-1 0 0,1 1 0,-1-1 0,1 1 0,-1-1 0,0 0 0,0 0 0,0 1 0,1-1 0,-1 0 0,0 0 0,0 0 0,0 0 0,0 0 0,0 0 0,1 0 0,-1 0 0,0-1 0,0 1 0,0 0 0,1-1 0,-1 1 0,-1-1 0,-19-9 0,-30-19 0,9 4 0,-53-29-1365,69 39-5461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25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24575,'1'-1'0,"-1"0"0,1 0 0,-1 0 0,1 1 0,0-1 0,-1 0 0,1 0 0,0 0 0,0 1 0,-1-1 0,1 1 0,0-1 0,0 0 0,0 1 0,0-1 0,0 1 0,0 0 0,1-1 0,-1 1 0,0 0 0,-1 1 0,1-1 0,-1 0 0,1 1 0,-1-1 0,1 1 0,0-1 0,-1 1 0,1-1 0,-1 1 0,0-1 0,1 1 0,-1 0 0,1-1 0,-1 1 0,0-1 0,0 1 0,1 0 0,-1-1 0,0 1 0,0 0 0,0 0 0,0-1 0,1 1 0,-1 0 0,0-1 0,-1 2 0,9 87 0,-7-59 0,6 36 0,2-26 0,2-1 0,2 0 0,36 73 0,-43-100 0,0 0 0,10 13 0,-14-22 0,0 0 0,0 0 0,1 0 0,-1 0 0,1-1 0,-1 1 0,1-1 0,0 0 0,0 0 0,0 0 0,1 0 0,-1 0 0,4 1 0,-6-3 0,1 0 0,-1 1 0,0-1 0,0 0 0,1 0 0,-1 0 0,0 0 0,0 0 0,1 0 0,-1-1 0,0 1 0,0 0 0,1-1 0,-1 1 0,0-1 0,0 1 0,0-1 0,0 1 0,2-2 0,-1 0 0,1 0 0,-1 0 0,0 0 0,-1 0 0,1-1 0,0 1 0,-1-1 0,3-3 0,0-3 0,-1 0 0,0-1 0,0 1 0,1-11 0,-1 4 0,-1-25 0,-1 12 0,-1 28 0,0 0 0,0 0 0,0 0 0,0 0 0,0 0 0,0 0 0,0 1 0,0-1 0,1 0 0,-1 0 0,0 0 0,1 0 0,-1 0 0,0 1 0,1-1 0,-1 0 0,1 0 0,-1 1 0,1-1 0,0 0 0,-1 1 0,1-1 0,0 1 0,-1-1 0,1 0 0,0 1 0,0 0 0,-1-1 0,1 1 0,0-1 0,0 1 0,0 0 0,0 0 0,0 0 0,-1-1 0,1 1 0,0 0 0,0 0 0,0 0 0,0 0 0,0 0 0,0 0 0,0 1 0,-1-1 0,1 0 0,0 0 0,0 1 0,0-1 0,0 0 0,0 1 0,8 3 0,-1 0 0,0 0 0,0 1 0,7 5 0,-8-5 0,22 15 0,4 2 0,52 28 0,-74-45 0,0 0 0,1-1 0,-1 0 0,1-1 0,-1 0 0,1-1 0,0 0 0,0-1 0,16 0 0,-25-1 0,0 0 0,0-1 0,-1 1 0,1 0 0,0-1 0,-1 0 0,1 1 0,0-1 0,-1 0 0,1 0 0,-1-1 0,0 1 0,1-1 0,-1 1 0,0-1 0,0 1 0,0-1 0,0 0 0,0 0 0,0 0 0,-1 0 0,1-1 0,0 1 0,-1 0 0,0-1 0,0 1 0,0-1 0,0 1 0,0-1 0,1-4 0,-1 0 0,0 1 0,-1 0 0,0-1 0,0 1 0,-1 0 0,1 0 0,-1-1 0,0 1 0,-1 0 0,0 0 0,0 0 0,-4-8 0,4 10 0,-27-51 0,26 49 0,-1 0 0,0 1 0,0 0 0,-1 0 0,1 0 0,-1 1 0,-6-6 0,10 10 0,0-1 0,0 0 0,-1 0 0,1 1 0,0-1 0,0 1 0,0-1 0,0 1 0,-1-1 0,1 1 0,0 0 0,0-1 0,-1 1 0,1 0 0,0 0 0,0 0 0,-1 0 0,-1 0 0,2 1 0,0-1 0,0 1 0,0-1 0,0 1 0,0 0 0,0-1 0,1 1 0,-1 0 0,0-1 0,0 1 0,1 0 0,-1 0 0,0 0 0,1 0 0,-1 0 0,1 0 0,-1 1 0,-1 4 0,0 0 0,1 0 0,0 1 0,0-1 0,1 0 0,-1 8 0,2 2 0,0 0 0,0 1 0,2-1 0,0 0 0,0 0 0,2 0 0,0-1 0,1 0 0,14 29 0,-19-42 0,3 4 0,-1 0 0,1 0 0,0 0 0,8 9 0,-10-13 0,0 0 0,0-1 0,0 1 0,0-1 0,0 1 0,1-1 0,-1 0 0,1 0 0,-1 0 0,1 0 0,-1-1 0,1 1 0,0-1 0,-1 1 0,6-1 0,5 0-1365,0 0-5461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25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 24575,'-7'18'0,"0"1"0,2 0 0,0 0 0,2 1 0,0-1 0,1 1 0,1 0 0,1 27 0,2-30 0,0-1 0,1 1 0,1-1 0,0 0 0,1 0 0,1-1 0,0 1 0,1-1 0,1-1 0,12 19 0,-14-22 0,-6-11 0,0 1 0,0-1 0,0 0 0,0 0 0,0 0 0,0 0 0,0 0 0,0 0 0,0 0 0,0 0 0,0 0 0,0 1 0,-1-1 0,1 0 0,0 0 0,0 0 0,0 0 0,0 0 0,0 0 0,0 0 0,0 0 0,0 0 0,0 0 0,0 0 0,-1 0 0,1 0 0,0 0 0,0 0 0,0 0 0,0 0 0,0 0 0,0 0 0,0 0 0,-1 0 0,1 0 0,0 0 0,0 0 0,0 0 0,0 0 0,0 0 0,0 0 0,0 0 0,0 0 0,-1 0 0,1 0 0,0 0 0,0 0 0,-20-10 0,13 6 0,-58-29-1365,45 23-5461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25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13 24575,'0'-12'0,"0"12"0,0 0 0,1 0 0,-1 0 0,0 0 0,0 0 0,0 0 0,0 0 0,0 0 0,0 0 0,0 0 0,0 0 0,0 0 0,0 0 0,0 0 0,0 0 0,0 0 0,0 0 0,0 0 0,0 0 0,0 0 0,0 0 0,0 0 0,0 0 0,0 0 0,0 0 0,0 0 0,0 0 0,0 0 0,0 0 0,0 0 0,0 0 0,0 0 0,1 0 0,-1 0 0,0 0 0,0 0 0,0 0 0,0 0 0,0 0 0,0 0 0,3 19 0,1-1 0,109 352 0,-53-191 0,-57-168 0,10 23 0,-10-32 0,-2-6 0,0-7 0,-3-5 0,0-1 0,-2 1 0,1 0 0,-2 0 0,-7-19 0,-40-75 0,44 95 0,5 8 0,-1 0 0,0 0 0,-1 0 0,0 1 0,0 0 0,0 0 0,0 0 0,-12-9 0,13 12 0,-1 0 0,-1 0 0,1 0 0,0 1 0,-1 0 0,1-1 0,-1 2 0,1-1 0,-1 1 0,0 0 0,0 0 0,-8 0 0,-24 2-361,-44 7 0,70-7-282,-12 2-6183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26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72 119 24575,'55'133'0,"79"180"0,-113-276 0,-15-27 0,0 1 0,8 17 0,-15-25 0,-4-7 0,-5-6 0,-43-61 0,-80-142 0,70 82 0,53 105 0,1-1 0,1-1 0,-5-29 0,12 51 0,1 1 0,-1-1 0,1 1 0,0-1 0,0 0 0,0 1 0,3-11 0,-3 14 0,1 1 0,-1-1 0,1 0 0,0 1 0,0-1 0,0 0 0,0 1 0,0-1 0,0 1 0,0 0 0,0-1 0,0 1 0,1 0 0,-1 0 0,1-1 0,-1 1 0,1 0 0,-1 1 0,1-1 0,-1 0 0,1 0 0,0 1 0,0-1 0,-1 1 0,1-1 0,0 1 0,3-1 0,3 1 0,0 0 0,1 1 0,-1 0 0,0 0 0,1 1 0,-1 0 0,0 0 0,0 1 0,14 6 0,-3 1 0,0 0 0,29 23 0,-39-27 0,-1 1 0,0 0 0,-1 0 0,1 1 0,7 12 0,-13-18 0,-1 0 0,1 1 0,-1-1 0,0 1 0,0-1 0,0 1 0,0-1 0,0 1 0,-1 0 0,1-1 0,-1 5 0,0-5 0,0 0 0,0-1 0,-1 1 0,1 0 0,-1-1 0,1 1 0,-1 0 0,1-1 0,-1 1 0,0-1 0,0 1 0,0-1 0,0 1 0,0-1 0,0 0 0,0 0 0,-1 1 0,1-1 0,0 0 0,-2 1 0,-3 2 6,-1-1 1,1 0-1,0 0 0,-1 0 0,0-1 1,0 1-1,0-2 0,0 1 0,0-1 1,-7 0-1,-14 1-241,-34-3-1,31-1-727,17 2-5863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27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188 116 24575,'-24'-16'0,"-44"-25"0,60 36 0,-1 1 0,0 0 0,0 1 0,0 0 0,-18-4 0,26 7 0,0 0 0,0 0 0,0-1 0,0 1 0,0 0 0,0 0 0,0 0 0,0 0 0,0 0 0,0 1 0,0-1 0,0 0 0,0 0 0,0 1 0,0-1 0,0 0 0,0 1 0,1-1 0,-1 1 0,0-1 0,-1 2 0,1-1 0,1 0 0,0-1 0,-1 1 0,1 0 0,0 0 0,0 0 0,-1 0 0,1 0 0,0-1 0,0 1 0,0 0 0,0 0 0,0 0 0,0 0 0,0 0 0,0 0 0,1-1 0,-1 1 0,1 1 0,0 3 0,1-1 0,0 0 0,0 0 0,1 0 0,-1 0 0,1 0 0,5 6 0,1-2 0,0 0 0,0-1 0,0 0 0,1 0 0,0-1 0,0 0 0,1-1 0,0 0 0,0-1 0,0 0 0,0-1 0,1 0 0,-1-1 0,18 2 0,-26-4 0,-1 0 0,1 0 0,-1 0 0,1-1 0,-1 1 0,1-1 0,-1 1 0,1-1 0,-1 0 0,0 0 0,1 0 0,-1 0 0,0 0 0,0 0 0,0-1 0,0 1 0,0-1 0,0 1 0,0-1 0,0 0 0,0 0 0,-1 0 0,1 0 0,-1 0 0,0 0 0,1 0 0,-1-1 0,0 1 0,0 0 0,0-1 0,-1 1 0,1 0 0,-1-1 0,1 1 0,-1-5 0,0 2 0,0 1 0,0-1 0,0 1 0,-1 0 0,1-1 0,-1 1 0,0-1 0,-1 1 0,1 0 0,-1 0 0,0 0 0,0 0 0,0 0 0,-1 0 0,1 0 0,-1 1 0,0-1 0,0 1 0,-5-5 0,2 4-227,0-1-1,0 2 1,-1-1-1,1 1 1,-11-4-1,3 3-6598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27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24575,'0'-2'0,"0"-1"0,0 1 0,0 0 0,0 0 0,1-1 0,-1 1 0,0 0 0,2-3 0,-2 4 0,0 1 0,0 0 0,0 0 0,0 0 0,1-1 0,-1 1 0,0 0 0,0 0 0,0 0 0,0-1 0,1 1 0,-1 0 0,0 0 0,0 0 0,1 0 0,-1 0 0,0 0 0,0-1 0,1 1 0,-1 0 0,0 0 0,0 0 0,1 0 0,-1 0 0,0 0 0,1 0 0,10 6 0,-3 1 0,-1 0 0,1 0 0,10 15 0,-12-14 0,1 0 0,0 0 0,14 11 0,-14-13 0,0-1 0,1-1 0,0 1 0,0-2 0,13 6 0,-18-8 0,1 0 0,0 0 0,0 0 0,-1 0 0,1-1 0,0 1 0,0-1 0,0 0 0,0 0 0,-1-1 0,1 1 0,0-1 0,0 0 0,0 0 0,4-2 0,-6 2 0,-1 0 0,0 0 0,1 0 0,-1 0 0,1 0 0,-1 0 0,0 0 0,0-1 0,0 1 0,0-1 0,0 1 0,0 0 0,0-1 0,0 0 0,-1 1 0,1-1 0,0 1 0,-1-1 0,1 0 0,-1 1 0,0-3 0,1-5 0,0 1 0,-1-1 0,-1-10 0,0-9 0,1 28 0,0-1 0,0 1 0,0 0 0,0 0 0,0 0 0,0-1 0,0 1 0,0 0 0,0 0 0,0 0 0,0 0 0,0-1 0,0 1 0,0 0 0,0 0 0,0 0 0,1 0 0,-1 0 0,0-1 0,0 1 0,0 0 0,0 0 0,0 0 0,0 0 0,1 0 0,-1 0 0,0-1 0,0 1 0,0 0 0,0 0 0,0 0 0,1 0 0,-1 0 0,0 0 0,0 0 0,7 3 0,8 14 0,-11-13 0,3 3 0,0-1 0,0 0 0,1 0 0,0-1 0,0 0 0,0 0 0,1-1 0,0 0 0,0-1 0,0 0 0,0 0 0,0-1 0,0 0 0,1 0 0,-1-1 0,1 0 0,-1-1 0,1 0 0,-1-1 0,1 0 0,-1 0 0,12-4 0,-19 4 0,0 1 0,0-1 0,0 0 0,-1 0 0,1 0 0,0 0 0,-1 0 0,1 0 0,0 0 0,-1 0 0,0-1 0,1 1 0,-1-1 0,0 1 0,0-1 0,1 1 0,-1-1 0,-1 0 0,2-2 0,-1 1 0,0-1 0,0 1 0,0-1 0,-1 1 0,1-1 0,-1 1 0,0-1 0,0 1 0,-1-1 0,0-3 0,0-1 0,-1 1 0,0-1 0,0 1 0,-1 0 0,0 0 0,0 1 0,-1-1 0,0 0 0,-8-9 0,1 4-1365,1 2-5461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28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191 260 24575,'-7'-12'0,"-43"-61"0,44 66 0,0 0 0,0 1 0,0-1 0,-1 1 0,0 0 0,0 1 0,-10-6 0,15 10 0,0 0 0,1 0 0,-1 0 0,0 1 0,1-1 0,-1 0 0,0 1 0,0-1 0,1 1 0,-1 0 0,0 0 0,0 0 0,0 0 0,0 0 0,1 0 0,-1 0 0,0 0 0,0 1 0,0-1 0,-3 2 0,3-1 0,0 1 0,1-1 0,-1 1 0,0-1 0,1 1 0,-1 0 0,1-1 0,-1 1 0,1 0 0,0 0 0,-1 0 0,1 0 0,0 0 0,-1 4 0,0 0 0,1 0 0,-1 1 0,1-1 0,0 1 0,1-1 0,-1 1 0,1-1 0,0 1 0,1-1 0,2 13 0,-1-14 0,0 1 0,0-1 0,0 1 0,1-1 0,0 0 0,0 0 0,1 0 0,-1 0 0,1-1 0,0 1 0,0-1 0,0 0 0,8 5 0,-2-2 0,1 0 0,1-1 0,-1-1 0,1 0 0,15 5 0,22 3 0,0-1 0,0-3 0,1-2 0,0-2 0,68-2 0,-112-3 0,1 0 0,0-1 0,-1 0 0,1 0 0,-1 0 0,1-1 0,10-4 0,-14 5 0,0-1 0,0 0 0,0 0 0,0 0 0,-1 0 0,1 0 0,-1 0 0,1-1 0,-1 1 0,0-1 0,0 0 0,0 1 0,0-1 0,0 0 0,-1 0 0,3-6 0,-1 0 0,0-1 0,-1 0 0,0 1 0,-1-1 0,0 0 0,0 0 0,-1 0 0,0 0 0,-3-19 0,-3 1 0,-1 0 0,-12-30 0,10 33 0,1-3 0,5 17 0,0 1 0,-7-17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28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76 24575,'-5'-9'0,"2"3"0,-1 0 0,0 0 0,0 0 0,0 1 0,0 0 0,-1-1 0,0 1 0,0 1 0,-1-1 0,-7-4 0,13 8 0,-1 1 0,1 0 0,-1-1 0,0 1 0,1 0 0,-1 0 0,1-1 0,-1 1 0,0 0 0,1 0 0,-1 0 0,0 0 0,1 0 0,-1 0 0,0 0 0,1 0 0,-1 0 0,0 0 0,1 1 0,-1-1 0,1 0 0,-1 0 0,0 0 0,0 1 0,0 0 0,0 0 0,0 0 0,1 0 0,-1 0 0,0-1 0,1 1 0,-1 0 0,1 0 0,-1 1 0,1-1 0,-1 0 0,0 2 0,0 3 0,0-1 0,1 1 0,-1 0 0,2 8 0,-1-4 0,1 0 0,1 0 0,0 0 0,1 0 0,0-1 0,0 1 0,1-1 0,0 0 0,0 0 0,1 0 0,1 0 0,-1-1 0,2 0 0,-1 0 0,1-1 0,0 0 0,0 0 0,1 0 0,0-1 0,13 9 0,-20-15-8,6 4 34,1 0 0,-1 1-1,0 0 1,9 9 0,-15-13-72,0 0-1,0 1 1,0-1-1,0 0 1,0 0-1,0 1 1,0-1 0,0 0-1,0 1 1,-1-1-1,1 1 1,-1-1-1,1 1 1,-1-1-1,1 1 1,-1 0 0,0-1-1,0 1 1,0-1-1,0 1 1,0 0-1,0-1 1,0 1-1,0 0 1,-1-1 0,1 1-1,-1-1 1,1 1-1,-1-1 1,0 1-1,-1 1 1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29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31 24575,'13'6'0,"0"2"0,12 8 0,-22-14 0,0 0 0,-1 0 0,1 0 0,-1 0 0,0 0 0,1 1 0,-1-1 0,0 1 0,0 0 0,-1 0 0,1-1 0,-1 1 0,1 0 0,-1 0 0,1 5 0,-1-7 0,-1 1 0,0-1 0,0 1 0,0-1 0,0 0 0,0 1 0,-1-1 0,1 1 0,0-1 0,-1 1 0,1-1 0,-1 0 0,1 1 0,-1-1 0,0 0 0,1 0 0,-1 1 0,-1 0 0,0 0 0,0 0 0,-1 0 0,1 0 0,0-1 0,0 1 0,-1-1 0,1 1 0,-6 1 0,0 0 0,-1-1 0,1 0 0,-1 0 0,-17 1 0,11-2 0,-1-1 0,1 0 0,0-1 0,0-1 0,-18-4 0,29 5 0,-1-1 0,1 1 0,-1 0 0,1-1 0,-1 0 0,1 0 0,0-1 0,0 1 0,0-1 0,0 0 0,1 0 0,-1 0 0,1 0 0,0-1 0,0 1 0,0-1 0,0 0 0,0 0 0,1 0 0,-4-8 0,5 10 0,1 0 0,-1 0 0,0-1 0,1 1 0,0 0 0,-1 0 0,1-1 0,0 1 0,0 0 0,0-1 0,1 1 0,-1 0 0,1 0 0,-1-1 0,1 1 0,-1 0 0,1 0 0,0 0 0,0 0 0,0 0 0,1 0 0,-1 0 0,0 0 0,1 0 0,-1 1 0,1-1 0,-1 0 0,1 1 0,0 0 0,0-1 0,0 1 0,0 0 0,2-1 0,3-2 0,0 1 0,0 0 0,0 1 0,0 0 0,1 0 0,-1 0 0,1 1 0,13-1 0,-13 2-273,0 1 0,0 0 0,0 0 0,9 3 0,-4-1-6553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29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325 239 24575,'-1'-2'0,"-76"-107"0,60 86 0,-2 1 0,-33-31 0,48 50 0,-1-1 0,1 1 0,-1 0 0,1 0 0,-1 0 0,0 1 0,-10-4 0,13 5 0,0 1 0,-1-1 0,1 1 0,0 0 0,0-1 0,0 1 0,0 0 0,0 1 0,-1-1 0,1 0 0,0 0 0,0 1 0,0-1 0,0 1 0,0 0 0,0 0 0,0 0 0,0 0 0,0 0 0,1 0 0,-1 0 0,-3 3 0,-1 2 0,1 1 0,0-1 0,0 1 0,1 0 0,0 0 0,0 1 0,1-1 0,-1 1 0,2-1 0,-4 15 0,1-1 0,1 1 0,-1 40 0,5-23-61,2 0 0,1-1-1,2 1 1,2 0 0,12 39-1,6 0-121,47 104-1,-69-176 183,56 119-85,-46-101 120,1 0-1,34 42 1,-46-63 49,0 0 0,1-1 1,0 1-1,-1-1 0,1 1 0,0-1 1,5 3-1,-8-5-81,1 0-1,-1 0 1,1 0-1,-1 0 1,0 0 0,1 1-1,-1-1 1,0 0-1,1 0 1,-1 0 0,1 0-1,-1 0 1,0 0-1,1 0 1,-1 0-1,1 0 1,-1-1 0,0 1-1,1 0 1,-1 0-1,0 0 1,1 0 0,-1-1-1,1 1 1,-1 0-1,0 0 1,1-1 0,0 0-2,-1 0 1,1 0 0,-1 0 0,1 0-1,-1-1 1,1 1 0,-1 0 0,0 0-1,0-1 1,0 1 0,1 0 0,-1 0-1,-1-3 1,1-3-1,-1-1 0,0 1 0,-1-1 0,0 1 0,0 0 0,0-1 0,-1 1 0,0 1 0,-8-13 0,-4-5 0,-22-26 0,36 48 0,-17-20 0,-33-32 0,40 44 0,-1 1 0,1 0 0,-1 0 0,-26-13 0,35 21-85,0 0 0,1-1-1,-1 1 1,0 0 0,0 1-1,0-1 1,0 1 0,0-1-1,0 1 1,0 0 0,0 0-1,0 0 1,0 0 0,0 0-1,-5 2 1,-1 2-6741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30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24575,'8'-8'0,"0"0"0,1 1 0,0 0 0,0 1 0,0 0 0,1 0 0,0 1 0,15-6 0,-21 10 0,1-1 0,-1 1 0,1 0 0,-1 0 0,1 1 0,0-1 0,-1 1 0,1 0 0,0 0 0,-1 1 0,1 0 0,-1-1 0,1 1 0,-1 1 0,1-1 0,-1 1 0,1 0 0,-1 0 0,0 0 0,0 0 0,0 1 0,6 5 0,-3-2 0,1 1 0,-2 0 0,1 0 0,-1 0 0,-1 1 0,1 0 0,-1 0 0,6 13 0,-10-17 0,1 0 0,0 1 0,-1 0 0,0-1 0,0 1 0,0 0 0,-1 0 0,1 0 0,-1-1 0,-1 1 0,1 0 0,0 0 0,-1 0 0,0-1 0,0 1 0,-1 0 0,1-1 0,-4 8 0,-4 3 0,-1-1 0,-17 23 0,17-26 0,1 0 0,1 1 0,0 0 0,-9 20 0,16-30 0,0 0 0,0 0 0,1 0 0,-1 1 0,1-1 0,0 0 0,-1 0 0,1 0 0,0 1 0,0-1 0,0 0 0,1 0 0,-1 0 0,1 0 0,-1 1 0,1-1 0,1 3 0,0-2 0,0 1 0,0-1 0,0 0 0,0 0 0,0-1 0,1 1 0,0 0 0,-1-1 0,7 4 0,0 0 0,0 0 0,1-1 0,0-1 0,0 0 0,0 0 0,15 3 0,-11-4-111,50 10 356,-56-12-495,0 0 0,0-1 0,0 0 1,0-1-1,15-2 0,-10 0-6576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30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24575,'27'-3'0,"14"0"0,5 0 0,-1 0 0,-3 2 0,-3-1 0,-4 4 0,-3 1 0,-4 0 0,-5 0 0,-3 1 0,-4 1 0,-3-1-8191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33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42 24575,'-20'-15'0,"12"10"0,1-1 0,-1 1 0,-8-4 0,16 9 0,-1 0 0,1 0 0,0-1 0,-1 1 0,1 0 0,-1 0 0,1 0 0,0 0 0,-1 0 0,1 0 0,0 0 0,-1 0 0,1 0 0,-1 0 0,1 0 0,0 0 0,-1 0 0,1 0 0,0 0 0,-1 0 0,1 0 0,0 1 0,-1-1 0,1 0 0,0 0 0,-1 0 0,1 1 0,0-1 0,-1 0 0,1 0 0,0 1 0,0-1 0,-1 0 0,-3 16 0,5 17 0,5 2 0,2 0 0,2 0 0,24 58 0,-20-59 0,-2 0 0,-1 2 0,9 54 0,-17-72-341,0-1 0,0 1-1,10 26 1,-9-35-6485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34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27 24575,'-3'-3'0,"0"0"0,0 1 0,0-1 0,0 1 0,-1 0 0,1 0 0,-1 0 0,1 0 0,-1 1 0,-7-3 0,9 4 0,1-1 0,0 1 0,-1 0 0,1 0 0,-1 0 0,1 0 0,0 0 0,-1 1 0,1-1 0,0 0 0,-1 1 0,1-1 0,0 1 0,-1-1 0,1 1 0,0-1 0,0 1 0,0 0 0,0 0 0,0 0 0,0 0 0,0 0 0,0 0 0,0 0 0,0 0 0,0 0 0,0 0 0,1 0 0,-1 0 0,0 1 0,1-1 0,-1 0 0,1 0 0,-1 3 0,-2 7 0,1-1 0,0 1 0,0-1 0,1 1 0,1 0 0,1 13 0,9 66 0,2-33 0,3 0 0,25 63 0,-27-81 0,33 81 0,5 12 0,-41-101 0,-1 0 0,6 42 0,-15-69 0,3 22 0,-3-25 0,0 0 0,0 0 0,0 0 0,0 0 0,0 0 0,0 0 0,0 0 0,-1 0 0,1 0 0,0 0 0,-1 0 0,1 0 0,0 0 0,-1 0 0,1 0 0,-1 0 0,1-1 0,-1 1 0,1 0 0,-2 1 0,2-2 0,-1 0 0,1 0 0,-1-1 0,1 1 0,0 0 0,-1 0 0,1 0 0,-1 0 0,1 0 0,0 0 0,-1 0 0,1-1 0,0 1 0,-1 0 0,1 0 0,0-1 0,0 1 0,-1 0 0,1 0 0,0-1 0,0 1 0,-1 0 0,1-1 0,0 1 0,0 0 0,0-1 0,-1 1 0,1-1 0,-6-11 0,-6-22 0,-8-38 0,-4-10 0,-42-92-1365,56 147-5461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34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41 290 24575,'0'-40'0,"1"7"0,-1 0 0,-10-63 0,9 92 0,0 0 0,0 0 0,0 0 0,-1 0 0,1 0 0,-1 0 0,0 0 0,0 0 0,0 1 0,-1-1 0,1 1 0,-1 0 0,-6-6 0,33 8 0,222 2 0,-16 0 0,-108 6 0,48 1 0,157-10 0,218 3 0,-385 6 0,48 1 0,332-30-572,-315 9 422,515-11 150,-728 24-311,0 0 0,-1 1-1,20 4 1,-19-2-5913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36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5 24575,'-36'-3'0,"25"2"0,0 0 0,-18 2 0,-33 7 0,35-3 0,-38 1 0,29-5 0,-44 6 0,57-4-682,-31 0-1,42-3-6143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37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406 192 24575,'-34'-44'0,"18"22"0,-1 0 0,-1 2 0,0 0 0,-30-25 0,44 43 0,0-1 0,-1 1 0,1 0 0,0 0 0,0 0 0,-1 1 0,1 0 0,-1 0 0,0 0 0,1 0 0,-1 1 0,0-1 0,1 1 0,-1 0 0,0 1 0,1-1 0,-1 1 0,-5 1 0,-8 3 0,0 1 0,0 1 0,-19 10 0,22-11 0,10-3 0,-1-1 0,1 1 0,0 0 0,0 1 0,0-1 0,-7 7 0,11-8 0,-1-1 0,1 1 0,-1 0 0,1 0 0,0 0 0,0 0 0,0 0 0,0 0 0,0 0 0,1 0 0,-1 0 0,1 0 0,-1 0 0,1 1 0,0-1 0,0 0 0,0 0 0,0 0 0,0 1 0,1 3 0,1 1 0,0-1 0,0 1 0,1-1 0,0 0 0,0 1 0,1-1 0,0-1 0,0 1 0,0 0 0,1-1 0,-1 0 0,1 0 0,0-1 0,1 1 0,-1-1 0,10 5 0,8 5 0,1-1 0,45 17 0,-56-25 0,0-1 0,0 0 0,17 2 0,-23-5 0,0-1 0,0 1 0,1-1 0,-1 0 0,0-1 0,0 1 0,13-4 0,-18 3 0,0 0 0,0 0 0,0 0 0,0 0 0,0 0 0,0-1 0,-1 1 0,1-1 0,0 1 0,-1-1 0,1 1 0,-1-1 0,0 0 0,0 0 0,1 1 0,-1-1 0,0 0 0,0 0 0,-1 0 0,1 0 0,0 0 0,-1-1 0,1 1 0,-1 0 0,0 0 0,1 0 0,-1 0 0,0-1 0,-1-3 0,1 0 0,-1 0 0,0 0 0,0 0 0,-1 0 0,1 0 0,-1 0 0,0 0 0,-1 1 0,-4-8 0,7 12 0,0 1 0,0 0 0,0-1 0,0 1 0,-1 0 0,1-1 0,0 1 0,0 0 0,0-1 0,0 1 0,-1 0 0,1 0 0,0-1 0,0 1 0,-1 0 0,1 0 0,0-1 0,0 1 0,-1 0 0,1 0 0,0 0 0,-1 0 0,1 0 0,0-1 0,-1 1 0,1 0 0,0 0 0,-1 0 0,1 0 0,0 0 0,-1 0 0,0 0 0,-2 11 0,4 18 0,4-17-31,0 0 0,1-1 1,0 1-1,1-1 0,0-1 0,0 1 0,1-1 0,11 10 0,0 3-1056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38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24575,'46'-22'0,"-17"8"0,54-18 0,-79 31 0,0 0 0,0 0 0,0 1 0,0 0 0,0 0 0,0 0 0,0 0 0,0 0 0,0 1 0,0 0 0,0 0 0,0 0 0,0 0 0,0 1 0,0-1 0,-1 1 0,1 0 0,-1 0 0,1 1 0,-1-1 0,0 1 0,0-1 0,0 1 0,0 0 0,0 0 0,3 6 0,0-1 0,-1 0 0,0 0 0,-1 0 0,1 0 0,-2 1 0,1 0 0,-1 0 0,-1 0 0,0 0 0,2 16 0,-3-8 0,-1-1 0,0 1 0,-1 0 0,-7 30 0,1-18 0,-21 51 0,26-76 0,1 0 0,-1-1 0,1 1 0,0 0 0,1 0 0,-1 0 0,0 0 0,1 7 0,0-9 0,1 0 0,-1 0 0,1 0 0,-1 0 0,1-1 0,0 1 0,0 0 0,-1 0 0,1-1 0,1 1 0,-1-1 0,0 1 0,0-1 0,0 1 0,1-1 0,-1 1 0,1-1 0,-1 0 0,1 0 0,2 1 0,7 4 0,0 0 0,1-1 0,0-1 0,0 1 0,1-2 0,-1 0 0,1-1 0,-1 0 0,1 0 0,24-2 0,-13-5-1365,-15 2-5461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38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31 24575,'-27'-2'0,"-16"-4"0,-3-1 0,1 2 0,3 1 0,7 1 0,6 1 0,6 1 0,5 1 0,4 0-8191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39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45 24575,'-27'-8'0,"-13"-1"0,-4-1 0,5 3 0,3 1 0,6 3 0,5 1 0,2 4 0,2 1 0,3 3 0,2 0 0,3 2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39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24575,'15'37'0,"10"22"0,39 66 0,-45-94-65,-10-17-260,0 0 0,-1 1 0,12 28 0,-17-34-6501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40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24575,'12'24'0,"7"14"0,4 4 0,2 1 0,-2-2 0,-2-4 0,-2-3 0,-4-4 0,-3-3 0,-2-4 0,-2-2 0,-1-4 0,0-1 0,-1-1 0,-1-4-8191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40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46 24575,'-27'-5'0,"-14"-4"0,-2-1 0,1 2 0,3 2 0,5 2 0,7 2 0,2 1 0,4 1 0,2 0 0,2 0 0,5 1-8191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41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26 24575,'-5'-20'0,"4"15"0,3 12 0,13 51 0,3 0 0,31 66 0,-35-97 0,1-2 0,2 0 0,0-1 0,2 0 0,24 23 0,20 22-1365,-53-57-5461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42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442 13 24575,'-2'-2'0,"0"1"0,-1 0 0,1-1 0,-1 1 0,1 0 0,-1 1 0,0-1 0,1 0 0,-1 1 0,0 0 0,0-1 0,1 1 0,-1 0 0,0 0 0,1 1 0,-5 0 0,-3 1 0,1 1 0,0 0 0,-13 7 0,13-6 0,0 0 0,0-1 0,-11 3 0,-67 6 0,77-10 0,0-1 0,-1 0 0,1-1 0,-1 0 0,1 0 0,-1-1 0,1-1 0,-13-2 0,7 1 0,-1 1 0,1 0 0,-1 1 0,-17 2 0,30-1 0,109 1 0,56-2 0,-129-2-138,-1-2-1,0-2 0,31-9 1,-40 10-673,-10 3-6015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50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36 24575,'-19'0'0,"-42"1"0,0-3 0,-107-17 0,107 5 0,51 12-1365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52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360 103 24575,'1'-1'0,"-1"0"0,1 0 0,-1-1 0,1 1 0,-1 0 0,0 0 0,0 0 0,0-1 0,1 1 0,-1 0 0,0 0 0,0-1 0,-1 1 0,1 0 0,0 0 0,0-1 0,-1 1 0,1 0 0,0 0 0,-1-2 0,-1 1 0,1 0 0,-1 0 0,1 0 0,-1 0 0,0 0 0,1 0 0,-1 0 0,0 1 0,-3-3 0,-1 1 0,0-1 0,0 1 0,0 0 0,-1 1 0,1 0 0,-13-3 0,-36-10 0,42 11 0,-1 0 0,1 1 0,0 1 0,-21-2 0,25 4 0,0 0 0,0 0 0,0 1 0,-1 0 0,1 1 0,-12 4 0,17-5 0,0 1 0,1 0 0,-1-1 0,1 2 0,-1-1 0,1 0 0,0 1 0,0-1 0,0 1 0,0 0 0,0 0 0,1 0 0,-1 0 0,1 1 0,0-1 0,0 1 0,-2 3 0,2-2 0,0 0 0,0 0 0,1 0 0,-1 0 0,1 1 0,0-1 0,1 0 0,-1 0 0,1 1 0,0-1 0,0 1 0,1-1 0,0 0 0,1 6 0,-1-7 0,1 0 0,-1 0 0,1 0 0,0 0 0,0 0 0,1-1 0,-1 1 0,1-1 0,0 0 0,0 1 0,0-1 0,0 0 0,0-1 0,1 1 0,-1-1 0,1 1 0,0-1 0,4 2 0,16 6 0,1-1 0,0 0 0,0-2 0,1-1 0,0-1 0,0-2 0,38 2 0,-61-5 0,-1 0 0,0 0 0,1 0 0,-1 0 0,0-1 0,0 1 0,1-1 0,-1 1 0,0-1 0,0 0 0,0 0 0,0 0 0,0 0 0,2-1 0,-2 0 0,-1 1 0,0-1 0,0 1 0,0-1 0,0 1 0,0-1 0,0 0 0,0 1 0,-1-1 0,1 0 0,0 0 0,-1 0 0,0 1 0,1-1 0,-1 0 0,0 0 0,0-3 0,0-4 0,-1 0 0,0 0 0,0 0 0,-1 0 0,0 0 0,0 1 0,-1-1 0,0 1 0,-1-1 0,0 1 0,0 0 0,-1 0 0,-9-12 0,14 19 0,-1 1 0,1 0 0,0 0 0,0-1 0,0 1 0,0 0 0,0 0 0,0 0 0,-1-1 0,1 1 0,0 0 0,0 0 0,0 0 0,-1 0 0,1-1 0,0 1 0,0 0 0,0 0 0,-1 0 0,1 0 0,0 0 0,0 0 0,-1 0 0,1 0 0,0-1 0,0 1 0,-1 0 0,1 0 0,0 0 0,0 0 0,-1 0 0,1 0 0,0 1 0,-1-1 0,1 0 0,0 0 0,0 0 0,-1 0 0,-2 11 0,5 16 0,1-18 15,0 0 0,1 0 0,-1-1 0,2 1 0,-1-1 0,1 0 0,10 13 0,-5-9-386,1 0-1,0-1 1,23 18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52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45 24575,'-25'-5'0,"-13"-2"0,-2-1 0,3-1 0,3 3 0,5 1 0,5 2 0,3 1 0,4 4 0,2 1 0,1 1 0,3 1 0,1 1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53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50 24575,'-1'-4'0,"-2"-5"0,0 1 0,-7-14 0,4 16 0,4 12 0,3 14 0,24 88 117,1 3-1599,-24-96-5344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54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24575,'0'-4'0,"0"-1"0,0 1 0,1-1 0,0 1 0,-1-1 0,2 1 0,-1-1 0,0 1 0,1 0 0,0-1 0,0 1 0,0 0 0,5-6 0,-5 8 0,0 0 0,0 0 0,0 1 0,0-1 0,0 0 0,0 1 0,1-1 0,-1 1 0,1 0 0,-1 0 0,1 0 0,-1 0 0,1 0 0,0 0 0,-1 1 0,1-1 0,0 1 0,0 0 0,-1 0 0,1 0 0,0 0 0,0 0 0,4 2 0,8 2 0,-1 0 0,0 1 0,14 8 0,4 0 0,-29-12 0,0 0 0,-1 0 0,1 1 0,0-1 0,-1 1 0,1-1 0,-1 1 0,0 0 0,1 0 0,-1 0 0,0 0 0,0 0 0,0 1 0,2 2 0,-3-2 0,0-1 0,-1 0 0,1 1 0,0-1 0,-1 1 0,1-1 0,-1 1 0,0-1 0,0 1 0,0 0 0,0-1 0,0 1 0,-1-1 0,1 1 0,-1-1 0,-1 5 0,-4 9 0,-1-1 0,0-1 0,-1 1 0,-16 20 0,16-24 0,-1 2 0,2-1 0,0 1 0,0 0 0,1 0 0,-6 21 0,7-15 0,3-12 0,0 1 0,0 0 0,1-1 0,0 1 0,-1 14 0,2-20 0,1-1 0,-1 1 0,0 0 0,1-1 0,-1 1 0,1-1 0,-1 1 0,1 0 0,0-1 0,0 1 0,-1-1 0,1 0 0,0 1 0,0-1 0,0 0 0,1 1 0,-1-1 0,0 0 0,0 0 0,1 0 0,-1 0 0,1 0 0,-1 0 0,1-1 0,-1 1 0,1 0 0,-1-1 0,1 1 0,0-1 0,-1 0 0,1 1 0,2-1 0,7 1 0,1-1 0,-1 0 0,1-1 0,0 0 0,-1-1 0,15-4 0,12-1 0,-27 5-341,1-1 0,-1 0-1,12-6 1,-10 4-6485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2:54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467 11 24575,'-8'-3'0,"0"1"0,-1 0 0,1 1 0,-1 0 0,1 0 0,-1 1 0,-12 1 0,-2 1 0,-33 10 0,52-11 0,-24 4 0,0-2 0,-1 0 0,1-2 0,-31-3 0,5 1 0,-1 0-1365,32 1-5461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3:02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44 24575,'0'-2'0,"0"0"0,0-1 0,0 1 0,0 0 0,0 0 0,-1-1 0,1 1 0,-1 0 0,0 0 0,1 0 0,-1-1 0,0 1 0,0 0 0,-1 0 0,1 0 0,0 1 0,-3-5 0,3 6 0,1 0 0,0 0 0,-1 0 0,1 0 0,0-1 0,0 1 0,-1 0 0,1 0 0,0 0 0,-1 0 0,1 0 0,0 0 0,0 0 0,-1 0 0,1 0 0,0 0 0,-1 0 0,1 0 0,0 0 0,-1 0 0,1 0 0,0 0 0,0 1 0,-1-1 0,1 0 0,0 0 0,-1 0 0,1 0 0,0 0 0,0 1 0,-1-1 0,1 0 0,0 0 0,0 1 0,0-1 0,-1 0 0,1 0 0,0 1 0,0-1 0,0 0 0,0 0 0,0 1 0,0-1 0,-1 0 0,1 1 0,0-1 0,0 0 0,0 0 0,0 1 0,0-1 0,-3 18 0,2 5 0,1 0 0,0 0 0,2 0 0,1 0 0,8 33 0,41 109 0,-39-125 0,14 36 0,-21-64-1365,0-3-5461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3:03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427 9 24575,'2'-5'0,"-3"2"0,-6 4 0,0 1 0,-23 5 0,-1-2 0,-38 3 0,-24-1 0,-19 1 0,99-8-115,-25 6-1,26-4-1018,-3 1-5692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3:05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60 24575,'-39'-18'0,"-35"-13"0,66 28 0,0 1 0,-1 0 0,1 1 0,-1-1 0,1 2 0,-1-1 0,-10 1 0,15 1 0,0 0 0,1 0 0,-1 0 0,1 0 0,-1 0 0,1 1 0,-1-1 0,1 1 0,0 0 0,0 0 0,0 1 0,0-1 0,0 0 0,0 1 0,0 0 0,1 0 0,0 0 0,-1 0 0,1 0 0,-3 6 0,-2 6 0,0 0 0,1 0 0,-6 23 0,9-28 0,1-5 0,-3 10 0,1 0 0,0 1 0,1-1 0,-1 29 0,3-41 0,1 0 0,0 1 0,1-1 0,-1 0 0,0 0 0,1 0 0,0 1 0,0-1 0,0 0 0,0 0 0,0 0 0,1-1 0,-1 1 0,1 0 0,0 0 0,0-1 0,0 1 0,0-1 0,0 1 0,0-1 0,1 0 0,-1 0 0,1 0 0,-1 0 0,1-1 0,0 1 0,0-1 0,0 1 0,0-1 0,4 1 0,12 3 0,0 0 0,1-2 0,-1 0 0,1-1 0,35-1 0,-47-2 0,1 0 0,-1 0 0,0-1 0,0 0 0,0 0 0,0-1 0,8-4 0,-11 4 0,0 0 0,-1 1 0,0-2 0,1 1 0,-1 0 0,-1-1 0,1 0 0,0 0 0,-1 0 0,0 0 0,0 0 0,3-7 0,-4 7 0,1-1 0,-2 0 0,1 0 0,0 0 0,-1-1 0,0 1 0,-1 0 0,1 0 0,-1-1 0,0 1 0,0 0 0,0-1 0,-1 1 0,-1-7 0,-2 5 0,2 9 0,2 12 0,4-2-85,0 1 0,1-1-1,0 0 1,1 0 0,1-1-1,0 0 1,0 0 0,1 0-1,0-1 1,1 0 0,0-1-1,1 0 1,0 0 0,0-1-1,20 12 1,-18-14-6741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3:06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21 24575,'-27'-5'0,"-13"-2"0,-4 1 0,2 3 0,6 3 0,5 4 0,5 0 0,3 1 0,3 1 0,3-1 0,4 0-8191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3:06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24575,'0'12'0,"0"7"0,2 5 0,1 0 0,3 0 0,0-1 0,1 0 0,2-1 0,3 0 0,-2 0 0,0-1 0,2-1 0,-3-3 0,1 0 0,-2-2 0,-2-3-8191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3:07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 24575,'10'-10'0,"6"-7"0,1 1 0,38-28 0,-52 43 0,-1-1 0,1 1 0,0 0 0,0 0 0,0 0 0,0 0 0,0 0 0,0 1 0,0-1 0,0 1 0,1 0 0,-1 0 0,0 0 0,0 0 0,0 0 0,0 1 0,6 1 0,2 2 0,-1 0 0,1 1 0,15 9 0,-10-5 0,-9-5 0,1 0 0,-1 1 0,0 0 0,-1 1 0,1-1 0,-1 1 0,0 0 0,-1 1 0,0-1 0,0 1 0,6 11 0,-7-12 0,-2 0 0,1 1 0,-1-1 0,0 1 0,0 0 0,0 0 0,-1 0 0,0-1 0,-1 1 0,0 0 0,0 0 0,0 0 0,-1 0 0,-2 9 0,-7 22 0,-20 51 0,12-41 0,17-45 0,0 0 0,0 0 0,0 0 0,0 0 0,1 0 0,0 0 0,-1 1 0,1-1 0,1 3 0,-1-4 0,0-1 0,0 0 0,1 0 0,-1 0 0,1 0 0,-1 0 0,1 0 0,-1 0 0,1 0 0,0 0 0,-1 0 0,1-1 0,0 1 0,0 0 0,-1 0 0,1-1 0,0 1 0,0 0 0,0-1 0,0 1 0,0-1 0,0 1 0,0-1 0,0 1 0,1-1 0,-1 0 0,0 0 0,2 1 0,16 1 0,0-1 0,1-1 0,0 0 0,19-4 0,-33 3-170,0 0-1,0 0 0,-1-1 1,1 0-1,0 0 0,-1 0 1,7-4-1,-3 1-6655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3:07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0 24575,'-32'0'0,"-13"0"0,-4 2 0,5 4 0,1 3 0,4 2 0,3 2 0,4 2 0,3-3 0,8-3-8191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3:08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4210 44 24575,'0'-1'0,"-1"-1"0,1 0 0,0 1 0,-1-1 0,1 0 0,-1 1 0,0-1 0,1 1 0,-1-1 0,0 1 0,0-1 0,0 1 0,0-1 0,0 1 0,-1 0 0,1 0 0,0 0 0,-1-1 0,1 1 0,0 0 0,-1 1 0,1-1 0,-1 0 0,-3-1 0,1 0 0,-1 1 0,0-1 0,1 1 0,-1 0 0,0 0 0,0 0 0,-8 1 0,-59 7 0,24-1 0,-542 32-51,347-25-453,-142 2 504,-94 7 0,347-12 0,-404 23 0,428-28 0,-376 0 0,327-13 278,-191 15-1,309-4-277,-145 12 0,2 16 0,51-2-1365,113-23-5461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3:11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70 24575,'-38'-18'0,"15"6"0,-1 2 0,-1 0 0,-34-8 0,55 18 0,0-1 0,0 1 0,-1 0 0,1 0 0,0 0 0,0 0 0,-1 1 0,1 0 0,0 0 0,0 0 0,0 0 0,0 1 0,0 0 0,-6 3 0,7-4 0,1 1 0,-1 0 0,1 0 0,-1 0 0,1 0 0,-1 0 0,1 1 0,0-1 0,0 1 0,0 0 0,1-1 0,-1 1 0,1 0 0,-1 0 0,1 0 0,0 0 0,0 0 0,0 0 0,0 5 0,0-2 0,1-1 0,0 0 0,1 1 0,0-1 0,-1 0 0,2 0 0,-1 1 0,1-1 0,-1 0 0,1 0 0,1-1 0,-1 1 0,1 0 0,0-1 0,0 1 0,0-1 0,0 0 0,1 0 0,4 4 0,-2-3 0,-1 0 0,1-1 0,0 0 0,0 0 0,0-1 0,0 0 0,0 0 0,1 0 0,0-1 0,-1 1 0,1-2 0,0 1 0,0-1 0,9 1 0,-11-2 0,0 0 0,0 0 0,-1-1 0,1 1 0,0-1 0,0 0 0,9-3 0,-12 3 0,-1 0 0,1 1 0,-1-1 0,1-1 0,-1 1 0,1 0 0,-1 0 0,0-1 0,1 1 0,-1 0 0,0-1 0,0 1 0,0-1 0,0 0 0,0 1 0,0-1 0,-1 0 0,1 1 0,-1-1 0,1 0 0,-1 0 0,1 0 0,-1-3 0,0-81 0,-1 85 0,1 1 0,0-1 0,0 1 0,0-1 0,0 1 0,1-1 0,-1 1 0,0-1 0,0 1 0,0-1 0,0 1 0,0-1 0,1 1 0,-1-1 0,0 1 0,0-1 0,1 1 0,-1 0 0,0-1 0,1 1 0,-1 0 0,0-1 0,1 1 0,0-1 0,-1 1 0,1 0 0,-1 0 0,1 0 0,0 0 0,-1 0 0,1 0 0,-1 0 0,1 0 0,-1 1 0,1-1 0,-1 0 0,1 0 0,-1 0 0,1 1 0,-1-1 0,1 0 0,-1 1 0,1 0 0,21 21 0,-19-18 0,39 49-26,-29-36-242,1 1 0,0-2 1,2 0-1,26 22 0,-33-31-6558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3:11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14 24575,'-27'-3'0,"-11"0"0,-2 0 0,1 0 0,5 1 0,3 4 0,4 0 0,8 1-8191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3:11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24575,'-2'20'0,"1"11"0,1 3 0,1-2 0,2-4 0,4-2 0,-1-3 0,3-2 0,-1-4 0,-2-1 0,0-1 0,0-1 0,-1-2-8191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3:12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24575,'27'-12'0,"0"1"0,55-15 0,-74 24 0,1 0 0,-1 1 0,1 0 0,-1 0 0,1 1 0,-1 0 0,1 1 0,-1-1 0,1 2 0,-1-1 0,1 1 0,-1 1 0,0-1 0,14 8 0,-16-7 0,-1 0 0,0 1 0,0 0 0,0 0 0,0 0 0,-1 0 0,0 1 0,1 0 0,-2 0 0,1 0 0,-1 0 0,4 7 0,-6-9 0,1 1 0,-1-1 0,0 0 0,0 0 0,-1 0 0,1 1 0,-1-1 0,1 1 0,-1-1 0,0 0 0,-1 1 0,1-1 0,0 0 0,-1 1 0,0-1 0,0 0 0,0 0 0,0 0 0,0 1 0,-1-1 0,1 0 0,-1-1 0,0 1 0,-2 3 0,-62 77 0,55-71 0,4-5 0,0 1 0,1 0 0,0 1 0,-8 14 0,12-21 0,1 1 0,0-1 0,1 0 0,-1 1 0,0-1 0,1 1 0,-1-1 0,1 1 0,0-1 0,0 1 0,0-1 0,0 1 0,0-1 0,1 1 0,-1-1 0,1 1 0,-1-1 0,1 0 0,0 1 0,0-1 0,0 0 0,0 1 0,1-1 0,1 2 0,1 2 0,1-1 0,0-1 0,0 1 0,0-1 0,1 1 0,-1-2 0,1 1 0,10 5 0,3-1 0,31 10 0,-35-14 0,0-1 0,1 0 0,-1-2 0,1 1 0,-1-2 0,26-2 0,-37 2-105,1-1 0,-1 0 0,0 0 0,0-1 0,0 1 0,0-1 0,-1 0 0,1 0 0,0 0 0,-1 0 0,1-1 0,4-4 0,1-1-6721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3:12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16 24575,'-30'-3'0,"-14"0"0,-2 0 0,1 0 0,4 1 0,4 1 0,6 1 0,3 2 0,1 4 0,4 0 0,2 0 0,5-2-8191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3:26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44 24575,'27'1'0,"-6"0"0,-36-3 0,-23-5 0,25 5 0,1-1 0,-16 1 0,-197 2 0,225 0 0,0 0 0,0 0 0,0 0 0,0 0 0,0 0 0,0 0 0,0 0 0,0 0 0,0 0 0,0-1 0,0 1 0,0 0 0,0 0 0,0 0 0,0 0 0,0 0 0,0 0 0,0 0 0,0 0 0,0 0 0,0 0 0,0 0 0,0 0 0,0 0 0,0 0 0,0 0 0,0 0 0,0 0 0,0 0 0,0 0 0,0 0 0,0 0 0,0 0 0,0 0 0,0 0 0,0 0 0,0-1 0,0 1 0,0 0 0,0 0 0,-1 0 0,1 0 0,0 0 0,0 0 0,0 0 0,0 0 0,0 0 0,0 0 0,0 0 0,0 0 0,0 0 0,0 0 0,0 0 0,0 0 0,6-3 0,11-3 0,12 3 0,0 1 0,33 3 0,-39 0 0,0-1 0,-1-1 0,1 0 0,37-9 0,-73 8 0,-13 0 0,-6 5-227,0 0-1,1 2 1,-1 2-1,1 0 1,-36 15-1,50-16-6598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3:34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86 24575,'-46'-25'0,"31"16"0,0 0 0,-1 1 0,0 1 0,-20-5 0,21 7 0,4 2 0,1 0 0,-18-1 0,24 3 0,0 1 0,0 0 0,0 1 0,0-1 0,0 1 0,0-1 0,0 1 0,1 0 0,-1 1 0,-7 2 0,5-1 0,3-2 0,-1 1 0,0 0 0,1-1 0,-1 1 0,1 0 0,0 1 0,0-1 0,0 1 0,0-1 0,0 1 0,0 0 0,1 0 0,-1 0 0,1 0 0,0 1 0,-3 3 0,2 2 0,0-1 0,1 1 0,0-1 0,0 1 0,1-1 0,0 1 0,0 0 0,1 0 0,0 0 0,1 0 0,0-1 0,0 1 0,1 0 0,0-1 0,0 1 0,1-1 0,5 11 0,-5-15 0,0 0 0,0 0 0,0 0 0,1 0 0,-1-1 0,1 1 0,0-1 0,0 0 0,0 0 0,0-1 0,1 1 0,-1-1 0,1 0 0,-1 0 0,1 0 0,7 1 0,4 1 0,0-1 0,0-1 0,30 1 0,-40-3 0,-1 0 0,0-1 0,1 0 0,-1 1 0,0-2 0,0 1 0,0-1 0,0 1 0,0-1 0,0-1 0,4-2 0,-6 4 0,0-1 0,-1 0 0,1 0 0,-1 0 0,0-1 0,0 1 0,0 0 0,0-1 0,0 0 0,0 1 0,0-1 0,-1 0 0,0 0 0,1 0 0,-1 0 0,0 0 0,0 0 0,-1 0 0,1-5 0,1-2 0,-2 1 0,1-1 0,-1 0 0,-1 0 0,0 0 0,0 0 0,-5-15 0,3 18 0,3 10 0,6 11 0,3-1 10,1 0 1,1-1-1,0 0 0,19 16 0,6 6-1426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3:34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1 24575,'-19'0'0,"-10"0"0,-2 2 0,2 1 0,4 0 0,0 0 0,3 1 0,2 1 0,3-2 0,1 3 0,1-1 0,-2-1 0,0-1 0,0-1 0,0-1 0,1-1 0,3 0-8191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3:35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24575,'30'-14'0,"32"-11"0,-49 20 0,1 1 0,0 1 0,0 0 0,28-2 0,-40 5 0,1 0 0,0 0 0,0 0 0,0 1 0,0-1 0,0 1 0,0-1 0,0 1 0,0 0 0,0 0 0,-1 0 0,1 1 0,0-1 0,-1 0 0,1 1 0,-1 0 0,0 0 0,1 0 0,-1 0 0,0 0 0,0 0 0,3 4 0,-3-2 0,-1 0 0,1 0 0,-1 0 0,1-1 0,-1 1 0,0 0 0,-1 1 0,1-1 0,-1 0 0,1 0 0,-1 0 0,-1 0 0,1 0 0,0 0 0,-3 8 0,-1-2 0,0 1 0,0-1 0,-1 0 0,-1-1 0,0 1 0,0-1 0,0 0 0,-11 10 0,-8 13 0,18-24 0,4-4 0,1-1 0,-1 0 0,1 1 0,0-1 0,0 1 0,-3 6 0,5-9 0,0-1 0,0 1 0,0-1 0,0 1 0,0-1 0,0 1 0,0 0 0,0-1 0,0 1 0,0-1 0,0 1 0,0-1 0,0 1 0,0-1 0,1 1 0,-1 0 0,0-1 0,0 1 0,1-1 0,-1 1 0,1 0 0,0-1 0,0 1 0,0 0 0,0 0 0,0-1 0,0 1 0,0 0 0,1-1 0,-1 0 0,0 1 0,0-1 0,1 1 0,-1-1 0,2 0 0,24 3 0,0-2 0,40-3 0,-9 0 0,-44 1 41,22-4 0,-26 3-403,1 1 1,-1 0-1,22 1 0,-19 1-6464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3:41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47 24575,'-2'-1'0,"0"-1"0,0 1 0,0-1 0,1 1 0,-1-1 0,0 0 0,1 0 0,-1 0 0,1 0 0,-1 0 0,-1-4 0,3 6 0,0-1 0,0 1 0,0-1 0,-1 1 0,1-1 0,0 1 0,0-1 0,0 1 0,0-1 0,0 1 0,0-1 0,1 1 0,-1-1 0,0 1 0,0-1 0,0 1 0,0-1 0,0 1 0,1 0 0,-1-1 0,0 1 0,0-1 0,1 0 0,0 1 0,0-1 0,0 0 0,0 1 0,0-1 0,0 0 0,1 1 0,-1-1 0,0 1 0,0 0 0,0-1 0,0 1 0,1 0 0,1-1 0,10 0 0,-1 0 0,1 0 0,0 1 0,0 1 0,24 4 0,-33-4 0,-1 1 0,0-1 0,1 1 0,-1-1 0,0 1 0,0 0 0,0 0 0,0 0 0,-1 1 0,1-1 0,-1 1 0,1-1 0,-1 1 0,0 0 0,0 0 0,0 0 0,0 0 0,-1 0 0,1 0 0,0 4 0,4 9 0,-2 0 0,0 1 0,2 17 0,1 2 0,-5-25 0,0 1 0,0 0 0,-1 0 0,-1 0 0,0 0 0,-1 0 0,0 0 0,-1 0 0,0 0 0,-1 0 0,-6 16 0,2-7 0,-7 18 0,13-36 0,0 0 0,1 0 0,-1 0 0,1 0 0,0 0 0,0 0 0,0 0 0,0 0 0,1 0 0,0 5 0,0-7 0,0 0 0,-1 1 0,1-1 0,0 0 0,0 0 0,0 0 0,0 0 0,0 0 0,0 0 0,0 0 0,1 0 0,-1 0 0,0 0 0,0-1 0,1 1 0,-1 0 0,1-1 0,-1 1 0,0-1 0,1 0 0,-1 1 0,1-1 0,-1 0 0,2 0 0,7 1 0,0-1 0,15-1 0,-12 0 0,-11 1 0,19 0 0,-1-1 0,0-1 0,1 0 0,-1-2 0,31-9 0,-49 12-136,0 0-1,0 0 1,0 0-1,0 0 1,0 0-1,0 0 1,-1-1-1,1 1 0,2-3 1,2-5-6690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3:41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30 24575,'-27'-5'0,"-12"-2"0,0 1 0,0 1 0,4 2 0,7 0 0,5 2 0,4 3 0,2 1 0,0 3 0,0 0 0,1 2 0,0-1 0,1-1 0,2-3-8191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3:42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24575,'112'-44'0,"-100"40"0,0 1 0,1 0 0,-1 1 0,1 1 0,0-1 0,-1 2 0,18 1 0,-25 0 0,-1-1 0,1 1 0,0 1 0,-1-1 0,1 0 0,-1 1 0,1 0 0,-1 0 0,0 1 0,0-1 0,8 7 0,-11-8 0,1 1 0,-1-1 0,0 1 0,1-1 0,-1 1 0,0 0 0,0 0 0,0-1 0,-1 1 0,1 0 0,0 0 0,0 0 0,-1 0 0,0 0 0,1 0 0,-1 0 0,0 0 0,0 0 0,0 0 0,0 0 0,0 0 0,0 0 0,-1 0 0,1 0 0,-1 0 0,1 0 0,-1 0 0,0 0 0,0-1 0,-1 4 0,-1 0 0,-1 1 0,0-1 0,1 0 0,-2 0 0,1 0 0,0-1 0,-10 8 0,-2-1 0,-20 12 0,-5 2 0,40-24 0,0-1 0,1 1 0,-1-1 0,0 1 0,0 0 0,0-1 0,0 1 0,0 0 0,1 0 0,-1-1 0,0 1 0,1 0 0,-1 0 0,1 0 0,-1 0 0,1 0 0,-1 0 0,1 0 0,-1 0 0,1 0 0,0 0 0,0 0 0,0 0 0,-1 0 0,1 0 0,0 0 0,0 0 0,1 0 0,-1 1 0,0-1 0,0 0 0,0 0 0,1 0 0,0 1 0,0 0 0,0-1 0,0 1 0,1-1 0,-1 1 0,0-1 0,1 0 0,0 0 0,-1 1 0,1-1 0,0 0 0,-1-1 0,1 1 0,0 0 0,0 0 0,0-1 0,0 1 0,3 0 0,21 1 0,-1 0 0,1-2 0,29-4 0,-50 4 0,60-7 61,26-1-1487,-78 8-5400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3:53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1 24575,'-14'8'0,"-1"0"0,0 0 0,0-2 0,-1 0 0,1 0 0,-1-2 0,-1 0 0,1-1 0,0 0 0,-33 0 0,44-3 0,1 0 0,-1 0 0,1 1 0,-1-1 0,0 1 0,1 0 0,0 1 0,-1-1 0,1 1 0,0 0 0,0 0 0,-4 3 0,5-3 0,0 0 0,0 1 0,0 0 0,1-1 0,-1 1 0,1 0 0,0 0 0,0 1 0,0-1 0,0 0 0,1 1 0,-1-1 0,1 1 0,0-1 0,-1 5 0,1-2 0,0 1 0,0 0 0,1-1 0,0 1 0,0-1 0,1 1 0,0-1 0,0 1 0,0-1 0,1 1 0,0-1 0,0 0 0,1 0 0,-1 0 0,1 0 0,1 0 0,7 9 0,-7-9 0,0-1 0,0 0 0,1 0 0,0-1 0,0 1 0,0-1 0,1 0 0,-1-1 0,1 1 0,0-1 0,0 0 0,0-1 0,0 1 0,1-1 0,-1 0 0,1-1 0,10 2 0,-13-3 0,0 0 0,0 0 0,0 0 0,-1 0 0,1-1 0,0 0 0,0 0 0,-1 0 0,1 0 0,-1 0 0,1-1 0,-1 0 0,1 1 0,-1-1 0,0 0 0,0-1 0,0 1 0,0-1 0,0 1 0,-1-1 0,1 0 0,-1 0 0,0 0 0,1 0 0,1-4 0,-2 2 0,0 0 0,0 0 0,0-1 0,-1 1 0,1 0 0,-1-1 0,0 1 0,-1 0 0,0-1 0,0 1 0,0-1 0,0 1 0,-1-1 0,0 1 0,0-1 0,0 1 0,-3-6 0,1 2 0,-1 1 0,-1-1 0,1 1 0,-1 0 0,-1 0 0,1 1 0,-1 0 0,-11-11 0,37 50 0,-1-5 0,1-1 0,2-1 0,1-2 0,0 0 0,2-1 0,1-1 0,0-2 0,36 21 0,-30-26-1365,-19-10-5461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3:54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362 43 24575,'-27'-5'0,"-14"-1"0,-5-3 0,1 1 0,5 1 0,5 2 0,6 2 0,5 4 0,4 2 0,4 0 0,3 2 0,3 1 0,2 1 0,1 2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3:54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24575,'17'-9'0,"1"1"0,0 1 0,0 0 0,0 1 0,28-4 0,-41 9 0,0 0 0,1 1 0,-1-1 0,1 1 0,-1 1 0,0-1 0,1 1 0,-1 0 0,0 0 0,1 0 0,-1 1 0,0 0 0,0 0 0,0 0 0,0 1 0,0-1 0,-1 1 0,1 0 0,-1 1 0,0-1 0,0 1 0,0 0 0,0 0 0,3 4 0,-4-3 0,1 0 0,-1 1 0,0-1 0,-1 1 0,1 0 0,-1-1 0,0 1 0,-1 0 0,0 0 0,1 0 0,-2 0 0,1 0 0,-1 1 0,0-1 0,-1 10 0,-2 3 0,-1 1 0,-2-1 0,-10 28 0,-5 20 0,20-65 0,1 0 0,-1 0 0,1 0 0,0 0 0,-1 0 0,1 0 0,0 1 0,0-1 0,1 0 0,-1 0 0,0 0 0,1 0 0,-1 0 0,1 0 0,0 0 0,0 0 0,0 0 0,-1 0 0,2 0 0,-1 0 0,0-1 0,2 3 0,0-2 0,0 1 0,0-1 0,0 0 0,1 0 0,-1 0 0,0 0 0,1 0 0,0-1 0,-1 0 0,1 1 0,5-1 0,10 4 0,0-2 0,0 0 0,25 0 0,-35-3 0,-1-1 0,1 1 0,0-2 0,-1 1 0,1-1 0,-1 0 0,0-1 0,0 0 0,15-7 0,-11 1-1365,-3 1-5461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3:54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0 24575,'-27'0'0,"-14"0"0,-2 0 0,1 0 0,3 0 0,5 0 0,4 2 0,3 2 0,2-1 0,6-1-8191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3:55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0 24575,'-11'18'0,"9"-14"0,0-1 0,-1 1 0,2 0 0,-1 0 0,0 0 0,1 0 0,-2 8 0,2-3 0,0 0 0,1 0 0,0 0 0,1 0 0,0 0 0,0 0 0,1 0 0,0 0 0,1-1 0,-1 1 0,2-1 0,-1 1 0,1-1 0,1 0 0,-1-1 0,10 12 0,-17-33 0,-7-10 0,-47-95 0,48 104 0,7 17 0,2 9 0,17 66 130,-2-10-1625,-13-52-5331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3:59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0 24575,'-305'0'0,"276"3"-1365,17 0-5461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4:00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45 24575,'-12'-3'0,"-109"-25"0,92 23 0,0 1 0,-36 0 0,64 4 0,-1 0 0,0 0 0,1 0 0,-1 0 0,0 0 0,1 0 0,-1 1 0,1-1 0,-1 1 0,0-1 0,1 1 0,-1 0 0,1-1 0,0 1 0,-1 0 0,1 0 0,0 0 0,-1 0 0,1 0 0,0 0 0,0 0 0,-2 3 0,2-2 0,1 0 0,-1 0 0,0 0 0,1 0 0,-1 0 0,1 0 0,0 0 0,0 0 0,0 0 0,0 0 0,0 0 0,0 0 0,0 0 0,1 0 0,-1 0 0,1 0 0,1 4 0,1 2 0,1 0 0,1 0 0,-1 0 0,1 0 0,1 0 0,-1-1 0,1 0 0,1-1 0,-1 1 0,1-1 0,0 0 0,1-1 0,-1 0 0,11 6 0,-2-3 0,2 1 0,-1-2 0,1 0 0,0-2 0,36 8 0,-51-13 0,1 1 0,-1-1 0,1 0 0,0 0 0,-1 0 0,1 0 0,-1 0 0,1-1 0,-1 0 0,1 0 0,-1 0 0,1 0 0,-1 0 0,0-1 0,5-2 0,-6 3 0,0-1 0,0 1 0,-1-1 0,1 0 0,-1 0 0,1 1 0,-1-1 0,0 0 0,1 0 0,-1 0 0,0-1 0,0 1 0,-1 0 0,1 0 0,0 0 0,-1-1 0,1 1 0,-1 0 0,0-1 0,0 1 0,0 0 0,0-1 0,0 1 0,-1-4 0,-2-5 0,0 1 0,0 0 0,-1 1 0,0-1 0,-1 1 0,0 0 0,-7-10 0,6 10 0,6 8 0,0 1 0,0 0 0,-1 0 0,1-1 0,0 1 0,0 0 0,-1 0 0,1-1 0,0 1 0,0 0 0,0-1 0,0 1 0,-1 0 0,1-1 0,0 1 0,0 0 0,0-1 0,0 1 0,0-1 0,0 1 0,0 0 0,0-1 0,0 1 0,0 0 0,0-1 0,0 1 0,0 0 0,0-1 0,10 5 0,12 14 0,75 62 120,-76-65-615,0-1 0,45 22 0,-54-31-6331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4:00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57 24575,'-32'-8'0,"-13"-1"0,-1-1 0,4 0 0,8 2 0,6 1 0,6 3 0,4 4 0,3 2 0,4 3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4:01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24575,'18'-12'0,"1"-1"0,30-16 0,-43 26 0,-1 1 0,1 0 0,-1 0 0,1 0 0,0 0 0,0 1 0,0 0 0,-1 0 0,1 1 0,12 0 0,-15 1 0,0-1 0,0 1 0,0 0 0,0 0 0,0 0 0,-1 0 0,1 1 0,0-1 0,-1 1 0,4 2 0,24 24 0,-7-7 0,5 1 0,-18-15 0,1 1 0,-1 1 0,16 16 0,-25-24 0,1 1 0,-1-1 0,0 1 0,0-1 0,0 1 0,0-1 0,0 1 0,-1-1 0,1 1 0,0 0 0,-1 0 0,1-1 0,-1 1 0,0 0 0,1 0 0,-1-1 0,0 1 0,0 0 0,0 0 0,0 0 0,-1 0 0,1-1 0,0 1 0,-1 0 0,1 0 0,-1-1 0,0 1 0,1 0 0,-1-1 0,0 1 0,0-1 0,0 1 0,0-1 0,-3 3 0,-3 3 0,-1-1 0,0 1 0,-1-1 0,1-1 0,-12 6 0,-11 7 0,29-16 0,0 0 0,0-1 0,0 1 0,0 0 0,0 0 0,-1 3 0,2-5 0,1 0 0,0 1 0,0-1 0,0 0 0,0 1 0,-1-1 0,1 0 0,0 1 0,0-1 0,0 0 0,0 1 0,0-1 0,0 0 0,0 1 0,0-1 0,0 0 0,0 1 0,0-1 0,0 0 0,0 1 0,0-1 0,1 1 0,-1-1 0,1 1 0,-1-1 0,0 1 0,1-1 0,-1 0 0,1 1 0,-1-1 0,1 0 0,0 1 0,-1-1 0,1 0 0,-1 1 0,1-1 0,0 0 0,-1 0 0,2 0 0,11 3 0,-1-2 0,1 1 0,0-2 0,22-1 0,51-9 0,-81 9 0,46-10-1365,-38 7-5461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4:01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24575,'5'-8'0,"1"-1"0,1 1 0,-1 0 0,1 0 0,10-8 0,-15 14 0,0 1 0,0-1 0,1 1 0,-1-1 0,0 1 0,0 0 0,1 0 0,-1 0 0,1 0 0,-1 1 0,1-1 0,-1 0 0,1 1 0,-1 0 0,1 0 0,-1 0 0,1 0 0,0 0 0,-1 0 0,1 1 0,-1-1 0,1 1 0,-1-1 0,1 1 0,-1 0 0,4 2 0,3 2 0,-1 0 0,0 1 0,0 0 0,0 0 0,-1 1 0,0 0 0,0 0 0,-1 1 0,0 0 0,9 16 0,-11-18 0,-1 0 0,-1 0 0,1 1 0,-1-1 0,0 1 0,0 0 0,-1 0 0,0 0 0,0 0 0,0-1 0,-1 1 0,0 0 0,-1 0 0,0 0 0,0 0 0,-2 7 0,0-4 0,-1 0 0,-1 0 0,0 0 0,-6 9 0,-12 24 0,23-42 0,-1 0 0,1 0 0,-1 0 0,1 1 0,-1-1 0,1 0 0,0 1 0,0-1 0,0 0 0,0 1 0,0-1 0,0 0 0,0 1 0,0-1 0,1 0 0,-1 0 0,0 1 0,1-1 0,-1 0 0,1 0 0,1 3 0,-1-3 0,0 1 0,1 0 0,0-1 0,-1 1 0,1-1 0,0 0 0,0 0 0,0 1 0,0-1 0,0 0 0,4 1 0,4 1 0,1-1 0,-1 0 0,0-1 0,15 1 0,-22-2-35,19 2-231,0-2 0,1 0 0,-1-2 0,27-4 0,-36 3-6560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4:02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30 24575,'-32'-2'0,"-15"-4"0,-5 0 0,2 0 0,4 2 0,8 1 0,7 1 0,7 1 0,6 4 0,2 0 0,2 3 0,1 0 0,3-1-8191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4:02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24575,'41'-14'0,"2"2"0,-1 1 0,73-8 0,-106 19 0,0-1 0,0 1 0,0 1 0,0 0 0,10 2 0,-17-3 0,0 1 0,0-1 0,1 1 0,-1 0 0,0 0 0,0 0 0,0 0 0,-1 0 0,1 0 0,0 0 0,0 0 0,0 1 0,-1-1 0,1 1 0,-1-1 0,1 1 0,-1 0 0,0-1 0,0 1 0,1 0 0,-1 0 0,0 0 0,-1 0 0,1 0 0,0 0 0,0 3 0,0 1 0,-1 0 0,0 1 0,0-1 0,-1 0 0,0 0 0,0 0 0,0 0 0,-1 0 0,0 0 0,0 0 0,0 0 0,-1 0 0,0-1 0,-3 6 0,-8 9 0,0 0 0,-21 21 0,25-30 0,-6 5 0,13-13 0,-1 0 0,1 0 0,0 1 0,-1-1 0,2 1 0,-1 0 0,-3 6 0,6-10 0,0 1 0,-1 0 0,1-1 0,0 1 0,0 0 0,0-1 0,0 1 0,0 0 0,0-1 0,0 1 0,0 0 0,0-1 0,0 1 0,1-1 0,-1 1 0,0 0 0,0-1 0,1 1 0,-1-1 0,0 1 0,1-1 0,-1 1 0,0 0 0,1-1 0,-1 0 0,1 1 0,-1-1 0,1 1 0,-1-1 0,1 1 0,-1-1 0,1 0 0,-1 0 0,1 1 0,0-1 0,-1 0 0,1 0 0,0 1 0,-1-1 0,1 0 0,-1 0 0,1 0 0,1 0 0,4 1 0,0 0 0,1-1 0,8 1 0,-12-1 0,14 0 0,33 0 0,-1-1 0,53-9 0,-72 6-1365,-18 3-5461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4:03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4353 3 24575,'40'-2'0,"43"2"0,-220 11 0,-479 8-944,213-15-652,-187 2-1219,-1481 52 1566,2004-56 1188,-206 12 605,202-7 2141,-127 29 0,170-29-3449,6-1-5912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4:05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45 24575,'-86'-33'0,"75"30"0,-1 0 0,1 1 0,0 0 0,-1 1 0,-21 0 0,31 1 0,-1 1 0,1 0 0,-1-1 0,1 1 0,-1 0 0,1 0 0,-1 0 0,1 0 0,0 1 0,0-1 0,-1 1 0,1-1 0,0 1 0,0 0 0,1 0 0,-1 0 0,0 0 0,1 0 0,-1 0 0,1 0 0,-1 0 0,-1 5 0,-1 2 0,1 0 0,0 1 0,0-1 0,-3 18 0,5-20 0,0-1 0,1 1 0,-1 0 0,1 0 0,0-1 0,1 1 0,-1 0 0,1-1 0,3 8 0,-3-11 0,0 0 0,0 0 0,1 0 0,0 0 0,-1 0 0,1 0 0,0-1 0,1 1 0,-1-1 0,0 1 0,1-1 0,-1 0 0,1 0 0,0 0 0,0 0 0,-1-1 0,1 1 0,0-1 0,1 0 0,2 2 0,4-1 0,-1 0 0,1 0 0,-1-1 0,1 0 0,0 0 0,-1-1 0,1-1 0,-1 0 0,1 0 0,0 0 0,-1-2 0,0 1 0,1-1 0,-1 0 0,0-1 0,-1 0 0,1 0 0,-1-1 0,0 0 0,0-1 0,0 0 0,-1 0 0,12-12 0,-17 16 0,-1 0 0,1 0 0,-1 0 0,0 0 0,0-1 0,0 1 0,0 0 0,0-1 0,0 1 0,0 0 0,-1-1 0,1 1 0,-1-1 0,1-3 0,-2 5 0,-1 7 0,-1 8 0,3-10 9,0 1-1,1 0 1,0 0-1,0 0 1,0-1 0,1 1-1,0-1 1,-1 1-1,2-1 1,-1 0-1,0 1 1,1-1-1,5 6 1,-1-2-257,0 0 1,1-1-1,0 1 1,0-1-1,11 6 1,-7-6-6579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4:05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15 24575,'-29'-3'0,"-15"0"0,-3 0 0,5 0 0,7 2 0,7-1 0,5 4 0,5 1 0,5 0-8191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4:06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24575,'23'-6'0,"0"1"0,1 1 0,-1 1 0,1 1 0,42 2 0,-54 1 0,0 0 0,0 1 0,0 0 0,-1 1 0,0 1 0,1-1 0,-1 2 0,0 0 0,-1 0 0,1 1 0,-1 0 0,0 1 0,13 11 0,-21-16 0,0 0 0,0 0 0,0 0 0,0 0 0,0 0 0,0 1 0,-1-1 0,1 0 0,-1 1 0,0-1 0,0 1 0,0 0 0,0-1 0,0 1 0,-1 0 0,1 0 0,-1-1 0,1 1 0,-1 0 0,0 0 0,0 0 0,-1 0 0,1-1 0,0 1 0,-1 0 0,-1 5 0,-1-3 0,1 0 0,-1 0 0,0 0 0,0 0 0,-1-1 0,1 1 0,-1-1 0,0 0 0,0 0 0,-1 0 0,1-1 0,-8 5 0,-9 4 0,-28 12 0,8-5 0,41-19 0,0 0 0,-1 0 0,1 0 0,0 0 0,-1 0 0,1 0 0,0 1 0,-1-1 0,1 0 0,0 0 0,-1 0 0,1 1 0,0-1 0,0 0 0,-1 1 0,1-1 0,0 0 0,0 0 0,-1 1 0,1-1 0,0 0 0,0 1 0,0-1 0,0 1 0,0-1 0,0 0 0,-1 1 0,1 0 0,1-1 0,-1 1 0,0-1 0,1 0 0,-1 1 0,0-1 0,1 1 0,-1-1 0,1 0 0,-1 1 0,0-1 0,1 0 0,-1 1 0,1-1 0,-1 0 0,1 0 0,0 1 0,24 5 0,-12-5 0,32 5 0,50-1 0,-81-5 0,1-1 0,0 0 0,0-1 0,-1-1 0,1-1 0,-1 0 0,20-8 0,-30 10-273,0 0 0,0-1 0,0 1 0,7-6 0,-2-1-6553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4:06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24575,'6'-2'0,"87"-32"0,-80 30 0,0 1 0,0 1 0,0 0 0,0 0 0,19 1 0,-27 1 0,0 0 0,1 1 0,-1 0 0,0-1 0,0 2 0,0-1 0,0 1 0,0 0 0,0 0 0,-1 0 0,1 0 0,-1 1 0,1 0 0,-1 0 0,0 0 0,0 1 0,0-1 0,0 1 0,-1 0 0,0 0 0,0 0 0,0 0 0,0 1 0,0-1 0,-1 1 0,0 0 0,0 0 0,0-1 0,-1 1 0,1 0 0,-1 1 0,0-1 0,-1 0 0,1 0 0,-1 0 0,0 1 0,-1-1 0,1 0 0,-1 0 0,0 0 0,0 0 0,0 0 0,-4 7 0,-8 18 0,7-17 0,1-1 0,0 1 0,0 0 0,2 0 0,-1 0 0,-2 25 0,7-34 0,-1 0 0,1-1 0,0 1 0,0 0 0,0-1 0,0 1 0,1-1 0,0 1 0,-1-1 0,1 0 0,0 1 0,1-1 0,-1 0 0,0 0 0,1-1 0,0 1 0,0 0 0,0-1 0,0 0 0,6 4 0,7 3 0,0 0 0,33 13 0,-44-20 0,7 2 20,-1 0 0,1-1 0,0 0 0,0 0 0,16 0 0,-23-3-49,0 0 1,0 0-1,0-1 0,0 1 0,0-1 1,9-3-1,-12 3-63,1 0 1,-1 0-1,1 0 0,-1 0 0,0-1 1,1 1-1,-1-1 0,0 0 1,0 1-1,0-1 0,-1 0 0,1 0 1,2-4-1,2-5-6734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4:06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30 24575,'-32'-4'0,"-13"-3"0,-4 1 0,5 1 0,6 1 0,8 2 0,6 1 0,5 0 0,6 4 0,2 0 0,1 3 0,2 3 0,0-1 0,-1 1 0,-2 2 0,2-1-8191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4:07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24575,'20'-13'0,"2"1"0,-1 0 0,2 2 0,36-11 0,-52 19 0,-1 1 0,1-1 0,0 2 0,0-1 0,0 1 0,0 0 0,0 0 0,-1 1 0,9 2 0,-10-2 0,0 0 0,-1 1 0,1 0 0,-1 0 0,1 1 0,-1-1 0,0 1 0,0 0 0,0 0 0,0 1 0,0-1 0,-1 1 0,7 7 0,-7-7 0,0 1 0,0-1 0,0 1 0,-1 0 0,0 0 0,0 0 0,0 0 0,0 0 0,-1 0 0,0 0 0,1 6 0,-2-7 0,0-1 0,0 1 0,-1 0 0,1-1 0,-1 1 0,1-1 0,-1 1 0,0-1 0,0 1 0,-1-1 0,1 0 0,-1 0 0,1 0 0,-1 1 0,0-2 0,0 1 0,-3 3 0,-24 19 0,22-20 0,1 0 0,0 0 0,-9 11 0,15-16 0,-1 0 0,1 1 0,-1-1 0,1 1 0,0-1 0,0 1 0,-1-1 0,1 1 0,0-1 0,0 1 0,-1-1 0,1 1 0,0-1 0,0 1 0,0 0 0,0-1 0,0 1 0,0-1 0,0 1 0,0-1 0,0 1 0,0-1 0,0 1 0,0 0 0,1-1 0,-1 1 0,1 0 0,-1 0 0,1 0 0,0-1 0,-1 1 0,1 0 0,0-1 0,0 1 0,0 0 0,-1-1 0,1 1 0,0-1 0,0 0 0,2 1 0,3 1 0,1 0 0,0-1 0,9 1 0,-12-1 0,131 11 0,-105-11 0,-1-2 0,47-6 0,-43 3-1365,-20 3-5461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4:13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0 24575,'24'2'0,"-15"-1"0,-1-1 0,0 1 0,0 0 0,0 1 0,0 0 0,0 0 0,-1 1 0,12 5 0,-19-8 0,0 0 0,0 0 0,0 0 0,0 0 0,0 0 0,1 0 0,-1 0 0,0 0 0,0 0 0,0 0 0,0 1 0,0-1 0,0 0 0,0 0 0,0 0 0,0 0 0,0 0 0,0 0 0,0 0 0,0 0 0,0 0 0,0 1 0,0-1 0,0 0 0,0 0 0,0 0 0,0 0 0,0 0 0,0 0 0,0 0 0,0 0 0,0 0 0,0 1 0,0-1 0,0 0 0,0 0 0,0 0 0,0 0 0,0 0 0,0 0 0,0 0 0,0 0 0,-1 0 0,1 0 0,0 0 0,0 0 0,0 1 0,0-1 0,0 0 0,0 0 0,0 0 0,0 0 0,-9 4 0,-9 1 0,0-2 0,0 0 0,0-2 0,-1 0 0,1-1 0,0-1 0,-30-6 0,8 2 0,25 4-227,0 1-1,0 0 1,-1 0-1,1 2 1,-23 4-1,26-3-6598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4:14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45 24575,'-32'-11'0,"0"2"0,0 1 0,-1 2 0,-1 1 0,1 1 0,-59 2 0,89 2 0,-1 0 0,1 1 0,-1-1 0,1 1 0,-1-1 0,1 1 0,-1 0 0,1 0 0,-1 1 0,1-1 0,0 1 0,-5 2 0,6-2 0,0 0 0,0-1 0,0 2 0,0-1 0,1 0 0,-1 0 0,1 1 0,-1-1 0,1 0 0,0 1 0,0 0 0,0-1 0,0 1 0,0 0 0,0-1 0,0 5 0,0-2 0,1 1 0,-1-1 0,1 1 0,0 0 0,0-1 0,1 1 0,0 0 0,0-1 0,0 1 0,1-1 0,-1 1 0,1-1 0,0 0 0,1 0 0,5 8 0,-4-6 0,1-2 0,0 1 0,0-1 0,0 1 0,1-2 0,0 1 0,0 0 0,0-1 0,1 0 0,0-1 0,9 4 0,-2 0 0,1-2 0,-1 1 0,2-2 0,-1 0 0,0-1 0,1-1 0,-1 0 0,28-1 0,-42-1 0,0 0 0,1 0 0,-1 0 0,1 0 0,-1-1 0,0 1 0,1 0 0,-1-1 0,0 0 0,0 1 0,1-1 0,-1 1 0,0-1 0,0 0 0,0 0 0,0 0 0,0 0 0,0 0 0,0 0 0,2-2 0,-2 1 0,-1 1 0,1-1 0,0 0 0,-1 0 0,0 0 0,1 1 0,-1-1 0,0 0 0,0 0 0,0 0 0,0 0 0,0 0 0,-1-3 0,-1-4 0,-1 0 0,0 0 0,-1 1 0,-7-15 0,10 22 0,1-1 0,-1 1 0,0 0 0,1 0 0,-1 0 0,1-1 0,0 1 0,-1 0 0,1-1 0,-1-1 0,2 3 0,-1 0 0,0-1 0,0 1 0,0 0 0,0 0 0,1 0 0,-1 0 0,0 0 0,0 0 0,0 0 0,1 0 0,-1 0 0,0 0 0,0 0 0,0 0 0,1 0 0,-1 0 0,0 0 0,0 0 0,0 0 0,1 0 0,-1 0 0,0 0 0,0 0 0,0 0 0,1 0 0,-1 0 0,0 0 0,0 0 0,0 0 0,0 1 0,1-1 0,-1 0 0,0 0 0,0 0 0,0 0 0,1 1 0,25 21 0,-24-20 0,34 28-455,1-2 0,64 39 0,-92-62-6371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4:14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18 24575,'-27'-5'0,"-11"-2"0,0 4 0,3 1 0,4 4 0,5 2 0,4 2 0,4 0 0,5 0-8191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4:15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24575,'11'-6'0,"0"0"0,1 1 0,-1 0 0,1 1 0,0 1 0,1 0 0,-1 0 0,1 1 0,-1 1 0,1 0 0,-1 1 0,1 0 0,0 1 0,-1 0 0,1 1 0,-1 1 0,0 0 0,0 0 0,0 1 0,0 1 0,0 0 0,-1 1 0,0 0 0,0 0 0,13 11 0,-23-16 0,1 1 0,0-1 0,0 1 0,-1 0 0,1-1 0,-1 1 0,0 0 0,1 0 0,-1 0 0,0 0 0,0 0 0,0 0 0,-1 0 0,1 0 0,0 0 0,-1 1 0,1-1 0,-1 4 0,0-4 0,0-1 0,-1 1 0,1-1 0,0 1 0,-1 0 0,0-1 0,1 1 0,-1-1 0,0 0 0,0 1 0,0-1 0,0 1 0,0-1 0,0 0 0,0 0 0,0 0 0,0 0 0,-1 0 0,1 0 0,0 0 0,-1 0 0,1 0 0,-1 0 0,1-1 0,-1 1 0,-1 0 0,-13 4 0,0-1 0,1-1 0,-1 0 0,-19 0 0,-32 6 0,65-9 0,0 1 0,-1-1 0,1 1 0,0 0 0,0 0 0,0 0 0,0 0 0,0 0 0,-2 2 0,4-3 0,-1 1 0,1-1 0,0 0 0,-1 1 0,1-1 0,0 1 0,-1-1 0,1 1 0,0-1 0,0 1 0,0-1 0,-1 1 0,1-1 0,0 1 0,0-1 0,0 1 0,0-1 0,0 1 0,0-1 0,0 1 0,0-1 0,0 1 0,0-1 0,0 1 0,1-1 0,-1 1 0,0-1 0,0 1 0,0-1 0,1 1 0,-1-1 0,0 1 0,0-1 0,1 1 0,-1-1 0,1 0 0,-1 1 0,0-1 0,1 0 0,-1 1 0,1-1 0,0 1 0,8 6 0,1-1 0,-1 0 0,1 0 0,1-1 0,12 5 0,3 1 0,0 1 0,-10-5 0,1 1 0,-1 0 0,-1 1 0,19 15 0,-33-24 0,0 1 0,0 0 0,0 0 0,0 0 0,-1-1 0,1 1 0,0 0 0,0 0 0,-1 0 0,1 0 0,-1 0 0,1 0 0,-1 0 0,1 1 0,-1-1 0,1 0 0,-1 0 0,0 0 0,0 0 0,0 1 0,0 1 0,0-1 0,0-1 0,-1 1 0,1-1 0,-1 0 0,0 1 0,0-1 0,1 0 0,-1 1 0,0-1 0,0 0 0,0 0 0,0 0 0,0 0 0,-3 2 0,-3 2 0,0-1 0,-1 1 0,0-1 0,-14 5 0,-97 28 133,33-12-1631,67-18-5328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4:30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47 24575,'-1'0'0,"1"0"0,0-1 0,0 1 0,-1 0 0,1-1 0,0 1 0,0 0 0,0-1 0,-1 1 0,1 0 0,0-1 0,0 1 0,0-1 0,0 1 0,0 0 0,0-1 0,0 1 0,0-1 0,0 1 0,0-1 0,0 1 0,0 0 0,0-1 0,0 1 0,0-1 0,0 1 0,1-1 0,8-10 0,-6 8 0,1 1 0,-1-1 0,1 1 0,7-3 0,0 2 0,0 1 0,0 0 0,0 1 0,0 0 0,0 1 0,20 2 0,-1-1 0,-26-1 0,0-1 0,0 2 0,0-1 0,0 0 0,0 1 0,0 0 0,0 0 0,0 0 0,-1 1 0,1-1 0,0 1 0,-1 0 0,1 0 0,-1 0 0,0 0 0,0 0 0,0 1 0,0 0 0,0-1 0,0 1 0,0 0 0,-1 0 0,0 1 0,0-1 0,0 0 0,0 1 0,0 0 0,0-1 0,-1 1 0,0 0 0,1 4 0,4 18 0,-1 0 0,-1 1 0,1 39 0,-4-49 0,0 1 0,6 20 0,-2-11 0,-5-26 0,0 1 0,1 0 0,-1-1 0,1 1 0,-1-1 0,1 1 0,0-1 0,0 0 0,0 1 0,0-1 0,0 0 0,0 1 0,0-1 0,0 0 0,0 0 0,0 0 0,1 0 0,-1 0 0,1 0 0,-1 0 0,0-1 0,1 1 0,-1 0 0,1-1 0,0 1 0,-1-1 0,1 0 0,2 1 0,6 0 0,-1 0 0,1-1 0,17-2 0,-8 1 0,98-1-1365,-102 2-5461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4:30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13 24575,'-29'-2'0,"-13"-2"0,-1 1 0,4 1 0,6 0 0,7 3 0,4 2 0,2 0 0,2 2 0,1 0 0,1-1 0,1 2 0,3-1-8191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4:30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24575,'2'0'0,"33"-10"0,54-7 0,-79 15 0,1 1 0,-1 1 0,0 0 0,0 0 0,0 1 0,0 0 0,1 1 0,-2 0 0,1 1 0,13 5 0,-21-8 0,0 1 0,-1-1 0,1 1 0,-1 0 0,1 0 0,-1 0 0,1 0 0,-1 0 0,0 0 0,0 1 0,1-1 0,-1 0 0,0 1 0,0-1 0,0 0 0,0 1 0,1 2 0,-2-2 0,0-1 0,0 1 0,1-1 0,-1 0 0,0 1 0,-1-1 0,1 1 0,0-1 0,0 0 0,-1 1 0,1-1 0,0 1 0,-1-1 0,1 0 0,-1 0 0,0 1 0,-1 0 0,-2 4 0,0-1 0,0 0 0,-1 0 0,0-1 0,0 1 0,-1-1 0,-8 5 0,-5 2 0,-34 13 0,33-15 0,19-8 0,0-1 0,0 0 0,0 1 0,0-1 0,0 1 0,0-1 0,0 1 0,1-1 0,-1 1 0,0 0 0,0-1 0,0 1 0,1 0 0,-1-1 0,1 1 0,-1 0 0,0 0 0,1 0 0,-1 0 0,1 0 0,-1 1 0,1-1 0,1 0 0,-1 0 0,0-1 0,0 1 0,1 0 0,-1 0 0,0 0 0,1 0 0,-1-1 0,1 1 0,-1 0 0,1 0 0,0-1 0,-1 1 0,1 0 0,0-1 0,-1 1 0,1 0 0,0-1 0,0 1 0,-1-1 0,1 0 0,0 1 0,1 0 0,64 29 0,-5-2 0,-59-28 0,0 2 0,0-1 0,0 0 0,-1 0 0,1 1 0,0-1 0,0 1 0,-1-1 0,1 1 0,-1 0 0,0-1 0,1 1 0,-1 0 0,0 0 0,0 0 0,1 3 0,-2-3 0,1-1 0,-1 0 0,0 1 0,0-1 0,0 0 0,-1 1 0,1-1 0,0 0 0,0 0 0,-1 1 0,1-1 0,-1 0 0,1 0 0,-1 1 0,1-1 0,-1 0 0,0 0 0,0 0 0,1 0 0,-1 0 0,0 0 0,0 0 0,0 0 0,0 0 0,0 0 0,0-1 0,0 1 0,-3 1 0,-9 4 0,1-1 0,-2 0 0,1 0 0,0-2 0,-1 1 0,-21 1 0,-10 3 0,4 1-1365,24-6-5461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4:31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0 24575,'-30'3'0,"-14"0"0,-5 0 0,-1 0 0,3-2 0,4 0 0,5 0 0,6 2 0,4 0 0,2 0 0,2 2 0,4 0 0,4-1-8191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4:32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24575,'15'-9'0,"4"-5"-8191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4:32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1 102 24575,'7'-5'0,"1"0"0,0 0 0,0 1 0,0 0 0,1 1 0,0-1 0,-1 2 0,1-1 0,13-1 0,4 1 0,51 1 0,-20 2 0,-6-4 0,76-16 0,-27 2 0,11 8-682,151 5-1,-227 5-6143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4:37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68 24575,'-16'-15'0,"0"0"0,-33-22 0,49 37 0,0 0 0,0 0 0,0 0 0,0 0 0,-1 0 0,1 0 0,0 0 0,0 0 0,0 0 0,0 0 0,0 0 0,0 0 0,0 0 0,0 0 0,0 0 0,0 0 0,0 0 0,0 0 0,0 0 0,0 0 0,0 0 0,0 0 0,0 0 0,0 1 0,0-1 0,0 0 0,0 0 0,0 0 0,0 0 0,0 0 0,0 0 0,0 0 0,0 0 0,0 0 0,0 0 0,0 0 0,0 0 0,0 0 0,0 0 0,0 0 0,4 5 0,9 7 0,69 40 0,103 48 0,-184-100 0,86 46 0,-78-40 0,1 1 0,-1 0 0,0 0 0,0 0 0,-1 1 0,11 14 0,-16-12 115,-3-10-158,0 0-1,0 1 0,0-1 1,0 0-1,0 0 1,0 1-1,-1-1 1,1 0-1,0 0 1,0 0-1,0 1 1,0-1-1,-1 0 1,1 0-1,0 0 1,0 0-1,-1 1 0,1-1 1,0 0-1,0 0 1,-1 0-1,1 0 1,0 0-1,0 0 1,-1 0-1,1 0 1,0 0-1,-1 0 1,1 0-1,0 0 1,0 0-1,-1 0 0,1 0 1,-8-1-6783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4:37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3 24575,'-4'-1'0,"0"0"0,0 1 0,0-1 0,0 1 0,0 0 0,0 0 0,0 1 0,0-1 0,0 1 0,0 0 0,0 0 0,0 0 0,0 0 0,0 1 0,1-1 0,-1 1 0,-4 3 0,4-2 0,1 0 0,0 0 0,0 1 0,0-1 0,0 1 0,0-1 0,1 1 0,0 0 0,0 0 0,0 0 0,0 0 0,0 1 0,1-1 0,0 0 0,-1 6 0,-1 5 0,0-1 0,-1 1 0,-1-1 0,0 0 0,-1 0 0,0-1 0,-1 0 0,0 0 0,-1-1 0,-15 18 0,11-17-341,0 0 0,0-1-1,-16 11 1,19-17-6485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4:38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24575,'2'-4'0,"1"1"0,0-1 0,0 1 0,0 0 0,1 0 0,-1 0 0,1 0 0,0 1 0,0-1 0,0 1 0,0 0 0,0 0 0,0 0 0,0 1 0,1 0 0,-1-1 0,0 2 0,1-1 0,-1 0 0,1 1 0,-1 0 0,1 0 0,0 0 0,5 1 0,2 1 0,-1 1 0,1 0 0,-1 0 0,0 1 0,0 0 0,-1 1 0,1 0 0,12 9 0,-19-12 0,-1 1 0,0-1 0,0 0 0,0 1 0,0 0 0,-1 0 0,1 0 0,-1 0 0,0 0 0,0 0 0,0 1 0,0-1 0,2 6 0,-3-6 0,-1-1 0,1 1 0,-1 0 0,1-1 0,-1 1 0,0 0 0,0-1 0,-1 1 0,1-1 0,0 1 0,-1 0 0,1-1 0,-1 1 0,0-1 0,0 1 0,0-1 0,0 1 0,-1-1 0,1 0 0,-2 3 0,-5 4 0,0 0 0,-1-1 0,0 0 0,0 0 0,0-1 0,-1 0 0,-20 10 0,-1 1 0,31-18 0,-1 0 0,1 0 0,0 1 0,0-1 0,-1 0 0,1 0 0,0 0 0,0 0 0,0 0 0,-1 0 0,1 0 0,0 0 0,0 1 0,0-1 0,0 0 0,-1 0 0,1 0 0,0 0 0,0 1 0,0-1 0,0 0 0,0 0 0,0 0 0,-1 1 0,1-1 0,0 0 0,0 0 0,0 0 0,0 1 0,0-1 0,0 0 0,0 0 0,0 0 0,0 1 0,0-1 0,0 0 0,0 0 0,0 1 0,0-1 0,0 0 0,11 4 0,22-4 0,-30 0 0,30 1-102,31-2 327,-58 1-411,1-1 0,-1 0 0,1-1 0,-1 1 0,1-1 0,-1 0 0,7-4 0,-5 1-6640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4:39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436 76 24575,'-171'-54'0,"141"47"0,0 2 0,0 1 0,-57-1 0,83 5 0,1 0 0,-1 0 0,0 1 0,1-1 0,-1 1 0,0 0 0,1 0 0,0 0 0,-1 0 0,1 1 0,0-1 0,-1 1 0,1 0 0,0 0 0,0 0 0,0 0 0,1 1 0,-1-1 0,0 1 0,1 0 0,0 0 0,0 0 0,0 0 0,0 0 0,0 0 0,0 0 0,1 1 0,0-1 0,-1 0 0,1 1 0,0-1 0,1 1 0,-1 0 0,1-1 0,0 1 0,-1 0 0,2-1 0,-1 1 0,0-1 0,1 1 0,0 4 0,3 5 0,0-1 0,1 0 0,0 0 0,0 0 0,14 21 0,44 49 0,-46-62 0,-1 0 0,-1 1 0,24 43 0,-36-56 0,0 0 0,-1 1 0,0-1 0,0 1 0,-1-1 0,0 1 0,0 11 0,-6 61 0,1-57 0,2-19 0,1 0 0,0 1 0,0-1 0,1 1 0,0 9 0,0-13 0,0-1 0,1 1 0,-1-1 0,1 1 0,-1-1 0,1 1 0,0-1 0,-1 0 0,1 1 0,0-1 0,0 0 0,0 1 0,0-1 0,0 0 0,0 0 0,0 0 0,0 0 0,1 0 0,-1 0 0,0-1 0,1 1 0,-1 0 0,0-1 0,1 1 0,2 0 0,7 2 0,0-2 0,0 1 0,0-2 0,1 1 0,-1-1 0,20-3 0,-28 2-72,0 1 1,-1 0-1,1-1 0,0 0 0,0 0 0,-1 0 0,1 0 0,0 0 1,-1 0-1,1-1 0,-1 1 0,0-1 0,1 0 0,-1 1 0,0-1 1,0 0-1,0-1 0,3-3 0,1-5-6754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4:39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28 24575,'-1'0'0,"1"0"0,-1-1 0,1 1 0,-1 0 0,0-1 0,1 1 0,-1 0 0,0 0 0,1 0 0,-1-1 0,1 1 0,-1 0 0,0 0 0,1 0 0,-1 0 0,0 0 0,1 0 0,-2 1 0,2-1 0,0 0 0,-1 0 0,1 1 0,0-1 0,0 0 0,0 0 0,0 1 0,0-1 0,0 0 0,0 1 0,0-1 0,-1 0 0,1 1 0,0-1 0,0 0 0,0 0 0,1 1 0,-1-1 0,0 0 0,0 1 0,0-1 0,0 0 0,0 1 0,0-1 0,0 0 0,1 1 0,0 2 0,1 0 0,0 0 0,-1 0 0,1 0 0,4 4 0,3 2 0,1 0 0,0 0 0,0-1 0,1-1 0,0 0 0,0 0 0,1-1 0,-1-1 0,1 0 0,25 7 0,-35-12 0,-1 1 0,1-1 0,-1 1 0,1-1 0,-1 0 0,1 0 0,-1 0 0,1 0 0,0 0 0,-1 0 0,1-1 0,-1 1 0,1 0 0,-1-1 0,1 1 0,-1-1 0,1 1 0,-1-1 0,0 0 0,2-1 0,-2 1 0,1-1 0,-1 1 0,0-1 0,0 1 0,0-1 0,0 0 0,0 0 0,-1 1 0,1-1 0,-1 0 0,1 0 0,-1 0 0,1 0 0,-1 0 0,0 0 0,0-2 0,-1-28 0,0 26 0,0 0 0,1 0 0,0 0 0,0 0 0,1 0 0,-1 0 0,3-7 0,-3 12 0,1 0 0,-1 0 0,1 0 0,-1 1 0,1-1 0,0 0 0,0 0 0,-1 0 0,1 0 0,0 1 0,0-1 0,0 0 0,0 1 0,0-1 0,0 0 0,0 1 0,0-1 0,0 1 0,0 0 0,0-1 0,0 1 0,0 0 0,0 0 0,0 0 0,1 0 0,-1 0 0,0 0 0,0 0 0,0 0 0,0 0 0,0 0 0,0 0 0,0 1 0,1-1 0,0 1 0,7 2 0,0 0 0,-1 1 0,12 6 0,-10-5 0,32 14 0,-26-14 0,-1 2 0,-1 0 0,1 1 0,14 11 0,-25-14-1365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4:40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 24575,'5'-8'0,"1"-1"0,0 2 0,0-1 0,0 1 0,1 0 0,0 0 0,11-7 0,-15 11 0,0 1 0,0 1 0,0-1 0,0 0 0,0 1 0,1 0 0,-1 0 0,1 0 0,-1 0 0,1 0 0,-1 1 0,1 0 0,-1-1 0,1 1 0,-1 0 0,1 1 0,-1-1 0,1 1 0,-1-1 0,1 1 0,-1 0 0,1 1 0,3 1 0,1 1 0,1 1 0,-1 1 0,0-1 0,0 2 0,12 11 0,32 40 0,-40-43 0,4 4 0,-1 1 0,-1 0 0,-1 1 0,-1 1 0,-1 0 0,-1 1 0,0 0 0,7 31 0,-12-34 0,-1 1 0,-1-1 0,-1 1 0,-1 0 0,-1 0 0,0-1 0,-2 1 0,0 0 0,-1-1 0,-8 26 0,9-40 0,0 1 0,1-1 0,0 1 0,-1 11 0,2-14 0,1-1 0,-1 0 0,1 1 0,0-1 0,0 1 0,0-1 0,0 0 0,0 0 0,1 0 0,3 6 0,-4-8 4,-1 1 1,1-1-1,0 0 0,0 1 0,-1-1 0,1 1 0,-1-1 0,1 1 0,-1 0 1,0-1-1,1 1 0,-1 0 0,0-1 0,0 1 0,0-1 0,0 1 0,-1 0 1,1-1-1,0 1 0,-1 0 0,1-1 0,-1 1 0,1-1 0,-1 1 0,0-1 1,1 1-1,-1-1 0,-2 2 0,0 1-190,-1-1 1,0 1-1,0-1 0,0 1 1,0-1-1,0-1 1,-9 5-1,0-1-6640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4:57.5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58 201 24575,'0'0'0,"1"-1"0,-1 0 0,0 0 0,1 1 0,-1-1 0,1 0 0,-1 1 0,1-1 0,-1 1 0,1-1 0,0 0 0,-1 1 0,1 0 0,-1-1 0,1 1 0,0-1 0,0 1 0,-1 0 0,1-1 0,0 1 0,0 0 0,-1 0 0,1-1 0,0 1 0,0 0 0,0 0 0,1 0 0,24-1 0,5 3 0,1 2 0,34 8 0,-4 0 0,641 84-850,-373-50 850,-396-46 602,23 0-354,-3-2-248,-69-11 0,-45-18 0,48 8 0,62 14 0,-373-83 0,390 83 0,-1 1 0,-1 2 0,1 1 0,-57 0 0,88 5 0,0 0 0,-1 0 0,1 0 0,0-1 0,0 1 0,-4-2 0,6 1 0,1 1 0,0 0 0,-1 0 0,1 0 0,0 0 0,-1-1 0,1 1 0,0 0 0,-1 0 0,1-1 0,0 1 0,-1 0 0,1-1 0,0 1 0,0 0 0,-1-1 0,1 1 0,0 0 0,0-1 0,0 1 0,-1-1 0,1 0 0,0 1 0,0-1 0,0 0 0,1 0 0,-1 1 0,0-1 0,0 0 0,0 1 0,1-1 0,-1 0 0,0 1 0,1-1 0,-1 0 0,1 1 0,-1-1 0,1 1 0,-1-1 0,2 0 0,4-4 0,-1 0 0,1 0 0,1 1 0,-1 0 0,1 1 0,-1-1 0,8-2 0,53-15 0,-60 18 0,323-70 0,-318 73 0,-12 0 0,1 0 0,-1 0 0,0 0 0,0 0 0,0 0 0,0 0 0,0 0 0,0 0 0,0 1 0,0-1 0,0 0 0,0 0 0,0 0 0,0 0 0,0 0 0,0 0 0,0 0 0,0 0 0,0 1 0,0-1 0,0 0 0,0 0 0,0 0 0,0 0 0,0 0 0,0 0 0,0 0 0,0 0 0,0 0 0,-1 1 0,1-1 0,0 0 0,0 0 0,0 0 0,0 0 0,0 0 0,0 0 0,0 0 0,0 0 0,0 0 0,0 0 0,0 0 0,-1 0 0,1 0 0,0 0 0,0 0 0,0 0 0,0 0 0,0 0 0,-22 11 0,-252 72 0,224-71 0,-107 31 0,155-42 0,1-1 0,0 0 0,-1 1 0,1-1 0,0 1 0,-1-1 0,1 1 0,0 0 0,0-1 0,0 1 0,0 0 0,0 0 0,0 0 0,0 0 0,0 0 0,0 0 0,0 0 0,0 0 0,0 0 0,1 0 0,-1 1 0,1-1 0,-1 0 0,1 0 0,-1 1 0,1-1 0,-1 0 0,1 1 0,0-1 0,0 1 0,0-1 0,0 0 0,0 1 0,0-1 0,0 0 0,0 1 0,1-1 0,-1 0 0,1 1 0,0 1 0,1 2 0,1-1 0,-1 1 0,1-1 0,0 0 0,0 0 0,0 0 0,0-1 0,1 1 0,-1-1 0,6 4 0,7 3 0,0-1 0,1 0 0,0-1 0,32 10 0,-4-2 0,-41-15-105,0 1 0,1-1 0,-1 1 0,0 0 0,0 0 0,-1 1 0,1-1 0,0 1 0,-1 0 0,0 0 0,1 0 0,4 6 0,-4 0-6721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4:59.0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 24575,'8'-3'0,"4"2"0,3 6 0,1 5 0,1 3 0,-3 1 0,-4-1-8191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4:58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59 24575,'119'113'0,"-72"-65"0,-29-32 0,-1-2 0,37 23 0,-52-36 0,-53-23 0,38 13 0,0 0 0,1-1 0,0-1 0,1 0 0,0-1 0,0 0 0,1-1 0,-12-20 0,17 24 0,1 0 0,-1 0 0,2 0 0,-1-1 0,1 1 0,1-1 0,-3-15 0,5 24 0,0 1 0,0-1 0,0 0 0,0 1 0,0-1 0,0 0 0,0 1 0,0-1 0,0 0 0,0 1 0,0-1 0,1 0 0,-1 1 0,0-1 0,0 1 0,1-1 0,-1 0 0,0 1 0,1-1 0,0 0 0,0 1 0,-1 0 0,1-1 0,-1 1 0,1 0 0,-1 0 0,1 0 0,-1 0 0,1 0 0,-1 0 0,1 0 0,-1 0 0,1 0 0,0 0 0,-1 0 0,1 0 0,-1 0 0,1 0 0,-1 0 0,2 1 0,3 2 0,0 0 0,1 0 0,8 7 0,-4-3 0,2 1 0,1-2 0,1 1 0,-1-1 0,1-1 0,0-1 0,0 0 0,1-1 0,-1 0 0,1-1 0,-1 0 0,22-2 0,-29 0 0,-1 0 0,1 0 0,0-1 0,-1 0 0,1-1 0,-1 1 0,1-1 0,11-6 0,-15 6 0,0 1 0,0-2 0,0 1 0,0 0 0,0 0 0,-1-1 0,1 0 0,-1 1 0,0-1 0,0 0 0,0 0 0,0 0 0,0-1 0,-1 1 0,1 0 0,-1-1 0,0 1 0,1-5 0,0-2 0,-2 8 0,0-1 0,1 1 0,-1-1 0,1 1 0,-1-1 0,1 1 0,0 0 0,0-1 0,0 1 0,0 0 0,1 0 0,2-4 0,-3 6 0,-1-1 0,0 1 0,1 0 0,-1 0 0,1 0 0,-1 0 0,1 0 0,-1 0 0,0 0 0,1 0 0,-1 0 0,1 0 0,-1 0 0,1 0 0,-1 0 0,0 0 0,1 0 0,-1 1 0,1-1 0,-1 0 0,0 0 0,1 0 0,-1 1 0,1-1 0,-1 0 0,0 1 0,1-1 0,-1 0 0,0 0 0,0 1 0,1-1 0,-1 1 0,0-1 0,11 17 0,-8-13 0,7 12 0,7 10 0,19 24 0,-29-42 0,0 1 0,1-1 0,1-1 0,-1 0 0,1 0 0,13 7 0,-16-10 0,-3-2 0,0 0 0,0 0 0,0-1 0,0 1 0,0-1 0,0 1 0,1-1 0,-1 0 0,0 0 0,1-1 0,-1 1 0,6 0 0,-6-5-1365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4:59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432 30 24575,'-103'-14'0,"-188"-2"0,288 16 0,0 0 0,0 1 0,0-1 0,0 1 0,0-1 0,0 1 0,0 0 0,-4 2 0,7-3 0,-1 0 0,1 1 0,-1-1 0,1 0 0,-1 1 0,1-1 0,0 0 0,-1 1 0,1-1 0,0 1 0,-1-1 0,1 1 0,0-1 0,-1 1 0,1-1 0,0 1 0,0-1 0,-1 1 0,1-1 0,0 1 0,0 0 0,0 0 0,0 0 0,0 0 0,1 0 0,-1 0 0,0 0 0,0 0 0,1-1 0,-1 1 0,1 0 0,-1 0 0,1 0 0,-1-1 0,1 1 0,-1 0 0,2 1 0,1 1 0,1 0 0,-1 0 0,1 0 0,0 0 0,0 0 0,0-1 0,0 0 0,0 0 0,1 0 0,5 1 0,7 2 0,25 4 0,-13-4 0,-3 1 0,-17-5 0,-1 0 0,0 1 0,-1 0 0,1 0 0,0 1 0,-1 0 0,1 0 0,-1 1 0,13 8 0,-7-1 0,-1 1 0,0 1 0,0 0 0,-1 0 0,16 27 0,38 81 0,-50-91 0,-13-26 0,1 1 0,-1 0 0,0 0 0,0 0 0,2 8 0,-4-12 0,1-1 0,-1 1 0,0 0 0,0 0 0,0 0 0,0 0 0,0 0 0,0-1 0,0 1 0,0 0 0,0 0 0,0 0 0,-1 0 0,1-1 0,0 1 0,0 0 0,-1 0 0,1 0 0,-1-1 0,1 1 0,-1 0 0,1-1 0,-1 1 0,1 0 0,-1-1 0,1 1 0,-1-1 0,0 1 0,0-1 0,1 1 0,-1-1 0,0 1 0,0-1 0,1 0 0,-2 1 0,-10 1 0,1 0 0,-1-1 0,1 0 0,-1-1 0,0 0 0,-12-3 0,7 2 0,-21-3-455,-1-2 0,-49-13 0,62 12-6371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00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51 24575,'-1'-7'0,"0"5"0,0-1 0,1 0 0,-1 0 0,1 1 0,0-1 0,0 0 0,0 0 0,0 1 0,0-1 0,1 0 0,-1 0 0,1 1 0,1-5 0,-2 7 0,1 0 0,-1 0 0,0-1 0,1 1 0,-1 0 0,0 0 0,1 0 0,-1 0 0,0-1 0,1 1 0,-1 0 0,0 0 0,1 0 0,-1 0 0,0 0 0,1 0 0,-1 0 0,1 0 0,-1 0 0,0 0 0,1 0 0,-1 0 0,0 0 0,1 1 0,-1-1 0,0 0 0,1 0 0,-1 0 0,0 0 0,1 1 0,-1-1 0,1 0 0,10 10 0,-10-10 0,16 18 0,-1 1 0,-1 1 0,-1 0 0,13 23 0,-14-21 0,68 119 0,-41-68 0,65 88 0,-104-159 0,21 23 0,-21-24 0,1 0 0,-1 0 0,0 1 0,1-1 0,-1 0 0,0-1 0,1 1 0,-1 0 0,1 0 0,0-1 0,-1 1 0,1-1 0,0 1 0,-1-1 0,1 0 0,2 1 0,-3-2 0,0 1 0,0 0 0,-1 0 0,1-1 0,0 1 0,0-1 0,0 1 0,-1-1 0,1 1 0,0-1 0,0 1 0,-1-1 0,1 0 0,0 1 0,-1-1 0,1 0 0,-1 0 0,1 0 0,-1 1 0,1-1 0,-1 0 0,0 0 0,0 0 0,1 0 0,-1 0 0,0 1 0,0-1 0,0 0 0,0-1 0,2-32 0,-2 29 0,-2-21 0,0 1 0,-2-1 0,-8-28 0,6 30 0,6 21 0,-1 1 0,1-1 0,-1 1 0,1-1 0,0 1 0,0-1 0,0 1 0,1-1 0,0-5 0,-1 8 0,1-1 0,-1 0 0,0 0 0,1 1 0,-1-1 0,1 0 0,-1 1 0,1-1 0,0 0 0,-1 1 0,1-1 0,0 1 0,-1-1 0,1 1 0,0-1 0,0 1 0,-1-1 0,1 1 0,0 0 0,0-1 0,0 1 0,0 0 0,-1 0 0,1 0 0,0 0 0,0 0 0,0 0 0,0 0 0,0 0 0,0 0 0,-1 0 0,1 0 0,1 1 0,25 5 0,-1 1 0,0 1 0,0 1 0,32 17 0,18 6 0,-54-24 0,36 20 0,-58-28 3,0-1-1,0 1 0,0 0 0,0 0 1,0 0-1,0 0 0,0 0 0,0 0 1,0 0-1,-6-4-1390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00.2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24575,'19'30'0,"12"16"0,6 9 0,0 1 0,0 0-1215,-2-4 1215,-1-2 0,-3-3 0,-3-1 0,-2-5 397,-3-3-397,0-4 201,-2-6-201,-2-4 0,-1-4 0,-5-3 617,-1-4-617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00.4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274 19 24575,'-30'-8'0,"-12"1"0,-1 3 0,2 6 0,3 4 0,5 6 0,6 1 0,7-1-8191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00.9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211 1 24575,'-25'2'0,"-10"1"0,-2 1 0,3 0 0,3 2 0,3-2 0,7-1-8191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01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193 19 24575,'-23'-6'0,"-34"-5"0,50 10 0,-1 1 0,1-1 0,0 1 0,0 0 0,0 1 0,-1 0 0,1 0 0,0 1 0,-7 2 0,12-4 0,1 1 0,0-1 0,0 1 0,-1 0 0,1-1 0,0 1 0,0 0 0,0 0 0,0 0 0,-1 0 0,1 0 0,1 0 0,-1 0 0,0 0 0,0 0 0,0 0 0,0 0 0,1 1 0,-1-1 0,0 2 0,1-1 0,-1 0 0,1 0 0,0 0 0,0 0 0,0 0 0,1 0 0,-1 0 0,0 0 0,1 0 0,-1 0 0,1 0 0,0-1 0,0 3 0,4 4 0,0 0 0,0 0 0,0-1 0,13 14 0,23 18 0,1-2 0,57 39 0,-79-64 0,-16-10 0,-1-1 0,1 2 0,0-1 0,-1 0 0,1 1 0,-1-1 0,0 1 0,1 0 0,-2 0 0,1 0 0,3 5 0,-6-8 0,1 0 0,-1 1 0,0-1 0,0 0 0,0 1 0,0-1 0,0 0 0,0 0 0,0 1 0,0-1 0,0 0 0,0 0 0,0 1 0,0-1 0,0 0 0,-1 0 0,1 1 0,0-1 0,0 0 0,0 0 0,0 1 0,0-1 0,0 0 0,-1 0 0,1 0 0,0 1 0,0-1 0,0 0 0,-1 0 0,1 0 0,-11 5 0,-15-3 0,24-2 0,-28-1 0,0-1 0,1-2 0,-33-7 0,-12-2 0,50 7-1365,15 3-5461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01.6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0 24575,'0'7'0,"0"6"0,0 2 0,0 1 0,-3-2 0,-3-5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01.7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24575,'3'3'0,"0"5"0,2 4 0,1 5 0,-1 4 0,1 4 0,0 0 0,-2-2 0,-1-5-8191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02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144 505 24575,'-4'-1'0,"-12"0"0,1 0 0,0 0 0,-16 3 0,28-2 0,0 0 0,0 0 0,0 1 0,0-1 0,0 1 0,0 0 0,0 0 0,1 0 0,-1 0 0,0 1 0,0-1 0,1 1 0,-1 0 0,1-1 0,0 1 0,-1 0 0,1 1 0,0-1 0,0 0 0,0 1 0,-3 4 0,5-4 0,-1 0 0,0-1 0,1 1 0,0 0 0,-1 0 0,1 0 0,1 0 0,-1 0 0,0-1 0,1 1 0,-1 0 0,1 0 0,0 0 0,0-1 0,0 1 0,0 0 0,0-1 0,1 1 0,-1-1 0,3 3 0,2 4 0,0-1 0,0 0 0,1-1 0,11 11 0,-14-14 0,1-1 0,0 0 0,0 0 0,0 0 0,0 0 0,0-1 0,1 1 0,-1-1 0,1-1 0,-1 1 0,1-1 0,0 0 0,7 0 0,-9-1 0,0 0 0,0 0 0,1 0 0,-1-1 0,0 0 0,0 0 0,0 0 0,0 0 0,0 0 0,0-1 0,0 0 0,0 0 0,-1 0 0,1 0 0,-1-1 0,0 1 0,1-1 0,4-6 0,-2 2 0,-1 0 0,0-1 0,-1 0 0,0 1 0,0-1 0,-1-1 0,0 1 0,0 0 0,-1-1 0,0 0 0,0 1 0,-1-1 0,0 0 0,-1 0 0,0 0 0,0 0 0,-3-12 0,-1-7 0,-2 1 0,-1 1 0,-1-1 0,-16-32 0,-19-33 0,-79-121 0,112 201 0,10 12 0,0 0 0,0 0 0,0 0 0,0 0 0,0 0 0,-1 0 0,1 0 0,0 0 0,0 0 0,0 0 0,0 0 0,0 0 0,-1 0 0,1 0 0,0 0 0,0 0 0,0 0 0,0 0 0,0 0 0,0 0 0,-1 0 0,1 0 0,0 0 0,0 0 0,0 1 0,0-1 0,0 0 0,0 0 0,0 0 0,0 0 0,-1 0 0,1 0 0,0 0 0,0 1 0,0-1 0,0 0 0,0 0 0,0 0 0,0 0 0,0 0 0,0 0 0,0 1 0,0-1 0,0 0 0,0 0 0,0 4 0,0-1 0,0 0 0,0 1 0,0-1 0,0 0 0,2 4 0,9 38 0,3 0 0,28 62 0,-24-66 0,31 52 0,-40-79 0,0 1 0,2-1 0,-1-1 0,2 0 0,0 0 0,21 16 0,-23-22 0,1-1 0,1 1 0,-1-2 0,1 0 0,0 0 0,0-1 0,1 0 0,-1-2 0,1 1 0,0-1 0,-1-1 0,1 0 0,0-1 0,23-2 0,-24 0 0,0 0 0,-1 0 0,1-1 0,-1-1 0,0 0 0,0 0 0,12-7 0,-16 6 0,1 1 0,-1-1 0,0 0 0,-1-1 0,1 0 0,-1 0 0,-1 0 0,1-1 0,-1 0 0,6-9 0,-8 12 0,-1-1 0,0 1 0,0-1 0,0 1 0,-1-1 0,1 0 0,-1 0 0,0 0 0,-1 0 0,1 0 0,-1 0 0,0 0 0,0 0 0,0 1 0,-1-1 0,0 0 0,0 0 0,0 0 0,-1 0 0,1 1 0,-1-1 0,0 0 0,0 1 0,-1 0 0,0-1 0,1 1 0,-1 0 0,-1 0 0,1 1 0,0-1 0,-1 1 0,0 0 0,0 0 0,0 0 0,0 0 0,0 0 0,-1 1 0,1 0 0,-1 0 0,1 0 0,-10-2 0,6 3 0,-1-1 0,1 2 0,0-1 0,-1 1 0,1 0 0,0 0 0,0 1 0,-12 3 0,17-4 0,1 1 0,-1 0 0,0 0 0,0 0 0,0 0 0,1 0 0,-1 1 0,1-1 0,-1 1 0,1 0 0,-1 0 0,1 0 0,0 0 0,0 0 0,0 0 0,0 0 0,0 1 0,1-1 0,-1 1 0,1-1 0,-1 1 0,1 0 0,0-1 0,0 1 0,0 0 0,0 4 0,0 1 0,1 0 0,0 0 0,0 0 0,1 0 0,0 0 0,0 0 0,1 0 0,0 0 0,0-1 0,1 1 0,0-1 0,0 1 0,1-1 0,0 0 0,0 0 0,1-1 0,0 1 0,0-1 0,0 0 0,9 7 0,-7-7 0,-1-1 0,1 0 0,0 0 0,0 0 0,1-1 0,-1 0 0,1 0 0,0-1 0,0 0 0,0-1 0,1 0 0,-1 0 0,0-1 0,1 1 0,-1-2 0,1 0 0,-1 0 0,1 0 0,9-2 0,-3-1-1365,-1 0-5461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02.9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160 565 24575,'-3'1'0,"-1"0"0,1 0 0,-1 0 0,1 0 0,-1 0 0,1 1 0,0 0 0,-1 0 0,1 0 0,0 0 0,0 0 0,1 0 0,-1 1 0,0-1 0,1 1 0,-3 4 0,3-5 0,1 0 0,0 1 0,0-1 0,0 1 0,0-1 0,0 1 0,1-1 0,-1 1 0,1 0 0,0-1 0,0 1 0,0 0 0,0-1 0,0 1 0,0 0 0,1-1 0,0 1 0,-1-1 0,1 1 0,0-1 0,0 1 0,0-1 0,2 4 0,0-1 0,0 0 0,1 1 0,-1-1 0,1-1 0,0 1 0,1-1 0,-1 1 0,1-1 0,0 0 0,7 4 0,-10-6 0,0-1 0,1 0 0,-1 0 0,0-1 0,0 1 0,0 0 0,1-1 0,-1 1 0,0-1 0,0 0 0,1 1 0,-1-1 0,0 0 0,1-1 0,-1 1 0,0 0 0,1-1 0,-1 1 0,0-1 0,0 0 0,0 1 0,0-1 0,1 0 0,-1-1 0,0 1 0,-1 0 0,1 0 0,0-1 0,0 1 0,0-1 0,1-1 0,0-1 0,-1 0 0,1 0 0,-1 0 0,0 0 0,0 0 0,0 0 0,-1-1 0,1 1 0,-1-1 0,0 1 0,0-1 0,-1 1 0,1-1 0,-1 1 0,0-1 0,-1-8 0,-1-5 0,-1 0 0,-10-32 0,-7-8 0,-3 0 0,-49-87 0,39 83 0,-39-103 0,70 158 0,0 4 0,1 0 0,0 0 0,0-1 0,0 1 0,0 0 0,1-1 0,-1 1 0,1-1 0,0 1 0,0-7 0,0 10 0,0-1 0,0 1 0,0 0 0,0 0 0,1 0 0,-1 0 0,0 0 0,0 0 0,0 0 0,0 0 0,0 0 0,0 0 0,0-1 0,0 1 0,0 0 0,0 0 0,0 0 0,0 0 0,0 0 0,0 0 0,0 0 0,0 0 0,0 0 0,1 0 0,-1 0 0,0 0 0,0 0 0,0 0 0,0 0 0,0 0 0,0 0 0,0 0 0,0 0 0,0 0 0,0 0 0,1 0 0,-1 0 0,0 0 0,0 0 0,0 0 0,0 0 0,0 0 0,0 0 0,0 0 0,0 0 0,0 0 0,0 0 0,1 0 0,-1 0 0,0 0 0,0 0 0,0 0 0,5 6 0,4 9 0,46 93 0,31 60 0,103 181 0,-173-322-1365,-3-7-5461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04.0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5 24575,'-29'-3'0,"-38"2"0,55 1 0,-1 1 0,1 1 0,0 0 0,-1 1 0,-17 6 0,28-8 0,0 0 0,0 0 0,0-1 0,0 1 0,0 1 0,0-1 0,1 0 0,-1 0 0,0 1 0,1-1 0,-1 1 0,1-1 0,0 1 0,-1 0 0,1 0 0,0-1 0,0 1 0,-1 3 0,1-3 0,1 1 0,-1 0 0,1-1 0,-1 1 0,1 0 0,0 0 0,0-1 0,1 1 0,-1 0 0,0-1 0,1 1 0,1 4 0,2 2 0,0 0 0,0 0 0,1 0 0,0-1 0,0 0 0,13 14 0,-3-6 0,0-1 0,2-1 0,-1-1 0,37 23 0,80 33 0,-127-66 0,-3-1 0,0-1 0,-1 0 0,1 1 0,-1 0 0,0-1 0,4 4 0,-6-4 0,0-1 0,0 0 0,1 0 0,-1 0 0,0 0 0,0 1 0,0-1 0,0 0 0,0 0 0,0 0 0,0 1 0,1-1 0,-1 0 0,0 0 0,0 0 0,0 1 0,0-1 0,0 0 0,0 0 0,0 1 0,0-1 0,0 0 0,0 0 0,0 0 0,0 1 0,0-1 0,-1 0 0,1 0 0,0 1 0,0-1 0,0 0 0,-1 1 0,0-1 0,1 1 0,-1-1 0,0 1 0,0-1 0,0 0 0,1 1 0,-1-1 0,0 0 0,0 0 0,0 0 0,0 1 0,-1-1 0,-24 0 0,1 0 0,0-1 0,-1-2 0,1-1 0,-26-7 0,7 3 0,43 8 0,1 0 0,-1 0 0,1 0 0,0 0 0,-1 0 0,1 0 0,-1 0 0,1 0 0,-1-1 0,1 1 0,0 0 0,-1 0 0,1 0 0,-1 0 0,1 0 0,0-1 0,-1 1 0,1 0 0,0 0 0,-1-1 0,1 1 0,0 0 0,0-1 0,-1 1 0,1 0 0,0-1 0,0 1 0,-1 0 0,1-1 0,0 0 0,1 1 0,-1-1 0,1 1 0,-1-1 0,1 1 0,-1-1 0,1 1 0,-1-1 0,1 1 0,-1 0 0,1-1 0,0 1 0,-1 0 0,1 0 0,0-1 0,29-8 0,63-11 0,63-16 0,-134 29 0,1-1 0,-1 0 0,-1-2 0,34-20 0,-52 28 0,0-1 0,0 1 0,0 0 0,0-1 0,0 0 0,0 1 0,-1-1 0,1 0 0,-1-1 0,0 1 0,0 0 0,0-1 0,0 1 0,-1-1 0,0 1 0,1-1 0,0-6 0,-2 7 0,1-1 0,-1 1 0,-1 0 0,1 0 0,0-1 0,-1 1 0,0 0 0,1 0 0,-1 0 0,-1 0 0,1 0 0,0 0 0,-1 0 0,1 0 0,-1 1 0,0-1 0,0 0 0,0 1 0,0 0 0,0-1 0,-4-2 0,2 3 0,1-1 0,-1 0 0,0 1 0,0 0 0,0 0 0,0 0 0,-1 1 0,1-1 0,0 1 0,-1 0 0,-5-1 0,8 2 0,0 0 0,1 0 0,-1-1 0,0 2 0,1-1 0,-1 0 0,0 0 0,1 0 0,-1 1 0,0-1 0,1 1 0,-1-1 0,1 1 0,-1 0 0,1-1 0,-1 1 0,1 0 0,-1 0 0,1 0 0,0 0 0,0 0 0,-1 1 0,1-1 0,0 0 0,0 0 0,0 1 0,0-1 0,0 1 0,1-1 0,-1 1 0,0-1 0,1 1 0,-1 2 0,-1 3 0,1 0 0,1 1 0,-1-1 0,1 1 0,0-1 0,1 1 0,0-1 0,0 0 0,1 1 0,0-1 0,0 0 0,0 0 0,1 0 0,0 0 0,0 0 0,1-1 0,0 0 0,7 9 0,1 0 0,1 0 0,0-1 0,1 0 0,1-1 0,29 20 0,-33-26 12,1 0 0,0 0 0,0-2 0,1 1 0,-1-1 0,1-1 0,0 0 0,0-1 0,26 3 0,-31-6-90,0 0 0,-1 0 0,1 0-1,-1-1 1,1 0 0,-1 0 0,1-1 0,-1 0 0,0 0-1,0-1 1,0 0 0,0 0 0,0-1 0,-1 0 0,1 0-1,-1 0 1,0-1 0,10-10 0,-5 2-6748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04.5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 1 24575,'-12'4'0,"0"2"0,0 0 0,1 0 0,0 1 0,1 1 0,-17 14 0,24-19 0,0 1 0,-1-1 0,1 1 0,1 0 0,-1 0 0,1 0 0,-1 0 0,1 0 0,1 1 0,-1-1 0,0 0 0,1 1 0,0 0 0,0-1 0,0 1 0,1 0 0,0-1 0,0 1 0,0 0 0,0-1 0,2 9 0,0-5 0,0 0 0,0 0 0,1 0 0,0 0 0,0 0 0,1 0 0,0-1 0,1 1 0,9 11 0,-9-14 0,-1 0 0,1-1 0,0 0 0,0 0 0,0-1 0,0 1 0,1-1 0,-1 0 0,1 0 0,0-1 0,0 0 0,0 0 0,12 2 0,-13-3 0,0 0 0,0-1 0,0 0 0,0 0 0,0 0 0,0 0 0,0-1 0,0 0 0,0 0 0,8-3 0,-11 3 0,1 0 0,-1 0 0,0-1 0,0 1 0,1 0 0,-1-1 0,0 0 0,-1 1 0,1-1 0,0 0 0,0 0 0,-1 0 0,1 0 0,-1 0 0,0-1 0,1 1 0,-1 0 0,0 0 0,0-1 0,-1 1 0,1-1 0,0-4 0,-2-14 0,1 21 0,0 0 0,0-1 0,0 1 0,0 0 0,0 0 0,0 0 0,0 0 0,0 0 0,0 0 0,0-1 0,0 1 0,0 0 0,0 0 0,0 0 0,0 0 0,0 0 0,0 0 0,0 0 0,0-1 0,-1 1 0,1 0 0,0 0 0,0 0 0,0 0 0,0 0 0,0 0 0,0 0 0,0 0 0,0 0 0,-1 0 0,1 0 0,0 0 0,0 0 0,0 0 0,0-1 0,0 1 0,0 0 0,-1 0 0,1 0 0,0 0 0,0 0 0,-5 11 0,4-4 0,0 0 0,0 0 0,0 0 0,1 0 0,0 0 0,2 14 0,11 43 0,-12-60 0,14 53 0,2-2 0,2-1 0,45 87 0,-64-139-52,1 0-35,0 0-1,0 0 1,1 1-1,-1-1 1,0 0-1,1 0 0,-1 0 1,1-1-1,0 1 1,0 0-1,-1-1 1,1 1-1,0-1 1,3 2-1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05.6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14 216 24575,'0'0'0,"-1"0"0,1 0 0,-1 0 0,1 0 0,-1 0 0,1 0 0,-1 0 0,1 1 0,-1-1 0,1 0 0,-1 0 0,1 0 0,-1 1 0,1-1 0,-1 0 0,1 1 0,0-1 0,-1 0 0,1 1 0,0-1 0,-1 0 0,1 1 0,0-1 0,-1 1 0,1-1 0,-1 1 0,1 1 0,0-1 0,-1 0 0,1 1 0,0-1 0,0 0 0,0 1 0,0-1 0,0 1 0,0 2 0,1 0 0,0 1 0,0-1 0,0 1 0,1-1 0,1 5 0,3 1 0,0 0 0,0-1 0,1 0 0,0 0 0,0-1 0,1 0 0,0 0 0,1-1 0,-1 0 0,1 0 0,1-1 0,-1-1 0,1 1 0,0-1 0,0-1 0,1 0 0,12 3 0,-20-6 0,1-1 0,-1 1 0,1-1 0,-1 0 0,1 0 0,-1 0 0,1 0 0,-1-1 0,1 1 0,-1-1 0,1 0 0,-1 0 0,0 0 0,0-1 0,1 1 0,-1-1 0,0 1 0,0-1 0,5-5 0,-5 4 0,0 0 0,-1 0 0,1 0 0,-1 0 0,0-1 0,0 1 0,0-1 0,0 0 0,-1 1 0,1-1 0,-1 0 0,0 0 0,0 0 0,0 0 0,-1 0 0,1 0 0,-1-5 0,-1-1 0,0 1 0,-1-1 0,0 1 0,0 0 0,-1-1 0,-1 1 0,1 0 0,-1 1 0,-9-14 0,3 1 0,7 11 0,9 11 0,15 15 0,-16-12 0,10 9 0,0-2 0,2 0 0,-1-1 0,1 0 0,1-1 0,0-1 0,0-1 0,0-1 0,1 0 0,0-1 0,37 4 0,-42-8 0,-1 0 0,1 0 0,0-1 0,23-4 0,-33 3 0,0 0 0,0 0 0,0 0 0,0-1 0,-1 1 0,1-1 0,-1 0 0,1 0 0,-1 0 0,1-1 0,-1 1 0,0-1 0,0 0 0,-1 1 0,1-2 0,0 1 0,-1 0 0,0 0 0,0-1 0,3-5 0,-3 4 0,0-1 0,-1 0 0,1 1 0,-1-1 0,0 0 0,-1 1 0,1-1 0,-1 0 0,0 0 0,-1 0 0,0 1 0,1-1 0,-2 0 0,1 1 0,-4-10 0,0 1 0,-2 0 0,1 1 0,-2 0 0,-16-23 0,19 29 0,0 0 0,-1 1 0,0 0 0,0 0 0,-13-9 0,18 14 0,0 0 0,-1 0 0,1 0 0,-1 0 0,1 0 0,-1 1 0,1-1 0,-1 0 0,0 1 0,0-1 0,1 1 0,-1 0 0,0 0 0,1-1 0,-1 1 0,0 0 0,0 0 0,1 1 0,-1-1 0,0 0 0,0 1 0,1-1 0,-1 1 0,0-1 0,1 1 0,-1 0 0,1-1 0,-1 1 0,1 0 0,-1 0 0,1 0 0,0 0 0,-1 1 0,0 0 0,-1 1 0,1 0 0,-1 1 0,1-1 0,0 0 0,1 1 0,-1-1 0,0 1 0,1 0 0,0-1 0,0 1 0,0 0 0,0 0 0,1 0 0,-1 5 0,1-3 0,0 0 0,1 1 0,0-1 0,0 0 0,1 0 0,0 0 0,0 0 0,4 8 0,-2-4 0,1-1 0,1 0 0,0-1 0,0 1 0,0-1 0,1-1 0,0 1 0,1-1 0,0 0 0,15 10 0,-11-10 0,0-1 0,1-1 0,0 0 0,0 0 0,0-1 0,0-1 0,23 3 0,-26-5 0,0 0 0,0-1 0,0 0 0,1-1 0,-1 0 0,0-1 0,0 1 0,0-2 0,0 0 0,17-7 0,-24 8 0,-1 1 0,1 0 0,-1-1 0,0 0 0,0 1 0,0-1 0,0 0 0,0 0 0,0 0 0,0 0 0,0-1 0,-1 1 0,1 0 0,-1-1 0,0 1 0,0-1 0,0 0 0,1-3 0,-1 2 0,0 0 0,-1 0 0,0 0 0,0 1 0,0-1 0,0 0 0,0 0 0,-1 0 0,0 0 0,0 1 0,0-1 0,-3-6 0,7 14 0,0 0 0,1 0 0,-1-1 0,0 1 0,8 4 0,25 20 0,-5-3 0,-23-17 0,1-1 0,0 0 0,0 0 0,0-1 0,1-1 0,0 1 0,13 4 0,-21-9 0,-1-1 0,0 0 0,1 1 0,-1-1 0,1 0 0,-1 0 0,0 1 0,1-1 0,-1 0 0,1-1 0,-1 1 0,1 0 0,-1 0 0,0-1 0,1 1 0,-1 0 0,0-1 0,2 0 0,-2 0 0,0 0 0,0 0 0,0 0 0,0 0 0,0 0 0,0 0 0,-1 0 0,1 0 0,0 0 0,-1 0 0,1-1 0,-1 1 0,1 0 0,-1 0 0,0 0 0,1-2 0,0-4 0,-1 0 0,0 1 0,0-1 0,-1 1 0,0-1 0,-2-8 0,2 8 0,-1 0 0,0-1 0,1 0 0,0 0 0,0-13 0,1 20 0,0 0 0,0 0 0,0 0 0,1-1 0,-1 1 0,0 0 0,0 0 0,1 0 0,-1 0 0,1 0 0,-1 0 0,1 0 0,-1 0 0,1 0 0,-1 0 0,1 0 0,0 0 0,0 0 0,0 0 0,-1 0 0,1 1 0,0-1 0,0 0 0,0 1 0,0-1 0,0 0 0,0 1 0,0-1 0,0 1 0,1 0 0,-1-1 0,0 1 0,0 0 0,0 0 0,0 0 0,0 0 0,1 0 0,1 0 0,8 2 0,1 0 0,-1 1 0,0 0 0,0 1 0,0 0 0,-1 0 0,1 1 0,13 10 0,23 9 0,155 72 0,-190-88-1365,-3-2-5461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06.3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44 122 24575,'-1'-1'0,"0"0"0,0 1 0,0-1 0,-1 0 0,1 0 0,0 1 0,-1-1 0,1 1 0,0 0 0,-1-1 0,1 1 0,-1 0 0,1 0 0,0-1 0,-1 1 0,1 0 0,-1 1 0,-1-1 0,2 1 0,0-1 0,0 1 0,0-1 0,0 1 0,0 0 0,0-1 0,1 1 0,-1 0 0,0 0 0,0 0 0,1 0 0,-1 0 0,0 0 0,1 0 0,-1 0 0,1 0 0,-1 0 0,1 0 0,0 0 0,-1 0 0,1 0 0,0 0 0,0 2 0,-1 3 0,1 0 0,0 1 0,0-1 0,1 0 0,0 0 0,0 0 0,0 0 0,1 0 0,-1 0 0,2 0 0,-1 0 0,1-1 0,4 9 0,6 6 0,31 39 0,-43-58 0,4 5 0,0 0 0,1 0 0,0 0 0,0-1 0,1 0 0,-1 0 0,1-1 0,0 0 0,0 0 0,1 0 0,-1-1 0,1 0 0,0-1 0,-1 1 0,1-2 0,15 3 0,-13-4 0,-1 0 0,1 0 0,0-1 0,-1 0 0,1-1 0,-1 0 0,0-1 0,1 1 0,-1-2 0,0 1 0,-1-1 0,1-1 0,14-10 0,-4 2 0,-1-1 0,0-1 0,-2 0 0,18-21 0,-27 28 0,0-1 0,-1 0 0,0 0 0,-1 0 0,0-1 0,0 0 0,-1 0 0,-1 0 0,1-1 0,2-19 0,-6 26 0,1-1 0,-2 1 0,1-1 0,0 1 0,-1-1 0,0 1 0,0 0 0,0-1 0,0 1 0,-1 0 0,0 0 0,0 0 0,-4-7 0,2 5 0,-1 0 0,1 0 0,-1 1 0,0 0 0,0 0 0,0 0 0,-12-8 0,16 13 0,0 0 0,1-1 0,-1 1 0,0 0 0,1 0 0,-1-1 0,0 1 0,1 0 0,-1 0 0,0 0 0,1 0 0,-1 0 0,0 0 0,1 0 0,-1 0 0,0 0 0,1 0 0,-1 0 0,0 1 0,1-1 0,-1 0 0,0 0 0,1 1 0,-1-1 0,0 0 0,1 1 0,-1-1 0,1 1 0,-1-1 0,1 1 0,-1-1 0,1 1 0,-1-1 0,1 1 0,0-1 0,-1 1 0,1 0 0,0-1 0,-1 1 0,1-1 0,0 1 0,0 0 0,-1 0 0,0 4 0,-1 0 0,1 0 0,-1 0 0,0 8 0,1 10 0,0 1 0,4 34 0,-3-54 0,1 0 0,0 0 0,0 0 0,0 0 0,1 0 0,-1 0 0,1 0 0,0-1 0,0 1 0,1-1 0,-1 1 0,1-1 0,-1 0 0,1 0 0,0 0 0,0 0 0,1 0 0,-1-1 0,0 0 0,1 1 0,0-1 0,-1-1 0,8 4 0,7 1 0,0 0 0,0-1 0,36 4 0,-42-7 0,97 8 92,-67-8-820,48 9-1,-72-6-6097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07.4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17 247 24575,'22'-20'0,"1"1"0,0 1 0,1 1 0,1 1 0,1 1 0,37-16 0,-59 29 0,1 0 0,-1-1 0,0 1 0,0-1 0,0 0 0,0 0 0,5-5 0,-8 7 0,0 0 0,-1 0 0,1 0 0,0 0 0,-1 0 0,1 0 0,-1 0 0,1 0 0,-1 0 0,1 0 0,-1 0 0,0-1 0,1 1 0,-1 0 0,0 0 0,0 0 0,0-1 0,0 1 0,0 0 0,0 0 0,0-1 0,0 1 0,-1 0 0,1 0 0,0 0 0,-1 0 0,1-1 0,-1 1 0,1 0 0,-1 0 0,0 0 0,1 0 0,-1 0 0,-1-1 0,-2-2 0,0 1 0,0 0 0,0-1 0,0 2 0,0-1 0,-1 0 0,1 1 0,-1 0 0,0 0 0,0 0 0,-9-2 0,-2 1 0,0 0 0,-24-1 0,31 4 0,1 0 0,-1 0 0,0 1 0,1 0 0,-1 0 0,1 1 0,-1 0 0,-11 5 0,18-6 0,-1 0 0,1 0 0,0 0 0,0 0 0,0 1 0,0-1 0,0 1 0,0 0 0,0-1 0,1 1 0,-1 0 0,0 0 0,1 0 0,-1 0 0,1 0 0,0 0 0,0 1 0,0-1 0,0 0 0,0 1 0,1-1 0,-1 0 0,0 1 0,1-1 0,0 1 0,0-1 0,0 1 0,0-1 0,0 1 0,0-1 0,1 1 0,-1-1 0,2 5 0,1 2 0,0 0 0,1 0 0,1 0 0,-1 0 0,1-1 0,1 0 0,0 0 0,0 0 0,0 0 0,1-1 0,0 0 0,0-1 0,1 0 0,11 8 0,0-2 0,0-1 0,0-1 0,1-1 0,0-1 0,30 9 0,-31-12 0,0-2 0,0 0 0,1-1 0,-1 0 0,0-2 0,1 0 0,35-6 0,-30-2 120,-24 8-188,-1 0 1,1-1-1,0 1 1,0-1-1,0 0 1,0 1-1,0-1 1,-1 0-1,1 0 1,0 1-1,0-1 1,-1 0-1,1 0 1,-1 0-1,1 0 1,-1 0-1,1 0 1,-1 0-1,1 0 1,-1 0-1,0-1 1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07.8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24575,'257'156'0,"-23"-14"0,-221-134 0,-9-6 0,0 1 0,0 0 0,1-1 0,-1 0 0,0 0 0,1 0 0,0-1 0,6 2 0,-10-3 3,-1 1-1,1-1 1,-1 0 0,1-1-1,-1 1 1,1 0-1,-1 0 1,1 0 0,-1 0-1,1 0 1,-1 0-1,1-1 1,-1 1-1,1 0 1,-1 0 0,0-1-1,1 1 1,-1 0-1,1 0 1,-1-1 0,0 1-1,1-1 1,-1 1-1,0 0 1,1-1-1,-1 1 1,0-1 0,0 1-1,0-1 1,1 1-1,-1 0 1,0-1 0,0 1-1,0-1 1,0 1-1,0-1 1,0 1-1,0-1 1,0 1 0,0-1-1,0 1 1,0-1-1,0 1 1,0-2-1,-7-22-1483,1 12-5345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07.9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259 0 24575,'-17'17'0,"-8"11"0,0 3 0,1-2 0,4 0 0,1-3 0,0-3 0,1-4 0,0-2 0,1-1 0,2-2 0,0 0 0,0-2 0,3-4-8191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08.6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175 206 24575,'11'50'0,"4"0"0,1-1 0,2 0 0,48 89 0,-17-60 0,-296-464 0,239 375 0,-45-75 0,44 71 0,2-1 0,-1-1 0,-7-27 0,15 42 0,-1 1 0,1-1 0,-1 0 0,1 0 0,0 0 0,0 0 0,-1 0 0,2 0 0,-1 0 0,0 0 0,0 1 0,0-1 0,1 0 0,1-3 0,-2 4 0,1 0 0,0 0 0,0 0 0,0 0 0,0 0 0,0 0 0,0 0 0,0 1 0,0-1 0,0 0 0,0 1 0,0-1 0,1 0 0,-1 1 0,0 0 0,0-1 0,1 1 0,-1 0 0,0-1 0,0 1 0,1 0 0,0 0 0,12 0 0,-1 0 0,1 1 0,-1 1 0,1 0 0,-1 0 0,0 2 0,0-1 0,0 2 0,-1 0 0,1 0 0,17 12 0,-3-1 0,0 2 0,-2 2 0,41 38 0,-63-56 0,0 1 0,0 0 0,-1 0 0,0 0 0,1 0 0,-1 0 0,0 1 0,2 5 0,-3-8 0,-1 1 0,0-1 0,0 0 0,1 1 0,-1-1 0,0 0 0,0 1 0,0-1 0,0 0 0,-1 1 0,1-1 0,0 0 0,0 1 0,-1-1 0,1 0 0,-1 0 0,1 1 0,-1-1 0,0 0 0,1 0 0,-1 0 0,0 0 0,0 0 0,0 0 0,0 0 0,0 0 0,-2 2 0,-2 0 0,0 1 0,-1-1 0,0 0 0,1 0 0,-1-1 0,0 0 0,0 0 0,-10 2 0,-5 0 0,-26 1 0,23-3-273,-1-1 0,0-1 0,1-2 0,-40-6 0,51 5-6553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09.4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307 43 24575,'-52'-13'0,"-1"2"0,-78-7 0,128 18 0,-1 0 0,1 0 0,-1 0 0,1 0 0,-1 1 0,1-1 0,-1 1 0,1 0 0,-1 0 0,1 0 0,0 1 0,-6 2 0,7-2 0,0-1 0,1 1 0,-1-1 0,1 1 0,-1 0 0,1 0 0,0-1 0,-1 1 0,1 0 0,0 0 0,0 0 0,1 0 0,-1 1 0,0-1 0,1 0 0,-1 0 0,1 0 0,-1 1 0,1-1 0,0 4 0,1 2 0,0 0 0,0 0 0,0 0 0,1 0 0,0-1 0,1 1 0,0-1 0,0 1 0,0-1 0,1 0 0,0 0 0,1-1 0,-1 1 0,1-1 0,1 0 0,9 10 0,-8-10 0,-1-1 0,1 1 0,0-1 0,1 0 0,-1-1 0,1 0 0,0 0 0,0 0 0,0-1 0,0-1 0,1 1 0,-1-1 0,1-1 0,0 1 0,10-1 0,-16-1 0,0 0 0,0 0 0,0-1 0,0 1 0,0-1 0,0 0 0,0 0 0,0 0 0,0 0 0,0 0 0,0-1 0,0 1 0,-1-1 0,1 0 0,-1 1 0,1-1 0,3-4 0,-4 2 0,1 0 0,0 0 0,-1 0 0,0 0 0,1 0 0,-2 0 0,1-1 0,0 1 0,-1-1 0,1-7 0,0-2 0,-1 1 0,-1-1 0,0 0 0,-1 0 0,0 1 0,-1-1 0,-4-14 0,-1 2 0,7 26 0,0 0 0,0 0 0,0 0 0,0 0 0,0 0 0,0 1 0,0-1 0,0 0 0,0 0 0,0 0 0,0 0 0,0 0 0,0 0 0,0 0 0,0 0 0,0 0 0,0 0 0,0 0 0,0 0 0,0 0 0,0 0 0,0 0 0,0 0 0,0 0 0,0 0 0,0 0 0,0 0 0,1 0 0,-1 0 0,0 0 0,0 0 0,0 0 0,0 0 0,0 0 0,0 0 0,0 0 0,0 0 0,0 0 0,0 0 0,0 0 0,0 0 0,0 0 0,0 0 0,0 0 0,0 0 0,0 0 0,0 0 0,0 0 0,0 0 0,0 0 0,1 0 0,-1 0 0,0 0 0,0 0 0,0 0 0,0-1 0,0 1 0,0 0 0,0 0 0,0 0 0,0 0 0,0 0 0,0 0 0,0 0 0,0 0 0,0 0 0,0 0 0,6 6 0,4 8 0,1 1 0,1 0 0,0-1 0,1 0 0,0 0 0,24 18 0,-27-25 0,0 0 0,0-1 0,0 0 0,1-1 0,0 0 0,0-1 0,0 0 0,1 0 0,-1-1 0,13 1 0,-22-4 0,-1 1 0,1-1 0,0 0 0,-1 0 0,1 0 0,-1 0 0,1-1 0,-1 1 0,1 0 0,-1-1 0,1 1 0,-1-1 0,1 1 0,-1-1 0,1 0 0,-1 0 0,0 1 0,1-1 0,0-1 0,0 0 0,-1 0 0,0 0 0,1 0 0,-1 0 0,0 0 0,0 0 0,0 0 0,0 0 0,-1 0 0,1 0 0,0-5 0,0-4 0,0 0 0,-1 0 0,0 0 0,-3-15 0,3 22 0,-1-2 0,0 0 0,0 0 0,-1 1 0,0-1 0,0 1 0,0-1 0,-1 1 0,-5-9 0,22 37 0,-3-5 0,0-1 0,22 26 0,-29-39 0,0 0 0,0 0 0,0 0 0,1-1 0,-1 1 0,1-1 0,0 0 0,0 0 0,0-1 0,0 0 0,0 0 0,1 0 0,-1 0 0,11 1 0,-12-2 0,0-1 0,0 0 0,0 0 0,0 0 0,0-1 0,0 1 0,0-1 0,0 0 0,0 0 0,6-2 0,-7 1 0,-1 1 0,1-1 0,-1 0 0,1 0 0,-1 0 0,0 0 0,0 0 0,1-1 0,-2 1 0,1-1 0,0 1 0,0-1 0,-1 0 0,2-3 0,-3 5 0,1-1 0,-1 1 0,1 0 0,0 0 0,-1-1 0,1 1 0,0 0 0,0 0 0,0 0 0,-1 0 0,1 0 0,0 0 0,0 0 0,1 0 0,-1 1 0,0-1 0,0 0 0,0 1 0,1-1 0,-1 0 0,0 1 0,0 0 0,1-1 0,-1 1 0,0 0 0,1 0 0,2-1 0,-2 2 0,1-1 0,-1 1 0,0 0 0,1 0 0,-1 0 0,0 0 0,0 0 0,0 0 0,0 0 0,0 1 0,0-1 0,0 1 0,0 0 0,0-1 0,1 3 0,2 3-195,-1-1 0,1 1 0,-1 0 0,-1 0 0,0 0 0,3 9 0,-1-3-6631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09.9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376 86 24575,'-22'-11'0,"-71"-33"0,76 37 0,-1 0 0,0 2 0,-25-5 0,40 9 0,1 1 0,0 0 0,0-1 0,0 1 0,0 0 0,0 0 0,-1 0 0,1 1 0,0-1 0,0 0 0,0 1 0,0-1 0,0 1 0,0 0 0,0 0 0,0 0 0,0 0 0,0 0 0,0 0 0,1 1 0,-1-1 0,0 0 0,1 1 0,-1-1 0,1 1 0,-1 0 0,0 1 0,0 0 0,1 1 0,0-1 0,0 0 0,0 1 0,0-1 0,0 0 0,1 1 0,-1-1 0,1 1 0,0-1 0,0 1 0,0-1 0,1 1 0,-1-1 0,1 1 0,1 3 0,2 6 0,1-1 0,0 0 0,1 0 0,9 15 0,35 41 0,-33-49 0,1 0 0,1-1 0,42 30 0,-60-47 0,1 1 0,0-1 0,-1 0 0,1 0 0,-1 1 0,0-1 0,0 1 0,1-1 0,0 4 0,-2-5 0,0 0 0,1 0 0,-1 1 0,0-1 0,0 0 0,0 0 0,0 1 0,0-1 0,0 0 0,0 1 0,0-1 0,0 0 0,0 0 0,0 1 0,0-1 0,0 0 0,0 0 0,-1 1 0,1-1 0,0 0 0,0 0 0,0 1 0,0-1 0,0 0 0,-1 0 0,1 0 0,0 1 0,-13 3 0,-28-1 0,-54-5 0,27 0 0,-21 2-1365,76 0-5461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10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24575,'0'5'0,"0"4"0,0 2 0,0 3 0,3 1 0,0 1 0,3-1 0,-1 0 0,0 0 0,1 0 0,0 0 0,1-1 0,-1-2-8191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10.3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 24575,'3'-8'0,"0"1"0,0 3 0,2 6 0,0 4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10.7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350 103 24575,'0'0'0,"0"1"0,1-1 0,-1 1 0,0 0 0,1-1 0,-1 1 0,0 0 0,0 0 0,0-1 0,0 1 0,1 0 0,-1-1 0,0 1 0,0 0 0,-1 0 0,1-1 0,0 1 0,0 0 0,0 0 0,0-1 0,-1 1 0,1 0 0,0-1 0,-1 2 0,-10 18 0,9-17 0,-2 2 0,1-1 0,-1 1 0,1-1 0,-1 0 0,0 1 0,-1-2 0,1 1 0,-1 0 0,0-1 0,0 0 0,0 0 0,0-1 0,-7 3 0,4-2 0,0-1 0,0 0 0,0-1 0,0 0 0,0 0 0,0-1 0,0 0 0,-15-1 0,10-1 0,1-1 0,-1 0 0,1-1 0,0 0 0,0 0 0,0-2 0,1 1 0,-1-1 0,2-1 0,-1 0 0,1-1 0,-10-9 0,18 16 0,0-1 0,0 0 0,0 0 0,1 0 0,-1 0 0,1 0 0,0 0 0,-1 0 0,1 0 0,0-1 0,0 1 0,0-1 0,1 1 0,-1 0 0,1-1 0,-1 1 0,1-1 0,0 0 0,0 1 0,0-1 0,0 1 0,0-1 0,0 1 0,1-1 0,0 1 0,-1-1 0,1 1 0,0 0 0,0-1 0,0 1 0,0 0 0,1 0 0,1-4 0,1 2 0,-1 0 0,1 0 0,0 0 0,0 0 0,0 1 0,0 0 0,1 0 0,-1 0 0,1 0 0,0 1 0,-1-1 0,1 1 0,0 1 0,11-3 0,-10 3-170,0 0-1,0 1 0,0 0 1,0 0-1,0 0 0,0 1 1,11 3-1,-5-1-6655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11.1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7 101 24575,'-1'0'0,"1"0"0,0 0 0,0 0 0,0 0 0,-1 0 0,1 0 0,0 0 0,0 0 0,-1 0 0,1 0 0,0 0 0,0 0 0,-1 0 0,1 0 0,0 1 0,0-1 0,0 0 0,-1 0 0,1 0 0,0 0 0,0 0 0,0 1 0,0-1 0,0 0 0,-1 0 0,1 0 0,0 1 0,0-1 0,0 0 0,0 0 0,0 1 0,0-1 0,0 1 0,1 10 0,8 10 0,-4-13 0,0 0 0,1 0 0,0-1 0,8 9 0,-11-13 0,0 0 0,0 0 0,0-1 0,1 1 0,-1-1 0,1 1 0,0-1 0,0 0 0,0 0 0,0-1 0,6 2 0,-9-2 0,-1-1 0,1 0 0,0 0 0,0 0 0,0 0 0,0 0 0,0 0 0,-1 0 0,1 0 0,0-1 0,0 1 0,0 0 0,0 0 0,-1-1 0,1 1 0,0-1 0,0 1 0,-1 0 0,1-1 0,0 1 0,1-2 0,-1 1 0,0-1 0,0 1 0,-1-1 0,1 1 0,0-1 0,0 1 0,-1-1 0,1 1 0,-1-1 0,1-3 0,0-4 0,0 0 0,-1 0 0,-1-13 0,1 12 0,0 3 0,0 0 0,0 1 0,1-1 0,0 0 0,0 0 0,0 0 0,1 0 0,0 1 0,1-1 0,0 1 0,5-11 0,-6 14 0,1 0 0,-1 0 0,0 1 0,1-1 0,-1 0 0,1 1 0,0 0 0,0 0 0,0-1 0,0 2 0,0-1 0,1 0 0,-1 1 0,1-1 0,-1 1 0,1 0 0,-1 0 0,1 1 0,-1-1 0,1 1 0,0-1 0,-1 1 0,8 1 0,12 2 0,0 1 0,0 1 0,-1 1 0,0 1 0,0 1 0,38 19 0,116 80 0,-171-104-151,-1 0-1,0 0 0,-1 0 0,1 0 1,0 1-1,-1-1 0,0 1 1,4 6-1,-1 1-6674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11.4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24575,'29'5'0,"13"1"0,1 3 0,-4-1 0,-6 1 0,-9 2 0,-6-2 0,-6-2-8191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12.8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18 24575,'-1'-1'0,"1"0"0,0-1 0,0 1 0,-1 0 0,1 0 0,0-1 0,0 1 0,0 0 0,0 0 0,1-3 0,2 3 0,3 8 0,2 10 0,0 1 0,-1 0 0,-1 0 0,0 0 0,4 31 0,6 96 0,-15-135 0,1 22 0,-1-6 0,1 0 0,1-1 0,12 45 0,-14-68 0,0 0 0,0 0 0,0 0 0,0 0 0,0 0 0,1 0 0,-1 0 0,1-1 0,-1 1 0,1-1 0,0 1 0,0-1 0,-1 1 0,1-1 0,0 0 0,0 0 0,0 0 0,0 0 0,0 0 0,1-1 0,-1 1 0,0-1 0,0 1 0,0-1 0,1 0 0,-1 0 0,4 0 0,7 0 0,0-1 0,-1-1 0,22-5 0,-20 4 0,81-14 0,57-13 0,-151 30-80,0 0 0,1-1-1,-1 1 1,0 0 0,0-1-1,0 1 1,0-1 0,0 1-1,0-1 1,-1 0 0,1 1 0,0-1-1,0 0 1,0 0 0,0 1-1,1-3 1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13.3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403 90 24575,'-147'-65'0,"131"59"0,0 1 0,0 1 0,-1 0 0,1 2 0,-1 0 0,0 0 0,-24 2 0,36 1 0,1-1 0,-1 1 0,1 0 0,-1 1 0,1-1 0,0 1 0,0 0 0,0 0 0,0 0 0,0 0 0,0 1 0,0 0 0,1 0 0,-1 0 0,1 0 0,0 0 0,0 1 0,0-1 0,1 1 0,-1 0 0,-3 6 0,4-5 0,0 0 0,0 0 0,0 1 0,0-1 0,1 0 0,0 1 0,0-1 0,0 0 0,1 1 0,0-1 0,0 1 0,0-1 0,1 1 0,0-1 0,0 1 0,0-1 0,3 8 0,-1-7 0,0 1 0,0-1 0,1 0 0,0 0 0,0 0 0,1-1 0,-1 1 0,1-1 0,0 0 0,8 5 0,-10-8 0,0 1 0,0-1 0,1 0 0,-1 0 0,1-1 0,-1 1 0,1-1 0,0 0 0,0 0 0,0 0 0,-1 0 0,1-1 0,0 1 0,0-1 0,0 0 0,0 0 0,0-1 0,0 1 0,7-2 0,-7 0 0,-1 0 0,1 0 0,-1 0 0,0 0 0,0 0 0,0 0 0,0-1 0,0 0 0,0 1 0,-1-1 0,1 0 0,-1-1 0,0 1 0,4-7 0,1-3 0,-1-1 0,7-20 0,-9 20 0,-1-1 0,0 1 0,1-22 0,-2 22 0,-3 13 0,1 0 0,0 0 0,1 0 0,-1 0 0,0 0 0,0 0 0,0 0 0,0 1 0,1-1 0,-1 0 0,0 0 0,1 0 0,-1 0 0,1 0 0,-1 1 0,1-1 0,0 0 0,-1 0 0,1 1 0,-1-1 0,1 1 0,0-1 0,1 0 0,-1 1 0,0-1 0,0 1 0,0 0 0,0 0 0,0 0 0,0 0 0,0 1 0,-1-1 0,1 0 0,0 0 0,0 1 0,0-1 0,0 0 0,0 1 0,0-1 0,0 1 0,0-1 0,0 2 0,7 3 0,-1 1 0,0 1 0,9 11 0,-13-15 0,20 22 0,66 83 0,-65-81-1365,-14-17-5461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13.8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0 24575,'-2'5'0,"0"-1"0,1 1 0,-1 0 0,1 0 0,0 0 0,0 0 0,1 0 0,-1 0 0,1 0 0,0 0 0,0 0 0,1 0 0,0 0 0,0 0 0,0 0 0,0 0 0,1 0 0,-1-1 0,1 1 0,1 0 0,-1-1 0,1 0 0,5 8 0,-4-6 0,1-1 0,0 1 0,0-1 0,0-1 0,0 1 0,1-1 0,0 0 0,0 0 0,0 0 0,0-1 0,0 0 0,1 0 0,0-1 0,-1 0 0,1 0 0,11 1 0,-11-2 0,0 0 0,0-1 0,1 0 0,-1-1 0,0 0 0,0 0 0,0 0 0,0-1 0,0 0 0,0 0 0,9-5 0,-11 4 0,0 0 0,-1 0 0,1 0 0,-1-1 0,1 0 0,-1 0 0,0 0 0,0-1 0,-1 1 0,0-1 0,1 0 0,-2 0 0,1 0 0,3-9 0,1-8 0,-5 15 0,0-1 0,1 1 0,0 0 0,0 0 0,6-9 0,-8 15 0,0 0 0,-1-1 0,1 1 0,0 0 0,0 1 0,0-1 0,0 0 0,1 0 0,-1 0 0,0 1 0,0-1 0,0 0 0,1 1 0,-1-1 0,0 1 0,0-1 0,1 1 0,-1 0 0,0 0 0,1 0 0,-1-1 0,0 1 0,1 0 0,-1 1 0,1-1 0,-1 0 0,0 0 0,1 1 0,-1-1 0,0 0 0,0 1 0,1-1 0,-1 1 0,0 0 0,2 1 0,3 2-85,0 0 0,-1 0-1,1 0 1,-1 1 0,0 0-1,0 0 1,-1 0 0,0 1-1,0 0 1,0 0 0,-1 0-1,1 0 1,-1 0 0,-1 0-1,4 11 1,-2-4-6741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14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42 317 24575,'3'4'0,"0"0"0,0 0 0,0 0 0,1 0 0,0 0 0,0-1 0,0 0 0,0 0 0,0 0 0,6 3 0,-10-6 0,1 0 0,-1 0 0,0 0 0,0 0 0,0 0 0,0 0 0,0 0 0,1 0 0,-1 0 0,0 0 0,0 0 0,0 0 0,0 0 0,0 0 0,1 0 0,-1 0 0,0 0 0,0 0 0,0 0 0,0 0 0,0 0 0,0 0 0,1 0 0,-1 0 0,0 0 0,0 0 0,0 0 0,0 0 0,0 0 0,0-1 0,0 1 0,1 0 0,-1 0 0,0 0 0,0 0 0,0 0 0,0 0 0,0-1 0,0 1 0,0 0 0,0 0 0,0 0 0,0 0 0,0 0 0,0 0 0,0-1 0,0 1 0,0 0 0,0 0 0,0 0 0,0 0 0,0 0 0,0-1 0,0 1 0,0 0 0,0 0 0,-1-11 0,0 10 0,-4-17 0,-1 0 0,0 0 0,-16-28 0,-6-14 0,24 48 0,-1 0 0,1 0 0,1 0 0,0-1 0,-1-15 0,4 25 0,0 0 0,0 0 0,0 0 0,0 0 0,1 0 0,-1-1 0,1 1 0,0 0 0,-1 0 0,2 0 0,-1 0 0,0 0 0,1 1 0,-1-1 0,1 0 0,0 1 0,-1-1 0,1 1 0,1-1 0,-1 1 0,0 0 0,1 0 0,-1 0 0,1 0 0,-1 0 0,6-2 0,1 1 0,0-1 0,0 1 0,0 1 0,0-1 0,1 2 0,-1-1 0,1 1 0,-1 1 0,20 1 0,-21-1 0,0 1 0,-1 0 0,1 1 0,0 0 0,-1 0 0,1 1 0,-1 0 0,0 0 0,0 0 0,0 1 0,0 0 0,9 8 0,-13-9-195,0 0 0,0 0 0,0 0 0,-1 1 0,1-1 0,1 6 0,2 3-6631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15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106 227 24575,'0'0'0,"0"0"0,0 0 0,0 1 0,0-1 0,0 0 0,0 0 0,0 0 0,0 0 0,0 0 0,-1 0 0,1 0 0,0 0 0,0 0 0,0 0 0,0 0 0,0 0 0,0 0 0,0 0 0,0 0 0,0 0 0,0 0 0,0 0 0,0 0 0,0 0 0,0 0 0,-1 0 0,1 0 0,0 0 0,0 0 0,0 0 0,0 0 0,0 0 0,0 0 0,0-1 0,0 1 0,0 0 0,0 0 0,0 0 0,0 0 0,0 0 0,0 0 0,0 0 0,0 0 0,0 0 0,0 0 0,0 0 0,0 0 0,0 0 0,0 0 0,0 0 0,0 0 0,0 0 0,0-1 0,0 1 0,0 0 0,0 0 0,0 0 0,0 0 0,0 0 0,0 0 0,0 0 0,0 0 0,0 0 0,0 0 0,5-4 0,8-2 0,12-2 0,-3 2 0,23-10 0,-39 13 0,-1 1 0,0-1 0,0 0 0,0-1 0,0 1 0,0-1 0,0 0 0,-1 0 0,5-6 0,-8 9 0,0-1 0,0 1 0,0 0 0,0-1 0,0 1 0,-1-1 0,1 0 0,0 1 0,-1-1 0,0 1 0,1-1 0,-1 0 0,0 1 0,0-1 0,0 0 0,0 1 0,0-1 0,-1-2 0,1 1 0,-1 0 0,0 0 0,-1 1 0,1-1 0,0 0 0,-1 1 0,1-1 0,-1 1 0,-3-4 0,-2-1 0,0 1 0,0-1 0,0 2 0,-1-1 0,-13-7 0,5 5 0,-1 1 0,-25-9 0,35 14 0,0 0 0,0 0 0,0 1 0,0 0 0,0 1 0,0-1 0,0 1 0,-1 0 0,-8 2 0,13-1 0,1 0 0,-1 0 0,1 0 0,0 0 0,-1 0 0,1 0 0,0 1 0,0-1 0,-1 1 0,1-1 0,0 1 0,1 0 0,-1 0 0,0 0 0,0 0 0,1 0 0,-1 0 0,1 1 0,0-1 0,0 0 0,0 1 0,0-1 0,0 1 0,0-1 0,1 1 0,-1-1 0,1 1 0,-1 4 0,1 3 0,0 0 0,0 1 0,1-1 0,1 0 0,-1 0 0,5 12 0,-3-13 0,0 0 0,1 0 0,1 0 0,-1-1 0,1 0 0,1 0 0,0 0 0,0 0 0,0-1 0,1 0 0,0 0 0,0-1 0,1 0 0,0 0 0,0-1 0,18 9 0,-13-8 0,0 0 0,1 0 0,-1-2 0,1 0 0,0 0 0,1-1 0,-1-1 0,1 0 0,-1-2 0,26 0 0,-35-1-170,-1 1-1,1-1 0,-1 0 1,0 0-1,1-1 0,-1 1 1,6-4-1,-1-1-6655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15.5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 24575,'0'1'0,"1"0"0,-1 1 0,0-1 0,1 1 0,-1-1 0,1 1 0,0-1 0,-1 0 0,1 0 0,0 1 0,0-1 0,0 0 0,0 0 0,2 2 0,18 16 0,-12-12 0,2 2 0,6 6 0,29 19 0,-41-30 0,0-1 0,1 0 0,-1-1 0,1 1 0,0-1 0,-1 0 0,1-1 0,0 1 0,0-1 0,11 1 0,-15-2 0,0 0 0,1-1 0,-1 1 0,0 0 0,1-1 0,-1 0 0,0 1 0,0-1 0,0 0 0,0 0 0,1 0 0,-1 0 0,-1-1 0,1 1 0,0-1 0,0 1 0,0-1 0,-1 1 0,1-1 0,-1 0 0,1 0 0,-1 0 0,0 0 0,2-3 0,1-5 0,1-1 0,-2 1 0,0-1 0,2-12 0,4-11 0,-8 33 0,-1-1 0,1 1 0,-1-1 0,1 1 0,0 0 0,-1-1 0,1 1 0,0 0 0,0-1 0,0 1 0,0 0 0,0 0 0,0 0 0,1 0 0,-1 0 0,0 0 0,1 0 0,-1 0 0,0 1 0,1-1 0,-1 0 0,3 0 0,-2 1 0,1 0 0,0-1 0,-1 1 0,1 1 0,0-1 0,-1 0 0,1 1 0,-1-1 0,1 1 0,0 0 0,-1 0 0,3 1 0,7 4 0,0 1 0,0 0 0,20 18 0,-31-24 0,109 85 0,-88-62-162,-17-16-1041,1 0-5623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16.0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24575,'16'28'0,"-1"1"0,20 59 0,8 65 0,-10-36 0,-24-83 0,-6-21 0,1 0 0,0 0 0,0 0 0,10 16 0,-13-27 6,1 0 0,0 0 0,0 0 0,0-1 0,0 1 0,0-1 0,1 1 0,-1-1 0,0 0 0,1 0 0,-1 0 0,0 0 0,1 0 0,-1 0 0,1-1 0,0 0 0,-1 1 0,1-1 0,4 0 0,3 0-303,0 0 0,-1-1 0,1 0 0,10-3 0,-8 1-6529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16.2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0 24575,'-30'13'0,"-11"5"0,-5 1 0,4-1 0,6-3 0,10-5-8191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17.5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349 118 24575,'-70'-33'0,"32"13"0,-2 2 0,-77-23 0,112 39 0,-1 1 0,1 0 0,-1 0 0,1 1 0,-1-1 0,1 1 0,-8 1 0,11-1 0,1 1 0,-1-1 0,0 1 0,1-1 0,-1 1 0,1 0 0,0-1 0,-1 1 0,1 0 0,-1 0 0,1 0 0,0 0 0,0 0 0,0 1 0,0-1 0,0 0 0,0 0 0,0 1 0,0-1 0,0 1 0,0-1 0,1 1 0,-1-1 0,1 1 0,-1-1 0,1 1 0,-1-1 0,1 4 0,-1 1 0,1 0 0,0 0 0,0 0 0,0 0 0,1 0 0,0 0 0,0 0 0,1 0 0,-1 0 0,1 0 0,1-1 0,-1 1 0,1-1 0,0 1 0,6 7 0,6 7 0,0-1 0,29 26 0,-32-32 0,28 25 0,1-1 0,1-2 0,60 36 0,-99-69 0,2 2 0,1-1 0,-1 1 0,8 6 0,-13-9 0,1-1 0,-1 0 0,0 1 0,1-1 0,-1 0 0,1 1 0,-1-1 0,0 0 0,1 1 0,-1-1 0,0 1 0,0-1 0,1 0 0,-1 1 0,0-1 0,0 1 0,1-1 0,-1 1 0,0-1 0,0 1 0,0-1 0,0 1 0,0-1 0,0 1 0,0-1 0,0 1 0,0 0 0,0-1 0,0 1 0,0-1 0,-1 1 0,1-1 0,0 1 0,0-1 0,0 0 0,-1 1 0,1-1 0,0 1 0,-1-1 0,1 1 0,0-1 0,-1 0 0,1 1 0,0-1 0,-1 0 0,1 1 0,-1-1 0,1 0 0,0 0 0,-1 1 0,1-1 0,-1 0 0,1 0 0,-1 0 0,1 0 0,-1 1 0,0-1 0,-4 1 0,1 0 0,-1 0 0,0 0 0,0-1 0,1 0 0,-1 0 0,-9-1 0,-37-7 0,34 4 0,-205-54 0,211 52 0,11 6 0,0 0 0,0 0 0,0 0 0,0 0 0,0-1 0,0 1 0,0 0 0,0 0 0,0 0 0,0 0 0,0-1 0,0 1 0,0 0 0,0 0 0,0 0 0,1 0 0,-1 0 0,0-1 0,0 1 0,0 0 0,0 0 0,0 0 0,0 0 0,0 0 0,0 0 0,0-1 0,1 1 0,-1 0 0,0 0 0,0 0 0,0 0 0,0 0 0,0 0 0,1 0 0,-1 0 0,0 0 0,3-2 0,-1 2 0,1-1 0,-1 0 0,1 0 0,-1 1 0,5-1 0,293 7 0,-113 3 0,-178-9 0,1 0 0,0-1 0,-1 0 0,1 0 0,0-1 0,13-4 0,-21 5 0,1 0 0,-1 0 0,1 0 0,-1 0 0,0-1 0,0 1 0,0-1 0,0 1 0,0-1 0,0 0 0,0 0 0,0 0 0,0 0 0,-1 0 0,1 0 0,-1 0 0,0-1 0,0 1 0,0 0 0,0-1 0,0 1 0,0-1 0,0 1 0,-1-1 0,0 0 0,1 1 0,-1-1 0,0-4 0,-1 1 0,0 0 0,0 0 0,0 0 0,-1 0 0,0 0 0,0 0 0,-1 1 0,0-1 0,1 1 0,-2 0 0,1 0 0,-6-7 0,4 5 0,-1 1 0,0 0 0,0 1 0,0-1 0,-1 1 0,0 0 0,0 1 0,-12-7 0,17 10 0,1 0 0,-1 1 0,0-1 0,0 0 0,0 1 0,0-1 0,0 1 0,0 0 0,0-1 0,0 1 0,0 0 0,0 0 0,0 1 0,0-1 0,1 0 0,-1 0 0,0 1 0,0-1 0,0 1 0,0 0 0,0 0 0,0 0 0,1-1 0,-1 2 0,0-1 0,1 0 0,-1 0 0,1 0 0,-1 1 0,1-1 0,-2 3 0,1-1 0,0 0 0,1 0 0,-1 0 0,1 1 0,0-1 0,0 0 0,0 1 0,0-1 0,0 1 0,1 0 0,-1-1 0,1 1 0,0-1 0,0 1 0,1 0 0,0 5 0,1-2 0,0 0 0,0 0 0,0 0 0,1 0 0,0 0 0,1-1 0,0 1 0,0-1 0,0 0 0,9 10 0,-6-9 0,1 0 0,0 0 0,0-1 0,1 0 0,-1 0 0,20 8 0,-9-6 0,1-1 0,0-1 0,0 0 0,0-2 0,1-1 0,-1 0 0,24-1 0,-42-2 0,23 1 0,1-1 0,-1-1 0,39-7 0,-58 7 0,0 0 0,0-1 0,0 0 0,0 0 0,0 0 0,-1-1 0,1 0 0,-1 0 0,0 0 0,0-1 0,0 0 0,0 0 0,0 0 0,-1 0 0,0-1 0,0 1 0,0-1 0,0-1 0,-1 1 0,3-7 0,-5 11 0,0-1 0,0 0 0,-1 0 0,1 0 0,-1 1 0,0-1 0,1 0 0,-1 0 0,0 0 0,0 0 0,0 0 0,0 0 0,-1 0 0,1 1 0,0-1 0,-1 0 0,1 0 0,-1 0 0,0 1 0,0-1 0,-1-3 0,-3-1 0,1 1 0,-1 0 0,0-1 0,-9-6 0,-13-14 0,25 24 0,1 0 0,-1 0 0,1 0 0,0 0 0,-1-1 0,1 1 0,0 0 0,0-1 0,0 1 0,1 0 0,-1-4 0,0 4 0,1 0 0,0 0 0,0 0 0,0 0 0,0 0 0,0 0 0,1 0 0,-1 0 0,1 0 0,-1 0 0,1 1 0,0-1 0,-1 0 0,1 0 0,0 0 0,0 0 0,3-2 0,-2 1 0,1 1 0,-1 0 0,1-1 0,0 1 0,0 0 0,-1 1 0,1-1 0,1 0 0,5-1 0,-1 0 0,0 1 0,1 0 0,0 1 0,-1 0 0,1 0 0,0 0 0,15 3 0,-8-1 0,-1 2 0,1 0 0,-1 1 0,0 1 0,0 0 0,0 1 0,-1 0 0,0 2 0,26 16 0,-37-21-273,1 0 0,-1 0 0,0 0 0,4 7 0,-1 0-6553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17.7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24575,'7'18'0,"3"7"0,2 5 0,-2 0 0,1-4 0,-2 0 0,-2-2 0,-3-4 0,-1-1 0,-2-3 0,-1-1 0,-3-3 0,-3-4 0,-1-5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17.9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24575,'2'10'0,"2"6"0,-1 2 0,-1-2-8191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18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83 214 24575,'4'-16'0,"1"-1"0,-2 1 0,0-1 0,-1 0 0,-1-1 0,0 1 0,-4-34 0,2 49 0,1-1 0,-1 0 0,0 0 0,0 1 0,0-1 0,0 0 0,0 1 0,-1-1 0,1 1 0,-1 0 0,0-1 0,1 1 0,-5-4 0,5 5 0,0 1 0,-1-1 0,1 1 0,0-1 0,0 1 0,0-1 0,0 1 0,0 0 0,-1-1 0,1 1 0,0 0 0,0 0 0,-1 0 0,1 0 0,0 0 0,0 0 0,-1 0 0,1 0 0,0 1 0,0-1 0,0 0 0,-1 1 0,1-1 0,0 1 0,0-1 0,0 1 0,0 0 0,0 0 0,0-1 0,0 1 0,0 0 0,0 0 0,-1 2 0,-2 2 0,0 0 0,0 0 0,0 0 0,1 1 0,0 0 0,0 0 0,1 0 0,0 0 0,0 0 0,0 0 0,0 1 0,1-1 0,0 0 0,1 1 0,-1-1 0,1 1 0,0-1 0,1 1 0,0-1 0,3 13 0,-1-10 0,0-1 0,1 1 0,1-1 0,-1 0 0,1 0 0,1-1 0,-1 0 0,1 1 0,0-2 0,1 1 0,0-1 0,0 0 0,0 0 0,1-1 0,16 8 0,-5-3 0,2-1 0,-1-1 0,1-1 0,0 0 0,35 4 0,-47-9-91,0-1 0,1 0 0,-1-1 0,0 0 0,1 0 0,-1-1 0,0 0 0,0-1 0,0 0 0,0 0 0,0-1 0,0 0 0,-1-1 0,11-5 0,-7 2-6735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18.6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6 24575,'-2'-1'0,"-1"0"0,0 0 0,0 0 0,0 1 0,0-1 0,0 1 0,0-1 0,0 1 0,0 0 0,0 0 0,0 1 0,1-1 0,-1 0 0,0 1 0,0 0 0,0 0 0,0 0 0,0 0 0,1 0 0,-1 0 0,-3 3 0,3-2 0,0 1 0,0-1 0,1 1 0,-1 0 0,1 0 0,-1 0 0,1 0 0,0 0 0,0 0 0,0 1 0,1-1 0,-1 1 0,1-1 0,0 1 0,0 0 0,-1 5 0,1-1 0,0 1 0,0 0 0,1 0 0,0 0 0,0 0 0,1 0 0,3 15 0,-2-18 0,-1-1 0,1 0 0,1 0 0,-1 0 0,1 0 0,0 0 0,0-1 0,0 1 0,0-1 0,1 0 0,0 0 0,0 0 0,8 5 0,0-1 0,0-1 0,0 0 0,1-1 0,16 5 0,-14-5 0,-1 0 0,25 15 0,-38-20 0,1-1 0,-1 1 0,0 0 0,0 0 0,0 0 0,0 0 0,0 0 0,0 0 0,0 0 0,0 0 0,-1 1 0,1-1 0,0 0 0,-1 0 0,1 1 0,0-1 0,-1 0 0,0 1 0,1-1 0,-1 3 0,0-2 0,0 0 0,0 0 0,-1 0 0,1-1 0,-1 1 0,1 0 0,-1 0 0,0 0 0,1 0 0,-1 0 0,0-1 0,0 1 0,-2 1 0,-2 4 0,-1-1 0,1 0 0,-1-1 0,-1 0 0,-12 10 0,-3-2-682,-33 15-1,32-19-6143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21.8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206 190 24575,'-11'-14'0,"-2"0"0,0 0 0,-1 1 0,0 1 0,-1 0 0,-21-12 0,83 75 0,171 136 0,-186-161 0,621 441-872,-620-448 990,-23-14 4,0 0 0,-1 1-1,0 1 1,15 12 0,-33-27-86,-1 1 0,1 1 0,-19-10 0,-2-2-35,-112-75-1,-54-35 0,-5 0 0,10-15 0,119 74 0,1 1 0,-32-22 0,101 89 0,1 0 0,0 0 0,-1 0 0,1-1 0,0 1 0,0 0 0,0-1 0,0 1 0,0-1 0,0 1 0,-1-4 0,2 5 0,0 0 0,0-1 0,0 1 0,0 0 0,0 0 0,0-1 0,0 1 0,0 0 0,0-1 0,0 1 0,0 0 0,0-1 0,0 1 0,0 0 0,0 0 0,0-1 0,0 1 0,1 0 0,-1 0 0,0-1 0,0 1 0,0 0 0,1 0 0,-1-1 0,0 1 0,1 0 0,0-1 0,0 1 0,0-1 0,0 1 0,0-1 0,0 1 0,0 0 0,1 0 0,-1 0 0,0-1 0,2 1 0,10 1 0,-1 0 0,0 1 0,0 0 0,13 5 0,10 1 0,53 10 0,53 10 0,-138-27 0,18 1 0,-21-2 0,1 0 0,-1 1 0,1-1 0,0 0 0,-1 0 0,1 0 0,-1 0 0,1 0 0,-1 0 0,1-1 0,-1 1 0,1 0 0,0 0 0,-1 0 0,1 0 0,-1-1 0,1 1 0,-1 0 0,0-1 0,1 1 0,-1 0 0,1-1 0,-1 1 0,1 0 0,-1-1 0,0 1 0,1-2 0,-1 2 0,0-1 0,0 0 0,0 1 0,-1-1 0,1 0 0,0 1 0,0-1 0,-1 1 0,1-1 0,0 0 0,-1 1 0,1-1 0,-1 1 0,1-1 0,-1 1 0,1-1 0,-1 1 0,1-1 0,-1 1 0,1 0 0,-1-1 0,0 1 0,-18-10 0,16 8 0,-45-20 0,-1 1 0,-1 3 0,0 2 0,-80-14 0,120 28 0,2 0 0,1 1 0,-1 0 0,0 0 0,-12 1 0,18 0 0,1 0 0,0 0 0,-1 1 0,1-1 0,0 0 0,-1 1 0,1-1 0,0 0 0,0 1 0,-1 0 0,1-1 0,0 1 0,0 0 0,0 0 0,0-1 0,0 1 0,0 0 0,0 0 0,0 0 0,0 0 0,0 0 0,1 1 0,-1-1 0,0 0 0,1 0 0,-1 0 0,1 1 0,-1-1 0,1 0 0,0 1 0,-1-1 0,1 2 0,0 4 0,0 0 0,0-1 0,0 1 0,1-1 0,0 1 0,1-1 0,-1 0 0,1 1 0,5 10 0,4 5 0,18 28 0,-3-8 0,4 24-1365,-26-57-5461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23.1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101 736 24575,'16'-9'0,"-1"-1"0,-1-1 0,1 0 0,-2-1 0,17-18 0,-23 23 0,-1-1 0,-1 0 0,0 0 0,0 0 0,0-1 0,-1 0 0,0 1 0,-1-2 0,0 1 0,0 0 0,1-17 0,-1 6 0,-2 0 0,0 0 0,-2 0 0,0 0 0,-1-1 0,-1 2 0,-1-1 0,-1 0 0,0 1 0,-2 0 0,-10-23 0,0 8 0,-2 1 0,-1 1 0,-2 0 0,0 2 0,-3 1 0,-49-47 0,73 75 0,1 0 0,-1 1 0,1-1 0,-1 1 0,1-1 0,-1 1 0,1-1 0,-1 1 0,1 0 0,-1-1 0,0 1 0,1 0 0,-1-1 0,0 1 0,1 0 0,-1 0 0,0 0 0,1-1 0,-1 1 0,0 0 0,0 0 0,0 1 0,1-1 0,0 0 0,-1 1 0,1-1 0,0 1 0,-1-1 0,1 0 0,0 1 0,0-1 0,0 1 0,-1-1 0,1 1 0,0-1 0,0 1 0,0-1 0,0 1 0,0-1 0,0 0 0,0 1 0,0-1 0,0 1 0,0 0 0,7 37 0,-5-32 0,4 21 0,-1 0 0,-1 1 0,1 29 0,-3-9 0,15 76 0,-14-110 0,0 0 0,1 1 0,0-1 0,1-1 0,1 1 0,0-1 0,1 0 0,0 0 0,15 19 0,2-1 0,-15-17 0,1-1 0,1-1 0,0 0 0,22 19 0,-17-19 0,0-1 0,1-1 0,0-1 0,27 12 0,-37-19 0,0 1 0,1-1 0,-1-1 0,1 1 0,-1-1 0,10 0 0,-12-2 0,-1 1 0,1 0 0,-1-1 0,0 0 0,1 0 0,-1 0 0,0-1 0,0 1 0,1-1 0,-1 0 0,6-4 0,-8 4 0,0 1 0,1-1 0,-1 0 0,0 0 0,0 0 0,0 0 0,0-1 0,-1 1 0,1 0 0,-1-1 0,1 1 0,-1-1 0,0 0 0,0 1 0,0-1 0,0 0 0,0 0 0,-1 0 0,1 0 0,-1 1 0,0-1 0,0 0 0,0 0 0,0 0 0,-1 0 0,1 0 0,-1 0 0,1 1 0,-1-1 0,0 0 0,0 0 0,0 1 0,-1-1 0,1 1 0,-1-1 0,1 1 0,-4-4 0,8 33-1365,-1-15-5461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23.6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204 290 24575,'3'-28'0,"3"-56"0,-6 75 0,0 0 0,-1 0 0,0 0 0,-1 0 0,0 1 0,0-1 0,-4-9 0,2 12 0,0-1 0,0 1 0,0 0 0,0 0 0,-1 0 0,0 0 0,-1 1 0,1 0 0,-12-8 0,12 9 0,-1 0 0,1 1 0,-1 0 0,0 0 0,1 0 0,-2 1 0,1-1 0,0 2 0,0-1 0,0 1 0,-11-1 0,14 2 0,1 0 0,0 1 0,0-1 0,-1 1 0,1-1 0,0 1 0,0 0 0,0 0 0,0 0 0,0 0 0,0 0 0,0 1 0,0-1 0,1 0 0,-1 1 0,0-1 0,1 1 0,-1 0 0,1 0 0,0 0 0,-1-1 0,1 1 0,0 0 0,0 0 0,0 1 0,1-1 0,-2 2 0,-1 5 0,1 0 0,0 0 0,0 1 0,1-1 0,-1 12 0,2-13 0,1 0 0,-1 0 0,1-1 0,0 1 0,1 0 0,0 0 0,0-1 0,0 0 0,1 1 0,1-1 0,5 11 0,-3-9 0,1 0 0,0 0 0,1-1 0,-1 0 0,1 0 0,1-1 0,12 9 0,2-2 0,1 0 0,1-2 0,-1-1 0,2-1 0,49 12 0,-61-18 0,-1-1 0,1-1 0,0 0 0,18 0 0,-28-3 0,0 1 0,0 0 0,0-1 0,0 0 0,0 0 0,-1 0 0,1 0 0,7-4 0,-10 4 0,1 0 0,0 0 0,-1 0 0,1-1 0,-1 1 0,1-1 0,-1 1 0,1-1 0,-1 1 0,0-1 0,0 0 0,0 0 0,0 0 0,0 0 0,0 1 0,-1-1 0,2-4 0,-2 4-151,0-1-1,1 1 0,-1 0 0,0 0 1,-1 0-1,1-1 0,0 1 1,-2-4-1,-1-4-6674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24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268 110 24575,'-5'-3'0,"-36"-22"0,0 3 0,-76-30 0,113 50 0,0 1 0,0 0 0,-1 0 0,1 0 0,0 1 0,0-1 0,-7 1 0,10 0 0,0 0 0,-1 0 0,1 1 0,0-1 0,0 1 0,0-1 0,0 0 0,0 1 0,0 0 0,0-1 0,0 1 0,0 0 0,1-1 0,-1 1 0,0 0 0,0 0 0,0 0 0,1 0 0,-1-1 0,1 1 0,-1 0 0,0 0 0,1 0 0,0 1 0,-1-1 0,1 0 0,0 0 0,-1 0 0,1 0 0,0 0 0,0 2 0,-1 6 0,1-1 0,0 0 0,1 0 0,-1 1 0,2-1 0,3 15 0,20 49 0,-22-63 0,34 78-150,3-1 0,77 121-1,127 148-475,-164-243 567,-69-95 59,-6-10 0,0 1 0,1-1 0,-1 0 0,12 10 0,-17-18 8,0 1 1,-1 0 0,1 0 0,0 0-1,0 0 1,0-1 0,0 1 0,0 0-1,0 0 1,0 0 0,0 0-1,0-1 1,1 1 0,-1 0 0,0 0-1,0 0 1,0 0 0,0 0 0,0-1-1,0 1 1,0 0 0,0 0 0,0 0-1,0 0 1,1 0 0,-1-1 0,0 1-1,0 0 1,0 0 0,0 0 0,0 0-1,0 0 1,1 0 0,-1 0 0,0 0-1,0 0 1,0 0 0,0 0 0,1 0-1,-1 0 1,0 0 0,0-1 0,0 1-1,0 0 1,1 1 0,-1-1 0,0 0-1,0 0 1,0 0 0,0 0 0,1 0-1,-1 0 1,0 0 0,0 0-1,0 0 1,0 0 0,0 0 0,1 0-1,-1 0 1,0 1 0,0-1 0,0 0-1,0 0 1,0 0 0,-2-14 559,-34-112-568,-31-102 0,64 219 0,0 1 0,-1-1 0,0 0 0,-1 1 0,-9-14 0,11 19 0,0 0 0,0 0 0,0 0 0,0 0 0,0 0 0,-1 1 0,1-1 0,-1 1 0,0 0 0,0 0 0,0 1 0,0-1 0,0 1 0,-8-2 0,-18 0 0,1 0 0,-54 4 0,32 1 0,39-2-195,1 1 0,-1 0 0,1 0 0,-1 2 0,1-1 0,-16 7 0,15-4-6631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24.4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24575,'14'27'0,"8"16"0,5 8 0,3 6 0,-2 0 0,0-2 0,-2-6 0,-2-4 0,-1-4 0,-3-4 0,-2-7 0,-2-3 0,-1-3 0,-3-4 0,-1-5 0,-3-3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24.5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366 196 24575,'-30'-27'0,"-11"-12"0,-5-1 0,4 6 0,6 9 0,5 9 0,5 6 0,4 6 0,3 3 0,4 4 0,0 5 0,2 2 0,2 3 0,0 1 0,3-1-8191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25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249 60 24575,'-29'-7'0,"-13"-3"0,-1-2 0,4 1 0,7 3 0,5 2 0,6 3 0,6 1-8191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26.4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334 55 24575,'-44'-12'0,"-19"-4"0,-74-10 0,132 26 0,-1-1 0,0 1 0,1 0 0,-1 1 0,0-1 0,1 1 0,-1 1 0,1-1 0,-8 3 0,11-3 0,1 0 0,-1-1 0,1 1 0,-1 0 0,1 0 0,-1 0 0,1 0 0,0 0 0,-1 0 0,1 0 0,0 1 0,0-1 0,0 0 0,0 1 0,0-1 0,0 1 0,0-1 0,0 1 0,1-1 0,-1 1 0,1 0 0,-1-1 0,1 1 0,0 0 0,-1-1 0,1 1 0,0 0 0,0 0 0,0-1 0,0 1 0,1 0 0,-1-1 0,1 4 0,1 1 0,0 0 0,1 0 0,0-1 0,0 1 0,0-1 0,1 0 0,-1 0 0,1 0 0,1 0 0,6 6 0,8 5 0,26 18 0,-39-29 0,32 20 0,1-1 0,1-2 0,0-2 0,63 21 0,-92-37 0,-4-2 0,-1 0 0,1 1 0,-1-1 0,0 1 0,0 0 0,10 8 0,-16-11 0,0 0 0,1 1 0,-1-1 0,0 0 0,1 0 0,-1 1 0,0-1 0,0 0 0,0 1 0,1-1 0,-1 0 0,0 1 0,0-1 0,0 0 0,0 1 0,0-1 0,0 1 0,0-1 0,1 0 0,-1 1 0,0-1 0,0 0 0,-1 1 0,1-1 0,0 1 0,0-1 0,0 0 0,0 1 0,0-1 0,0 0 0,0 1 0,-1-1 0,1 0 0,0 1 0,0-1 0,0 0 0,-1 1 0,1-1 0,0 0 0,0 1 0,-1-1 0,1 0 0,0 0 0,-1 0 0,1 1 0,0-1 0,-1 0 0,1 0 0,0 0 0,-1 0 0,1 1 0,0-1 0,-1 0 0,0 0 0,-24 7 0,23-7 0,-36 6 0,-1-3 0,0-1 0,-47-3 0,23-1 0,50 2-97,7 1-220,-1-2 0,0 1 0,-13-3 0,10 0-6509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26.6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24575,'20'27'0,"6"11"0,-1 2 0,-8-3 0,-8-9 0,-9-11 0,-7-8 0,-4-6 0,-1-4-8191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26.8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24575,'5'5'0,"4"6"0,3 7 0,2 2 0,1 3 0,0 0 0,-2-4-8191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27.5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156 441 24575,'-21'-2'0,"-31"1"0,46 1 0,1 0 0,-1 1 0,1 0 0,-1 0 0,1 0 0,-1 1 0,1 0 0,0 0 0,-1 0 0,-7 5 0,12-6 0,0-1 0,0 1 0,0 0 0,0 0 0,0 0 0,0 0 0,0 0 0,0 0 0,1 0 0,-1 0 0,0 1 0,1-1 0,-1 0 0,0 0 0,1 1 0,0-1 0,-1 0 0,1 1 0,0-1 0,-1 2 0,1 0 0,1-1 0,-1 0 0,0 1 0,1-1 0,0 0 0,-1 0 0,1 0 0,0 1 0,0-1 0,0 0 0,2 2 0,2 3 0,0-1 0,0 0 0,0 0 0,1 0 0,12 9 0,-10-10 0,0 1 0,0-1 0,1 0 0,-1-1 0,1 1 0,0-2 0,19 6 0,-24-8 0,0-1 0,0 1 0,0-1 0,1 0 0,-1 0 0,0 0 0,0 0 0,1-1 0,-1 0 0,0 0 0,0 0 0,0 0 0,0-1 0,0 1 0,0-1 0,0 0 0,-1 0 0,1 0 0,-1-1 0,6-4 0,-4 2 0,1 0 0,-1-1 0,0 0 0,-1 0 0,1-1 0,-1 1 0,-1-1 0,1 0 0,-1 0 0,0 0 0,3-13 0,-4 10 0,0-1 0,-1 0 0,0 0 0,-1 0 0,0 0 0,-1 0 0,-3-15 0,-2-2 0,-2 2 0,0-1 0,-2 1 0,-1 0 0,-23-38 0,9 23 0,-2 2 0,-39-45 0,64 82 0,-11-12 0,12 13 0,1 1 0,0-1 0,-1 1 0,1 0 0,-1-1 0,1 1 0,-1-1 0,1 1 0,0 0 0,-1 0 0,1-1 0,-1 1 0,1 0 0,-1 0 0,1-1 0,-1 1 0,0 0 0,1 0 0,-1 0 0,1 0 0,-1 0 0,1 0 0,-1 0 0,1 0 0,-1 0 0,0 0 0,0 1 0,1-1 0,-1 1 0,1-1 0,0 1 0,0 0 0,0-1 0,-1 1 0,1 0 0,0-1 0,0 1 0,0 0 0,0-1 0,0 1 0,0 0 0,0-1 0,0 1 0,1-1 0,-1 1 0,0 0 0,1 0 0,5 18 0,-4-12 0,9 23 0,1 0 0,1-1 0,2 0 0,27 40 0,-19-36 0,1-2 0,2-1 0,39 36 0,-49-52 0,0 0 0,1-2 0,1 0 0,0-1 0,1-1 0,0 0 0,21 6 0,-26-11 0,0 0 0,1-2 0,-1 1 0,1-2 0,0 0 0,0-1 0,0-1 0,0 0 0,0 0 0,26-6 0,-34 4 0,0 0 0,0 0 0,0 0 0,0-1 0,-1-1 0,1 1 0,-1-1 0,0 0 0,0 0 0,10-10 0,-12 11 0,-1 0 0,0-1 0,-1 0 0,1 1 0,-1-1 0,1 0 0,-1 0 0,-1 0 0,1 0 0,0 0 0,-1-1 0,0 1 0,0-1 0,0 1 0,0 0 0,-1-1 0,0 1 0,-1-10 0,0 6 0,0 0 0,-1-1 0,0 1 0,-1 0 0,0 0 0,0 1 0,0-1 0,-1 1 0,-1-1 0,1 1 0,-1 0 0,-9-9 0,11 12 0,-1 0 0,-1 0 0,1 1 0,0-1 0,-1 1 0,0 0 0,0 0 0,0 1 0,0 0 0,0 0 0,0 0 0,0 0 0,-1 1 0,1-1 0,-1 2 0,1-1 0,-1 0 0,0 1 0,-9 1 0,12-1 0,1 1 0,-1 0 0,0 0 0,1 0 0,-1 0 0,1 0 0,-1 0 0,1 0 0,0 1 0,-1-1 0,1 1 0,0 0 0,0 0 0,0 0 0,0 0 0,0 0 0,1 0 0,-1 0 0,1 1 0,-1-1 0,1 0 0,0 1 0,0-1 0,0 1 0,0 0 0,0 4 0,-2 4 0,1-1 0,1 1 0,0 0 0,1 0 0,0 14 0,1-14 0,1-1 0,0 0 0,0 0 0,1 0 0,0 0 0,1 0 0,0-1 0,0 0 0,1 0 0,1 0 0,-1 0 0,1-1 0,1 0 0,12 13 0,-12-14 0,0-1 0,0 0 0,1 0 0,0 0 0,1-1 0,-1 0 0,1-1 0,0 0 0,0 0 0,0-1 0,0 0 0,1 0 0,-1-1 0,1-1 0,15 2 0,-20-3-91,1 0 0,-1 0 0,1 0 0,-1-1 0,1 0 0,-1 0 0,0 0 0,1-1 0,-1 0 0,0 0 0,0 0 0,0 0 0,-1-1 0,9-5 0,-3 0-6735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28.0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240 669 24575,'-5'-4'0,"-20"-17"0,-1 0 0,-56-31 0,79 50 0,0 1 0,0-1 0,0 1 0,0 0 0,-1 0 0,1 0 0,-1 1 0,1-1 0,-6 1 0,8 0 0,1 0 0,-1 0 0,1 0 0,-1 0 0,1 0 0,-1 0 0,1 0 0,-1 1 0,1-1 0,-1 0 0,1 0 0,-1 0 0,1 1 0,0-1 0,-1 0 0,1 1 0,-1-1 0,1 0 0,0 1 0,-1-1 0,1 1 0,0-1 0,0 1 0,-1-1 0,1 1 0,0 0 0,-1 1 0,1-1 0,0 0 0,0 1 0,0-1 0,1 0 0,-1 1 0,0-1 0,0 0 0,1 0 0,-1 1 0,1-1 0,-1 0 0,2 2 0,2 6 0,2 0 0,-1-1 0,1 1 0,0-1 0,1-1 0,11 12 0,50 36 0,-63-52 0,0 1 0,0-1 0,0 0 0,0 0 0,1-1 0,-1 0 0,1 0 0,-1 0 0,1-1 0,8 2 0,-11-3 0,-1 0 0,0 0 0,1 0 0,-1 0 0,1 0 0,-1-1 0,0 1 0,1-1 0,-1 0 0,0 1 0,0-1 0,0 0 0,1 0 0,-1 0 0,0-1 0,0 1 0,0-1 0,-1 1 0,1-1 0,0 1 0,-1-1 0,1 0 0,-1 0 0,1 0 0,-1 0 0,0 0 0,0 0 0,2-3 0,-1-1 0,0 0 0,-1 0 0,1 0 0,-1 0 0,0 0 0,-1 0 0,1 0 0,-1 0 0,-1 0 0,1 0 0,-1 0 0,0 0 0,0 0 0,-4-10 0,-3-7 0,-1 1 0,-18-30 0,12 22 0,-86-158 0,-29-63 0,127 245 0,1 0 0,-1-1 0,-2-10 0,5 17 0,0 0 0,0 0 0,0 0 0,1 0 0,-1 0 0,0 0 0,0 0 0,0 0 0,0 0 0,0 0 0,0 0 0,0 0 0,0 0 0,0 0 0,0 0 0,0 0 0,1 0 0,-1 0 0,0-1 0,0 1 0,0 0 0,0 0 0,0 0 0,0 0 0,0 0 0,0 0 0,0 0 0,0 0 0,0 0 0,0 0 0,0 0 0,0 0 0,0 0 0,0 0 0,0 0 0,0 0 0,1-1 0,-1 1 0,0 0 0,0 0 0,0 0 0,0 0 0,0 0 0,0 0 0,0 0 0,0 0 0,0 0 0,0 0 0,0 0 0,0-1 0,0 1 0,-1 0 0,1 0 0,0 0 0,0 0 0,0 0 0,0 0 0,0 0 0,0 0 0,0 0 0,0 0 0,0 0 0,7 8 0,7 15 0,274 418 0,-272-418 0,56 72 67,25 36-1499,-86-113-5394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29.6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364 75 24575,'-156'-56'0,"135"51"0,1 0 0,-1 1 0,0 2 0,-1 0 0,-37 1 0,57 1 0,0 1 0,1-1 0,-1 0 0,0 0 0,0 1 0,0-1 0,0 1 0,0 0 0,1-1 0,-1 1 0,0 0 0,1 0 0,-1 0 0,0 0 0,1 1 0,-1-1 0,1 0 0,0 1 0,-1-1 0,1 1 0,0-1 0,0 1 0,0-1 0,0 1 0,-1 2 0,2-1 0,-1-1 0,0 1 0,1 0 0,0 0 0,-1-1 0,1 1 0,0 0 0,0 0 0,1 0 0,-1 0 0,1-1 0,-1 1 0,1 0 0,0-1 0,0 1 0,3 4 0,0 1 0,0-1 0,1-1 0,0 1 0,1-1 0,-1 1 0,1-2 0,10 9 0,52 33 0,-52-37 0,158 87 0,-114-65 0,-58-31 0,0 0 0,-1-1 0,1 1 0,-1 1 0,1-1 0,-1 0 0,1 0 0,-1 0 0,0 1 0,0-1 0,1 1 0,-1-1 0,0 1 0,0 0 0,0-1 0,-1 1 0,2 3 0,-2-4 0,0-1 0,0 1 0,1 0 0,-2-1 0,1 1 0,0 0 0,0-1 0,0 1 0,0 0 0,0-1 0,0 1 0,-1 0 0,1-1 0,0 1 0,-1-1 0,1 1 0,0 0 0,-1-1 0,0 1 0,0 0 0,0 1 0,0-1 0,-1-1 0,1 1 0,-1 0 0,1 0 0,0 0 0,-1-1 0,1 1 0,-1-1 0,-1 1 0,-18 2 0,0 0 0,0-2 0,0 0 0,-41-5 0,62 4 0,-87-14 0,86 14 0,0 0 0,0 0 0,1 0 0,-1 0 0,0 0 0,0 0 0,1-1 0,-1 1 0,0 0 0,1 0 0,-1-1 0,0 1 0,0 0 0,1-1 0,-1 1 0,1 0 0,-1-1 0,0 1 0,1-1 0,-1 1 0,1-1 0,-1 1 0,1-1 0,-1 0 0,1 1 0,0-1 0,-1 1 0,1-1 0,0 0 0,-1-1 0,1 1 0,1 0 0,-1 1 0,1-1 0,-1 0 0,1 0 0,-1 0 0,1 1 0,0-1 0,-1 0 0,1 0 0,0 1 0,-1-1 0,1 1 0,0-1 0,0 0 0,0 1 0,0 0 0,0-1 0,-1 1 0,1-1 0,0 1 0,2 0 0,26-8 0,1 1 0,0 2 0,50-3 0,-20 2 0,42-2 0,-53 5 0,96-18 0,-142 20 0,-1 1 0,0-1 0,1 0 0,-1 1 0,0-1 0,1 0 0,-1-1 0,0 1 0,0 0 0,0-1 0,0 1 0,0-1 0,0 1 0,-1-1 0,1 0 0,2-4 0,-3 5 0,0-1 0,-1 0 0,1 0 0,0 0 0,-1 0 0,0 0 0,0 0 0,1 0 0,-1 0 0,0 0 0,-1 0 0,1 0 0,0 0 0,0 0 0,-1 0 0,1 0 0,-1 0 0,0 0 0,0 0 0,-1-3 0,-3-3 0,0 0 0,0 0 0,-1 1 0,0-1 0,0 1 0,-1 1 0,0-1 0,-12-8 0,-1 1 0,-46-25 0,57 34 0,-1 0 0,0 1 0,-1 0 0,-19-5 0,28 9 0,1-1 0,-1 1 0,1 0 0,-1-1 0,0 1 0,1 0 0,-1 0 0,0 0 0,1 1 0,-1-1 0,1 0 0,-1 0 0,1 1 0,-1-1 0,0 1 0,1 0 0,-1-1 0,1 1 0,0 0 0,-1 0 0,1 0 0,0 0 0,-1 0 0,1 0 0,0 0 0,0 0 0,0 1 0,0-1 0,0 0 0,0 1 0,0-1 0,1 1 0,-1-1 0,0 1 0,1-1 0,-1 1 0,1-1 0,0 1 0,-1-1 0,1 1 0,0 0 0,0 2 0,0 1 0,1 0 0,-1 0 0,1 0 0,0 1 0,0-1 0,0-1 0,1 1 0,0 0 0,0 0 0,0 0 0,0-1 0,1 0 0,0 1 0,6 7 0,2 0 0,0 0 0,0 0 0,19 13 0,-2-3 0,2 0 0,60 31 0,-76-46 0,0 0 0,1-2 0,-1 0 0,2 0 0,-1-2 0,0 0 0,1 0 0,-1-2 0,21 1 0,-30-3 7,0 1 0,0-1 0,0 0 0,-1-1 0,1 1 1,0-1-1,0 0 0,-1-1 0,1 1 0,-1-1 0,0 0 0,0 0 0,0-1 0,0 0 0,0 0 0,4-4 0,-3 1-156,0-1 1,-1 1-1,1-1 1,-2 0-1,1 0 1,-1 0-1,0-1 1,0 0-1,3-14 1,-3 6-6678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30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356 0 24575,'-127'7'0,"-31"4"0,152-11 0,-32 6 0,37-5 0,-1-1 0,1 0 0,-1 1 0,1-1 0,-1 1 0,1 0 0,-1-1 0,1 1 0,0 0 0,-1 0 0,1 0 0,0 0 0,0 0 0,-1 0 0,1 0 0,0 1 0,0-1 0,0 0 0,0 2 0,1-2 0,-1 0 0,1 0 0,0 0 0,0 0 0,0 0 0,1 0 0,-1 0 0,0 0 0,0 0 0,1 0 0,-1 0 0,0 0 0,1 0 0,-1 0 0,1 0 0,-1 0 0,1 0 0,0 0 0,-1 0 0,1-1 0,0 1 0,1 1 0,20 17 0,-19-17 0,13 9 0,0 0 0,0-2 0,1 0 0,0-1 0,25 8 0,-7-5 0,65 11 0,-96-21 0,0-1 0,0 0 0,0 1 0,0-1 0,0-1 0,-1 1 0,1 0 0,0-1 0,6-1 0,-8 1 0,0 0 0,0 0 0,0 0 0,0 0 0,0-1 0,0 1 0,-1 0 0,1-1 0,0 1 0,0-1 0,-1 0 0,1 0 0,-1 1 0,0-1 0,0 0 0,2-4 0,-7 17 0,0 0 0,0 0 0,1 1 0,0-1 0,1 1 0,0-1 0,1 1 0,1 13 0,1-1 0,2 0 0,1-1 0,10 39 0,-1-21 0,22 45 0,-31-75 0,14 27 0,-16-36 0,-1 0 0,0 1 0,1-1 0,0 0 0,-1 0 0,1 0 0,0 0 0,0 0 0,0-1 0,1 1 0,3 2 0,-5-3-49,-1-1 1,1 0-1,-1 0 0,1 0 0,-1 0 1,1 1-1,-1-1 0,1 0 0,0 0 1,-1 0-1,1 0 0,-1 0 0,1 0 1,-1-1-1,1 1 0,-1 0 0,1 0 1,-1 0-1,1 0 0,-1-1 0,1 1 1,-1 0-1,1 0 0,-1-1 0,1 1 0,-1 0 1,1-1-1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31.0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0 273 24575,'9'8'0,"0"0"0,1 0 0,0-1 0,0 0 0,1-1 0,-1 0 0,22 8 0,-26-12 0,0 0 0,-1 0 0,1 0 0,0-1 0,1 0 0,-1-1 0,0 1 0,0-1 0,0 0 0,0 0 0,0-1 0,1 0 0,-1 0 0,0-1 0,0 1 0,-1-1 0,9-4 0,-11 4 0,-1 0 0,0 1 0,0-1 0,1 0 0,-1 0 0,-1-1 0,1 1 0,0 0 0,0-1 0,-1 1 0,1-1 0,-1 1 0,0-1 0,0 0 0,1-4 0,-1 5 0,0-1 0,-1 1 0,0 0 0,1 0 0,-1-1 0,0 1 0,0 0 0,0-1 0,0 1 0,0 0 0,-1 0 0,1-1 0,-1 1 0,0 0 0,1 0 0,-1 0 0,0 0 0,0 0 0,0 0 0,-2-3 0,1 6 0,3 6 0,4 7 0,-2-8 0,2-1 0,-1 0 0,1 0 0,-1 0 0,1 0 0,1-1 0,-1 0 0,1 0 0,-1 0 0,1-1 0,0 0 0,13 5 0,-7-4 0,-1-1 0,1 1 0,0-2 0,1 0 0,-1 0 0,17-1 0,-20-2 0,1 0 0,-1 0 0,0-1 0,1 0 0,-1-1 0,0 0 0,0 0 0,-1-1 0,1 0 0,-1 0 0,0-1 0,0-1 0,0 1 0,-1-1 0,1 0 0,-1-1 0,-1 0 0,0 0 0,7-9 0,-8 9 0,-1 1 0,1-1 0,-1 0 0,-1 0 0,1-1 0,-1 1 0,-1-1 0,1 0 0,-1 0 0,-1 0 0,1 0 0,-1 0 0,-1 0 0,0 0 0,0 0 0,0 0 0,-1 0 0,0 0 0,-1 0 0,0 0 0,0 0 0,-5-11 0,4 12 0,0 2 0,-1-1 0,1 0 0,-1 1 0,0-1 0,-1 1 0,-8-8 0,12 12 0,0 0 0,-1 0 0,1 0 0,0 0 0,0 0 0,-1 1 0,1-1 0,-1 0 0,1 1 0,0-1 0,-1 1 0,1-1 0,-1 1 0,1 0 0,-1-1 0,0 1 0,1 0 0,-1 0 0,1 0 0,-1 0 0,1 1 0,-1-1 0,1 0 0,-1 1 0,1-1 0,-1 1 0,1-1 0,-1 1 0,1 0 0,0-1 0,-1 1 0,1 0 0,0 0 0,0 0 0,-1 0 0,1 0 0,0 0 0,-1 3 0,-3 2 0,1-1 0,1 1 0,0 1 0,-1-1 0,2 0 0,-1 1 0,1 0 0,0-1 0,0 1 0,-1 12 0,2-3 0,0 0 0,1 0 0,3 25 0,-3-38 0,0 0 0,1 0 0,0 0 0,0 1 0,0-2 0,0 1 0,1 0 0,-1 0 0,1 0 0,-1 0 0,1-1 0,0 1 0,0-1 0,0 0 0,0 1 0,1-1 0,-1 0 0,1 0 0,-1 0 0,1-1 0,5 3 0,-4-2 0,1 0 0,0 0 0,0-1 0,-1 1 0,1-1 0,0-1 0,0 1 0,0-1 0,0 0 0,0 0 0,0 0 0,10-2 0,-10 1 0,106-20 0,-101 20 0,0 1 0,1 0 0,-1 1 0,21 3 0,40 14 0,-56-14 0,-14-4 0,0 1 0,0-1 0,0 0 0,0 0 0,1 1 0,-1-1 0,0 0 0,0 0 0,0 0 0,0 0 0,0 0 0,0-1 0,0 1 0,0 0 0,0 0 0,2-2 0,-2 2 0,-1 0 0,1-1 0,-1 1 0,1-1 0,-1 1 0,0-1 0,1 1 0,-1-1 0,0 1 0,1-1 0,-1 1 0,0-1 0,0 0 0,0 1 0,0-1 0,1 1 0,-1-1 0,0 0 0,0 1 0,0-1 0,0-1 0,-1-4 0,0 0 0,-1 0 0,1 0 0,-1 1 0,-3-7 0,-1-3 0,5 11 0,0-1 0,0 1 0,0-1 0,1 1 0,-1-1 0,1-6 0,0 10 0,0 1 0,0-1 0,1 0 0,-1 0 0,0 0 0,0 0 0,1 0 0,-1 0 0,0 0 0,1 1 0,-1-1 0,1 0 0,-1 0 0,1 1 0,-1-1 0,1 0 0,0 1 0,-1-1 0,1 0 0,0 1 0,-1-1 0,1 1 0,0-1 0,0 1 0,0-1 0,-1 1 0,1 0 0,0-1 0,0 1 0,0 0 0,0 0 0,0 0 0,0 0 0,0 0 0,-1-1 0,1 2 0,2-1 0,2 0 0,-1 1 0,1 0 0,-1 0 0,1 1 0,-1-1 0,0 1 0,7 3 0,29 20 0,-28-18 0,13 10 0,-7-4 0,0-1 0,1-1 0,28 11 0,-42-20 0,1 0 0,-1 0 0,1-1 0,-1 1 0,1-1 0,0-1 0,-1 1 0,1-1 0,0 0 0,0 0 0,-1-1 0,1 0 0,0 0 0,-1 0 0,1 0 0,-1-1 0,11-4 0,-5 0 17,1 0 0,0 1 1,0 1-1,1 0 0,-1 1 0,19-3 0,-26 5-88,0 1 1,0 0-1,-1 0 0,1 0 0,0 0 1,0 1-1,-1 0 0,1 0 1,-1 0-1,1 0 0,-1 1 0,1 0 1,-1 0-1,0 0 0,1 0 1,-1 1-1,-1-1 0,1 1 0,0 0 1,5 7-1,-1-1-6755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32.0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308 216 24575,'-9'-2'0,"-107"-23"0,99 22 0,0 1 0,-1 1 0,1 1 0,-31 3 0,44-3 0,0 1 0,-1 0 0,1 0 0,0 1 0,0-1 0,0 1 0,0 0 0,0 0 0,0 0 0,-6 5 0,8-6 0,1 1 0,0-1 0,0 0 0,0 0 0,0 1 0,0-1 0,0 1 0,0-1 0,0 1 0,1-1 0,-1 1 0,0-1 0,1 1 0,0 0 0,-1-1 0,1 1 0,0 0 0,0-1 0,0 1 0,0 0 0,0-1 0,0 1 0,0 0 0,1-1 0,-1 1 0,0 0 0,1-1 0,0 1 0,-1-1 0,1 1 0,1 1 0,1 2 0,0 0 0,1 0 0,0 0 0,0 0 0,0-1 0,1 1 0,0-1 0,0-1 0,0 1 0,9 5 0,7 2 0,30 12 0,-49-22 0,25 9 0,-1-1 0,1-2 0,0 0 0,1-2 0,0-1 0,0-1 0,0-2 0,0 0 0,54-7 0,-70 4 0,0 0 0,0-1 0,-1 0 0,1-1 0,-1-1 0,0 1 0,0-2 0,0 0 0,16-11 0,-21 12 0,-1 1 0,-1 0 0,1-1 0,0 0 0,-1 0 0,0-1 0,0 1 0,-1-1 0,0 0 0,0 1 0,0-2 0,0 1 0,-1 0 0,0 0 0,-1-1 0,1 1 0,-1-1 0,0 0 0,-1-6 0,-1 0 0,0 0 0,-1 0 0,0 0 0,-1 0 0,-1 1 0,0-1 0,-1 1 0,0 0 0,-1 1 0,0-1 0,0 1 0,-2 0 0,-14-18 0,19 26 0,1 1 0,-1 0 0,1-1 0,-1 1 0,0 0 0,0 1 0,0-1 0,0 0 0,0 1 0,0-1 0,-1 1 0,1 0 0,-6-1 0,7 2 0,0 0 0,1 0 0,-1 0 0,0 0 0,0 0 0,0 1 0,1-1 0,-1 1 0,0-1 0,0 1 0,1-1 0,-1 1 0,0 0 0,1 0 0,-1 0 0,1 0 0,-1 0 0,1 0 0,-1 1 0,1-1 0,0 0 0,0 1 0,0-1 0,0 0 0,0 1 0,0 0 0,-1 1 0,-2 5 0,0-1 0,1 1 0,0 0 0,1 1 0,0-1 0,0 0 0,0 0 0,1 1 0,1-1 0,-1 1 0,1-1 0,1 1 0,-1-1 0,2 1 0,-1-1 0,1 1 0,0-1 0,6 14 0,-3-12 0,0 0 0,0-1 0,1 0 0,0 0 0,1 0 0,0 0 0,0-1 0,1 0 0,0-1 0,0 0 0,1 0 0,0 0 0,0-1 0,12 5 0,2-1 0,0-1 0,1 0 0,0-2 0,1-1 0,-1-1 0,1-1 0,37 1 0,0-4 0,115-13 0,-46-6-1365,-109 16-5461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33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179 241 24575,'1'-6'0,"0"1"0,0 0 0,0-1 0,-1 1 0,0 0 0,0-1 0,0 1 0,-1-1 0,-1-6 0,-1 2 0,0 1 0,-1 0 0,0 0 0,-7-11 0,6 11 0,1 0 0,0 0 0,0 0 0,1-1 0,0 1 0,0-1 0,1 0 0,1 0 0,-2-16 0,3 26 0,1-1 0,-1 1 0,0-1 0,0 1 0,0 0 0,0-1 0,0 1 0,0-1 0,-1 1 0,1-1 0,0 1 0,0 0 0,0-1 0,0 1 0,0 0 0,-1-1 0,1 1 0,0-1 0,0 1 0,0 0 0,-1-1 0,1 1 0,0 0 0,-1 0 0,1-1 0,0 1 0,-1 0 0,1 0 0,0-1 0,-1 1 0,1 0 0,-1 0 0,0 0 0,-1-1 0,1 1 0,0 0 0,-1 0 0,1 1 0,0-1 0,-1 0 0,1 0 0,0 1 0,-3 0 0,-28 15 0,7-4 0,21-10 0,0-1 0,1 1 0,-1 0 0,0 0 0,0 1 0,1-1 0,-5 5 0,7-6 0,0 1 0,0-1 0,0 1 0,0-1 0,1 1 0,-1-1 0,0 1 0,1-1 0,0 1 0,-1 0 0,1-1 0,0 1 0,0 0 0,0-1 0,0 1 0,0 0 0,0-1 0,0 1 0,0 0 0,1-1 0,-1 1 0,1-1 0,-1 1 0,2 1 0,2 11 0,0 0 0,-1 0 0,-1 0 0,0 1 0,-1-1 0,-1 20 0,0-31 0,-1-1 0,2 0 0,-1 1 0,0-1 0,0 0 0,1 1 0,-1-1 0,1 0 0,0 1 0,0-1 0,0 0 0,0 0 0,0 0 0,0 0 0,0 0 0,1 0 0,1 2 0,1 0 0,0-1 0,1 0 0,-1-1 0,0 1 0,1-1 0,0 0 0,5 2 0,19 7 0,1-1 0,0-2 0,1 0 0,0-3 0,0 0 0,0-2 0,0-1 0,38-3 0,-62 0 30,0 0 0,-1 0 0,14-4 0,-17 5-136,-1-1 0,1 0 0,-1-1 0,1 1 0,-1 0 0,0-1-1,0 1 1,0-1 0,0 1 0,0-1 0,0 0 0,0 0 0,2-3 0,1-5-6720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34.1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24575,'29'10'0,"15"6"0,5 2 0,-1 1 0,-2 1 0,-3 1 0,-4-1 0,-4-2 0,-3-1 0,-2-1 0,-4-4 0,-3 0 0,-4-4 0,-5-2-8191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34.3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 1 24575,'-22'24'0,"-8"12"0,0 0 0,4-2 0,7-5 0,6-2 0,4-3 0,2-4 0,4-5-8191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34.9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322 275 24575,'63'212'0,"-35"-115"0,-27-93 0,0-1 0,0 1 0,-1 0 0,1 0 0,-1-1 0,0 6 0,0-8 0,0-1 0,0 0 0,0 1 0,0-1 0,0 0 0,-1 1 0,1-1 0,0 0 0,0 1 0,0-1 0,0 0 0,0 1 0,-1-1 0,1 0 0,0 1 0,0-1 0,-1 0 0,1 1 0,0-1 0,0 0 0,-1 0 0,1 0 0,0 1 0,-1-1 0,1 0 0,-1 0 0,0 0 0,0 0 0,0 0 0,0 0 0,0 0 0,1 0 0,-1-1 0,0 1 0,0 0 0,0-1 0,0 1 0,1-1 0,-1 1 0,0-1 0,0 1 0,1-1 0,-2-1 0,-73-69 0,48 43 0,-19-20 0,2-2 0,2-2 0,2-2 0,-41-77 0,72 116 0,1-1 0,-6-20 0,12 31 0,0-1 0,0 0 0,1 0 0,0 0 0,0 0 0,1 0 0,0 0 0,0 0 0,0 0 0,1-6 0,0 10 0,-1-1 0,1 1 0,0 1 0,0-1 0,-1 0 0,1 0 0,0 0 0,1 0 0,-1 0 0,0 1 0,1-1 0,-1 1 0,0-1 0,1 1 0,3-3 0,-2 2 0,0 0 0,1 1 0,-1-1 0,0 1 0,1 0 0,-1 0 0,1 0 0,5 0 0,2 0 0,0 1 0,0 0 0,-1 1 0,1 0 0,14 4 0,9 3 0,0 2 0,0 1 0,-1 2 0,0 1 0,31 19 0,-59-30 0,4 2 0,0 0 0,0 1 0,0 1 0,8 7 0,-16-13 0,1 1 0,-1-1 0,0 1 0,1 0 0,-1-1 0,0 1 0,0 0 0,0 0 0,0 0 0,-1 0 0,1 0 0,0 2 0,-1-3 0,0 0 0,0 1 0,0-1 0,0 0 0,0 0 0,0 1 0,-1-1 0,1 0 0,0 0 0,-1 1 0,1-1 0,-1 0 0,1 0 0,-1 0 0,0 0 0,1 0 0,-1 0 0,0 0 0,0 0 0,0 0 0,-1 1 0,-3 2 0,1-1 0,-1 0 0,0 0 0,0-1 0,0 1 0,0-1 0,0 0 0,0 0 0,-1-1 0,1 0 0,-8 1 0,-10 1 0,-32-2 0,40 0 0,-193-3-1365,193 1-5461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35.6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206 80 24575,'-12'-12'0,"-1"0"0,-1 0 0,-15-9 0,25 18 0,-1 0 0,1 1 0,-1-1 0,0 1 0,0 0 0,0 0 0,0 1 0,0 0 0,0-1 0,0 2 0,0-1 0,-1 1 0,1-1 0,-9 2 0,11 0 0,0 0 0,0 0 0,1 0 0,-1 0 0,0 0 0,1 0 0,-1 1 0,1 0 0,-1-1 0,1 1 0,0 0 0,0 0 0,0 0 0,0 0 0,0 1 0,0-1 0,0 0 0,1 1 0,-1 0 0,1-1 0,0 1 0,0 0 0,0-1 0,0 1 0,0 0 0,0 0 0,1 0 0,-1 5 0,1-3 0,-1 1 0,1 0 0,0 0 0,1-1 0,-1 1 0,1 0 0,0 0 0,1-1 0,-1 1 0,1-1 0,0 1 0,0-1 0,6 10 0,-2-8 0,1 0 0,0 0 0,0 0 0,0-1 0,1 0 0,0 0 0,0-1 0,0 0 0,1 0 0,0-1 0,0 0 0,0 0 0,12 2 0,-14-4 0,0-1 0,-1 0 0,1 0 0,0-1 0,0 0 0,0 0 0,0 0 0,11-3 0,-13 2 0,-1 0 0,1-1 0,-1 0 0,0 0 0,1 0 0,-1 0 0,0 0 0,0-1 0,-1 0 0,1 0 0,-1 0 0,1 0 0,4-6 0,-5 4 0,0 1 0,-1-1 0,1 0 0,-1 0 0,0 0 0,-1 0 0,1 0 0,-1-1 0,0 1 0,0 0 0,-1-1 0,0 1 0,0-10 0,0 8 0,-1 1 0,0-1 0,0 1 0,0-1 0,-1 1 0,0-1 0,0 1 0,-1 0 0,0 0 0,-6-10 0,8 14 0,0 1 0,-1-1 0,1 0 0,-1 1 0,1 0 0,-1-1 0,1 1 0,-1 0 0,0 0 0,-3-2 0,4 3 0,1 0 0,-1 0 0,1 0 0,-1 0 0,1 0 0,-1 0 0,1 0 0,-1 0 0,1 0 0,-1 0 0,1 0 0,-1 0 0,1 0 0,-1 0 0,1 0 0,0 0 0,-1 0 0,1 1 0,-1-1 0,0 1 0,1-1 0,-1 1 0,0-1 0,1 1 0,-1 0 0,1 0 0,0-1 0,-1 1 0,1 0 0,0 0 0,-1-1 0,1 1 0,0 0 0,0 0 0,-1 0 0,1 0 0,0 0 0,0 4 0,1 0 0,-1 0 0,1 0 0,0-1 0,0 1 0,0 0 0,0-1 0,1 1 0,0-1 0,0 0 0,0 1 0,1-1 0,-1 0 0,1 0 0,3 3 0,5 6 0,0-1 0,0-1 0,15 12 0,-13-12 0,0-2 0,0 0 0,1 0 0,1-1 0,21 9 0,-29-14 0,0-1 0,0 0 0,0 0 0,0-1 0,0 0 0,0 0 0,1-1 0,-1 1 0,0-2 0,0 1 0,0-1 0,1 0 0,-1 0 0,13-5 0,-18 5 0,1 0 0,-1-1 0,0 1 0,0 0 0,1-1 0,-1 1 0,0-1 0,0 0 0,-1 1 0,1-1 0,0 0 0,-1 0 0,1-1 0,-1 1 0,1 0 0,-1 0 0,0-1 0,0 1 0,0 0 0,0-1 0,-1 1 0,1-1 0,-1 1 0,1-1 0,-1 0 0,0 1 0,0-1 0,0 1 0,0-1 0,-1 0 0,1 1 0,-2-4 0,1 0 0,-1-1 0,1 1 0,-2 0 0,1 0 0,-1 0 0,0 0 0,0 1 0,-1-1 0,1 1 0,-1 0 0,0 0 0,-6-5 0,5 5 0,-17-12 0,21 16 0,0 0 0,0 0 0,0 0 0,-1 1 0,1-1 0,0 0 0,0 1 0,-1-1 0,1 1 0,-1 0 0,1-1 0,0 1 0,-1 0 0,1 0 0,-2 0 0,2 0 0,1 0 0,-1 0 0,1 1 0,-1-1 0,1 0 0,0 0 0,-1 1 0,1-1 0,-1 0 0,1 1 0,0-1 0,-1 0 0,1 1 0,0-1 0,0 1 0,-1-1 0,1 0 0,0 1 0,0-1 0,-1 1 0,1-1 0,0 1 0,0-1 0,0 1 0,0-1 0,0 1 0,0-1 0,0 1 0,0-1 0,0 1 0,0-1 0,0 1 0,0-1 0,0 1 0,0-1 0,0 1 0,1-1 0,-1 0 0,0 1 0,0-1 0,0 1 0,1 0 0,10 20 0,-5-14 0,-1 0 0,1-1 0,1 1 0,-1-1 0,1 0 0,0 0 0,1-1 0,14 8 0,-18-11 0,0 0 0,0 0 0,1 0 0,-1 0 0,1-1 0,-1 0 0,1 0 0,-1 0 0,1 0 0,0-1 0,-1 0 0,1 0 0,0 0 0,-1-1 0,1 1 0,0-1 0,-1 0 0,9-3 0,-9 1 0,0 1 0,1-1 0,-1 0 0,0 0 0,0-1 0,3-3 0,-3 3 0,0 0 0,-1 1 0,1 0 0,6-4 0,-8 6 0,0 0 0,0 0 0,0 0 0,1 1 0,-1-1 0,0 1 0,0-1 0,0 1 0,1 0 0,-1 0 0,0 0 0,0 0 0,5 1 0,-1 0 10,1 1-1,-1-1 0,1 2 1,-1-1-1,0 1 0,12 7 1,32 26-446,-32-22-559,-8-7-5831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36.1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318 90 24575,'-42'-22'0,"18"9"0,0 1 0,-1 1 0,0 1 0,-31-8 0,53 17 0,0 0 0,-1 1 0,1-1 0,0 1 0,0 0 0,0 0 0,0 0 0,-1 0 0,1 1 0,0-1 0,0 1 0,0 0 0,-5 2 0,7-2 0,-1 0 0,1 0 0,-1 0 0,1 0 0,-1 1 0,1-1 0,0 1 0,-1-1 0,1 1 0,0-1 0,0 1 0,0 0 0,0 0 0,1-1 0,-1 1 0,0 0 0,1 0 0,-1 0 0,1 0 0,0 0 0,-1 0 0,1 3 0,0 3 0,0 0 0,1 0 0,-1 0 0,1 0 0,1 0 0,0-1 0,0 1 0,6 14 0,-2-10 0,0 0 0,1-1 0,0 0 0,16 19 0,-3-9 0,1-1 0,1-1 0,1-1 0,29 19 0,27 15 0,-78-52 0,0 1 0,-1-1 0,1 0 0,0 1 0,-1-1 0,1 1 0,0-1 0,-1 1 0,1 0 0,-1-1 0,1 1 0,-1 0 0,1-1 0,-1 1 0,0 0 0,1-1 0,0 3 0,-2-3 0,1 0 0,0 1 0,0-1 0,0 0 0,-1 0 0,1 1 0,0-1 0,0 0 0,-1 0 0,1 1 0,0-1 0,-1 0 0,1 0 0,0 0 0,0 1 0,-1-1 0,1 0 0,0 0 0,-1 0 0,1 0 0,-1 0 0,1 0 0,0 0 0,-1 0 0,1 0 0,-1 0 0,-5 0 0,1 0 0,-1 0 0,-9-2 0,-83-18-2,36 6-679,-66-5-1,113 18-6144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36.3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 24575,'-7'22'0,"-1"9"0,2 3 0,4-2 0,3-5 0,3-6 0,1-5 0,2-5 0,0-1 0,1-4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36.5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24575,'10'15'0,"3"7"0,2 0 0,-2-4-8191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37.2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14 24575,'7'2'0,"8"3"0,0 0 0,-1 0 0,0 1 0,1 1 0,-2 0 0,26 18 0,-38-23 0,1-1 0,0 0 0,-1 1 0,0-1 0,1 1 0,-1-1 0,0 1 0,0 0 0,0-1 0,0 1 0,0 0 0,0 0 0,0 0 0,0 0 0,-1 0 0,1 0 0,-1 0 0,0 0 0,1 0 0,-1 2 0,-1-1 0,1-1 0,-1 1 0,0-1 0,0 1 0,1-1 0,-2 1 0,1-1 0,0 0 0,0 0 0,-1 0 0,1 0 0,-1 0 0,-3 4 0,-5 2 0,0 0 0,0-1 0,0 0 0,-1 0 0,-14 5 0,21-10 0,1 0 0,-1 0 0,1-1 0,-1 0 0,0 0 0,1 0 0,-1 0 0,0 0 0,0-1 0,0 0 0,0 1 0,1-2 0,-1 1 0,0 0 0,0-1 0,0 1 0,0-1 0,1 0 0,-1-1 0,0 1 0,1-1 0,-1 1 0,1-1 0,0 0 0,-1 0 0,1 0 0,0-1 0,-5-4 0,5 4 0,0 0 0,0 0 0,0 0 0,0-1 0,1 1 0,-1-1 0,1 1 0,0-1 0,0 0 0,0 0 0,1 0 0,-1 0 0,1 0 0,0 0 0,0 0 0,0-1 0,1 1 0,-1 0 0,1 0 0,0-1 0,0 1 0,1 0 0,-1-1 0,1 1 0,0 0 0,3-8 0,-2 8 0,-1 0 0,1 0 0,0 0 0,0 0 0,0 0 0,0 0 0,1 1 0,0-1 0,0 1 0,0 0 0,0 0 0,0 0 0,0 0 0,1 1 0,-1-1 0,1 1 0,0 0 0,0 0 0,0 0 0,0 0 0,0 1 0,0 0 0,0 0 0,9-1 0,-3 1 0,0 0 0,0 1 0,0 1 0,0 0 0,0 0 0,0 1 0,0 0 0,0 1 0,15 6 0,16 10 0,59 36 0,-62-33 0,69 31 0,-72-38 0,-22-9 0,-1 0 0,1-1 0,1-1 0,-1 0 0,1-1 0,15 2 0,-28-4 0,0-1 0,0 0 0,0 0 0,0 0 0,0 0 0,0 0 0,0 0 0,0 0 0,0 0 0,0-1 0,0 1 0,0 0 0,0-1 0,-1 1 0,1 0 0,0-1 0,0 1 0,0-1 0,0 1 0,-1-1 0,1 0 0,0 1 0,-1-1 0,1 0 0,0 1 0,-1-1 0,1 0 0,-1 0 0,1 1 0,-1-1 0,1 0 0,-1 0 0,0 0 0,1 0 0,-1 0 0,0 0 0,0 0 0,0 0 0,0 0 0,0 0 0,0 0 0,0 1 0,0-3 0,-1-4 0,0 1 0,0-1 0,-1 0 0,-5-12 0,5 14 0,-6-15 0,-9-26 0,16 43 0,0 0 0,1-1 0,-1 1 0,1 0 0,0 0 0,0 0 0,0-1 0,0 1 0,0 0 0,1 0 0,1-6 0,-2 8 0,1 0 0,-1 0 0,1 0 0,-1 0 0,1 0 0,-1 1 0,1-1 0,0 0 0,0 0 0,-1 1 0,1-1 0,0 0 0,0 1 0,0-1 0,0 1 0,0-1 0,0 1 0,0-1 0,0 1 0,0-1 0,0 1 0,0 0 0,0 0 0,0 0 0,0 0 0,0-1 0,0 1 0,0 1 0,0-1 0,2 0 0,3 1 0,0 0 0,0 1 0,13 4 0,-10-2 0,194 66 0,-59-32 0,-6-2 0,-132-34-195,-1-1 0,1 1 0,-1 0 0,0 1 0,0-1 0,9 7 0,-5-1-6631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39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16 24575,'-14'-14'0,"14"14"0,0 0 0,0 0 0,0-1 0,0 1 0,0 0 0,-1 0 0,1 0 0,0 0 0,0 0 0,0 0 0,0 0 0,-1 0 0,1 0 0,0 0 0,0 0 0,0 0 0,0 0 0,-1 0 0,1 0 0,0 0 0,0 0 0,0 0 0,-1 0 0,1 0 0,0 0 0,0 0 0,0 0 0,0 0 0,-1 0 0,1 0 0,0 0 0,-1 11 0,5 7 0,0-1 0,1 0 0,1 0 0,15 31 0,104 182 0,-64-142 0,-55-74 0,-9-11 0,-5-7 0,-7-5-682,-24-21-1,26 19-6143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39.5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979 37 24575,'-9'-6'0,"0"1"0,-1 1 0,0 0 0,0 0 0,0 1 0,0 0 0,-20-2 0,13 3 0,1 2 0,-1 0 0,0 1 0,-22 4 0,-142 11 0,-1-16 0,98-1 0,-69-6 115,-5-1-1595,141 8-5346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40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277 65 24575,'-31'-13'0,"-58"-22"0,77 31 0,0 0 0,0 1 0,-1 1 0,0 0 0,-16 0 0,27 2 0,-1 0 0,0 0 0,1 1 0,-1-1 0,0 0 0,1 1 0,-1 0 0,1-1 0,-1 1 0,1 0 0,0 0 0,-1 1 0,1-1 0,0 0 0,-1 1 0,1-1 0,0 1 0,0 0 0,1 0 0,-1 0 0,0 0 0,0 0 0,1 0 0,-1 0 0,1 0 0,0 1 0,0-1 0,0 1 0,-1 2 0,1-1 0,0 0 0,1 0 0,-1 0 0,1 1 0,0-1 0,0 0 0,0 0 0,1 0 0,0 0 0,-1 0 0,1 0 0,1 0 0,-1 0 0,1-1 0,-1 1 0,1 0 0,0-1 0,3 5 0,1-1 0,0 0 0,0-1 0,1 1 0,0-2 0,0 1 0,1-1 0,-1 0 0,1 0 0,0-1 0,1 0 0,-1 0 0,11 2 0,-5-2 0,1 0 0,0-1 0,0 0 0,0-1 0,0-1 0,24-1 0,-35 0 0,1-1 0,0 1 0,-1-1 0,1 0 0,-1 0 0,1-1 0,-1 1 0,1-1 0,4-3 0,-7 4 0,-1 0 0,1 0 0,-1 0 0,1-1 0,-1 1 0,0-1 0,1 1 0,-1-1 0,0 0 0,0 1 0,0-1 0,0 0 0,0 0 0,-1 1 0,1-1 0,0 0 0,-1 0 0,0 0 0,1 0 0,-1 0 0,0 0 0,0 0 0,0 0 0,0-2 0,-1 0 0,1 0 0,-1-1 0,0 1 0,0 0 0,0 0 0,0 0 0,-1 0 0,1 1 0,-1-1 0,0 0 0,-1 1 0,1-1 0,0 1 0,-5-5 0,7 8 0,-1 0 0,1-1 0,0 1 0,-1 0 0,1-1 0,0 1 0,-1 0 0,1-1 0,0 1 0,-1 0 0,1 0 0,-1 0 0,1 0 0,0-1 0,-1 1 0,1 0 0,-1 0 0,1 0 0,-1 0 0,1 0 0,0 0 0,-1 0 0,1 0 0,-1 0 0,0 0 0,1 1 0,0-1 0,0 0 0,-1 1 0,1-1 0,0 0 0,0 1 0,-1-1 0,1 1 0,0-1 0,0 0 0,0 1 0,0-1 0,0 1 0,0-1 0,0 0 0,0 1 0,0-1 0,0 1 0,0-1 0,0 3 0,0 0 0,0 0 0,1 0 0,-1 0 0,3 6 0,3 1-136,0 0-1,1 0 1,0 0-1,0-1 1,1 0-1,1 0 1,-1-1-1,1 0 0,13 8 1,-9-6-6690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40.7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9 24575,'0'0'0,"-1"0"0,0-1 0,0 1 0,0 0 0,0-1 0,0 1 0,1 0 0,-1 0 0,0 0 0,0 0 0,0 0 0,0 0 0,0 0 0,0 0 0,0 0 0,0 0 0,1 1 0,-1-1 0,0 0 0,0 0 0,0 1 0,-1 0 0,2-1 0,0 1 0,0 0 0,0 0 0,0-1 0,0 1 0,0 0 0,0-1 0,0 1 0,0 0 0,0-1 0,0 1 0,0 0 0,0-1 0,0 1 0,1 0 0,-1-1 0,0 1 0,1-1 0,-1 1 0,0 0 0,1-1 0,-1 1 0,1-1 0,-1 1 0,1-1 0,-1 1 0,1-1 0,-1 0 0,1 1 0,10 9 0,1-1 0,-1-1 0,1 0 0,1 0 0,-1-1 0,1-1 0,0 0 0,1-1 0,19 5 0,-23-7 0,1-1 0,-1 0 0,0-1 0,0 0 0,1-1 0,-1 0 0,0 0 0,1-1 0,13-4 0,-21 4 0,-1 0 0,1 0 0,-1-1 0,0 1 0,1-1 0,-1 0 0,0 0 0,0 0 0,0 0 0,0 0 0,-1 0 0,1 0 0,-1-1 0,1 1 0,-1 0 0,0-1 0,1 1 0,-1-1 0,-1 0 0,2-4 0,-1 5 0,-1-1 0,1 1 0,-1 0 0,0-1 0,1 1 0,-1-1 0,-1 1 0,1-1 0,0 1 0,0 0 0,-1-1 0,0 1 0,1 0 0,-1-1 0,0 1 0,0 0 0,0 0 0,0 0 0,-1-1 0,1 1 0,-1 1 0,1-1 0,-4-3 0,5 5 0,0-1 0,-1 1 0,1 0 0,0-1 0,-1 1 0,1 0 0,0 0 0,-1-1 0,1 1 0,-1 0 0,1 0 0,-1 0 0,1 0 0,-1-1 0,1 1 0,0 0 0,-1 0 0,1 0 0,-1 0 0,1 0 0,-1 0 0,1 0 0,-1 0 0,1 1 0,-1-1 0,1 0 0,-1 0 0,0 1 0,0-1 0,1 1 0,-1 0 0,1-1 0,-1 1 0,1 0 0,-1-1 0,1 1 0,-1 0 0,1 0 0,0 0 0,-1-1 0,1 3 0,-5 27 0,5-10 0,1 0 0,0 0 0,1-1 0,2 1 0,9 32 0,40 94 0,-42-119 0,23 55 0,43 122 0,-76-201 0,0 1 0,0 0 0,0 0 0,0 0 0,-1 0 0,0 8 0,0-11 0,0 0 0,0 0 0,-1 0 0,1 0 0,0-1 0,0 1 0,-1 0 0,1 0 0,-1 0 0,1-1 0,-1 1 0,1 0 0,-1 0 0,1-1 0,-1 1 0,0 0 0,1-1 0,-1 1 0,0-1 0,0 1 0,1-1 0,-1 1 0,0-1 0,0 1 0,0-1 0,0 0 0,0 0 0,1 1 0,-1-1 0,0 0 0,0 0 0,0 0 0,0 0 0,0 0 0,0 0 0,-1 0 0,-4-1 0,-1 0 0,1 0 0,-1 0 0,1-1 0,0 0 0,-1 0 0,-7-4 0,-40-24 0,51 28 0,-25-15 0,-41-33 0,61 43 0,-1 0 0,2 0 0,-1-1 0,1-1 0,0 1 0,1-1 0,0 0 0,-9-18 0,14 25 0,0-1 0,0 1 0,0-1 0,0 0 0,0 0 0,1 1 0,-1-1 0,1 0 0,0 0 0,-1 0 0,1 1 0,1-1 0,-1 0 0,0 0 0,1 0 0,0 0 0,-1 1 0,1-1 0,0 0 0,0 1 0,1-1 0,-1 1 0,0-1 0,1 1 0,0-1 0,-1 1 0,1 0 0,0 0 0,0 0 0,0 0 0,0 0 0,1 1 0,-1-1 0,1 1 0,-1-1 0,1 1 0,3-2 0,7-2-273,0 0 0,1 2 0,-1-1 0,26-2 0,-20 4-6553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41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24575,'2'24'0,"4"14"0,3 7 0,2 1 0,2 0 0,2-3 0,-1-3 0,1-5 0,0-2 0,-2-3 0,-1-3 0,-3-2 0,-1-3 0,0-2 0,-1-2 0,2-2 0,-1-4-8191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41.4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182 58 24575,'-5'-1'0,"-69"-11"0,67 11 0,0 1 0,0 0 0,0 0 0,0 0 0,0 1 0,0 0 0,0 1 0,-8 2 0,13-3 0,0 0 0,0-1 0,0 1 0,1 0 0,-1 0 0,0 1 0,1-1 0,-1 0 0,1 0 0,0 1 0,-1-1 0,1 1 0,0-1 0,0 1 0,0 0 0,0 0 0,-1 2 0,1-1 0,0 0 0,0 0 0,1 0 0,-1 0 0,1 0 0,0 0 0,0 0 0,0 0 0,0 0 0,1 4 0,1 0 0,0 0 0,0-1 0,0 1 0,1 0 0,0-1 0,0 0 0,1 0 0,-1 0 0,6 6 0,1-1 0,0-1 0,0 0 0,1-1 0,0 0 0,1-1 0,20 12 0,-23-16 0,0 1 0,0-2 0,1 1 0,-1-1 0,1 0 0,0-1 0,0 0 0,0-1 0,0 0 0,12-1 0,-19 0 0,0 0 0,1 0 0,-1-1 0,0 0 0,1 1 0,-1-1 0,0-1 0,0 1 0,0 0 0,0-1 0,0 1 0,0-1 0,0 0 0,0 0 0,-1 0 0,1 0 0,-1-1 0,1 1 0,-1-1 0,0 0 0,0 1 0,2-5 0,-2 3 0,-1 1 0,1-2 0,-1 1 0,0 0 0,0 0 0,0 0 0,0 0 0,-1-1 0,1 1 0,-1 0 0,-1-1 0,1 1 0,0 0 0,-1-1 0,0 1 0,0 0 0,-2-4 0,-2-7 0,-2 0 0,0 1 0,0 0 0,-1 0 0,-12-15 0,15 23 0,0-1 0,0 2 0,-1-1 0,1 1 0,-1 0 0,0 0 0,0 0 0,-1 1 0,0 0 0,1 0 0,-1 1 0,-13-5 0,15 7-151,1 0-1,-1 1 0,0-1 0,1 1 1,-1 0-1,0 0 0,1 1 1,-9 1-1,-1 1-6674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41.8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59 334 24575,'1'0'0,"-1"0"0,0 0 0,1 0 0,-1 0 0,1 0 0,-1 0 0,0 0 0,1 0 0,-1 0 0,0 0 0,1 0 0,-1 0 0,0-1 0,1 1 0,-1 0 0,0 0 0,0 0 0,1 0 0,-1-1 0,0 1 0,0 0 0,1 0 0,-1-1 0,0 1 0,0 0 0,1 0 0,-1-1 0,0 1 0,0 0 0,0-1 0,-1-11 0,-14-15 0,14 24 0,-13-18 0,7 10 0,-12-23 0,17 30 0,0-1 0,1 0 0,0 0 0,-1 0 0,1 0 0,1 0 0,-1 0 0,1-8 0,1 5 8,0 0-1,0 1 1,1-1-1,0 0 1,1 0-1,0 1 1,0-1-1,0 1 1,1 0-1,0 0 1,1 0-1,0 1 1,0-1-1,0 1 1,12-10-1,-13 11-81,1 1-1,0 0 1,1 0 0,-1 0 0,1 1-1,0 0 1,0 0 0,0 0 0,0 1-1,0 0 1,0 0 0,1 1 0,-1-1-1,0 1 1,1 1 0,0-1 0,-1 1-1,1 0 1,11 3 0,-6 0-6752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43.2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283 23 24575,'-43'-7'0,"12"1"0,-1 2 0,0 0 0,0 3 0,-35 1 0,65 0 0,0 0 0,1 0 0,-1 0 0,0 1 0,0-1 0,0 0 0,0 1 0,0 0 0,0-1 0,1 1 0,-1 0 0,0 0 0,1 0 0,-1 0 0,0 0 0,1 0 0,0 0 0,-1 1 0,1-1 0,-1 1 0,1-1 0,0 1 0,0-1 0,0 1 0,0 0 0,0-1 0,0 1 0,1 0 0,-1 0 0,1-1 0,-1 1 0,1 0 0,-1 0 0,1 0 0,0 0 0,0 0 0,0 0 0,0 0 0,0 0 0,1 3 0,1 5 0,0 1 0,1-1 0,0 0 0,1 0 0,0-1 0,0 1 0,1-1 0,0 0 0,1 0 0,0 0 0,0-1 0,10 10 0,7 6 0,1-1 0,42 30 0,-12-16 0,-32-23 0,-1 2 0,0 0 0,22 22 0,-43-38 0,1 1 0,0 0 0,0 0 0,-1-1 0,1 1 0,-1 0 0,1 0 0,0 0 0,-1-1 0,1 1 0,-1 0 0,0 0 0,1 0 0,-1 0 0,0 0 0,0 0 0,1 0 0,-1 0 0,0 0 0,0 0 0,0 0 0,0 0 0,0 0 0,0 0 0,-1 1 0,0-1 0,1 0 0,-1 0 0,0 1 0,0-1 0,0 0 0,0-1 0,0 1 0,0 0 0,0 0 0,0 0 0,0-1 0,-1 1 0,1 0 0,0-1 0,-3 2 0,-3 0 0,-1 0 0,0-1 0,0 1 0,1-2 0,-11 1 0,-6-3 0,0-1 0,1 0 0,-1-2 0,-34-12 0,55 15 0,-1 1 0,0-1 0,0 1 0,1-1 0,-6-4 0,9 6 0,-1 0 0,1-1 0,-1 1 0,1 0 0,0 0 0,-1-1 0,1 1 0,0-1 0,-1 1 0,1 0 0,0-1 0,-1 1 0,1-1 0,0 1 0,0 0 0,-1-1 0,1 1 0,0-1 0,0 1 0,0-1 0,0 1 0,0-1 0,0 1 0,0-1 0,0 1 0,0-1 0,0 1 0,0-1 0,0 1 0,0-1 0,0 1 0,0-1 0,0 1 0,0-1 0,1 1 0,-1-1 0,0 1 0,0 0 0,1-1 0,-1 1 0,0-1 0,1 1 0,-1 0 0,0-1 0,1 1 0,-1 0 0,0-1 0,1 1 0,-1 0 0,1 0 0,-1-1 0,1 1 0,-1 0 0,1 0 0,-1 0 0,1 0 0,0-1 0,6-1 0,0 0 0,0 0 0,0 0 0,0 1 0,1 0 0,14 0 0,8-1 0,107-4 0,-12 2 0,-120 3 0,1 0 0,-1 0 0,1 0 0,-1 0 0,1-1 0,-1 0 0,0 0 0,0-1 0,0 1 0,0-1 0,8-6 0,-11 7 0,0 0 0,-1 0 0,1 0 0,0 0 0,-1 0 0,1 0 0,-1-1 0,0 1 0,0-1 0,0 1 0,0-1 0,0 1 0,0-1 0,-1 0 0,1 1 0,-1-1 0,0 0 0,1 1 0,-1-1 0,-1 0 0,1 1 0,0-1 0,-1 0 0,1 1 0,-1-1 0,-1-3 0,0 1 0,-1 0 0,1-1 0,-1 2 0,0-1 0,0 0 0,-1 1 0,1-1 0,-1 1 0,0 0 0,0 0 0,-5-3 0,5 4 0,1 0 0,-1 0 0,0 1 0,0 0 0,0 0 0,0 0 0,0 0 0,-1 1 0,1-1 0,0 1 0,-1 0 0,1 1 0,-1-1 0,-6 1 0,9 0 0,0 0 0,0 1 0,0-1 0,0 1 0,0-1 0,0 1 0,1 0 0,-1 0 0,0 0 0,0 0 0,1 0 0,-1 1 0,0-1 0,1 0 0,-1 1 0,1-1 0,0 1 0,-1-1 0,1 1 0,0 0 0,0 0 0,0-1 0,0 1 0,1 0 0,-1 0 0,0 0 0,1 0 0,-1 0 0,1 0 0,-1 3 0,1 2 0,-1 0 0,1 0 0,0 0 0,0 0 0,1-1 0,0 1 0,3 12 0,-3-13 0,1-1 0,0 1 0,1-1 0,-1 0 0,1 0 0,0 0 0,0 0 0,1-1 0,0 1 0,-1-1 0,1 0 0,7 6 0,-3-5 0,-1 0 0,0-1 0,1 0 0,0 0 0,0-1 0,0 1 0,13 2 0,8-1 0,0-1 0,1-1 0,52-2 0,-74-1 0,38-1 0,0-2 0,77-15 0,-121 18 0,1 0 0,0-1 0,-1 0 0,1 0 0,-1 0 0,1 0 0,-1 0 0,0 0 0,3-2 0,-4 2 0,-1 0 0,1 1 0,-1-1 0,1 0 0,-1 0 0,1 0 0,-1 1 0,0-1 0,1 0 0,-1 0 0,0 0 0,0 0 0,0 0 0,1 0 0,-1 0 0,0 0 0,0 0 0,0 0 0,-1 1 0,1-1 0,0 0 0,0 0 0,0 0 0,-1 0 0,1 0 0,0 0 0,-1 0 0,1 1 0,-1-2 0,-4-6 0,0 0 0,0 1 0,0-1 0,-1 1 0,0 0 0,-1 1 0,-11-10 0,-9-9 0,15 12 0,-42-48 0,48 54 0,1-1 0,0 0 0,1 0 0,0 0 0,0 0 0,-5-17 0,9 24 0,-1-1 0,1 1 0,-1-1 0,1 1 0,0-1 0,0 0 0,0 1 0,0-1 0,0 1 0,0-1 0,0 1 0,1-1 0,-1 1 0,0-1 0,1 1 0,-1-1 0,1 1 0,0-1 0,-1 1 0,1 0 0,1-2 0,-1 2 0,1-1 0,-1 1 0,1 0 0,0 0 0,-1 0 0,1 0 0,0 0 0,0 0 0,0 0 0,0 1 0,-1-1 0,1 1 0,0-1 0,2 1 0,4-1 0,0 1 0,0 0 0,-1 0 0,1 1 0,-1 0 0,1 0 0,9 3 0,43 18 0,94 49 0,-139-63 0,-4-3 0,-1 0 0,-1 0 0,0 0 0,11 8 0,-17-11 0,-1 0 0,0 0 0,0 0 0,0 0 0,-1 0 0,1 0 0,0 0 0,-1 1 0,1-1 0,-1 0 0,0 1 0,0-1 0,0 1 0,0 0 0,0-1 0,-1 1 0,1 4 0,0 32 0,-2-31 0,1 0 0,0 1 0,1-1 0,0 0 0,0 0 0,1 0 0,0 0 0,0-1 0,4 10 0,8 7-1365,-8-15-5461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43.4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24575,'5'7'0,"4"8"0,0 8 0,0 6 0,-3-1 0,0-1 0,0-6-8191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43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127 299 24575,'16'-29'0,"17"-46"0,-29 66 0,-1-1 0,0 0 0,-1 1 0,0-1 0,0 0 0,-1 0 0,-1 0 0,0 0 0,-1-14 0,0 20 0,0-1 0,-1 1 0,1 0 0,-1 0 0,0-1 0,0 1 0,0 1 0,-1-1 0,1 0 0,-1 0 0,0 1 0,0 0 0,0-1 0,-1 1 0,1 1 0,-1-1 0,1 0 0,-1 1 0,0 0 0,-5-3 0,6 4 0,0 0 0,0-1 0,0 1 0,0 1 0,0-1 0,0 0 0,0 1 0,0-1 0,0 1 0,0 0 0,0 0 0,0 0 0,0 1 0,0-1 0,-1 1 0,1 0 0,0-1 0,0 1 0,1 1 0,-1-1 0,0 0 0,0 1 0,1-1 0,-1 1 0,0 0 0,1 0 0,0 0 0,-1 0 0,-2 4 0,0 1 0,1-1 0,0 1 0,1 0 0,0 0 0,0 0 0,0 0 0,-2 9 0,1 1 0,1 0 0,-1 20 0,3-27 0,1-1 0,0 1 0,1 0 0,0-1 0,1 1 0,0-1 0,0 1 0,1-1 0,0 0 0,1 0 0,0 0 0,0 0 0,1-1 0,0 0 0,0 1 0,1-2 0,9 11 0,-7-10 0,1 0 0,0-1 0,0 0 0,1 0 0,0-1 0,0 0 0,1-1 0,-1 0 0,1 0 0,0-1 0,1-1 0,-1 0 0,1 0 0,11 0 0,-12-2-80,0 0 0,1 0-1,-1-1 1,0-1 0,0 0-1,1-1 1,-1 0 0,0 0-1,-1-1 1,1-1 0,0 0 0,-1 0-1,0-1 1,0 0 0,0-1-1,12-9 1,-12 6-6746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5:44.1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200 0 24575,'-4'0'0,"0"0"0,0 1 0,0-1 0,0 1 0,0 0 0,0 0 0,0 0 0,0 0 0,0 1 0,1-1 0,-1 1 0,0 0 0,1 0 0,-1 1 0,1-1 0,0 1 0,0-1 0,-5 6 0,5-3 0,0-1 0,0 1 0,0 0 0,0 1 0,1-1 0,0 0 0,0 1 0,0-1 0,1 1 0,0 0 0,0-1 0,-1 11 0,2-5 0,1 1 0,-1-1 0,2 0 0,0 0 0,0 0 0,1 0 0,4 12 0,37 74 0,-12-29 0,-31-66 0,0 0 0,-1 0 0,1-1 0,-1 1 0,1 0 0,-1 0 0,0 0 0,1 0 0,-1 0 0,0 0 0,0-1 0,0 1 0,-1 0 0,1 0 0,0 0 0,-1 0 0,1 0 0,-1-1 0,-1 4 0,0-2 0,0-1 0,0 1 0,0-1 0,0 0 0,0 0 0,0 0 0,-1 0 0,1 0 0,0-1 0,-1 1 0,-4 1 0,-6 2 0,-1 0 0,1-1 0,-1-1 0,-17 3 0,28-6 0,-34 5-1365,4-1-5461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04.7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316 32 24575,'2'-1'0,"-1"0"0,0 0 0,0 0 0,0 0 0,0-1 0,0 1 0,0 0 0,0 0 0,0 0 0,0-3 0,-3-2 0,-9 1 0,-5 3 0,0 0 0,0 1 0,0 0 0,-24 3 0,0-1 0,34 0 0,0 0 0,0 0 0,0 0 0,0 1 0,0 0 0,0 0 0,0 0 0,1 1 0,-1-1 0,1 1 0,0 1 0,0-1 0,-6 6 0,-2 2 0,0 1 0,1 1 0,-15 20 0,24-30 0,1-1 0,0 1 0,0 0 0,1 0 0,-1 0 0,1 0 0,-1 1 0,1-1 0,0 0 0,0 0 0,0 1 0,1-1 0,-1 1 0,1-1 0,0 1 0,0-1 0,0 1 0,0-1 0,0 0 0,1 1 0,0-1 0,0 1 0,0-1 0,0 0 0,0 0 0,1 1 0,-1-1 0,1 0 0,0 0 0,0-1 0,0 1 0,0 0 0,0-1 0,1 1 0,-1-1 0,1 1 0,0-1 0,3 2 0,6 4 0,0-1 0,0-1 0,0 0 0,20 7 0,53 12 0,-76-23 0,86 19 0,-78-19 0,0 0 0,0-1 0,29-2 0,-43 1-80,0 0 0,0-1-1,-1 0 1,1 0 0,0 0-1,0 0 1,0 0 0,-1 0-1,1-1 1,0 1 0,-1-1 0,0 0-1,1 0 1,-1 0 0,0 0-1,2-2 1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05.6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291 74 24575,'-35'-16'0,"-1"1"0,0 2 0,-68-14 0,101 26 0,0 1 0,-1-1 0,1 1 0,-1 0 0,1 0 0,0 0 0,-1 0 0,1 1 0,-1-1 0,1 1 0,-6 2 0,7-2 0,0 0 0,0 0 0,0 1 0,0-1 0,1 1 0,-1-1 0,0 1 0,1 0 0,-1 0 0,1 0 0,0 0 0,0-1 0,-1 2 0,1-1 0,1 0 0,-1 0 0,0 0 0,0 3 0,-1 2 0,1 0 0,-1 0 0,2 0 0,-1 0 0,1 0 0,0 0 0,0 1 0,1-1 0,0 0 0,1 0 0,-1 0 0,5 10 0,-2-6 0,1 1 0,1-1 0,0 0 0,1 0 0,0-1 0,11 13 0,-14-18 0,1 0 0,1 0 0,-1-1 0,1 0 0,-1 0 0,1 0 0,0-1 0,1 0 0,-1 0 0,12 4 0,-7-4 0,0-1 0,0 1 0,0-2 0,0 0 0,0 0 0,12-1 0,-20 0 0,0-1 0,0 1 0,1 0 0,-1-1 0,0 0 0,0 0 0,0 0 0,0 0 0,0 0 0,0-1 0,0 0 0,0 1 0,-1-1 0,1 0 0,0 0 0,-1 0 0,0-1 0,1 1 0,-1 0 0,0-1 0,0 0 0,0 1 0,1-4 0,-1 2 0,-1 0 0,1-1 0,-1 1 0,0 0 0,0 0 0,0-1 0,-1 1 0,0 0 0,0-1 0,0 1 0,0-1 0,0 1 0,-1 0 0,0-1 0,0 1 0,-3-7 0,-1-2 0,-1 0 0,-1 0 0,0 1 0,-1 0 0,-16-20 0,16 26 0,7 12 0,9 15 0,3-6 0,0-1 0,0 0 0,2 0 0,20 17 0,-23-22 0,0-2 0,1 1 0,0-2 0,0 1 0,1-1 0,-1-1 0,17 5 0,-22-8 0,-1-1 0,1 1 0,0-1 0,0-1 0,0 1 0,0-1 0,-1 0 0,13-2 0,-16 2 0,0-1 0,0 1 0,-1-1 0,1 1 0,0-1 0,0 0 0,0 0 0,-1 0 0,1 0 0,0 0 0,-1 0 0,1-1 0,-1 1 0,1-1 0,-1 1 0,0 0 0,0-1 0,0 0 0,0 1 0,0-1 0,0 0 0,0 0 0,0 1 0,0-1 0,-1 0 0,1 0 0,-1 0 0,0 0 0,1-3 0,-1-10 0,0 0 0,-1 0 0,-1 1 0,0-1 0,-1 0 0,-8-25 0,10 38 0,1 2 0,0 0 0,0-1 0,-1 1 0,1-1 0,0 1 0,0-1 0,0 1 0,0-1 0,0 1 0,0 0 0,0-1 0,0 1 0,0-1 0,0 1 0,0-1 0,0 1 0,0-1 0,0 1 0,0 0 0,1-1 0,-1 1 0,0-1 0,1 0 0,-1 1 0,0 0 0,1 0 0,-1 0 0,1 0 0,-1 0 0,0 0 0,1 0 0,-1 0 0,1 0 0,-1 0 0,0 0 0,1 0 0,-1 0 0,1 0 0,-1 1 0,0-1 0,1 0 0,-1 0 0,0 0 0,1 1 0,23 16 0,-21-14 0,24 18 0,91 67 0,-106-79 0,1-2 0,1 0 0,-1-1 0,1 0 0,0-1 0,0 0 0,25 4 0,-36-9 0,1 1 0,-1-1 0,1 0 0,-1 0 0,1 0 0,-1-1 0,1 1 0,-1-1 0,0 1 0,1-1 0,-1 0 0,0-1 0,1 1 0,3-3 0,-5 2 0,0 1 0,1-1 0,-2 0 0,1 0 0,0 0 0,0 0 0,-1 0 0,1-1 0,-1 1 0,1 0 0,-1-1 0,0 1 0,0-1 0,0 1 0,0-1 0,-1 0 0,1 1 0,0-6 0,0-4 0,-1 0 0,0 0 0,-1 1 0,0-1 0,-1 0 0,0 0 0,-1 1 0,0-1 0,0 1 0,-2 0 0,-7-15 0,25 45 0,1-1 0,1 1 0,21 19 0,1 3 0,-30-32 0,1 0 0,1 0 0,0-1 0,0 0 0,0 0 0,1-1 0,20 11 0,-20-13-1365,-2-1-5461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06.1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160 28 24575,'-13'-4'0,"-41"-14"0,48 16 0,0 1 0,-1 0 0,1 0 0,0 1 0,-1 0 0,-9 0 0,15 0 0,0 0 0,0 0 0,0 1 0,0-1 0,0 0 0,0 0 0,0 1 0,0-1 0,0 0 0,0 1 0,0-1 0,0 1 0,1-1 0,-1 1 0,0 0 0,0-1 0,0 1 0,1 0 0,-1-1 0,0 1 0,1 0 0,-1 0 0,1 0 0,-1 1 0,0-1 0,1 1 0,0-1 0,0 1 0,-1 0 0,1-1 0,1 1 0,-1-1 0,0 1 0,0 0 0,0-1 0,1 1 0,-1-1 0,2 3 0,2 4 0,0 0 0,0 0 0,0-1 0,9 10 0,22 22 0,2-1 0,62 51 0,-27-26 0,-31-31 0,-29-25 0,-2 1 0,1 1 0,-1 0 0,10 11 0,-20-19 0,0-1 0,0 0 0,1 0 0,-1 1 0,0-1 0,0 0 0,0 0 0,1 1 0,-1-1 0,0 0 0,0 1 0,0-1 0,0 0 0,0 1 0,1-1 0,-1 0 0,0 1 0,0-1 0,0 0 0,0 1 0,0-1 0,0 1 0,0-1 0,0 0 0,-1 1 0,1-1 0,0 0 0,0 1 0,0-1 0,0 0 0,0 1 0,0-1 0,-1 0 0,1 0 0,0 1 0,0-1 0,-1 0 0,1 1 0,0-1 0,0 0 0,-1 0 0,1 0 0,0 1 0,0-1 0,-1 0 0,1 0 0,0 0 0,-1 0 0,1 0 0,0 1 0,-1-1 0,1 0 0,-1 0 0,-21 3 0,21-3 0,-58 1 0,-79-9 0,-29-1 0,163 9-1365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06.8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84 687 24575,'-5'-4'0,"1"0"0,1 1 0,-1 0 0,0-1 0,0 2 0,-1-1 0,1 0 0,-1 1 0,1 0 0,-1 0 0,0 0 0,0 0 0,-5 0 0,9 2 0,1 0 0,-1 0 0,0 0 0,1 0 0,-1 0 0,1 0 0,-1 0 0,0 0 0,1 0 0,-1 0 0,1 1 0,-1-1 0,0 0 0,1 0 0,-1 1 0,1-1 0,-1 0 0,1 1 0,-1-1 0,1 1 0,-1-1 0,1 0 0,0 1 0,-1-1 0,1 1 0,0-1 0,-1 1 0,1 0 0,0-1 0,-1 1 0,1-1 0,0 1 0,0-1 0,0 1 0,0 0 0,0-1 0,-1 1 0,1 0 0,0-1 0,0 1 0,1-1 0,-1 1 0,0 0 0,0-1 0,0 1 0,0-1 0,0 1 0,1 0 0,0 4 0,1 0 0,0 0 0,-1 0 0,5 6 0,4 8 0,1-2 0,0 1 0,21 23 0,-26-35 0,0 1 0,0-1 0,0-1 0,1 1 0,0-1 0,0 0 0,1-1 0,-1 0 0,1 0 0,0 0 0,10 2 0,-16-5 0,1 0 0,0-1 0,-1 1 0,1-1 0,0 0 0,-1 0 0,1 0 0,0 0 0,-1 0 0,1 0 0,0-1 0,-1 1 0,1-1 0,-1 0 0,1 0 0,-1 0 0,1 0 0,-1 0 0,0 0 0,1-1 0,-1 1 0,0-1 0,0 0 0,0 0 0,3-2 0,-3 0 0,1 0 0,-1 1 0,0-1 0,0 0 0,0 0 0,-1 0 0,1-1 0,-1 1 0,0 0 0,0 0 0,0-1 0,-1 1 0,0-1 0,0-7 0,0 4 0,-1-1 0,0 1 0,-1-1 0,0 1 0,0-1 0,-1 1 0,0 0 0,0 0 0,-1 1 0,-5-10 0,24 44 0,-8-16 0,1 0 0,1-1 0,0 0 0,0 0 0,1-1 0,0 0 0,1 0 0,-1-2 0,2 1 0,-1-1 0,1-1 0,0 0 0,1-1 0,-1 0 0,15 3 0,-15-4 0,1-1 0,-1-1 0,1-1 0,0 1 0,0-2 0,24-1 0,-33 0 0,-1 1 0,1-1 0,0 0 0,-1 0 0,1 0 0,-1-1 0,1 1 0,-1-1 0,0 0 0,0 0 0,0 0 0,0 0 0,0-1 0,0 1 0,0-1 0,-1 1 0,1-1 0,-1 0 0,0 0 0,0 0 0,0-1 0,0 1 0,-1 0 0,1-1 0,-1 1 0,0-1 0,0 1 0,1-6 0,0-5 0,-1 0 0,0 0 0,-1 0 0,0 0 0,-1 0 0,-1 0 0,0 0 0,-8-26 0,-2 3 0,-34-69 0,1 22 0,-3 3 0,-4 2 0,-71-83 0,113 149 0,-17-19 0,26 30 0,-1 0 0,0 0 0,0 1 0,0-1 0,0 1 0,0-1 0,0 1 0,0 0 0,-1 0 0,1 0 0,0 0 0,-4-1 0,5 2 0,0 0 0,0 0 0,0 0 0,0 0 0,0 0 0,0 1 0,0-1 0,0 0 0,0 1 0,0-1 0,1 0 0,-1 1 0,0-1 0,0 1 0,0-1 0,1 1 0,-1 0 0,0-1 0,1 1 0,-1 0 0,0-1 0,1 1 0,-1 0 0,1 0 0,-1 0 0,1-1 0,0 1 0,-1 0 0,1 0 0,0 0 0,-1 0 0,1 0 0,0 0 0,0 0 0,0 1 0,-1 4 0,0 0 0,1 1 0,0-1 0,1 7 0,1 4 0,1 0 0,0 0 0,1 0 0,2-1 0,-1 1 0,9 15 0,53 91 0,-59-109 0,22 36 0,3-2 0,1 0 0,57 59 0,-69-84 0,2-1 0,0-1 0,1-1 0,2-1 0,-1-2 0,2-1 0,54 24 0,-72-36-455,0-1 0,15 3 0,-9-4-6371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07.3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67 187 24575,'-32'-79'0,"0"-2"0,32 80 0,-1 0 0,1-1 0,-1 1 0,1 0 0,0 0 0,0 0 0,0 0 0,-1 0 0,1-1 0,0 1 0,1 0 0,-1 0 0,0 0 0,0 0 0,1-3 0,-1 4 0,1-1 0,-1 1 0,0 0 0,1-1 0,-1 1 0,0 0 0,1-1 0,-1 1 0,1 0 0,-1-1 0,1 1 0,-1 0 0,1 0 0,-1 0 0,1-1 0,-1 1 0,1 0 0,-1 0 0,1 0 0,-1 0 0,1 0 0,-1 0 0,1 0 0,0 0 0,2 1 0,1-1 0,-1 1 0,0 0 0,0 0 0,1 0 0,-1 1 0,0-1 0,0 1 0,3 2 0,1 1 20,0 0 0,-1 1 0,1-1 0,-1 2 0,6 6 0,-11-11-98,1 1 0,0-1 0,0 1-1,-1-1 1,0 1 0,1-1 0,-1 1 0,0 0 0,0 0-1,0-1 1,-1 1 0,1 0 0,-1 0 0,1 0 0,-1 0-1,0 0 1,0 0 0,-1 4 0,-2 2-6748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08.0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207 44 24575,'-23'-8'0,"-5"-2"0,-1 2 0,-40-8 0,66 15 0,-1 1 0,1 0 0,0 0 0,0 0 0,-1 0 0,1 0 0,0 1 0,0-1 0,-1 1 0,-3 1 0,6-1 0,0-1 0,-1 1 0,1 0 0,0 0 0,0-1 0,0 1 0,0 0 0,1 0 0,-1 0 0,0 0 0,0 0 0,0 0 0,1 0 0,-1 0 0,0 0 0,1 0 0,-1 1 0,1-1 0,0 0 0,-1 0 0,1 1 0,0-1 0,0 0 0,0 0 0,-1 1 0,1-1 0,1 0 0,-1 2 0,1 3 0,0 0 0,0 0 0,1-1 0,0 1 0,0 0 0,1-1 0,-1 0 0,1 1 0,0-1 0,1 0 0,-1-1 0,6 6 0,6 7 0,32 26 0,11 2 0,69 41 0,10 7 0,-137-93 0,0 0 0,1 0 0,-1 0 0,0 0 0,1 1 0,-1-1 0,0 0 0,0 0 0,1 0 0,-1 1 0,0-1 0,0 0 0,0 0 0,1 1 0,-1-1 0,0 0 0,0 1 0,0-1 0,0 0 0,1 1 0,-1-1 0,0 0 0,0 1 0,0-1 0,0 0 0,0 1 0,0 0 0,-8 2 0,-22-3 0,24 0 0,-19-1 0,-1-1 0,1-2 0,-25-6 0,-72-26 0,43 14-1365,60 16-5461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08.5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 1 24575,'0'0'0,"-1"0"0,1 0 0,0 0 0,-1-1 0,1 1 0,0 0 0,-1 0 0,1 0 0,0 0 0,-1 0 0,1 0 0,0 0 0,0 0 0,-1 1 0,1-1 0,0 0 0,-1 0 0,1 0 0,0 0 0,-1 0 0,1 0 0,0 1 0,0-1 0,-1 0 0,1 0 0,0 0 0,0 1 0,-1-1 0,1 0 0,0 0 0,0 1 0,0-1 0,0 0 0,-1 0 0,1 1 0,0-1 0,0 0 0,0 1 0,0-1 0,0 1 0,0 0 0,1 0 0,-1 0 0,1 1 0,-1-1 0,1 0 0,0 0 0,-1 0 0,1 0 0,0 0 0,2 1 0,26 23 0,-28-24 0,13 8 0,1 0 0,0 0 0,0-2 0,1 0 0,0 0 0,0-2 0,1 0 0,-1-1 0,1 0 0,0-1 0,0-1 0,1-1 0,23-1 0,-37-1 0,0 1 0,0-1 0,0 0 0,0 0 0,0 0 0,-1 0 0,1-1 0,0 1 0,-1-1 0,1 0 0,-1 0 0,4-3 0,-6 4 0,1 0 0,-1-1 0,1 1 0,-1-1 0,0 1 0,0-1 0,1 0 0,-1 1 0,0-1 0,-1 0 0,1 0 0,0 0 0,0 0 0,-1 0 0,1 1 0,-1-1 0,0 0 0,1 0 0,-1 0 0,0 0 0,0-1 0,0 1 0,0 0 0,-1 0 0,0-2 0,1 4 0,0 0 0,0-1 0,0 1 0,0 0 0,0-1 0,0 1 0,0 0 0,0 0 0,0-1 0,0 1 0,0 0 0,-1 0 0,1-1 0,0 1 0,0 0 0,0 0 0,0-1 0,-1 1 0,1 0 0,0 0 0,0 0 0,0-1 0,-1 1 0,1 0 0,0 0 0,-1 0 0,1 0 0,0 0 0,0 0 0,-1-1 0,-6 7 0,-2 14 0,5-1 0,1 0 0,1 0 0,0 0 0,1 0 0,3 23 0,1-12 0,1 1 0,13 44 0,26 49 0,-42-123 0,0 1 0,-1 0 0,1-1 0,-1 1 0,0 0 0,0 0 0,1-1 0,-1 1 0,0 0 0,0 0 0,-1 0 0,1-1 0,0 1 0,-1 0 0,0 2 0,0-2 0,0-1 0,0 0 0,0 0 0,0 0 0,0-1 0,0 1 0,0 0 0,0 0 0,0 0 0,0-1 0,-1 1 0,1-1 0,0 1 0,-1-1 0,1 1 0,0-1 0,-1 0 0,1 0 0,0 1 0,-3-1 0,-6 0 8,0 0 0,0 0-1,0-1 1,0-1-1,0 1 1,-12-5 0,-58-23-323,44 15-789,11 4-5722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08.9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444 83 24575,'-23'-14'0,"-47"-29"0,62 39 0,-1 0 0,0 0 0,0 1 0,0 0 0,0 0 0,-11-1 0,19 4 0,-1 0 0,1-1 0,-1 1 0,1 0 0,-1 0 0,1 0 0,-1 0 0,1 1 0,-1-1 0,1 0 0,-1 1 0,1-1 0,-1 1 0,1-1 0,-1 1 0,1 0 0,-3 1 0,4-1 0,-1 0 0,0 0 0,0 0 0,0 0 0,1 0 0,-1 1 0,1-1 0,-1 0 0,1 0 0,-1 0 0,1 1 0,0-1 0,0 0 0,-1 0 0,1 1 0,0 1 0,1 4 0,0-1 0,0 0 0,0 0 0,1 0 0,-1 0 0,1 0 0,4 7 0,4 6 0,1 0 0,0-1 0,20 23 0,46 46 0,-49-56 0,-8-9 0,20 35 0,-39-56 0,0 0 0,0 0 0,0 1 0,0-1 0,-1 0 0,1 1 0,-1-1 0,1 1 0,-1-1 0,1 1 0,-1-1 0,0 1 0,0-1 0,1 1 0,-2 1 0,1-2 0,0 0 0,-1 0 0,1-1 0,0 1 0,-1 0 0,1-1 0,-1 1 0,0 0 0,1-1 0,-1 1 0,1 0 0,-1-1 0,0 1 0,0-1 0,1 1 0,-1-1 0,0 1 0,0-1 0,0 0 0,1 1 0,-1-1 0,0 0 0,0 0 0,0 0 0,0 0 0,0 0 0,1 0 0,-2 0 0,-21 2 0,1-1 0,0-1 0,0-1 0,-23-5 0,-90-21 0,50 8 0,-11 1-1365,75 14-5461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09.5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24575,'10'11'0,"-1"0"0,1 1 0,-2 0 0,0 1 0,11 24 0,25 74 0,-37-92 0,16 52 0,-3 1 0,20 135 0,-34-177-1365,-2-20-5461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09.7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417 1 24575,'-29'0'0,"-15"0"0,-2 2 0,1 2 0,4 1 0,4 1 0,6 1 0,3 0 0,4 1 0,3-1 0,1 1 0,1 2 0,2-2 0,3-1-8191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10.8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1 252 24575,'12'-11'0,"60"-58"0,-62 58 0,-1 0 0,0 0 0,0-1 0,10-22 0,-17 30 0,0 1 0,0-1 0,-1 0 0,0 0 0,0 0 0,0-1 0,0 1 0,0 0 0,-1-6 0,0 8 0,0 0 0,0 1 0,-1-1 0,1 0 0,-1 1 0,1-1 0,-1 0 0,0 1 0,1-1 0,-1 1 0,0-1 0,0 1 0,0-1 0,0 1 0,0 0 0,0 0 0,-1-1 0,1 1 0,0 0 0,-1 0 0,1 0 0,-1 0 0,1 1 0,-1-1 0,-2-1 0,-1 0 0,1 0 0,-1 1 0,0-1 0,0 1 0,0 0 0,0 1 0,0-1 0,0 1 0,-9 0 0,12 1 0,-1-1 0,1 1 0,0-1 0,-1 1 0,1 0 0,0 0 0,0 0 0,0 0 0,0 0 0,0 0 0,0 1 0,0-1 0,0 1 0,0-1 0,0 1 0,1 0 0,-1 0 0,1 0 0,0 0 0,-1 0 0,1 0 0,-2 4 0,1 0 0,0 0 0,0 1 0,1-1 0,0 1 0,0 0 0,0-1 0,1 1 0,0 0 0,0 0 0,1-1 0,0 1 0,0 0 0,0-1 0,1 1 0,0-1 0,0 0 0,1 1 0,-1-1 0,6 7 0,-1-1 0,0 0 0,1-1 0,1 0 0,0 0 0,0-1 0,1 0 0,1 0 0,14 10 0,-19-16 0,1 0 0,0 0 0,0-1 0,0 0 0,0 0 0,0 0 0,0-1 0,1 0 0,-1-1 0,1 0 0,0 0 0,8 0 0,-12-1 0,-1 0 0,1-1 0,-1 1 0,1-1 0,-1 0 0,1 1 0,-1-1 0,1-1 0,-1 1 0,0-1 0,0 1 0,0-1 0,0 0 0,0 0 0,0 0 0,0 0 0,-1-1 0,1 1 0,-1-1 0,1 1 0,-1-1 0,0 0 0,0 0 0,0 0 0,-1 0 0,1-1 0,-1 1 0,1-4 0,0 0 0,-1 0 0,0 0 0,0 0 0,0 0 0,-2-11 0,1 10 0,0 1 0,0 0 0,1-1 0,2-8 0,-3 15 0,0 1 0,0-1 0,0 1 0,0-1 0,0 1 0,1 0 0,-1-1 0,0 1 0,0 0 0,1-1 0,-1 1 0,0 0 0,0-1 0,1 1 0,-1 0 0,0-1 0,1 1 0,-1 0 0,0 0 0,1-1 0,-1 1 0,1 0 0,-1 0 0,0 0 0,1 0 0,-1 0 0,1-1 0,0 1 0,14 4 0,12 14 0,-25-17 0,2 2 0,104 73 0,-96-68 0,1-1 0,0-1 0,1 0 0,-1-1 0,1 0 0,29 5 0,-42-10 0,1 1 0,0-1 0,-1 0 0,1 0 0,-1 0 0,1 0 0,0 0 0,-1 0 0,1-1 0,-1 1 0,1-1 0,0 1 0,-1-1 0,1 1 0,-1-1 0,1 0 0,-1 0 0,0 1 0,1-1 0,-1 0 0,0-1 0,0 1 0,3-2 0,-2-1 0,0 1 0,0-1 0,0 0 0,-1 0 0,1 0 0,-1 0 0,0 0 0,1-6 0,-2 7 0,0 1 0,1-1 0,-1 1 0,1 0 0,0-1 0,0 1 0,0 0 0,2-4 0,-2 5 0,-1 1 0,1-1 0,0 1 0,0-1 0,-1 1 0,1-1 0,0 1 0,0-1 0,0 1 0,0 0 0,0-1 0,0 1 0,0 0 0,0 0 0,-1 0 0,1 0 0,0 0 0,0 0 0,0 0 0,0 0 0,0 0 0,0 0 0,0 0 0,0 1 0,1-1 0,37 12 0,-32-9 0,0 0 0,0-1 0,0 0 0,0 0 0,0-1 0,1 0 0,-1 0 0,0-1 0,1 0 0,11-1 0,1-3 0,1 1 0,0 1 0,0 0 0,0 2 0,0 0 0,37 7 0,-43-5-120,-3-1-58,-1 1 0,1 1 0,-1-1 1,0 2-1,0 0 0,12 5 0,-11-1-6648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11.3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24575,'2'12'0,"4"7"0,3 2 0,2 3 0,2-1 0,4-1 0,1 0 0,3-1 0,-1 1 0,0-1 0,-1-2 0,-2-4 0,-4-4-8191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11.5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24575,'14'13'0,"6"5"0,-1 4 0,-4-3-8191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11.8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246 82 24575,'-22'-14'0,"-51"-30"0,65 40 0,0 0 0,0 1 0,0 0 0,0 0 0,0 1 0,-1 0 0,-11-1 0,18 3 0,-1 0 0,1 0 0,-1 1 0,1-1 0,0 0 0,-1 1 0,1 0 0,-1-1 0,1 1 0,0 0 0,-1 0 0,1 0 0,0 1 0,0-1 0,0 0 0,0 1 0,0 0 0,0-1 0,0 1 0,1 0 0,-1 0 0,1 0 0,-1 0 0,1 0 0,0 0 0,-1 0 0,1 1 0,-1 2 0,-1 5 0,0 0 0,0 0 0,1 0 0,1 0 0,-2 16 0,3 6-83,1-1 0,1 1 0,1 0 0,2-1 0,2 0 0,0 0 0,18 43 0,7 4-34,66 116 1,1-32 116,-76-131 0,1 0 0,52 50 0,-71-76-78,0-1 1,0 0 0,0 0 0,0 0 0,1-1 0,-1 0 0,8 3-1,-1-2-6598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12.0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213 50 24575,'-22'-12'0,"-12"-2"0,-3 1 0,0 6 0,4 4 0,5 3 0,7 0-8191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14.7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49 26 24575,'-18'-11'0,"-6"-2"0,18 12 0,10 3 0,19 11 0,1 1 0,141 82 0,25 16 0,-111-54 0,-78-57 11,0 0 0,0-1 0,0 1 0,0 0-1,-1 0 1,1 0 0,0 0 0,0 0 0,-1 0 0,2 2-1,-4 0-211,-7-3-1082,-1-3-5543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14.9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189 0 24575,'-18'15'0,"-5"7"0,-1 2 0,1 0 0,2-2 0,4-2 0,3-2 0,4-2 0,1-1 0,2 0 0,2-1 0,0 0 0,0 0 0,1 0 0,2 0 0,1 0 0,0-2-8191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15.5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479 148 24575,'-185'-92'0,"156"80"0,-1 2 0,0 0 0,0 2 0,-48-6 0,72 13 0,0 1 0,0 0 0,0 0 0,1 0 0,-1 0 0,0 1 0,-10 3 0,13-4 0,1 1 0,0 0 0,0 0 0,0 0 0,0 1 0,0-1 0,0 0 0,1 1 0,-1-1 0,0 1 0,1-1 0,-1 1 0,1 0 0,-1 0 0,1 0 0,0 0 0,0 0 0,0 0 0,0 0 0,0 0 0,0 0 0,0 5 0,-1 2 0,1 0 0,1 0 0,-1 0 0,2 0 0,-1 0 0,1 0 0,0-1 0,1 1 0,0 0 0,1 0 0,-1-1 0,2 1 0,-1-1 0,7 11 0,8 11 0,1-1 0,33 37 0,-32-41 0,68 79 0,28 36 0,-104-124 0,-2 0 0,0 1 0,-1 0 0,-1 1 0,0 0 0,-1 0 0,-2 1 0,7 30 0,-12-48 0,1 1 0,-1-1 0,1 1 0,-1-1 0,1 1 0,-1-1 0,1 0 0,0 1 0,0-1 0,0 0 0,0 0 0,0 0 0,0 1 0,0-1 0,0 0 0,0 0 0,1 0 0,-1-1 0,0 1 0,1 0 0,-1 0 0,0-1 0,1 1 0,-1-1 0,1 1 0,-1-1 0,1 0 0,2 1 0,5 0 0,0-1 0,0 0 0,17-1 0,-7-1 0,2 2-682,36-7-1,-42 4-6143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15.9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27 24575,'0'4'0,"1"-1"0,-1 1 0,1 0 0,0-1 0,0 1 0,0 0 0,0-1 0,1 1 0,-1-1 0,1 0 0,0 1 0,0-1 0,3 3 0,4 5 0,0-1 0,14 11 0,0 1 0,-21-19 0,9 8 0,0 0 0,1 0 0,13 9 0,-22-18 0,0 0 0,0 0 0,0 0 0,0-1 0,1 1 0,-1-1 0,0 0 0,1 1 0,0-2 0,-1 1 0,1 0 0,-1-1 0,1 1 0,0-1 0,-1 0 0,1-1 0,0 1 0,6-2 0,-8 2 0,0-1 0,-1 0 0,1 1 0,-1-1 0,1 0 0,-1 0 0,0 0 0,1 0 0,-1 0 0,0 0 0,0 0 0,1-1 0,-1 1 0,0 0 0,0-1 0,0 1 0,0-2 0,1-1 0,-1 1 0,0 0 0,0-1 0,0 1 0,-1 0 0,1-1 0,-1-6 0,0-3 0,-1 0 0,-1 0 0,-5-18 0,-17-44 0,23 62 0,1 13 0,0 0 0,0 0 0,0 0 0,1 0 0,-1-1 0,0 1 0,0 0 0,0 0 0,1 0 0,-1 0 0,0 0 0,0 0 0,0 0 0,0 0 0,1 0 0,-1 0 0,0 0 0,0 0 0,0 0 0,1 0 0,-1 0 0,0 0 0,0 0 0,0 0 0,1 0 0,-1 0 0,0 0 0,0 1 0,0-1 0,0 0 0,1 0 0,-1 0 0,0 0 0,0 0 0,22 18 0,-15-11 0,38 32 16,-28-23-476,1-2-1,30 21 1,-35-28-6366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16.47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20 24575,'1'0'0,"40"-7"0,66-5 0,-94 12 0,1 0 0,0 1 0,0 1 0,-1 0 0,1 0 0,-1 2 0,0-1 0,24 11 0,-21-6 0,0 0 0,-1 1 0,28 21 0,-37-25 0,0 1 0,0 0 0,-1 0 0,0 0 0,0 0 0,0 1 0,-1 0 0,0 0 0,0 0 0,-1 0 0,3 10 0,-1-3 0,-1 1 0,-1-1 0,0 1 0,-1 0 0,-1 0 0,0 0 0,-1 0 0,-1 0 0,-3 20 0,-2 10 0,2 0 0,2 0 0,5 55 0,-2-85 0,1-1 0,1 0 0,0 0 0,0 0 0,2 0 0,8 19 0,46 73 0,-50-91 0,-9-15 0,1 1 0,-1-1 0,0 1 0,1 0 0,-1-1 0,0 1 0,0 0 0,1-1 0,-1 1 0,0 0 0,0-1 0,0 1 0,0 0 0,0 0 0,0-1 0,0 1 0,0 0 0,0-1 0,0 1 0,0 0 0,-1-1 0,1 1 0,-1 1 0,1-1 0,-1 0 0,0 0 0,0 0 0,0 0 0,0 0 0,0 0 0,0 0 0,-1 0 0,1-1 0,0 1 0,-2 1 0,-6 1 0,1-1 0,-1 1 0,-11 1 0,10-2 0,-107 19-1365,92-17-5461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16.9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202 50 24575,'-27'-10'0,"-12"-3"0,0 1 0,2 2 0,9 5 0,8 6 0,8 3-8191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17.2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315 74 24575,'-30'-12'0,"-12"-4"0,-1 0 0,4 4 0,7 3 0,5 3 0,6 3 0,3 5 0,3 1 0,1 3 0,1 0 0,2 2 0,1 2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17.7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24575,'14'81'0,"3"-2"0,4 0 0,60 145 0,-71-201 0,0-2 0,2 1 0,0-2 0,20 26 0,-32-45 0,1 0 0,0 1 0,0-1 0,0 0 0,0 0 0,0 0 0,0 0 0,0-1 0,0 1 0,0 0 0,1 0 0,-1-1 0,0 1 0,1-1 0,-1 1 0,0-1 0,1 1 0,-1-1 0,0 0 0,1 0 0,-1 1 0,1-1 0,-1 0 0,0 0 0,2-1 0,-1 0 0,0 1 0,-1-1 0,1 0 0,-1 0 0,1 0 0,-1-1 0,1 1 0,-1 0 0,0 0 0,1-1 0,-1 1 0,0-1 0,0 1 0,0-1 0,0 0 0,0 1 0,-1-1 0,2-3 0,0-3 0,0 0 0,0 0 0,-1 0 0,0 0 0,0-1 0,-1-8 0,1-8 0,-1 24 0,0-1 0,0 1 0,0 0 0,0 0 0,0 0 0,1 0 0,-1 0 0,0 0 0,1-1 0,-1 1 0,1 0 0,-1 0 0,1 0 0,0 0 0,-1 0 0,1 1 0,0-1 0,-1 0 0,1 0 0,0 0 0,0 1 0,0-1 0,0 0 0,0 1 0,0-1 0,0 1 0,0-1 0,0 1 0,0-1 0,0 1 0,0 0 0,0-1 0,1 1 0,-1 0 0,0 0 0,0 0 0,0 0 0,0 0 0,1 0 0,1 1 0,5 0 0,0 1 0,0 0 0,0 0 0,12 7 0,-13-7 0,25 12 0,0 2 0,-1 1 0,-1 1 0,43 33 0,-50-29-1365,-17-14-5461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18.3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277 88 24575,'-20'-13'0,"-57"-35"0,69 43 0,0 1 0,0 1 0,-1 0 0,0 0 0,1 0 0,-1 1 0,-14-1 0,19 3 0,1 0 0,0 0 0,0 0 0,0 0 0,0 1 0,0-1 0,0 1 0,0 0 0,0 0 0,1 0 0,-1 0 0,0 1 0,0-1 0,1 1 0,-5 3 0,3-2 0,1 1 0,0-1 0,0 1 0,0 0 0,0 0 0,1 0 0,0 0 0,-1 0 0,-1 7 0,0 2 0,0 1 0,1 0 0,1 0 0,0 0 0,0 26 0,3-26 0,0 0 0,1-1 0,0 1 0,1 0 0,0-1 0,1 0 0,1 0 0,12 24 0,5 3 0,39 50 0,-34-53 0,25 48 0,-44-67 0,0-1 0,-1 2 0,-1-1 0,-1 0 0,0 1 0,-2 0 0,0 0 0,1 34 0,-5-51 0,1 1 0,1-1 0,-1 0 0,0 1 0,1-1 0,-1 0 0,1 1 0,-1-1 0,1 0 0,0 0 0,0 1 0,0-1 0,1 0 0,-1 0 0,0 0 0,3 3 0,-1-3 0,-1-1 0,0 1 0,1-1 0,-1 1 0,1-1 0,-1 0 0,1 0 0,-1 0 0,1 0 0,0 0 0,0-1 0,-1 1 0,1-1 0,3 1 0,32 0 0,55-4 0,-89 3-170,1-1-1,0 0 0,-1 1 1,1-2-1,-1 1 0,0-1 1,6-2-1,-1-2-6655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18.8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14 24575,'0'-1'0,"0"1"0,0-1 0,0 1 0,0-1 0,0 1 0,0-1 0,0 0 0,0 1 0,0-1 0,0 1 0,0-1 0,0 1 0,0-1 0,0 1 0,1-1 0,-1 0 0,0 1 0,1 0 0,-1-1 0,0 1 0,1-1 0,-1 1 0,1-1 0,-1 1 0,1 0 0,-1 0 0,1 0 0,-1 0 0,1 0 0,-1 0 0,1 1 0,-1-1 0,1 0 0,-1 0 0,0 1 0,1-1 0,-1 0 0,1 1 0,-1-1 0,0 0 0,1 1 0,-1-1 0,0 0 0,1 1 0,15 25 0,0 5 0,1 0 0,1 0 0,2-2 0,43 49 0,-61-75 0,0-1 0,1 0 0,-1 0 0,1 0 0,-1 0 0,1-1 0,0 1 0,0-1 0,0 0 0,0 1 0,5 0 0,-7-2 0,0 0 0,0 0 0,0 0 0,0 0 0,0 0 0,1 0 0,-1 0 0,0 0 0,0 0 0,0-1 0,0 1 0,0 0 0,0-1 0,0 1 0,0-1 0,0 1 0,0-1 0,0 1 0,0-1 0,-1 0 0,1 0 0,0 1 0,0-1 0,-1 0 0,1 0 0,0 0 0,-1 0 0,1 0 0,-1 0 0,1 0 0,-1 0 0,1 0 0,-1 0 0,0 0 0,0 0 0,1-2 0,0-3 0,0-1 0,-1 1 0,0-1 0,0-8 0,0-20 0,0 33 0,0-1 0,1 1 0,-1 0 0,1 0 0,-1-1 0,1 1 0,0 0 0,0 0 0,0 0 0,0 0 0,3-3 0,-3 4 0,1-1 0,-1 1 0,1 0 0,-1 0 0,1 0 0,0 1 0,0-1 0,-1 0 0,1 0 0,0 1 0,0-1 0,0 1 0,-1 0 0,1 0 0,0-1 0,0 1 0,0 0 0,0 1 0,0-1 0,0 0 0,-1 0 0,1 1 0,0-1 0,0 1 0,2 1 0,6 2 0,0 0 0,0 1 0,9 6 0,-16-10 0,130 81-1365,-119-74-5461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19.3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20 24575,'11'-4'0,"1"0"0,0 1 0,0 0 0,0 1 0,0 0 0,0 1 0,0 0 0,1 1 0,-1 0 0,0 1 0,0 1 0,1 0 0,-1 0 0,-1 1 0,1 1 0,0 0 0,13 7 0,5 5 0,0 1 0,-2 1 0,44 36 0,-68-50 0,0 0 0,0 0 0,-1 0 0,1 0 0,-1 1 0,0 0 0,-1-1 0,1 1 0,-1 0 0,0 1 0,0-1 0,0 0 0,-1 0 0,2 11 0,-1 6 0,0 0 0,-3 33 0,1-6 0,8 71 0,-3-64 0,-3-41 0,0 0 0,1 0 0,1 0 0,0 0 0,10 22 0,39 65 0,-44-88 0,-9-13 0,1 0 0,0 0 0,-1 1 0,1-1 0,-1 0 0,1 0 0,-1 0 0,0 0 0,1 1 0,-1-1 0,0 0 0,0 0 0,0 1 0,0-1 0,0 0 0,0 0 0,0 1 0,0-1 0,0 0 0,-1 0 0,1 1 0,0-1 0,-1 0 0,1 0 0,-1 0 0,1 0 0,-1 0 0,0 0 0,0 0 0,1 0 0,-1 0 0,0 0 0,0 0 0,0 0 0,0 0 0,0 0 0,0-1 0,0 1 0,-2 0 0,-4 3 0,-1-1 0,0 0 0,0 0 0,-16 3 0,11-3 0,-37 10-1365,29-7-5461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22.8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300 118 24575,'2'-1'0,"-1"0"0,0 1 0,1-1 0,-1 0 0,0 0 0,0 0 0,1-1 0,-1 1 0,0 0 0,0 0 0,0-1 0,-1 1 0,1 0 0,0-1 0,0 1 0,-1-1 0,1 1 0,-1-1 0,1 1 0,-1-3 0,0 2 0,0 1 0,-1-1 0,1 0 0,-1 1 0,1-1 0,-1 0 0,0 1 0,1-1 0,-1 1 0,0-1 0,0 1 0,0-1 0,0 1 0,0 0 0,-1 0 0,1-1 0,0 1 0,-3-1 0,-5-6 0,-1 2 0,0-1 0,0 1 0,0 1 0,-1 0 0,0 0 0,0 1 0,0 0 0,0 1 0,-1 1 0,1-1 0,-1 2 0,0 0 0,0 0 0,1 1 0,-20 2 0,28-1 0,-1 0 0,1-1 0,-1 1 0,1 1 0,-1-1 0,1 0 0,0 1 0,-1 0 0,1 0 0,0 0 0,0 0 0,0 0 0,1 1 0,-1-1 0,1 1 0,-1 0 0,1-1 0,0 1 0,0 0 0,0 1 0,-2 3 0,-2 7 0,0 0 0,1 0 0,-6 26 0,10-35 0,0 0 0,1 0 0,-1 0 0,1 0 0,0 0 0,0 0 0,0 0 0,1 0 0,0 0 0,0 0 0,0 0 0,4 9 0,-2-7 0,1-1 0,-1 1 0,1-1 0,1 0 0,-1 0 0,1-1 0,0 1 0,7 5 0,0-1 0,1-1 0,0 0 0,1-1 0,0 0 0,0-1 0,0 0 0,25 6 0,-23-9 0,-1 0 0,1-1 0,30 1 0,-36-4 0,-1 0 0,1 0 0,-1-1 0,1-1 0,-1 0 0,0 0 0,17-6 0,-22 6 0,0 0 0,-1 0 0,1-1 0,-1 1 0,0 0 0,0-1 0,0 0 0,0 0 0,0 0 0,-1 0 0,0 0 0,1-1 0,-1 1 0,0-1 0,0 1 0,-1-1 0,1 0 0,-1 0 0,0 0 0,1-4 0,-1 2 0,0-1 0,0 1 0,-1-1 0,0 0 0,0 1 0,-1-1 0,0 1 0,0 0 0,0-1 0,-1 1 0,-4-11 0,-42-69 0,54 92 0,1 0 0,-1 0 0,15 8 0,-14-9 0,178 111 0,-167-106 0,34 14 0,-46-22 0,-1 0 0,1 0 0,0-1 0,-1 0 0,1 0 0,0 0 0,0-1 0,0 0 0,0 0 0,-1 0 0,8-2 0,-11 2 0,0 0 0,0-1 0,0 0 0,0 1 0,0-1 0,0 0 0,0 0 0,0 0 0,0 0 0,-1 0 0,1-1 0,0 1 0,-1 0 0,1-1 0,-1 1 0,1-1 0,-1 0 0,0 0 0,0 1 0,1-1 0,-1 0 0,-1 0 0,1 0 0,0 0 0,0 0 0,-1 0 0,1 0 0,-1 0 0,1 0 0,-1 0 0,0-1 0,0 1 0,0 0 0,0 0 0,-1 0 0,1 0 0,-1-4 0,-2-3 0,0 0 0,0 1 0,0-1 0,-1 1 0,0 0 0,-1 0 0,-7-11 0,1 5 0,-21-28 0,40 53 0,15 16 0,-8-13 0,1-1 0,0 0 0,1-2 0,18 11 0,-24-17 0,-1 0 0,1-1 0,0 0 0,0-1 0,0 0 0,0 0 0,0-2 0,21 2 0,-28-3 0,5 1 0,0-1 0,0-1 0,0 1 0,16-4 0,-23 3 0,0 0 0,1 0 0,-1 0 0,0 0 0,0 0 0,0 0 0,1 0 0,-1-1 0,-1 1 0,1-1 0,0 0 0,0 1 0,-1-1 0,1 0 0,0 0 0,-1 0 0,0 0 0,0 0 0,1 0 0,-1-1 0,-1 1 0,2-3 0,-1 0 0,0 1 0,0 0 0,-1 0 0,0 0 0,0 0 0,0 0 0,0 0 0,-2-5 0,1-19 0,1 27 0,0 1 0,0-1 0,0 0 0,1 1 0,-1-1 0,0 0 0,0 1 0,1-1 0,-1 0 0,0 1 0,1-1 0,-1 1 0,1-1 0,-1 1 0,1-1 0,-1 1 0,1-1 0,-1 1 0,1-1 0,-1 1 0,1 0 0,0-1 0,-1 1 0,1 0 0,-1 0 0,1-1 0,0 1 0,-1 0 0,1 0 0,0 0 0,-1 0 0,1 0 0,0 0 0,0 0 0,-1 0 0,1 0 0,0 0 0,-1 0 0,1 0 0,0 0 0,0 1 0,5 1 0,0-1 0,0 1 0,9 5 0,-13-6 0,163 62 120,-132-53-491,0-1-1,1-3 1,40 4 0,-60-9-6455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23.2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24575,'22'26'0,"13"18"0,4 10 0,1 3 0,-1 0-1330,-3-3 1330,-2-1 0,-2-1 0,-2-6 0,-3-2 0,-4-5 433,-4-3-433,-4-3 221,-3-5-221,-3-5 0,-6-3 0,-6-6 676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23.5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24575,'45'19'0,"22"10"0,76 20 0,-122-43 0,0-1 0,1-1 0,-1 0 0,1-2 0,0-1 0,0-1 0,0 0 0,23-5 0,-37 4 0,0-1 0,0 0 0,-1 0 0,1-1 0,-1 0 0,0-1 0,1 1 0,10-9 0,-9 5 0,0-1 0,-1 0 0,1-1 0,-2 1 0,9-13 0,-16 21 0,0-1 0,1 1 0,-1 0 0,0-1 0,0 1 0,1-1 0,-1 1 0,0 0 0,1-1 0,-1 1 0,0 0 0,1 0 0,-1-1 0,0 1 0,1 0 0,-1 0 0,1 0 0,-1-1 0,1 1 0,-1 0 0,0 0 0,1 0 0,-1 0 0,1 0 0,-1 0 0,1 0 0,-1 0 0,1 0 0,-1 0 0,0 0 0,1 0 0,-1 0 0,1 0 0,-1 0 0,1 1 0,-1-1 0,0 0 0,1 0 0,-1 0 0,1 1 0,-1-1 0,0 0 0,1 1 0,-1-1 0,0 0 0,1 1 0,-1-1 0,0 0 0,1 1 0,12 24 0,-9-16 0,6 7-195,0 0 0,0 0 0,2-1 0,-1-1 0,2 0 0,20 18 0,-25-26-6631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23.6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24575,'22'10'0,"7"6"0,1 2 0,-4-2-8191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24.0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206 28 24575,'-16'-5'0,"-4"-1"0,0 1 0,-23-4 0,38 8 0,0 1 0,0-1 0,1 1 0,-1 0 0,0 0 0,0 1 0,1-1 0,-1 1 0,0 0 0,1 1 0,-1-1 0,0 1 0,1 0 0,-8 4 0,10-4 0,-1-1 0,1 1 0,0 0 0,0 0 0,0 0 0,0 0 0,1 1 0,-1-1 0,1 0 0,-1 1 0,1-1 0,0 1 0,0-1 0,0 1 0,-1 4 0,1-2 0,0-1 0,1 0 0,0 0 0,0 1 0,1-1 0,-1 0 0,1 1 0,-1-1 0,3 6 0,1 0 0,1 1 0,-1-1 0,2 0 0,-1-1 0,1 1 0,1-1 0,8 9 0,-2-2 20,2-1 0,0-1 0,1 0 0,0-1 0,36 20 0,-43-28-126,0 0 0,0-1 0,1 0 0,-1-1 0,1 0 0,0 0-1,0-1 1,1-1 0,-1 1 0,0-2 0,0 1 0,1-1 0,19-4 0,-14 1-6720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24.9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311 57 24575,'-44'-14'0,"0"1"0,-1 3 0,-71-9 0,113 19 0,0 0 0,0 0 0,0 0 0,0 0 0,0 0 0,0 0 0,0 1 0,0 0 0,1-1 0,-1 1 0,0 0 0,0 0 0,0 1 0,-2 1 0,3-2 0,1 1 0,0-1 0,-1 0 0,1 1 0,0-1 0,0 1 0,0 0 0,0-1 0,0 1 0,1 0 0,-1-1 0,0 1 0,1 0 0,-1 0 0,1 0 0,0 0 0,0-1 0,0 1 0,-1 0 0,2 0 0,-1 0 0,0 0 0,1 3 0,1 5 0,0 1 0,1-1 0,0 1 0,1-1 0,0 0 0,1 0 0,0-1 0,1 1 0,0-1 0,13 16 0,0-4 0,0-1 0,2-2 0,23 18 0,-37-31 0,0 0 0,0-1 0,1 1 0,0-2 0,-1 1 0,1-1 0,0 0 0,1-1 0,-1 0 0,0 0 0,1-1 0,-1 0 0,1 0 0,9-1 0,-10-1 0,-1 0 0,1 0 0,-1 0 0,0-1 0,0 0 0,0 0 0,0-1 0,0 0 0,0 0 0,-1-1 0,1 0 0,-1 0 0,0 0 0,0-1 0,-1 0 0,8-7 0,-8 5 0,0 1 0,-1 0 0,0-1 0,0 0 0,0 0 0,-1 0 0,0-1 0,0 1 0,-1-1 0,0 1 0,0-1 0,0-12 0,-1 14 0,-1 0 0,0 0 0,0 0 0,-1-1 0,0 1 0,0 0 0,0 0 0,-1 0 0,0 0 0,0 0 0,0 1 0,-1-1 0,0 1 0,0-1 0,0 1 0,-7-8 0,10 13 0,0-1 0,-1 1 0,1 0 0,0-1 0,-1 1 0,1-1 0,0 1 0,-1 0 0,1-1 0,-1 1 0,1 0 0,0-1 0,-1 1 0,1 0 0,-1-1 0,1 1 0,-1 0 0,1 0 0,-1 0 0,1 0 0,-1 0 0,1-1 0,-1 1 0,1 0 0,-1 0 0,0 0 0,1 0 0,-1 0 0,1 1 0,-1-1 0,1 0 0,-1 0 0,0 1 0,0 0 0,0 0 0,0 0 0,1 0 0,-1 0 0,0 0 0,1 0 0,-1 0 0,1 0 0,-1 0 0,1 0 0,0 1 0,-1 1 0,0 4 0,0 1 0,0 0 0,0 11 0,2-9 0,1-1 0,0 1 0,0-1 0,1 0 0,0 0 0,0 0 0,1 0 0,0 0 0,1-1 0,9 14 0,-5-10 0,0 0 0,1-2 0,1 1 0,-1-1 0,2 0 0,16 10 0,-25-18 0,0 0 0,0 0 0,1 0 0,-1 0 0,0-1 0,1 0 0,0 0 0,-1 0 0,1 0 0,-1 0 0,1-1 0,0 1 0,0-1 0,-1 0 0,8-1 0,-8 0 0,0 0 0,0 0 0,0 0 0,0 0 0,0 0 0,0-1 0,-1 0 0,1 0 0,0 1 0,-1-1 0,1-1 0,-1 1 0,0 0 0,1-1 0,-1 1 0,-1-1 0,1 1 0,2-5 0,-1 0 0,0-1 0,0 0 0,0 0 0,-1 0 0,-1 0 0,1 0 0,-1-1 0,-1 1 0,1 0 0,-3-16 0,2-18 0,0 42 0,0-1 0,0 0 0,0 0 0,0 1 0,0-1 0,0 0 0,0 0 0,1 1 0,-1-1 0,0 0 0,0 0 0,0 1 0,1-1 0,-1 0 0,0 1 0,1-1 0,-1 0 0,1 1 0,-1-1 0,1 1 0,-1-1 0,1 0 0,-1 1 0,1-1 0,-1 1 0,2-1 0,-1 1 0,0 0 0,0 0 0,0 0 0,0 0 0,0 1 0,0-1 0,0 0 0,-1 0 0,1 1 0,0-1 0,0 1 0,0-1 0,0 0 0,0 1 0,-1 0 0,1-1 0,1 2 0,5 4 0,-1 1 0,12 15 0,-17-21 0,23 34 0,-11-17 0,14 19 0,-23-33 0,0 0 0,-1 0 0,1 0 0,1-1 0,-1 1 0,0-1 0,1 0 0,0 0 0,8 3 0,-12-6 0,-1 0 0,1 1 0,0-1 0,0 0 0,0 0 0,0 0 0,0 0 0,0 0 0,0 0 0,0 0 0,0 0 0,-1 0 0,1 0 0,0 0 0,0 0 0,0-1 0,0 1 0,0 0 0,0-1 0,-1 1 0,2-1 0,0 0 0,-1-1 0,0 1 0,0 0 0,0 0 0,0-1 0,0 1 0,0-1 0,0 1 0,0-1 0,1-2 0,0-5 0,1 0 0,-2 0 0,3-14 0,-3 14 0,-1 5 0,1-1 0,0 0 0,0 0 0,1 1 0,-1-1 0,1 1 0,0-1 0,1 1 0,3-7 0,-4 9 0,-1 1 0,0-1 0,0 1 0,1 0 0,-1 0 0,1-1 0,-1 1 0,1 0 0,-1 0 0,1 1 0,0-1 0,-1 0 0,1 0 0,0 1 0,0-1 0,-1 1 0,1 0 0,0-1 0,0 1 0,0 0 0,0 0 0,0 0 0,-1 1 0,1-1 0,0 0 0,0 0 0,0 1 0,2 0 0,9 5 0,1-1 0,-1 2 0,0 0 0,0 0 0,12 11 0,57 49 0,-71-57 0,-9-8-195,0 0 0,0 0 0,0 0 0,0 1 0,0-1 0,1 4 0,1 2-6631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25.5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421 0 24575,'-2'2'0,"0"-1"0,0 1 0,0 0 0,0-1 0,0 1 0,1 0 0,-1 0 0,1 0 0,-1 0 0,1 0 0,0 0 0,-1 1 0,1-1 0,0 0 0,1 1 0,-1-1 0,0 4 0,0-2 0,1 1 0,0-1 0,0 1 0,0-1 0,1 1 0,-1-1 0,1 1 0,0-1 0,2 5 0,3 6 0,0-1 0,2 0 0,-1 0 0,15 19 0,15 11 0,-29-36 0,0 0 0,-1 1 0,0 0 0,0 0 0,-1 1 0,9 19 0,-14-29 0,-1 1 0,0 0 0,0 0 0,0 0 0,1 0 0,-1 0 0,0-1 0,0 1 0,0 0 0,0 0 0,0 0 0,0 0 0,-1 0 0,1-1 0,0 1 0,0 0 0,-1 0 0,1 0 0,0 0 0,-1-1 0,1 1 0,-1 0 0,1 0 0,-1-1 0,1 1 0,-1 0 0,1-1 0,-1 1 0,0-1 0,1 1 0,-1-1 0,0 1 0,0-1 0,0 1 0,1-1 0,-1 0 0,0 1 0,0-1 0,0 0 0,1 0 0,-1 0 0,0 1 0,-1-1 0,-6 1 0,0 0 0,0 0 0,-15-2 0,15 1 0,-77-4 0,-143-26 0,187 24-682,-60-1-1,86 7-6143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26.2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102 644 24575,'-7'0'0,"1"0"0,-1 1 0,1-1 0,-1 2 0,1-1 0,0 1 0,-1 0 0,1 0 0,-10 5 0,14-6 0,0 0 0,0 1 0,1-1 0,-1 0 0,0 1 0,1-1 0,-1 1 0,1 0 0,-1-1 0,1 1 0,0 0 0,-1 0 0,1 0 0,0 0 0,0 0 0,1 0 0,-1 0 0,0 0 0,1 1 0,-1-1 0,1 0 0,0 0 0,-1 1 0,1-1 0,0 0 0,1 0 0,-1 1 0,0-1 0,1 0 0,-1 0 0,2 3 0,0 2 0,1 0 0,0-1 0,0 1 0,1-1 0,0 1 0,5 6 0,31 33 0,-32-37 0,-6-7 0,1 1 0,-1-1 0,0 0 0,1 0 0,-1 0 0,1 0 0,0-1 0,0 1 0,0-1 0,0 1 0,0-1 0,6 2 0,-8-3 0,1 0 0,-1 0 0,0 0 0,1 0 0,-1-1 0,0 1 0,0 0 0,1 0 0,-1-1 0,0 1 0,0-1 0,1 1 0,-1-1 0,0 0 0,0 1 0,0-1 0,0 0 0,0 0 0,0 1 0,0-1 0,0 0 0,0 0 0,0 0 0,0-1 0,-1 1 0,1 0 0,0 0 0,-1 0 0,1 0 0,-1-1 0,1 1 0,-1 0 0,1-2 0,1-7 0,0 1 0,-1-1 0,0 1 0,-1 0 0,0-1 0,0 0 0,-1 1 0,0 0 0,0-1 0,-1 1 0,0 0 0,-1 0 0,0 0 0,-8-15 0,19 37 0,1-1 0,0 0 0,0 0 0,1-1 0,1 0 0,0-1 0,1 0 0,0 0 0,16 9 0,-16-12 0,1-1 0,0 0 0,22 6 0,-29-10 0,0-1 0,-1 1 0,2-1 0,-1-1 0,0 1 0,0-1 0,0 0 0,0 0 0,0-1 0,0 0 0,6-2 0,-8 2 0,-1-1 0,0 1 0,0-1 0,0 0 0,0 0 0,0 0 0,0-1 0,-1 1 0,1-1 0,-1 1 0,1-1 0,-1 0 0,0 0 0,0 0 0,0 0 0,-1 0 0,1-1 0,1-5 0,2-5 0,-2 0 0,1 0 0,1-20 0,0-29 0,-3 0 0,-2 0 0,-3 0 0,-22-117 0,18 141 0,-3 0 0,-1 0 0,-31-68 0,40 102 0,0 1 0,0 0 0,-1 0 0,0 0 0,0 0 0,0 0 0,0 0 0,-4-2 0,6 5 0,0 0 0,0 1 0,1-1 0,-1 1 0,0 0 0,0-1 0,1 1 0,-1 0 0,0-1 0,0 1 0,0 0 0,0 0 0,0 0 0,0 0 0,1-1 0,-1 1 0,0 1 0,0-1 0,0 0 0,-1 0 0,1 1 0,0-1 0,0 1 0,0 0 0,-1 0 0,1-1 0,0 1 0,0 0 0,0 0 0,1 0 0,-1 0 0,0 1 0,0-1 0,0 0 0,1 0 0,-1 0 0,1 1 0,-2 1 0,-3 13 0,-1 0 0,2 0 0,0 0 0,1 1 0,-1 19 0,1 86 0,4-72 0,11 64 0,-7-84 0,2 0 0,1-1 0,17 44 0,-18-57 0,0-1 0,2 0 0,-1 0 0,2-1 0,0 0 0,0-1 0,18 18 0,-18-22 0,1-1 0,-1 0 0,1 0 0,1-1 0,0 0 0,0-1 0,0 0 0,0-1 0,1-1 0,19 5 0,5-3-1365,-22-4-5461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27.74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363 90 24575,'-39'-16'0,"-90"-35"0,111 46 0,0 0 0,-1 1 0,1 1 0,-1 0 0,-23 1 0,40 2 0,-1-1 0,1 1 0,0 1 0,-1-1 0,1 0 0,0 0 0,-1 1 0,1 0 0,0-1 0,-1 1 0,1 0 0,0 0 0,0 0 0,0 0 0,0 1 0,0-1 0,0 0 0,0 1 0,0 0 0,1-1 0,-1 1 0,1 0 0,-1 0 0,1 0 0,0 0 0,-1 0 0,1 0 0,0 0 0,0 0 0,1 1 0,-1-1 0,0 0 0,1 0 0,-1 1 0,1-1 0,0 1 0,0-1 0,0 0 0,0 1 0,0-1 0,0 0 0,1 1 0,-1-1 0,1 0 0,0 1 0,-1-1 0,3 3 0,1 4 0,0 0 0,1 0 0,0-1 0,0 1 0,1-1 0,1-1 0,-1 1 0,11 8 0,9 7 0,31 20 0,-37-28 0,45 32 0,74 57 0,-137-102 0,0-1 0,0 1 0,-1 0 0,1-1 0,0 1 0,-1 0 0,2 3 0,-3-5 0,0 0 0,1 1 0,-1-1 0,0 0 0,0 1 0,0-1 0,0 0 0,0 0 0,0 1 0,0-1 0,0 0 0,0 1 0,0-1 0,0 0 0,0 1 0,0-1 0,0 0 0,0 0 0,0 1 0,0-1 0,-1 0 0,1 1 0,0-1 0,-1 1 0,1-1 0,-1 1 0,1-1 0,-1 0 0,1 1 0,-1-1 0,0 0 0,1 1 0,-1-1 0,0 0 0,1 0 0,-1 0 0,0 0 0,-1 1 0,-8 0 0,-1-1 0,0 0 0,0 0 0,0-1 0,0 0 0,-13-3 0,-65-23 0,28 8 0,59 19 0,-2-1 0,-1 0 0,1 0 0,0-1 0,0 0 0,0 1 0,-6-5 0,10 6 0,-1-1 0,0 0 0,1 1 0,-1-1 0,0 0 0,1 0 0,-1 1 0,1-1 0,0 0 0,-1 0 0,1 0 0,-1 0 0,1 1 0,0-1 0,0 0 0,0 0 0,-1 0 0,1 0 0,0 0 0,0 0 0,0 0 0,0 0 0,1 0 0,-1 0 0,0 1 0,0-1 0,0 0 0,1 0 0,-1 0 0,0 0 0,1 0 0,-1 1 0,1-1 0,-1 0 0,1 0 0,1-1 0,5-8-1365,2 0-5461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28.0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24575,'5'4'0,"0"-1"0,0 0 0,-1 1 0,1 0 0,5 7 0,13 10 0,-20-18 0,1-1 0,0 0 0,-1 0 0,1 0 0,0 0 0,0 0 0,0-1 0,0 0 0,0 1 0,0-2 0,1 1 0,-1 0 0,0-1 0,8 0 0,-7-1 0,1 0 0,-1 0 0,1-1 0,-1 1 0,0-1 0,0-1 0,0 1 0,0-1 0,0 1 0,8-7 0,-11 7 0,1 0 0,-1 0 0,1 0 0,0 1 0,0-1 0,0 1 0,4-2 0,-6 3 0,0 0 0,0 0 0,0 0 0,0 0 0,-1 0 0,1 0 0,0 0 0,0 0 0,0 0 0,0 1 0,-1-1 0,1 0 0,0 1 0,0-1 0,-1 0 0,1 1 0,0-1 0,-1 1 0,1-1 0,0 1 0,-1-1 0,1 1 0,-1 0 0,1-1 0,0 1 0,-1 0 0,0-1 0,1 1 0,-1 0 0,1 0 0,-1-1 0,0 1 0,0 0 0,1 1 0,8 29 0,8 43 0,-1-4 0,6 12 0,-4-25 0,-4 2 0,13 100 0,-26-151-341,-1-1 0,0 0-1,-1 14 1,-3-9-6485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28.5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530 114 24575,'-129'-67'0,"105"57"0,-1 1 0,0 0 0,-36-6 0,55 14 0,0 0 0,-1 0 0,1 1 0,0 0 0,0 0 0,0 1 0,0-1 0,-1 1 0,1 1 0,-6 1 0,9-2 0,1 0 0,0 0 0,-1 0 0,1 1 0,0-1 0,-1 1 0,1 0 0,0-1 0,0 1 0,1 0 0,-1 0 0,0 0 0,0 0 0,1 1 0,0-1 0,-1 0 0,1 1 0,0-1 0,0 1 0,0-1 0,0 1 0,1-1 0,-1 1 0,1 0 0,-1 3 0,1 0 0,0 0 0,1 0 0,-1 1 0,1-1 0,1 0 0,-1 0 0,1 0 0,0 0 0,0 0 0,6 9 0,0 0 0,2 1 0,15 19 0,70 70 0,-1-1 0,-93-103 0,1 2 0,1 0 0,-1 0 0,0 0 0,0 0 0,2 5 0,-4-7 0,0-1 0,0 1 0,0-1 0,1 1 0,-1 0 0,0-1 0,0 1 0,0 0 0,0-1 0,0 1 0,0-1 0,0 1 0,0 0 0,0-1 0,-1 1 0,1-1 0,0 1 0,0 0 0,0-1 0,-1 1 0,1-1 0,0 1 0,-1-1 0,1 1 0,-1-1 0,1 1 0,0-1 0,-1 1 0,1-1 0,-1 1 0,1-1 0,-1 0 0,1 1 0,-1-1 0,1 0 0,-1 0 0,0 1 0,1-1 0,-1 0 0,0 0 0,-4 1 0,0 0 0,0 0 0,0 0 0,0-1 0,1 0 0,-1 0 0,0 0 0,0-1 0,0 0 0,-6-1 0,-10-4 0,-20-8 0,26 9 0,-40-14-105,-51-20 334,88 32-601,1-1 0,0-1-1,-28-21 1,33 21-6454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29.6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24575,'1'52'0,"3"0"0,2 0 0,16 65 0,-1-37 0,42 102 0,14 33 0,-73-192 0,-4-22 0,0-1 0,1 0 0,-1 1 0,0-1 0,0 0 0,0 0 0,0 1 0,-1-1 0,1 0 0,0 1 0,0-1 0,0 0 0,0 1 0,0-1 0,0 0 0,0 0 0,0 1 0,-1-1 0,1 0 0,0 0 0,0 1 0,0-1 0,-1 0 0,1 0 0,-1 0 0,0 0 0,1 0 0,-1 0 0,1 0 0,-1 0 0,1 0 0,-1-1 0,1 1 0,0 0 0,-1 0 0,1-1 0,-1 1 0,1 0 0,-1 0 0,1-1 0,0 1 0,-1-1 0,1 1 0,-1-1 0,-74-81 0,44 46 0,23 28 0,-16-20 0,23 26 0,-1 0 0,1 0 0,0 0 0,0 0 0,-1 0 0,1 0 0,1-1 0,-1 1 0,0 0 0,1-1 0,-1-2 0,1 4 0,0 0 0,0 1 0,0-1 0,1 0 0,-1 0 0,0 1 0,1-1 0,-1 0 0,0 0 0,1 1 0,-1-1 0,1 0 0,-1 1 0,1-1 0,-1 1 0,1-1 0,0 1 0,-1-1 0,1 1 0,0-1 0,-1 1 0,1 0 0,0-1 0,0 1 0,-1 0 0,1 0 0,0-1 0,0 1 0,-1 0 0,3 0 0,25-2 0,-7 5 0,1 0 0,-1 2 0,1 0 0,29 12 0,16 4 0,-38-13 0,2-2 0,54 3 0,-66-8 0,0-1 0,0-1 0,-1-1 0,1 0 0,33-10 0,-47 11 0,-1-1 0,1 0 0,-1 0 0,0 0 0,0 0 0,0-1 0,0 1 0,0-1 0,0 0 0,-1-1 0,1 1 0,-1 0 0,0-1 0,0 0 0,0 0 0,2-5 0,-3 5 0,-1 1 0,1-1 0,-1 0 0,0 0 0,0 0 0,0 0 0,0 0 0,-1 0 0,0 0 0,0 0 0,0-1 0,0 1 0,-1 0 0,1 0 0,-1 0 0,0 0 0,0 0 0,-1 0 0,-1-4 0,-1 2 0,1-1 0,-1 1 0,0 0 0,-1 0 0,1 0 0,-1 0 0,-1 1 0,1 0 0,-1 0 0,1 0 0,-1 1 0,-1 0 0,1 0 0,-1 0 0,1 1 0,-1 0 0,0 1 0,0-1 0,0 1 0,0 0 0,-1 1 0,1 0 0,0 0 0,-1 1 0,-12 0 0,18 0 0,-1 1 0,1-1 0,-1 1 0,1-1 0,0 1 0,-1 0 0,1 0 0,-1 0 0,1 0 0,0 0 0,0 0 0,0 1 0,0-1 0,0 1 0,0 0 0,0-1 0,-3 5 0,3-3 0,0 0 0,1 1 0,-1-1 0,0 1 0,1-1 0,0 1 0,0 0 0,0-1 0,0 1 0,0 7 0,1-3 0,0 1 0,0 0 0,1-1 0,0 1 0,1 0 0,0-1 0,0 1 0,1-1 0,5 13 0,-1-10 0,0 1 0,1-1 0,0 0 0,0-1 0,1 1 0,1-2 0,0 1 0,0-2 0,1 1 0,20 11 0,-24-15 0,2-1 0,-1 0 0,0 0 0,1-1 0,0 0 0,0 0 0,0-1 0,0 0 0,0-1 0,0 0 0,0 0 0,1-1 0,-1 0 0,0-1 0,0 0 0,14-3 0,-18 2 0,0 1 0,0-1 0,-1 0 0,1-1 0,-1 1 0,0-1 0,1 0 0,-1 0 0,0 0 0,-1 0 0,1-1 0,-1 0 0,1 1 0,-1-1 0,0-1 0,4-6 0,-4 4 0,0 0 0,0 0 0,-1 0 0,0 0 0,0 0 0,-1 0 0,0 0 0,0 0 0,-1-1 0,0-12 0,1 25 0,0 1 0,1-1 0,0 1 0,0-1 0,0 0 0,1 0 0,0 0 0,0 0 0,7 9 0,-5-7 0,2 1 0,-1-1 0,1 0 0,0-1 0,16 11 0,-17-13 0,1 0 0,-1-1 0,1 0 0,0 0 0,0-1 0,0 1 0,0-2 0,14 3 0,-18-4 0,0 0 0,-1 0 0,1 0 0,0 0 0,0 0 0,0-1 0,-1 1 0,1-1 0,0 0 0,-1 0 0,1 0 0,0 0 0,-1 0 0,1 0 0,-1-1 0,0 1 0,1-1 0,-1 0 0,0 1 0,0-1 0,0 0 0,0 0 0,-1-1 0,1 1 0,0 0 0,1-4 0,2-4 0,-4 7 0,0 0 0,1 0 0,0 0 0,-1 0 0,1 0 0,1 0 0,3-4 0,-5 7 0,0-1 0,0 1 0,0-1 0,0 0 0,0 1 0,0 0 0,0-1 0,0 1 0,1 0 0,-1 0 0,0-1 0,0 1 0,0 0 0,1 0 0,-1 0 0,0 0 0,0 1 0,0-1 0,1 0 0,-1 0 0,0 1 0,0-1 0,0 1 0,0-1 0,0 1 0,2 1 0,33 21 0,-29-18 0,1 0 0,-1 0 0,1-1 0,0 0 0,12 5 0,-14-8 0,1 2 0,1-1 0,0 0 0,0 0 0,13 0 0,-19-2 0,1 0 0,0 0 0,0 0 0,-1-1 0,1 1 0,0-1 0,0 0 0,-1 0 0,1 0 0,-1 0 0,1-1 0,-1 1 0,1 0 0,-1-1 0,0 0 0,0 0 0,3-2 0,0-1 0,1-1 0,-1 1 0,1 1 0,1-1 0,-1 1 0,8-4 0,-10 6 0,0 1 0,0 0 0,0-1 0,0 1 0,0 1 0,1-1 0,-1 1 0,0-1 0,0 1 0,1 1 0,-1-1 0,6 1 0,-6 0-72,0 0 1,-1-1-1,1 1 0,0 1 0,-1-1 0,1 0 0,-1 1 0,0 0 1,1 0-1,-1 0 0,0 0 0,0 0 0,0 1 0,-1-1 0,1 1 1,0 0-1,-1 0 0,3 4 0,1 4-6754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30.3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24575,'0'5'0,"0"4"0,2 3 0,4 1 0,3 5 0,2 0 0,0 1 0,0-1 0,1-1 0,-2-1 0,0-1 0,-2-3-8191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30.4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24575,'0'5'0,"0"4"0,0 1-8191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31.0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334 124 24575,'-25'-19'0,"0"1"0,-2 1 0,0 1 0,-1 1 0,-47-17 0,71 31 0,-1-1 0,0 1 0,1 0 0,-1 1 0,1-1 0,-1 1 0,0 0 0,0 0 0,1 0 0,-8 2 0,10-1 0,-1 0 0,0 0 0,0 0 0,1 0 0,-1 1 0,0-1 0,1 1 0,-1-1 0,1 1 0,0 0 0,0 0 0,0 0 0,0 0 0,0 1 0,0-1 0,0 1 0,-1 3 0,-2 3 0,1 0 0,1 1 0,-1 0 0,2 0 0,-1 0 0,1 0 0,1 0 0,0 0 0,0 17 0,2 2 0,1-1 0,8 35 0,4 1-194,2-1-1,39 94 0,73 112-388,-59-150 484,-54-96 163,2 0 0,36 37 0,-50-56-128,1-1 1,0 1 0,0-1 0,0-1-1,6 4 1,2-1-6674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31.1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262 114 24575,'-27'-20'0,"-11"-6"0,-2 1 0,4 5 0,2 6 0,5 7 0,6 6 0,3 2 0,5 2-8191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31.8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24575,'340'201'0,"-179"-100"0,-157-99-84,1 2-58,0-1-1,0 0 1,1 0 0,-1-1-1,1 1 1,0-1 0,0-1-1,6 2 1,-1-3-6684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32.0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112 1 24575,'-10'29'0,"-3"13"0,-2 1 0,2-4 0,0-7 0,3-3 0,0-4 0,2-4 0,0-4 0,1-1 0,2-4-8191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32.7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364 102 24575,'-59'-24'0,"9"4"0,-1 1 0,-80-17 0,127 35 0,-1 0 0,1 1 0,0-1 0,0 1 0,0 0 0,0 0 0,0 1 0,0-1 0,-7 3 0,9-3 0,1 1 0,-1 0 0,1 0 0,0-1 0,-1 1 0,1 0 0,0 0 0,0 0 0,0 1 0,-1-1 0,1 0 0,0 0 0,0 0 0,1 1 0,-1-1 0,0 1 0,0-1 0,1 1 0,-1-1 0,1 1 0,-1-1 0,1 1 0,-1-1 0,1 1 0,0-1 0,0 1 0,0 2 0,0 4 0,1-1 0,0 0 0,0 0 0,0 0 0,1-1 0,0 1 0,0 0 0,1-1 0,5 12 0,5 4 0,23 28 0,-5-5 0,4 10 0,41 87 0,-66-120 0,-1 1 0,-1 0 0,-1 0 0,-2 1 0,0 0 0,-1 0 0,0 30 0,-5 23 0,1 34 0,0-107 0,1-1 0,0 1 0,1 0 0,-1-1 0,1 1 0,-1-1 0,1 1 0,0-1 0,0 0 0,1 0 0,-1 0 0,0 0 0,1 0 0,0-1 0,0 1 0,0-1 0,0 0 0,0 1 0,5 1 0,2 2 0,0-1 0,1 0 0,0-1 0,0 0 0,13 3 0,-11-4 0,1-1 0,-1 0 0,1-1 0,-1-1 0,1 0 0,0 0 0,-1-1 0,1-1 0,14-4 0,-25 5-195,0 0 0,0 0 0,-1-1 0,1 1 0,0-1 0,4-3 0,2-4-6631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33.2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 1 24575,'0'0'0,"0"0"0,0 0 0,-1 0 0,1 0 0,0 0 0,-1 0 0,1 0 0,0 0 0,-1 0 0,1 1 0,0-1 0,0 0 0,-1 0 0,1 0 0,0 1 0,0-1 0,-1 0 0,1 0 0,0 0 0,0 1 0,0-1 0,0 0 0,-1 1 0,1-1 0,0 0 0,0 0 0,0 1 0,0-1 0,0 0 0,0 1 0,0-1 0,0 0 0,0 1 0,0-1 0,0 0 0,0 0 0,0 1 0,0-1 0,0 0 0,0 1 0,0-1 0,0 0 0,0 1 0,0-1 0,1 0 0,-1 0 0,0 1 0,0-1 0,0 0 0,0 0 0,1 1 0,8 15 0,2-1 0,0-1 0,2 0 0,0-1 0,0 0 0,1-1 0,0-1 0,23 14 0,-33-23 0,1 1 0,-1-1 0,0-1 0,1 1 0,0-1 0,-1 1 0,1-1 0,0-1 0,0 1 0,-1-1 0,1 1 0,0-2 0,9 0 0,-10 0 0,-1 1 0,0-1 0,0 0 0,0-1 0,0 1 0,0-1 0,0 1 0,0-1 0,0 0 0,0 0 0,-1 0 0,1 0 0,-1 0 0,0-1 0,1 1 0,-1-1 0,0 0 0,0 0 0,-1 1 0,3-6 0,5-18 0,1-4 0,-9 28 0,-1 0 0,1 0 0,0 0 0,0 0 0,1 0 0,-1 1 0,0-1 0,1 0 0,-1 1 0,1 0 0,1-2 0,-2 2 0,0 1 0,0-1 0,0 1 0,0 0 0,1-1 0,-1 1 0,0 0 0,0 0 0,0 0 0,0 0 0,1 0 0,-1 0 0,0 0 0,0 0 0,0 1 0,0-1 0,1 0 0,-1 1 0,0-1 0,0 1 0,0-1 0,0 1 0,0-1 0,1 2 0,25 21 0,-19-16 0,51 49-1365,-52-48-5461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33.8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88 24575,'27'-25'0,"-14"13"0,22-16 0,-31 25 0,0 0 0,1 1 0,-1-1 0,1 1 0,0 0 0,0 0 0,0 0 0,0 1 0,8-1 0,-10 2 0,1 0 0,-1 0 0,1 0 0,-1 1 0,1 0 0,-1 0 0,0 0 0,1 0 0,-1 0 0,0 1 0,0-1 0,0 1 0,0 0 0,0 0 0,0 0 0,2 3 0,7 5 0,-1 1 0,12 15 0,-19-22 0,20 22 0,-15-16 0,0 0 0,10 13 0,-16-18 0,-1-1 0,1 1 0,-1 0 0,0-1 0,0 1 0,-1 0 0,1 0 0,-1 0 0,1 8 0,-1-3 0,5 39 0,-2 1 0,-3 0 0,-5 57 0,2-83 0,0 1 0,1 0 0,5 36 0,-2-46 0,0 0 0,2 0 0,0-1 0,0 1 0,2-1 0,12 26 0,25 26 0,-3-5 0,-39-59 7,0 0 0,1 1 0,-1-1 0,0 0 0,-1 1 1,1 0-1,0-1 0,-1 1 0,1-1 0,-1 1 0,0 0 0,1-1 0,-1 1 0,-1 0 0,1-1 0,-1 5 0,0-5-81,0 0-1,0 0 1,0 0 0,0 0 0,0 0-1,-1 0 1,1 0 0,-1 0 0,1-1-1,-1 1 1,1 0 0,-1-1 0,0 0-1,0 1 1,0-1 0,0 0 0,0 0-1,0 0 1,-3 1 0,-8 2-6752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34.9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246 82 24575,'-18'-12'0,"-7"-5"0,-2 2 0,0 2 0,3 4 0,4 4 0,1 2 0,3 2 0,1 0 0,0 2 0,1-3 0,0 0 0,3-1-8191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35.1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231 43 24575,'-30'-7'0,"-11"-3"0,-5 1 0,2 1 0,5 3 0,9 1-8191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36.2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15 24575,'-1'-5'0,"1"-5"0,3 15 0,4 22 0,4 33 0,3 9 0,22 80 0,18 71 0,-51-208 0,1-1 0,0 0 0,0-1 0,2 1 0,-1-1 0,1 0 0,0 0 0,9 9 0,-14-18 0,-1 0 0,1 0 0,-1-1 0,1 1 0,0 0 0,0-1 0,-1 1 0,1-1 0,0 1 0,0-1 0,0 1 0,0-1 0,0 0 0,-1 1 0,1-1 0,0 0 0,0 0 0,0 1 0,0-1 0,0 0 0,0 0 0,0 0 0,0 0 0,1-1 0,0 1 0,0-1 0,-1 0 0,1 0 0,0 0 0,-1 0 0,1 0 0,-1 0 0,0 0 0,1 0 0,-1-1 0,0 1 0,2-2 0,2-5 0,-1 1 0,1-1 0,-1 0 0,3-10 0,32-84 0,-39 101 0,0 0 0,1 0 0,-1 0 0,0 0 0,1 0 0,0 0 0,-1 0 0,1 0 0,-1 0 0,1 0 0,0 0 0,0 1 0,-1-1 0,1 0 0,2-1 0,-3 2 0,1 0 0,0 0 0,-1-1 0,1 1 0,0 0 0,-1 0 0,1 0 0,0 0 0,-1 0 0,1 0 0,0 0 0,-1 0 0,1 1 0,0-1 0,-1 0 0,1 0 0,-1 0 0,1 1 0,0-1 0,0 1 0,3 2 0,0 0 0,0 1 0,0-1 0,0 1 0,4 7 0,2 0 0,87 80 0,-64-62 0,-19-17-1365,-1-3-5461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36.9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203 95 24575,'1'-6'0,"7"-34"0,-8 37 0,1 0 0,-1 0 0,0-1 0,0 1 0,-1 0 0,1 0 0,-1 0 0,1 0 0,-1-1 0,-1-2 0,1 5 0,1 1 0,-1-1 0,1 0 0,-1 1 0,1-1 0,-1 0 0,1 1 0,-1-1 0,0 1 0,1-1 0,-1 1 0,0-1 0,1 1 0,-1 0 0,0-1 0,1 1 0,-1 0 0,0-1 0,0 1 0,0 0 0,1 0 0,-1 0 0,0 0 0,0 0 0,0 0 0,1 0 0,-1 0 0,0 0 0,0 0 0,0 0 0,1 0 0,-1 1 0,0-1 0,0 0 0,1 1 0,-1-1 0,-1 1 0,-4 2 0,1 0 0,-1 0 0,-7 7 0,10-8 0,-99 80 0,98-80 0,0 1 0,0 1 0,0-1 0,0 1 0,0-1 0,1 1 0,-1 0 0,-2 6 0,4-8 0,1 1 0,0-1 0,0 1 0,1-1 0,-1 1 0,1 0 0,-1-1 0,1 1 0,0 0 0,0-1 0,0 1 0,0 0 0,0 0 0,1-1 0,-1 1 0,1 0 0,1 3 0,11 28 0,23 45 0,-8-18 0,31 64 0,-25-56 0,27 79 0,-58-137 0,-1 1 0,0-1 0,0 0 0,0 17 0,-1-9 0,-1-17-35,0 0 0,1 0 0,-1 0 0,0-1 0,1 1 0,0 0 0,-1 0 0,1-1 0,0 1 0,0 0 0,0-1 0,0 1 0,0-1 0,1 0 0,-1 1 0,0-1 0,1 0 0,-1 0 0,1 1 0,-1-1 0,1 0 0,-1-1 0,1 1 0,0 0 0,0 0 0,-1-1 0,1 1 0,0-1 0,0 1 0,0-1 0,-1 0 0,1 0 0,0 0 0,0 0 0,0 0 0,0 0 0,-1 0 0,5-2 0,6 0-6791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37.4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24575,'10'11'0,"-1"1"0,0 0 0,-1 0 0,11 23 0,-2-3 0,-6-13 0,17 27 0,-25-41 0,1 0 0,0-1 0,0 0 0,0 0 0,0 0 0,9 7 0,-12-11 0,0 1 0,0 0 0,0-1 0,0 1 0,0-1 0,0 0 0,0 1 0,0-1 0,0 0 0,0 1 0,0-1 0,0 0 0,0 0 0,0 0 0,0 0 0,0 0 0,0 0 0,0 0 0,0 0 0,0-1 0,0 1 0,0 0 0,0-1 0,0 1 0,0-1 0,0 1 0,0-1 0,0 1 0,0-1 0,0 1 0,0-1 0,-1 0 0,1 0 0,0 1 0,0-1 0,-1 0 0,1 0 0,-1 0 0,1 0 0,-1 0 0,1 0 0,0-2 0,2-4 0,0-1 0,0 0 0,-1-1 0,2-10 0,-3 14 0,2-16 0,-2 12 0,1 0 0,-1-1 0,2 1 0,-1 0 0,1 0 0,1 1 0,4-10 0,-7 17 0,0 0 0,-1 0 0,1 0 0,0 0 0,0 1 0,0-1 0,0 0 0,0 0 0,0 0 0,1 1 0,-1-1 0,0 1 0,0-1 0,0 1 0,1-1 0,-1 1 0,0 0 0,0 0 0,1-1 0,-1 1 0,0 0 0,1 0 0,-1 0 0,0 0 0,0 1 0,1-1 0,-1 0 0,0 0 0,1 1 0,-1-1 0,2 2 0,4 1 0,0 1 0,0 0 0,0 1 0,7 5 0,-4-2 0,20 13-67,54 36-1231,-71-51-5528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6:37.9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75 24575,'17'-11'0,"0"1"0,0 1 0,1 0 0,0 1 0,1 1 0,0 1 0,0 1 0,20-4 0,-34 9 0,1 0 0,-1 0 0,1 0 0,-1 1 0,0-1 0,0 1 0,1 1 0,-1-1 0,0 1 0,0 0 0,0 0 0,0 0 0,0 1 0,-1-1 0,8 7 0,-3-2 0,0 1 0,-1 0 0,0 1 0,0-1 0,-1 2 0,7 11 0,-11-16 0,0 1 0,-1 0 0,0 0 0,0 1 0,-1-1 0,0 0 0,0 0 0,0 1 0,-1-1 0,-1 13 0,1-9 0,0-1 0,1 1 0,0-1 0,3 11 0,24 75 0,41 91 0,-58-161 0,58 143 0,-65-156 0,1 0 0,0 0 0,-1 1 0,0 0 0,-1 0 0,-1 0 0,1 17 0,-3-27 0,0 0 0,-1 1 0,0-1 0,0 0 0,0 0 0,0 1 0,0-1 0,-1 0 0,1 0 0,-1 0 0,0-1 0,0 1 0,0 0 0,0-1 0,-1 1 0,1-1 0,-1 0 0,1 0 0,-4 2 0,-7 5 0,0 0 0,-27 11 0,23-12 0,-41 17-1365,41-19-5461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7:08.3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26 24575,'-2'-3'0,"2"1"0,-1-1 0,-1 1 0,1 0 0,0 0 0,-1 0 0,1 0 0,-1 0 0,-3-4 0,5 6 0,0 1 0,-1-1 0,1 0 0,0 0 0,0 0 0,0 0 0,-1 0 0,1 0 0,0 1 0,0-1 0,0 0 0,0 0 0,-1 0 0,1 0 0,0 1 0,0-1 0,0 0 0,0 0 0,0 0 0,0 1 0,0-1 0,0 0 0,0 0 0,-1 0 0,1 1 0,0-1 0,0 0 0,0 0 0,0 1 0,0-1 0,0 0 0,0 0 0,0 1 0,1-1 0,-1 0 0,0 0 0,0 0 0,0 1 0,0-1 0,1 12 0,30 114 0,-9-40 0,-12-44 0,14 58 0,-21-91-341,0-1 0,1 1-1,7 12 1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7:08.8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0 149 24575,'31'-22'0,"0"0"0,1 2 0,1 2 0,43-18 0,-60 30 0,0 0 0,1 1 0,-1 1 0,1 1 0,0 0 0,0 1 0,1 1 0,-1 0 0,0 2 0,0 0 0,27 5 0,-28-3 0,-2 1 0,1 1 0,0 0 0,-1 1 0,18 10 0,-27-13 0,0 0 0,0 0 0,-1 1 0,1 0 0,-1 0 0,0 0 0,5 7 0,-7-7 0,0-1 0,0 0 0,0 0 0,-1 1 0,1-1 0,-1 0 0,0 1 0,0 0 0,-1-1 0,1 1 0,-1-1 0,1 8 0,-2-6 0,0 0 0,0-1 0,0 0 0,0 1 0,-1-1 0,1 0 0,-1 1 0,0-1 0,-1 0 0,1-1 0,-1 1 0,1 0 0,-1-1 0,0 1 0,-5 3 0,-4 4 0,0-1 0,-27 17 0,-7-1 0,-80 32 0,101-47 0,-40 15 0,65-26 0,0 0 0,-1 0 0,1 0 0,0 0 0,0 0 0,-1 1 0,1-1 0,0 0 0,-1 0 0,1 0 0,0 1 0,0-1 0,-1 0 0,1 0 0,0 0 0,0 1 0,0-1 0,-1 0 0,1 1 0,0-1 0,0 0 0,0 0 0,0 1 0,0-1 0,0 0 0,-1 1 0,1-1 0,0 0 0,0 1 0,0-1 0,0 1 0,8 6 0,17 3 0,-25-10 0,131 36 0,-23-8 0,162 53-1365,-251-75-5461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7:09.3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222 60 24575,'4'-3'0,"-1"1"0,1-1 0,0 0 0,0 1 0,1 0 0,-1 0 0,0 0 0,0 1 0,1-1 0,-1 1 0,1 0 0,0 0 0,7 0 0,-9 1 0,1 1 0,0-1 0,-1 1 0,1-1 0,-1 1 0,1 1 0,-1-1 0,1 0 0,-1 1 0,0-1 0,0 1 0,0 0 0,0 0 0,0 1 0,0-1 0,0 0 0,4 6 0,0 0 0,-1 1 0,0-1 0,0 1 0,-1 0 0,0 1 0,-1-1 0,0 1 0,0 0 0,-1 0 0,0 0 0,-1 0 0,0 0 0,-1 1 0,0-1 0,0 18 0,-2-26 0,1 1 0,0-1 0,-1 0 0,0 0 0,1 1 0,-1-1 0,0 0 0,0 0 0,0 0 0,0 0 0,-1 0 0,1 0 0,0 0 0,-1 0 0,-3 2 0,2-2 0,0 1 0,0-1 0,0-1 0,0 1 0,-1 0 0,1-1 0,-1 0 0,1 1 0,-5-1 0,-6 2 0,-1-2 0,0 0 0,-29-2 0,37 1 0,-18-2 0,0 0 0,-48-12 0,62 11 0,1 0 0,-1-1 0,1 0 0,-1-1 0,1 0 0,0 0 0,1-1 0,0 0 0,-9-8 0,15 11 0,0 1 0,1-1 0,0 0 0,-1 0 0,1 0 0,0 0 0,0-1 0,1 1 0,-1 0 0,1-1 0,-1 1 0,1-1 0,0 0 0,1 1 0,-1-1 0,0-5 0,1 3 0,1 1 0,-1-1 0,1 1 0,0 0 0,0-1 0,1 1 0,0 0 0,0 0 0,0 0 0,4-7 0,-2 5 0,1 0 0,0 0 0,0 0 0,0 1 0,1 0 0,0 0 0,0 1 0,1-1 0,-1 1 0,1 1 0,0-1 0,0 1 0,1 0 0,14-5 0,-16 8-151,1-1-1,-1 1 0,1 0 0,0 1 1,-1 0-1,1 0 0,0 0 1,9 2-1,-3 1-6674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7:10.1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248 11 24575,'-9'-3'0,"-1"1"0,0 0 0,0 1 0,0 0 0,0 0 0,1 1 0,-1 0 0,0 1 0,-16 2 0,20-1 0,-1 0 0,1 0 0,0 0 0,0 1 0,0 0 0,0 0 0,1 1 0,-1-1 0,1 1 0,0 1 0,0-1 0,0 1 0,1-1 0,-1 1 0,-4 8 0,3-4 0,1-1 0,0 1 0,1-1 0,0 1 0,0 0 0,1 1 0,0-1 0,1 1 0,-2 15 0,3-20 0,1-1 0,0 1 0,0-1 0,0 1 0,1-1 0,0 1 0,0-1 0,0 0 0,0 1 0,1-1 0,-1 0 0,1 0 0,0 0 0,1 0 0,-1 0 0,1 0 0,-1 0 0,1-1 0,0 0 0,1 1 0,-1-1 0,7 4 0,2 2 0,1-2 0,1 0 0,-1-1 0,1 0 0,0-1 0,1-1 0,18 4 0,8 0 0,56 1 0,82-6-392,-145-4-581,-21 1-5853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7:11.1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45 24575,'1'-2'0,"0"-1"0,0 1 0,0 0 0,0 0 0,0-1 0,1 1 0,-1 0 0,1 0 0,-1 0 0,1 1 0,0-1 0,0 0 0,0 1 0,0-1 0,3-1 0,-1 1 0,0 0 0,0 1 0,0-1 0,1 1 0,-1 0 0,0 0 0,0 1 0,7-1 0,2 1 0,-1 1 0,1 0 0,-1 1 0,1 0 0,15 6 0,-14-4 0,0 1 0,0 0 0,0 1 0,0 1 0,-1 0 0,13 9 0,-21-12 0,0 0 0,0 1 0,0-1 0,-1 1 0,0 0 0,0 0 0,0 0 0,-1 0 0,0 1 0,0-1 0,0 1 0,0 0 0,-1 0 0,0 0 0,0 0 0,1 12 0,-2-9 0,-1 0 0,0 0 0,-1 0 0,0 0 0,0-1 0,-4 16 0,-20 50 0,24-73 0,-6 15 0,4-9 0,0 1 0,0 0 0,0 0 0,0 9 0,2-15 0,1-1 0,0 1 0,0 0 0,0 0 0,0 0 0,0 0 0,0 0 0,0 0 0,1 0 0,-1 0 0,1 0 0,-1-1 0,1 1 0,0 0 0,0 0 0,0-1 0,0 1 0,0 0 0,0-1 0,0 1 0,1-1 0,1 2 0,2 1 9,0-1 1,1 0-1,-1 0 0,1 0 0,-1-1 1,1 0-1,0 0 0,0 0 0,0-1 0,0 0 1,0 0-1,9 0 0,-1 0-306,-1-2 0,1 0 0,0 0 0,19-5 0,-19 2-6529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7:11.3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24 24575,'29'-2'0,"15"-2"0,2 1 0,-1 1 0,-4 0 0,-7 1 0,-3 0 0,-5 1 0,-5-3 0,-3 0 0,-5 0-8191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7:11.7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24575,'7'30'0,"5"16"0,3 6 0,2 2 0,-1-5 0,1-4 0,-1-6 0,-3-7 0,-1-3 0,-3-5 0,0-4 0,-2-3 0,-2-2 0,-2 0 0,-1-4-8191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7:12.4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 34 24575,'0'0'0,"-1"-3"0,0 1 0,1 0 0,-1-1 0,0 1 0,0 0 0,0 0 0,0 0 0,-1-1 0,1 1 0,0 1 0,-1-1 0,0 0 0,1 0 0,-3-1 0,4 3 0,-1 0 0,1 0 0,0 0 0,0 0 0,-1 0 0,1 0 0,0 0 0,0 0 0,-1 0 0,1 0 0,0 0 0,0 0 0,-1 0 0,1 0 0,0 0 0,0 0 0,0 1 0,-1-1 0,1 0 0,0 0 0,0 0 0,0 0 0,-1 1 0,1-1 0,0 0 0,0 0 0,0 0 0,0 1 0,0-1 0,-1 0 0,1 0 0,0 0 0,0 1 0,0-1 0,0 0 0,0 0 0,0 1 0,0-1 0,0 0 0,0 0 0,0 1 0,0-1 0,0 0 0,0 0 0,0 1 0,0 14 0,1-15 0,5 55 0,3 0 0,32 106 0,56 100 0,-93-251-273,-1 0 0,0 0 0,0 1 0,2 18 0,-4-15-6553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7:13.3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452 0 24575,'-11'11'0,"-1"0"0,-22 16 0,2-7 0,-1-1 0,-37 15 0,-73 22 0,105-44 0,22-8 0,1 1 0,-27 13 0,42-18 0,-1 1 0,1-1 0,0 0 0,0 0 0,-1 0 0,1 0 0,0 0 0,0 0 0,-1 0 0,1 0 0,0 1 0,0-1 0,0 0 0,-1 0 0,1 0 0,0 1 0,0-1 0,0 0 0,0 0 0,-1 0 0,1 1 0,0-1 0,0 0 0,0 0 0,0 1 0,0-1 0,0 0 0,0 0 0,0 1 0,0-1 0,0 0 0,0 1 0,0-1 0,0 0 0,0 0 0,0 1 0,0-1 0,0 0 0,0 0 0,0 1 0,0-1 0,0 0 0,0 0 0,0 1 0,0-1 0,1 0 0,-1 0 0,0 1 0,0-1 0,0 0 0,1 0 0,-1 0 0,0 1 0,0-1 0,0 0 0,1 0 0,-1 0 0,0 0 0,0 0 0,1 0 0,-1 1 0,0-1 0,0 0 0,1 0 0,-1 0 0,0 0 0,0 0 0,1 0 0,24 7 0,-20-6 0,367 117 0,-303-92-1365,-60-22-5461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7:14.0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192 1 24575,'-16'2'0,"-58"8"0,64-8 0,0 1 0,0 0 0,0 0 0,1 1 0,-12 6 0,19-9 0,0 0 0,0 1 0,0-1 0,0 0 0,0 1 0,0 0 0,0-1 0,1 1 0,-1 0 0,1 0 0,-1 0 0,1 0 0,0 0 0,0 0 0,0 0 0,0 1 0,0-1 0,0 0 0,0 1 0,1-1 0,-1 0 0,1 1 0,0-1 0,0 1 0,0 2 0,0-1 0,1 0 0,0-1 0,0 1 0,0-1 0,0 1 0,1-1 0,0 1 0,-1-1 0,1 0 0,0 1 0,0-1 0,1 0 0,-1-1 0,1 1 0,4 4 0,-1-2 0,0 0 0,1-1 0,0 0 0,0 0 0,0 0 0,0 0 0,11 2 0,-13-4 0,-1-1 0,1 0 0,0 0 0,-1-1 0,1 1 0,0-1 0,0 0 0,-1 0 0,1 0 0,0-1 0,0 0 0,-1 0 0,9-3 0,-11 3 0,-1 0 0,1 1 0,-1-2 0,1 1 0,-1 0 0,0 0 0,1 0 0,-1 0 0,0-1 0,0 1 0,0-1 0,0 1 0,0-1 0,0 1 0,0-1 0,-1 0 0,1 1 0,0-1 0,-1 0 0,1 1 0,-1-1 0,0-2 0,1-5 0,0 0 0,-1 0 0,-2-12 0,1 7 0,1 8 0,0-1 0,-1 1 0,0-1 0,0 1 0,-1 0 0,-3-9 0,7 22 0,0 1 0,0 0 0,0-1 0,6 11 0,54 88-1365,-55-93-5461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7:14.3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24575,'10'34'0,"6"17"0,2 7 0,1 0 0,-1-2 0,0-5 0,-2-4 0,0-3 0,-1-4 0,-3-4 0,-3-5 0,-4-6 0,-2-5 0,-2-3 0,0-4-8191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7:14.7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24575,'185'545'0,"-164"-484"-1365,-15-46-5461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7:18.6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24575,'1'14'0,"0"-1"0,2 1 0,6 25 0,18 47 0,-19-65 0,13 36 0,-10-26 0,0 0 0,11 55 0,-22-84 11,1 0 0,-1 0 0,0 0 0,0 1 0,0-1 0,0 0-1,-1 0 1,1 0 0,-1 0 0,0 2 0,1-3-48,0-1 0,-1 1 0,1-1-1,0 1 1,-1-1 0,1 1 0,-1-1 0,1 1 0,-1-1 0,1 1 0,-1-1-1,1 0 1,-1 1 0,1-1 0,-1 0 0,1 0 0,-1 1 0,1-1 0,-1 0-1,1 0 1,-1 0 0,0 0 0,1 1 0,-1-1 0,0 0 0,1 0 0,-1 0-1,1-1 1,-1 1 0,0 0 0,1 0 0,-1 0 0,1 0 0,-1 0 0,1-1-1,-1 1 1,0 0 0,1-1 0,-1 1 0,-7-5-6789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7:19.0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70 24575,'29'-13'0,"2"1"0,-1 1 0,2 2 0,-1 1 0,36-5 0,-51 12 0,0-1 0,-1 2 0,1 0 0,0 1 0,-1 0 0,1 2 0,-1-1 0,1 2 0,-1 0 0,0 1 0,0 1 0,22 11 0,-33-15 0,-1 0 0,1 1 0,-1-1 0,1 1 0,-1 0 0,0 0 0,0 0 0,0 0 0,-1 0 0,1 1 0,-1-1 0,0 1 0,0 0 0,0-1 0,3 9 0,-4-9 0,-1 0 0,1 1 0,-1-1 0,0 1 0,0-1 0,0 1 0,0-1 0,0 1 0,-1-1 0,0 1 0,0-1 0,0 0 0,0 1 0,0-1 0,0 0 0,-1 0 0,0 0 0,1 0 0,-5 5 0,-1 0 0,0 0 0,-1-1 0,0 0 0,0 0 0,0 0 0,-14 6 0,-57 28 0,43-26 0,21-10 0,1 2 0,-20 10 0,33-17 0,0 1 0,0-1 0,1 1 0,-1-1 0,0 1 0,0-1 0,1 1 0,-1 0 0,0-1 0,1 1 0,-1 0 0,1-1 0,-1 1 0,1 0 0,-1 0 0,1 0 0,0 0 0,-1-1 0,1 1 0,0 0 0,-1 1 0,2-1 0,-1 0 0,0 0 0,0 0 0,0-1 0,1 1 0,-1 0 0,0 0 0,1 0 0,-1-1 0,1 1 0,-1 0 0,1-1 0,-1 1 0,1 0 0,0-1 0,-1 1 0,2 0 0,3 3 0,0-1 0,1 0 0,-1-1 0,0 0 0,7 3 0,35 9 0,75 13 0,51-5 0,-171-21 0,31 1 0,-31-2 0,0-1 0,1 1 0,-1 0 0,0 0 0,0-1 0,0 0 0,0 1 0,1-1 0,-1 0 0,0 0 0,3-2 0,-4 3-57,-1-1 0,0 1 1,1 0-1,-1-1 0,1 1 0,-1-1 0,0 1 0,0-1 0,1 1 0,-1-1 0,0 1 1,0-1-1,1 1 0,-1-1 0,0 1 0,0-1 0,0 1 0,0-1 0,0 0 1,0 1-1,0-1 0,0 1 0,0-2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7:19.5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206 89 24575,'5'-5'0,"0"0"0,0 1 0,0-1 0,1 1 0,10-6 0,-15 9 0,1 1 0,-1-1 0,1 1 0,-1-1 0,1 1 0,-1-1 0,1 1 0,0 0 0,-1 0 0,1 0 0,0 0 0,-1 0 0,1 0 0,-1 0 0,1 1 0,0-1 0,-1 1 0,1-1 0,-1 1 0,1-1 0,-1 1 0,1 0 0,-1 0 0,0 0 0,1 0 0,-1 0 0,0 0 0,0 0 0,2 2 0,4 7 0,0-1 0,0 2 0,-1-1 0,-1 1 0,9 22 0,-1-2 0,-10-24 0,5 8 0,-1 2 0,-1-1 0,7 27 0,-13-42 0,0 0 0,1 0 0,-1 1 0,0-1 0,0 0 0,0 0 0,0 0 0,0 1 0,-1-1 0,1 0 0,0 0 0,-1 0 0,1 1 0,0-1 0,-1 0 0,1 0 0,-1 0 0,0 0 0,1 0 0,-1 0 0,0 0 0,-1 1 0,0-1 0,0 1 0,0-1 0,0 0 0,0 0 0,0 0 0,0 0 0,-1 0 0,1 0 0,0-1 0,-5 1 0,-2 0 0,0 0 0,-1-1 0,1-1 0,-17-2 0,4-1 0,0-1 0,0-1 0,0-1 0,0-1 0,1 0 0,1-2 0,-1-1 0,2 0 0,0-2 0,-19-14 0,34 23 0,0 0 0,0 0 0,1 0 0,0 0 0,0-1 0,0 0 0,0 1 0,0-1 0,1 0 0,0 0 0,0 0 0,1 0 0,-1-1 0,0-7 0,1 9 0,1 1 0,0-1 0,0 0 0,0 0 0,1 0 0,-1 0 0,1 1 0,0-1 0,0 0 0,0 0 0,0 1 0,1-1 0,-1 1 0,1-1 0,0 1 0,0 0 0,1 0 0,-1 0 0,1 0 0,-1 0 0,4-3 0,2 0-114,0 1 1,0 0-1,1 0 0,-1 1 0,1 0 1,0 1-1,0-1 0,0 2 0,0-1 1,1 1-1,11 0 0,-8 1-6712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7:20.0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234 1 24575,'-6'0'0,"-16"0"0,-1 0 0,1 1 0,0 2 0,-32 7 0,49-8 0,-1-1 0,1 1 0,-1 1 0,1-1 0,0 1 0,0 0 0,0 0 0,0 1 0,-6 6 0,8-7 0,0 0 0,1 1 0,-1-1 0,1 1 0,0-1 0,0 1 0,0 0 0,1 0 0,-1 0 0,1 0 0,0 0 0,0 0 0,1 0 0,-1 0 0,1 5 0,0-4 0,0-1 0,1 1 0,0 0 0,0-1 0,0 1 0,0-1 0,1 1 0,0-1 0,0 0 0,0 0 0,0 0 0,1 0 0,-1 0 0,1 0 0,0 0 0,0-1 0,7 7 0,2 0 0,0-1 0,1 0 0,0 0 0,16 7 0,13 5 0,76 27 0,-94-40 0,0-1 0,1-1 0,0-2 0,48 4 0,-68-8-170,-1-1-1,1 1 0,0 0 1,-1-1-1,1 0 0,-1 0 1,5-2-1,0-1-6655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7:20.8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 24575,'58'0'0,"-13"-2"0,1 3 0,64 9 0,-107-9 0,0-1 0,0 1 0,0 0 0,0 0 0,0 0 0,0 0 0,0 1 0,0-1 0,0 1 0,0-1 0,-1 1 0,1 0 0,-1 0 0,1 0 0,-1 1 0,0-1 0,3 4 0,-3-2 0,-1-1 0,1 1 0,-1-1 0,0 1 0,1 0 0,-2-1 0,1 1 0,0 0 0,-1 0 0,0 0 0,0 0 0,0 0 0,0-1 0,-1 6 0,-1 0 0,-1 0 0,0 1 0,0-1 0,-1 0 0,0-1 0,0 1 0,-1-1 0,0 1 0,-10 10 0,4-3 0,-9 18 0,18-31 0,1 0 0,-1 0 0,1 0 0,0 1 0,0-1 0,0 1 0,0-1 0,0 1 0,1-1 0,0 1 0,0-1 0,0 1 0,0 0 0,0-1 0,1 1 0,-1-1 0,1 1 0,0-1 0,0 1 0,3 4 0,-2-5 0,0 1 0,0-1 0,1 0 0,0 0 0,-1 0 0,1 0 0,0 0 0,0-1 0,1 0 0,-1 1 0,0-1 0,1 0 0,0 0 0,-1-1 0,1 1 0,0-1 0,0 0 0,4 1 0,3 0 0,1 0 0,0-1 0,0 0 0,0 0 0,-1-2 0,1 1 0,20-5 0,-30 5-54,-1-1-1,1 1 0,-1-1 1,1 1-1,0-1 1,-1 0-1,0 1 0,1-1 1,-1 0-1,1 0 1,-1 0-1,0 0 0,0-1 1,0 1-1,0 0 0,1 0 1,-2-1-1,1 1 1,0-1-1,0 1 0,0 0 1,-1-1-1,1 0 1,0-1-1,1-7-6771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7:21.1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7 24575,'30'-2'0,"14"-2"0,2 4 0,-1 1 0,-4 0 0,-7 0 0,-3 0 0,-5 0 0,-5 0 0,-3-1 0,-5 0-8191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7:21.4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24575,'2'32'0,"4"18"0,0 8 0,2 1 0,2-2 0,2-6 0,1-6 0,1-6 0,-2-5 0,0-6 0,-3-5 0,-3-4 0,-1-3 0,-3-1 0,-4-4 0,-1-1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7:21.9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0 24575,'0'0'0,"0"0"0,-1 1 0,1-1 0,0 0 0,0 0 0,-1 0 0,1 1 0,0-1 0,0 0 0,0 0 0,-1 1 0,1-1 0,0 0 0,0 0 0,0 1 0,0-1 0,0 0 0,-1 1 0,1-1 0,0 0 0,0 1 0,0-1 0,0 0 0,0 1 0,0-1 0,0 0 0,0 0 0,0 1 0,1 0 0,0 12 0,-1-11 0,10 54 0,2 0 0,28 77 0,3-23 0,5 17 0,-46-118-455,0 0 0,2 18 0,-3-15-6371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7:22.7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24575,'5'0'0,"0"1"0,0-1 0,-1 1 0,1 0 0,0 1 0,-1-1 0,1 1 0,5 3 0,37 23 0,-20-10 0,96 40 0,-94-45 0,7 2 0,1-2 0,72 16 0,-98-27 0,0 0 0,17 7 0,-28-9 0,0 0 0,0 0 0,0 1 0,0-1 0,0 0 0,0 0 0,0 0 0,0 0 0,0 0 0,0 0 0,0 1 0,0-1 0,0 0 0,0 0 0,0 0 0,0 0 0,0 0 0,0 0 0,0 0 0,0 1 0,-1-1 0,1 0 0,0 0 0,0 0 0,0 0 0,0 0 0,0 0 0,0 0 0,0 0 0,0 1 0,0-1 0,0 0 0,-1 0 0,1 0 0,0 0 0,0 0 0,0 0 0,0 0 0,0 0 0,0 0 0,-1 0 0,1 0 0,0 0 0,0 0 0,0 0 0,0 0 0,-9 4 0,8-3 0,-41 18 0,-79 42 0,112-57-195,1 0 0,-2 0 0,1-1 0,0 0 0,-1-1 0,-10 2 0,4-2-6631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7:23.6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24575,'0'0'0,"1"0"0,-1 1 0,1-1 0,0 1 0,-1-1 0,1 1 0,-1-1 0,0 1 0,1-1 0,-1 1 0,1-1 0,-1 1 0,0-1 0,1 1 0,-1 0 0,0-1 0,0 1 0,1 0 0,-1-1 0,0 1 0,0 0 0,0-1 0,0 2 0,1 1 0,39 132 0,16 60 0,-4-6 0,-52-187-124,1 0 0,0 0 0,-1-1 0,1 1 0,0 0 0,0-1-1,0 1 1,0-1 0,0 1 0,1 1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7:24.0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173 38 24575,'-7'-5'0,"0"0"0,0 1 0,-1 0 0,1 0 0,-1 1 0,0 0 0,0 0 0,0 1 0,-14-2 0,18 3 0,1 1 0,0 0 0,0 0 0,0 0 0,0 1 0,0-1 0,0 1 0,0 0 0,0-1 0,0 1 0,0 1 0,1-1 0,-1 0 0,0 1 0,0-1 0,1 1 0,-1 0 0,1 0 0,0 0 0,-1 0 0,1 0 0,0 1 0,0-1 0,1 0 0,-1 1 0,0 0 0,1-1 0,0 1 0,-2 4 0,1-3 0,1 1 0,0-1 0,0 1 0,0-1 0,1 0 0,-1 1 0,1-1 0,0 1 0,1-1 0,-1 1 0,1-1 0,0 1 0,0-1 0,0 0 0,0 1 0,1-1 0,0 0 0,0 0 0,0 0 0,0 0 0,1-1 0,-1 1 0,1 0 0,0-1 0,0 0 0,0 0 0,6 5 0,-5-4 0,1-1 0,-1 0 0,1 0 0,-1 0 0,1-1 0,0 1 0,0-1 0,0 0 0,0 0 0,0-1 0,0 0 0,1 0 0,-1 0 0,0 0 0,1-1 0,-1 0 0,0 0 0,1 0 0,-1-1 0,0 0 0,1 0 0,9-3 0,-12 3 0,0-1 0,-1 1 0,1-1 0,0 0 0,-1 0 0,0 0 0,1 0 0,-1 0 0,0 0 0,0-1 0,0 1 0,0-1 0,-1 1 0,1-1 0,0 0 0,-1 0 0,2-5 0,0-2 0,-1 0 0,0-1 0,1-18 0,-3 24 0,3-10 0,1 12 0,1 8 0,57 108-1365,-57-100-5461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7:27.6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76 62 24575,'-2'-4'0,"-1"-2"0,-1 1 0,0-1 0,0 1 0,0 0 0,0 0 0,-1 1 0,0-1 0,0 1 0,-9-6 0,14 10 0,0-1 0,-1 1 0,1 0 0,-1 0 0,1 0 0,-1-1 0,1 1 0,-1 0 0,1 0 0,-1 0 0,1 0 0,-1 0 0,1 0 0,-1 0 0,1 0 0,-1 0 0,1 0 0,-1 0 0,1 0 0,-1 0 0,1 0 0,0 1 0,-1-1 0,1 0 0,-1 0 0,1 1 0,-1-1 0,1 0 0,0 0 0,-1 1 0,0 0 0,0 1 0,0-1 0,1 0 0,-1 0 0,1 1 0,-1-1 0,1 1 0,-1-1 0,1 0 0,-1 3 0,1 4 0,0 1 0,1 13 0,-1-22 0,4 31 0,1-1 0,1 0 0,2-1 0,12 31 0,54 112 0,-54-130 0,-15-32-120,-3-6 7,1 0 0,-1 1 0,0 0-1,-1-1 1,1 1 0,-1 0 0,0 0 0,0 0-1,0 0 1,-1 9 0,-2-2-6713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7:58.4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1715 2 24575,'-61'0'-15,"-696"8"-962,119-2 1834,445-6-722,157 4-135,34-4 0,0 1 0,0-1 0,0 1 0,0 0 0,0-1 0,0 1 0,0 0 0,0 0 0,0 0 0,0 1 0,0-1 0,1 0 0,-3 3 0,4-4 0,0 0 0,0 0 0,0 1 0,0-1 0,0 0 0,0 0 0,0 0 0,0 1 0,0-1 0,0 0 0,0 0 0,0 0 0,0 1 0,0-1 0,0 0 0,0 0 0,0 0 0,0 1 0,0-1 0,0 0 0,0 0 0,0 0 0,1 1 0,-1-1 0,0 0 0,0 0 0,0 0 0,0 0 0,0 0 0,1 1 0,-1-1 0,0 0 0,0 0 0,0 0 0,1 0 0,-1 0 0,0 0 0,0 0 0,0 0 0,1 0 0,-1 0 0,0 0 0,0 0 0,0 0 0,1 0 0,-1 0 0,0 0 0,0 0 0,0 0 0,1 0 0,-1 0 0,13 1 0,168-24 0,234 4-813,3 19-477,-188 2 1002,-170-2 274,447 11-419,-502-10 451,18 0 292,45 9 0,-64-7 467,-10-2-148,-14 1-257,-424-9-1552,151-1 206,242 8 912,-285 0 214,4 17-1178,282-12-3653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7:59.6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176 161 24575,'-1'2'0,"0"0"0,0-1 0,0 1 0,0 0 0,0 0 0,0 0 0,0 0 0,1 0 0,-1 0 0,1 0 0,-1 0 0,1 0 0,0 0 0,0 0 0,0 0 0,0 0 0,0 0 0,1 3 0,1 5 0,0 0 0,4 13 0,-4-18 0,5 15 0,2 1 0,18 31 0,-17-35 0,-1 1 0,-1 0 0,9 29 0,-17-47 0,1 0 0,-1 0 0,0 0 0,0 1 0,0-1 0,0 0 0,0 0 0,0 0 0,0 0 0,0 0 0,0 0 0,0 0 0,0 0 0,0 0 0,0 0 0,0 0 0,0 0 0,0 0 0,0 0 0,0 0 0,-1 1 0,1-1 0,0 0 0,0 0 0,0 0 0,0 0 0,0 0 0,0 0 0,0 0 0,0 0 0,0 0 0,0 0 0,0 0 0,0 0 0,0 0 0,0 0 0,0 0 0,0 0 0,0 0 0,0 0 0,0 0 0,0 0 0,-1 0 0,1 0 0,0 0 0,0 0 0,0 0 0,0 0 0,0 0 0,0 0 0,0 0 0,0 0 0,0 0 0,0 0 0,0 0 0,0 0 0,0 0 0,0 0 0,0 0 0,-1 0 0,-5-3 0,-7-6 0,-20-17 0,0-3 0,-31-35 0,48 45 0,1 0 0,0 0 0,2-2 0,0 0 0,-12-27 0,22 41 0,0 0 0,0-1 0,1 1 0,0-1 0,1 0 0,-1 0 0,1-11 0,1 16 0,0 0 0,0 0 0,1 0 0,-1 0 0,1 0 0,0-1 0,-1 2 0,1-1 0,1 0 0,-1 0 0,0 0 0,1 0 0,0 1 0,-1-1 0,1 1 0,0-1 0,0 1 0,0 0 0,1 0 0,-1 0 0,5-3 0,1 0 0,0 1 0,0 0 0,1 0 0,0 1 0,0 0 0,0 1 0,0 0 0,0 0 0,0 1 0,0 0 0,1 0 0,-1 1 0,18 3 0,-2 0 0,0 2 0,0 1 0,44 18 0,-53-18 0,-1 0 0,25 15 0,-37-19 0,1 0 0,-1 1 0,0-1 0,0 1 0,0-1 0,0 1 0,0 0 0,-1 0 0,1 0 0,-1 1 0,0-1 0,0 1 0,0-1 0,0 1 0,0 0 0,1 7 0,-2-9 0,-1 0 0,0-1 0,0 1 0,0 0 0,0 0 0,0 0 0,-1 0 0,1 0 0,-1 0 0,1-1 0,-1 1 0,1 0 0,-1 0 0,0-1 0,-2 4 0,1-2 0,0 0 0,-1 0 0,0 0 0,1-1 0,-1 1 0,0-1 0,-5 3 0,-5 2 0,0 0 0,0-2 0,-17 6 0,26-9 0,-148 40 0,151-41 0,0-1 0,0 0 0,0 1 0,0-1 0,0 0 0,0 1 0,1-1 0,-1 1 0,0-1 0,0 1 0,0 0 0,1-1 0,-1 1 0,0 0 0,0 0 0,1 0 0,0-1 0,0 0 0,0 1 0,0-1 0,0 1 0,0-1 0,0 0 0,0 1 0,0-1 0,0 0 0,0 1 0,0-1 0,0 0 0,0 1 0,0-1 0,0 0 0,0 1 0,1-1 0,-1 0 0,0 1 0,0-1 0,0 0 0,1 1 0,-1-1 0,0 0 0,1 1 0,2 1 0,1 1 0,-1-1 0,1 1 0,0-1 0,5 2 0,17 6 0,0-1 0,0-1 0,35 6 0,85 8 0,-117-19 0,34 5 0,1-3 0,74-4 0,-132-1 0,0 0 0,-1-1 0,1 0 0,7-3 0,-13 4 0,1 0 0,-1 0 0,1 0 0,0 0 0,-1-1 0,1 1 0,-1 0 0,1 0 0,-1-1 0,1 1 0,-1 0 0,1-1 0,-1 1 0,1 0 0,-1-1 0,1 1 0,-1-1 0,1 1 0,-1-1 0,0 1 0,1-1 0,-1 1 0,0-1 0,0 1 0,1-1 0,-1 1 0,0-1 0,0 0 0,0 1 0,0-1 0,1 1 0,-1-1 0,0 0 0,0 1 0,0-1 0,-1 0 0,1 1 0,0-1 0,0 1 0,0-1 0,0 0 0,0 1 0,-1-1 0,1 1 0,0-1 0,-1 1 0,1-1 0,0 1 0,-1-1 0,0 0 0,-21-20-1365,11 12-5461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8:00.1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336 105 24575,'-7'9'0,"0"-1"0,0 1 0,1 1 0,-9 17 0,11-19 0,0 0 0,0 0 0,-1-1 0,0 0 0,0 0 0,-1 0 0,0-1 0,0 0 0,-8 6 0,9-9 0,0 0 0,-1 0 0,1-1 0,-1 0 0,0 0 0,0 0 0,0-1 0,0 0 0,0 0 0,0 0 0,0-1 0,0 0 0,0 0 0,0-1 0,0 1 0,0-1 0,0-1 0,0 1 0,0-1 0,1 0 0,-11-5 0,10 4 0,-1 0 0,2 0 0,-1-1 0,0 1 0,1-1 0,-1-1 0,1 1 0,0-1 0,1 0 0,-1 0 0,1 0 0,0-1 0,0 1 0,1-1 0,-1 0 0,1 0 0,1 0 0,-1-1 0,-2-8 0,4 6 0,-1 1 0,1-1 0,1 0 0,-1 0 0,2 0 0,-1 0 0,4-14 0,-4 20 0,1 0 0,0 0 0,0 0 0,0 1 0,0-1 0,1 1 0,-1-1 0,1 1 0,0-1 0,-1 1 0,1 0 0,0 0 0,0 0 0,1 0 0,-1 0 0,0 0 0,1 0 0,-1 1 0,1-1 0,-1 1 0,1 0 0,0 0 0,-1 0 0,1 0 0,0 0 0,5 0 0,7-1 30,0 0 0,0 2 0,20 0 0,-28 1-179,-1-1 1,1 1-1,0 1 1,-1-1-1,1 1 1,-1 0-1,1 0 1,-1 1-1,10 6 1,-5-1-6678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8:00.5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254 56 24575,'-29'-12'0,"-48"-19"0,67 28 0,1 0 0,-1 1 0,0 0 0,0 1 0,1 0 0,-12 0 0,19 1 0,-1 0 0,0 1 0,0-1 0,1 1 0,-1-1 0,0 1 0,1 0 0,-1 0 0,1 0 0,-1 0 0,1 1 0,-1-1 0,1 1 0,0-1 0,0 1 0,0 0 0,-4 3 0,4-1 0,-1-1 0,1 1 0,0 0 0,0 0 0,1 0 0,-1 0 0,1 0 0,-1 0 0,1 0 0,0 7 0,0 0 0,0 0 0,1 0 0,1-1 0,0 1 0,0 0 0,1-1 0,1 1 0,5 15 0,-4-18 0,0 0 0,0 0 0,1-1 0,0 0 0,0 0 0,1 0 0,0-1 0,0 0 0,1 0 0,0 0 0,0-1 0,9 6 0,5 1 0,0-1 0,0-1 0,31 10 0,-19-9 0,2-1 0,-1-2 0,1-1 0,0-2 0,0-2 0,1-1 0,36-2 0,-65-1-195,-1 1 0,1-1 0,0 0 0,-1 0 0,1-1 0,10-4 0,-6 0-6631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8:02.8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355 75 24575,'-9'-8'0,"1"1"0,-1-1 0,-1 2 0,1 0 0,-1 0 0,0 0 0,-1 1 0,1 1 0,-1 0 0,0 0 0,0 1 0,0 1 0,0 0 0,-1 0 0,1 1 0,-1 0 0,1 1 0,-1 1 0,-21 3 0,27-3 0,1 1 0,0 0 0,0 0 0,0 1 0,0-1 0,0 1 0,0 0 0,1 1 0,-1-1 0,1 1 0,0 0 0,0 0 0,-6 8 0,0 2 0,1 0 0,0 1 0,-8 20 0,16-33 0,0-1 0,1 1 0,-1-1 0,0 1 0,1 0 0,-1-1 0,1 1 0,0 0 0,-1-1 0,1 1 0,0 0 0,0-1 0,0 1 0,1 0 0,-1-1 0,0 1 0,0 0 0,1-1 0,-1 1 0,1-1 0,1 3 0,-1-2 0,1 0 0,0 0 0,0 0 0,0 0 0,0-1 0,0 1 0,0-1 0,0 1 0,0-1 0,1 0 0,-1 0 0,0 0 0,5 1 0,6 3 0,1-2 0,0 0 0,1-1 0,27 1 0,60-6 0,-94 2 0,1 0 0,0 0 0,0-1 0,0 0 0,-1 0 0,1-1 0,10-5 0,-16 6 0,-1 1 0,1-1 0,-1 1 0,1-1 0,-1 0 0,0 1 0,0-1 0,0 0 0,0-1 0,0 1 0,0 0 0,-1 0 0,1-1 0,-1 1 0,1-1 0,-1 0 0,0 1 0,0-1 0,0 0 0,-1 1 0,1-1 0,-1 0 0,1 0 0,-1 0 0,0 0 0,0-4 0,-1 3 0,1 0 0,-1 0 0,0 0 0,0 0 0,0 0 0,0 0 0,-1 0 0,1 0 0,-1 0 0,0 0 0,-3-4 0,5 8 0,-1 0 0,1 0 0,0-1 0,0 1 0,0 0 0,0 0 0,0 0 0,0-1 0,-1 1 0,1 0 0,0 0 0,0 0 0,0 0 0,-1 0 0,1-1 0,0 1 0,0 0 0,0 0 0,-1 0 0,1 0 0,0 0 0,0 0 0,0 0 0,-1 0 0,1 0 0,0 0 0,0 0 0,-1 0 0,1 0 0,0 0 0,0 0 0,-1 0 0,1 0 0,0 0 0,-1 0 0,-1 9 0,4 12 0,1-14 0,0-1 0,0 0 0,1 0 0,0 0 0,0-1 0,1 1 0,-1-1 0,1 0 0,1 0 0,-1 0 0,7 4 0,2 0 0,0 0 0,0-1 0,26 11 0,-36-17 0,1-1 0,0 1 0,0-1 0,0 0 0,0 0 0,0-1 0,9 0 0,-12 0 0,-1 0 0,0 0 0,0 0 0,0 0 0,0-1 0,0 1 0,0 0 0,0-1 0,0 1 0,0-1 0,0 1 0,0-1 0,0 1 0,0-1 0,0 0 0,-1 0 0,2 0 0,-1 0 0,-1 0 0,1 0 0,-1-1 0,0 1 0,1 0 0,-1 0 0,0 0 0,0 0 0,0 0 0,0-1 0,0 1 0,0 0 0,0 0 0,0 0 0,0 0 0,0 0 0,-1-1 0,1 1 0,0 0 0,-1-1 0,-2-4 0,1 1 0,-1-1 0,0 1 0,-1 0 0,-6-9 0,-4-5 0,33 28 0,8 9 0,46 24 0,-63-37 0,1 0 0,0-1 0,0-1 0,0 0 0,0 0 0,0-1 0,0-1 0,14 1 0,-20-2 0,-1 0 0,1 0 0,-1-1 0,1 1 0,-1-1 0,0 0 0,0 0 0,6-3 0,-8 3 0,0 0 0,-1 0 0,1 0 0,0 0 0,-1-1 0,1 1 0,-1-1 0,1 1 0,-1-1 0,0 0 0,0 1 0,0-1 0,0 0 0,0 0 0,0 0 0,0 1 0,0-1 0,-1 0 0,1 0 0,-1-3 0,2-17 0,-3 19 0,1 0 0,0 0 0,0 0 0,0 0 0,1 0 0,-1 0 0,1 0 0,-1 0 0,1 0 0,0 1 0,3-6 0,-4 8 0,0-1 0,1 1 0,-1 0 0,1 0 0,-1-1 0,1 1 0,-1 0 0,1 0 0,-1 0 0,1 0 0,-1 0 0,1 0 0,-1 0 0,1 0 0,-1 0 0,1 0 0,-1 0 0,1 0 0,-1 0 0,1 0 0,-1 1 0,1-1 0,-1 0 0,1 0 0,-1 0 0,1 1 0,-1-1 0,1 1 0,16 11 0,-11-7 0,2 0 0,0 1 0,0-1 0,1-1 0,-1 0 0,1 0 0,0 0 0,0-1 0,1 0 0,-1-1 0,18 2 0,20 3 134,-12-1-1633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8:03.3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51 1 24575,'81'143'0,"-29"-46"0,-9-27 0,56 73 0,-97-142 0,28 34 0,-28-33 0,-1-1 0,1 1 0,-1-1 0,1 0 0,0 1 0,-1-1 0,1 0 0,0 0 0,0 0 0,0 0 0,0 0 0,0-1 0,0 1 0,0-1 0,0 1 0,0-1 0,0 0 0,3 0 0,-4 0 0,0-1 0,0 1 0,0-1 0,0 1 0,0-1 0,0 0 0,0 1 0,0-1 0,0 0 0,0 0 0,0 0 0,-1 0 0,1 0 0,0 0 0,-1 0 0,1 0 0,-1 0 0,1 0 0,-1 0 0,1 0 0,-1 0 0,0-1 0,1 1 0,-1 0 0,0 0 0,0 0 0,0-3 0,0-2 0,0-1 0,0 1 0,-2-11 0,1 8 0,-1 1 0,0 0 0,-1 0 0,1 0 0,-2 0 0,1 0 0,-1 0 0,0 1 0,-1-1 0,1 1 0,-2 0 0,1 1 0,-1-1 0,0 1 0,0 0 0,0 1 0,-1-1 0,0 1 0,0 1 0,-1-1 0,1 1 0,-1 1 0,0-1 0,0 1 0,0 1 0,0-1 0,0 1 0,-1 1 0,1-1 0,-10 1 0,4 2 0,-1 0 0,1 1 0,-1 0 0,1 2 0,-25 8 0,18-5 0,-35 6 0,53-13-195,-1 1 0,1-1 0,0 0 0,0 0 0,0 0 0,-4-1 0,-2-2-6631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8:03.5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24575,'7'10'0,"6"5"0,-1 4 0,1-3 0,-2-1 0,0 0 0,-2-1 0,-3-3-8191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8:03.7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 0 24575,'-3'5'0,"0"4"0,0 3 0,1-1-8191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8:04.4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407 72 24575,'-30'-9'0,"-14"-5"0,-5 2 0,2 2 0,3 0 0,4 3 0,4 1 0,4 3 0,4 3 0,5 3 0,4 0 0,4 0-8191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8:04.8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177 20 24575,'-1'0'0,"-23"-7"0,-28-3 0,45 9 0,1 0 0,0 1 0,-1 0 0,1 0 0,0 0 0,-1 1 0,1 0 0,0 0 0,-12 5 0,17-6 0,-1 1 0,1 0 0,-1-1 0,1 1 0,-1 0 0,1 0 0,0 0 0,-1 0 0,1 0 0,0 1 0,0-1 0,0 0 0,0 0 0,0 1 0,0-1 0,0 1 0,1-1 0,-1 1 0,0-1 0,1 1 0,-1-1 0,1 1 0,0 0 0,-1 2 0,1 0 0,1-1 0,-1 0 0,0 0 0,1 0 0,0 1 0,0-1 0,0 0 0,0 0 0,0 0 0,1 0 0,-1 0 0,1-1 0,0 1 0,2 2 0,11 13-19,1-1 0,26 23 0,44 28-612,-58-48 610,48 28 0,-67-43-100,0-1 1,1 0 0,-1 0 0,1-1-1,0 0 1,0 0 0,0-2-1,0 1 1,0-1 0,11 0-1,-6-3-6016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8:05.6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260 50 24575,'-63'-17'0,"27"6"0,-58-9 0,91 20 0,-1-1 0,1 1 0,0 0 0,-1 0 0,1 0 0,-1 0 0,1 1 0,0-1 0,-1 1 0,1 0 0,-6 3 0,7-3 0,1 0 0,-1 0 0,1 0 0,-1 0 0,1 1 0,0-1 0,0 0 0,-1 1 0,1-1 0,0 1 0,0 0 0,1-1 0,-1 1 0,0 0 0,0-1 0,1 1 0,-1 0 0,1 0 0,0 0 0,-1-1 0,1 1 0,0 4 0,0 0 0,1-1 0,0 1 0,0 0 0,0-1 0,0 1 0,1-1 0,0 0 0,0 1 0,1-1 0,-1 0 0,1 0 0,0 0 0,0-1 0,7 8 0,5 5 0,2 0 0,21 17 0,-28-25 0,-2-3 0,0 0 0,-1-1 0,2 1 0,-1-1 0,12 4 0,-16-7 0,0 0 0,0-1 0,-1 0 0,1 0 0,0 0 0,0-1 0,0 1 0,0-1 0,0 0 0,0 0 0,0 0 0,0-1 0,0 0 0,0 1 0,6-3 0,-7 2 0,-1 0 0,0 0 0,1-1 0,-1 1 0,0 0 0,0-1 0,0 1 0,0-1 0,0 0 0,-1 0 0,1 0 0,0 0 0,-1 0 0,1 0 0,1-4 0,-1 2 0,-1 1 0,0-1 0,0 0 0,0 0 0,0 0 0,-1 0 0,0 0 0,1 1 0,-2-7 0,0 1 0,0 0 0,-1 0 0,0 0 0,-1 0 0,0 0 0,0 1 0,-9-17 0,6 15 0,4 5 0,0 0 0,-1 0 0,0 1 0,0-1 0,0 1 0,0 0 0,-1 0 0,1 0 0,-8-5 0,11 9 0,0 0 0,0-1 0,-1 1 0,1 0 0,0 0 0,0 0 0,0 0 0,0 0 0,-1 0 0,1 1 0,0-1 0,0 0 0,0 0 0,0 0 0,0 0 0,-1 0 0,1 0 0,0 0 0,0 0 0,0 0 0,0 0 0,0 0 0,0 0 0,-1 1 0,1-1 0,0 0 0,0 0 0,0 0 0,0 0 0,0 0 0,0 0 0,0 1 0,0-1 0,0 0 0,0 0 0,0 0 0,0 0 0,0 0 0,0 1 0,0-1 0,0 0 0,0 0 0,0 0 0,0 0 0,0 0 0,0 1 0,0-1 0,0 0 0,0 0 0,0 0 0,0 0 0,0 0 0,0 1 0,0-1 0,0 0 0,0 0 0,0 0 0,0 0 0,1 0 0,-1 1 0,3 9 0,2-2 0,0 0 0,1 0 0,0 0 0,0-1 0,1 0 0,0 0 0,0 0 0,0-1 0,1 0 0,0-1 0,0 1 0,12 4 0,-10-5 0,0-1 0,0 0 0,1 0 0,0-1 0,-1-1 0,1 0 0,0 0 0,0-1 0,0-1 0,19 0 0,-28-1 0,1 1 0,-1 0 0,1-1 0,-1 0 0,1 1 0,-1-1 0,1 0 0,-1 0 0,0 0 0,1-1 0,-1 1 0,0 0 0,0-1 0,0 0 0,0 1 0,0-1 0,-1 0 0,1 0 0,0 0 0,-1 0 0,1 0 0,-1-1 0,0 1 0,0 0 0,0-1 0,0 1 0,1-3 0,-2 1 0,1 0 0,0 0 0,-1-1 0,0 1 0,0 0 0,0 0 0,0-1 0,-1 1 0,1 0 0,-1 0 0,0 0 0,-1 0 0,1 0 0,-1 0 0,-3-6 0,5 10 0,6 9 0,1 0 0,-1 0 0,10 9 0,-12-15 0,0 0 0,1 0 0,-1 0 0,0-1 0,1 0 0,0 1 0,0-1 0,-1-1 0,1 1 0,0-1 0,1 0 0,-1 0 0,0 0 0,0-1 0,0 0 0,0 0 0,1 0 0,-1-1 0,0 1 0,0-1 0,0-1 0,0 1 0,0-1 0,0 1 0,0-1 0,-1-1 0,1 1 0,-1-1 0,7-4 0,-8 5 7,1-1-1,0 1 0,0 0 0,0 0 1,0 1-1,1-1 0,-1 1 1,0 0-1,1 0 0,-1 0 1,1 1-1,-1 0 0,1 0 0,-1 0 1,1 0-1,-1 0 0,0 1 1,7 2-1,-5-2-120,1 2 0,-1-1-1,0 1 1,-1-1 0,1 2 0,0-1-1,-1 1 1,0-1 0,0 1 0,0 1-1,0-1 1,5 7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8:06.0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135 18 24575,'-7'-3'0,"0"0"0,1 1 0,-1-1 0,0 1 0,0 1 0,-10-2 0,16 3 0,-1-1 0,1 1 0,-1 0 0,0 0 0,1 0 0,-1 0 0,1 0 0,-1 1 0,0-1 0,1 0 0,-1 1 0,1-1 0,-1 1 0,1-1 0,0 1 0,-1 0 0,1 0 0,-1 0 0,1-1 0,0 1 0,0 1 0,0-1 0,-1 0 0,1 0 0,0 0 0,0 0 0,1 1 0,-1-1 0,0 0 0,0 1 0,1-1 0,-1 1 0,1-1 0,-1 1 0,0 1 0,1 0 0,0 0 0,0 1 0,0-1 0,0 0 0,1 0 0,-1 0 0,1 0 0,0 0 0,0 1 0,0-1 0,0 0 0,1-1 0,-1 1 0,1 0 0,2 3 0,3 4 0,0-1 0,16 15 0,10 5 0,-26-25 0,0 1 0,-1 1 0,0-1 0,0 1 0,0 0 0,-1 0 0,0 1 0,0-1 0,6 12 0,-11-16 0,1-1 0,-1 0 0,1 0 0,-1 1 0,0-1 0,1 0 0,-1 0 0,0 1 0,0-1 0,0 0 0,0 1 0,0-1 0,0 0 0,-1 1 0,1-1 0,0 0 0,-1 1 0,1-1 0,-1 0 0,0 2 0,-1-1 0,1 0 0,0-1 0,-1 1 0,1-1 0,-1 0 0,0 1 0,1-1 0,-1 0 0,0 0 0,0 0 0,0 0 0,-2 1 0,-4 0 0,0 0 0,0 0 0,0 0 0,0-1 0,-13 0 0,19-1-48,-9 1-140,1-1 0,-1 0-1,1-1 1,-1 0 0,1 0 0,-12-4 0,13 1-6638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8:06.7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126 607 24575,'-13'-5'0,"0"0"0,-18-2 0,28 6 0,0 0 0,-1 1 0,0 0 0,1 0 0,-1 0 0,1 0 0,-1 0 0,1 1 0,-1-1 0,1 1 0,-1 0 0,1 0 0,0 0 0,-4 2 0,6-2 0,0 0 0,0 0 0,0-1 0,0 1 0,0 0 0,0 0 0,0 0 0,1 0 0,-1 0 0,0 0 0,1 1 0,-1-1 0,1 0 0,-1 0 0,1 0 0,-1 1 0,1-1 0,0 0 0,0 0 0,-1 1 0,1-1 0,0 0 0,0 1 0,0-1 0,1 0 0,-1 0 0,0 1 0,0-1 0,1 0 0,-1 0 0,1 1 0,-1-1 0,1 0 0,0 1 0,3 6 0,0 0 0,1-1 0,10 13 0,-13-17 0,8 10 0,1-1 0,-1 0 0,24 18 0,-30-26 0,1-1 0,0 0 0,-1 0 0,1 0 0,0 0 0,1-1 0,-1 0 0,0 0 0,1 0 0,-1-1 0,1 0 0,-1 0 0,1 0 0,7 0 0,-12-1 0,0 0 0,0 0 0,1-1 0,-1 1 0,0 0 0,0 0 0,1-1 0,-1 1 0,0-1 0,0 1 0,0-1 0,1 1 0,-1-1 0,0 0 0,0 1 0,0-1 0,0 0 0,0 0 0,0 0 0,-1 0 0,1 0 0,1-1 0,-1 0 0,-1 0 0,1 0 0,0 0 0,-1 0 0,0 0 0,1 0 0,-1 0 0,0 0 0,0 0 0,0 0 0,0 0 0,-1-4 0,0-1 0,-1 0 0,0 0 0,-1 0 0,0 0 0,0 0 0,-6-10 0,-8-6 0,16 23 0,0-1 0,1 0 0,-1 0 0,0 0 0,0 1 0,0-1 0,0 0 0,0 1 0,0-1 0,0 0 0,0 1 0,0 0 0,0-1 0,0 1 0,0-1 0,0 1 0,0 0 0,0 0 0,0 0 0,0 0 0,-3 0 0,4 0 0,0 0 0,0 0 0,-1 0 0,1 1 0,0-1 0,-1 0 0,1 0 0,0 0 0,0 1 0,0-1 0,-1 0 0,1 0 0,0 1 0,0-1 0,0 0 0,-1 0 0,1 1 0,0-1 0,0 0 0,0 1 0,0-1 0,0 0 0,0 1 0,0-1 0,0 0 0,0 1 0,0-1 0,0 0 0,0 1 0,0-1 0,0 0 0,0 0 0,0 1 0,0-1 0,0 0 0,0 1 0,0-1 0,1 0 0,-1 1 0,0-1 0,0 0 0,0 0 0,0 1 0,1-1 0,-1 0 0,10 14 0,-2-7 0,0 0 0,0-1 0,1 0 0,0 0 0,0-1 0,0 0 0,1 0 0,-1-1 0,21 5 0,-7-3 0,0-1 0,1-1 0,31 1 0,-40-5 0,-1 0 0,1 0 0,0-2 0,0 0 0,0 0 0,0-2 0,-1 1 0,18-9 0,-25 9 0,1 0 0,-1-1 0,0 0 0,0-1 0,-1 1 0,1-1 0,-1-1 0,0 1 0,0-1 0,-1 0 0,0 0 0,0-1 0,0 0 0,-1 0 0,0 0 0,5-14 0,-4 10 0,-2-2 0,0 1 0,0 0 0,-1-1 0,-1 1 0,0-24 0,-2 16 0,0 1 0,-2 0 0,-10-36 0,0 16 0,-2 2 0,-1-1 0,-34-55 0,40 76 0,-8-15 0,-1 1 0,-45-54 0,62 83 0,-1-1 0,1 1 0,-1-1 0,0 1 0,0 0 0,0 0 0,0 0 0,-1 0 0,1 1 0,0 0 0,-1-1 0,-5 0 0,7 2 0,1-1 0,0 1 0,-1 0 0,1 0 0,0 0 0,-1 1 0,1-1 0,-1 0 0,1 1 0,0-1 0,0 0 0,-1 1 0,1-1 0,0 1 0,0 0 0,-1 0 0,1-1 0,0 1 0,0 0 0,0 0 0,0 0 0,0 0 0,0 0 0,0 0 0,1 0 0,-1 0 0,0 1 0,0-1 0,1 0 0,-1 0 0,1 1 0,-1-1 0,1 0 0,0 1 0,-1 1 0,0 3 0,0 0 0,1 1 0,-1-1 0,1 0 0,1 0 0,-1 1 0,1-1 0,0 0 0,0 0 0,1 0 0,4 11 0,3 5 0,20 34 0,-9-22 7,2-2-1,1 0 0,43 44 1,91 75-105,-49-50-1195,-92-85-5533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8:07.9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361 30 24575,'-80'-12'0,"-153"-6"0,228 18 0,0 0 0,-1 1 0,1-1 0,-10 3 0,14-3 0,1 0 0,-1 1 0,0-1 0,1 0 0,-1 1 0,0-1 0,1 0 0,-1 1 0,1-1 0,-1 0 0,1 1 0,-1-1 0,1 1 0,-1 0 0,1-1 0,-1 1 0,1-1 0,-1 2 0,1-1 0,0 0 0,0-1 0,0 1 0,0 0 0,0 0 0,0 0 0,0 0 0,0 0 0,0-1 0,0 1 0,1 0 0,-1 0 0,0 0 0,1-1 0,-1 1 0,1 0 0,-1-1 0,1 1 0,-1 0 0,2 0 0,5 8 0,0-1 0,1 0 0,1-1 0,-1 0 0,19 12 0,53 25 0,-54-31 0,113 53 0,-4-2 0,-111-53 0,19 11 0,-38-19 0,-1-1 0,-1 1 0,1 0 0,0 0 0,-1 0 0,1 1 0,4 5 0,-8-9 0,1 1 0,-1 0 0,0-1 0,1 1 0,-1 0 0,1-1 0,-1 1 0,0 0 0,0 0 0,1-1 0,-1 1 0,0 0 0,0 0 0,0-1 0,0 1 0,0 0 0,0 0 0,0-1 0,0 1 0,0 0 0,0 0 0,0 0 0,-1-1 0,1 1 0,0 1 0,-1-1 0,0 0 0,0 0 0,0 0 0,0 0 0,0 0 0,0-1 0,0 1 0,0 0 0,0 0 0,-1-1 0,1 1 0,0-1 0,-2 1 0,-3 1 0,-1 0 0,0 0 0,0-1 0,-9 1 0,-162-3 0,173 0 0,-1 1 0,-1 0 0,1 0 0,-1-1 0,0 0 0,1-1 0,0 1 0,-1-1 0,-8-4 0,15 6 0,0 0 0,0 0 0,-1-1 0,1 1 0,0 0 0,0 0 0,0 0 0,-1 0 0,1-1 0,0 1 0,0 0 0,0 0 0,0-1 0,-1 1 0,1 0 0,0 0 0,0 0 0,0-1 0,0 1 0,0 0 0,0-1 0,0 1 0,0 0 0,0 0 0,0-1 0,0 1 0,0 0 0,0 0 0,0-1 0,0 1 0,0-1 0,7-6 0,12-1 0,161-39 0,-36 13 0,-132 30 0,86-28 0,-84 27 0,0-1 0,-1-1 0,1 0 0,20-16 0,-31 21 0,-1 0 0,0 0 0,1-1 0,-1 1 0,0 0 0,0-1 0,0 1 0,-1-1 0,1 0 0,0 0 0,-1 1 0,0-1 0,0 0 0,0 0 0,0 0 0,1-4 0,-2 5 0,0 0 0,-1 0 0,1 0 0,0 0 0,0 0 0,-1 1 0,1-1 0,-1 0 0,0 0 0,1 0 0,-1 1 0,0-1 0,0 0 0,0 1 0,0-1 0,0 1 0,-1-1 0,1 1 0,0-1 0,-1 1 0,1 0 0,-1 0 0,1 0 0,-1 0 0,0 0 0,1 0 0,-4-1 0,-1 0 0,-1-1 0,0 1 0,0 0 0,0 1 0,0 0 0,0 0 0,0 1 0,0-1 0,0 2 0,0-1 0,0 1 0,0 0 0,0 0 0,0 1 0,0 0 0,1 0 0,-1 0 0,0 1 0,-8 5 0,13-6 0,0-1 0,0 1 0,-1 0 0,1 0 0,0 0 0,1 0 0,-1 0 0,0 1 0,1-1 0,-1 0 0,1 1 0,0-1 0,-1 1 0,1 0 0,1-1 0,-1 1 0,0 0 0,0 3 0,1-2 0,0 0 0,0 0 0,1 0 0,-1 0 0,1 0 0,0 0 0,0 0 0,0 0 0,1 0 0,0-1 0,2 6 0,2 1 0,1-1 0,-1 0 0,1-1 0,1 0 0,-1 0 0,1 0 0,1-1 0,13 9 0,-13-10-124,1 0 0,0-1 0,1 0 0,-1 0 0,1-1 0,0-1-1,0 0 1,0 0 0,0-1 0,21 2 0,-18-4-6702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8:08.6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182 27 24575,'-24'-7'0,"-42"-10"0,60 16 0,0 0 0,0 1 0,0-1 0,0 1 0,0 0 0,-1 1 0,1 0 0,-9 2 0,13-3 0,1 1 0,0 0 0,-1-1 0,1 1 0,-1 0 0,1 0 0,0 0 0,0 0 0,0 0 0,-1 0 0,1 0 0,0 0 0,0 0 0,0 0 0,1 1 0,-1-1 0,-1 3 0,1-1 0,0 0 0,0 0 0,0 1 0,0-1 0,1 0 0,-1 1 0,1 6 0,0-3 0,1 1 0,0 0 0,1 0 0,-1-1 0,1 1 0,5 10 0,-5-14 0,1 0 0,-1 0 0,1-1 0,-1 1 0,1-1 0,0 0 0,0 0 0,1 0 0,-1 0 0,1-1 0,4 4 0,-2-3 0,-1 0 0,0-1 0,1 1 0,-1-1 0,1 0 0,0-1 0,10 2 0,-14-2 0,-1-1 0,0 0 0,1 0 0,-1 0 0,0-1 0,1 1 0,-1 0 0,0 0 0,1-1 0,-1 1 0,0-1 0,0 1 0,1-1 0,-1 1 0,0-1 0,0 0 0,0 0 0,2-1 0,-1 0 0,0 0 0,-1 0 0,1 0 0,-1 0 0,0-1 0,0 1 0,0 0 0,0-1 0,1-3 0,0-2 0,0-1 0,-1 0 0,0 0 0,-1-14 0,0 52 0,1 10 0,8 63 0,0-61 0,27 76 0,26 36 0,-41-103 0,-14-37-1365,-2-4-5461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8:09.6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0 232 24575,'1'6'0,"-1"-1"0,1 1 0,0 0 0,1-1 0,-1 1 0,1-1 0,0 1 0,0-1 0,1 0 0,0 0 0,0 0 0,0 0 0,0-1 0,1 1 0,0-1 0,0 0 0,5 5 0,0-1 0,0-1 0,0-1 0,1 0 0,0 0 0,0 0 0,1-1 0,18 6 0,-27-11 0,0 1 0,0 0 0,0-1 0,0 1 0,0-1 0,0 0 0,0 0 0,0 0 0,1 0 0,-1 0 0,0 0 0,0 0 0,0-1 0,0 1 0,0-1 0,0 1 0,0-1 0,0 0 0,0 0 0,0 0 0,0 0 0,-1 0 0,1-1 0,2-1 0,-1 0 0,-1 0 0,0 0 0,0 0 0,0-1 0,-1 1 0,1 0 0,-1-1 0,0 1 0,0-1 0,0 1 0,0-1 0,0 0 0,-1-5 0,2-4 0,-2 1 0,0 0 0,0 0 0,-1 0 0,-6-25 0,7 36 0,-1-1 0,1 1 0,0-1 0,-1 0 0,1 1 0,0-1 0,0 0 0,0 1 0,0-1 0,0 0 0,1 1 0,-1-3 0,1 4 0,-1-1 0,0 1 0,1-1 0,-1 1 0,1-1 0,-1 1 0,1-1 0,-1 1 0,1 0 0,-1-1 0,1 1 0,-1-1 0,1 1 0,-1 0 0,1 0 0,0-1 0,-1 1 0,1 0 0,0 0 0,-1 0 0,1 0 0,0 0 0,-1 0 0,1 0 0,-1 0 0,1 0 0,0 0 0,-1 0 0,1 0 0,0 0 0,-1 0 0,1 1 0,0-1 0,69 23 0,-53-16 0,1-1 0,0-1 0,27 5 0,-24-8 0,1 0 0,-1-1 0,0-2 0,1 0 0,23-4 0,-36 3 0,0 0 0,-1-1 0,1 0 0,-1 0 0,1-1 0,9-6 0,-13 7 0,0-1 0,-1 1 0,1-1 0,-1 0 0,0 0 0,0 0 0,-1-1 0,1 1 0,-1-1 0,5-10 0,-6 11 0,0 0 0,-1 0 0,0 0 0,1-1 0,-2 1 0,1 0 0,0-1 0,-1 1 0,0-1 0,0 1 0,-1-1 0,1 1 0,-1 0 0,0-1 0,0 1 0,0 0 0,0 0 0,-1-1 0,0 1 0,0 0 0,-4-7 0,2 7 0,1-1 0,0 1 0,-1-1 0,0 1 0,0 0 0,-1 1 0,1-1 0,-1 1 0,1 0 0,-1 0 0,0 0 0,0 0 0,0 1 0,-1 0 0,1 0 0,-11-2 0,11 4 0,1 0 0,-1 0 0,0 0 0,0 1 0,0-1 0,0 1 0,1 1 0,-1-1 0,1 0 0,-1 1 0,1 0 0,-1 0 0,1 1 0,0-1 0,0 1 0,0 0 0,0 0 0,1 0 0,-1 0 0,-5 8 0,6-8 0,0 0 0,1 0 0,-1 1 0,1-1 0,0 1 0,0-1 0,0 1 0,1 0 0,-1 0 0,1 0 0,0 0 0,0 0 0,0 0 0,1 0 0,-1 0 0,1 0 0,0 0 0,0 0 0,0 1 0,1-1 0,0 0 0,0 0 0,0 0 0,2 6 0,2-2 0,0 0 0,0 0 0,1 0 0,0-1 0,0 0 0,1 0 0,0 0 0,0-1 0,1 0 0,-1-1 0,1 0 0,1 0 0,14 7 0,-1-3 0,0-1 0,0-1 0,1-1 0,34 4 0,-46-8 0,1-1 0,-1-1 0,1 0 0,-1 0 0,1-1 0,-1-1 0,13-3 0,-16 3 0,-1 0 0,0-1 0,0 1 0,0-2 0,-1 1 0,1-1 0,-1 0 0,1 0 0,-1-1 0,-1 0 0,11-10 0,-13 11 0,0 0 0,-1-1 0,0 1 0,1-1 0,-1 1 0,-1-1 0,1 1 0,-1-1 0,0 0 0,0 0 0,0 0 0,-1-7 0,1-7 0,-2 1 0,-2-18 0,0 26 0,3 8 0,-1 1 0,0-1 0,1 1 0,0-1 0,-1 1 0,1-1 0,0 1 0,0-1 0,-1 1 0,1-1 0,0 0 0,1 1 0,-1-1 0,1-2 0,-1 4 0,0 0 0,1 0 0,-1 0 0,1 0 0,-1 0 0,1 0 0,-1 0 0,0 0 0,1 0 0,-1 1 0,1-1 0,-1 0 0,0 0 0,1 0 0,-1 0 0,0 1 0,1-1 0,-1 0 0,1 0 0,-1 1 0,0-1 0,0 0 0,1 0 0,-1 1 0,0-1 0,1 0 0,-1 1 0,11 12 0,-8-10 0,11 14 0,0 0 0,34 32 0,-43-45 0,-1-1 0,0 1 0,1-1 0,-1 0 0,1 0 0,0-1 0,0 0 0,0 0 0,0 0 0,1 0 0,-1-1 0,0 1 0,10 0 0,-11-3 0,-1 1 0,1-1 0,-1 0 0,0 1 0,1-1 0,-1-1 0,0 1 0,0 0 0,0-1 0,5-3 0,-4 3 0,-1 0 0,1 0 0,0 0 0,0 0 0,0 1 0,6-2 0,1 2 2,0 1-1,0 0 0,0 0 1,0 1-1,0 1 1,0 0-1,0 0 0,13 5 1,22 5-1380,-34-10-5448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8:10.2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102 247 24575,'-12'-11'0,"-24"-19"0,33 27 0,0 1 0,-1 0 0,1 0 0,-1 0 0,0 0 0,0 1 0,1 0 0,-8-2 0,11 3 0,-1 0 0,1 0 0,-1 0 0,1-1 0,-1 1 0,1 0 0,-1 0 0,1 0 0,-1 0 0,1 0 0,-1 1 0,1-1 0,-1 0 0,1 0 0,0 0 0,-1 0 0,1 0 0,-1 1 0,1-1 0,-1 0 0,1 0 0,0 1 0,-1-1 0,1 0 0,-1 1 0,1-1 0,0 0 0,-1 1 0,1-1 0,0 0 0,0 1 0,-1-1 0,1 1 0,0-1 0,0 1 0,0-1 0,0 1 0,-1-1 0,1 0 0,0 1 0,0-1 0,0 1 0,0-1 0,0 1 0,0-1 0,0 1 0,0-1 0,0 1 0,1-1 0,-1 1 0,0-1 0,0 1 0,1 0 0,0 4 0,0-1 0,1 1 0,5 8 0,2 3 0,1-1 0,0 0 0,2-1 0,0 0 0,0-1 0,1-1 0,1 1 0,0-2 0,0 0 0,1-1 0,1 0 0,-1-2 0,19 9 0,-28-15 0,-1-1 0,0 1 0,1-1 0,-1 0 0,0 0 0,1 0 0,-1-1 0,1 0 0,-1 0 0,1 0 0,-1-1 0,1 0 0,-1 0 0,1 0 0,-1-1 0,0 0 0,0 0 0,10-5 0,-8 3 0,1-2 0,-1 1 0,0-1 0,0 0 0,-1 0 0,1 0 0,-1-1 0,-1 0 0,1-1 0,7-14 0,-5 5 0,0-2 0,-1 1 0,-1-1 0,-1 0 0,-1 0 0,0 0 0,-2-1 0,0 1 0,-1-1 0,-2-26 0,1 40 0,-1 0 0,0 0 0,0 0 0,-1 0 0,1 0 0,-1 0 0,0 0 0,-6-9 0,7 13 0,0 1 0,0 0 0,0-1 0,0 1 0,0 0 0,0 0 0,0-1 0,0 1 0,-1 0 0,1 0 0,0 0 0,-1 1 0,1-1 0,-1 0 0,1 0 0,-1 1 0,1-1 0,-1 1 0,1 0 0,-1-1 0,0 1 0,1 0 0,-1 0 0,0 0 0,1 0 0,-1 0 0,0 0 0,1 0 0,-1 1 0,1-1 0,-1 0 0,0 1 0,1 0 0,-1-1 0,1 1 0,-3 1 0,-1 1 0,0 1 0,0-1 0,0 1 0,1 0 0,-1 0 0,1 1 0,0 0 0,0-1 0,1 1 0,-1 0 0,1 0 0,-3 8 0,4-9 0,0 1 0,0-1 0,0 1 0,1 0 0,0-1 0,0 1 0,0 0 0,0 0 0,1 0 0,0 0 0,0-1 0,0 1 0,1 0 0,-1 0 0,3 9 0,1-6 0,0 1 0,0-1 0,0 0 0,1 0 0,0-1 0,1 1 0,0-1 0,11 11 0,-6-8 0,1-1 0,0-1 0,0 0 0,25 13 0,-2-7 0,1 0 0,0-3 0,50 10 0,77 12-1365,-146-30-5461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8:33.1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1578 59 24575,'-27'-3'0,"0"2"0,-50 2 0,26 1 0,-137 7 0,80-3 0,-560 33 0,570-30 0,19-2 0,-154-4 0,231-3 0,1 0 0,-1 0 0,1 0 0,-1 0 0,1-1 0,0 1 0,-1-1 0,1 1 0,0-1 0,-1 1 0,1-1 0,-2-1 0,3 2 0,0-1 0,0 1 0,-1 0 0,1 0 0,0 0 0,0 0 0,0 0 0,0-1 0,0 1 0,0 0 0,0 0 0,0 0 0,0 0 0,0-1 0,0 1 0,0 0 0,0 0 0,0 0 0,0-1 0,0 1 0,0 0 0,0 0 0,0 0 0,0 0 0,0-1 0,0 1 0,0 0 0,0 0 0,0 0 0,0 0 0,0-1 0,1 1 0,9-6 0,7 0 0,0 1 0,0 0 0,26-2 0,56-2 0,-51 6 0,695-42-1312,-266 19 949,-369 19 304,-160 8 199,-261 11-229,266-6-6419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8:40.2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1623 4 24575,'0'-1'0,"0"1"0,0 0 0,0 0 0,0 0 0,0 0 0,0-1 0,0 1 0,0 0 0,0 0 0,0 0 0,0 0 0,0 0 0,0-1 0,1 1 0,-1 0 0,0 0 0,0 0 0,0 0 0,0 0 0,0 0 0,1 0 0,-1 0 0,0 0 0,0-1 0,0 1 0,0 0 0,0 0 0,1 0 0,-1 0 0,0 0 0,0 0 0,0 0 0,0 0 0,1 0 0,-1 0 0,0 0 0,0 0 0,0 0 0,0 0 0,1 0 0,-1 1 0,0-1 0,0 0 0,0 0 0,0 0 0,0 0 0,1 0 0,-1 0 0,0 0 0,0 0 0,0 0 0,0 1 0,0-1 0,0 0 0,0 0 0,1 0 0,-1 0 0,0 0 0,0 1 0,0-1 0,0 0 0,0 0 0,0 0 0,0 0 0,0 1 0,0-1 0,0 0 0,0 1 0,0 0 0,0 0 0,0 0 0,0-1 0,0 1 0,0 0 0,-1 0 0,1 0 0,0 0 0,0-1 0,-1 1 0,1 0 0,-1 1 0,-2 1 0,0 0 0,0 0 0,0-1 0,0 1 0,-1-1 0,1 1 0,-1-1 0,0 0 0,1 0 0,-1-1 0,-7 3 0,-6 1 0,-25 3 0,35-6 0,-125 14 0,-162 1 0,164-12 0,-315 0 0,325-5 0,51 3 0,-120 20 0,185-22 0,-31 5 0,-36 10 0,71-16 0,-1 1 0,-1 0 0,1-1 0,0 0 0,0 1 0,0-1 0,0 0 0,-1 0 0,1 0 0,0 1 0,0-1 0,-1 0 0,1-1 0,0 1 0,0 0 0,0 0 0,-1 0 0,0-1 0,3 0 0,0-1 0,0 1 0,0 0 0,1 0 0,-1 0 0,0 0 0,1 1 0,-1-1 0,1 0 0,-1 1 0,3-2 0,14-3 0,0 1 0,29-4 0,-9 2 0,246-31 9,-153 23-556,496-32-690,2 40 373,-573 6 3398,-238 7-2420,12 1-123,-27-8 9,-396 15 0,98 25 0,491-39-44,-50 3-617,-54 13 1,92-13-6166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8:43.4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292 76 24575,'-15'-7'0,"9"4"0,-1 0 0,0 0 0,1-1 0,0 0 0,0 0 0,0 0 0,0-1 0,1 0 0,-9-9 0,13 12 0,-1 0 0,0 1 0,1-1 0,-1 1 0,0 0 0,0-1 0,0 1 0,0 0 0,0 0 0,0 0 0,-1 1 0,1-1 0,0 0 0,0 1 0,-1-1 0,-3 1 0,-5-1 0,0 1 0,-14 1 0,7 0 0,14-1 0,0 1 0,1-1 0,-1 1 0,1 0 0,-1 0 0,1 0 0,-1 0 0,1 1 0,0-1 0,0 1 0,-1 0 0,1 0 0,0 0 0,-3 3 0,0 2 0,0-1 0,0 1 0,0 0 0,-8 14 0,12-18 0,0 1 0,1 0 0,-1 1 0,1-1 0,0 0 0,0 0 0,0 0 0,0 1 0,1-1 0,0 0 0,0 1 0,0-1 0,0 0 0,1 1 0,-1-1 0,1 0 0,0 0 0,1 1 0,-1-1 0,1 0 0,0 0 0,0 0 0,0-1 0,0 1 0,0 0 0,1-1 0,0 0 0,5 6 0,11 5 0,0-1 0,0-1 0,26 12 0,-37-20 0,1 0 0,0-1 0,0 0 0,1-1 0,-1 0 0,1 0 0,-1-1 0,1 0 0,-1-1 0,14-1 0,-21 1 0,0 0 0,0-1 0,0 1 0,0-1 0,0 1 0,0-1 0,0 0 0,0 0 0,0 0 0,0 0 0,0 0 0,0-1 0,-1 1 0,1 0 0,-1-1 0,1 1 0,-1-1 0,1 0 0,-1 1 0,0-1 0,0 0 0,0 0 0,0 0 0,0 0 0,0 0 0,0 0 0,-1 0 0,1 0 0,-1 0 0,1 0 0,-1 0 0,0-4 0,0-6 0,0 0 0,0 1 0,-2-1 0,-3-18 0,4 25 0,-20-75 0,47 113 0,-7-3-101,-4-6-320,0-2-1,31 36 1,-37-49-6405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8:44.0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29 24575,'16'24'0,"-4"-3"0,2-1 0,20 22 0,-30-38 0,1 1 0,-1-1 0,1 0 0,0 0 0,0 0 0,1 0 0,-1-1 0,1 0 0,0 0 0,0-1 0,0 1 0,0-1 0,8 1 0,-13-2 0,0-1 0,0 0 0,0 0 0,0 0 0,0 0 0,0 0 0,0 0 0,-1 0 0,1 0 0,0 0 0,0 0 0,0-1 0,0 1 0,0 0 0,0-1 0,-1 1 0,1 0 0,0-1 0,0 1 0,-1-1 0,1 1 0,0-1 0,-1 0 0,2 0 0,-1 0 0,-1-1 0,1 1 0,0-1 0,-1 1 0,1-1 0,-1 1 0,0-1 0,1 1 0,-1-1 0,0 1 0,0-1 0,0-2 0,-1-6 0,-1 2 0,1-1 0,-6-15 0,6 22 0,-6-20 0,1 5 0,-5-24 0,11 40 0,-1 1 0,1-1 0,0 0 0,0 1 0,0-1 0,0 0 0,0 0 0,0 1 0,0-1 0,0 0 0,0 0 0,1 1 0,-1-1 0,0 0 0,0 1 0,1-1 0,-1 0 0,0 1 0,1-1 0,-1 0 0,0 1 0,1-1 0,-1 1 0,1-1 0,-1 1 0,2-1 0,-1 0 0,0 0 0,1 1 0,-1-1 0,1 1 0,-1-1 0,1 1 0,-1 0 0,1-1 0,-1 1 0,1 0 0,-1 0 0,2 0 0,4 1 0,-1 0 0,1 0 0,-1 1 0,12 3 0,7 5 0,-1 2 0,0 0 0,-1 1 0,-1 1 0,0 1 0,21 20 0,-43-35-45,1 1-1,0-1 1,-1 1-1,1 0 1,0-1-1,-1 1 1,1 0-1,-1-1 1,1 1-1,-1 0 1,0 0-1,1-1 1,-1 1-1,0 0 1,1 0-1,-1 0 1,0 0-1,0-1 1,0 1-1,0 0 1,0 0-1,0 0 1,0 0-1,0 0 0,0 0 1,0-1-1,0 1 1,-1 0-1,0 1 1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8:46.1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 34 24575,'-3'-1'0,"1"0"0,0 0 0,-1 0 0,1 0 0,-1 0 0,1 1 0,-1-1 0,-4 1 0,7 0 0,-1 0 0,1 0 0,0 0 0,-1 0 0,1 0 0,0 0 0,-1 0 0,1 0 0,0 0 0,-1 0 0,1 1 0,0-1 0,-1 0 0,1 0 0,0 0 0,0 1 0,-1-1 0,1 0 0,0 0 0,0 1 0,-1-1 0,1 0 0,0 1 0,0-1 0,-1 1 0,1 0 0,0 0 0,0 0 0,0 0 0,0 0 0,0 0 0,0 0 0,0 0 0,0 0 0,1 0 0,-1 0 0,0 0 0,1 0 0,0 1 0,3 6 0,0-1 0,0 1 0,1-1 0,0 0 0,1-1 0,-1 1 0,1-1 0,12 10 0,-6-7 0,1 1 0,0-2 0,28 14 0,-30-17 0,1 0 0,-1-1 0,1-1 0,0 0 0,0-1 0,0 0 0,1 0 0,-1-2 0,23 0 0,-33-1 0,0 1 0,0 0 0,0-1 0,0 1 0,0-1 0,0 0 0,0 0 0,0 0 0,-1 0 0,1 0 0,0 0 0,-1 0 0,1 0 0,-1-1 0,1 1 0,-1-1 0,0 1 0,1-1 0,-1 1 0,0-1 0,0 0 0,0 0 0,0 1 0,-1-1 0,1 0 0,0 0 0,-1 0 0,1-3 0,1-5 0,-1 0 0,0 0 0,-1-1 0,-1-12 0,1 12 0,-4-31 0,4 39 0,-1 1 0,0-1 0,1 0 0,-1 0 0,0 1 0,0-1 0,0 0 0,-1 1 0,1-1 0,-1 1 0,1 0 0,-3-3 0,4 5 0,0 0 0,0 0 0,-1 0 0,1 0 0,0 0 0,0 1 0,0-1 0,0 0 0,0 0 0,0 0 0,0 0 0,-1 0 0,1 0 0,0 1 0,0-1 0,0 0 0,0 0 0,0 0 0,0 0 0,0 0 0,0 1 0,0-1 0,0 0 0,0 0 0,0 0 0,0 0 0,0 0 0,0 1 0,0-1 0,0 0 0,0 0 0,0 0 0,0 0 0,0 1 0,0-1 0,0 0 0,0 0 0,0 0 0,0 0 0,1 0 0,-1 0 0,0 1 0,0-1 0,0 0 0,3 10 0,2 7-114,2-1 1,0 0-1,2 0 0,-1-1 0,2 0 1,0 0-1,0-1 0,2-1 0,0 0 1,0 0-1,18 13 0,-18-17-6712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8:47.2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136 26 24575,'-29'-8'0,"18"4"0,1 1 0,-1 0 0,0 0 0,0 2 0,-21-2 0,32 3 0,-1 0 0,0 0 0,0 0 0,1 0 0,-1 0 0,0 0 0,1 0 0,-1 0 0,0 0 0,1 0 0,-1 0 0,0 0 0,0 1 0,1-1 0,-1 0 0,1 0 0,-1 1 0,0-1 0,1 1 0,-1-1 0,1 0 0,-1 1 0,1-1 0,-1 1 0,1 0 0,-1-1 0,1 1 0,-1-1 0,1 1 0,0-1 0,-1 1 0,1 0 0,0-1 0,0 1 0,-1 0 0,1 0 0,0-1 0,0 1 0,0 0 0,0-1 0,0 1 0,0 0 0,0-1 0,0 1 0,0 0 0,0 0 0,1-1 0,-1 1 0,0 0 0,3 5 0,-1 0 0,1 0 0,0-1 0,6 9 0,-3-5 0,16 29 0,19 43 0,-35-66 0,0 0 0,-2 1 0,1-1 0,-2 1 0,0 0 0,1 21 0,-5 78 0,1 29 0,1-142 0,-1 0 0,0 0 0,0 1 0,1-1 0,-1 0 0,1 0 0,0 1 0,0-1 0,0 0 0,0 0 0,0 0 0,0 0 0,0 0 0,1 0 0,-1-1 0,1 1 0,-1 0 0,1-1 0,0 1 0,-1-1 0,1 1 0,0-1 0,3 1 0,1 1 0,0-1 0,0 0 0,1-1 0,-1 0 0,1 0 0,11 1 0,22 2 0,-25-2 0,0-1 0,0 0 0,0-1 0,16-2 0,-17 0 0,-1 1 0,1-1 0,12-4 0,-23 5 0,0 0 0,0 0 0,-1 0 0,1 0 0,0-1 0,-1 1 0,1-1 0,-1 1 0,1-1 0,-1 0 0,0 0 0,0 0 0,0 0 0,0 0 0,2-3 0,-1-5-1365,-3 2-5461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8:47.5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213 30 24575,'-24'-5'0,"-11"-1"0,-2 0 0,1 1 0,3 1 0,6 2 0,7 1-8191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8:48.0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21 24575,'5'19'0,"0"0"0,2 0 0,16 35 0,-20-49 0,0 1 0,1-1 0,0 0 0,0 0 0,0 0 0,1-1 0,5 5 0,-7-6 0,0-1 0,0 0 0,0 0 0,1-1 0,-1 1 0,1-1 0,-1 1 0,1-1 0,0 0 0,-1-1 0,1 1 0,0-1 0,4 1 0,-6-1 0,1 0 0,-1 0 0,0-1 0,1 1 0,-1-1 0,0 1 0,0-1 0,1 0 0,-1 0 0,0 0 0,0 0 0,0 0 0,0 0 0,0 0 0,0-1 0,0 1 0,-1-1 0,1 0 0,0 1 0,-1-1 0,1 0 0,-1 0 0,0 0 0,1 0 0,-1 0 0,0 0 0,0 0 0,-1-1 0,1 1 0,0 0 0,0-5 0,1-6 0,0 0 0,-1-1 0,0 1 0,-3-19 0,2 19 0,-1 5 0,1 6 0,0-1 0,-1 1 0,1 0 0,0-1 0,0 1 0,0-1 0,1 1 0,-1 0 0,0-1 0,1 1 0,0 0 0,-1 0 0,1-1 0,2-3 0,-3 6 0,1 0 0,-1 0 0,0 0 0,1-1 0,-1 1 0,0 0 0,1 0 0,-1 0 0,0 0 0,1 0 0,-1 0 0,1-1 0,-1 1 0,0 0 0,1 0 0,-1 0 0,1 0 0,-1 1 0,0-1 0,1 0 0,-1 0 0,0 0 0,1 0 0,-1 0 0,1 0 0,-1 0 0,0 1 0,1-1 0,-1 0 0,1 1 0,11 9 0,-8-6 0,30 26 0,55 42 0,-48-39-1365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8:48.2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263 55 24575,'-27'-10'0,"-11"-3"0,-2 1 0,4 2 0,5 3 0,5 5 0,6 3 0,2 3 0,3 4 0,4 1-8191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8:48.6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24575,'12'15'0,"7"7"0,2 2 0,1 3 0,-2-2 0,-1 0 0,-2-1 0,-1-3 0,-1-2 0,-1-2 0,-2-2 0,-3 0 0,-2-4 0,0 0 0,-3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8:49.2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 24575,'35'-3'0,"0"1"0,0 3 0,50 5 0,-68-3 0,0 0 0,-1 2 0,1 0 0,-1 0 0,0 2 0,0 0 0,-1 1 0,0 0 0,14 11 0,-26-17 0,0 0 0,0 0 0,-1 1 0,1-1 0,-1 1 0,1 0 0,-1-1 0,0 1 0,0 0 0,0 1 0,0-1 0,-1 0 0,1 0 0,-1 1 0,0-1 0,1 4 0,-1-2 0,-1 1 0,0-1 0,0 0 0,0 0 0,-1 0 0,0 1 0,0-1 0,0 0 0,0 0 0,-3 6 0,0-1 0,1 0 0,0 0 0,1 0 0,0 0 0,1 0 0,0 0 0,0 0 0,1 0 0,2 15 0,-1-18 0,1 0 0,-1 0 0,1 0 0,1-1 0,-1 1 0,1-1 0,1 0 0,-1 0 0,1 0 0,0 0 0,0 0 0,0-1 0,1 0 0,9 8 0,24 14 0,3 2 0,-37-26 0,0 0 0,-1 1 0,0-1 0,1 1 0,-2-1 0,1 1 0,4 8 0,-6-11 0,0 0 0,-1 1 0,1-1 0,-1 1 0,0-1 0,1 0 0,-1 1 0,0-1 0,0 1 0,0-1 0,1 1 0,-2-1 0,1 1 0,0-1 0,0 1 0,0-1 0,-1 1 0,1-1 0,-1 0 0,0 2 0,0-1 0,-1 1 0,1-1 0,-1 0 0,0 0 0,0 0 0,1-1 0,-1 1 0,-1 0 0,1-1 0,-4 3 0,-5 1 0,0 0 0,-1 0 0,-22 5 0,29-8 0,-46 12-1365,29-7-5461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8:50.6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269 129 24575,'-15'-13'0,"-10"-10"0,-1 1 0,-1 1 0,-35-19 0,60 39 0,0-1 0,-1 1 0,1 0 0,0 0 0,-1 0 0,0 1 0,1-1 0,-1 1 0,1-1 0,-1 1 0,0 0 0,1 0 0,-5 0 0,5 1 0,1-1 0,-1 1 0,0 0 0,0-1 0,1 1 0,-1 0 0,0 0 0,1 0 0,-1 1 0,1-1 0,-1 0 0,1 1 0,0-1 0,0 0 0,0 1 0,-1 0 0,1-1 0,0 1 0,0 2 0,-9 17 0,1 0 0,-8 34 0,11-35 0,5-18 0,0 1 0,1-1 0,-1 0 0,1 0 0,0 1 0,-1-1 0,1 0 0,0 1 0,0-1 0,1 0 0,-1 1 0,0-1 0,1 0 0,-1 1 0,1-1 0,0 0 0,0 0 0,0 0 0,2 4 0,-1-3 0,0-1 0,1 0 0,-1 1 0,1-1 0,0 0 0,-1 0 0,1 0 0,0-1 0,0 1 0,0-1 0,0 0 0,1 0 0,3 2 0,10 1 0,-1-1 0,1 0 0,0-2 0,33 1 0,-39-3 0,1 0 0,-1 0 0,1-1 0,-1 0 0,0-1 0,0-1 0,0 0 0,12-6 0,-20 9 0,-1-1 0,0 1 0,1-1 0,-1 0 0,0 0 0,0 0 0,0 0 0,0 0 0,-1-1 0,1 1 0,-1-1 0,1 1 0,-1-1 0,2-3 0,-2 4 0,-1 1 0,1-1 0,-1 0 0,0 0 0,1 1 0,-1-1 0,0 0 0,0 0 0,0 1 0,0-1 0,-1 0 0,1 0 0,0 1 0,-1-1 0,1 0 0,-1 0 0,1 1 0,-1-1 0,0 1 0,0-1 0,0 1 0,0-1 0,0 1 0,-1-2 0,2 3 0,-1-1 0,1 1 0,0-1 0,-1 1 0,1 0 0,0-1 0,-1 1 0,1 0 0,0 0 0,-1-1 0,1 1 0,-1 0 0,1 0 0,-1 0 0,1-1 0,0 1 0,-1 0 0,0 0 0,-3 5 0,4-3 0,0 0 0,0 0 0,0-1 0,1 1 0,-1 0 0,0 0 0,0-1 0,2 3 0,3 7-151,1-1 1,0 0-1,1-1 0,0 0 0,10 12 0,-13-17-309,5 6-6366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8:51.2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 69 24575,'-5'-7'0,"0"-1"0,0 1 0,-11-12 0,35 57 0,-13-29 0,0 1 0,1-1 0,0 0 0,1 0 0,0-1 0,0 0 0,1 0 0,0-1 0,16 10 0,-25-17 0,0 1 0,1-1 0,-1 0 0,1 1 0,-1-1 0,1 0 0,-1 0 0,1 0 0,-1 0 0,1 1 0,-1-1 0,1 0 0,-1 0 0,1 0 0,-1 0 0,1 0 0,-1 0 0,1 0 0,-1 0 0,1-1 0,-1 1 0,1 0 0,-1 0 0,1 0 0,-1 0 0,1-1 0,-1 1 0,1 0 0,-1 0 0,1-1 0,0 0 0,-1 0 0,1 0 0,0 0 0,-1-1 0,1 1 0,-1 0 0,0 0 0,1-1 0,-1 1 0,0 0 0,0-1 0,0 1 0,0-2 0,0-5 0,0 1 0,-1-1 0,-2-9 0,0 7 0,-5-30 0,8 37 0,-1-1 0,1 1 0,0-1 0,0 0 0,0 1 0,1-1 0,-1 1 0,3-6 0,-3 8 0,0 0 0,1 0 0,-1 0 0,1 1 0,-1-1 0,1 0 0,-1 0 0,1 1 0,0-1 0,-1 0 0,1 1 0,0-1 0,0 1 0,-1-1 0,1 1 0,0-1 0,0 1 0,0 0 0,-1-1 0,1 1 0,0 0 0,0 0 0,0-1 0,0 1 0,0 0 0,0 0 0,0 0 0,0 0 0,0 0 0,-1 0 0,1 1 0,0-1 0,0 0 0,0 0 0,0 1 0,1 0 0,5 1 0,-1 1 0,0 0 0,10 6 0,-12-7 0,10 7 40,0 1 0,19 16 0,-29-22-164,0 0 0,0 0 1,0 0-1,-1 0 0,0 0 0,0 1 1,0 0-1,0-1 0,-1 1 0,0 0 1,3 10-1,-3-5-6702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8:51.9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39 24575,'-1'0'0,"1"-1"0,-1 0 0,0 1 0,0-1 0,0 0 0,0 1 0,-1 0 0,1-1 0,0 1 0,0-1 0,0 1 0,0 0 0,0 0 0,0 0 0,-1 0 0,1 0 0,-1 0 0,2 0 0,-1 0 0,1 0 0,0 0 0,-1 1 0,1-1 0,0 0 0,0 0 0,0 0 0,-1 1 0,1-1 0,0 0 0,0 0 0,0 1 0,-1-1 0,1 0 0,0 0 0,0 1 0,0-1 0,0 0 0,0 1 0,0-1 0,0 0 0,-1 1 0,3 13 0,1-7 0,-1-1 0,1 1 0,1-1 0,-1 1 0,1-1 0,0 0 0,1 0 0,0-1 0,7 8 0,-4-6 0,0 1 0,1-1 0,0-1 0,0 0 0,16 8 0,-16-9 0,1-1 0,0 0 0,0-1 0,0 0 0,0 0 0,1-1 0,-1-1 0,14 1 0,-20-2 0,-1 0 0,1-1 0,0 1 0,-1-1 0,1 0 0,0 0 0,-1 0 0,1 0 0,-1-1 0,1 1 0,-1-1 0,0 0 0,0 0 0,0 0 0,0 0 0,0-1 0,0 1 0,-1-1 0,1 0 0,-1 1 0,1-1 0,-1 0 0,0-1 0,0 1 0,-1 0 0,3-6 0,-1 1 0,0 0 0,-1-1 0,0 1 0,-1-1 0,0 1 0,0-1 0,0 0 0,-1 1 0,-1-1 0,1 0 0,-1 1 0,-1-1 0,0 0 0,-4-10 0,15 38 0,1-1 0,0 1 0,2-2 0,14 20 0,-14-22-1365,-2-2-5461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8:52.6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236 75 24575,'-16'-10'0,"-64"-33"0,71 39 0,0 1 0,0-1 0,0 2 0,0-1 0,0 2 0,0-1 0,-14 0 0,21 2 0,0 0 0,0 0 0,0 0 0,0 0 0,0 0 0,0 0 0,0 1 0,0-1 0,0 1 0,0-1 0,0 1 0,0 0 0,0 0 0,1 0 0,-1 0 0,0 0 0,0 0 0,1 1 0,-1-1 0,1 0 0,-1 1 0,1-1 0,0 1 0,-1 0 0,1-1 0,0 1 0,0 0 0,0 0 0,1-1 0,-1 1 0,0 0 0,1 0 0,-1 0 0,1 0 0,-1 3 0,1 0 0,0 1 0,0 0 0,0-1 0,1 1 0,0 0 0,0-1 0,1 1 0,-1-1 0,1 1 0,0-1 0,5 8 0,22 30 0,-22-34 0,0 0 0,-1 1 0,0-1 0,8 19 0,-3 8 0,13 74 0,-1-2 0,-22-105 0,0-1 0,0 1 0,0-1 0,0 1 0,0-1 0,1 0 0,-1 0 0,0 0 0,1 0 0,0 0 0,0 0 0,-1 0 0,1 0 0,0 0 0,1-1 0,-1 1 0,0-1 0,0 0 0,1 0 0,-1 0 0,0 0 0,1 0 0,-1 0 0,1 0 0,-1-1 0,1 1 0,0-1 0,-1 0 0,5 0 0,7-1 0,0 0 0,0-1 0,-1 0 0,20-6 0,-18 4 0,21-3-26,-22 4-309,-1 1 0,0-2 1,24-8-1,-28 7-6491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8:53.1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71 24575,'0'-1'0,"0"1"0,0 0 0,0-1 0,0 1 0,0 0 0,0-1 0,0 1 0,0 0 0,0-1 0,1 1 0,-1 0 0,0-1 0,0 1 0,0 0 0,0-1 0,1 1 0,-1 0 0,0-1 0,0 1 0,1 0 0,-1 0 0,0-1 0,0 1 0,1 0 0,-1 0 0,0 0 0,1-1 0,-1 1 0,0 0 0,1 0 0,-1 0 0,0 0 0,1 0 0,-1 0 0,0 0 0,1 0 0,-1 0 0,1 0 0,-1 0 0,0 0 0,1 0 0,-1 0 0,0 0 0,1 0 0,-1 0 0,0 0 0,1 0 0,-1 0 0,0 1 0,1-1 0,-1 0 0,0 0 0,1 0 0,-1 1 0,0-1 0,24 15 0,-20-12 0,64 45 0,-68-47 0,0-1 0,1 1 0,-1-1 0,0 0 0,1 1 0,-1-1 0,1 0 0,-1 0 0,1 1 0,-1-1 0,1 0 0,-1 0 0,0 0 0,1 0 0,-1 1 0,1-1 0,-1 0 0,1 0 0,0 0 0,-1 0 0,1 0 0,-1 0 0,1 0 0,-1-1 0,1 1 0,-1 0 0,1 0 0,-1 0 0,0 0 0,1-1 0,-1 1 0,1 0 0,-1 0 0,1-1 0,-1 1 0,0 0 0,1-1 0,-1 1 0,1 0 0,-1-1 0,0 1 0,0-1 0,1 1 0,-1 0 0,0-1 0,0 1 0,1-1 0,-1 1 0,0-1 0,0 1 0,0-1 0,0 1 0,0-1 0,0 1 0,0-1 0,0 1 0,0-1 0,0 0 0,0-3 0,0 0 0,0 0 0,0-1 0,-1 1 0,-2-7 0,-10-18 0,10 24 0,1 0 0,0 0 0,-1 0 0,2 0 0,-1 0 0,-1-9 0,3 13 0,-1 1 0,1-1 0,0 0 0,0 1 0,0-1 0,0 1 0,0-1 0,0 1 0,1-1 0,-1 1 0,0-1 0,0 0 0,0 1 0,0-1 0,1 1 0,-1-1 0,0 1 0,0-1 0,1 1 0,-1 0 0,0-1 0,1 1 0,-1-1 0,1 1 0,-1 0 0,0-1 0,2 0 0,-1 1 0,0 0 0,0 0 0,0-1 0,0 1 0,0 0 0,0 0 0,0 0 0,0 0 0,0 0 0,0 0 0,0 1 0,1-1 0,0 1 0,5 1 0,0 1 0,-1 0 0,9 4 0,-13-5 0,55 27 0,34 20 0,-79-40-1365,-3-1-5461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8:53.7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83 24575,'7'-9'0,"1"0"0,1 1 0,-1-1 0,1 2 0,1 0 0,16-11 0,-21 16 0,-1-1 0,1 1 0,0 0 0,0 1 0,0-1 0,0 1 0,0 0 0,0 0 0,1 1 0,-1-1 0,0 1 0,0 0 0,1 0 0,-1 1 0,0 0 0,0 0 0,7 2 0,-4 0 0,0-1 0,0 1 0,0 1 0,0-1 0,13 9 0,-19-11 0,0 1 0,0 0 0,0 0 0,0 0 0,0 0 0,0 0 0,-1 0 0,1 0 0,-1 0 0,0 1 0,0-1 0,1 1 0,-2-1 0,1 1 0,0-1 0,0 1 0,-1 0 0,1-1 0,-1 5 0,1 25 0,-2-23 0,1 0 0,1 0 0,0 0 0,0 1 0,0-2 0,1 1 0,1 0 0,5 15 0,7 2 0,1-1 0,1 0 0,1-2 0,28 29 0,-3-3 0,-14-16 0,-16-20 0,-2 0 0,1 1 0,12 22 0,-22-33 0,-1-1 0,0 1 0,1 0 0,-1-1 0,0 1 0,-1 0 0,1 0 0,0 0 0,-1 0 0,0 0 0,1 0 0,-1 0 0,0 0 0,-1 5 0,0-6 0,0-1 0,1 1 0,-1 0 0,0 0 0,0 0 0,0-1 0,0 1 0,0 0 0,-1-1 0,1 1 0,0-1 0,-1 1 0,1-1 0,-1 0 0,0 0 0,1 1 0,-1-1 0,0 0 0,0-1 0,1 1 0,-1 0 0,-3 0 0,-26 8 48,-49 8-1,19-6-1507,42-6-5366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9:00.6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1700 26 24575,'28'-7'0,"22"-8"0,-47 13 0,-3 1 0,-10 0 0,-15 3 0,-191 14 0,158-13 0,-384 25 0,324-20 0,-440 38 0,448-34 0,-72 9 0,120-15 0,100-20 0,16 2 0,1 3 0,60-2 0,-82 8 0,475-21-613,2 23-610,-245 2 771,-260-1 458,28 0 222,0 1 1,61 10-1,-150-8 1369,-135 6-1597,91-4 0,-250 11 0,33-4 0,-210 4 0,493-15 0,-55 9 0,75-8-1365,3-1-5461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9:16.4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24575,'1'9'0,"-1"0"0,2 0 0,-1-1 0,1 1 0,1 0 0,0-1 0,0 1 0,6 11 0,7 9 0,19 26 0,1 2 0,-31-49 0,0 0 0,-1 1 0,0-1 0,-1 1 0,1 0 0,-2 1 0,1-1 0,-1 0 0,-1 1 0,1 11 0,-3-32 0,-1 0 0,0 0 0,-1 0 0,0 0 0,-7-15 0,3 6 0,-6-26 0,12 40 0,0 1 0,0-1 0,1 0 0,0 1 0,0-1 0,0 0 0,0 1 0,1-1 0,2-8 0,-2 11 0,0 1 0,0 0 0,0-1 0,0 1 0,1 0 0,-1 0 0,1 0 0,-1 0 0,1 0 0,0 0 0,0 0 0,0 0 0,0 1 0,0-1 0,0 1 0,0 0 0,0-1 0,1 1 0,-1 0 0,0 0 0,1 0 0,-1 1 0,1-1 0,-1 1 0,1-1 0,-1 1 0,1 0 0,4 0 0,-2 0 0,0 1 0,0-1 0,0 1 0,0 0 0,0 0 0,0 1 0,0-1 0,0 1 0,-1 0 0,1 0 0,-1 1 0,0 0 0,7 5 0,1 4 0,-1 0 0,-1 1 0,0 0 0,9 16 0,-7-10 0,19 23 0,-16-27 0,0 0 0,1 0 0,0-1 0,1-1 0,1-1 0,0-1 0,28 14 0,-44-24 0,0 0 0,0 0 0,1 0 0,-1 0 0,0-1 0,1 1 0,-1-1 0,0 0 0,1 1 0,-1-1 0,1 0 0,-1 0 0,0-1 0,1 1 0,-1 0 0,5-2 0,-5 0 0,1 1 0,-1 0 0,1-1 0,-1 0 0,1 0 0,-1 0 0,0 0 0,0 0 0,0 0 0,0-1 0,0 1 0,-1 0 0,3-4 0,4-10 0,-1-1 0,0 0 0,6-24 0,-4 12 0,-2 5 0,-1-1 0,2-25 0,-8 48 0,1-1 0,-1 0 0,0 1 0,0-1 0,-1 1 0,1-1 0,0 1 0,-1-1 0,0 1 0,1 0 0,-1-1 0,0 1 0,0-1 0,-3-3 0,3 5 0,0 0 0,0 0 0,0 0 0,0 0 0,0 0 0,0 0 0,0 0 0,0 1 0,0-1 0,0 0 0,-1 1 0,1-1 0,0 1 0,-1-1 0,1 1 0,0-1 0,-1 1 0,1 0 0,-1 0 0,1 0 0,0 0 0,-1 0 0,1 0 0,-1 0 0,1 0 0,0 0 0,-1 1 0,-1 0 0,2-1 0,-1 1 0,1-1 0,0 1 0,0-1 0,-1 1 0,1 0 0,0 0 0,0 0 0,0-1 0,0 1 0,0 0 0,0 0 0,0 1 0,0-1 0,0 0 0,0 0 0,1 0 0,-1 1 0,0-1 0,1 0 0,-1 1 0,1-1 0,0 0 0,-1 1 0,1-1 0,0 0 0,0 1 0,0-1 0,0 1 0,0-1 0,0 1 0,0 1 0,1 1 0,0 0 0,0 0 0,0 1 0,0-1 0,1 0 0,-1 0 0,1-1 0,0 1 0,5 6 0,3 4 0,1-2 0,0 1 0,1-1 0,1-1 0,0 0 0,0-1 0,1 0 0,0-1 0,1-1 0,0 0 0,0-1 0,0-1 0,1 0 0,0-1 0,1-1 0,-1 0 0,33 2 0,-14-4 0,64-6 0,-88 3 0,0 0 0,0-1 0,0-1 0,0 0 0,0-1 0,-1 0 0,1 0 0,-1-1 0,17-11 0,-24 13 0,0 1 0,0-1 0,0 0 0,-1 0 0,1-1 0,-1 1 0,0 0 0,1-1 0,-2 1 0,1-1 0,0 0 0,-1 0 0,0 1 0,0-1 0,0 0 0,0 0 0,-1 0 0,1 0 0,-1 0 0,0-1 0,0 1 0,-1 0 0,1 0 0,-1 0 0,0 0 0,0 0 0,0 1 0,0-1 0,-1 0 0,0 0 0,1 1 0,-1-1 0,-1 1 0,1-1 0,0 1 0,-1 0 0,0 0 0,-4-4 0,-2 1 0,0 0 0,0 0 0,-1 1 0,0 1 0,-12-5 0,17 7 0,-1 0 0,1 1 0,0 0 0,0 0 0,-1 0 0,1 1 0,-1 0 0,1 0 0,-1 0 0,1 1 0,0-1 0,-8 3 0,11-2 0,-1 0 0,1 1 0,0-1 0,-1 1 0,1-1 0,0 1 0,0 0 0,0 0 0,0 0 0,1 0 0,-1 0 0,0 0 0,1 0 0,-1 1 0,1-1 0,0 0 0,0 1 0,0-1 0,0 1 0,0 0 0,0 4 0,0-2 0,0 0 0,0-1 0,1 1 0,0-1 0,0 1 0,0 0 0,1-1 0,-1 1 0,1-1 0,0 1 0,1-1 0,1 6 0,2-2 0,-1-1 0,1 1 0,1-1 0,-1 0 0,1-1 0,1 0 0,-1 0 0,1 0 0,0 0 0,0-1 0,1 0 0,-1-1 0,1 0 0,12 5 0,8 1 0,0 0 0,57 10 0,-58-15 0,0-1 0,36 0 0,-51-4 0,1 0 0,0-1 0,-1-1 0,1 0 0,-1-1 0,1 0 0,13-6 0,-24 8-48,0 0-1,0 0 0,0 0 0,0 0 0,0-1 1,0 1-1,0-1 0,-1 1 0,1-1 1,0 0-1,-1 0 0,0 1 0,1-1 1,-1 0-1,0 0 0,0-1 0,0 1 1,0 0-1,0 0 0,-1 0 0,1-1 1,-1 1-1,1 0 0,-1-1 0,0 1 0,0 0 1,0-3-1,0-7-6777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9:16.8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165 446 24575,'-23'0'0,"-31"4"0,47-3 0,-1 1 0,1 0 0,0 0 0,-1 0 0,1 1 0,0 0 0,-12 7 0,18-10 0,0 1 0,0-1 0,0 1 0,0 0 0,0-1 0,0 1 0,0 0 0,0 0 0,0 0 0,0 0 0,1 0 0,-1 0 0,0 0 0,1 0 0,-1 0 0,0 0 0,1 0 0,-1 0 0,1 0 0,0 0 0,-1 1 0,1-1 0,0 0 0,0 0 0,0 1 0,0-1 0,0 0 0,0 0 0,0 1 0,0-1 0,0 0 0,1 0 0,-1 0 0,1 1 0,-1-1 0,0 0 0,1 0 0,0 0 0,1 2 0,0 0 0,1 1 0,0-1 0,0 0 0,0 0 0,1-1 0,-1 1 0,1-1 0,-1 1 0,1-1 0,5 2 0,3 1 0,-1-1 0,1 0 0,0-1 0,0 0 0,0-1 0,1 0 0,-1-1 0,15-1 0,-23 0 0,0 0 0,0 0 0,0-1 0,0 0 0,0 0 0,0 0 0,0 0 0,-1-1 0,1 1 0,0-1 0,-1 0 0,1 0 0,-1 0 0,0-1 0,0 1 0,1-1 0,-2 0 0,1 0 0,0 0 0,-1 0 0,1 0 0,-1-1 0,0 1 0,0-1 0,0 1 0,-1-1 0,1 0 0,1-7 0,-1 2 0,0 0 0,-1-1 0,-1 1 0,0 0 0,0-1 0,0 1 0,-1 0 0,-4-15 0,-3-8 0,-12-31 0,19 61 0,-20-52 0,-3 2 0,-48-80 0,60 110 0,8 15 0,1-1 0,-2 1 0,1 0 0,-8-8 0,12 15 0,0 0 0,0 0 0,0 0 0,-1-1 0,1 1 0,0 0 0,0 0 0,0 0 0,0 0 0,0 0 0,-1-1 0,1 1 0,0 0 0,0 0 0,0 0 0,0 0 0,-1 0 0,1 0 0,0 0 0,0 0 0,-1-1 0,1 1 0,0 0 0,0 0 0,0 0 0,-1 0 0,1 0 0,0 0 0,0 0 0,0 0 0,-1 1 0,0 5 0,4 13 0,63 169 0,-38-113 0,-16-42 0,6 17 0,32 63 0,-47-108 15,0 1 0,0-1 0,1 0 0,-1 0 0,1 0 0,1 0 0,8 7 0,-10-10-121,0 0 0,1 0 0,-1 0 0,1 0 0,-1-1 0,1 1-1,0-1 1,0 0 0,-1 0 0,1-1 0,0 1 0,0-1 0,5 1 0,3-2-6720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9:17.2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350 54 24575,'-53'-16'0,"0"2"0,-65-7 0,111 20 0,-1 0 0,1 1 0,-1 0 0,0 0 0,-9 2 0,16-2 0,-1 0 0,1 1 0,-1-1 0,1 0 0,-1 1 0,1 0 0,-1-1 0,1 1 0,0 0 0,-1 0 0,1-1 0,0 1 0,-1 0 0,1 0 0,0 1 0,0-1 0,0 0 0,0 0 0,0 0 0,0 1 0,1-1 0,-1 0 0,0 1 0,1-1 0,-1 1 0,1-1 0,-1 1 0,1-1 0,0 1 0,-1-1 0,1 4 0,0 0 0,1 0 0,0 0 0,0 0 0,0 0 0,0 0 0,1 0 0,0 0 0,0-1 0,0 1 0,5 7 0,2 2 0,21 24 0,-12-19 0,0-1 0,1-1 0,28 20 0,68 38 0,-51-36 0,-51-32 0,-9-5 0,-1-1 0,0 1 0,0 0 0,0 0 0,0 0 0,0 0 0,0 0 0,-1 1 0,1-1 0,3 5 0,-6-6 0,0-1 0,0 0 0,0 1 0,0-1 0,0 0 0,0 0 0,0 1 0,-1-1 0,1 0 0,0 1 0,0-1 0,0 0 0,0 0 0,0 1 0,0-1 0,0 0 0,-1 0 0,1 1 0,0-1 0,0 0 0,0 0 0,-1 1 0,1-1 0,0 0 0,0 0 0,-1 0 0,1 1 0,0-1 0,0 0 0,-1 0 0,1 0 0,0 0 0,-1 0 0,1 0 0,0 0 0,-1 0 0,1 0 0,0 0 0,0 0 0,-1 0 0,-15 2 0,14-2 0,-52 1 39,0-3 1,-69-11-1,-19-1-1522,113 12-5343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9:18.1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152 8 24575,'-2'-1'0,"1"0"0,0 0 0,-1 1 0,1-1 0,-1 0 0,1 1 0,0-1 0,-1 1 0,1-1 0,-1 1 0,0 0 0,1 0 0,-1-1 0,-1 1 0,2 1 0,0-1 0,1 0 0,-1 0 0,0 1 0,1-1 0,-1 1 0,0-1 0,1 0 0,-1 1 0,1-1 0,-1 1 0,0 0 0,1-1 0,0 1 0,-1-1 0,1 1 0,-1 0 0,1-1 0,0 1 0,-1 0 0,1-1 0,0 1 0,0 0 0,-1 0 0,1-1 0,0 1 0,0 0 0,0 0 0,0 0 0,0 0 0,0 9 0,0 0 0,1-1 0,0 1 0,0-1 0,1 1 0,5 17 0,26 55 0,-27-68 0,30 62 0,85 133 0,-102-175 0,-14-25 0,0 1 0,0-1 0,1-1 0,0 1 0,1-1 0,11 11 0,-17-18 0,-1-1 0,1 1 0,-1-1 0,1 1 0,-1-1 0,1 1 0,-1-1 0,1 1 0,-1-1 0,1 0 0,0 1 0,-1-1 0,1 0 0,0 0 0,-1 0 0,1 1 0,0-1 0,-1 0 0,1 0 0,0 0 0,-1 0 0,1 0 0,0 0 0,-1 0 0,1 0 0,0 0 0,0-1 0,-1 1 0,1 0 0,-1 0 0,1-1 0,0 1 0,-1 0 0,1-1 0,-1 1 0,1 0 0,0-1 0,-1 1 0,1-1 0,-1 1 0,0-1 0,1 1 0,-1-1 0,1 0 0,-1 1 0,0-1 0,1 1 0,-1-2 0,2-4 0,0 0 0,0 0 0,0 0 0,0-9 0,-1 7 0,3-16 0,1-24 0,-4 39 0,-1 0 0,-1 0 0,1 1 0,-2-1 0,1 0 0,-3-9 0,2 14 0,0 0 0,0 1 0,0-1 0,0 1 0,0-1 0,-1 1 0,0 0 0,1 0 0,-1 0 0,0 0 0,-1 0 0,1 1 0,0-1 0,-1 1 0,1 0 0,-1 0 0,0 0 0,-5-1 0,-8-3 0,0 1 0,-35-5 0,41 8 0,-131-17 0,131 18-136,0 0-1,0 0 1,0 1-1,1 1 1,-1 0-1,0 0 1,0 1-1,0 0 0,-18 7 1,20-4-6690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9:18.6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3 191 24575,'-2'2'0,"5"4"0,5 3 0,11 8 0,1-1 0,1-2 0,0 0 0,1-1 0,0-1 0,1-1 0,0-1 0,1-1 0,0-1 0,33 6 0,-54-13 0,0-1 0,1 1 0,-1-1 0,0 0 0,1 0 0,-1 0 0,0-1 0,1 1 0,-1-1 0,6-2 0,-7 3 0,-1-1 0,0 1 0,0-1 0,0 0 0,1 0 0,-1 1 0,0-1 0,0 0 0,0 0 0,0 0 0,-1 0 0,1-1 0,0 1 0,0 0 0,-1 0 0,1 0 0,-1-1 0,1 1 0,-1 0 0,1-1 0,-1 1 0,0 0 0,1-1 0,-1 1 0,0 0 0,0-1 0,0 1 0,-1-3 0,1 0 0,-1 0 0,0-1 0,0 1 0,0 0 0,0 0 0,-1 0 0,0 0 0,0 1 0,0-1 0,-4-6 0,-3-1 0,-19-19 0,-5-7 0,36 39 0,-1 0 0,0 0 0,1 0 0,-1 0 0,1-1 0,0 1 0,4 1 0,3 2 0,6 3 0,-1-1 0,2 0 0,-1-1 0,1-1 0,0-1 0,0 0 0,0-1 0,35 1 0,-32-4 0,1 0 0,0-2 0,-1-1 0,1 0 0,-1-1 0,0-2 0,24-8 0,-40 12 0,-1 1 0,0-1 0,0 1 0,0-1 0,0 0 0,0 0 0,0 0 0,0 0 0,-1-1 0,6-5 0,-7 7 0,-1-1 0,1 1 0,0-1 0,0 0 0,-1 1 0,1-1 0,0 0 0,-1 1 0,0-1 0,1 0 0,-1 0 0,0 0 0,0 1 0,0-1 0,0 0 0,0 0 0,-1 0 0,1 1 0,0-1 0,-1 0 0,0 1 0,1-1 0,-2-2 0,-3-5 0,-1 0 0,1 0 0,-2 0 0,1 1 0,-1 0 0,0 1 0,-1-1 0,0 1 0,0 1 0,0-1 0,-16-7 0,11 7 0,1 0 0,-1 1 0,-1 1 0,1 0 0,-1 1 0,0 0 0,0 1 0,-15-1 0,19 3-170,1 1-1,0 0 0,-1 1 1,1 0-1,0 0 0,0 1 1,-17 5-1,11-1-6655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9:19.1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196 160 24575,'-2'-2'0,"-24"-23"0,-1 2 0,-56-36 0,80 56 0,-1 1 0,0 0 0,-1 0 0,1 1 0,0-1 0,-5 0 0,8 1 0,0 1 0,0 0 0,1 0 0,-1 0 0,0 0 0,0 0 0,1 0 0,-1 0 0,0 0 0,0 0 0,0 1 0,1-1 0,-1 0 0,0 0 0,0 1 0,1-1 0,-1 1 0,0-1 0,1 0 0,-1 1 0,0-1 0,1 1 0,-1-1 0,1 1 0,-1 0 0,1-1 0,-1 1 0,1 0 0,0-1 0,-1 1 0,1 0 0,-1-1 0,1 1 0,0 0 0,0 0 0,0-1 0,-1 1 0,1 0 0,0 1 0,-1 7 0,1 1 0,-1-1 0,2 0 0,-1 0 0,1 0 0,1 0 0,-1 1 0,2-2 0,3 12 0,-1-6 0,1-1 0,0 0 0,1 0 0,0-1 0,11 15 0,-11-18 0,1-1 0,0 0 0,0 0 0,1-1 0,0 0 0,0 0 0,20 10 0,-25-15 0,0 0 0,0 0 0,0-1 0,1 0 0,-1 0 0,1 0 0,-1 0 0,0-1 0,1 1 0,5-1 0,-7-1 0,-1 1 0,1-1 0,0 0 0,-1 1 0,1-1 0,0 0 0,-1 0 0,1-1 0,-1 1 0,1-1 0,-1 1 0,0-1 0,0 0 0,0 0 0,0 0 0,0 0 0,3-3 0,-2-1 0,0 1 0,0 0 0,0-1 0,-1 0 0,0 1 0,0-1 0,-1 0 0,1 0 0,-1 0 0,0 0 0,-1 0 0,0 0 0,0-8 0,-1 3 0,0-1 0,0 1 0,-1 0 0,-1 0 0,0 0 0,-6-13 0,6 15-68,-1 2 0,0-1-1,-1 0 1,0 1 0,0 0 0,-1 0-1,1 0 1,-2 1 0,1 0 0,-1 0-1,1 1 1,-2-1 0,1 1 0,0 1-1,-1 0 1,0 0 0,0 0 0,0 1-1,-14-4 1,3 4-6758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9:20.0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187 186 24575,'4'35'0,"0"0"0,3-1 0,19 62 0,-18-73 0,2-1 0,0-1 0,1 0 0,1 0 0,0-1 0,25 29 0,-29-40 0,-7-7 0,1 1 0,0-1 0,0 0 0,0 1 0,0-1 0,0 0 0,1 0 0,-1-1 0,1 1 0,4 2 0,-6-3 0,-1-1 0,0 0 0,0 0 0,0 0 0,0 0 0,1 0 0,-1 0 0,0 0 0,0 0 0,0 0 0,1 0 0,-1 0 0,0 0 0,0 0 0,0 0 0,1 0 0,-1 0 0,0 0 0,0 0 0,0 0 0,0 0 0,1 0 0,-1 0 0,0 0 0,0 0 0,0-1 0,1 1 0,-1 0 0,0 0 0,0 0 0,0 0 0,0 0 0,0 0 0,0-1 0,1 1 0,-1 0 0,0 0 0,0 0 0,0 0 0,0-1 0,0 1 0,0 0 0,-1-12 0,-9-11 0,-13-10 0,-26-33 0,17 27 0,-28-37 0,-22-29 0,65 80 0,0-1 0,-16-35 0,29 54 0,1-1 0,0 0 0,0 0 0,1 0 0,0 0 0,-1-10 0,3 16 0,0 0 0,0 0 0,0 0 0,0-1 0,0 1 0,0 0 0,1 0 0,-1 0 0,1-1 0,-1 1 0,1 0 0,0 0 0,0 0 0,0 0 0,0 0 0,0 0 0,0 1 0,1-1 0,-1 0 0,1 0 0,-1 1 0,1-1 0,0 1 0,-1 0 0,1-1 0,0 1 0,3-2 0,1 1 0,0 0 0,0 1 0,0-1 0,0 1 0,0 1 0,0-1 0,0 1 0,0 0 0,0 0 0,0 1 0,0-1 0,9 4 0,10 2 0,38 16 0,-52-18 0,28 11 0,-1 2 0,46 27 0,-79-41 0,-1 0 0,0 0 0,0 0 0,0 0 0,-1 1 0,1-1 0,-1 1 0,5 7 0,-8-10 0,1 0 0,-1 0 0,1 0 0,-1 0 0,1 0 0,-1 0 0,0 0 0,0 0 0,1 0 0,-1 0 0,0 0 0,0 1 0,0-1 0,0 0 0,0 0 0,-1 0 0,1 0 0,0 1 0,-1-1 0,0 1 0,0-1 0,0 0 0,0 0 0,0 1 0,0-1 0,0 0 0,0 0 0,0 0 0,0 0 0,0 0 0,-1-1 0,1 1 0,0 0 0,-1-1 0,1 1 0,-2 0 0,-6 2 0,-1 0 0,1-1 0,-1 0 0,1-1 0,-11 1 0,-52-2 0,43 0 0,-107-9 133,36 1-1631,82 8-5328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9:20.4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242 220 24575,'-43'-29'0,"24"15"0,-1 1 0,-1 1 0,0 0 0,-24-8 0,44 20 0,0-1 0,-1 1 0,1-1 0,0 1 0,-1 0 0,1-1 0,0 1 0,-1 0 0,1 0 0,0 0 0,-1 0 0,1 0 0,-1 0 0,1 1 0,0-1 0,-1 0 0,1 1 0,-2 0 0,3-1 0,-1 1 0,1 0 0,-1-1 0,1 1 0,0 0 0,-1-1 0,1 1 0,0 0 0,0 0 0,-1-1 0,1 1 0,0 0 0,0 0 0,0 0 0,0-1 0,0 1 0,0 0 0,0 0 0,0-1 0,0 1 0,1 0 0,-1 0 0,0-1 0,0 1 0,1 0 0,-1-1 0,0 1 0,1 0 0,-1-1 0,1 1 0,0 1 0,4 6 0,0 0 0,1 0 0,0-1 0,1 0 0,0 0 0,0 0 0,0-1 0,1 0 0,-1 0 0,2-1 0,-1 0 0,17 7 0,-13-6 0,1-1 0,0-1 0,0 0 0,1-1 0,-1-1 0,1 0 0,-1 0 0,23-2 0,-33 0 0,0 0 0,0 0 0,-1-1 0,1 1 0,0-1 0,0 0 0,-1 1 0,1-1 0,0-1 0,-1 1 0,1 0 0,-1-1 0,0 1 0,1-1 0,-1 0 0,3-2 0,-4 2 0,1 0 0,-1 0 0,0 0 0,0 0 0,0 0 0,0 0 0,0 0 0,-1-1 0,1 1 0,-1 0 0,1 0 0,-1-1 0,0 1 0,0 0 0,0 0 0,0-1 0,0 1 0,0 0 0,-1 0 0,0-4 0,-2-5 0,-1 1 0,0 0 0,-1 0 0,0 0 0,0 0 0,-1 1 0,-1 0 0,1 0 0,-15-14 0,11 14 0,1 0 0,-1 1 0,0 0 0,-1 1 0,0 0 0,0 1 0,0 0 0,-15-5 0,16 7-105,-1 1 0,0 1 0,0 0 0,0 1 0,0 0 0,0 1 0,-1 0 0,1 0 0,0 1 0,0 1 0,0 0 0,-14 4 0,6 1-6721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9:21.4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191 802 24575,'19'-46'0,"15"-61"0,-27 78 0,-1 0 0,-2-1 0,1-42 0,-4 50 0,-1 0 0,-2 0 0,0 0 0,-1 0 0,-1 0 0,-1 1 0,-1-1 0,-1 1 0,-15-32 0,7 25 0,-1 1 0,-2 0 0,0 1 0,-2 1 0,0 1 0,-2 1 0,-31-26 0,52 48 0,0 0 0,0 0 0,0 0 0,-1 0 0,1 0 0,0 0 0,-1 1 0,1-1 0,-1 0 0,1 1 0,-1-1 0,1 1 0,-3-1 0,3 2 0,0-1 0,1 0 0,-1 0 0,0 1 0,1-1 0,-1 0 0,1 1 0,-1-1 0,0 1 0,1-1 0,-1 1 0,1-1 0,-1 1 0,1-1 0,0 1 0,-1 0 0,1-1 0,0 1 0,-1 0 0,1-1 0,0 1 0,0 0 0,-1-1 0,1 1 0,0 0 0,0-1 0,0 1 0,0 0 0,0 0 0,0-1 0,0 1 0,0 1 0,0 18 0,0 1 0,1 0 0,1 0 0,1 0 0,6 21 0,36 100 0,-33-112 0,1 0 0,2 0 0,1-1 0,31 43 0,-35-56 0,1 0 0,1-1 0,0 0 0,1-2 0,1 1 0,0-2 0,0 0 0,31 15 0,-41-24 0,0 0 0,0-1 0,0 0 0,1 0 0,-1-1 0,0 0 0,1 0 0,-1 0 0,1-1 0,-1 0 0,0 0 0,1-1 0,-1 1 0,8-3 0,-9 2 0,-1-1 0,1 0 0,-1 1 0,1-1 0,-1-1 0,0 1 0,0-1 0,0 1 0,0-1 0,0-1 0,-1 1 0,1 0 0,-1-1 0,0 0 0,0 1 0,0-1 0,-1 0 0,1-1 0,2-5 0,-2 4 0,-1 0 0,0-1 0,0 1 0,0 0 0,-1-1 0,0 1 0,0-1 0,-1 0 0,0-13 0,-1 17 0,1-1 0,-1 1 0,0-1 0,0 1 0,-1-1 0,1 1 0,-1-1 0,0 1 0,1 0 0,-1 0 0,-1 0 0,1 0 0,0 0 0,-1 0 0,1 1 0,-1-1 0,0 1 0,0 0 0,-5-3 0,5 3 0,-1-1 0,0 1 0,0 1 0,0-1 0,-1 0 0,1 1 0,0 0 0,-9-1 0,12 2 0,0 0 0,-1 0 0,1 0 0,-1 0 0,1 0 0,-1 0 0,1 1 0,-1-1 0,1 1 0,0-1 0,-1 1 0,1-1 0,0 1 0,0 0 0,-1 0 0,1 0 0,0 0 0,0 0 0,0 0 0,0 0 0,0 0 0,0 0 0,0 0 0,0 0 0,1 1 0,-1-1 0,0 0 0,1 0 0,-1 1 0,0 1 0,0 0 0,0 0 0,1 0 0,-1 0 0,1 0 0,-1 1 0,1-1 0,0 0 0,0 0 0,0 0 0,1 0 0,-1 1 0,1-1 0,1 4 0,0-1 0,0-1 0,1 0 0,0 0 0,-1 0 0,2-1 0,-1 1 0,4 4 0,7 4 0,0 1 0,1-2 0,22 15 0,-34-25 0,23 16 0,0-1 0,46 21 0,-60-32 0,1-1 0,0-1 0,-1 0 0,1-1 0,1-1 0,-1 0 0,0 0 0,24-1 0,-31-2 17,-1 1 0,1-1 1,-1 0-1,0 0 0,1 0 0,7-4 0,-11 4-85,-1 0 1,1 0-1,0 0 1,-1 0-1,1 0 1,0 0-1,-1 0 1,0-1-1,1 1 1,-1-1-1,0 1 1,1-1-1,-1 1 1,0-1-1,0 0 1,-1 1-1,1-1 1,0 0-1,0 0 1,-1 0-1,1-2 1,0-7-6759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9:21.8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106 0 24575,'-3'2'0,"0"0"0,1-1 0,-1 1 0,1 0 0,0 0 0,0 0 0,0 0 0,0 1 0,0-1 0,0 1 0,0-1 0,1 1 0,-1 0 0,1-1 0,0 1 0,-2 3 0,3-2 0,-1 0 0,1 0 0,-1 0 0,1 0 0,0-1 0,1 1 0,-1 0 0,0 0 0,1 0 0,0 0 0,2 4 0,2 4 0,1 1 0,0-1 0,1 0 0,0 0 0,1-1 0,9 11 0,53 57 0,13 17 0,-81-94 0,0 1 0,0 0 0,-1 0 0,1 0 0,0 0 0,-1 0 0,0 0 0,2 5 0,-3-7 0,0 0 0,0-1 0,0 1 0,0 0 0,0 0 0,0 0 0,0 0 0,0 0 0,0 0 0,-1 0 0,1 0 0,0-1 0,0 1 0,-1 0 0,1 0 0,-1 0 0,1-1 0,0 1 0,-1 0 0,0 0 0,1-1 0,-1 1 0,1 0 0,-1-1 0,0 1 0,1-1 0,-1 1 0,0-1 0,0 1 0,0-1 0,1 1 0,-1-1 0,0 0 0,0 1 0,0-1 0,-1 0 0,-10 2 0,-1 0 0,1-1 0,0 0 0,-1-1 0,-16-2 0,-2 1 0,-104-1-1365,111 2-5461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9:31.3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70 48 24575,'-38'-32'0,"37"30"0,2 3 0,124 110 0,-103-94 0,-12-10 0,0 1 0,0 1 0,13 13 0,-23-21 0,0-1 0,1 0 0,-1 0 0,0 0 0,0 0 0,1 1 0,-1-1 0,0 0 0,0 0 0,0 1 0,1-1 0,-1 0 0,0 0 0,0 1 0,0-1 0,0 0 0,0 0 0,1 1 0,-1-1 0,0 0 0,0 1 0,0-1 0,0 0 0,0 1 0,0-1 0,0 0 0,0 1 0,0-1 0,0 0 0,0 1 0,0-1 0,0 0 0,0 1 0,-1-1 0,1 0 0,0 0 0,0 1 0,0-1 0,0 0 0,-1 0 0,1 1 0,0-1 0,0 0 0,0 0 0,-1 1 0,1-1 0,0 0 0,0 0 0,-1 0 0,1 1 0,0-1 0,-1 0 0,1 0 0,0 0 0,0 0 0,-1 0 0,1 0 0,-1 0 0,-1 1 0,1-1 0,-1 0 0,0 0 0,0 0 0,0 0 0,1-1 0,-1 1 0,0 0 0,-2-1 0,-4-3 0,-1 0 0,1 0 0,1-1 0,-1 0 0,0 0 0,1-1 0,-7-7 0,-44-50 0,31 32 0,-28-31 0,74 84 0,2 0 0,0-2 0,1-1 0,28 20 0,104 58 0,-145-92 0,32 18 0,-1 2 0,53 43 0,-88-63 0,-14-9 0,-14-9 0,11 6-1365,0 1-5461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9:32.3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331 58 24575,'-7'-6'0,"-1"1"0,2-2 0,-1 1 0,-6-9 0,0 1 0,12 13 0,1 1 0,0 0 0,-1-1 0,1 1 0,-1-1 0,1 1 0,-1 0 0,1 0 0,-1-1 0,1 1 0,-1 0 0,1 0 0,-1 0 0,1-1 0,-1 1 0,1 0 0,-1 0 0,0 0 0,1 0 0,-1 0 0,1 0 0,-1 0 0,1 0 0,-1 1 0,0-1 0,1 0 0,-1 0 0,1 0 0,-1 0 0,1 1 0,-1-1 0,1 0 0,-1 1 0,1-1 0,-1 0 0,1 1 0,0-1 0,-1 0 0,0 2 0,-16 22 0,11-15 0,-11 15 0,-23 46 0,3-6 0,33-57 0,0 0 0,-1-1 0,0 1 0,0-1 0,-1 0 0,1-1 0,-11 8 0,8-10 0,6-6 0,10-10 0,14-10 0,1 2 0,1 0 0,0 2 0,2 1 0,39-21 0,-52 32 0,-10 6 0,0 0 0,1-1 0,-1 1 0,0-1 0,0 0 0,0 0 0,0 0 0,0-1 0,0 1 0,3-5 0,-6 7 0,0 0 0,1-1 0,-1 1 0,0 0 0,0 0 0,0 0 0,0-1 0,0 1 0,0 0 0,0 0 0,0 0 0,0-1 0,0 1 0,0 0 0,0 0 0,0 0 0,0-1 0,0 1 0,0 0 0,0 0 0,0 0 0,0-1 0,0 1 0,0 0 0,0 0 0,-1 0 0,1 0 0,0-1 0,0 1 0,0 0 0,0 0 0,0 0 0,0 0 0,-1-1 0,-8-1 0,-10 2 0,-2 4 0,1 2 0,-1 0 0,1 0 0,0 2 0,-25 14 0,34-15 0,1 0 0,0 1 0,0 0 0,0 1 0,1 0 0,1 1 0,-1 0 0,1 0 0,1 1 0,0 0 0,-7 15 0,12-21-273,-1-1 0,-1 1 0,1-1 0,-7 7 0,0-2-6553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9:33.4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324 220 24575,'-29'-25'0,"-15"-10"0,-5 1 0,4 3 0,4 5 0,4 4 0,7 4 0,2 2 0,7 4-8191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9:34.4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302 100 24575,'-50'-28'0,"-97"-38"0,144 65 0,0 0 0,0 0 0,0 1 0,0-1 0,0 1 0,0-1 0,0 1 0,-1 0 0,1 0 0,0 0 0,0 0 0,0 1 0,0 0 0,0-1 0,-4 2 0,5 0 0,-1-1 0,1 1 0,0-1 0,0 1 0,0 0 0,0-1 0,0 1 0,0 0 0,0 1 0,0-1 0,1 0 0,0 0 0,-1 1 0,1-1 0,0 1 0,0-1 0,-1 5 0,-3 8 0,1 0 0,0 0 0,1 0 0,1 0 0,1 1 0,0 20 0,1-30 0,1 1 0,0-1 0,0 0 0,0 0 0,0 0 0,1-1 0,0 1 0,1 0 0,-1 0 0,1-1 0,0 0 0,0 1 0,1-1 0,0-1 0,-1 1 0,2 0 0,-1-1 0,9 7 0,-5-5 0,1-2 0,0 1 0,0-1 0,0 0 0,0-1 0,1 0 0,-1-1 0,1 0 0,-1 0 0,1-1 0,0 0 0,0-1 0,0 0 0,17-2 0,-24 1 0,0 1 0,1-1 0,-1 0 0,0 0 0,0 0 0,0 0 0,0 0 0,0-1 0,0 1 0,-1-1 0,1 0 0,0 0 0,-1 0 0,1 0 0,-1 0 0,0-1 0,0 1 0,0-1 0,0 1 0,0-1 0,0 0 0,-1 0 0,1 1 0,-1-1 0,0 0 0,0-1 0,1-4 0,1-5 0,-1 0 0,-1 1 0,0-1 0,0 0 0,-3-20 0,13 50 0,12 24 0,-10-18-85,-3-4-555,16 39 0,-22-46-6186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9:36.4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94 22 24575,'-1'-2'0,"-1"1"0,1 0 0,0 0 0,-1 0 0,1 0 0,-1 0 0,0 0 0,1 0 0,-4-1 0,5 2 0,0 0 0,0 0 0,0 0 0,0 0 0,0 0 0,0 0 0,0 0 0,-1 0 0,1 0 0,0 0 0,0 0 0,0 0 0,0 0 0,0 0 0,0 0 0,0 0 0,0 0 0,0 0 0,0 0 0,0 0 0,0 0 0,0 0 0,0 0 0,0 0 0,0 0 0,0 0 0,0 1 0,0-1 0,-1 0 0,1 0 0,0 0 0,0 0 0,0 0 0,0 0 0,0 0 0,0 0 0,0 0 0,0 0 0,0 0 0,0 0 0,0 0 0,0 1 0,0-1 0,0 0 0,0 0 0,0 0 0,0 0 0,1 0 0,-1 0 0,0 0 0,0 0 0,0 0 0,0 0 0,0 0 0,0 0 0,0 0 0,0 0 0,0 0 0,0 0 0,0 0 0,0 0 0,0 1 0,0-1 0,9 10 0,5 1 0,20 14 0,13 10 0,-31-22 0,25 26 0,-40-39 0,-1 1 0,1-1 0,-1 1 0,0-1 0,1 1 0,-1-1 0,1 1 0,-1-1 0,0 1 0,1-1 0,-1 1 0,0 0 0,0-1 0,1 1 0,-1-1 0,0 2 0,-7-2 0,-17-11 0,24 11 0,-51-29 0,-49-39 0,60 40 0,24 14 0,13 8 0,12 10 0,113 74 0,-16-9 0,-76-51 0,53 41 0,-80-56-117,-4-2 155,-10-4 160,-16-10-1682,14 5-5342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9:36.8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151 3 24575,'-1'-1'0,"-1"1"0,1 0 0,0-1 0,0 1 0,0 0 0,0 0 0,0 0 0,0-1 0,0 1 0,0 0 0,0 0 0,0 1 0,-1-1 0,1 0 0,0 0 0,0 1 0,0-1 0,0 0 0,0 1 0,0-1 0,0 1 0,0-1 0,0 1 0,0 0 0,1-1 0,-1 1 0,0 0 0,0-1 0,0 1 0,1 0 0,-1 0 0,0 0 0,1 0 0,-1 0 0,1 0 0,-1 0 0,1 1 0,-4 6 0,0 0 0,1 1 0,-3 13 0,4-13 0,-6 19 0,-13 29 0,17-48 0,-1 0 0,1 0 0,-1-1 0,-1 1 0,0-1 0,0 0 0,-8 6 0,5-4-1365,0-1-5461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9:38.4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359 147 24575,'-12'-18'0,"0"1"0,0 0 0,-1 1 0,-22-22 0,30 34 0,-1 0 0,1 0 0,-1 0 0,1 0 0,-1 1 0,0 0 0,0 1 0,-1-1 0,1 1 0,0 0 0,-1 0 0,1 1 0,-1 0 0,0 0 0,-7 1 0,3 0 0,0 0 0,0 1 0,0 1 0,0 0 0,0 1 0,-11 3 0,17-4 0,1-1 0,0 1 0,0 0 0,1 0 0,-1 0 0,0 1 0,1-1 0,-1 1 0,1 0 0,0 0 0,0 0 0,0 0 0,0 1 0,1-1 0,-1 1 0,1 0 0,0 0 0,-3 6 0,1 2 0,1-4 0,0-1 0,1 1 0,0 0 0,0 1 0,0 7 0,2-13 0,0-1 0,0 0 0,1 1 0,-1-1 0,0 0 0,1 0 0,-1 1 0,1-1 0,0 0 0,0 0 0,0 0 0,0 0 0,0 0 0,0 0 0,1 0 0,-1 0 0,1-1 0,-1 1 0,1 0 0,0-1 0,0 1 0,3 1 0,5 3 0,1 0 0,0 0 0,1-2 0,-1 1 0,1-1 0,0-1 0,0 0 0,0-1 0,0 0 0,0-1 0,22-1 0,-32 0 0,1 0 0,-1 0 0,1-1 0,-1 1 0,1-1 0,-1 0 0,1 0 0,-1 0 0,0 0 0,0 0 0,1 0 0,-1-1 0,0 1 0,0-1 0,0 1 0,-1-1 0,1 0 0,0 0 0,-1 0 0,1 0 0,1-2 0,1-4 0,-1 1 0,0-1 0,0 0 0,3-16 0,-3 13 0,16 46 0,12 19-846,-28-50 327,5 9-6307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9:52.8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26 24575,'-15'-12'0,"14"12"0,0 0 0,1-1 0,-1 1 0,0-1 0,1 0 0,-1 1 0,1-1 0,-1 1 0,0-1 0,1 0 0,0 0 0,-1 1 0,1-1 0,-1 0 0,1 0 0,0 1 0,0-1 0,-1-1 0,3 2 0,0 1 0,0-1 0,0 0 0,-1 1 0,1 0 0,0-1 0,0 1 0,-1 0 0,4 2 0,-3-2 0,134 79 0,-101-58 0,-10-4 0,-23-17 0,-1 0 0,1 1 0,-1-1 0,0 1 0,0-1 0,0 1 0,0-1 0,0 1 0,0-1 0,0 1 0,0 0 0,0 0 0,0 2 0,-1-3 0,0-1 0,0 0 0,0 0 0,0 1 0,0-1 0,0 0 0,0 0 0,0 1 0,0-1 0,0 0 0,0 1 0,0-1 0,0 0 0,-1 0 0,1 1 0,0-1 0,0 0 0,0 0 0,0 1 0,0-1 0,-1 0 0,1 0 0,0 0 0,0 1 0,-1-1 0,1 0 0,0 0 0,0 0 0,-1 0 0,1 0 0,0 0 0,0 1 0,-1-1 0,1 0 0,0 0 0,0 0 0,-1 0 0,1 0 0,0 0 0,-1 0 0,1 0 0,0 0 0,0 0 0,-1 0 0,-13-3 0,-4-4 0,0-1 0,0-1 0,0-1 0,1 0 0,1-1 0,0-1 0,0 0 0,1-1 0,-17-20 0,29 30 0,2 2 0,-1 0 0,1 0 0,0 0 0,0-1 0,0 1 0,0-1 0,0 1 0,0-1 0,0 1 0,0-1 0,0 1 0,1-1 0,-1 0 0,1 1 0,-1-4 0,1 5 0,0 0 0,0 0 0,1-1 0,-1 1 0,0 0 0,0 0 0,0 0 0,1 0 0,-1-1 0,0 1 0,0 0 0,1 0 0,-1 0 0,0 0 0,1 0 0,-1 0 0,0 0 0,0 0 0,1 0 0,-1 0 0,0 0 0,0 0 0,1 0 0,-1 0 0,0 0 0,1 0 0,-1 0 0,0 0 0,0 0 0,1 0 0,-1 1 0,0-1 0,0 0 0,1 0 0,-1 0 0,0 0 0,0 0 0,0 1 0,1-1 0,-1 0 0,12 8 0,53 37 0,76 51 0,-47-38 0,-89-55-56,-6-5 196,-8-6-1589,0 2-5377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9:53.1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128 1 24575,'-1'0'0,"0"0"0,1 0 0,-1 1 0,1-1 0,-1 0 0,0 1 0,1-1 0,-1 0 0,1 1 0,-1-1 0,1 1 0,-1-1 0,1 1 0,-1-1 0,1 1 0,0 0 0,-1-1 0,1 1 0,0-1 0,-1 1 0,1 0 0,0-1 0,0 1 0,0 0 0,0-1 0,-1 1 0,1 1 0,-2 22 0,2-22 0,-1 5 0,1 0 0,-1 0 0,0 0 0,0 0 0,-1-1 0,0 1 0,0 0 0,0-1 0,-1 1 0,0-1 0,0 0 0,-1 0 0,0 0 0,0-1 0,-6 7 0,0-2-46,0-1 0,-1 0 0,-13 8 0,9-6-1135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9:54.5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275 74 24575,'-18'-10'0,"2"0"0,-2 0 0,1 1 0,-1 1 0,0 0 0,-36-9 0,50 17 0,0-1 0,0 1 0,0 0 0,0 0 0,0 0 0,0 0 0,0 1 0,0 0 0,0 0 0,1 0 0,-1 0 0,0 0 0,1 1 0,-1 0 0,0 0 0,1 0 0,0 0 0,0 0 0,-1 0 0,1 1 0,1 0 0,-1 0 0,0 0 0,1 0 0,-1 0 0,1 0 0,-2 5 0,1-2 0,0 0 0,0 0 0,1 1 0,0-1 0,0 1 0,1 0 0,0-1 0,0 1 0,1 0 0,0 8 0,0-12 0,1 1 0,-1-1 0,1 0 0,0 0 0,0 0 0,0 1 0,0-1 0,0 0 0,1-1 0,0 1 0,-1 0 0,1 0 0,0-1 0,0 1 0,1-1 0,-1 1 0,0-1 0,1 0 0,-1 0 0,1 0 0,0 0 0,0-1 0,3 2 0,11 5 0,1-1 0,0-1 0,0-1 0,1-1 0,34 5 0,-51-9 0,1 0 0,-1 0 0,0 0 0,1 0 0,-1-1 0,0 1 0,1 0 0,-1-1 0,0 0 0,0 1 0,1-1 0,-1 0 0,0 0 0,0-1 0,0 1 0,0 0 0,2-3 0,-1 2 0,-1-1 0,0 0 0,0 1 0,1-1 0,-2 0 0,1-1 0,0 1 0,-1 0 0,1 0 0,0-6 0,0 1 0,0-1 0,-1 1 0,0 0 0,0-1 0,-1 0 0,0 1 0,0-1 0,-4-16 0,2 17 0,1 1 0,-1 0 0,0 0 0,0 0 0,-1 0 0,-4-8 0,25 52 0,-13-25 0,1 0 0,8 13 0,-3-9-227,-1-1-1,2 0 1,0-1-1,1-1 1,17 15-1,-21-21-6598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9:56.0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12 24575,'-3'-1'0,"-12"-9"0,15 10 0,0 0 0,0 0 0,0 0 0,0 0 0,0 0 0,0 0 0,0 0 0,0 0 0,0 0 0,0 0 0,0 0 0,0 0 0,0 0 0,0 1 0,0-1 0,0 0 0,0 0 0,0 0 0,0 0 0,0 0 0,0 0 0,0 0 0,0 0 0,0 0 0,0 0 0,0 0 0,0 0 0,0 0 0,0 0 0,0 0 0,0 0 0,0 0 0,0 0 0,0 0 0,0 0 0,0 0 0,0 1 0,0-1 0,0 0 0,0 0 0,0 0 0,0 0 0,0 0 0,0 0 0,0 0 0,0 0 0,-1 0 0,1 0 0,0 0 0,0 0 0,0 0 0,0 0 0,0 0 0,0 0 0,0 0 0,0 0 0,0 0 0,0 0 0,0 0 0,0 0 0,0 0 0,0 0 0,0 0 0,7 10 0,8 5 0,1 0 0,19 15 0,13 11 0,-33-28 0,20 14 0,-19-16 0,19 19 0,-54-35 0,-23-15 0,2-3 0,-49-34 0,126 92 0,175 114 0,-207-146 0,-3-1 0,1 0 0,-1-1 0,1 1 0,-1-1 0,1 0 0,-1 0 0,1 0 0,3 1 0,-22-20 0,-26-20-1365,28 28-5461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9:56.3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184 24 24575,'-2'-3'0,"0"1"0,-1 0 0,1 0 0,0 0 0,-1 0 0,0 0 0,1 1 0,-1-1 0,0 1 0,0 0 0,0 0 0,-4-1 0,5 1 0,0 1 0,1 0 0,-1 1 0,0-1 0,1 0 0,-1 0 0,0 1 0,1-1 0,-1 1 0,1-1 0,-1 1 0,1 0 0,-1 0 0,1-1 0,-1 1 0,1 0 0,0 0 0,-1 1 0,1-1 0,0 0 0,0 0 0,0 0 0,0 1 0,-2 2 0,-2 5 5,0 1 1,0 0-1,1 0 0,-6 20 0,7-18 1,-2 0 1,-9 22-1,12-30-106,-1-1-1,1 1 0,0-1 0,-1 0 1,0 0-1,0 0 0,0 0 0,0 0 1,0-1-1,0 1 0,-1-1 0,1 0 1,-5 2-1,-4 1-6725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19:57.1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75 24575,'0'-74'0,"3"122"0,10 62 0,-7-72 0,-2 0 0,-1 1 0,-3 50 0,0-82 0,-1 0 0,-1-1 0,-2 10 0,4-14 0,-1-1 0,1 1 0,-1 0 0,0-1 0,1 1 0,-1-1 0,0 1 0,0-1 0,0 1 0,0-1 0,-1 0 0,1 1 0,0-1 0,0 0 0,-1 0 0,1 0 0,-3 2 0,3-3 0,1 0 0,0 0 0,-1 0 0,1 0 0,0 0 0,-1 0 0,1 0 0,0 0 0,-1 0 0,1 0 0,0 0 0,-1 0 0,1 0 0,0 0 0,-1 0 0,1 0 0,0 0 0,-1 0 0,1-1 0,0 1 0,-1 0 0,1 0 0,0 0 0,-1-1 0,1 1 0,0 0 0,0 0 0,-1-1 0,1 1 0,-5-13 0,3-15 0,2 24 0,1 1 0,0-1 0,0 0 0,0 1 0,0-1 0,0 0 0,1 1 0,-1 0 0,1-1 0,0 1 0,0 0 0,1 0 0,-1 0 0,1 0 0,-1 0 0,1 1 0,0-1 0,0 1 0,0 0 0,0-1 0,0 2 0,1-1 0,-1 0 0,1 1 0,6-3 0,-3 2 0,0 0 0,1 0 0,-1 0 0,1 1 0,0 0 0,0 1 0,-1 0 0,1 0 0,0 0 0,0 1 0,13 3 0,-10 0 0,0 0 0,0 0 0,-1 1 0,0 0 0,20 14 0,-26-16 0,-1 0 0,1 0 0,-1 0 0,1 1 0,-1 0 0,0 0 0,3 6 0,-4-8 0,-1 1 0,0-1 0,0 1 0,0-1 0,-1 1 0,1 0 0,0-1 0,-1 1 0,0 0 0,0 0 0,0-1 0,0 1 0,-1 5 0,0-5 0,0 0 0,0 0 0,0 0 0,-1 0 0,0 0 0,1 0 0,-1-1 0,0 1 0,0-1 0,0 0 0,-1 1 0,1-1 0,-1 0 0,1 0 0,-1 0 0,0-1 0,1 1 0,-7 2 0,-3 1 0,0 0 0,0-1 0,-17 4 0,-13 0-682,-64 3-1,91-10-6143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0:09.8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1154 596 24575,'9'12'0,"-11"-10"0,-7-5 0,-17-12 0,1-1 0,-30-24 0,-1-1 0,-508-295-790,492 297 790,0 4 0,-85-30 0,141 60-247,0 1 1,-1 1-1,1 0 0,-27-1 1,26 4-5922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0:11.2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378 83 24575,'-105'-28'0,"-61"-14"0,146 37 0,15 3 0,-1 1 0,0-1 0,1 1 0,-1 1 0,-8-1 0,12 1 0,0 0 0,1 0 0,-1 1 0,0-1 0,1 1 0,-1-1 0,1 1 0,-1-1 0,1 1 0,-1 0 0,1 0 0,0 0 0,-1 0 0,1 0 0,0 0 0,-1 0 0,1 0 0,0 0 0,0 1 0,0-1 0,0 0 0,0 1 0,0 2 0,-1 0 0,0-1 0,1 1 0,-1 0 0,1 1 0,0-1 0,0 0 0,1 0 0,-1 0 0,1 0 0,0 1 0,0-1 0,0 0 0,2 5 0,-1-3 0,1 1 0,0 0 0,0-1 0,1 0 0,0 1 0,0-1 0,6 8 0,-1-3 0,0-1 0,1 0 0,0 0 0,1-1 0,0 0 0,0-1 0,22 13 0,-22-15 0,1 0 0,0-1 0,1 0 0,-1-1 0,1-1 0,0 0 0,0 0 0,0-1 0,0-1 0,0 0 0,1 0 0,15-2 0,-26 0 0,1 1 0,-1 0 0,0-1 0,-1 1 0,1-1 0,0 1 0,0-1 0,0 0 0,0 0 0,0 0 0,-1 0 0,1 0 0,0 0 0,-1 0 0,1-1 0,-1 1 0,1-1 0,1-2 0,-1 1 0,-1 0 0,0 1 0,1-1 0,-1 0 0,0 0 0,-1 0 0,1 0 0,0 0 0,-1 0 0,0-1 0,0-2 0,-1-7 0,0 1 0,-1-1 0,0 1 0,-9-24 0,-12-19 0,58 91 0,-17-17-118,9 10-506,30 43 1,-49-60-6203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0:11.7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 24575,'1'6'0,"-1"0"0,1-1 0,1 1 0,-1 0 0,1-1 0,0 1 0,0-1 0,1 1 0,-1-1 0,1 0 0,0 0 0,1 0 0,-1-1 0,1 1 0,7 6 0,-2-3 0,0 0 0,0 0 0,1-1 0,0-1 0,0 1 0,19 7 0,-24-12 0,1 0 0,-1 0 0,0 0 0,1-1 0,-1 0 0,1 0 0,8-1 0,-12 1 0,-1-1 0,1-1 0,-1 1 0,0 0 0,1 0 0,-1-1 0,1 1 0,-1 0 0,1-1 0,-1 1 0,0-1 0,1 0 0,-1 0 0,0 1 0,0-1 0,0 0 0,1 0 0,-1 0 0,0 0 0,0 0 0,0 0 0,0-1 0,-1 1 0,1 0 0,0 0 0,0-1 0,-1 1 0,1 0 0,-1-1 0,1 1 0,-1-1 0,1-1 0,-1-4 0,0 0 0,0 0 0,0 0 0,-1 0 0,0 0 0,0 0 0,-4-11 0,3 11 0,0-1 0,1 1 0,0-1 0,0 1 0,0-15 0,1 21 0,0 1 0,0 0 0,0 0 0,0 0 0,0-1 0,0 1 0,0 0 0,0 0 0,0-1 0,0 1 0,0 0 0,1 0 0,-1-1 0,0 1 0,0 0 0,0 0 0,0 0 0,0-1 0,0 1 0,1 0 0,-1 0 0,0 0 0,0 0 0,0-1 0,0 1 0,1 0 0,-1 0 0,0 0 0,0 0 0,0 0 0,1 0 0,-1 0 0,0 0 0,0 0 0,1-1 0,-1 1 0,0 0 0,0 0 0,1 0 0,-1 0 0,0 0 0,0 0 0,1 0 0,-1 1 0,0-1 0,0 0 0,0 0 0,1 0 0,-1 0 0,0 0 0,0 0 0,0 0 0,1 0 0,-1 1 0,0-1 0,0 0 0,0 0 0,1 0 0,-1 0 0,0 1 0,0-1 0,0 0 0,13 12 0,3 6 0,2 0 0,0-2 0,1 0 0,0-2 0,1 0 0,1-1 0,27 13 0,-44-24 0,1 0 0,-1 0 0,1-1 0,0 1 0,0-1 0,-1 0 0,1 0 0,0-1 0,7 1 0,-6-4-1365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0:12.3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73 24575,'4'9'0,"-1"-1"0,1 1 0,0-1 0,1 0 0,0 0 0,0-1 0,1 1 0,0-1 0,0 0 0,1-1 0,-1 1 0,2-1 0,-1-1 0,0 1 0,11 4 0,-16-9 0,1 0 0,-1 1 0,0-2 0,1 1 0,-1 0 0,1 0 0,-1-1 0,1 0 0,-1 1 0,1-1 0,-1 0 0,1 0 0,0 0 0,-1-1 0,1 1 0,-1 0 0,1-1 0,-1 0 0,4-1 0,-4 1 0,-1 0 0,1-1 0,0 1 0,-1-1 0,1 1 0,-1-1 0,0 1 0,1-1 0,-1 0 0,0 1 0,0-1 0,0 0 0,0 0 0,-1 0 0,1 0 0,0 0 0,-1 0 0,1 0 0,-1 0 0,0 0 0,0 0 0,0 0 0,0 0 0,0-3 0,-1-6 0,-1 1 0,-4-19 0,4 23 0,0 0 0,1 0 0,-1 0 0,1 0 0,1-1 0,-1 1 0,1-1 0,0 1 0,1 0 0,2-13 0,-3 18 0,1 0 0,-1 0 0,1 0 0,0 0 0,0 0 0,-1 0 0,1 0 0,0 0 0,0 0 0,0 0 0,0 1 0,0-1 0,0 0 0,0 1 0,0-1 0,1 0 0,-1 1 0,0 0 0,0-1 0,0 1 0,1 0 0,-1-1 0,0 1 0,0 0 0,1 0 0,-1 0 0,0 0 0,1 0 0,-1 0 0,0 1 0,0-1 0,1 0 0,0 1 0,6 1 0,1 0 0,-1 1 0,12 6 0,-19-9 0,172 93 0,-169-90 0,-2-2 0,0 0 0,0 0 0,0 0 0,0 0 0,0 1 0,0-1 0,-1 1 0,1 0 0,0-1 0,-1 1 0,0 0 0,1 0 0,1 3 0,-3-5 1,0 0 0,0 0 0,0 0 0,0 0 0,0 1 0,-1-1 0,1 0 0,0 0 0,0 0 0,0 0 0,0 0 0,0 0-1,0 1 1,0-1 0,0 0 0,0 0 0,-1 0 0,1 0 0,0 0 0,0 0 0,0 0 0,0 0 0,0 0 0,0 0 0,-1 0 0,1 0 0,0 1 0,0-1-1,0 0 1,0 0 0,0 0 0,-1 0 0,1 0 0,0 0 0,0 0 0,0 0 0,0 0 0,0-1 0,-1 1 0,1 0 0,0 0 0,0 0 0,0 0 0,0 0-1,-9-2-818,8 2 229,-8-2-6237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0:12.8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24575,'1'5'0,"-1"-1"0,1 0 0,0 0 0,0 0 0,1 0 0,-1 0 0,1 0 0,3 5 0,1 2 0,1 0 0,16 18 0,-16-21 0,0 0 0,1 0 0,0-1 0,0 0 0,1-1 0,0 1 0,0-2 0,0 1 0,18 7 0,-20-11 0,0 0 0,0-1 0,0 1 0,0-2 0,1 1 0,-1-1 0,0 0 0,15-1 0,-18 0 0,0 0 0,0 0 0,-1 0 0,1-1 0,0 1 0,-1-1 0,1 0 0,-1 0 0,1 0 0,-1 0 0,0-1 0,0 0 0,0 1 0,0-1 0,-1 0 0,1 0 0,3-6 0,-2 1 0,0 0 0,-1 0 0,0 0 0,0 0 0,-1 0 0,0-1 0,0 1 0,-1-1 0,0 1 0,-1-11 0,2 3 0,-3 15 0,1 1 0,0-1 0,0 1 0,0 0 0,0-1 0,0 1 0,0-1 0,0 1 0,0 0 0,0-1 0,0 1 0,1-1 0,-1 1 0,0 0 0,0-1 0,0 1 0,0-1 0,1 1 0,-1 0 0,0-1 0,0 1 0,0 0 0,1-1 0,-1 1 0,0 0 0,1 0 0,-1-1 0,0 1 0,1 0 0,0-1 0,-1 2 0,1-1 0,0 0 0,-1 1 0,1-1 0,0 0 0,-1 1 0,1-1 0,-1 1 0,1-1 0,-1 1 0,1-1 0,-1 1 0,1-1 0,-1 1 0,1 0 0,14 27 0,-10-15-273,0 0 0,0 0 0,-1 1 0,3 24 0,-6-25-6553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0:13.6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248 698 24575,'6'-39'0,"-2"-1"0,-2-1 0,-4-57 0,0 73 0,-2 0 0,0 1 0,-2 0 0,-1 0 0,0 0 0,-21-41 0,-2 11 0,-3 0 0,-72-90 0,103 142 0,1 1 0,-1-1 0,1 0 0,-1 1 0,1-1 0,-1 1 0,0 0 0,0-1 0,-2 0 0,3 2 0,1 0 0,0-1 0,0 1 0,-1 0 0,1 0 0,0 0 0,-1 0 0,1 0 0,0 0 0,0 0 0,-1 0 0,1 0 0,0 0 0,-1 0 0,1 1 0,0-1 0,0 0 0,-1 0 0,1 0 0,0 0 0,-1 0 0,1 0 0,0 1 0,0-1 0,0 0 0,-1 1 0,0 0 0,1 0 0,-1-1 0,1 1 0,-1 0 0,1 1 0,0-1 0,-1 0 0,1 0 0,0 0 0,0 0 0,0 2 0,0 16 0,1-1 0,1 1 0,1 0 0,0 0 0,8 21 0,-5-17 0,4 17 0,2-1 0,2 0 0,22 44 0,-27-64 0,2-1 0,0 0 0,0-1 0,2 0 0,0-1 0,1 0 0,1-1 0,20 16 0,-26-24 0,0-1 0,1 0 0,0 0 0,0-1 0,1 0 0,0-1 0,13 4 0,-20-7 0,1 0 0,-1 0 0,0 0 0,1-1 0,-1 1 0,1-1 0,-1 0 0,1-1 0,-1 1 0,0-1 0,1 0 0,-1 0 0,0 0 0,1-1 0,-1 0 0,0 1 0,0-1 0,0-1 0,-1 1 0,1 0 0,5-5 0,-5 1 0,1 1 0,0-1 0,-1 0 0,0 0 0,-1 0 0,1-1 0,-1 1 0,-1-1 0,1 0 0,-1 0 0,0 0 0,0 0 0,-1 0 0,0 0 0,-1 0 0,1-1 0,-1 1 0,-1 0 0,1 0 0,-1 0 0,-3-12 0,-1 10 0,5 9 0,0 0 0,0 0 0,0-1 0,0 1 0,0 0 0,0 0 0,0 0 0,-1 0 0,1 0 0,0 0 0,0 0 0,0 0 0,0 0 0,0 0 0,0 0 0,0 0 0,-1 0 0,1 0 0,0 0 0,0 0 0,0 0 0,0 0 0,0 1 0,0-1 0,0 0 0,0 0 0,0 0 0,-1 0 0,1 0 0,0 0 0,0 0 0,0 0 0,0 0 0,0 0 0,0 0 0,0 0 0,0 1 0,0-1 0,0 0 0,0 0 0,0 0 0,0 0 0,0 0 0,-1 2 0,1-1 0,-1 1 0,1-1 0,0 1 0,-1-1 0,1 1 0,0-1 0,0 1 0,0-1 0,1 3 0,1 11 0,1-1 0,1 1 0,1-1 0,10 23 0,-12-30 0,0-1 0,0 0 0,1 0 0,0 0 0,0 0 0,1-1 0,-1 0 0,1 0 0,0 0 0,1 0 0,-1-1 0,8 5 0,-11-8 0,0 0 0,-1 0 0,1-1 0,0 1 0,0 0 0,0-1 0,0 1 0,0-1 0,0 0 0,0 1 0,0-1 0,0 0 0,0 0 0,0 0 0,0-1 0,0 1 0,0 0 0,3-2 0,-3 1 0,1 0 0,-1-1 0,1 1 0,-1-1 0,0 0 0,0 0 0,1 0 0,-2 0 0,1 0 0,0 0 0,3-4 0,0-4 0,0 1 0,-1 0 0,0-1 0,0 0 0,3-20 0,-6 25 0,0 0 0,1 0 0,-1-1 0,1 1 0,0 0 0,4-9 0,-5 13 0,-1 0 0,1 0 0,-1 1 0,1-1 0,0 0 0,-1 0 0,1 1 0,0-1 0,0 0 0,0 1 0,0-1 0,-1 1 0,1-1 0,0 1 0,0 0 0,0-1 0,0 1 0,0 0 0,0 0 0,0-1 0,0 1 0,0 0 0,0 0 0,0 0 0,0 0 0,0 0 0,0 1 0,0-1 0,0 0 0,0 0 0,0 1 0,0-1 0,0 0 0,0 1 0,0-1 0,0 1 0,0-1 0,0 2 0,11 6 0,-1 1 0,0 0 0,0 1 0,-1 0 0,15 20 0,1 0 0,-18-22 0,-1 1 0,1 1 0,10 18 0,-18-26 11,-3-4-1387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0:14.1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221 197 24575,'-15'-37'0,"-1"1"0,-2 1 0,-24-36 0,41 70 0,0-1 0,0 1 0,0-1 0,-1 1 0,1-1 0,0 1 0,-1 0 0,1 0 0,-1 0 0,1 0 0,-3-2 0,3 3 0,1 0 0,0 0 0,0 0 0,-1 0 0,1 0 0,0 0 0,0 0 0,-1 0 0,1 0 0,0 0 0,0 0 0,-1 0 0,1 0 0,0 0 0,0 0 0,-1 0 0,1 1 0,0-1 0,0 0 0,0 0 0,-1 0 0,1 0 0,0 0 0,0 1 0,0-1 0,-1 0 0,1 0 0,0 1 0,-3 12 0,1 7 0,2 1 0,1-1 0,0 1 0,1-1 0,2 0 0,0 0 0,1 0 0,0-1 0,2 1 0,1-1 0,0-1 0,1 1 0,1-1 0,13 17 0,-22-34 0,1 1 0,-1 0 0,0 0 0,0 0 0,0 0 0,0 0 0,0 0 0,0 1 0,0-1 0,-1 0 0,1 0 0,-1 1 0,0-1 0,1 0 0,-1 5 0,-1-6 0,1 1 0,-1 0 0,1-1 0,-1 1 0,0-1 0,0 1 0,0 0 0,0-1 0,0 0 0,0 1 0,0-1 0,0 0 0,0 1 0,-1-1 0,1 0 0,0 0 0,-1 0 0,1 0 0,-1 0 0,1 0 0,-4 0 0,-14 7-31,0-2 1,0-1-1,-40 6 0,24-5-1211,14-1-5584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40.7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0 204 24575,'7'-11'0,"-1"1"0,2 0 0,-1 0 0,1 1 0,1 0 0,-1 0 0,2 1 0,-1 0 0,1 1 0,0 0 0,1 0 0,-1 1 0,1 0 0,1 1 0,14-5 0,16-2 0,75-13 0,46 5 0,-124 16 0,88-6-1365,-110 10-5461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42.0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13 24575,'-5'-2'0,"5"7"0,4 8 0,2-5 0,0 1 0,0-1 0,1 0 0,0-1 0,1 0 0,0 0 0,0 0 0,0-1 0,1 0 0,0-1 0,0 0 0,14 6 0,-6-4 0,2-1 0,-1 0 0,1-1 0,0-1 0,34 3 0,-48-7 0,0 1 0,1-1 0,-1 0 0,0-1 0,0 1 0,0-1 0,8-2 0,-11 2 0,0 0 0,-1 0 0,1 0 0,-1 0 0,1 0 0,-1 0 0,1 0 0,-1 0 0,0-1 0,1 1 0,-1 0 0,0-1 0,0 1 0,0-1 0,0 0 0,0 1 0,0-1 0,-1 0 0,1 1 0,-1-1 0,1 0 0,-1 0 0,1 0 0,-1-2 0,0-1 0,1-1 0,-1 1 0,-1-1 0,1 1 0,-1 0 0,0-1 0,0 1 0,-3-7 0,-1-5 0,7 16 0,3 3 0,10 7 0,-11-6 0,12 7 0,0 0 0,1-1 0,0-1 0,1 0 0,0-1 0,0-2 0,20 5 0,-37-10 0,0 1 0,0-1 0,0 0 0,0 0 0,0 0 0,0 0 0,0 0 0,0 0 0,0 0 0,0 0 0,0 0 0,0-1 0,0 1 0,0 0 0,-1-1 0,1 1 0,0-1 0,0 1 0,0-1 0,0 1 0,0-1 0,-1 1 0,1-1 0,0 0 0,0 1 0,-1-1 0,1 0 0,-1 0 0,1 0 0,0 1 0,-1-1 0,0 0 0,1 0 0,-1 0 0,1-1 0,0-4 0,0 0 0,0 0 0,-1 0 0,0 0 0,-1-7 0,1 8 0,0 1 0,0-1 0,0 1 0,0-1 0,2-5 0,-2 9 0,0 0 0,1 1 0,-1-1 0,1 0 0,-1 1 0,1-1 0,-1 0 0,1 1 0,0-1 0,-1 1 0,1-1 0,0 1 0,-1-1 0,1 1 0,0 0 0,-1-1 0,1 1 0,0 0 0,0-1 0,0 1 0,-1 0 0,1 0 0,0 0 0,0 0 0,0 0 0,0 0 0,-1 0 0,1 0 0,0 0 0,0 0 0,0 0 0,-1 1 0,1-1 0,0 0 0,0 0 0,-1 1 0,1-1 0,1 1 0,4 2 0,0 0 0,0 0 0,7 6 0,-12-9 0,9 8 0,1-2 0,0 1 0,0-1 0,0-1 0,1 0 0,0 0 0,0-1 0,21 4 0,-32-8 0,0 0 0,0 0 0,0 0 0,0 0 0,0 0 0,0 0 0,0 0 0,0 0 0,0 0 0,0 0 0,0 0 0,0 0 0,0-1 0,0 1 0,0 0 0,0-1 0,0 1 0,-1-1 0,1 1 0,0-1 0,0 1 0,0-1 0,-1 0 0,1 1 0,0-1 0,-1 0 0,1 0 0,0 0 0,-1 1 0,1-1 0,0-1 0,0-2 0,0 0 0,-1-1 0,1 1 0,0 0 0,-1 0 0,0-6 0,-1 6 0,1 0 0,1 1 0,-1-1 0,0 0 0,1 1 0,0-1 0,-1 0 0,3-3 0,-3 7 0,1-1 0,-1 0 0,1 0 0,-1 1 0,1-1 0,-1 1 0,1-1 0,-1 0 0,1 1 0,0-1 0,-1 1 0,1 0 0,0-1 0,-1 1 0,1-1 0,1 1 0,0-1 0,0 1 0,0 0 0,0 0 0,0 0 0,-1 0 0,1 0 0,0 0 0,0 0 0,0 1 0,2 0 0,12 4 0,30 14 0,-37-14 0,1-1 0,0 0 0,1 0 0,-1-1 0,1 0 0,-1-1 0,18 2 0,-26-4 0,0 0 0,0 0 0,0-1 0,0 1 0,0-1 0,1 1 0,-1-1 0,0 0 0,0 0 0,0 1 0,0-2 0,-1 1 0,1 0 0,0 0 0,0 0 0,-1-1 0,1 1 0,-1-1 0,1 0 0,-1 1 0,2-3 0,-1 1 0,-1 3-3,-1-1 0,0 1 0,1-1 0,-1 1 0,1-1 0,-1 1 0,1-1 0,-1 1-1,1 0 1,-1-1 0,1 1 0,0 0 0,-1 0 0,1-1 0,-1 1 0,1 0 0,0 0 0,-1 0-1,1 0 1,0-1 0,-1 1 0,1 0 0,0 0 0,-1 1 0,2-1 0,-1 0 17,0 1 0,0-1 1,0 1-1,0-1 0,0 1 1,-1 0-1,1-1 0,0 1 1,0 0-1,0 0 0,-1 0 0,1 0 1,1 1-1,0 2-226,0 0 0,0 0 0,-1 0-1,1 0 1,-1 0 0,1 7 0,0 1-6614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42.3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29 24575,'-3'-10'0,"0"0"0,2 3 0,2 6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42.5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24575,'22'29'0,"10"15"0,4 5 0,-1-1 0,-2-4 0,-4-4 0,-2-5 0,-3-5 0,-1-5 0,-2-3 0,-2-4 0,-4-3 0,-5-5-8191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42.6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446 106 24575,'-30'-17'0,"-11"-6"0,-3 1 0,3 5 0,5 4 0,4 6 0,5 3 0,2 2 0,3 4 0,0 2 0,-1 3 0,-3 2 0,-1 0 0,0 1 0,4-2-8191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43.2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0 24575,'-9'7'0,"1"0"0,0 1 0,0 0 0,1 0 0,0 1 0,-6 9 0,12-16 0,0 1 0,-1-1 0,1 0 0,0 0 0,0 1 0,1-1 0,-1 0 0,0 1 0,1-1 0,-1 1 0,1-1 0,0 1 0,0-1 0,0 1 0,0-1 0,1 1 0,-1-1 0,0 1 0,1-1 0,0 1 0,0-1 0,-1 0 0,1 1 0,1-1 0,-1 0 0,0 0 0,1 0 0,-1 0 0,1 0 0,-1 0 0,1 0 0,3 2 0,4 4 0,1-1 0,0 0 0,1-1 0,0 0 0,0 0 0,19 6 0,-14-7 0,1 0 0,0-1 0,-1-1 0,22 2 0,-1-4-1365,-22-1-5461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43.3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24575,'5'5'0,"4"4"0,2 3 0,3 0 0,1-1 0,1 1 0,-1-1 0,0-1 0,0 1 0,0-2 0,-3-2-8191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43.5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24575,'20'14'0,"8"8"0,1 3 0,-4-1 0,-2-2 0,-6-5-8191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43.8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148 195 24575,'-17'-10'0,"-8"-5"0,-1-3 0,3 1 0,5 2 0,3 1 0,4 0 0,4 0 0,3 0 0,2 0 0,2-1 0,1 1 0,2 2 0,3 4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44.5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5 408 24575,'-1'3'0,"0"0"0,0 1 0,0-1 0,1 0 0,-1 0 0,1 1 0,0-1 0,0 0 0,0 1 0,1 3 0,0 0 0,0 0 0,1 0 0,4 12 0,-3-12 0,0 0 0,1-1 0,0 1 0,0-1 0,1 1 0,0-2 0,0 1 0,0 0 0,1-1 0,-1 0 0,1 0 0,1-1 0,-1 1 0,1-1 0,-1-1 0,1 1 0,0-1 0,1 0 0,-1-1 0,0 0 0,1 0 0,-1-1 0,1 0 0,-1 0 0,1 0 0,0-1 0,-1 0 0,1-1 0,0 0 0,-1 0 0,1 0 0,14-6 0,-18 5 0,-1 1 0,1-1 0,0 0 0,-1 0 0,0-1 0,1 1 0,-1-1 0,0 0 0,0 0 0,-1 0 0,1 0 0,-1 0 0,4-5 0,-4 2 0,1 1 0,-1-1 0,0 1 0,0-1 0,0 0 0,-1 0 0,0 0 0,0-8 0,-1-1 0,0 0 0,-1 0 0,-1 1 0,0-1 0,-1 0 0,-8-22 0,1 13 0,0 0 0,-1 0 0,-2 1 0,0 0 0,-19-24 0,-90-95 0,90 106 0,30 34 0,1 1 0,0-1 0,-1 1 0,1-1 0,-1 1 0,1 0 0,-1 0 0,0 0 0,1 0 0,-4-1 0,4 1 0,1 1 0,0 0 0,-1 0 0,1 0 0,0 0 0,-1 0 0,1 0 0,0 0 0,-1 0 0,1 1 0,0-1 0,0 0 0,-1 0 0,1 0 0,0 0 0,0 0 0,-1 0 0,1 1 0,0-1 0,0 0 0,-1 0 0,1 0 0,0 1 0,0-1 0,-1 1 0,-3 13 0,4 0 0,0-1 0,1 1 0,0 0 0,2 0 0,3 14 0,25 66 0,-25-78 0,0-1 0,1 0 0,1 0 0,1-1 0,0 0 0,1-1 0,0 0 0,1 0 0,0-1 0,1-1 0,0 0 0,1 0 0,0-1 0,1-1 0,24 12 0,-23-13 0,0-1 0,1-1 0,0 0 0,1-1 0,-1-1 0,1-1 0,0 0 0,0-1 0,0-1 0,23-1 0,-37 0 0,0 0 0,0 0 0,-1-1 0,1 0 0,0 1 0,-1-1 0,1 0 0,-1 0 0,1-1 0,-1 1 0,1 0 0,-1-1 0,0 1 0,0-1 0,1 0 0,-1 0 0,-1 0 0,4-3 0,-3 2 0,0-1 0,-1 1 0,1-1 0,-1 1 0,1-1 0,-1 1 0,-1-1 0,1 0 0,0 1 0,-1-1 0,0 0 0,0-4 0,0-1 0,-1 0 0,0 1 0,-1-1 0,0 1 0,0-1 0,-1 1 0,0 0 0,0 0 0,-1 0 0,0 0 0,-6-8 0,-9-5 0,18 20 0,1 1 0,-1-1 0,0 1 0,1-1 0,-1 1 0,0 0 0,0-1 0,1 1 0,-1 0 0,0-1 0,0 1 0,1 0 0,-3 0 0,3 0 0,0 0 0,-1 0 0,1 0 0,0 0 0,-1 0 0,1 1 0,-1-1 0,1 0 0,0 0 0,0 1 0,-1-1 0,1 0 0,0 0 0,-1 1 0,1-1 0,0 0 0,0 1 0,-1-1 0,1 0 0,0 1 0,0-1 0,0 0 0,0 1 0,0-1 0,-1 0 0,1 1 0,0-1 0,0 1 0,0-1 0,0 1 0,0 1 0,0 1 0,0-1 0,1 0 0,-1 1 0,0-1 0,1 0 0,0 1 0,-1-1 0,1 0 0,0 0 0,0 0 0,0 0 0,1 0 0,-1 0 0,2 2 0,1 2 0,0-1 0,1 0 0,0 0 0,6 5 0,11 6 0,1-1 0,1-2 0,0 0 0,0-1 0,35 11 0,-22-13-1365,-22-8-5461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45.9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1 220 24575,'22'-24'0,"12"-11"0,3-2 0,0 3 0,-4 7 0,-3 6 0,-3 7 0,-2 2 0,-3 4 0,-2 4 0,-3 1 0,-4 3-8191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47.1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0 126 24575,'9'11'0,"0"0"0,1-1 0,0 0 0,0-1 0,1 0 0,19 13 0,-25-19 0,0 0 0,0 0 0,0-1 0,0 0 0,1 0 0,-1 0 0,1 0 0,0-1 0,-1 0 0,1 0 0,0 0 0,0-1 0,0 0 0,-1 0 0,1-1 0,0 1 0,0-1 0,8-3 0,-11 3 0,-1 0 0,1-1 0,-1 1 0,1-1 0,-1 0 0,0 0 0,1 0 0,-1 0 0,0 0 0,0 0 0,-1 0 0,1-1 0,0 1 0,-1-1 0,0 1 0,1-1 0,-1 0 0,0 1 0,0-1 0,0 0 0,-1 0 0,1-3 0,1-8 0,0 0 0,-1-1 0,-2-16 0,1 22 0,-1-10 0,-2 1 0,-7-33 0,12 60 0,1 0 0,0 0 0,1-1 0,0 0 0,1 0 0,-1 0 0,12 14 0,-3-7 0,0-1 0,25 21 0,-32-31 0,-1 1 0,1-1 0,0-1 0,0 1 0,0-1 0,1 0 0,-1-1 0,1 1 0,0-1 0,12 2 0,-17-4 0,-1 0 0,0 0 0,0 0 0,0 0 0,0 0 0,1 0 0,-1 0 0,0-1 0,0 1 0,0 0 0,0-1 0,0 1 0,0-1 0,0 1 0,0-1 0,0 0 0,0 1 0,0-1 0,0 0 0,0 0 0,-1 0 0,1 1 0,0-1 0,0 0 0,-1 0 0,1 0 0,-1 0 0,1 0 0,-1 0 0,1 0 0,-1-1 0,0 1 0,1 0 0,-1 0 0,0-2 0,1-5 0,0 0 0,-1 0 0,0 1 0,-1-11 0,1 8 0,-8-46 0,8 55 0,0 1 0,0 0 0,0 0 0,0-1 0,-1 1 0,1 0 0,1 0 0,-1-1 0,0 1 0,0 0 0,0 0 0,0-1 0,0 1 0,0 0 0,0 0 0,0-1 0,0 1 0,0 0 0,0 0 0,1 0 0,-1-1 0,0 1 0,0 0 0,0 0 0,0 0 0,1-1 0,-1 1 0,0 0 0,0 0 0,1 0 0,-1 0 0,8 3 0,12 14 0,-15-13 0,6 6 0,38 30 0,-44-36 0,1-1 0,0 1 0,0-1 0,0 0 0,0 0 0,14 3 0,-19-6 0,1 1 0,0-1 0,-1 1 0,1-1 0,-1 0 0,1 0 0,0 0 0,-1 0 0,1 0 0,0 0 0,-1-1 0,1 1 0,-1-1 0,1 1 0,-1-1 0,1 1 0,-1-1 0,1 0 0,-1 1 0,1-1 0,-1 0 0,0 0 0,1 0 0,-1 0 0,2-3 0,0 0 0,-1-1 0,1 1 0,-1-1 0,0 0 0,0 1 0,1-9 0,4-9 0,-6 20 0,0 0 0,0 1 0,0-1 0,0 1 0,0-1 0,1 1 0,-1 0 0,0-1 0,1 1 0,-1 0 0,1 0 0,-1 0 0,1 0 0,0 0 0,-1 0 0,1 1 0,0-1 0,0 0 0,0 1 0,-1-1 0,1 1 0,3 0 0,6-1 0,0 0 0,20 3 0,-14-1 0,-6 1 0,0 0 0,0 0 0,0 1 0,-1 0 0,1 1 0,-1 0 0,0 1 0,0 0 0,0 1 0,-1-1 0,0 2 0,10 8 0,-12-8-1365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47.3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7 24575,'0'-3'0,"-3"0"0,0 3 0,0 3 0,-2 1 0,0 3 0,-2 0 0,1 1 0,-2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47.5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74 24575,'2'-8'0,"1"0"0,-1 0 0,2 0 0,7-13 0,-10 19 0,0 1 0,-1-1 0,1 1 0,0 0 0,0 0 0,0 0 0,1-1 0,-1 1 0,0 0 0,0 0 0,0 0 0,1 1 0,-1-1 0,1 0 0,-1 0 0,0 1 0,1-1 0,-1 1 0,1-1 0,-1 1 0,1 0 0,0 0 0,-1-1 0,1 1 0,-1 0 0,1 0 0,-1 1 0,1-1 0,0 0 0,-1 0 0,1 1 0,-1-1 0,3 2 0,2 1 0,1 1 0,-1 0 0,-1 0 0,1 0 0,-1 1 0,1 0 0,7 9 0,30 44 0,-35-45 0,32 44-118,162 217-1129,-187-258-5579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47.7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69 24575,'-27'-15'0,"-12"-4"0,-1 2 0,2 6 0,3 6 0,9 4-8191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48.5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1 24575,'-12'3'0,"0"0"0,0 1 0,1 1 0,-22 11 0,30-13 0,-1-1 0,1 0 0,0 1 0,0 0 0,0 0 0,0 0 0,0 0 0,-2 5 0,3-6 0,1 0 0,0 0 0,0 0 0,1 0 0,-1 0 0,0 0 0,1 1 0,-1-1 0,1 0 0,0 1 0,0-1 0,-1 0 0,2 0 0,-1 1 0,1 3 0,0-2 0,0 0 0,1-1 0,0 1 0,-1-1 0,1 1 0,0-1 0,1 0 0,-1 0 0,1 0 0,-1 0 0,1-1 0,0 1 0,0 0 0,5 2 0,6 4 0,-1-1 0,18 8 0,-17-10 40,1 0 0,29 7 0,-36-11-226,1-1 1,-1 1-1,0-2 0,1 1 1,-1-1-1,1-1 1,8 0-1,-3-2-6640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48.6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24575,'17'19'0,"8"10"0,0 2 0,-2-3 0,-2-4 0,-5-6 0,-3-4 0,-3-6-8191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48.8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24575,'13'17'0,"3"9"0,0 1 0,-4 0 0,-3-4 0,-3-4-8191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49.1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147 278 24575,'-1'1'0,"0"0"0,0-1 0,-1 1 0,1-1 0,0 1 0,0-1 0,0 1 0,-1-1 0,1 0 0,0 1 0,0-1 0,-1 0 0,1 0 0,0 0 0,-1 0 0,1 0 0,0 0 0,0 0 0,-1-1 0,1 1 0,0 0 0,0-1 0,-1 1 0,1-1 0,0 1 0,0-1 0,0 0 0,0 1 0,-1-2 0,-5-2 0,1 0 0,0-1 0,-9-8 0,8 5 0,-1-1 0,1 1 0,0-1 0,1 0 0,0-1 0,1 0 0,0 0 0,0 0 0,1 0 0,0-1 0,1 1 0,0-1 0,1 0 0,0 0 0,1 0 0,0 0 0,1-1 0,1-11 0,-1 21 5,0 0 0,1 0 0,-1 0-1,1 0 1,-1 0 0,1 0 0,0 0 0,0 0-1,0 0 1,0 0 0,0 1 0,0-1 0,0 0-1,0 1 1,1-1 0,-1 1 0,1-1-1,-1 1 1,1 0 0,0 0 0,-1 0 0,1 0-1,0 0 1,3-2 0,-1 2-129,0 0 0,1 0 1,-1 0-1,0 1 0,0 0 0,0-1 1,0 2-1,1-1 0,-1 0 0,0 1 1,6 1-1,3 2-6702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50.0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32 523 24575,'-3'13'0,"0"-1"0,1 0 0,0 0 0,1 1 0,1-1 0,0 1 0,3 21 0,-2-30 0,0 0 0,0 0 0,0 0 0,0 0 0,1 0 0,0 0 0,-1-1 0,1 1 0,0-1 0,1 1 0,-1-1 0,1 0 0,-1 0 0,1 0 0,0 0 0,0 0 0,1-1 0,-1 1 0,0-1 0,1 0 0,-1 0 0,1 0 0,0-1 0,0 1 0,-1-1 0,1 0 0,6 1 0,-6-1 0,0 0 0,-1-1 0,1 0 0,0 0 0,0 0 0,0 0 0,0-1 0,0 1 0,0-1 0,0 0 0,-1 0 0,1 0 0,0-1 0,-1 1 0,1-1 0,-1 0 0,1 0 0,-1 0 0,4-4 0,-3 3 0,-1-1 0,1 0 0,-1 0 0,0 0 0,0-1 0,0 1 0,-1-1 0,0 0 0,0 1 0,0-1 0,0 0 0,-1 0 0,1 0 0,0-6 0,0-9 0,-1 1 0,0-1 0,-2 1 0,0 0 0,-1-1 0,-1 1 0,-6-22 0,-49-128 0,24 80 0,22 53 0,-2 2 0,-1 0 0,-25-41 0,39 73 0,0 1 0,0 0 0,0-1 0,0 1 0,0 0 0,0 0 0,0 0 0,-1 0 0,1 0 0,0 0 0,-1 0 0,-1-1 0,2 2 0,1 0 0,0 0 0,-1 0 0,1 0 0,0 0 0,-1 0 0,1 0 0,0 0 0,-1 0 0,1 0 0,0 0 0,-1 0 0,1 0 0,0 0 0,-1 0 0,1 0 0,0 0 0,-1 1 0,1-1 0,0 0 0,-1 0 0,1 0 0,-1 1 0,1 0 0,-1 0 0,1-1 0,-1 1 0,1 0 0,-1 0 0,1 0 0,-1 0 0,1 0 0,0 0 0,0 0 0,-1 0 0,1 1 0,-1 11 0,0 1 0,1-1 0,0 1 0,1-1 0,1 0 0,0 1 0,1-1 0,0 0 0,8 18 0,5 9 0,34 60 0,-35-75 0,0-1 0,2 0 0,1-2 0,1 0 0,0-1 0,34 28 0,-19-22 0,1-2 0,1-1 0,66 32 0,-91-51 0,0 0 0,1-1 0,-1 0 0,1-1 0,0 0 0,0-1 0,20 1 0,-28-2 0,0-1 0,0 0 0,0-1 0,0 1 0,0 0 0,0-1 0,0 0 0,-1 0 0,1 0 0,0-1 0,-1 1 0,1-1 0,-1 0 0,1 0 0,-1 0 0,0-1 0,0 1 0,0-1 0,0 1 0,0-1 0,0 0 0,-1 0 0,0 0 0,1-1 0,-1 1 0,0 0 0,1-5 0,0-1 0,0 0 0,-1 0 0,0-1 0,-1 1 0,0 0 0,-1-1 0,1 1 0,-2 0 0,1-1 0,-1 1 0,-1 0 0,0-1 0,0 1 0,-6-13 0,-1-2 0,-1 1 0,-2-1 0,0 2 0,-16-22 0,26 41 0,0 0 0,0 0 0,0 1 0,0-1 0,-1 1 0,1-1 0,-1 1 0,0 0 0,1 0 0,-5-2 0,6 3 0,0 1 0,-1 0 0,1-1 0,0 1 0,-1 0 0,1 0 0,0-1 0,0 1 0,-1 0 0,1 0 0,0 1 0,-1-1 0,1 0 0,0 0 0,-1 1 0,1-1 0,0 0 0,0 1 0,-1-1 0,1 1 0,0 0 0,0-1 0,0 1 0,0 0 0,0 0 0,0 0 0,0 0 0,-2 2 0,0 1 0,0 0 0,0 1 0,1-1 0,-1 1 0,1 0 0,0 0 0,0 0 0,0 0 0,1 0 0,0 0 0,0 1 0,0-1 0,0 0 0,1 1 0,0 5 0,1-3 0,-1 0 0,1 0 0,0-1 0,1 1 0,-1 0 0,2-1 0,-1 1 0,1-1 0,7 13 0,-6-14 0,-1-1 0,2-1 0,-1 1 0,0-1 0,1 1 0,0-1 0,0-1 0,8 6 0,7 2 0,22 8 0,-14-6 0,115 44-1365,-121-50-5461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52.8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24575,'0'0'0,"0"0"0,0 0 0,0 0 0,0 0 0,0 0 0,0 0 0,0 0 0,0 0 0,0-1 0,0 1 0,0 0 0,0 0 0,0 0 0,0 0 0,0 0 0,0 0 0,0 0 0,0 0 0,0 0 0,0 0 0,0 0 0,0 0 0,0 0 0,0 0 0,0 0 0,0 0 0,0-1 0,0 1 0,0 0 0,0 0 0,0 0 0,0 0 0,0 0 0,1 0 0,-1 0 0,0 0 0,0 0 0,0 0 0,0 0 0,0 0 0,0 0 0,0 0 0,0 0 0,0 0 0,0 0 0,0 0 0,0 0 0,0 0 0,0 0 0,1 0 0,-1 0 0,0 0 0,0 0 0,0 0 0,0 0 0,0 0 0,0 1 0,0-1 0,0 0 0,0 0 0,0 0 0,6 5 0,5 7 0,143 197 0,-130-179 0,-9-13 0,-2 1 0,12 20 0,-25-37 7,1 0 0,-1-1-1,1 1 1,-1 0 0,1 0-1,-1 0 1,0 0-1,1-1 1,-1 1 0,0 0-1,0 0 1,0 0 0,0 0-1,0 0 1,0 0 0,0 0-1,0 1 1,-1-2-51,1 0 1,0 1-1,-1-1 0,1 0 1,0 0-1,-1 1 0,1-1 1,-1 0-1,1 0 0,-1 0 1,1 0-1,-1 1 0,1-1 1,-1 0-1,1 0 0,-1 0 0,1 0 1,0 0-1,-1 0 0,1 0 1,-1 0-1,1 0 0,-1-1 1,1 1-1,-1 0 0,1 0 1,-1 0-1,1-1 0,0 1 1,-1 0-1,1 0 0,-1-1 1,0 1-1,-6-4-6782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53.2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75 24575,'5'-6'0,"0"0"0,0 0 0,0 1 0,1 0 0,0 0 0,0 0 0,0 1 0,1-1 0,-1 2 0,12-6 0,-9 6 0,1 0 0,0 0 0,-1 1 0,1 0 0,0 1 0,0 0 0,16 1 0,23 0 0,38 2 0,-82-1 0,0 0 0,-1 0 0,1 0 0,0 0 0,-1 1 0,1 0 0,-1 0 0,1 0 0,-1 0 0,6 5 0,-4-2 0,1 0 0,-1 1 0,0 0 0,0 0 0,6 10 0,2 6 0,-1 0 0,19 45 0,-29-61 0,28 74 0,-29-71 0,1 0 0,-1 1 0,-1-1 0,0 1 0,0-1 0,-1 1 0,-1 9 0,1-16 0,0-1 0,-1 1 0,1-1 0,-1 1 0,0-1 0,0 1 0,0-1 0,0 0 0,-1 1 0,1-1 0,0 0 0,-1 0 0,0 0 0,1 0 0,-4 3 0,1-2 0,0-1 0,0 1 0,0-1 0,0 1 0,0-1 0,-1 0 0,-8 2 0,-2 0 0,0-2 0,0 0 0,0 0 0,-20-1 0,27-2-341,-1 1 0,1-1-1,-14-4 1,10 2-6485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53.6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24575,'5'7'0,"4"8"0,1 3 0,0 2 0,2 2 0,1-1 0,0-1 0,2-1 0,-1-2 0,-2-1 0,0-4 0,-3 0 0,0-4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53.8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418 24 24575,'-30'-5'0,"-11"-1"0,-5 0 0,4 1 0,4 3 0,6 3 0,3 4 0,4 3 0,2 2 0,2 0 0,0 1 0,1 1 0,1-2 0,2 0 0,3-2-8191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54.1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24575,'17'30'0,"8"14"0,0 2 0,-2-4 0,-2-7 0,-5-6 0,-3-7 0,-1-4 0,0-5 0,-2-2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54.4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0 147 24575,'15'-19'0,"7"-8"0,2 0 0,0 4 0,-2 5 0,-2 7 0,-2 2 0,-2 3 0,-1 2 0,-13 2 0,-11 1 0,-5 4 0,0 1-8191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54.6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71 24575,'27'-3'0,"11"0"0,0-3 0,-5 1 0,-8-3 0,-5 1 0,-7-1 0,-2-1 0,-4-2 0,0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54.9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24575,'20'24'0,"8"14"0,3 2 0,-2-1 0,-6-4 0,-4-6 0,-6-5 0,-2-4 0,-3-4 0,-3-1 0,-3-4-8191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55.2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362 1 24575,'-15'0'0,"-7"0"0,-4 2 0,-2 4 0,1 3 0,-1 2 0,2 2 0,0 2 0,1-1 0,-4 1 0,-1 0 0,1-2 0,1-1 0,6-3-8191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56.0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177 248 24575,'7'-25'0,"0"5"0,-1 0 0,-1-1 0,-1 0 0,3-30 0,-7 47 0,-1 1 0,1 0 0,0-1 0,-1 1 0,0 0 0,0-1 0,0 1 0,0 0 0,-1 0 0,1 0 0,-1 0 0,0 0 0,1 0 0,-2 0 0,1 1 0,0-1 0,0 1 0,-1-1 0,1 1 0,-1 0 0,0 0 0,0 0 0,1 0 0,-7-2 0,2 1 0,0 0 0,-1 1 0,1-1 0,-1 1 0,0 1 0,1-1 0,-1 2 0,0-1 0,-14 1 0,19 0 0,0 1 0,0-1 0,0 1 0,0 0 0,1 0 0,-1 0 0,0 0 0,0 0 0,1 0 0,-1 1 0,0-1 0,1 1 0,0 0 0,-1 0 0,1 0 0,-3 3 0,2-1 0,0 0 0,0 0 0,1 1 0,0-1 0,0 0 0,0 1 0,0-1 0,1 1 0,-2 8 0,1-6 0,1 0 0,1 0 0,-1 1 0,1-1 0,1 0 0,-1 0 0,1 1 0,0-1 0,1 0 0,0 0 0,0 0 0,0 0 0,7 12 0,-2-9 0,1-1 0,0 1 0,1-1 0,0-1 0,0 1 0,1-2 0,0 1 0,0-1 0,1-1 0,-1 0 0,14 5 0,9 3 0,0-2 0,57 12 0,-85-23 0,11 3 0,1-1 0,19 1 0,-33-3 0,0-1 0,1 0 0,-1 0 0,0 0 0,0 0 0,1-1 0,-1 1 0,0-1 0,0 0 0,0 0 0,1 0 0,-1 0 0,0-1 0,-1 1 0,1-1 0,0 0 0,0 0 0,2-2 0,-4 2-62,0 1 0,0-1 0,0 1 0,0-1 0,-1 0 0,1 1 0,0-1 0,-1 0 0,1 1 0,-1-1 0,0 0 0,0 0-1,0 1 1,0-1 0,0 0 0,0 0 0,0 1 0,0-1 0,-1 0 0,1 0 0,-1-1 0,-4-10-6764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56.3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24575,'17'-3'0,"8"0"0,3 2 0,1 5 0,-2 3 0,-1 0 0,-2 3 0,-2 1 0,-4-2 0,-1 1 0,-2 1 0,0-1 0,-4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56.5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 0 24575,'-7'25'0,"-3"13"0,1 2 0,1-3 0,3-6 0,2-5 0,1-4 0,-1-5 0,-3-4 0,0-2 0,-2-3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56.9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24575,'8'7'0,"4"5"0,0 3 0,-1 2 0,-3-3-8191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57.1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24575,'0'-2'0,"0"1"0,0 3 0,0 5 0,3 2 0,0 3 0,2 2 0,4 3 0,-1 1 0,1 1 0,2-2 0,1-3 0,-2-3-8191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57.5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 9 24575,'-5'-2'0,"0"1"0,1-1 0,-1 1 0,0 0 0,0 1 0,0-1 0,0 1 0,-8 0 0,12 0 0,0 0 0,-1 0 0,1 1 0,0-1 0,0 0 0,-1 1 0,1-1 0,0 0 0,0 1 0,0 0 0,-1-1 0,1 1 0,0 0 0,0-1 0,0 1 0,0 0 0,0 0 0,0 0 0,1 0 0,-1 0 0,0 0 0,0 0 0,1 0 0,-1 0 0,0 1 0,1-1 0,-1 0 0,1 0 0,0 0 0,-1 1 0,1-1 0,0 0 0,0 1 0,0-1 0,0 0 0,0 1 0,0 1 0,1 3 0,0 0 0,1-1 0,-1 1 0,1 0 0,0 0 0,1-1 0,-1 1 0,1-1 0,0 0 0,1 0 0,7 9 0,5 5 0,29 24 0,-45-43 0,12 11 0,63 53 0,-62-54 0,2 0 0,-1-1 0,26 12 0,-73-25 0,2-2-120,-63-14 373,83 18-467,1-2 0,0 0 0,0 0 0,0 0 0,1-1 0,-16-11 0,17 9-6612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57.8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24575,'16'7'0,"0"1"0,-1 1 0,0 0 0,0 1 0,-1 0 0,24 23 0,-24-17 0,1 1 0,-2 0 0,0 1 0,-1 0 0,10 22 0,-15-27-83,90 183-1199,-92-184-5544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58.0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0 24575,'-7'0'0,"-5"0"0,-1 3 0,0 0 0,-3 2 0,-1 4 0,-1-1 0,-1 1 0,-3-1 0,-2 1 0,-3 1 0,2-1 0,2-3 0,5-1-8191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58.6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 40 24575,'-6'-4'0,"1"0"0,0 0 0,0 0 0,0 1 0,-1-1 0,1 1 0,-1 1 0,0-1 0,0 1 0,0 0 0,-12-2 0,18 4 0,-1 0 0,0 0 0,1-1 0,-1 1 0,1 0 0,-1 0 0,0 0 0,1 0 0,-1 0 0,1 1 0,-1-1 0,0 0 0,1 0 0,-1 0 0,1 0 0,-1 1 0,1-1 0,-1 0 0,0 1 0,1-1 0,0 0 0,-1 1 0,1-1 0,-1 1 0,1-1 0,-1 0 0,1 1 0,0-1 0,-1 1 0,1-1 0,0 1 0,-1 0 0,1-1 0,0 1 0,0-1 0,0 1 0,-1-1 0,1 1 0,0 0 0,0-1 0,0 1 0,0 0 0,0-1 0,0 1 0,0-1 0,0 1 0,1 0 0,-1-1 0,0 1 0,0-1 0,0 1 0,1-1 0,-1 2 0,2 3 0,1 1 0,-1 0 0,1-1 0,4 6 0,-6-10 0,17 26 0,2-2 0,0 0 0,2-1 0,38 34 0,-58-57 0,9 8 0,-1 1 0,16 19 0,-24-27 0,0 0 0,-1 0 0,1 0 0,-1 1 0,0-1 0,1 0 0,-1 1 0,0-1 0,0 1 0,-1-1 0,1 1 0,0 0 0,-1-1 0,0 1 0,0 0 0,1-1 0,-2 1 0,1 0 0,0-1 0,0 1 0,-2 4 0,1-5 0,0 0 0,0 0 0,-1-1 0,1 1 0,0 0 0,-1-1 0,1 1 0,-1-1 0,0 0 0,1 1 0,-1-1 0,0 0 0,0 0 0,-2 1 0,-32 11 0,27-10 0,-154 47-1365,145-43-5461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00.9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24575,'11'19'0,"-1"-1"0,10 29 0,1 0 0,-11-24 0,-8-16 0,0-1 0,1 0 0,0 0 0,0 0 0,0 0 0,8 9 0,-10-15 0,-1 1 0,0-1 0,0 0 0,1 0 0,-1 1 0,0-1 0,1 0 0,-1 1 0,1-1 0,-1 0 0,0 0 0,1 0 0,-1 0 0,0 1 0,1-1 0,-1 0 0,1 0 0,-1 0 0,1 0 0,-1 0 0,0 0 0,1 0 0,-1 0 0,1 0 0,-1 0 0,0 0 0,1 0 0,-1 0 0,1-1 0,-1 1 0,0 0 0,1 0 0,0-1 0,0 0 0,0 0 0,0 0 0,0 0 0,0 0 0,-1 0 0,1 0 0,0 0 0,-1 0 0,2-3 0,0-1 0,-1-1 0,1 1 0,1-12 0,-3-31 0,-1 39 0,1-1 0,0 0 0,0 0 0,4-19 0,-4 28 0,0 1 0,0 0 0,0-1 0,0 1 0,1-1 0,-1 1 0,0 0 0,0-1 0,0 1 0,1-1 0,-1 1 0,0 0 0,0 0 0,1-1 0,-1 1 0,0 0 0,1-1 0,-1 1 0,0 0 0,1 0 0,-1-1 0,0 1 0,1 0 0,-1 0 0,0 0 0,1 0 0,-1 0 0,1-1 0,-1 1 0,1 0 0,0 0 0,1 1 0,-1-1 0,0 0 0,0 1 0,0-1 0,0 0 0,1 1 0,-1-1 0,0 1 0,2 1 0,24 22 0,-24-22 0,85 71 0,-44-40 0,-43-32-31,3 3 70,0-1-1,1 0 1,9 5 0,-13-7-79,0-1 0,-1 0-1,1 1 1,0-1 0,0 0 0,-1 0-1,1 1 1,0-1 0,0 0 0,-1 0-1,1 0 1,0 0 0,0 0 0,0 0-1,-1 0 1,1 0 0,0 0 0,0 0-1,0-1 1,-1 1 0,1 0 0,0 0-1,0-1 1,-1 1 0,1 0 0,0-1-1,-1 1 1,1-1 0,0 1 0,-1-1-1,1 1 1,-1-1 0,1 0 0,-1 1-1,1-1 1,0-1 0,2-6-6786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01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 24575,'3'-4'0,"-3"4"0,-2 8 0,3-4 0,-1-1 0,0 0 0,1 0 0,-1 1 0,1-1 0,0 0 0,0 0 0,1 0 0,-1 0 0,0 0 0,1 0 0,0 0 0,0 0 0,0-1 0,0 1 0,0-1 0,0 1 0,1-1 0,-1 0 0,1 0 0,2 2 0,6 4 0,0-1 0,1-1 0,23 11 0,-31-16 0,5 3 0,0 0 0,0-1 0,1 0 0,-1-1 0,11 2 0,-19-4 0,1 0 0,-1 0 0,1 0 0,-1 0 0,1 0 0,-1 0 0,1 0 0,-1 0 0,1-1 0,-1 1 0,1-1 0,-1 1 0,1-1 0,-1 1 0,0-1 0,1 0 0,-1 0 0,0 0 0,1 1 0,-1-1 0,0-1 0,0 1 0,0 0 0,0 0 0,0 0 0,0 0 0,-1-1 0,1 1 0,0 0 0,0-1 0,-1 1 0,1-1 0,-1 1 0,0-1 0,1 1 0,-1-1 0,0 1 0,0-1 0,0 1 0,0-3 0,0 0 8,0 0-1,0 0 1,-1 0-1,1 0 1,-1 0-1,0 0 1,0 0-1,-1 0 1,1 0-1,-1 1 1,0-1-1,0 1 1,0-1-1,0 1 0,-6-7 1,5 7-122,-1-1 0,1 1-1,-1-1 1,0 1 0,0 0 0,-1 1-1,1-1 1,-1 1 0,1 0 0,-1 0-1,0 0 1,-6-1 0,-2 1-6712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02.5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47 119 24575,'58'116'0,"11"21"0,-67-132 0,-8-11 0,-11-14 0,-10-22 0,-64-109 0,84 137 0,0 1 0,-8-27 0,14 36 0,0 0 0,0 0 0,0 0 0,0 0 0,1-1 0,0 1 0,0 0 0,0 0 0,0-1 0,1 1 0,-1 0 0,1 0 0,0 0 0,3-7 0,-3 9 0,0 0 0,0 1 0,0-1 0,0 1 0,1 0 0,-1-1 0,1 1 0,-1 0 0,1 0 0,-1 0 0,1 0 0,-1 0 0,1 0 0,0 0 0,0 1 0,-1-1 0,1 1 0,0-1 0,0 1 0,0-1 0,0 1 0,-1 0 0,1 0 0,0 0 0,0 0 0,0 0 0,3 1 0,4 1 0,0 0 0,0 0 0,0 1 0,9 4 0,1 1 0,-1 2 0,0 0 0,-1 0 0,0 2 0,0 0 0,-1 1 0,-1 1 0,-1 0 0,23 29 0,-34-41 0,-1 1 0,0 0 0,0-1 0,-1 1 0,1 0 0,-1 0 0,1 0 0,-1 0 0,0 0 0,0 0 0,0 0 0,0 1 0,-1-1 0,1 0 0,-1 1 0,0-1 0,0 0 0,0 0 0,0 1 0,-1-1 0,1 0 0,-1 0 0,0 1 0,0-1 0,0 0 0,-1 0 0,1 0 0,0 0 0,-1 0 0,0-1 0,0 1 0,0 0 0,0-1 0,0 1 0,-1-1 0,1 0 0,-1 0 0,1 0 0,-7 4 0,-9 4-195,-2 0 0,1-1 0,-2-1 0,1 0 0,-1-2 0,-35 6 0,44-9-6631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02.8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24575,'7'12'0,"5"7"0,3 5 0,2 3 0,-1 0 0,1-1 0,-1-1 0,-1-1 0,-2-1 0,-2-3 0,1 1 0,-3-1 0,-2-2 0,0-4 0,-1-1 0,-2-1 0,-2-2-8191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03.1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408 0 24575,'-17'3'0,"-11"0"0,-5 3 0,-2-1 0,0 0 0,1 1 0,-1 0 0,0-2 0,2 0 0,-2-3 0,1 0 0,4 0 0,7-1-8191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03.5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24575,'5'5'0,"2"4"0,1 3 0,3 2 0,-1 1 0,0 3 0,-1 0 0,0 1 0,1-2 0,1 0 0,-1-1 0,0-1 0,-1 0 0,-1-4 0,0 1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03.8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0 102 24575,'10'-8'0,"0"0"0,0 0 0,0 1 0,1 1 0,0 0 0,0 0 0,1 1 0,0 1 0,0 0 0,0 0 0,0 1 0,0 1 0,1 0 0,-1 1 0,14 0 0,-16 1 0,1 0 0,-1 0 0,0-1 0,0-1 0,1 0 0,-1 0 0,9-4 0,-12 1-62,-12 1 217,-12 1-1613,3 2-5368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04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30 24575,'3'-2'0,"2"-1"0,2-3 0,1 0 0,2 1 0,2 2 0,1 0 0,1 2 0,0 0 0,1 1 0,0 0 0,-1 3 0,1 1 0,0-1 0,-3-3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04.6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24575,'2'-9'0,"3"13"0,3 14 0,40 99 0,-33-90 73,3 10-1511,-15-28-5388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04.9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444 74 24575,'-1'-5'0,"0"1"0,0-1 0,0 0 0,-1 1 0,0-1 0,0 0 0,0 1 0,0 0 0,-6-8 0,7 10 0,-1 0 0,0 1 0,0-1 0,1 1 0,-1-1 0,0 1 0,0-1 0,-1 1 0,1 0 0,0 0 0,0 0 0,-1 0 0,1 1 0,0-1 0,-1 1 0,1-1 0,0 1 0,-1 0 0,1 0 0,-1 0 0,-3 0 0,-94 12 0,-61 6 0,83-12-1365,47-2-5461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05.5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24575,'10'13'0,"3"5"0,-1 4 0,-2-1 0,-3-3-8191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0:36.2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4259 31 24575,'30'0'0,"-26"0"0,-20 0 0,-18 0 0,-205-8 0,147 1 0,-95 7 0,81 1 0,96-1 0,-217 9 0,133-3 0,-100-5 0,86-3 0,-562 2 0,691 1 0,25 5 0,11 0 0,64 1 0,172 3 0,-984-10 0,326-1 0,213 9 0,10-1 0,-233-7 0,280-8 0,-1 1 0,-260 7 0,330-1 0,-30-5 0,-25-2 0,-1 1 0,-1 0 0,-171 7 0,260 0 0,467 9 0,-64 6 0,296-9 0,-431-7 0,-235 1 0,384-9 0,-241-6 0,79-3 0,71 16 0,-176 3 0,-29 6 0,-2 1 0,-65-7 0,111-3 0,-89-7 0,-36 3 0,-4 0 0,-22 3 0,33-2 0,-25 4 0,-11 0 0,0 1 0,0 1 0,-1 0 0,1 1 0,20 5 0,-37-7 0,0 0 0,0 0 0,0 0 0,0 0 0,-1 0 0,1 0 0,0 1 0,0-1 0,0 0 0,0 0 0,0 0 0,0 0 0,0 0 0,0 0 0,0 0 0,0 0 0,0 0 0,0 0 0,0 0 0,0 0 0,0 0 0,0 0 0,0 0 0,0 1 0,0-1 0,0 0 0,0 0 0,0 0 0,0 0 0,0 0 0,0 0 0,0 0 0,0 0 0,0 0 0,0 0 0,0 0 0,0 0 0,0 0 0,0 0 0,0 0 0,0 0 0,0 1 0,1-1 0,-1 0 0,0 0 0,0 0 0,0 0 0,0 0 0,0 0 0,0 0 0,0 0 0,0 0 0,0 0 0,0 0 0,0 0 0,0 0 0,-11 3 0,-25 2 0,26-4 0,-59 12-1365,51-9-5461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0:38.4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2202 46 24575,'-25'-10'0,"0"2"0,-1 0 0,0 2 0,0 1 0,-41-2 0,-135 5 0,104 4 0,39-2 0,-461 16 0,185 3 0,216-13 0,-46-3 0,-76 5 0,40-2 0,147-6 0,97 17 0,5-5 2,1-2 0,99 6-1,102-12-39,-173-5-21,29 1-7,714-20-327,-535-4 393,-438 42 296,4-1-41,-772 35-841,696-45 830,-58 1 98,270-9-342,0 1 0,0-2 0,1 0 0,-1 0 0,-21-8 0,34 10 0,-1 0 0,1-1 0,-1 1 0,1 0 0,-1 0 0,1 0 0,-1-1 0,1 1 0,0 0 0,-1 0 0,1-1 0,-1 1 0,1 0 0,0-1 0,-1 1 0,1 0 0,0-1 0,0 1 0,-1 0 0,1-1 0,0 1 0,0-1 0,-1 1 0,1-1 0,0 1 0,0-1 0,0 0 0,0 1 0,1-1 0,-1 1 0,0-1 0,0 1 0,1-1 0,-1 1 0,0 0 0,1-1 0,-1 1 0,1-1 0,-1 1 0,0 0 0,1-1 0,-1 1 0,1 0 0,-1-1 0,1 1 0,3-2 0,-1 1 0,1-1 0,-1 1 0,1 0 0,4-1 0,14 1 0,0 0 0,0 2 0,41 6 0,-3 0 0,712 34-569,-145-37 569,-368-5 0,19-17 573,-163 8-1942,-99 9-5457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0:58.3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4712 45 24575,'-18'-8'0,"0"1"0,-1 0 0,0 1 0,0 2 0,-1 0 0,-30-3 0,-122 5 0,98 4 0,-26-2 0,-333 9 0,386-7 0,-416 16 0,251-11 0,20 0 0,-601-6 0,379-2 0,234 9 0,15-1 0,-312-7 0,304-10 0,104 5 0,-6-1 0,-85-3 0,114 9 0,-51 1 0,96-1 0,0 0 0,-1 0 0,1 1 0,-1-1 0,1 0 0,-1 1 0,1-1 0,0 1 0,-1-1 0,1 1 0,0-1 0,-1 1 0,1 0 0,0 0 0,0 0 0,0 0 0,0 0 0,0 0 0,0 0 0,0 0 0,-1 2 0,1-2 0,1 0 0,0 0 0,0 0 0,0 0 0,0 0 0,0 0 0,0 0 0,0 0 0,0 0 0,0 0 0,0 0 0,1 0 0,-1 0 0,0 0 0,1-1 0,-1 1 0,0 0 0,1 0 0,-1 0 0,1 0 0,0 0 0,-1-1 0,1 1 0,0 0 0,-1-1 0,1 1 0,0 0 0,0-1 0,-1 1 0,1-1 0,0 1 0,1 0 0,4 2 0,0 0 0,0 0 0,0 0 0,0-1 0,0 0 0,13 2 0,42 4 0,-25-5 0,193 12 0,-112-10 0,449 0 0,-137-18-609,101-2 609,405-20-1370,148-3 1370,-786 31 284,30 0 391,-323 7-643,3 0 91,1 0 1,0 0-1,-1 0 1,1-1 0,-1-1-1,0 1 1,9-4-1,-16 5-123,0 0 0,0 0 0,0 1 0,0-1 0,0 0 0,0 0 0,0 0 0,0 0 0,0 0 0,0 0 0,0-1 0,-1 1 0,1 0 0,0 0 0,0 0 0,0 0 0,0 0 0,0 0 0,0 0 0,0 0 0,0 0 0,0 0 0,0 0 0,0 0 0,0 0 0,0 0 0,0 0 0,0 0 0,0 0 0,0 0 0,0 0 0,0 0 0,0 0 0,0 0 0,0 0 0,0 0 0,0 0 0,0 0 0,0 0 0,0 0 0,0-1 0,0 1 0,0 0 0,0 0 0,0 0 0,0 0 0,0 0 0,0 0 0,0 0 0,0 0 0,0 0 0,0 0 0,0 0 0,0 0 0,0 0 0,0 0 0,0 0 0,0 0 0,0 0 0,0 0 0,0 0 0,0 0 0,0 0 0,0 0 0,0-1 0,-8 0 0,-10-1 0,-90 8 0,27 1 0,-385 11-235,-251 9-215,530-21 450,-233 3 0,-1418-10-52,1619-7 256,6 1 161,-407 8-197,618-2-253,0 1 0,0 0-1,0 0 1,0 0 0,0 1-1,0-1 1,0 0 0,0 1-1,0-1 1,0 1 0,0 0-1,0 0 1,1-1 0,-1 1-1,-2 2 1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1:29.8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1947 16 24575,'9'-10'0,"-9"9"0,0 1 0,0 0 0,0 0 0,0 0 0,0 0 0,1 0 0,-1 0 0,0 0 0,0 0 0,0-1 0,0 1 0,0 0 0,0 0 0,0 0 0,0 0 0,0 0 0,0 0 0,0-1 0,0 1 0,0 0 0,0 0 0,0 0 0,0 0 0,0 0 0,0 0 0,0 0 0,0-1 0,0 1 0,0 0 0,0 0 0,0 0 0,-1 0 0,1 0 0,0 0 0,0 0 0,0-1 0,0 1 0,0 0 0,0 0 0,0 0 0,-3 0 0,0 0 0,1 0 0,-1 0 0,1 0 0,-1 0 0,1 1 0,-4 0 0,-45 6 0,-67 1 0,-55-9 0,69 0 0,-208 9 0,13 10 0,-28 8 0,37 18 0,263-41 0,-1 0 0,1-2 0,-32-2 0,11 0 0,42 1 0,0-1 0,0 1 0,0-1 0,0-1 0,-9-2 0,14 4 0,0 0 0,0-1 0,0 1 0,-1 0 0,1-1 0,0 1 0,0-1 0,0 0 0,0 1 0,0-1 0,0 0 0,0 0 0,0 0 0,0 0 0,0 1 0,1-1 0,-1 0 0,0 0 0,1-1 0,-1 1 0,0 0 0,1 0 0,-1 0 0,1 0 0,0 0 0,-1-1 0,1 1 0,0 0 0,0 0 0,0-1 0,0 1 0,0 0 0,0-2 0,1 2 0,-1 0 0,0 0 0,1 0 0,0 0 0,-1 0 0,1 0 0,0 0 0,-1 0 0,1 0 0,0 0 0,0 1 0,0-1 0,0 0 0,0 1 0,0-1 0,0 0 0,0 1 0,0-1 0,0 1 0,0 0 0,0-1 0,0 1 0,0 0 0,2-1 0,32-1 0,-28 2 0,545 25-508,-335-10 386,228 6 122,-122-7 0,-443-26 630,9 5-630,-130-3 0,168 14-1365,43-1-5461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1:31.7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1845 74 24575,'180'-14'0,"-201"16"0,-158 11 0,70-12 0,-326-3 0,253-5 0,-73-1 0,-195 9 0,332 6 0,-3 1 0,112-8 0,0 0 0,0-1 0,0 0 0,0 0 0,0-1 0,1 0 0,-1 0 0,1-1 0,-1 0 0,1-1 0,0 0 0,0 0 0,1-1 0,-1 0 0,1 0 0,-7-7 0,13 12 0,1-1 0,-1 1 0,1 0 0,-1-1 0,1 1 0,-1-1 0,1 1 0,0-1 0,-1 1 0,1-1 0,0 1 0,-1-1 0,1 1 0,0-1 0,0 1 0,0-1 0,-1 0 0,1 1 0,0-1 0,0 1 0,0-2 0,0 2 0,1-1 0,-1 1 0,0-1 0,0 1 0,1 0 0,-1-1 0,0 1 0,1 0 0,-1-1 0,1 1 0,-1 0 0,0-1 0,1 1 0,-1 0 0,1 0 0,-1 0 0,1-1 0,-1 1 0,1 0 0,0 0 0,30-2 0,-27 2 0,712 2-1057,-454 5 1057,92 0 0,-271-6-24,117-3-67,-195 2 115,-1 0 92,0 0 1,0 0-1,1-1 1,-1 1-1,0-1 0,0 0 1,0 0-1,6-3 1,-9 1-1402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1:33.7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2597 45 24575,'56'-10'0,"-12"3"0,47-14 0,-91 22 0,0-1 0,1 0 0,-1 0 0,0 0 0,1 0 0,-1 0 0,0 0 0,0 0 0,1 0 0,-1-1 0,0 1 0,1 0 0,-1 0 0,0 0 0,0 0 0,1 0 0,-1 0 0,0-1 0,0 1 0,1 0 0,-1 0 0,0 0 0,0 0 0,0-1 0,1 1 0,-1 0 0,0 0 0,0-1 0,0 1 0,0 0 0,1 0 0,-1-1 0,0 1 0,-11-3 0,-19 3 0,-113 13 0,-22 2 0,-359 15-7,353-19-96,2 0-304,-691 26 261,738-40 478,-197-32-1,265 26-331,-104-2 0,101 11-1365,45 0-5461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1:37.7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3271 11 24575,'33'-4'0,"-15"1"0,1 1 0,-1 1 0,25 1 0,-38 2 0,-5 0 0,-13 4 0,-20 4 0,-48 6 0,1-2 0,-110 3 0,-165-15 0,198-3 0,-3-6 0,13-1 0,-150 17 0,27-3 0,68-5 0,104 6 0,-39 0 0,118-7 0,-233 8 0,-21 13 0,122-7 0,-72 1 0,-46-16 0,397 1 0,592 9 0,99 12-734,4-22 1468,-697-6-734,0-1 0,144 9 0,-244 1-1365,-17 2-5461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1:41.3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1562 29 24575,'45'-4'0,"107"-5"0,-151 9 0,0-1 0,0 1 0,0 0 0,0 0 0,0 1 0,0-1 0,0 0 0,0 0 0,0 0 0,0 1 0,0-1 0,0 1 0,0-1 0,0 1 0,0-1 0,0 1 0,0-1 0,0 1 0,1 1 0,-2-2 0,0 0 0,0 0 0,0 1 0,0-1 0,0 0 0,0 0 0,0 1 0,0-1 0,0 0 0,0 0 0,0 1 0,0-1 0,0 0 0,0 0 0,0 1 0,0-1 0,0 0 0,0 0 0,0 0 0,-1 1 0,1-1 0,0 0 0,0 0 0,0 1 0,0-1 0,0 0 0,-1 0 0,-11 7 0,-5-2 0,-1 0 0,0-1 0,0-2 0,-28 2 0,45-4 0,-286 4 0,164-6 0,-407 2 0,324 17 0,87-4 0,60-8 0,-75 4 0,132-9 0,-88-4 0,81 3 0,-1-1 0,1 0 0,-1 0 0,1-1 0,0 0 0,0 0 0,-10-7 0,18 10 0,0-1 0,0 1 0,0-1 0,0 1 0,1-1 0,-1 1 0,0-1 0,0 0 0,1 1 0,-1-1 0,0 0 0,1 0 0,-1 1 0,1-1 0,-1 0 0,1 0 0,-1 0 0,1-1 0,0 1 0,0 1 0,0-1 0,0 0 0,0 1 0,0-1 0,0 0 0,0 1 0,1-1 0,-1 1 0,0-1 0,0 1 0,1-1 0,-1 1 0,0-1 0,1 1 0,-1-1 0,1 1 0,-1-1 0,0 1 0,1-1 0,0 0 0,2-1 0,1 0 0,-1 1 0,0-1 0,1 1 0,-1-1 0,1 1 0,0 0 0,5-1 0,18-1 0,35 1 0,12-1 0,265-7 0,-86 6 0,345-5-172,-432 10-1021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1:42.7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1606 15 24575,'378'-15'0,"-442"17"0,-69 12 0,9-1 0,-295 3 0,-31-26 0,10 4 0,308 7 0,95 0 0,-42 8 0,52-5 0,1 2 0,22-4 0,0-1 0,0 0 0,0 0 0,0 0 0,0-1 0,0 0 0,0 1 0,0-1 0,-7-1 0,11 1 0,-1 0 0,1 0 0,0 0 0,0 0 0,0 0 0,-1 0 0,1 0 0,0 0 0,0 0 0,0 0 0,0 0 0,-1 0 0,1-1 0,0 1 0,0 0 0,0 0 0,0 0 0,0 0 0,-1 0 0,1 0 0,0 0 0,0 0 0,0-1 0,0 1 0,0 0 0,0 0 0,0 0 0,-1 0 0,1 0 0,0-1 0,0 1 0,0 0 0,0 0 0,0 0 0,0 0 0,0-1 0,0 1 0,0 0 0,0 0 0,0 0 0,0 0 0,0-1 0,0 1 0,8-6 0,12-3 0,-1 5 0,0 1 0,0 1 0,1 1 0,36 3 0,-15-1 0,359 13 0,310 30-579,-568-36 581,186-1 92,-327-7-55,4 0 10,-1 0 1,0-1-1,0 1 1,0-1-1,0 0 0,0 0 1,0 0-1,6-3 0,-10 4-49,0 0 0,0-1 0,0 1 0,0 0 0,0 0 0,0 0 0,0-1 0,0 1 0,0 0 0,0 0 0,0 0 0,0-1 0,0 1 0,0 0 0,0 0 0,0 0 0,0-1 0,0 1 0,0 0 0,0 0 0,-1 0 0,1-1 0,0 1 0,0 0 0,0 0 0,0 0 0,0 0 0,-1-1 0,1 1 0,0 0 0,0 0 0,0 0 0,0 0 0,-1 0 0,1 0 0,0 0 0,0-1 0,0 1 0,-1 0 0,1 0 0,0 0 0,0 0 0,0 0 0,-1 0 0,1 0 0,0 0 0,-1 0 0,-10-4 0,-14-1 0,0 1 0,-1 2 0,1 1 0,-42 2 0,20 0 0,23-1-1365,5 1-5461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07.4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920 5 24575,'13'-2'0,"0"1"0,0 0 0,0 1 0,0 0 0,0 1 0,14 3 0,-16 0 0,-11-4 0,0 0 0,0 1 0,0-1 0,1 0 0,-1 0 0,0 0 0,0 0 0,0 0 0,0 0 0,0 1 0,0-1 0,0 0 0,0 0 0,0 0 0,0 0 0,-1 0 0,1 0 0,0 1 0,0-1 0,0 0 0,0 0 0,0 0 0,0 0 0,0 0 0,0 0 0,0 0 0,0 0 0,0 1 0,0-1 0,0 0 0,-1 0 0,1 0 0,0 0 0,0 0 0,0 0 0,0 0 0,0 0 0,0 0 0,0 0 0,-1 0 0,1 0 0,0 0 0,-21 5 0,-134 11 0,44-3 0,-135 16 0,188-23 0,-62 3 0,33-2 0,-9 0 0,-33-7 0,118-2 0,16-1 0,17-3 0,268-14 0,1 21 0,-126 0 0,-134-2 0,30 1 0,-54 1 0,0 0 0,0 0 0,0 0 0,0 1 0,13 4 0,-19-5 7,-1-1 0,1 0 0,0 0 0,-1 1 0,1-1 0,-1 0 0,1 1 1,-1-1-1,1 1 0,-1-1 0,1 1 0,-1-1 0,1 1 0,-1-1 0,1 1 0,-1 0-49,0-1-1,0 0 1,0 1 0,0-1 0,0 0-1,0 0 1,0 1 0,0-1 0,0 0 0,0 0-1,-1 1 1,1-1 0,0 0 0,0 0-1,0 1 1,0-1 0,0 0 0,-1 0 0,1 0-1,0 1 1,0-1 0,0 0 0,-1 0-1,1 0 1,0 0 0,0 1 0,-1-1 0,1 0-1,0 0 1,0 0 0,-1 0 0,1 0-1,0 0 1,-1 0 0,-7 3-6784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08.2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1191 47 24575,'21'-4'0,"-2"0"0,-1 0 0,19-7 0,-37 11 0,0 0 0,1 0 0,-1 0 0,0 0 0,0 0 0,0 0 0,0 0 0,0 0 0,1 0 0,-1 0 0,0 0 0,0 0 0,0 0 0,0 0 0,0 0 0,1 0 0,-1 0 0,0 0 0,0 0 0,0 0 0,0 0 0,0 0 0,0 0 0,1 0 0,-1-1 0,0 1 0,0 0 0,0 0 0,0 0 0,0 0 0,0 0 0,0 0 0,0 0 0,0-1 0,0 1 0,1 0 0,-1 0 0,0 0 0,0 0 0,0 0 0,0-1 0,0 1 0,0 0 0,0 0 0,0 0 0,0 0 0,0 0 0,0-1 0,0 1 0,0 0 0,0 0 0,-10-2 0,-15 0 0,-4 2 0,-2 0 0,-1 1 0,-31 5 0,10 1 0,-1-3 0,-71-4 0,55-1 0,-608-23 0,657 21-109,-28-2 344,46 5-359,-1 0 0,1 0-1,0 0 1,0 1 0,0-1 0,-1 1-1,1 0 1,0 0 0,0 0-1,0 0 1,-4 3 0,-1 2-6702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19.4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48 9 24575,'-3'-1'0,"1"0"0,0 0 0,-1 0 0,1 0 0,0 0 0,0 0 0,-1 1 0,1-1 0,0 1 0,-1-1 0,1 1 0,0 0 0,-1 0 0,1 0 0,0 0 0,-1 1 0,-1 0 0,3-1 0,1 0 0,0 1 0,-1-1 0,1 0 0,0 1 0,0-1 0,-1 1 0,1-1 0,0 1 0,0-1 0,0 0 0,0 1 0,0-1 0,-1 1 0,1-1 0,0 1 0,0-1 0,0 1 0,0-1 0,0 0 0,0 1 0,1-1 0,-1 1 0,0-1 0,0 1 0,0-1 0,0 1 0,0-1 0,1 0 0,-1 1 0,0-1 0,0 1 0,1-1 0,-1 1 0,13 16 0,-11-14 0,14 17 0,0 1 0,16 25 0,-28-40 0,-1-1 0,0 1 0,0 0 0,-1 0 0,0 1 0,0-1 0,0 0 0,-1 1 0,1 12 0,-2-19-3,1 1 1,-1 0-1,0 0 0,0-1 0,0 1 0,0 0 0,0 0 0,-1-1 0,1 1 1,0 0-1,0 0 0,0-1 0,-1 1 0,1 0 0,0-1 0,-1 1 0,1 0 1,0-1-1,-1 1 0,1 0 0,-1-1 0,1 1 0,-1-1 0,0 1 0,1-1 1,-1 1-1,-1 0 0,1-1 16,0 0 1,-1 0-1,1 1 0,0-1 1,-1-1-1,1 1 0,0 0 1,0 0-1,-1 0 0,1-1 1,0 1-1,0-1 0,-1 1 1,-1-2-1,-4-1-384,0-2-1,0 1 1,-12-11 0,6 3-6455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19.6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18 24575,'-5'-7'0,"-1"0"0,-1 3 0,5 5 0,4 5 0,5 4 0,3 3 0,0 1 0,1 1 0,1 0 0,-2 1 0,-2-4-8191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20.1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24575,'0'10'0,"1"1"0,0-1 0,0 0 0,1 0 0,0-1 0,8 20 0,-9-24 0,2-1 0,-1 1 0,0-1 0,1 0 0,0 1 0,0-1 0,0 0 0,0-1 0,1 1 0,0-1 0,-1 1 0,1-1 0,0 0 0,1-1 0,-1 1 0,5 2 0,-8-5 0,1 1 0,-1-1 0,0 1 0,0-1 0,0 0 0,1 1 0,-1-1 0,0 0 0,0 0 0,0 0 0,1 0 0,-1 0 0,0 0 0,0 0 0,1 0 0,-1 0 0,0-1 0,3 0 0,-4 0 0,1 1 0,0-1 0,0 1 0,-1-1 0,1 0 0,0 0 0,-1 0 0,1 1 0,-1-1 0,1 0 0,-1 0 0,1 0 0,-1 0 0,1 0 0,-1 0 0,0 0 0,0 0 0,1-1 0,-1-3 0,0 1 0,0 0 0,0-1 0,0 1 0,-1-1 0,0 1 0,0-1 0,0 1 0,-2-5 0,-5-10 0,5 14 0,0-1 0,1 0 0,0 1 0,0-1 0,0 0 0,1 0 0,-1-7 0,2 12 0,0 1 0,0-1 0,0 0 0,0 1 0,0-1 0,0 0 0,0 1 0,0-1 0,0 0 0,1 1 0,-1-1 0,0 0 0,1 1 0,-1-1 0,0 1 0,1-1 0,-1 1 0,0-1 0,1 1 0,-1-1 0,1 1 0,-1-1 0,1 1 0,0-1 0,-1 1 0,2-1 0,-1 1 0,1-1 0,-1 1 0,1 0 0,0-1 0,-1 1 0,1 0 0,-1 0 0,1 0 0,0 1 0,-1-1 0,2 1 0,5 0 0,-1 2 0,0-1 0,11 6 0,237 119-1365,-242-120-5461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21.8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395 190 24575,'-51'-26'0,"-65"-21"0,92 40 0,0 0 0,0 1 0,0 1 0,-1 2 0,-33-1 0,56 4 0,-1 0 0,1 0 0,-1 0 0,1 0 0,-1 0 0,1 1 0,0-1 0,-1 1 0,1 0 0,-1 0 0,1 0 0,0 0 0,-4 2 0,5-2 0,0 1 0,0-1 0,0 0 0,0 1 0,0-1 0,0 1 0,0-1 0,1 1 0,-1-1 0,1 1 0,-1-1 0,1 1 0,-1-1 0,1 1 0,0 0 0,0-1 0,0 1 0,0 0 0,0-1 0,0 1 0,1 2 0,0 2 0,0 1 0,1-1 0,0 0 0,0 0 0,0-1 0,1 1 0,0 0 0,0-1 0,1 1 0,-1-1 0,1 0 0,0 0 0,0-1 0,10 9 0,-6-7 0,0 1 0,1-1 0,0 0 0,0-1 0,0 0 0,1-1 0,0 0 0,11 3 0,-16-5 0,1 0 0,0-1 0,-1 0 0,1-1 0,0 1 0,-1-1 0,1 0 0,0-1 0,7 0 0,-10 0 0,-1 0 0,1 0 0,0 0 0,-1 0 0,1-1 0,-1 1 0,0 0 0,1-1 0,-1 0 0,0 0 0,0 0 0,0 0 0,0 0 0,0 0 0,0 0 0,-1-1 0,1 1 0,-1 0 0,1-1 0,0-3 0,-1 4 0,0-1 0,0 1 0,0-1 0,-1 1 0,1 0 0,-1-1 0,1 1 0,-1-1 0,0 0 0,0 1 0,0-1 0,0 1 0,-2-4 0,21 68 0,39 85 0,-44-120 0,19 46 0,-30-65 0,-1 0 0,0 0 0,0 0 0,0 0 0,-1 1 0,0-1 0,-1 11 0,0-17 0,0-1 0,-1 0 0,1 1 0,0-1 0,-1 1 0,0-1 0,1 0 0,-1 0 0,0 1 0,1-1 0,-1 0 0,0 0 0,0 0 0,0 0 0,0 0 0,0 0 0,0 0 0,0 0 0,0 0 0,-1 0 0,1 0 0,0-1 0,0 1 0,-1-1 0,1 1 0,-1-1 0,1 1 0,0-1 0,-1 0 0,1 0 0,-3 1 0,-6-1 0,1 1 0,-1-1 0,-15-3 0,19 3 0,-5-2 0,0 0 0,1 0 0,-1-1 0,1 0 0,-1-1 0,1 0 0,0 0 0,-16-11 0,21 11 0,-1 0 0,1 0 0,0 0 0,0 0 0,0-1 0,1 0 0,0 0 0,0 0 0,0-1 0,0 1 0,1-1 0,0 0 0,0 0 0,1 0 0,-4-12 0,6 15 0,-1 1 0,1-1 0,0 0 0,0 0 0,0 0 0,0 0 0,0 0 0,1 0 0,0 0 0,-1 0 0,1 0 0,0 0 0,0 1 0,0-1 0,1 0 0,-1 1 0,1-1 0,0 1 0,-1-1 0,4-2 0,4-4 0,0 1 0,0 1 0,19-13 0,-11 9 0,16-11 0,68-34 0,42-5 0,-43 18 0,-93 40 0,1 0 0,-1-1 0,0 0 0,0-1 0,-1 1 0,1-1 0,10-12 0,-15 16 0,-1-1 0,0 0 0,0 1 0,0-1 0,0 0 0,0 0 0,0 1 0,0-1 0,0 0 0,-1 0 0,1 0 0,-1 0 0,1 0 0,-1 0 0,0 0 0,0 0 0,0-1 0,0 1 0,0 0 0,0 0 0,-1 0 0,1 0 0,-1 0 0,1 0 0,-1 0 0,0 0 0,0 1 0,0-1 0,0 0 0,0 0 0,0 1 0,0-1 0,-1 0 0,1 1 0,0-1 0,-3 0 0,-3-5 0,-1 0 0,0 1 0,0 0 0,-1 1 0,1-1 0,-1 2 0,0-1 0,-1 1 0,1 1 0,-1 0 0,0 0 0,1 1 0,-1 0 0,0 1 0,-1 0 0,-18 1 0,28 0 0,-1 0 0,0 0 0,0 1 0,0-1 0,1 1 0,-1-1 0,0 1 0,0 0 0,1 0 0,-1 0 0,1 0 0,-1 0 0,1 0 0,-1 0 0,1 0 0,0 1 0,-1-1 0,1 0 0,-1 3 0,0-1 0,0 0 0,1 0 0,-1 1 0,1-1 0,0 1 0,0-1 0,0 1 0,1 0 0,-1 4 0,0 1 0,1 0 0,0 0 0,1 0 0,0 0 0,1 1 0,0-1 0,3 9 0,-1-8 0,0 0 0,1 0 0,1 0 0,-1-1 0,2 1 0,-1-1 0,1-1 0,1 0 0,0 0 0,0 0 0,0-1 0,1 0 0,0 0 0,0-1 0,1 0 0,0-1 0,0 0 0,0-1 0,0 0 0,1 0 0,-1-1 0,1-1 0,0 1 0,19 0 0,-24-3 0,1 0 0,0 0 0,-1-1 0,1 0 0,0 0 0,-1-1 0,1 1 0,-1-1 0,0-1 0,9-3 0,-12 4 0,-1 0 0,1 0 0,-1 0 0,1 0 0,-1 0 0,0 0 0,0 0 0,0-1 0,0 1 0,0-1 0,-1 0 0,1 0 0,-1 1 0,0-1 0,1 0 0,-1 0 0,-1 0 0,1 0 0,0 0 0,-1 0 0,1-1 0,-1 1 0,0 0 0,-1-4 0,1 4 0,0 0 0,0 0 0,0 0 0,-1 0 0,1 0 0,-1 0 0,0 0 0,0 1 0,0-1 0,0 0 0,0 1 0,-1-1 0,1 1 0,-1-1 0,-3-3 0,8 14 0,6 6 0,-4-9 0,1 0 0,0 0 0,0 0 0,1-1 0,-1 0 0,1 0 0,12 4 0,-1-1 0,35 9 0,-48-15 0,-1-1 0,0 0 0,0 0 0,0 0 0,0-1 0,1 1 0,-1-1 0,0 0 0,0 0 0,0 0 0,0-1 0,6-3 0,-4 2 0,0 1 0,0 0 0,0 0 0,11-2 0,-3 4 0,0 0 0,0 1 0,0 0 0,17 4 0,-18-3 0,0 0 0,0 0 0,1-1 0,-1-1 0,14-1 0,-10-2 0,1 0 0,-1-1 0,30-11 0,-42 13 0,1-1 0,-1 1 0,1-1 0,-1 0 0,0-1 0,0 1 0,0-1 0,-1 0 0,1 0 0,-1 0 0,0-1 0,0 0 0,-1 1 0,7-11 0,-9 11 0,0 0 0,0 0 0,0-1 0,0 1 0,-1 0 0,1 0 0,-1-1 0,0 1 0,0 0 0,-1-1 0,1 1 0,-1 0 0,0 0 0,0 0 0,-3-6 0,4 8 0,-1 0 0,0 0 0,0 0 0,0 0 0,1 1 0,-2-1 0,1 0 0,0 1 0,0-1 0,0 0 0,-1 1 0,1 0 0,-1-1 0,1 1 0,-1 0 0,0 0 0,1 0 0,-1 0 0,0 0 0,0 0 0,0 0 0,1 1 0,-1-1 0,0 1 0,0-1 0,0 1 0,0 0 0,0-1 0,0 1 0,0 0 0,0 1 0,0-1 0,0 0 0,-3 1 0,3 0 0,1 0 0,-1 0 0,0-1 0,1 1 0,-1 0 0,1 1 0,-1-1 0,1 0 0,-1 0 0,1 1 0,0-1 0,0 1 0,0-1 0,0 1 0,0-1 0,0 1 0,0 0 0,-1 2 0,-1 5 0,1 0 0,-4 14 0,4-10 0,-1-2 0,1-1 0,0 1 0,1 0 0,0-1 0,0 1 0,2 12 0,-1-21 0,1 1 0,-1 0 0,1 0 0,-1-1 0,1 1 0,0-1 0,0 1 0,0-1 0,0 1 0,1-1 0,-1 1 0,1-1 0,-1 0 0,1 0 0,0 0 0,0 0 0,0 0 0,0 0 0,0-1 0,0 1 0,1-1 0,-1 1 0,0-1 0,1 0 0,-1 0 0,1 0 0,0 0 0,-1 0 0,4 0 0,6 1 0,-1-1 0,1 0 0,0-1 0,-1 0 0,1-1 0,19-4 0,68-22 0,-4 1 0,18 8 0,-112 18 0,1 0 0,0 0 0,0 0 0,0-1 0,0 1 0,0-1 0,-1 0 0,1 1 0,0-1 0,0 0 0,-1 0 0,1 0 0,0 0 0,-1 0 0,1 0 0,1-2 0,-3 2 0,0 0 0,1 0 0,-1-1 0,0 1 0,1 0 0,-1 0 0,0 0 0,0 0 0,0 0 0,0 0 0,0-1 0,0 1 0,0 0 0,-1 0 0,1 0 0,0 0 0,-1 0 0,1 0 0,0 0 0,-1 0 0,0 0 0,1 0 0,-1 0 0,1 0 0,-1 0 0,0 0 0,-1-1 0,-12-14 0,-19-18 0,19 21 0,2 0 0,-18-23 0,29 35-80,0-1 0,0 1-1,0-1 1,0 1 0,1-1-1,-1 1 1,1-1 0,-1 0-1,1 1 1,-1-1 0,1 0 0,0 0-1,0 1 1,0-1 0,0 0-1,0-1 1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22.5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120 459 24575,'-8'0'0,"-1"1"0,1 0 0,-1 0 0,1 1 0,0 0 0,-1 0 0,-14 7 0,20-7 0,0-1 0,1 1 0,-1 0 0,0-1 0,1 1 0,0 1 0,-1-1 0,1 0 0,0 0 0,-3 6 0,4-7 0,0 1 0,0 0 0,0 0 0,0 1 0,1-1 0,-1 0 0,1 0 0,-1 0 0,1 0 0,0 0 0,0 1 0,0-1 0,0 0 0,0 0 0,1 0 0,-1 0 0,1 3 0,1-1 0,-1 0 0,1 0 0,0 0 0,0-1 0,1 1 0,-1 0 0,1-1 0,-1 0 0,1 0 0,0 0 0,0 0 0,1 0 0,-1 0 0,1-1 0,5 3 0,1 1 0,1-1 0,0 0 0,0-1 0,15 4 0,-22-7 0,-1-1 0,0 0 0,0 1 0,1-1 0,-1-1 0,0 1 0,0 0 0,1-1 0,-1 1 0,0-1 0,0 0 0,0 0 0,0 0 0,0-1 0,0 1 0,0-1 0,-1 0 0,1 1 0,0-1 0,3-4 0,-4 4 0,-1 1 0,1-1 0,-1 1 0,1-1 0,-1 0 0,0 0 0,0 0 0,0 0 0,0 0 0,0 0 0,0 0 0,0 0 0,-1 0 0,1 0 0,-1 0 0,1 0 0,-1-1 0,0 1 0,0 0 0,0 0 0,0 0 0,0 0 0,-1-1 0,1 1 0,-1 0 0,1 0 0,-1 0 0,0 0 0,0 0 0,0 0 0,-1-2 0,2 3 0,-1 1 0,1-1 0,0 1 0,-1-1 0,1 1 0,0-1 0,-1 1 0,1-1 0,0 1 0,-1 0 0,1-1 0,-1 1 0,1-1 0,-1 1 0,1 0 0,-1-1 0,0 1 0,1 0 0,-2-1 0,2 2 0,0-1 0,-1 0 0,1 0 0,0 0 0,0 0 0,-1 0 0,1 1 0,0-1 0,-1 0 0,1 0 0,0 0 0,0 1 0,0-1 0,-1 0 0,1 0 0,0 1 0,0-1 0,0 0 0,0 1 0,-1-1 0,1 0 0,0 0 0,0 1 0,0-1 0,0 1 0,-1 1 0,1 0 0,0 0 0,0 0 0,-1 0 0,1 0 0,0 0 0,1 1 0,-1-1 0,0 0 0,1 2 0,1-1 0,-1-1 0,1 0 0,0 1 0,-1-1 0,1 0 0,0 0 0,1 0 0,-1-1 0,0 1 0,0 0 0,1-1 0,-1 0 0,1 1 0,-1-1 0,1 0 0,-1 0 0,1 0 0,5 0 0,2 2 0,1-2 0,-1 1 0,19-1 0,-16-2 0,0 0 0,-1-1 0,1-1 0,-1 0 0,1 0 0,-1-1 0,0-1 0,0 0 0,-1-1 0,0 0 0,0-1 0,0 0 0,-1-1 0,18-16 0,-16 13 0,-2 0 0,0-1 0,0 0 0,-1 0 0,0-1 0,-1 0 0,-1-1 0,0 0 0,-1 0 0,0 0 0,-2-1 0,5-16 0,-6 15 0,-1-1 0,0 1 0,-2-1 0,1 0 0,-2 1 0,0-1 0,-6-26 0,4 33 0,0 0 0,0 0 0,-1 0 0,0 0 0,-1 1 0,0 0 0,0 0 0,-1 0 0,-1 1 0,1 0 0,-1 0 0,0 0 0,-11-7 0,14 12 0,-2-3 0,0 1 0,-1 0 0,0 1 0,0-1 0,-11-3 0,17 7 0,0 0 0,-1 1 0,1 0 0,-1-1 0,1 1 0,-1 0 0,1 0 0,-1-1 0,1 1 0,-1 0 0,1 1 0,-1-1 0,1 0 0,-1 0 0,1 1 0,-1-1 0,1 1 0,-1-1 0,1 1 0,0 0 0,-1-1 0,1 1 0,0 0 0,-1 0 0,1 0 0,0 0 0,0 0 0,0 0 0,0 0 0,0 0 0,0 1 0,0-1 0,1 0 0,-1 1 0,0-1 0,0 2 0,-1 3 0,-1 0 0,2 0 0,-1 0 0,1 0 0,0 0 0,0 1 0,0-1 0,1 0 0,0 1 0,0-1 0,1 0 0,0 0 0,3 12 0,2 6 0,2-1 0,13 26 0,-20-45 0,9 18-80,1-1 0,1 0-1,0-1 1,2 0 0,0-1-1,1 0 1,1-1 0,1-1-1,0-1 1,2 0 0,-1-1 0,2-1-1,0-1 1,0-1 0,1-1-1,37 15 1,-41-20-6746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34.0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295 1 24575,'-44'3'0,"0"2"0,-1 2 0,-57 17 0,97-23 0,1 0 0,0 1 0,0 0 0,0 0 0,1 0 0,-1 1 0,0-1 0,1 1 0,0 0 0,-1 0 0,1 0 0,-3 4 0,5-5 0,0-1 0,0 1 0,0 0 0,0 0 0,1-1 0,-1 1 0,1 0 0,-1 0 0,1 0 0,-1 0 0,1 0 0,0 0 0,0 0 0,0-1 0,0 1 0,0 0 0,0 0 0,1 0 0,-1 0 0,1 0 0,-1 0 0,1 0 0,0-1 0,0 1 0,0 0 0,-1-1 0,2 1 0,-1 0 0,2 1 0,0 1 0,1 0 0,0 0 0,0 0 0,0-1 0,1 0 0,-1 0 0,1 0 0,6 3 0,44 15 0,-33-14 0,237 101 0,-254-106 0,0 0 0,0 1 0,-1-1 0,1 1 0,-1 0 0,0 1 0,4 3 0,-7-6 0,-1-1 0,1 1 0,0 0 0,-1 0 0,1 0 0,-1 0 0,1 0 0,-1 0 0,1 0 0,-1 0 0,0 0 0,0 0 0,1 0 0,-1 0 0,0 0 0,0 0 0,0 1 0,0-1 0,-1 1 0,1-1 0,-1 0 0,1 0 0,-1 1 0,1-1 0,-1 0 0,0 0 0,1 0 0,-1 0 0,0 0 0,0 0 0,0 0 0,0 0 0,0 0 0,0 0 0,-2 0 0,-2 3 0,-1-1 0,0 0 0,0 0 0,0-1 0,0 1 0,-1-1 0,1-1 0,-8 2 0,-57 4 0,32-4 0,20-1 0,-62 4 0,70-6 0,0 0 0,1-1 0,-1 0 0,0-1 0,-14-4 0,23 6 0,1 0 0,0-1 0,0 1 0,0 0 0,0-1 0,0 1 0,-1-1 0,1 1 0,0-1 0,0 0 0,0 0 0,1 1 0,-1-1 0,0 0 0,0 0 0,0 0 0,0 0 0,1 0 0,-1 0 0,1 0 0,-1 0 0,0 0 0,1 0 0,0 0 0,-1 0 0,1 0 0,0-1 0,-1 1 0,1 0 0,0 0 0,0 0 0,0-1 0,0 1 0,0 0 0,0 0 0,0 0 0,1 0 0,-1-1 0,0 1 0,1 0 0,-1 0 0,1-1 0,1-2 0,0 1 0,0 0 0,0-1 0,0 1 0,1 0 0,-1 1 0,1-1 0,-1 0 0,1 1 0,0-1 0,0 1 0,5-3 0,-1 2 0,-1 1 0,0 0 0,1 0 0,-1 0 0,1 1 0,0 0 0,7-1 0,50 2 0,-39 1 0,64 0 0,170-1 0,-250 0 0,0-1 0,0 0 0,0 0 0,0-1 0,0 0 0,10-5 0,-17 6 0,1 1 0,-1-2 0,0 1 0,0 0 0,0 0 0,0-1 0,0 1 0,0-1 0,-1 1 0,1-1 0,0 0 0,-1 0 0,1 0 0,-1 0 0,0 0 0,1 0 0,-1 0 0,0 0 0,0-1 0,-1 1 0,1 0 0,0-1 0,-1 1 0,1 0 0,-1-1 0,0 1 0,0-1 0,0-2 0,-1-2 0,0 1 0,0-1 0,-1 1 0,0-1 0,0 1 0,-1 0 0,0 0 0,0 0 0,0 0 0,-1 0 0,1 1 0,-1-1 0,-1 1 0,-6-7 0,3 5 0,1 0 0,-1 1 0,-1 0 0,1 0 0,-1 1 0,0 0 0,-1 0 0,-16-5 0,24 9 0,0 0 0,0 1 0,0-1 0,0 1 0,0 0 0,0 0 0,1 0 0,-1-1 0,0 2 0,0-1 0,0 0 0,0 0 0,0 1 0,0-1 0,0 1 0,0-1 0,1 1 0,-1 0 0,0 0 0,0 0 0,1 0 0,-3 1 0,3 0 0,-1-1 0,1 1 0,0 0 0,0-1 0,0 1 0,0 0 0,0 0 0,0 0 0,0 0 0,0 0 0,1 0 0,-1 0 0,1 0 0,0 0 0,-1 0 0,1 0 0,0 1 0,0-1 0,0 0 0,1 3 0,1 3 0,0 0 0,0 0 0,1 0 0,0-1 0,0 1 0,1-1 0,0 0 0,0 0 0,1 0 0,0 0 0,0-1 0,0 0 0,1 0 0,11 9 0,1-1 0,1 0 0,1-1 0,41 20 0,-48-27 0,0-1 0,0 0 0,0-1 0,1-1 0,0 0 0,0 0 0,22 0 0,-27-3 0,0 0 0,-1 0 0,1-1 0,-1 0 0,1-1 0,-1 0 0,1 0 0,-1-1 0,0 0 0,0-1 0,0 1 0,-1-2 0,12-6 0,-15 8 0,-1-1 0,1 1 0,-1 0 0,0-1 0,0 0 0,0 0 0,0 0 0,-1 0 0,1 0 0,-1 0 0,0-1 0,-1 1 0,1-1 0,-1 1 0,0-1 0,0 0 0,0 1 0,0-9 0,-1 3 0,0-1 0,-1 1 0,-1-1 0,0 1 0,0 0 0,-1 0 0,-5-14 0,6 18 0,0 1 0,0-1 0,-1 1 0,0 0 0,0 0 0,-4-5 0,6 9 0,0 0 0,0 0 0,-1 0 0,1 0 0,0 0 0,0 0 0,0 1 0,0-1 0,-1 0 0,1 1 0,0-1 0,-1 1 0,1 0 0,-1-1 0,1 1 0,0 0 0,-1 0 0,1 0 0,-1 0 0,1 0 0,0 0 0,-1 0 0,1 0 0,-1 1 0,1-1 0,0 0 0,-1 1 0,1-1 0,0 1 0,-3 1 0,0 0 0,0 1 0,0 0 0,0-1 0,0 1 0,1 1 0,-1-1 0,1 1 0,0-1 0,0 1 0,0 0 0,0 0 0,1 0 0,-1 0 0,1 1 0,0-1 0,0 1 0,1-1 0,0 1 0,-2 7 0,3-9 0,-1 1 0,1-1 0,0 0 0,0 0 0,0 1 0,0-1 0,1 0 0,-1 0 0,1 1 0,0-1 0,0 0 0,0 0 0,0 0 0,1 0 0,-1 0 0,1 0 0,0-1 0,0 1 0,0 0 0,0-1 0,0 1 0,0-1 0,1 0 0,-1 0 0,1 0 0,-1 0 0,1 0 0,0-1 0,4 3 0,-1-2 0,0 0 0,0 0 0,0 0 0,1-1 0,-1 0 0,0 0 0,1 0 0,-1-1 0,1 0 0,11-2 0,-16 2 0,0 0 0,1-1 0,-1 1 0,0-1 0,0 0 0,0 0 0,0 0 0,1 0 0,-1 0 0,0 0 0,-1 0 0,1-1 0,0 1 0,0-1 0,0 1 0,-1-1 0,1 0 0,-1 1 0,0-1 0,1 0 0,-1 0 0,0 0 0,0 0 0,0-1 0,0 1 0,0 0 0,-1 0 0,1 0 0,-1-1 0,1 1 0,-1 0 0,0-5 0,-1 3 0,1 1 0,-1-1 0,0 1 0,0-1 0,0 1 0,-1-1 0,1 1 0,-1 0 0,0-1 0,0 1 0,0 0 0,0 0 0,-3-2 0,3 3 0,1 0 0,0 0 0,-1 1 0,1-1 0,-1 1 0,0 0 0,1-1 0,-1 1 0,0 0 0,0 0 0,0 0 0,0 0 0,0 0 0,0 1 0,0-1 0,0 0 0,0 1 0,0 0 0,0-1 0,-1 1 0,1 0 0,0 0 0,-3 1 0,3 0 0,1-1 0,-1 1 0,0 0 0,1 0 0,-1 0 0,1 1 0,-1-1 0,1 0 0,0 1 0,-1-1 0,1 1 0,0-1 0,0 1 0,0-1 0,0 1 0,1 0 0,-1-1 0,0 1 0,0 0 0,1 0 0,-1 3 0,0 1 0,0 1 0,0-1 0,0 1 0,2 12 0,1-4 0,0 0 0,2 0 0,-1-1 0,2 1 0,0-1 0,1 0 0,0 0 0,14 20 0,0-3 0,2 0 0,33 35 0,-29-38-455,1-2 0,52 42 0,-70-62-6371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34.9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26 167 24575,'-1'0'0,"-1"0"0,1 1 0,-1-1 0,1 1 0,-1-1 0,1 1 0,-1 0 0,1 0 0,0-1 0,-1 1 0,1 0 0,0 0 0,0 0 0,0 0 0,0 0 0,0 1 0,-2 1 0,3-2 0,0 0 0,0 0 0,0-1 0,-1 1 0,1 0 0,0 0 0,0 0 0,0 0 0,1 0 0,-1 0 0,0 0 0,0 0 0,0 0 0,1 0 0,-1 0 0,1 0 0,-1 0 0,1 0 0,-1 0 0,1 0 0,-1-1 0,1 1 0,-1 0 0,1 0 0,0-1 0,0 1 0,-1 0 0,2 0 0,5 4 0,-1 0 0,1 0 0,0 0 0,0-1 0,1 0 0,-1 0 0,12 3 0,-16-6 0,1 1 0,0-1 0,-1-1 0,1 1 0,0 0 0,-1-1 0,1 0 0,0 0 0,0 0 0,-1 0 0,1 0 0,0-1 0,-1 0 0,1 1 0,0-1 0,-1-1 0,1 1 0,5-4 0,-8 5 0,0-1 0,0 0 0,-1 1 0,1-1 0,0 0 0,-1 1 0,1-1 0,0 0 0,-1 0 0,1 0 0,-1 1 0,1-1 0,-1 0 0,1 0 0,-1 0 0,0 0 0,0 0 0,1 0 0,-1 0 0,0 0 0,0 0 0,0 0 0,0 0 0,0 0 0,0 0 0,0 0 0,0 0 0,-1 0 0,1 0 0,0 0 0,-1 0 0,1 0 0,0 0 0,-1 0 0,0-1 0,-4-11 0,5 13 0,0 0 0,1-1 0,-1 1 0,0 0 0,0 0 0,0-1 0,0 1 0,0 0 0,0 0 0,0 0 0,0-1 0,0 1 0,0 0 0,1 0 0,-1 0 0,0 0 0,0-1 0,0 1 0,0 0 0,1 0 0,-1 0 0,0 0 0,0 0 0,0-1 0,1 1 0,-1 0 0,0 0 0,0 0 0,1 0 0,-1 0 0,0 0 0,0 0 0,0 0 0,1 0 0,-1 0 0,0 0 0,0 0 0,1 0 0,-1 0 0,0 0 0,0 0 0,0 0 0,1 0 0,-1 0 0,0 1 0,0-1 0,1 0 0,15 4 0,-13-3 0,19 4 0,0-1 0,1-1 0,-1-1 0,1-1 0,0-1 0,42-5 0,-55 3 0,0 0 0,0 0 0,-1-1 0,1 0 0,9-6 0,-13 7 0,-1-1 0,1-1 0,-1 1 0,0-1 0,0 0 0,0 0 0,-1 0 0,1 0 0,4-8 0,-8 10 0,0 0 0,0 0 0,0 0 0,0 0 0,-1 0 0,1 0 0,-1 0 0,1-1 0,-1 1 0,0 0 0,0 0 0,0-1 0,0 1 0,0 0 0,0 0 0,-1 0 0,1-1 0,-1 1 0,0 0 0,1 0 0,-1 0 0,0 0 0,0 0 0,0 0 0,-3-3 0,-2-4 0,0 1 0,-1 0 0,0 0 0,-9-7 0,11 11 0,0-1 0,0 1 0,-1 0 0,0 1 0,0 0 0,0 0 0,0 0 0,-8-2 0,13 4 0,0 1 0,-1-1 0,1 1 0,-1 0 0,1-1 0,0 1 0,-1 0 0,1 0 0,-1 0 0,1 0 0,-1 0 0,1 1 0,0-1 0,-1 0 0,1 1 0,0-1 0,-1 1 0,1-1 0,0 1 0,-1 0 0,1-1 0,0 1 0,0 0 0,0 0 0,0 0 0,0 0 0,0 0 0,0 0 0,0 0 0,0 0 0,0 0 0,0 1 0,1-1 0,-1 0 0,0 0 0,1 1 0,-1-1 0,1 0 0,0 1 0,-1-1 0,1 1 0,0-1 0,0 3 0,-1 4 0,1 0 0,0 0 0,1 0 0,-1 0 0,2 0 0,-1 0 0,1 0 0,0 0 0,1 0 0,0-1 0,0 1 0,7 11 0,-2-5 0,1-1 0,0-1 0,0 0 0,1 0 0,21 18 0,-26-26 0,-1-1 0,1 0 0,-1 0 0,1 0 0,0-1 0,0 0 0,0 0 0,0 0 0,0 0 0,1-1 0,-1 0 0,6 1 0,-8-2 0,-1 0 0,1 0 0,0 0 0,-1 0 0,1 0 0,-1-1 0,1 1 0,-1-1 0,1 1 0,-1-1 0,1 0 0,-1 0 0,1 0 0,-1-1 0,0 1 0,0 0 0,0-1 0,0 1 0,0-1 0,0 0 0,0 0 0,0 0 0,-1 0 0,1 0 0,-1 0 0,3-4 0,-1-1 0,-1 0 0,0 1 0,-1-1 0,1 0 0,-1 0 0,0 0 0,-1 0 0,0-11 0,2-19 0,-2 37 0,0 0 0,0 0 0,0-1 0,0 1 0,0 0 0,0 0 0,0 0 0,0-1 0,1 1 0,-1 0 0,0 0 0,0-1 0,0 1 0,0 0 0,0 0 0,1 0 0,-1 0 0,0-1 0,0 1 0,0 0 0,1 0 0,-1 0 0,0 0 0,0 0 0,1 0 0,-1 0 0,0-1 0,0 1 0,1 0 0,-1 0 0,0 0 0,0 0 0,1 0 0,-1 0 0,0 0 0,0 0 0,1 0 0,-1 0 0,0 1 0,0-1 0,1 0 0,-1 0 0,0 0 0,0 0 0,1 0 0,-1 0 0,0 0 0,0 1 0,0-1 0,1 0 0,-1 0 0,0 0 0,0 0 0,0 1 0,0-1 0,1 0 0,15 15 0,-10-10 0,6 3 0,1 0 0,0 0 0,0-2 0,1 1 0,0-2 0,0 0 0,0 0 0,1-1 0,-1-1 0,1-1 0,0 0 0,0-1 0,24-1 0,-18-2 0,-1-1 0,0-2 0,32-10 0,-9 2 0,-34 11-341,0 0 0,0 1-1,15 0 1,-12 1-6485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35.6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188 80 24575,'-14'-4'0,"-63"-12"0,69 14 0,-1 2 0,1-1 0,-1 1 0,1 0 0,-1 0 0,-14 4 0,22-4 0,-1 0 0,1 0 0,0 1 0,0-1 0,0 1 0,0-1 0,0 1 0,0-1 0,0 1 0,-1-1 0,1 1 0,1 0 0,-1 0 0,0-1 0,0 1 0,0 0 0,0 0 0,1 0 0,-1 0 0,-1 2 0,2-2 0,0 0 0,-1 1 0,1-1 0,0 0 0,0 0 0,0 0 0,0 0 0,1 1 0,-1-1 0,0 0 0,0 0 0,1 0 0,-1 0 0,1 0 0,-1 0 0,1 1 0,0 0 0,3 3 0,0 0 0,0 0 0,0 0 0,0 0 0,1-1 0,7 6 0,3 0 0,1 0 0,1 0 0,-1-2 0,1 0 0,1-1 0,20 5 0,-15-5 0,1-2 0,-1-1 0,1-1 0,34 0 0,-40-3 0,0-2 0,1 0 0,-1-1 0,22-6 0,-31 6 0,0 0 0,0 0 0,0-1 0,-1 0 0,1 0 0,-1-1 0,0 0 0,0-1 0,13-12 0,-19 15 0,0 1 0,0-1 0,0 0 0,0 1 0,0-1 0,-1 0 0,1 0 0,-1 0 0,0 0 0,0-1 0,0 1 0,-1 0 0,1 0 0,-1-1 0,1 1 0,-1 0 0,0-1 0,0 1 0,-1 0 0,1-1 0,-1 1 0,0 0 0,1 0 0,-1 0 0,-2-5 0,0 4 0,1-1 0,-1 0 0,1 1 0,-1-1 0,-1 1 0,1 0 0,-1 0 0,1 0 0,-1 0 0,0 1 0,-1 0 0,1 0 0,0 0 0,-1 0 0,-6-2 0,9 4 0,1 0 0,-1 0 0,0 1 0,0-1 0,0 1 0,0 0 0,0 0 0,0-1 0,0 1 0,0 0 0,1 0 0,-1 1 0,0-1 0,0 0 0,0 1 0,0-1 0,0 1 0,0 0 0,-3 1 0,3 0 0,-1 0 0,0 0 0,0 0 0,1 0 0,0 1 0,-1-1 0,1 1 0,0 0 0,0 0 0,-2 5 0,1-2 0,0-1 0,0 1 0,1 0 0,0 1 0,1-1 0,-1 0 0,1 1 0,0-1 0,1 1 0,-1-1 0,2 12 0,1-12 0,-1-1 0,1 1 0,0-1 0,1 1 0,0-1 0,-1 0 0,2 0 0,-1 0 0,0 0 0,1 0 0,0-1 0,0 0 0,1 0 0,-1 0 0,1 0 0,9 5 0,1 0 0,0-1 0,1 0 0,0-1 0,26 7 0,-23-10-98,0 0 0,1-2 0,0 0 0,0-1 0,27-2 0,-28 0-679,-7 1-6049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38.9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668 160 24575,'0'-1'0,"-7"-16"0,0 1 0,-12-20 0,16 30 0,-1 1 0,0-1 0,-1 1 0,1 0 0,-1 1 0,0-1 0,0 1 0,-1 0 0,-8-5 0,13 8 0,-14-7 0,-24-11 0,36 18 0,-1-1 0,0 1 0,0 0 0,0 0 0,0 0 0,0 1 0,0-1 0,0 1 0,0 0 0,0 0 0,0 0 0,-7 2 0,9-1 0,0 0 0,0 0 0,1 0 0,-1 0 0,0 0 0,0 1 0,1-1 0,-1 1 0,0-1 0,1 1 0,0-1 0,-1 1 0,1 0 0,0 0 0,0 0 0,0 0 0,0 0 0,0 0 0,0 0 0,1 0 0,-1 0 0,1 0 0,-1 0 0,1 3 0,-1 8 0,0-1 0,1 1 0,1 14 0,0-11 0,0-1 0,5 22 0,-3-23 0,1 26 0,-4-37 0,0-1 0,0 1 0,-1 0 0,1 0 0,-1 0 0,1-1 0,-1 1 0,0 0 0,0-1 0,0 1 0,-1-1 0,1 1 0,-1-1 0,1 1 0,-3 2 0,0-2 0,1 0 0,0 0 0,-1 0 0,0-1 0,1 1 0,-1-1 0,0 0 0,0 0 0,-5 2 0,1-2 0,0 1 0,0-1 0,-1-1 0,1 1 0,-1-1 0,1-1 0,-1 0 0,1 0 0,-17-3 0,-14-5 0,-46-17 0,70 19 0,-1 0 0,1-1 0,0 0 0,1-2 0,-23-16 0,31 20 0,1 1 0,0-2 0,0 1 0,0 0 0,1-1 0,0 0 0,0 0 0,0 0 0,-4-12 0,7 15 0,0 0 0,0 0 0,0 0 0,1 0 0,-1 0 0,1 0 0,-1 0 0,1 0 0,0 0 0,0 0 0,1 0 0,-1 0 0,1 0 0,-1 0 0,1 0 0,0 0 0,0 0 0,0 0 0,1 1 0,-1-1 0,0 0 0,1 1 0,0-1 0,0 1 0,3-4 0,-2 4 0,0 0 0,0-1 0,0 1 0,0 1 0,0-1 0,1 0 0,-1 1 0,1 0 0,-1 0 0,1 0 0,-1 0 0,1 0 0,0 1 0,-1 0 0,1-1 0,0 1 0,-1 1 0,5-1 0,4 2 0,0 0 0,-1 1 0,1 0 0,14 6 0,130 61 0,17 7 0,-167-75 0,0 0 0,0 0 0,0 0 0,1-1 0,-1 0 0,0-1 0,12 1 0,-17-1 0,1-1 0,-1 1 0,1 0 0,-1 0 0,1-1 0,-1 1 0,0-1 0,1 0 0,-1 1 0,0-1 0,1 0 0,-1 0 0,0 0 0,0 0 0,0 0 0,0 0 0,0 0 0,0 0 0,0 0 0,0 0 0,0 0 0,0-1 0,-1 1 0,1 0 0,-1-1 0,1 1 0,-1-1 0,1 1 0,-1-1 0,0 1 0,1 0 0,-1-1 0,0 1 0,0-1 0,0 1 0,0-1 0,-1-2 0,0-2-114,0 0 1,-1 0-1,1 1 0,-1-1 0,-1 0 1,1 1-1,-1-1 0,0 1 0,0 0 1,0 0-1,-8-8 0,1 0-6712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54.3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6 24575,'-3'-5'0,"3"5"0,0 0 0,0 0 0,0 0 0,0 0 0,-1 0 0,1 0 0,0 0 0,0 0 0,0 0 0,0 0 0,0 0 0,0 0 0,0 0 0,-1 0 0,1 0 0,0 0 0,0 0 0,0 0 0,0 0 0,0 0 0,0 0 0,0 0 0,0 0 0,0 1 0,0-1 0,-1 0 0,1 0 0,0 0 0,0 0 0,0 0 0,0 0 0,0 0 0,0 0 0,0 0 0,0 1 0,0-1 0,0 0 0,0 0 0,0 0 0,0 0 0,0 0 0,0 0 0,0 0 0,0 1 0,0-1 0,0 0 0,0 0 0,0 0 0,0 0 0,0 0 0,0 0 0,0 0 0,0 0 0,0 1 0,0-1 0,1 0 0,-1 0 0,0 0 0,0 0 0,4 14 0,0 0 0,1 0 0,14 25 0,-8-16 0,13 27 0,35 50 0,37 41 0,-95-140 0,23 31 0,-13-18 0,0 0 0,9 19 0,-20-33 0,0 0 0,0 0 0,0 0 0,0 0 0,1 0 0,-1 0 0,0 0 0,0 0 0,0 0 0,0 0 0,0 0 0,0 0 0,0 1 0,0-1 0,0 0 0,0 0 0,0 0 0,0 0 0,0 0 0,0 0 0,0 0 0,0 0 0,0 0 0,0 0 0,0 1 0,0-1 0,0 0 0,0 0 0,0 0 0,0 0 0,0 0 0,0 0 0,0 0 0,0 0 0,0 0 0,0 0 0,0 1 0,0-1 0,0 0 0,0 0 0,0 0 0,0 0 0,0 0 0,0 0 0,0 0 0,0 0 0,0 0 0,0 0 0,0 0 0,0 0 0,-1 0 0,1 1 0,0-1 0,0 0 0,0 0 0,0 0 0,-7-3 0,-7-8 0,3-1-1365,2 0-5461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27.1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265 142 24575,'-166'-123'0,"162"121"0,0-1 0,0 1 0,0 0 0,0 0 0,-1 0 0,1 1 0,0 0 0,-10-2 0,13 3 0,-1 0 0,0 0 0,1 0 0,-1 0 0,0 0 0,1 0 0,-1 1 0,1-1 0,-1 1 0,0-1 0,1 1 0,-1 0 0,1-1 0,-1 1 0,1 0 0,0 0 0,-1 0 0,1 0 0,0 0 0,0 0 0,0 1 0,0-1 0,0 0 0,0 1 0,0-1 0,0 0 0,-1 3 0,0 2 0,-1 1 0,1-1 0,1 1 0,-1-1 0,1 1 0,0-1 0,1 1 0,0 12 0,0-7 0,1-1 0,1 0 0,0 1 0,5 15 0,5 4 0,1 0 0,1-1 0,32 49 0,66 76 0,-64-93 0,45 78 0,-88-132-227,0 1-1,0 0 1,-1 1-1,-1-1 1,4 15-1,-5-11-6598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27.3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306 30 24575,'-27'-5'0,"-13"-1"0,-4 0 0,2 1 0,6 1 0,5 2 0,7 1 0,4 0 0,4 1 0,1 0 0,4 3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28.0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222 262 24575,'-29'-8'0,"5"1"0,1 1 0,-1 0 0,-47-3 0,69 9 0,-1 0 0,1 0 0,0 0 0,-1 1 0,1-1 0,0 0 0,0 1 0,-1 0 0,1-1 0,0 1 0,0 0 0,0 0 0,0 0 0,0 0 0,0 1 0,0-1 0,0 1 0,1-1 0,-3 2 0,3-1 0,0-1 0,1 1 0,-1 0 0,0-1 0,1 1 0,-1-1 0,1 1 0,-1 0 0,1 0 0,0-1 0,0 1 0,0 0 0,0-1 0,0 1 0,0 0 0,0 0 0,0-1 0,1 1 0,-1 0 0,1-1 0,-1 1 0,1 0 0,0-1 0,0 1 0,1 1 0,5 9 0,1-2 0,1 1 0,-1-1 0,2-1 0,-1 1 0,1-2 0,1 1 0,-1-1 0,2-1 0,-1 0 0,1-1 0,0 0 0,22 8 0,-22-11 0,-1-1 0,1 0 0,0 0 0,1-1 0,-1-1 0,0 0 0,0 0 0,0-1 0,16-4 0,-26 5 0,0-1 0,1 0 0,-1 1 0,0-1 0,0 0 0,0 0 0,0 0 0,0-1 0,0 1 0,0 0 0,0-1 0,0 1 0,-1-1 0,1 0 0,-1 1 0,1-1 0,-1 0 0,0 0 0,1 0 0,-1 0 0,0 0 0,0 0 0,-1 0 0,2-4 0,-2 3 0,1 0 0,-1-1 0,0 1 0,0-1 0,0 1 0,-1 0 0,1-1 0,-1 1 0,0 0 0,0-1 0,0 1 0,0 0 0,-1 0 0,1 0 0,-1 0 0,-2-4 0,-1 1 0,0 0 0,-1 0 0,0 0 0,0 0 0,0 1 0,-1 0 0,-10-6 0,-3-1 0,-30-12 0,12 11 0,38 13 0,0 0 0,-1 0 0,1-1 0,0 1 0,0 0 0,0 0 0,0 0 0,0 0 0,0 0 0,-1 0 0,1 0 0,0 0 0,0 0 0,0 0 0,0 0 0,0 0 0,0-1 0,0 1 0,0 0 0,-1 0 0,1 0 0,0 0 0,0 0 0,0 0 0,0 0 0,0-1 0,0 1 0,0 0 0,0 0 0,0 0 0,0 0 0,0 0 0,0-1 0,0 1 0,0 0 0,0 0 0,0 0 0,0 0 0,0 0 0,0 0 0,0-1 0,0 1 0,0 0 0,0 0 0,0 0 0,8-4 0,9 0 0,15 1 0,0 2 0,0 1 0,61 9 0,-33 2 0,64 19 0,-39-2 0,-72-23 0,-1 0 0,0 1 0,-1 0 0,19 14 0,-27-18 0,-1 0 0,0 1 0,0-1 0,0 1 0,0-1 0,0 1 0,1 4 0,-2-7 0,-1 1 0,0-1 0,0 0 0,0 1 0,1-1 0,-1 1 0,0-1 0,0 1 0,0-1 0,0 1 0,0-1 0,0 1 0,0-1 0,0 1 0,0-1 0,0 1 0,0-1 0,0 1 0,-1-1 0,1 1 0,0 0 0,-1-1 0,1 1 0,-1-1 0,1 0 0,-1 1 0,0-1 0,1 0 0,-1 1 0,1-1 0,-1 0 0,0 0 0,1 0 0,-1 0 0,0 0 0,1 0 0,-1 0 0,0 0 0,1 0 0,-1 0 0,0 0 0,1 0 0,-2 0 0,-3-2 0,0 1 0,0-1 0,-1 0 0,2 0 0,-1 0 0,0-1 0,-8-5 0,1-1 0,-18-17 0,20 17 0,1-2 0,0 1 0,0-1 0,2-1 0,-1 0 0,1 0 0,1 0 0,0-1 0,-7-22 0,11 28 0,1 0 0,-1 0 0,1 0 0,1 0 0,-1 0 0,1 0 0,0-1 0,1 1 0,1-7 0,-1 9 0,1 0 0,-1 0 0,1 1 0,0-1 0,0 0 0,1 1 0,-1-1 0,1 1 0,0 0 0,0 0 0,1 0 0,-1 0 0,8-5 0,-8 6-45,0 1-1,0 0 1,0 0-1,0 0 1,0 0-1,1 1 1,-1-1-1,1 1 1,-1 0-1,1 0 1,-1 0-1,1 0 1,0 1-1,-1-1 1,1 1-1,0 0 1,0 0-1,-1 0 1,1 1-1,0-1 1,-1 1-1,1 0 1,-1 0-1,1 0 0,-1 1 1,1-1-1,-1 1 1,0 0-1,7 4 1,-1 4-6781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28.7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0 24575,'-1'3'0,"0"0"0,1 0 0,0 0 0,-1-1 0,1 1 0,0 0 0,1 0 0,-1 0 0,0 0 0,2 4 0,11 29 0,-11-30 0,20 46 0,2-2 0,36 55 0,73 87 0,-119-174-114,-7-8-65,0 1 0,1-2 1,1 1-1,-1-1 0,2 0 1,9 7-1,-9-10-6647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28.9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395 89 24575,'-30'-12'0,"-11"-5"0,-5 2 0,2 2 0,5 4 0,4 1 0,6 2 0,6 2 0,3 1 0,4 2 0,1 3 0,1 1 0,1 1 0,2 1 0,1 1 0,2 1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29.4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10 147 24575,'0'0'0,"-1"-1"0,1 1 0,0 0 0,-1 0 0,1 0 0,0 0 0,0 0 0,-1 0 0,1 0 0,0 0 0,-1 0 0,1 0 0,0 0 0,0 0 0,-1 1 0,1-1 0,0 0 0,-1 0 0,1 0 0,0 0 0,0 0 0,-1 1 0,1-1 0,0 0 0,0 0 0,0 0 0,-1 1 0,1-1 0,0 0 0,0 0 0,0 1 0,0-1 0,-1 0 0,1 0 0,0 1 0,0-1 0,0 0 0,0 0 0,0 1 0,0-1 0,0 0 0,0 1 0,0-1 0,0 0 0,0 1 0,0-1 0,0 0 0,0 0 0,0 1 0,0-1 0,0 0 0,0 1 0,0-1 0,0 0 0,1 0 0,-1 1 0,0-1 0,0 0 0,0 0 0,0 1 0,1-1 0,-1 0 0,0 0 0,1 1 0,13 15 0,4-3 0,0-1 0,1 0 0,0-1 0,1-1 0,0-1 0,41 12 0,-47-16 0,-1-2 0,18 3 0,-26-5 0,-1-1 0,1 0 0,0 1 0,0-2 0,0 1 0,0-1 0,-1 1 0,1-1 0,0 0 0,4-2 0,-7 2 0,-1 0 0,0 1 0,1-1 0,-1 0 0,0 0 0,0 0 0,0 0 0,1 0 0,-1 0 0,0 0 0,0 0 0,0-1 0,-1 1 0,1 0 0,0-1 0,0 1 0,-1 0 0,1-1 0,-1 1 0,1-1 0,-1 1 0,0-1 0,1 1 0,-1-1 0,0 1 0,0-1 0,0 1 0,0-1 0,0 1 0,0-1 0,-1 1 0,1-1 0,-1-2 0,-1-1 0,0 0 0,0 1 0,0-1 0,0 1 0,-1-1 0,1 1 0,-1 0 0,-6-7 0,-46-42 0,61 54 0,6 5 0,7 5 0,2-1 0,-1-1 0,1-1 0,0 0 0,1-2 0,0 0 0,0-2 0,44 4 0,-57-8 0,-1 0 0,1-1 0,-1 0 0,1-1 0,-1 1 0,16-7 0,-21 7 0,1 0 0,0-1 0,-1 0 0,1 0 0,-1 0 0,1 0 0,-1-1 0,0 1 0,0-1 0,0 0 0,0 0 0,0 0 0,-1 0 0,0 0 0,1-1 0,1-5 0,-3 7 0,0-1 0,-1 0 0,0 1 0,1-1 0,-1 0 0,0 0 0,0 1 0,-1-1 0,1 0 0,0 1 0,-1-1 0,0 0 0,0 1 0,0-1 0,0 0 0,0 1 0,0 0 0,-1-1 0,1 1 0,-1 0 0,1-1 0,-4-2 0,-2-3 0,-1 0 0,0 0 0,0 1 0,-12-9 0,13 12-170,1 0-1,-1 0 0,0 0 1,-1 1-1,1 0 0,-1 0 1,-13-2-1,7 3-6655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29.8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121 219 24575,'-2'-31'0,"-7"-57"0,7 80 0,0 0 0,0 0 0,0 0 0,-1 0 0,-1 0 0,1 1 0,-1-1 0,-6-7 0,9 13 0,0 1 0,0-1 0,0 1 0,-1-1 0,1 1 0,0 0 0,-1-1 0,1 1 0,-1 0 0,0 0 0,1 0 0,-1 0 0,0 0 0,1 1 0,-1-1 0,0 0 0,0 1 0,0-1 0,0 1 0,0 0 0,0 0 0,-3 0 0,4 0 0,-1 0 0,0 1 0,1 0 0,-1-1 0,1 1 0,-1 0 0,1 0 0,-1 0 0,1 0 0,0 0 0,0 0 0,-1 0 0,1 0 0,0 0 0,0 1 0,0-1 0,0 0 0,0 1 0,0-1 0,0 1 0,1-1 0,-1 1 0,1 0 0,-1-1 0,0 3 0,-1 5 0,0 1 0,1-1 0,0 0 0,0 0 0,1 1 0,0-1 0,1 10 0,0-13 0,0 1 0,1-1 0,-1 0 0,1 0 0,0 0 0,1 0 0,-1-1 0,1 1 0,0 0 0,1-1 0,4 6 0,-2-4 0,1-1 0,-1 0 0,1 0 0,1 0 0,-1-1 0,1 0 0,-1-1 0,1 1 0,1-1 0,-1-1 0,1 0 0,-1 0 0,13 2 0,-16-4 0,1 0 0,0-1 0,0 1 0,0-1 0,0 0 0,-1-1 0,1 0 0,0 0 0,0 0 0,0 0 0,-1-1 0,1 0 0,-1 0 0,1 0 0,-1-1 0,0 0 0,0 0 0,0 0 0,0-1 0,-1 0 0,7-6 0,-8 7 0,0 0 0,-1 0 0,1-1 0,-1 1 0,0-1 0,0 1 0,0-1 0,0 0 0,-1 0 0,1 0 0,-1 0 0,0 0 0,0 0 0,-1 0 0,1 0 0,-1 0 0,0-1 0,0 1 0,0 0 0,-1 0 0,1 0 0,-2-5 0,0 2 0,-1 1 0,0 0 0,0 0 0,0 0 0,0 0 0,-1 0 0,0 0 0,0 1 0,-1 0 0,0 0 0,1 0 0,-12-7 0,-25-16-1365,23 19-5461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30.6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220 5 24575,'-6'0'0,"-89"-5"0,86 5 0,1 1 0,-1 0 0,1 0 0,-1 1 0,1 0 0,0 0 0,0 1 0,-15 7 0,21-9 0,0 0 0,0 0 0,0 1 0,1-1 0,-1 0 0,0 1 0,0 0 0,1-1 0,-1 1 0,1 0 0,0 0 0,-1 0 0,1 0 0,0 0 0,0 0 0,0 1 0,1-1 0,-2 3 0,2-1 0,-1 0 0,1-1 0,0 1 0,0 0 0,1-1 0,-1 1 0,1-1 0,0 1 0,0-1 0,2 7 0,2 0 0,0 0 0,1 0 0,0-1 0,0 1 0,1-2 0,14 15 0,-2-6 0,2-1 0,0-1 0,1 0 0,1-2 0,31 14 0,-53-27 0,0 0 0,0 1 0,0-1 0,0 1 0,0-1 0,0 1 0,0-1 0,-1 1 0,1 0 0,0-1 0,0 1 0,-1 0 0,1 0 0,0 0 0,-1-1 0,1 1 0,0 2 0,-1-3 0,0 1 0,0-1 0,0 1 0,0-1 0,0 1 0,0-1 0,0 1 0,-1-1 0,1 1 0,0-1 0,0 1 0,0-1 0,-1 0 0,1 1 0,0-1 0,-1 1 0,1-1 0,0 0 0,-1 1 0,1-1 0,0 0 0,-1 1 0,1-1 0,-1 1 0,-3 1 0,1-1 0,-1 1 0,0-1 0,1 1 0,-1-1 0,0 0 0,-6 1 0,-1-1-195,0 0 0,0-1 0,0 0 0,0 0 0,0-1 0,-12-2 0,14-1-6631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30.8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24575,'0'13'0,"0"5"0,0 4 0,2-3 0,2-5-8191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31.0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24575,'8'5'0,"2"4"0,1 5 0,3 3 0,0 1 0,-2 0 0,-3-3-8191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31.7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143 399 24575,'-5'-1'0,"-13"-3"0,-29-1 0,43 4 0,-1 1 0,1 0 0,0 0 0,0 1 0,0-1 0,-1 1 0,1 0 0,0 0 0,0 0 0,0 1 0,0-1 0,-6 5 0,9-6 0,0 1 0,0-1 0,0 1 0,1 0 0,-1 0 0,0-1 0,0 1 0,1 0 0,-1 0 0,0 0 0,1 0 0,-1 0 0,1 0 0,-1 0 0,1 0 0,0 0 0,-1 0 0,1 0 0,0 0 0,0 0 0,-1 3 0,2-3 0,-1 1 0,0 0 0,1 0 0,-1-1 0,1 1 0,0 0 0,-1-1 0,1 1 0,0-1 0,0 1 0,0-1 0,2 3 0,2 1 0,0 0 0,0 0 0,1 0 0,0-1 0,8 6 0,-6-5 0,1-1 0,-1 0 0,1 0 0,0 0 0,0-1 0,0-1 0,0 0 0,0 0 0,15 1 0,-19-3 0,0 0 0,0 0 0,0-1 0,0 0 0,-1 0 0,1 0 0,0 0 0,-1-1 0,1 1 0,-1-1 0,1 0 0,-1-1 0,0 1 0,0-1 0,0 0 0,0 0 0,0 0 0,-1 0 0,1-1 0,3-5 0,-2 1 0,0 0 0,0 0 0,-1-1 0,0 0 0,0 1 0,-1-1 0,0-1 0,-1 1 0,0 0 0,1-19 0,-2 11 0,-1 0 0,0 0 0,-2 1 0,0-1 0,-5-22 0,1 20 0,-1-1 0,-1 1 0,0 1 0,-1-1 0,-2 2 0,1-1 0,-2 1 0,0 1 0,-28-28 0,37 41 0,0 0 0,0 0 0,0 0 0,-1 0 0,-5-4 0,8 7 0,1 0 0,-1 0 0,1-1 0,0 1 0,-1 0 0,1 0 0,-1 0 0,1 0 0,-1 0 0,1-1 0,-1 1 0,1 0 0,-1 0 0,1 0 0,-1 0 0,1 0 0,-1 1 0,1-1 0,-1 0 0,1 0 0,-1 0 0,1 0 0,0 0 0,-1 1 0,1-1 0,-1 0 0,1 0 0,0 1 0,-1-1 0,1 0 0,-1 1 0,1-1 0,0 0 0,-1 1 0,1-1 0,0 0 0,0 1 0,-1-1 0,1 1 0,0-1 0,0 1 0,0-1 0,0 1 0,-1-1 0,1 0 0,0 1 0,0-1 0,0 1 0,0-1 0,0 2 0,-1 5 0,0 0 0,1 0 0,0 0 0,0 0 0,1 0 0,2 14 0,15 44 0,-11-42 0,-1-6 0,1 1 0,0-1 0,1-1 0,1 0 0,1 0 0,0 0 0,1-2 0,1 1 0,0-1 0,1-1 0,0 0 0,1-1 0,1 0 0,0-2 0,0 1 0,1-2 0,0 0 0,1-1 0,0 0 0,0-2 0,1 0 0,-1-1 0,1 0 0,1-2 0,23 3 0,-30-6 0,0 1 0,0-2 0,-1 1 0,1-1 0,0-1 0,16-5 0,-24 6 0,0 0 0,-1-1 0,1 1 0,-1-1 0,0 0 0,1 0 0,-1 0 0,0-1 0,0 1 0,0-1 0,-1 1 0,1-1 0,-1 0 0,1 0 0,-1 0 0,0-1 0,0 1 0,0 0 0,0-1 0,-1 1 0,0-1 0,0 0 0,2-5 0,-2 4 0,-1-1 0,1 1 0,-1-1 0,0 0 0,0 1 0,-1-1 0,1 0 0,-1 1 0,-1-1 0,1 1 0,-1-1 0,0 1 0,0 0 0,0-1 0,-6-8 0,2 6 0,0 0 0,0 0 0,-1 1 0,0 0 0,0 0 0,-1 0 0,0 1 0,-10-6 0,16 11 0,1 0 0,0 0 0,0 0 0,-1 0 0,1 0 0,-1 1 0,1-1 0,-1 1 0,1-1 0,-1 1 0,1-1 0,-1 1 0,1 0 0,-1 0 0,0 0 0,1 0 0,-1 0 0,1 0 0,-1 0 0,1 0 0,-1 1 0,1-1 0,-1 1 0,1-1 0,-1 1 0,1 0 0,-1-1 0,1 1 0,0 0 0,-1 0 0,1 0 0,0 0 0,0 0 0,0 0 0,-1 0 0,1 0 0,-1 2 0,1 0 0,-1 0 0,1 0 0,-1 0 0,1 0 0,0 1 0,0-1 0,0 0 0,1 0 0,-1 1 0,1-1 0,0 0 0,0 1 0,0-1 0,0 0 0,0 1 0,1-1 0,0 4 0,3 3 0,0 0 0,1-1 0,0 1 0,0-1 0,0 0 0,2 0 0,-1-1 0,1 0 0,0 0 0,1 0 0,-1-1 0,1 0 0,1-1 0,13 9 0,0-2 0,1-1 0,0-1 0,0-2 0,48 15 0,-50-19 40,0 0 0,31 2 0,-45-6-164,0-1 0,0 0 1,0 0-1,0-1 0,0 0 0,-1 0 1,1-1-1,0 1 0,0-2 0,-1 1 1,10-5-1,-7 2-6702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32.2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214 331 24575,'-29'-10'0,"-48"-14"0,66 21 0,1 1 0,-1 0 0,0 1 0,-22 0 0,32 0 0,-1 2 0,0-1 0,1 0 0,-1 0 0,1 0 0,-1 1 0,1-1 0,-1 1 0,1-1 0,-1 1 0,1 0 0,-1-1 0,1 1 0,0 0 0,-1 0 0,1 0 0,-2 2 0,3-2 0,-1 0 0,1 0 0,-1 0 0,1 0 0,0 0 0,0 0 0,-1 0 0,1 0 0,0 0 0,0 0 0,0 0 0,0 0 0,0 0 0,0 0 0,0 0 0,1 0 0,-1 0 0,0 0 0,0 0 0,1 0 0,-1 0 0,1 0 0,-1 0 0,1 0 0,-1-1 0,2 2 0,6 9 0,0-1 0,1 0 0,0-1 0,0 0 0,1 0 0,0-1 0,1 0 0,0-1 0,0 0 0,1-1 0,-1 0 0,1-1 0,22 6 0,-30-10 0,1 0 0,0 0 0,-1 0 0,1-1 0,0 1 0,0-1 0,0-1 0,-1 1 0,1-1 0,0 1 0,0-1 0,7-3 0,-9 3 0,0-1 0,-1 1 0,1-1 0,0 1 0,-1-1 0,0 0 0,1 0 0,-1 0 0,0 0 0,0-1 0,0 1 0,0-1 0,0 1 0,-1-1 0,1 0 0,-1 1 0,1-1 0,-1 0 0,0 0 0,1-5 0,0-6 0,0 0 0,-1 0 0,0 0 0,-2-1 0,1 1 0,-2 0 0,0 0 0,0 0 0,-1 1 0,-1-1 0,-1 1 0,-9-22 0,-1 4 0,-2 0 0,-1 1 0,-41-52 0,49 71 0,10 14 0,13 21 0,-11-21 0,178 270 0,-142-216-1365,-23-32-5461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43.2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117 190 24575,'-3'14'0,"1"-1"0,1 0 0,0 1 0,1-1 0,0 1 0,1-1 0,1 1 0,0-1 0,0 1 0,2-1 0,8 24 0,16 19 0,-17-35 0,11 30 0,-21-51 0,-1 0 0,0 1 0,0-1 0,0 0 0,1 1 0,-1-1 0,0 0 0,0 1 0,0-1 0,0 1 0,0-1 0,0 0 0,0 1 0,0-1 0,0 1 0,0-1 0,0 0 0,0 1 0,0-1 0,0 0 0,0 1 0,0-1 0,0 1 0,0-1 0,-1 0 0,1 1 0,0-1 0,-1 1 0,1-1 0,-1 0 0,1 0 0,-1 0 0,1 0 0,-1 0 0,1 0 0,-1 0 0,1 0 0,-1-1 0,1 1 0,-1 0 0,0 0 0,1 0 0,-1 0 0,1-1 0,-1 0 0,-21-15 0,7 0 0,0 0 0,1-2 0,1 0 0,-20-35 0,18 25 0,2 0 0,-17-56 0,26 72 0,1 0 0,1 0 0,0-1 0,0 1 0,1 0 0,1-1 0,0 1 0,3-20 0,-2 27 0,0 0 0,0 1 0,1-1 0,0 0 0,-1 0 0,2 1 0,-1-1 0,0 1 0,1 0 0,0 0 0,0 0 0,0 0 0,1 0 0,-1 1 0,1-1 0,0 1 0,0 0 0,0 0 0,0 0 0,0 1 0,1-1 0,-1 1 0,9-2 0,-3 1 0,0 0 0,0 1 0,0 1 0,1 0 0,-1 0 0,1 1 0,-1 0 0,0 1 0,1 0 0,-1 1 0,0 0 0,15 5 0,-17-5 0,1 2 0,-1-1 0,0 1 0,0 0 0,-1 0 0,1 1 0,-1 0 0,0 1 0,0-1 0,-1 1 0,0 1 0,0-1 0,0 1 0,-1 0 0,5 8 0,-8-11 0,0 0 0,0 0 0,-1 0 0,1 0 0,-1 0 0,0 0 0,0 1 0,-1-1 0,1 0 0,-1 1 0,0-1 0,0 0 0,0 1 0,-2 5 0,1-3 0,-1-1 0,-1 1 0,1-1 0,-1 0 0,0 1 0,0-1 0,-1-1 0,-5 8 0,-5 4 0,-1-2 0,0 0 0,-1-1 0,-33 23 0,19-17 0,19-14 0,1 1 0,0 0 0,0 0 0,0 1 0,1 1 0,-10 10 0,19-18 0,-1 0 0,1 0 0,-1-1 0,0 1 0,1 0 0,-1 0 0,1 0 0,0 0 0,-1 0 0,1 0 0,0 0 0,0 0 0,-1 0 0,1 0 0,0 0 0,0 0 0,0 0 0,0 0 0,0 0 0,0 0 0,1 0 0,-1 1 0,1 0 0,0-1 0,0 0 0,-1 1 0,1-1 0,0 0 0,0 0 0,1 0 0,-1 0 0,0 0 0,0 0 0,0 0 0,1 0 0,1 1 0,6 2 0,0-1 0,0 1 0,19 3 0,-20-6 0,24 6 0,1-1 0,55 1 0,67-9 0,-135 1 0,28-5 0,-43 5 0,0-1 0,1 1 0,-1 0 0,0-1 0,0 0 0,0-1 0,0 1 0,-1-1 0,1 0 0,6-5 0,-10 7 6,0 0-1,0 0 1,0 0-1,0-1 0,0 1 1,0 0-1,0-1 1,0 1-1,0-1 1,-1 1-1,1-1 1,-1 1-1,1-1 0,-1 1 1,0-1-1,1 1 1,-1-1-1,0 0 1,0 1-1,0-1 1,-1-2-1,1 1-129,-1 0 0,0 1 1,0-1-1,0 1 0,0-1 0,-1 1 1,1 0-1,-1-1 0,1 1 0,-1 0 1,-3-4-1,-4-1-6702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43.7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291 76 24575,'14'0'0,"-7"-1"0,-1 1 0,1 0 0,-1 0 0,1 1 0,-1 0 0,1 0 0,-1 1 0,8 2 0,-13-4 0,-1 1 0,1-1 0,0 0 0,-1 0 0,1 1 0,-1-1 0,1 0 0,-1 1 0,1-1 0,-1 1 0,1-1 0,-1 0 0,0 1 0,1-1 0,-1 1 0,0-1 0,1 1 0,-1 0 0,0-1 0,1 1 0,-1-1 0,0 1 0,0 0 0,0-1 0,0 1 0,0-1 0,1 2 0,-2 0 0,1-1 0,0 0 0,-1 1 0,1-1 0,-1 0 0,0 1 0,1-1 0,-1 0 0,0 0 0,0 1 0,-1 1 0,-4 3 0,0 0 0,0-1 0,-9 6 0,14-10 0,-7 4 0,0 1 0,0-1 0,-1-1 0,0 1 0,1-1 0,-2-1 0,1 0 0,0 0 0,-1-1 0,1 0 0,-1-1 0,0 0 0,0 0 0,1-1 0,-1 0 0,0-1 0,0 0 0,1-1 0,-1 0 0,1 0 0,-13-5 0,16 4 0,-8-1 0,0-1 0,0-1 0,-19-11 0,30 15 0,0 0 0,0 0 0,1 0 0,-1 0 0,0 0 0,1-1 0,-1 1 0,1-1 0,0 0 0,0 0 0,0 0 0,0 0 0,1 0 0,-1 0 0,1 0 0,0-1 0,-1 1 0,2 0 0,-1-1 0,-1-5 0,2 7 0,1-1 0,-1 1 0,0-1 0,1 1 0,0-1 0,-1 1 0,1 0 0,0-1 0,0 1 0,0 0 0,1 0 0,-1 0 0,0 0 0,1 0 0,-1 0 0,1 0 0,0 0 0,0 0 0,0 1 0,0-1 0,0 1 0,0-1 0,0 1 0,0 0 0,3-1 0,3-2 0,0 1 0,0 0 0,1 0 0,-1 1 0,17-3 0,-1 3-227,0 1-1,0 1 1,0 1-1,0 1 1,30 6-1,-40-5-6598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44.0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253 1 24575,'-113'15'0,"100"-12"0,1 0 0,-1 1 0,1 0 0,0 1 0,0 0 0,-18 12 0,27-16 0,1 1 0,-1 0 0,1 0 0,0 0 0,-1 0 0,1 1 0,0-1 0,0 1 0,0-1 0,1 1 0,-1-1 0,1 1 0,-1 0 0,1 0 0,0 0 0,0 0 0,0 0 0,0 0 0,1 0 0,-1 0 0,1 0 0,0 0 0,0 1 0,0-1 0,0 0 0,1 0 0,-1 0 0,1 0 0,0 0 0,0 0 0,0 0 0,0 0 0,0 0 0,0 0 0,1-1 0,0 1 0,-1 0 0,1-1 0,0 1 0,0-1 0,1 0 0,2 3 0,8 5 0,0 0 0,0-1 0,1 0 0,0-2 0,0 1 0,1-2 0,0 0 0,0 0 0,20 3 0,-1-2 0,0-1 0,0-2 0,45 1 0,-51-4-104,-13 0-107,-1-1 1,0 0 0,1-1 0,-1 0 0,26-6 0,-31 3-6616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44.6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24575,'5'17'0,"4"8"0,3 3 0,-1-2 0,1-2 0,0-5 0,1-4 0,0-2 0,1 0 0,1-3 0,-3-1 0,-1-1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44.8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24575,'4'5'0,"5"4"0,1 3 0,-2-1-8191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45.2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223 34 24575,'-90'-26'0,"79"24"0,-1 0 0,1 0 0,-1 1 0,1 1 0,-23 1 0,32-1 0,-1 1 0,1-1 0,0 0 0,0 1 0,0-1 0,0 1 0,0 0 0,0 0 0,1 0 0,-1 0 0,0 0 0,0 0 0,0 0 0,1 1 0,-1-1 0,1 0 0,-2 3 0,2-2 0,0-1 0,0 1 0,0 0 0,1 0 0,-1-1 0,0 1 0,1 0 0,0 0 0,-1 0 0,1 0 0,0 0 0,0-1 0,0 1 0,0 0 0,1 3 0,1 2 0,0 0 0,0-1 0,1 1 0,0-1 0,0 0 0,0 0 0,1 0 0,0 0 0,4 5 0,2 0 0,0 0 0,1-1 0,24 18 0,40 19 0,-45-29 0,38 30 0,-66-48 0,-1 1 0,0 0 0,0 0 0,0 0 0,0 1 0,0-1 0,0 0 0,0 0 0,0 1 0,0-1 0,0 0 0,-1 1 0,1-1 0,-1 1 0,1-1 0,-1 1 0,1-1 0,-1 1 0,0 1 0,0-2 0,0 0 0,-1 0 0,1 0 0,0-1 0,-1 1 0,1 0 0,-1 0 0,1 0 0,-1 0 0,0-1 0,1 1 0,-1 0 0,0 0 0,1-1 0,-1 1 0,0-1 0,0 1 0,0-1 0,1 1 0,-1-1 0,0 1 0,0-1 0,0 0 0,0 1 0,0-1 0,0 0 0,0 0 0,0 0 0,0 0 0,-1 0 0,-17 2 41,1-1-1,-23-2 0,22 0-535,1 1-1,-22 2 1,24 1-6331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47.2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330 89 24575,'-71'-28'0,"31"11"0,-1 3 0,-48-12 0,85 25 0,0 0 0,-1 1 0,1-1 0,-1 1 0,1 0 0,-1 0 0,1 0 0,-1 1 0,1-1 0,-6 3 0,8-2 0,0 0 0,0 0 0,0 0 0,0 0 0,0 0 0,0 1 0,0-1 0,1 1 0,-1 0 0,0-1 0,1 1 0,0 0 0,-1 0 0,1 0 0,0 0 0,0 0 0,0 0 0,0 0 0,0 0 0,0 0 0,0 4 0,0-2 0,1 0 0,-1 1 0,1-1 0,0 0 0,0 1 0,1-1 0,-1 0 0,1 1 0,0-1 0,0 0 0,0 0 0,1 0 0,0 0 0,-1 0 0,1 0 0,1 0 0,-1 0 0,5 6 0,6 5 0,0-1 0,28 25 0,-32-32 0,6 6 0,1 0 0,1-2 0,1 0 0,-1-1 0,2 0 0,-1-2 0,35 11 0,-50-18 0,0 0 0,0 0 0,0-1 0,0 1 0,0-1 0,0 0 0,1 0 0,-1 0 0,0 0 0,0-1 0,0 1 0,4-2 0,-6 2 0,0-1 0,0 0 0,0 1 0,0-1 0,0 0 0,0 1 0,0-1 0,-1 0 0,1 0 0,0 0 0,0 0 0,-1 0 0,1 0 0,0 0 0,-1 0 0,1 0 0,-1-1 0,1 1 0,-1 0 0,0 0 0,0 0 0,1 0 0,-1-1 0,0 1 0,0 0 0,0 0 0,0-1 0,0 1 0,-1 0 0,1 0 0,0 0 0,0-1 0,-2-1 0,-2-11 0,-1 0 0,-1 0 0,0 1 0,-1 0 0,-14-20 0,10 16 0,2 0 0,-12-25 0,21 42 0,-1-1 0,1 0 0,0 0 0,-1 1 0,1-1 0,0 0 0,0 0 0,0 0 0,-1 0 0,1 1 0,0-1 0,0 0 0,0 0 0,0 0 0,1 0 0,-1-1 0,0 2 0,0 0 0,1 0 0,-1 0 0,0 0 0,0 0 0,1-1 0,-1 1 0,0 0 0,1 0 0,-1 0 0,0 0 0,0 0 0,1 0 0,-1 0 0,0 0 0,1 0 0,-1 0 0,0 0 0,0 0 0,1 0 0,-1 0 0,0 0 0,1 1 0,-1-1 0,0 0 0,0 0 0,1 0 0,-1 0 0,0 1 0,25 16 0,21 24 0,-20-18 0,31 22 0,-48-39 0,0 0 0,-1-1 0,2 0 0,-1 0 0,1-1 0,-1 0 0,1-1 0,0 0 0,1-1 0,13 2 0,-23-4 0,1 0 0,0 0 0,-1 0 0,1 0 0,-1 0 0,1-1 0,-1 1 0,1-1 0,-1 1 0,1-1 0,-1 1 0,1-1 0,-1 0 0,1 0 0,-1 1 0,0-1 0,1 0 0,-1 0 0,2-2 0,-2 0 0,1 1 0,-1 0 0,0 0 0,0-1 0,1 1 0,-2 0 0,1-1 0,0 1 0,0-1 0,-1 1 0,1-4 0,-1 0 0,1 0 0,-1 0 0,-1 0 0,1 0 0,-1 0 0,0 0 0,0 0 0,-1 0 0,-4-10 0,0 5 0,0 0 0,-16-20 0,43 54 0,0 0 0,1-2 0,50 37 0,-38-36 0,1-1 0,67 28 0,-101-48 0,1-1 0,-1 1 0,1-1 0,-1 1 0,1-1 0,0 0 0,-1 1 0,1-1 0,0 0 0,-1 0 0,1 0 0,0 0 0,-1-1 0,1 1 0,-1 0 0,1-1 0,0 1 0,2-2 0,-3 2 0,-1-1 0,1 0 0,0 0 0,0 0 0,-1 0 0,1 1 0,0-1 0,-1 0 0,1 0 0,-1 0 0,1 0 0,-1-1 0,1 1 0,-1 0 0,0 0 0,0 0 0,0 0 0,1 0 0,-1 0 0,0 0 0,0-1 0,0 1 0,-1 0 0,1 0 0,0 0 0,0 0 0,-1 0 0,0-2 0,-3-8 0,-1 0 0,0 0 0,-1 0 0,0 1 0,-1-1 0,0 2 0,-16-18 0,-11-17 0,30 37 0,5 4 0,9 9 0,16 14 0,-26-20 0,6 5 0,0-1 0,0 1 0,0-2 0,0 1 0,0-1 0,1 0 0,-1 0 0,1 0 0,0-1 0,0 0 0,0-1 0,0 1 0,0-1 0,0-1 0,0 1 0,11-2 0,-4 1 0,-7 1 0,0-1 0,-1-1 0,1 1 0,-1-1 0,12-3 0,-16 4 0,-1-1 0,0 1 0,0-1 0,1 1 0,-1-1 0,0 0 0,0 0 0,0 1 0,0-1 0,0 0 0,0 0 0,0 0 0,0 0 0,-1 0 0,1-1 0,0 1 0,0 0 0,-1 0 0,1 0 0,-1-1 0,1 1 0,-1 0 0,0 0 0,1-1 0,-1 1 0,0 0 0,0-1 0,0 1 0,0-1 0,0 1 0,0 0 0,0-1 0,-1-1 0,-1-5 0,0 0 0,0 1 0,-6-11 0,6 12 0,-1 0 0,1 0 0,0 0 0,0-1 0,-1-11 0,3 17 0,0 0 0,0 1 0,0-1 0,0 0 0,0 1 0,0-1 0,0 0 0,0 1 0,0-1 0,0 0 0,0 1 0,0-1 0,1 0 0,-1 1 0,0-1 0,0 1 0,1-1 0,-1 0 0,1 1 0,-1-1 0,0 1 0,1-1 0,-1 1 0,1-1 0,-1 1 0,1-1 0,-1 1 0,2-1 0,-1 1 0,1 0 0,-1 0 0,0 0 0,0 0 0,1 0 0,-1 0 0,0 0 0,1 0 0,-1 0 0,0 1 0,0-1 0,1 1 0,1 0 0,6 4 0,-1 0 0,17 12 0,-23-16 0,39 30 0,0 1 0,75 45 0,-85-62 0,39 25 0,-65-37-1365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48.0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91 24575,'15'7'0,"-1"1"0,0 0 0,-1 2 0,1-1 0,18 19 0,26 19 0,-41-35 0,-11-7 0,0-1 0,0 0 0,0 0 0,0-1 0,0 1 0,10 2 0,-16-6 0,0 0 0,1 1 0,-1-1 0,0 0 0,1 0 0,-1 0 0,0 0 0,1 0 0,-1 0 0,0 0 0,1 0 0,-1 0 0,0 0 0,1 0 0,-1 0 0,0 0 0,1 0 0,-1 0 0,0 0 0,1-1 0,-1 1 0,0 0 0,0 0 0,1 0 0,-1 0 0,0-1 0,1 1 0,-1 0 0,0 0 0,0 0 0,0-1 0,1 1 0,-1 0 0,0 0 0,0-1 0,0 1 0,1 0 0,-1-1 0,0 1 0,0 0 0,0-1 0,0 1 0,0 0 0,0-1 0,0 1 0,0 0 0,0-1 0,0 1 0,0 0 0,0-1 0,0 1 0,0 0 0,0-1 0,0 1 0,0 0 0,0 0 0,-1-1 0,-8-24 0,7 20 0,-8-19 0,2 5 0,-11-38 0,17 51 0,1 1 0,0-1 0,0 0 0,1 0 0,0 0 0,0 0 0,0 0 0,1 1 0,0-1 0,0 0 0,2-8 0,-2 12 0,0 1 0,0-1 0,-1 0 0,1 1 0,0-1 0,0 0 0,1 1 0,-1-1 0,0 1 0,0 0 0,1-1 0,-1 1 0,1 0 0,-1 0 0,1 0 0,3-2 0,-2 2 0,0 0 0,0 0 0,0 0 0,0 1 0,0-1 0,0 1 0,1 0 0,-1 0 0,4 0 0,5 2 0,-1 0 0,0 0 0,0 1 0,16 7 0,122 56 0,-126-54 0,-1 1 0,-1 1 0,0 1 0,26 23 0,-45-36-97,0 0-1,1 1 1,-1-1-1,0 0 1,0 1-1,0-1 1,0 1-1,-1 0 1,1 0-1,-1-1 1,0 1-1,0 0 0,2 5 1,-3 1-6729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48.8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24575,'22'24'0,"21"30"0,-24-28 0,26 25 0,-47-63 0,-1 4 0,1-1 0,1 1 0,-1-1 0,1 0 0,1 1 0,0-10 0,0 16 0,1-1 0,0 1 0,0-1 0,0 1 0,0 0 0,0 0 0,0-1 0,0 1 0,1 0 0,-1 0 0,1 0 0,-1 0 0,1 1 0,0-1 0,0 0 0,0 1 0,0-1 0,0 1 0,0 0 0,0-1 0,0 1 0,1 0 0,-1 0 0,0 1 0,1-1 0,-1 0 0,1 1 0,-1-1 0,1 1 0,-1 0 0,1 0 0,2 0 0,8 1 0,0 1 0,0 0 0,0 1 0,22 8 0,-28-9 0,14 6 0,-1 1 0,0 0 0,25 18 0,28 13 0,-71-39-136,0-1-1,-1 1 1,1 0-1,-1 0 1,1 0-1,-1 1 1,1-1-1,-1 0 0,2 2 1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49.7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0 129 24575,'122'65'0,"-105"-57"0,2-1 0,-1-1 0,1 0 0,38 5 0,-53-10 0,-1-1 0,1 1 0,0-1 0,-1 0 0,1-1 0,0 1 0,-1-1 0,1 1 0,0-1 0,-1 0 0,1 0 0,-1-1 0,7-2 0,-8 2 0,0 0 0,0 1 0,0-1 0,-1 0 0,1 0 0,0 0 0,-1 0 0,1 0 0,-1-1 0,0 1 0,1 0 0,-1-1 0,0 1 0,-1-1 0,1 1 0,0-1 0,-1 0 0,1 1 0,-1-6 0,0-2 0,0 0 0,0 0 0,-1 0 0,-1 0 0,0 0 0,0 0 0,-1 0 0,0 1 0,-1-1 0,0 1 0,0 0 0,-1 0 0,0 0 0,0 0 0,-1 1 0,-9-9 0,12 14 0,4 4 0,7 11 0,16 18 0,20 12-455,3-2 0,51 34 0,-85-65-6371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50.5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265 695 24575,'10'-22'0,"-1"1"0,-2-2 0,0 1 0,-1-1 0,4-26 0,-9 35 0,0-1 0,-1 1 0,0-1 0,-1 1 0,0 0 0,-2-1 0,0 1 0,0 0 0,-9-21 0,1 10 0,-1 1 0,-1 0 0,-19-27 0,-54-62 0,83 109 0,-97-109 0,98 110 0,0 1 0,-1 0 0,1 1 0,0-1 0,-1 0 0,-4-2 0,7 4 0,-1 0 0,1 0 0,-1 0 0,1 0 0,0 0 0,-1 0 0,1 0 0,0 0 0,-1 0 0,1 0 0,-1 0 0,1 0 0,0 0 0,-1 0 0,1 0 0,0 0 0,-1 0 0,1 0 0,-1 0 0,1 1 0,0-1 0,-1 0 0,1 1 0,-1-1 0,1 1 0,-1 0 0,1-1 0,-1 1 0,1 0 0,0-1 0,-1 1 0,1 0 0,0 0 0,0-1 0,0 1 0,0 0 0,-1 0 0,1 0 0,-1 16 0,1 0 0,1-1 0,0 1 0,1-1 0,5 24 0,29 80 0,-23-81 0,3-2 0,1 1 0,41 66 0,-45-85 0,1 0 0,1-1 0,0 0 0,1-1 0,1-1 0,0-1 0,1 0 0,28 16 0,-40-27 0,2 0 0,-1-1 0,0 0 0,0 0 0,1-1 0,0 0 0,14 2 0,-19-3 0,0-1 0,0 0 0,0 0 0,0 0 0,0-1 0,0 1 0,-1 0 0,1-1 0,0 0 0,0 0 0,0 0 0,-1 0 0,1 0 0,0-1 0,-1 1 0,1-1 0,-1 1 0,0-1 0,0 0 0,1 0 0,-1 0 0,0 0 0,-1 0 0,3-3 0,-1-1 0,0 0 0,0 1 0,-1-1 0,0 0 0,0-1 0,0 1 0,-1 0 0,0 0 0,0-1 0,-1 1 0,1-1 0,-2-7 0,1 6 0,-1 0 0,-1 0 0,1-1 0,-1 1 0,-1 0 0,0 0 0,0 1 0,-8-15 0,11 22 0,0 0 0,0 1 0,0-1 0,-1 0 0,1 0 0,0 0 0,0 1 0,0-1 0,0 0 0,-1 0 0,1 0 0,0 1 0,0-1 0,0 0 0,0 0 0,0 1 0,0-1 0,0 0 0,0 0 0,0 1 0,0-1 0,0 0 0,0 1 0,0-1 0,0 0 0,0 0 0,0 1 0,0-1 0,0 0 0,0 0 0,0 1 0,0-1 0,0 0 0,1 16 0,1-9 0,0 1 0,0 0 0,1-1 0,0 1 0,0-1 0,0 0 0,1 0 0,1 0 0,-1 0 0,1-1 0,0 0 0,0 0 0,1 0 0,0-1 0,0 1 0,0-1 0,1-1 0,-1 1 0,1-1 0,0-1 0,0 1 0,1-1 0,-1 0 0,1-1 0,-1 1 0,1-2 0,0 1 0,0-1 0,12 0 0,-10 0 0,1-1 0,-1-1 0,0 0 0,15-3 0,-22 3 0,0 0 0,1 0 0,-1 0 0,0-1 0,0 1 0,1-1 0,-1 0 0,-1 0 0,1 0 0,0-1 0,0 1 0,-1-1 0,1 1 0,-1-1 0,0 0 0,3-4 0,-2 2 0,0-1 0,-1 0 0,1 0 0,-1 0 0,0 0 0,-1 0 0,0 0 0,0 0 0,1-9 0,-2 11 0,0 0 0,0 1 0,0-1 0,-1 0 0,1 0 0,-1 0 0,0 1 0,0-1 0,-1 0 0,1 1 0,-1-1 0,1 1 0,-1 0 0,0-1 0,-1 1 0,-2-4 0,4 6 0,1 1 0,0 0 0,-1-1 0,1 1 0,0 0 0,-1-1 0,1 1 0,0 0 0,-1-1 0,1 1 0,-1 0 0,1 0 0,-1-1 0,1 1 0,-1 0 0,1 0 0,0 0 0,-1 0 0,1 0 0,-1-1 0,1 1 0,-2 0 0,2 1 0,-1-1 0,1 0 0,0 0 0,-1 1 0,1-1 0,0 0 0,0 1 0,-1-1 0,1 0 0,0 1 0,0-1 0,-1 0 0,1 1 0,0-1 0,0 0 0,0 1 0,0-1 0,0 1 0,0-1 0,-1 1 0,1 2 0,0 0 0,0 0 0,0 0 0,0-1 0,0 1 0,1 4 0,0-1 0,1 0 0,-1-1 0,1 1 0,1 0 0,-1-1 0,1 0 0,0 1 0,0-1 0,1 0 0,-1-1 0,1 1 0,0-1 0,0 1 0,1-1 0,-1 0 0,1-1 0,0 1 0,0-1 0,0 0 0,1 0 0,-1-1 0,11 4 0,-13-5 0,7 2 0,-1 0 0,1-1 0,0-1 0,13 1 0,-22-1 0,1-1 0,0 0 0,0-1 0,0 1 0,0 0 0,0 0 0,0-1 0,0 1 0,0-1 0,-1 0 0,1 1 0,0-1 0,0 0 0,-1 0 0,1 0 0,0 0 0,-1 0 0,1-1 0,-1 1 0,0 0 0,1-1 0,-1 1 0,0-1 0,0 1 0,0-1 0,0 0 0,0 1 0,0-1 0,0-2 0,0 3 4,-1 1 1,0-1-1,0 0 0,0 1 0,0-1 0,0 0 0,0 1 1,0-1-1,0 1 0,0-1 0,0 0 0,0 1 1,0-1-1,0 1 0,0-1 0,-1 0 0,1 1 0,0-1 1,0 1-1,-1-1 0,1 1 0,0-1 0,-1 1 0,1-1 1,-1 1-1,1-1 0,-1 0 0,-1 0-169,1 0 1,-1 0-1,1 0 0,-1 1 1,0-1-1,1 0 0,-1 1 1,-2-1-1,-7-1-6661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2:51.1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231 86 24575,'-17'-12'0,"2"0"0,-1 0 0,-1 2 0,0-1 0,-34-13 0,49 23 0,0 0 0,-1 1 0,1-1 0,0 1 0,-1-1 0,1 1 0,0 0 0,-1 0 0,1 0 0,-1 0 0,1 0 0,0 0 0,-5 2 0,6-1 0,-1-1 0,1 1 0,0 0 0,-1 0 0,1 0 0,0 0 0,0 0 0,0 0 0,0 0 0,0 0 0,0 0 0,0 0 0,0 1 0,0-1 0,0 0 0,1 1 0,-1-1 0,0 0 0,1 1 0,0-1 0,-1 1 0,1 1 0,-2 6 0,1-1 0,1 1 0,0 0 0,0-1 0,1 1 0,0 0 0,0-1 0,1 1 0,0-1 0,1 1 0,-1-1 0,8 13 0,-1-2 0,1-1 0,1 0 0,1-1 0,17 19 0,-15-21 0,1 0 0,1-2 0,29 21 0,-10-9 0,-34-24 0,0-1 0,0 1 0,-1 0 0,1-1 0,0 1 0,0 0 0,-1 0 0,1-1 0,-1 1 0,1 0 0,0 0 0,-1 0 0,1 2 0,-1-3 0,0 0 0,0 1 0,0-1 0,0 0 0,0 1 0,0-1 0,0 0 0,0 0 0,0 1 0,0-1 0,0 0 0,-1 1 0,1-1 0,0 0 0,0 1 0,0-1 0,0 0 0,-1 0 0,1 1 0,0-1 0,0 0 0,-1 0 0,1 0 0,0 1 0,0-1 0,-1 0 0,0 0 0,-3 2 0,1-1 0,-2 0 0,1 0 0,0 0 0,-5 0 0,1 0 0,-57 9-28,-78 14-1309,129-21-5489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08.5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48 24575,'1'-1'0,"-1"-1"0,0 1 0,1 0 0,-1 0 0,1 0 0,-1 0 0,1 0 0,-1 0 0,1 0 0,0 0 0,0 0 0,-1 0 0,1 0 0,0 0 0,0 0 0,0 1 0,0-1 0,0 0 0,0 1 0,0-1 0,0 0 0,2 0 0,29-10 0,-27 9 0,10-2 0,0 1 0,0 1 0,0 0 0,0 1 0,0 0 0,24 3 0,-17 1 0,1 0 0,-1 1 0,37 13 0,-47-13 0,0 0 0,0 1 0,-1 0 0,1 1 0,13 10 0,-23-15 0,0 1 0,0 0 0,0-1 0,0 1 0,0 0 0,0 0 0,-1 0 0,1 0 0,-1 1 0,0-1 0,1 0 0,-1 1 0,0-1 0,0 1 0,-1-1 0,1 1 0,0-1 0,-1 1 0,0-1 0,1 1 0,-1 0 0,0-1 0,0 1 0,-1-1 0,1 1 0,-1 0 0,1-1 0,-1 1 0,0-1 0,1 1 0,-2-1 0,0 4 0,-2 0 0,0 0 0,0 0 0,0-1 0,-1 1 0,1-1 0,-1 0 0,-1 0 0,1 0 0,-1-1 0,1 0 0,-1 0 0,-1 0 0,1-1 0,0 0 0,-1 0 0,0 0 0,-6 1 0,-9 1 0,1 0 0,-1-1 0,0-1 0,-27 0 0,4-2-1365,32-2-5461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09.2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128 156 24575,'7'-5'0,"5"-2"0,-1-2 0,1 1 0,9-11 0,-19 17 0,0 0 0,0 0 0,0 0 0,0 0 0,-1 0 0,1-1 0,-1 1 0,1-1 0,-1 1 0,0-1 0,0 1 0,0-1 0,0 1 0,0-1 0,-1 0 0,0 1 0,1-1 0,-1 0 0,0 0 0,0 1 0,0-1 0,-1-4 0,0 6 0,0-1 0,0 0 0,0 1 0,0-1 0,0 0 0,0 1 0,0-1 0,0 1 0,-1 0 0,1-1 0,-1 1 0,1 0 0,-1 0 0,0 0 0,1 0 0,-4-1 0,-32-12 0,30 12 0,3 0 0,-1 1 0,1 0 0,-1 0 0,1 0 0,0 1 0,-1-1 0,0 1 0,1 0 0,-1 0 0,1 1 0,-1 0 0,1-1 0,0 1 0,-1 1 0,1-1 0,0 1 0,-1-1 0,1 1 0,0 1 0,0-1 0,1 0 0,-1 1 0,0 0 0,1 0 0,0 0 0,0 0 0,0 1 0,0-1 0,0 1 0,-4 7 0,5-7 0,0 0 0,0 1 0,0 0 0,0-1 0,1 1 0,0 0 0,0 0 0,0 0 0,0 6 0,1-9 0,0 0 0,1 1 0,-1-1 0,1 0 0,-1 0 0,1 0 0,0 0 0,0 0 0,-1 0 0,2 0 0,-1 0 0,0-1 0,0 1 0,0 0 0,1 0 0,-1-1 0,1 1 0,0-1 0,-1 0 0,1 1 0,0-1 0,0 0 0,3 2 0,7 3 0,0-1 0,1 0 0,0 0 0,0-1 0,0-1 0,20 3 0,-24-6 0,-1 1 0,0-1 0,0 0 0,1-1 0,-1 1 0,0-2 0,0 1 0,0-1 0,0-1 0,0 1 0,14-8 0,-13 4-1365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09.8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24575,'1'13'0,"0"-1"0,1 0 0,0 1 0,1-1 0,0 0 0,9 19 0,1-1 0,24 37 0,-19-38 0,1-1 0,37 42 0,-40-52 0,1-2 0,1 0 0,0-1 0,34 21 0,-20-21-1365,-19-11-5461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10.0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289 0 24575,'-24'12'0,"-11"7"0,-2 2 0,3-2 0,5-2 0,4-1 0,5-4 0,3-3 0,2-2 0,1-1 0,0-2 0,1-2 0,2 0-8191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10.6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26 112 24575,'-1'0'0,"0"0"0,-1 1 0,1-1 0,0 1 0,-1-1 0,1 1 0,0-1 0,0 1 0,-1 0 0,1-1 0,0 1 0,0 0 0,0 0 0,0 0 0,0 0 0,0 0 0,0 0 0,0 0 0,1 0 0,-1 1 0,0-1 0,0 2 0,1-2 0,-1 1 0,1-1 0,0 0 0,0 1 0,1-1 0,-1 0 0,0 1 0,0-1 0,1 0 0,-1 1 0,1-1 0,-1 0 0,1 0 0,-1 0 0,1 1 0,0-1 0,-1 0 0,1 0 0,0 0 0,0 0 0,0 0 0,0 0 0,2 1 0,9 8 0,1-1 0,0-1 0,0 0 0,1-1 0,0 0 0,0-1 0,1 0 0,-1-1 0,1-1 0,0-1 0,1 0 0,17 1 0,-31-4 0,1 0 0,0 0 0,0 0 0,0 0 0,0-1 0,-1 1 0,1-1 0,0 0 0,-1 1 0,1-1 0,0-1 0,-1 1 0,1 0 0,-1-1 0,1 1 0,3-4 0,-5 4 0,0-1 0,0 1 0,0 0 0,0-1 0,0 1 0,-1 0 0,1-1 0,0 1 0,-1-1 0,1 1 0,-1-1 0,0 1 0,1-1 0,-1 1 0,0-1 0,0 0 0,0 1 0,0-1 0,0 1 0,0-1 0,-1 1 0,1-1 0,0 0 0,-1 1 0,1-1 0,-1 1 0,0 0 0,1-1 0,-1 1 0,0-1 0,-2-1 0,-31-39 0,35 40 0,5 4 0,9 3 0,-14-4 0,15 6 0,0-2 0,1 1 0,-1-2 0,24 4 0,-35-7 0,-1-1 0,1 1 0,0-1 0,0 0 0,0-1 0,-1 1 0,1-1 0,0 0 0,-1 0 0,1 0 0,0 0 0,-1-1 0,0 0 0,1 0 0,-1 0 0,0-1 0,0 1 0,0-1 0,0 0 0,5-5 0,-8 6-4,1 0-1,-1 0 1,0 1-1,1-1 1,-1 0-1,0 0 1,0 0 0,0 0-1,-1 0 1,1 0-1,-1-1 1,1 1-1,-1 0 1,1 0-1,-1 0 1,0 0-1,0-3 1,-1 1 22,1 1 0,-1 0 0,0-1 1,0 1-1,-1 0 0,1 0 0,0 0 0,-1 0 1,0 0-1,-2-3 0,-2-2-204,-1 2 1,1-1-1,-1 1 0,0 0 1,-1 0-1,1 1 1,-12-7-1,6 6-6640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11.8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119 294 24575,'-6'-36'0,"-1"-1"0,-2 2 0,-25-68 0,33 100 0,0 1 0,-1 0 0,1-1 0,0 1 0,-1 0 0,0 0 0,1 0 0,-1 0 0,0 0 0,-2-2 0,4 4 0,-1-1 0,1 1 0,-1 0 0,1 0 0,0 0 0,-1 0 0,1-1 0,-1 1 0,1 0 0,-1 0 0,1 0 0,-1 0 0,1 0 0,0 0 0,-1 0 0,1 0 0,-1 0 0,1 0 0,-1 0 0,1 1 0,-1-1 0,1 0 0,-1 0 0,0 1 0,0 0 0,0 0 0,0 0 0,0 0 0,0 0 0,1 0 0,-1 0 0,0 0 0,0 0 0,1 0 0,-1 0 0,0 2 0,-3 8 0,0 0 0,1 1 0,0-1 0,0 1 0,0 19 0,2-9 0,1 1 0,3 24 0,-3-45 0,0-1 0,0 1 0,1-1 0,-1 0 0,1 1 0,-1-1 0,1 1 0,0-1 0,-1 0 0,1 0 0,0 1 0,0-1 0,0 0 0,0 0 0,0 0 0,0 0 0,0 0 0,0 0 0,1 0 0,-1 0 0,0-1 0,0 1 0,1 0 0,-1-1 0,1 1 0,-1-1 0,0 1 0,1-1 0,-1 0 0,2 1 0,6 0 0,0-1 0,0 1 0,0-2 0,10 0 0,-3 0 0,120 7 0,-19 1 0,-98-6 0,-12 0 0,-1-1 0,0 0 0,1 0 0,-1 0 0,0-1 0,1 0 0,6-2 0,-12 2 0,0 1 0,0-1 0,0 0 0,0 0 0,0 0 0,0 0 0,0 0 0,0 0 0,0 0 0,0 0 0,0 0 0,-1 0 0,1 0 0,0 0 0,-1-1 0,1 1 0,-1 0 0,1-3 0,4-27 0,-3 16 0,-1 9 0,-1-1 0,1 1 0,-1-1 0,0 1 0,-1-1 0,0 1 0,0-1 0,0 1 0,-1 0 0,1 0 0,-2-1 0,1 1 0,-6-10 0,-3-2 0,-1 0 0,-28-30 0,37 44 0,-5-6 0,6 7 0,0 0 0,0 0 0,-1 0 0,0 0 0,-4-4 0,7 7 0,-1-1 0,1 1 0,-1 0 0,1-1 0,-1 1 0,0 0 0,1 0 0,-1-1 0,1 1 0,-1 0 0,0 0 0,1 0 0,-1 0 0,0 0 0,1 0 0,-1 0 0,1 0 0,-1 0 0,0 0 0,1 0 0,-1 0 0,0 1 0,1-1 0,-1 0 0,1 0 0,-1 1 0,1-1 0,-1 0 0,0 1 0,1-1 0,-1 1 0,1-1 0,0 0 0,-1 1 0,1-1 0,-1 1 0,1-1 0,-1 2 0,-1 0 0,0 1 0,0 0 0,0 0 0,0 0 0,1 0 0,-1 0 0,1 0 0,0 0 0,0 1 0,0-1 0,1 0 0,-1 1 0,1-1 0,-1 1 0,1-1 0,0 0 0,0 1 0,1-1 0,-1 1 0,1-1 0,1 6 0,0-4 0,1 0 0,-1-1 0,1 1 0,0 0 0,0-1 0,0 0 0,0 0 0,1 0 0,0 0 0,0 0 0,0-1 0,0 0 0,6 4 0,16 8 0,0 0 0,1-2 0,1-2 0,0 0 0,39 9 0,-61-19 0,1 1 0,-1-1 0,1 0 0,-1-1 0,1 1 0,-1-1 0,1-1 0,0 1 0,8-3 0,-13 2 0,1 1 0,-1-1 0,1 0 0,-1-1 0,0 1 0,0 0 0,1-1 0,-1 1 0,0-1 0,0 1 0,-1-1 0,1 0 0,0 0 0,0 0 0,-1 0 0,0 0 0,1 0 0,-1 0 0,0-1 0,0 1 0,0-1 0,0 1 0,0 0 0,-1-1 0,1 1 0,0-5 0,1-17 0,-1-1 0,-1 0 0,-5-33 0,3 48 0,1 8 0,1 1 0,-1-1 0,0 1 0,1-1 0,0 0 0,-1 1 0,1-1 0,0 1 0,0-1 0,0 0 0,0 1 0,0-1 0,1 0 0,-1-1 0,1 3 0,1 0 0,-1 0 0,0 0 0,0 1 0,0-1 0,0 0 0,0 1 0,0-1 0,0 1 0,0-1 0,0 1 0,0-1 0,0 1 0,0 0 0,0-1 0,-1 1 0,1 0 0,1 1 0,-1-1 0,23 20 0,22 27 0,-25-26 0,32 28 0,-51-48 0,2 1 0,0 0 0,0 0 0,0 0 0,0-1 0,9 5 0,-12-7 0,-1 0 0,1 0 0,0 1 0,-1-1 0,1 0 0,0 0 0,-1 0 0,1 0 0,0 0 0,-1 0 0,1 0 0,0 0 0,-1-1 0,1 1 0,0 0 0,-1 0 0,1 0 0,0-1 0,-1 1 0,1-1 0,0 0 0,0 0 0,0 0 0,0 0 0,-1 0 0,1 0 0,0 0 0,-1 0 0,1 0 0,-1 0 0,0 0 0,1 0 0,-1 0 0,0-1 0,1 1 0,-1-2 0,2-21 0,-1 16 0,0 0 0,0 0 0,0 1 0,1-1 0,3-9 0,-4 15 0,0 0 0,0-1 0,1 1 0,-1 0 0,1 0 0,-1 0 0,1 0 0,0 0 0,0 1 0,-1-1 0,1 0 0,1 1 0,-1-1 0,0 1 0,0 0 0,0 0 0,1 0 0,-1 0 0,0 0 0,5-1 0,3 1 0,1-1 0,-1 1 0,1 1 0,-1 0 0,1 0 0,-1 1 0,1 0 0,13 4 0,82 28 0,-85-25 0,34 14-1365,-41-14-5461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13.4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253 42 24575,'-17'-6'0,"-12"-5"0,-32-7 0,53 16 0,0 1 0,-1 0 0,1 0 0,-1 0 0,1 1 0,-1 0 0,1 1 0,-16 2 0,21-2 0,0 0 0,1 0 0,-1 1 0,0-1 0,0 0 0,1 1 0,-1 0 0,1-1 0,-1 1 0,1 0 0,0 0 0,-1 1 0,1-1 0,0 0 0,1 1 0,-1-1 0,0 1 0,1-1 0,-1 1 0,1 0 0,0 0 0,-1 3 0,1-1 0,0 0 0,0 0 0,0 0 0,1 0 0,-1 0 0,1 0 0,1 0 0,-1 1 0,1-1 0,0 0 0,0 0 0,3 8 0,-2-8 0,1 0 0,0 0 0,0 0 0,0 0 0,0-1 0,1 1 0,0-1 0,7 7 0,-2-4 0,0 0 0,0 0 0,14 7 0,-15-10 0,0 1 0,1-2 0,0 1 0,0-1 0,0 0 0,0-1 0,10 1 0,-17-2 0,0-1 0,0 0 0,1 0 0,-1 0 0,0 0 0,0 0 0,0 0 0,1-1 0,-1 1 0,0-1 0,0 0 0,0 1 0,0-1 0,0 0 0,0 0 0,0 0 0,0-1 0,-1 1 0,1 0 0,0-1 0,-1 1 0,1-1 0,-1 1 0,1-1 0,-1 0 0,0 0 0,1 1 0,-1-1 0,0 0 0,0 0 0,-1 0 0,1 0 0,0-1 0,-1 1 0,1-2 0,0-1 0,-1 1 0,1 0 0,-1 0 0,0-1 0,0 1 0,0 0 0,-1-1 0,0 1 0,0 0 0,0 0 0,0-1 0,0 1 0,-4-5 0,-1-3 0,-1 1 0,-15-20 0,5 6 0,25 38 0,0-2 0,1 1 0,1-2 0,0 1 0,0-1 0,1 0 0,1-1 0,-1-1 0,18 10 0,-29-18 0,14 8 0,0-1 0,21 8 0,-31-13 0,0-1 0,0 0 0,-1 0 0,1 0 0,0-1 0,0 1 0,0-1 0,0 0 0,0 0 0,0-1 0,0 1 0,0-1 0,-1 1 0,1-1 0,6-3 0,-9 3 0,1 0 0,0 0 0,-1 0 0,1-1 0,-1 1 0,1-1 0,-1 1 0,0-1 0,0 0 0,0 1 0,0-1 0,0 0 0,0 0 0,0 1 0,0-1 0,-1 0 0,1 0 0,-1 0 0,1 0 0,-1 0 0,0 0 0,0 0 0,0 0 0,0-4 0,-1-5 0,0-1 0,-1 1 0,-4-12 0,5 19 0,-6-21 0,-3-18 0,10 43 0,0 0 0,0 0 0,0 0 0,0 0 0,0 0 0,1 1 0,-1-1 0,0 0 0,0 0 0,0 0 0,0 0 0,0 0 0,1 0 0,-1 0 0,0 0 0,0 0 0,0 0 0,1 0 0,-1 0 0,0 0 0,0 0 0,0 0 0,0 0 0,1 0 0,-1 0 0,0 0 0,0 0 0,0 0 0,0 0 0,1 0 0,-1 0 0,0 0 0,0 0 0,0 0 0,0 0 0,1-1 0,-1 1 0,0 0 0,0 0 0,0 0 0,0 0 0,0 0 0,0-1 0,1 1 0,-1 0 0,0 0 0,0 0 0,0 0 0,0-1 0,0 1 0,0 0 0,0 0 0,0 0 0,0 0 0,0-1 0,0 1 0,0 0 0,0 0 0,0 0 0,0 0 0,0-1 0,0 1 0,16 16 0,-11-11 0,-4-4 0,28 25 0,46 33 0,-65-52 0,0-1 0,0 0 0,0-1 0,1 0 0,0 0 0,0-2 0,0 1 0,0-1 0,18 2 0,-27-5 0,1 1 0,-1-1 0,0 0 0,0 0 0,0 0 0,0-1 0,0 1 0,0 0 0,1-1 0,-1 1 0,0-1 0,0 0 0,0 1 0,-1-1 0,1 0 0,0 0 0,0-1 0,0 1 0,-1 0 0,1-1 0,2-1 0,-3 0 0,1 0 0,0 0 0,-1 0 0,1 0 0,-1 0 0,0 0 0,0-1 0,0 1 0,-1 0 0,1-1 0,-1 1 0,0-6 0,0-6 0,0 1 0,-1-1 0,-1 0 0,-5-19 0,9 31 0,4 5 0,13 9 0,-6-4 0,-6-5 0,-1 0 0,0-1 0,0 1 0,1-1 0,-1 0 0,1-1 0,11 0 0,2-2 0,23-5 0,-24 3 0,-14 4-91,0-1 0,0 1 0,0 0 0,0 1 0,0-1 0,0 1 0,0 0 0,-1 0 0,1 1 0,0 0 0,-1-1 0,1 1 0,-1 1 0,9 5 0,-4-1-6735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14.3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24575,'20'20'0,"11"8"0,3 3 0,-2-2 0,-2-4 0,-5-3 0,-5-3 0,-4-2 0,-4-4-8191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14.5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24575,'2'9'0,"4"7"0,0 2 0,0-2-8191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14.9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65 24575,'16'12'0,"28"27"0,-30-25 0,0-2 0,23 16 0,-35-26 0,1-1 0,0 1 0,0-1 0,0 0 0,1 0 0,-1 0 0,0 0 0,0 0 0,1-1 0,-1 1 0,0-1 0,6 0 0,-8 0 0,1 0 0,-1 0 0,0-1 0,1 1 0,-1-1 0,1 1 0,-1-1 0,0 1 0,1-1 0,-1 1 0,0-1 0,0 0 0,0 0 0,1 0 0,-1 0 0,0 0 0,0 0 0,0 0 0,0 0 0,-1 0 0,1-1 0,0 1 0,0 0 0,-1 0 0,1-1 0,-1 1 0,1 0 0,-1-1 0,1 1 0,-1-2 0,2-10 0,-1 0 0,-1 0 0,-2-22 0,1 18 0,1-24 0,0 40 0,0 1 0,0-1 0,0 0 0,0 0 0,0 0 0,1 0 0,-1 0 0,0 0 0,0 1 0,1-1 0,-1 0 0,1 0 0,-1 0 0,0 1 0,1-1 0,0 0 0,-1 1 0,1-1 0,-1 0 0,1 1 0,0-1 0,-1 1 0,1-1 0,0 1 0,1-2 0,0 2 0,0 0 0,-1 0 0,1-1 0,0 1 0,0 0 0,-1 0 0,1 0 0,0 1 0,-1-1 0,1 0 0,0 1 0,2 0 0,5 3 0,-1 0 0,1 0 0,13 10 0,66 54-1365,-75-58-5461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15.4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11 24575,'1'3'0,"0"0"0,0-1 0,0 1 0,1-1 0,-1 1 0,1-1 0,0 1 0,0-1 0,4 4 0,-5-5 0,16 16 0,2 0 0,0-2 0,1 0 0,30 17 0,-45-30 0,0 1 0,0 0 0,0-1 0,1 0 0,-1 0 0,1-1 0,7 2 0,-11-2 0,-1-1 0,0 0 0,1 0 0,-1 0 0,0 0 0,0 0 0,1 0 0,-1-1 0,0 1 0,1 0 0,-1 0 0,0-1 0,0 1 0,1-1 0,-1 0 0,0 1 0,0-1 0,0 0 0,0 1 0,0-1 0,0 0 0,0 0 0,0 0 0,0 0 0,0 0 0,-1 0 0,1 0 0,0 0 0,0 0 0,-1-1 0,1 1 0,-1 0 0,0 0 0,1-1 0,-1 1 0,0 0 0,1-2 0,0-5 0,-1-1 0,0 0 0,-1-12 0,0 15 0,1-1 0,-1 1 0,1 0 0,1 0 0,-1 0 0,1 0 0,0 0 0,3-10 0,-4 15 0,1 0 0,-1 1 0,0-1 0,1 0 0,0 0 0,-1 0 0,1 0 0,-1 0 0,1 1 0,0-1 0,0 0 0,-1 1 0,1-1 0,0 0 0,0 1 0,0-1 0,0 1 0,-1-1 0,1 1 0,0 0 0,2-1 0,-1 1 0,0-1 0,0 1 0,0 0 0,0 1 0,0-1 0,0 0 0,0 1 0,0-1 0,-1 1 0,5 1 0,2 2 0,1 1 0,0 0 0,12 10 0,-16-12 0,19 16-1365,-15-12-5461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15.9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148 238 24575,'-4'-9'0,"0"0"0,-1 0 0,-1 0 0,1 0 0,-1 1 0,0 0 0,-1 0 0,0 1 0,-13-12 0,19 19 0,0-1 0,0 1 0,0-1 0,0 0 0,0 1 0,0-1 0,0 1 0,0 0 0,-1-1 0,1 1 0,0 0 0,0 0 0,0 0 0,0 0 0,0 0 0,0 0 0,-1 0 0,1 0 0,0 0 0,0 0 0,0 0 0,0 1 0,-2 0 0,1 0 0,0 0 0,0 1 0,1-1 0,-1 1 0,0-1 0,1 1 0,-1 0 0,1-1 0,-1 1 0,1 0 0,-1 3 0,-3 4 0,1 1 0,0 0 0,1 0 0,-3 11 0,-1 23 0,7-40 0,0 0 0,0 0 0,0 1 0,0-1 0,1 0 0,-1 0 0,1 0 0,2 6 0,-2-9 0,-1 0 0,1 1 0,0-1 0,0 0 0,0 0 0,1 1 0,-1-1 0,0 0 0,0 0 0,1 0 0,-1-1 0,0 1 0,1 0 0,-1 0 0,1-1 0,-1 1 0,1-1 0,-1 1 0,1-1 0,0 0 0,-1 1 0,3-1 0,5 1 0,1-1 0,15-1 0,-12 0 0,61-7 0,1 0 0,19 8 0,36-1 0,-130 1 0,1 0 0,0 0 0,0 0 0,0 0 0,0 0 0,0-1 0,0 1 0,-1 0 0,1 0 0,0-1 0,0 1 0,0 0 0,-1-1 0,1 1 0,0-1 0,0 1 0,-1-1 0,1 0 0,1 0 0,-2 0 0,0 0 0,0 1 0,0-1 0,0 0 0,1 1 0,-1-1 0,0 0 0,0 1 0,0-1 0,0 0 0,-1 1 0,1-1 0,0 1 0,0-1 0,0 0 0,0 1 0,-1-1 0,1 0 0,0 1 0,-1-1 0,-2-5 0,-1 1 0,0 0 0,0 1 0,-6-7 0,6 7 0,3 3 0,-74-81 0,63 67 0,0 0 0,1-1 0,-15-31 0,24 43 14,0-1-1,1 1 0,-1-1 0,1 1 1,0-1-1,0 0 0,1 1 1,-1-7-1,1 10-54,0 0-1,0-1 1,0 1 0,0 0 0,0 0-1,1 0 1,-1-1 0,0 1 0,1 0-1,-1 0 1,1 0 0,-1 0 0,1-1-1,0 1 1,-1 0 0,1 0 0,0 0-1,0 1 1,0-1 0,0 0 0,0 0-1,0 0 1,0 1 0,0-1 0,0 0-1,0 1 1,0-1 0,0 1 0,0-1-1,0 1 1,1-1 0,-1 1 0,0 0-1,0 0 1,2 0 0,8-1-6785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17.2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202 17 24575,'-12'-4'0,"1"1"0,-1 0 0,0 0 0,0 2 0,-14-2 0,22 3 0,0 0 0,1 0 0,-1 1 0,1-1 0,-1 1 0,1-1 0,-1 1 0,1 0 0,-1 1 0,1-1 0,0 0 0,-1 1 0,1 0 0,0 0 0,0 0 0,0 0 0,1 0 0,-1 1 0,0-1 0,1 1 0,-4 5 0,3-4 0,-3 5 0,-1 2 0,2-1 0,-1 1 0,-6 18 0,11-26 0,0 0 0,1-1 0,-1 1 0,1 0 0,-1 0 0,1-1 0,0 1 0,0 0 0,1 0 0,-1-1 0,0 1 0,1 0 0,-1 0 0,1-1 0,0 1 0,0-1 0,0 1 0,1 0 0,-1-1 0,0 0 0,1 1 0,0-1 0,-1 0 0,1 0 0,0 0 0,2 2 0,8 5 0,0-1 0,0 0 0,0-1 0,1 0 0,0 0 0,0-2 0,19 6 0,-12-5 0,0-2 0,0 0 0,0-1 0,33 0 0,-50-2 0,0-1 0,0-1 0,0 1 0,-1 0 0,1-1 0,0 1 0,0-1 0,0 0 0,-1 0 0,1 0 0,-1 0 0,1-1 0,-1 1 0,1-1 0,-1 1 0,4-4 0,-4 2 0,1 0 0,-1 0 0,0 0 0,-1 0 0,1 0 0,0 0 0,-1 0 0,0 0 0,0-1 0,0 1 0,0-1 0,0 1 0,0-5 0,0-13 0,-2 17 0,1 1 0,0 0 0,0-1 0,0 1 0,0-1 0,1 1 0,0 0 0,-1-1 0,1 1 0,0 0 0,1-1 0,2-4 0,-3 7 0,-1 1 0,1-1 0,-1 1 0,1 0 0,0-1 0,-1 1 0,1 0 0,0-1 0,0 1 0,-1 0 0,1 0 0,0-1 0,0 1 0,-1 0 0,1 0 0,0 0 0,0 0 0,-1 0 0,1 0 0,0 0 0,0 1 0,-1-1 0,1 0 0,0 0 0,0 1 0,-1-1 0,1 0 0,0 1 0,-1-1 0,1 0 0,0 1 0,-1-1 0,2 2 0,20 18 0,-21-18 0,8 7-227,0 0-1,1-1 1,0 1-1,0-2 1,14 9-1,-11-10-6598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17.4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24575,'0'2'0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18.2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146 273 24575,'-35'-44'0,"-24"-31"0,50 61 0,0 0 0,0-1 0,-9-23 0,17 34 0,0 1 0,-1-1 0,2 1 0,-1-1 0,0 0 0,1 1 0,-1-1 0,1 0 0,0 1 0,0-1 0,1-4 0,0 6 0,-1 1 0,0 0 0,1-1 0,0 1 0,-1 0 0,1 0 0,-1 0 0,1 0 0,0-1 0,0 1 0,0 0 0,0 0 0,0 1 0,0-1 0,0 0 0,0 0 0,0 0 0,0 1 0,0-1 0,1 0 0,-1 1 0,0-1 0,0 1 0,1-1 0,-1 1 0,0 0 0,1 0 0,-1 0 0,0-1 0,1 1 0,-1 0 0,3 1 0,5 0-227,0 1-1,0 0 1,0 0-1,0 1 1,16 7-1,-8-2-6598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19.2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27 472 24575,'-1'1'0,"0"-1"0,0 0 0,-1 0 0,1 0 0,0 1 0,0-1 0,0 1 0,0-1 0,0 1 0,0-1 0,0 1 0,0 0 0,0-1 0,0 1 0,0 0 0,0 0 0,0 0 0,0 0 0,1 0 0,-1 0 0,0 0 0,1 0 0,-1 0 0,0 0 0,1 0 0,0 0 0,-1 0 0,1 0 0,0 0 0,-1 1 0,1-1 0,0 2 0,0 1 0,-1-1 0,1 1 0,0-1 0,0 1 0,1-1 0,-1 1 0,1-1 0,-1 1 0,1-1 0,2 5 0,0-3 0,-1 0 0,1 0 0,1-1 0,-1 1 0,1-1 0,0 0 0,0 0 0,0 0 0,0-1 0,1 1 0,-1-1 0,1 0 0,0 0 0,0-1 0,0 1 0,0-1 0,1 0 0,10 2 0,-1-1 0,0-1 0,0-1 0,0 0 0,0 0 0,28-4 0,-40 2 0,-1 1 0,1-1 0,-1 1 0,1-1 0,-1 0 0,1 0 0,-1 0 0,0 0 0,1 0 0,-1-1 0,0 1 0,0-1 0,0 1 0,3-4 0,-2 1 0,0 1 0,-1-1 0,1 0 0,-1 1 0,0-1 0,0 0 0,3-9 0,-2 3 0,-1-1 0,0 0 0,-1 1 0,0-1 0,0 0 0,-2-15 0,-2-2 0,-1-1 0,-2 1 0,-11-34 0,-37-78 0,-23-19 0,77 158 0,-1 0 0,0-1 0,1 1 0,-1 0 0,0-1 0,1 1 0,-1 0 0,0 0 0,0 0 0,0 0 0,0 0 0,0 0 0,-1 0 0,1 0 0,0 0 0,0 1 0,0-1 0,-1 0 0,1 1 0,0-1 0,-1 1 0,1 0 0,-3-1 0,3 1 0,-1 0 0,1 1 0,-1-1 0,1 1 0,0 0 0,-1-1 0,1 1 0,0 0 0,0 0 0,-1-1 0,1 1 0,0 0 0,0 0 0,0 0 0,0 1 0,0-1 0,0 0 0,1 0 0,-1 0 0,0 1 0,1-1 0,-2 3 0,-3 7 0,0 0 0,1 1 0,1-1 0,-1 1 0,2 0 0,0 0 0,-1 22 0,3-25 0,0 0 0,1 0 0,0 0 0,0 0 0,1-1 0,1 1 0,-1 0 0,1-1 0,1 0 0,-1 1 0,7 8 0,4 3 0,0 0 0,2-1 0,0-1 0,1 0 0,1-1 0,0-1 0,2-1 0,-1 0 0,2-2 0,0 0 0,1-2 0,38 16 0,-46-23 0,-1 0 0,1-1 0,0-1 0,0 0 0,0-1 0,0-1 0,0 0 0,15-2 0,-26 2 0,0-1 0,0 1 0,0-1 0,0 0 0,0 0 0,0 0 0,-1 0 0,1 0 0,0-1 0,-1 1 0,1-1 0,-1 0 0,0 1 0,1-1 0,1-3 0,-1 2 0,0-1 0,-1 0 0,1 1 0,-1-1 0,0 0 0,0 0 0,-1-1 0,1 1 0,0-5 0,1-7 0,0-1 0,-2 0 0,0 0 0,-2-20 0,1 32 0,0 1 0,0 0 0,-1 0 0,0 0 0,0 0 0,0 0 0,0 0 0,0 1 0,-4-8 0,4 10 0,1 0 0,-1 1 0,1-1 0,-1 0 0,1 1 0,-1-1 0,0 0 0,1 1 0,-1-1 0,0 1 0,1-1 0,-1 1 0,0-1 0,0 1 0,0 0 0,1-1 0,-1 1 0,-1-1 0,0 1 0,1 1 0,0-1 0,0 0 0,0 0 0,0 0 0,0 1 0,0-1 0,0 0 0,0 1 0,0-1 0,0 1 0,0-1 0,0 1 0,1 0 0,-1-1 0,0 1 0,0 0 0,0 0 0,0 1 0,-3 2 0,1 1 0,0-1 0,0 1 0,0 0 0,1 0 0,-1 0 0,1 1 0,0-1 0,1 1 0,0-1 0,-1 1 0,2-1 0,-1 1 0,1-1 0,0 1 0,0 0 0,0-1 0,1 1 0,0 0 0,0-1 0,0 1 0,1-1 0,0 0 0,0 1 0,0-1 0,0 0 0,1 0 0,0 0 0,0-1 0,4 6 0,2-2 11,1 0 0,0-1 0,0 1 0,1-2 0,-1 0 0,1 0-1,1-1 1,-1 0 0,1-1 0,14 4 0,6-1-506,0-1 0,54 2 0,-68-7-6331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21.3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58 1 24575,'-4'1'0,"0"1"0,1 0 0,-1 1 0,1-1 0,-1 1 0,1-1 0,0 1 0,0 0 0,0 0 0,1 0 0,-1 1 0,1-1 0,0 1 0,-1-1 0,2 1 0,-1 0 0,0 0 0,1 0 0,-1 0 0,1 0 0,1 0 0,-1 0 0,0 0 0,1 0 0,0 0 0,0 1 0,0-1 0,0 0 0,1 0 0,0 0 0,0 0 0,0 0 0,0 0 0,0 0 0,1 0 0,0 0 0,0 0 0,0-1 0,0 1 0,0-1 0,6 6 0,-3-4 0,0 0 0,0 0 0,1-1 0,0 0 0,-1 0 0,1 0 0,1-1 0,-1 0 0,10 3 0,-15-5 0,1 0 0,0-1 0,0 0 0,0 1 0,-1-1 0,1 0 0,0 0 0,0 0 0,0 0 0,0 0 0,0-1 0,-1 1 0,1 0 0,0-1 0,0 0 0,2 0 0,-2-1 0,-1 1 0,0 0 0,1 0 0,-1-1 0,0 1 0,0-1 0,1 1 0,-1-1 0,0 0 0,-1 1 0,1-1 0,0 0 0,0 1 0,-1-1 0,1 0 0,-1 0 0,1 0 0,-1 0 0,0-3 0,0-3 0,0 0 0,0 0 0,-1 0 0,0 0 0,0 0 0,-1 0 0,0 0 0,-1 0 0,-5-10 0,0-6 0,32 44 0,-8-5 0,1-2 0,1 0 0,0-2 0,0 0 0,27 12 0,-25-14 0,28 10 0,-44-18 0,0 1 0,0-1 0,1-1 0,-1 1 0,0 0 0,0-1 0,0 0 0,0 0 0,6-1 0,-8 0 0,1 1 0,-1-1 0,0 0 0,0 0 0,0 0 0,0 0 0,0 0 0,0-1 0,-1 1 0,1 0 0,0-1 0,-1 0 0,1 1 0,-1-1 0,1 0 0,-1 0 0,0 0 0,1 0 0,-1 0 0,0 0 0,-1 0 0,1 0 0,0 0 0,0 0 0,0-4 0,0-3 0,0 0 0,0 1 0,-1-1 0,0 0 0,-2-9 0,2 18 0,0 0 0,0 0 0,0 0 0,0 0 0,1 0 0,-1 0 0,0 0 0,0 0 0,0 0 0,0 0 0,0 0 0,0 0 0,0 0 0,0 0 0,0 0 0,0 0 0,0 0 0,0 0 0,0 0 0,0 0 0,0 0 0,0 0 0,0 0 0,0 0 0,1 0 0,-1 0 0,0 0 0,0 0 0,0 0 0,0 0 0,0 0 0,0 0 0,0 0 0,0 0 0,0 0 0,0 0 0,0 0 0,0 0 0,0 0 0,0 0 0,0 0 0,0 0 0,0 0 0,0 0 0,0 0 0,0-1 0,0 1 0,0 0 0,0 0 0,0 0 0,0 0 0,0 0 0,0 0 0,0 0 0,0 0 0,0 0 0,0 0 0,0 0 0,0 0 0,0 0 0,0 0 0,6 6 0,5 10 0,-9-12 0,1 0 0,-1-1 0,1 1 0,0-1 0,0 1 0,1-1 0,-1 0 0,1 0 0,0 0 0,-1-1 0,6 4 0,-6-5 0,-1-1 0,0 1 0,1 0 0,-1-1 0,0 1 0,1-1 0,-1 1 0,1-1 0,-1 0 0,1 0 0,-1 0 0,1-1 0,-1 1 0,1-1 0,-1 1 0,0-1 0,1 0 0,-1 0 0,0 0 0,0 0 0,1 0 0,2-3 0,-1 1 0,0 0 0,-1 0 0,0-1 0,1 1 0,-1-1 0,-1 0 0,4-5 0,-4 6 0,0 0 0,0 0 0,0 0 0,0 0 0,0 0 0,1 1 0,0-1 0,-1 1 0,1-1 0,0 1 0,0 0 0,0 0 0,6-2 0,-5 2-136,-1 1-1,1 1 1,-1-1-1,1 0 1,0 1-1,-1 0 1,1 0-1,-1 0 0,7 0 1,2 3-6690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21.7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128 400 24575,'-16'0'0,"-30"3"0,42-2 0,-1 0 0,1 0 0,0 0 0,0 0 0,0 1 0,0-1 0,1 1 0,-1 0 0,0 0 0,1 0 0,-1 1 0,-3 3 0,5-5 0,1 0 0,0 1 0,0-1 0,0 0 0,1 0 0,-1 1 0,0-1 0,0 1 0,1-1 0,-1 1 0,1-1 0,-1 0 0,1 1 0,0 0 0,0-1 0,-1 1 0,1-1 0,0 1 0,1 2 0,-1-2 0,1 1 0,0 0 0,-1-1 0,1 1 0,1-1 0,-1 1 0,0-1 0,1 1 0,-1-1 0,3 3 0,2 1 0,0 1 0,0-1 0,0-1 0,1 1 0,0-1 0,8 4 0,-9-5 0,1 0 0,0-1 0,0 0 0,0-1 0,0 1 0,1-1 0,-1-1 0,0 1 0,15 0 0,-19-2 0,0-1 0,1 1 0,-1 0 0,0-1 0,0 1 0,-1-1 0,1 0 0,0 0 0,0 0 0,0 0 0,0-1 0,-1 1 0,1-1 0,-1 0 0,1 0 0,-1 0 0,0 0 0,0 0 0,0 0 0,0 0 0,0-1 0,0 1 0,0-1 0,-1 1 0,1-1 0,-1 0 0,1-3 0,1-3 0,0-1 0,-1 0 0,0 0 0,-1 1 0,0-1 0,0 0 0,-2-16 0,-1 0 0,-10-44 0,3 40 0,0 0 0,-2 1 0,-1 0 0,-2 1 0,0 0 0,-2 1 0,-1 1 0,-2 0 0,-21-24 0,38 48 0,1 1 0,-1-1 0,0 0 0,1 0 0,-1 1 0,0-1 0,0 1 0,0 0 0,-3-2 0,5 3 0,0 0 0,0 0 0,0 0 0,0 0 0,0 0 0,0 0 0,0 0 0,-1 0 0,1 0 0,0 0 0,0 0 0,0 0 0,0 0 0,0 0 0,0 0 0,0 0 0,0 0 0,0 0 0,-1 0 0,1 0 0,0 0 0,0 0 0,0 0 0,0 0 0,0 0 0,0 0 0,0 0 0,0 0 0,0 1 0,0-1 0,0 0 0,0 0 0,0 0 0,0 0 0,0 0 0,0 0 0,-1 0 0,1 0 0,0 0 0,0 0 0,0 1 0,0-1 0,0 0 0,0 0 0,0 0 0,0 0 0,0 0 0,0 0 0,0 0 0,1 1 0,0 7 0,6 9 0,11 19 0,41 62 0,33 29 0,-65-91 0,0 2-1365,-16-26-5461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22.9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276 102 24575,'-44'-12'0,"0"1"0,-78-8 0,120 19 0,-1 0 0,0 0 0,0 0 0,0 0 0,1 0 0,-1 1 0,0-1 0,0 1 0,1 0 0,-1 0 0,0 0 0,1 0 0,-1 0 0,1 0 0,-1 1 0,1-1 0,0 1 0,-4 2 0,5-2 0,-1 1 0,1-1 0,0 0 0,0 0 0,-1 0 0,1 1 0,1-1 0,-1 0 0,0 1 0,1-1 0,-1 1 0,1-1 0,0 1 0,-1-1 0,1 1 0,0 0 0,1-1 0,-1 1 0,0-1 0,2 3 0,-1 1 0,1 0 0,0 0 0,1 0 0,-1-1 0,1 1 0,0-1 0,0 0 0,1 0 0,0 0 0,0 0 0,0-1 0,0 1 0,1-1 0,-1 0 0,1-1 0,0 1 0,0-1 0,11 5 0,-2-1 0,0-2 0,0 1 0,1-2 0,-1 0 0,1-1 0,23 3 0,-32-6 0,0 0 0,0 1 0,0-2 0,0 1 0,0-1 0,0 0 0,0 0 0,11-4 0,-15 4 0,0 0 0,0 0 0,0 0 0,0 0 0,0-1 0,0 1 0,0-1 0,0 1 0,0-1 0,0 0 0,-1 0 0,1 1 0,-1-1 0,0 0 0,1 0 0,-1-1 0,0 1 0,0 0 0,0 0 0,0 0 0,-1-1 0,1 1 0,-1-1 0,1-3 0,-1-2 0,0 0 0,0 0 0,-1 0 0,0-1 0,0 1 0,-5-15 0,-21-43 0,22 53 0,68 59 0,-52-38 0,1-1 0,0 0 0,24 10 0,-30-15 0,1 0 0,0 0 0,1 0 0,-1-1 0,0 0 0,0 0 0,1-1 0,-1 0 0,8-1 0,-13 1 0,-1 0 0,1-1 0,0 1 0,-1 0 0,1-1 0,0 1 0,-1-1 0,1 1 0,-1-1 0,1 0 0,0 0 0,-1 0 0,0 0 0,1 0 0,-1 0 0,0 0 0,1 0 0,-1 0 0,0-1 0,0 1 0,0 0 0,0-1 0,0 1 0,0-1 0,-1 1 0,1-1 0,0 0 0,-1 1 0,1-1 0,-1-2 0,1-3 0,-1 0 0,0 0 0,0 0 0,-1 0 0,-2-13 0,2 13 0,1 6 0,-1 1 0,1 0 0,0 0 0,0 0 0,0 0 0,0 0 0,0 0 0,0-1 0,0 1 0,0 0 0,0 0 0,0 0 0,0 0 0,0 0 0,0 0 0,0-1 0,1 1 0,-1 0 0,0 0 0,0 0 0,0 0 0,0 0 0,0 0 0,0 0 0,0-1 0,0 1 0,0 0 0,0 0 0,0 0 0,1 0 0,-1 0 0,0 0 0,0 0 0,0 0 0,0 0 0,0 0 0,0 0 0,0 0 0,1 0 0,6 1 0,13 8 0,-13-5 0,-2-2 0,0 0 0,1 0 0,-1 0 0,0-1 0,1 0 0,-1 0 0,0-1 0,1 1 0,8-1 0,-11-1 0,-1 1 0,0-1 0,1 1 0,-1-1 0,1 0 0,-1 0 0,0 0 0,0 0 0,1 0 0,-1-1 0,0 1 0,0 0 0,0-1 0,0 0 0,-1 1 0,1-1 0,0 0 0,-1 0 0,1 0 0,-1 0 0,0 0 0,1-1 0,0-1 0,-2 2 0,1 0 0,0 0 0,0 0 0,0 0 0,0 0 0,0 0 0,0 0 0,0 0 0,1 1 0,-1-1 0,1 0 0,-1 1 0,1-1 0,0 1 0,0 0 0,-1 0 0,1 0 0,0 0 0,0 0 0,0 0 0,0 0 0,0 0 0,1 1 0,-1-1 0,0 1 0,0-1 0,0 1 0,0 0 0,4 0 0,11 2 0,0 0 0,0 1 0,0 1 0,23 8 0,-21-6 0,1-1 0,34 5 0,-39-9-1365,-2 0-5461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23.7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172 45 24575,'-25'0'0,"-29"4"0,46-3 0,1 0 0,-1 1 0,1 0 0,-1 0 0,1 1 0,0 0 0,-14 8 0,20-11 0,-1 1 0,1 0 0,0 0 0,-1 0 0,1 0 0,0 1 0,0-1 0,0 0 0,0 0 0,0 1 0,0-1 0,0 0 0,0 1 0,1-1 0,-1 1 0,0-1 0,1 1 0,-1 0 0,1-1 0,-1 3 0,1-1 0,1-1 0,-1 0 0,0 0 0,1 1 0,-1-1 0,1 0 0,0 0 0,0 0 0,0 0 0,0 0 0,0 0 0,0 0 0,2 2 0,2 3 0,1-1 0,0 0 0,0-1 0,0 1 0,0-1 0,1-1 0,9 6 0,-4-4 0,0 0 0,1-1 0,0-1 0,0 0 0,0-1 0,0 0 0,0-1 0,0 0 0,1-1 0,-1 0 0,20-3 0,-31 2 0,-1 0 0,1 0 0,0 0 0,0-1 0,0 1 0,0-1 0,0 1 0,-1-1 0,1 0 0,0 0 0,-1 0 0,1 0 0,0 0 0,-1 0 0,1 0 0,-1 0 0,0 0 0,1-1 0,-1 1 0,0-1 0,0 1 0,0-1 0,0 1 0,1-3 0,-1 1 0,0-1 0,0 1 0,-1 0 0,1-1 0,-1 1 0,0 0 0,0-1 0,0 1 0,-1-1 0,1 1 0,-1 0 0,-1-6 0,-1-2 0,-1 1 0,0 0 0,-1 0 0,0 0 0,-1 0 0,1 1 0,-9-10 0,10 14 0,0 1 0,0-1 0,-1 0 0,1 1 0,-1 0 0,0 0 0,0 0 0,-1 1 0,1 0 0,-1 0 0,1 0 0,-1 1 0,-11-4 0,14 6-124,0 0 0,0-1 0,0 1 0,0 0 0,0 0 0,0 1-1,0-1 1,0 1 0,0-1 0,-4 3 0,-3 0-6702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24.1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24575,'6'6'0,"13"14"0,32 24 0,-45-40 0,-1 0 0,1 0 0,-1-1 0,1 0 0,0 0 0,0 0 0,1-1 0,-1 0 0,0 0 0,1-1 0,11 2 0,-15-3 0,1 0 0,-1 0 0,0-1 0,0 1 0,0-1 0,1 0 0,-1 0 0,0 0 0,0 0 0,0 0 0,-1-1 0,1 1 0,0-1 0,0 0 0,-1 0 0,5-4 0,-3 2 0,-1 0 0,0 0 0,0 0 0,0 0 0,0-1 0,-1 1 0,0-1 0,0 0 0,2-8 0,-4 12-3,1 0-1,-1 0 1,0 0-1,0 1 1,1-1-1,-1 0 1,0 0-1,1 0 1,-1 0-1,1 1 1,-1-1-1,1 0 1,-1 1-1,1-1 1,0 0-1,-1 1 1,1-1-1,0 0 1,0 1-1,-1-1 1,1 1-1,1-1 1,-1 1 14,0 0 0,0 0 0,0 0 0,0 0 0,0 0 1,0 0-1,0 0 0,0 1 0,0-1 0,0 0 0,0 1 0,0-1 0,0 0 1,-1 1-1,1-1 0,0 1 0,1 0 0,3 3-308,0 1 0,0 0 0,-1-1 0,8 12 0,-6-8-6529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24.6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24575,'2'9'0,"0"0"0,1 0 0,0 0 0,1-1 0,0 1 0,0-1 0,8 12 0,50 72 0,-13-34 0,2-2 0,85 72 0,-125-119-1365,-2-2-5461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24.8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221 1 24575,'-29'5'0,"-13"1"0,-3 3 0,3 2 0,6-1 0,9-3-8191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25.5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178 391 24575,'-22'-102'0,"17"85"0,-1 0 0,0 1 0,-16-30 0,19 43 0,1-1 0,-1 1 0,1-1 0,-1 1 0,0 0 0,0 0 0,-1 0 0,1 1 0,-1-1 0,1 1 0,-1 0 0,0-1 0,0 2 0,-5-3 0,7 3 0,1 1 0,-1 0 0,0-1 0,0 1 0,0 0 0,1 0 0,-1 0 0,0 0 0,0 0 0,0 0 0,1 1 0,-1-1 0,0 1 0,0-1 0,1 1 0,-1-1 0,0 1 0,1 0 0,-1 0 0,1 0 0,-1 0 0,1 0 0,-1 0 0,1 1 0,0-1 0,0 0 0,-1 1 0,1-1 0,0 1 0,0-1 0,0 1 0,1-1 0,-1 1 0,0 0 0,0 2 0,-2 5 0,1 0 0,1 0 0,-1 0 0,1 0 0,1 0 0,0 0 0,0 0 0,1 0 0,0 0 0,3 10 0,-3-15 0,0 0 0,1 0 0,-1-1 0,1 1 0,0-1 0,0 1 0,0-1 0,0 0 0,1 0 0,-1 0 0,1 0 0,4 4 0,-1-3 0,-1 0 0,1-1 0,0 0 0,0 0 0,0 0 0,12 4 0,0-3 0,0 0 0,1-1 0,-1-1 0,26 0 0,-25-2 0,1-2 0,-1 0 0,0 0 0,0-2 0,20-6 0,-11 0 0,-1 0 0,44-24 0,-69 33 0,-1 0 0,1 1 0,0-1 0,-1 0 0,0 0 0,1-1 0,-1 1 0,0 0 0,1 0 0,-1-1 0,0 1 0,0-1 0,0 1 0,0-1 0,0 1 0,-1-1 0,1 1 0,0-1 0,-1 0 0,1 1 0,-1-1 0,1 0 0,-1 0 0,0 0 0,0 1 0,0-1 0,0 0 0,0 0 0,0 1 0,-1-1 0,1 0 0,0 0 0,-1 1 0,0-1 0,1 0 0,-2-2 0,-3-5 0,0 0 0,-1 0 0,0 0 0,-14-15 0,15 18 0,-20-19 0,14 13 0,-1 0 0,-14-21 0,24 30 0,0 0 0,0-1 0,0 1 0,1 0 0,-1-1 0,1 1 0,0-1 0,0 1 0,0-1 0,0 0 0,1 1 0,-1-1 0,1 0 0,0 1 0,0-1 0,1-6 0,0 9-54,-1-1-1,0 1 0,1-1 1,0 0-1,-1 1 1,1 0-1,0-1 0,0 1 1,0-1-1,0 1 1,0 0-1,0 0 0,0-1 1,0 1-1,0 0 0,1 0 1,-1 0-1,0 0 1,1 1-1,-1-1 0,1 0 1,-1 0-1,1 1 1,2-1-1,7-2-6771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26.6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70 1 24575,'-12'17'0,"0"1"0,1 0 0,-11 24 0,20-37 0,0 0 0,0 0 0,0 0 0,1 0 0,0 1 0,0-1 0,0 0 0,1 0 0,-1 1 0,1-1 0,0 0 0,1 1 0,-1-1 0,1 0 0,0 1 0,1-1 0,-1 0 0,5 8 0,-4-10 0,0 0 0,0-1 0,0 0 0,1 1 0,-1-1 0,1 0 0,-1 0 0,1 0 0,0 0 0,0-1 0,0 1 0,0-1 0,0 0 0,0 0 0,0 0 0,0 0 0,1 0 0,-1-1 0,0 0 0,1 1 0,4-1 0,0 0 0,0-1 0,-1 1 0,1-1 0,0 0 0,-1-1 0,1 0 0,-1 0 0,11-5 0,-12 4 0,-1 0 0,1-1 0,-1 0 0,0 0 0,0 0 0,0-1 0,0 0 0,4-5 0,3-7 0,12-23 0,-13 23 0,-11 16 0,1 0 0,-1 0 0,1 0 0,0 0 0,-1 0 0,1 0 0,0 0 0,0 0 0,0 0 0,0 0 0,0 1 0,0-1 0,0 0 0,0 1 0,0-1 0,0 0 0,0 1 0,0 0 0,3-1 0,-3 1 0,1 0 0,-1 0 0,0 0 0,1 1 0,-1-1 0,1 1 0,-1-1 0,0 1 0,1-1 0,-1 1 0,0 0 0,0 0 0,0 0 0,1 0 0,-1-1 0,0 2 0,1 0 0,28 26 0,57 41 0,-43-44-1365,-32-20-5461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26.8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24575,'0'2'0,"0"4"0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27.5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68 44 24575,'0'2'0,"-2"-1"0,-4-1 0,0-3 0,-3-1 0,-1 0 0,1-1 0,-1-1 0,2-1 0,2-2 0,4 1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28.3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89 192 24575,'5'15'0,"-3"-10"0,0-1 0,0 1 0,-1-1 0,0 1 0,0 0 0,1 7 0,-5-10 0,-2-5 0,-4-5 0,-3-6 0,1 0 0,1-1 0,0 0 0,-10-23 0,16 30 0,0-1 0,0 0 0,1 0 0,1 0 0,-1 0 0,2-1 0,-1 1 0,1-1 0,1 1 0,0-10 0,0 18 0,0-1 0,0 1 0,0 0 0,1-1 0,-1 1 0,1 0 0,-1 0 0,1 0 0,-1-1 0,1 1 0,-1 0 0,1 0 0,0 0 0,0 0 0,0 0 0,0 0 0,-1 0 0,1 0 0,1 0 0,0 0 0,0 0 0,0 0 0,1 0 0,-1 0 0,1 0 0,-1 0 0,1 1 0,-1-1 0,1 1 0,4 0 0,1 0 0,1 0 0,-1 1 0,1 1 0,-1-1 0,10 5 0,2 0-1365,-3 1-5461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28.7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63 1 24575,'-4'1'0,"-1"-1"0,1 2 0,0-1 0,0 0 0,0 1 0,0 0 0,1 0 0,-1 0 0,0 0 0,1 1 0,-5 3 0,7-4 0,0-1 0,-1 0 0,1 1 0,0-1 0,1 1 0,-1 0 0,0-1 0,0 1 0,1 0 0,-1-1 0,0 1 0,1 0 0,0 0 0,-1-1 0,1 1 0,0 0 0,0 0 0,0 0 0,0 0 0,1-1 0,-1 1 0,0 0 0,1 0 0,-1-1 0,1 1 0,-1 0 0,1-1 0,2 4 0,1 2 0,0-1 0,1 1 0,0-1 0,0 0 0,1 0 0,0-1 0,0 1 0,0-1 0,0-1 0,1 1 0,7 3 0,0-1 0,0 0 0,0-1 0,1-1 0,26 7 0,-37-11-85,0 0 0,-1-1-1,1 1 1,-1-1 0,1 0-1,0 0 1,-1 0 0,1 0-1,0-1 1,-1 1 0,1-1-1,-1 0 1,1 0 0,-1 0-1,7-4 1,-1-1-6741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29.6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233 609 24575,'-111'-351'0,"45"156"0,61 175 0,4 16 0,1 0 0,-1 0 0,0 0 0,-1 0 0,1 1 0,-1-1 0,1 0 0,-1 0 0,-3-3 0,5 7 0,0 0 0,-1 0 0,1 0 0,0 0 0,0 0 0,-1 0 0,1 0 0,0 0 0,0 0 0,-1 0 0,1 0 0,0 1 0,0-1 0,0 0 0,-1 0 0,1 0 0,0 0 0,0 0 0,0 1 0,-1-1 0,1 0 0,0 0 0,0 0 0,0 1 0,0-1 0,0 0 0,-1 0 0,1 1 0,0-1 0,0 0 0,0 0 0,0 1 0,0-1 0,0 0 0,0 0 0,0 1 0,-4 10 0,-4 23 0,2 0 0,1 1 0,2 0 0,1-1 0,3 44 0,0-69 0,1-1 0,0 1 0,0-1 0,1 1 0,0-1 0,0 0 0,1 0 0,0 0 0,0-1 0,1 1 0,0-1 0,1 0 0,-1 0 0,14 11 0,2 1 0,1-1 0,1-1 0,33 18 0,-30-20 0,0-2 0,1 0 0,30 9 0,-44-18 0,1 0 0,-1 0 0,1-2 0,0 0 0,0 0 0,0-1 0,0-1 0,23-2 0,-33 1 0,0 1 0,-1-1 0,1 0 0,-1 0 0,1 0 0,-1 0 0,0-1 0,1 0 0,-1 1 0,0-1 0,0 0 0,0-1 0,0 1 0,-1 0 0,1-1 0,0 0 0,-1 1 0,0-1 0,0 0 0,0 0 0,0-1 0,0 1 0,-1 0 0,1 0 0,-1-1 0,0 1 0,0-1 0,0 1 0,0-1 0,0-6 0,0 0 0,-1 0 0,0-1 0,-1 1 0,0 0 0,-1 0 0,0 0 0,0 0 0,-1 0 0,0 1 0,-1-1 0,0 1 0,0 0 0,-1 0 0,0 0 0,-1 1 0,-8-11 0,13 18 0,1 1 0,-1-1 0,0 0 0,0 0 0,1 0 0,-1 0 0,0 0 0,0 1 0,0-1 0,0 0 0,0 1 0,0-1 0,0 1 0,0-1 0,-1 1 0,1 0 0,0-1 0,0 1 0,-2 0 0,2 0 0,0 0 0,0 0 0,0 1 0,0-1 0,1 0 0,-1 1 0,0-1 0,0 1 0,1-1 0,-1 1 0,0-1 0,1 1 0,-1 0 0,0-1 0,1 1 0,-1 0 0,1-1 0,-1 1 0,1 0 0,-1 1 0,-1 3 0,0 0 0,0 0 0,1 0 0,-1 0 0,1 0 0,0 1 0,0 6 0,1-8 0,0 0 0,0 1 0,0-1 0,0 0 0,1 0 0,0 0 0,-1 0 0,4 7 0,-3-9 0,-1-1 0,1 0 0,0 0 0,0 1 0,0-1 0,0 0 0,0 0 0,1 0 0,-1 0 0,0 0 0,0 0 0,1 0 0,-1-1 0,0 1 0,1 0 0,-1-1 0,1 1 0,-1-1 0,1 1 0,-1-1 0,1 0 0,-1 0 0,1 0 0,-1 0 0,1 0 0,2 0 0,8-1 0,0-1 0,16-3 0,-16 2 0,1 0 0,14 0 0,1 3-1365,-15 0-5461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30.3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74 24575,'27'-15'0,"11"-4"0,0-2 0,-7 2-8191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31.8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134 361 24575,'-8'-24'0,"6"15"0,-1-1 0,-7-14 0,7 21 0,2 9 0,4 12 0,5 14 0,1 0 0,2 0 0,1-1 0,2 0 0,1-1 0,1-1 0,23 31 0,0-5 0,-110-149 0,-26-41 0,80 106 0,-8-11 0,-35-77 0,59 117 0,1-1 0,0 1 0,0 0 0,-1-1 0,1 1 0,0-1 0,0 1 0,0-1 0,0 1 0,0-1 0,0 1 0,0-1 0,0 1 0,0-1 0,0 1 0,0-1 0,0 1 0,0-1 0,0 1 0,0-1 0,0 1 0,1-1 0,-1 1 0,0-1 0,0 1 0,0-1 0,1 1 0,-1 0 0,0-1 0,1 1 0,-1-1 0,0 1 0,1 0 0,-1-1 0,1 1 0,-1 0 0,0 0 0,1-1 0,-1 1 0,1 0 0,-1 0 0,1 0 0,-1-1 0,1 1 0,-1 0 0,1 0 0,-1 0 0,1 0 0,-1 0 0,1 0 0,-1 0 0,1 0 0,-1 0 0,1 0 0,0 1 0,5-1 0,0 1 0,0 0 0,9 2 0,-14-2 0,24 7 0,0 1 0,-1 2 0,25 13 0,3 3 0,42 17 0,107 49 0,-136-66 0,76 20 0,-133-45 0,-4 0 0,1-1 0,0 1 0,1-1 0,-1 0 0,0 0 0,0-1 0,0 1 0,0-1 0,1-1 0,9 0 0,-15 1 0,1-1 0,0 1 0,-1 0 0,1 0 0,-1-1 0,1 1 0,-1 0 0,1-1 0,-1 1 0,1-1 0,-1 1 0,1-1 0,-1 1 0,0-1 0,1 1 0,-1-1 0,0 1 0,1-1 0,-1 1 0,0-1 0,0 1 0,1-1 0,-1 0 0,0 0 0,0 0 0,0-1 0,0 1 0,0-1 0,0 1 0,-1-1 0,1 1 0,0 0 0,-1-1 0,1 1 0,-2-2 0,-1-4 0,-1 1 0,0-1 0,-6-6 0,9 11 0,-47-54 0,-93-85 0,66 70 0,-69-69 0,137 134-195,0-1 0,0 1 0,-1 0 0,0 1 0,0 0 0,-9-4 0,8 6-6631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32.4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287 229 24575,'-37'-46'0,"6"6"0,-70-69 0,97 106 0,0-1 0,0 1 0,-1 0 0,1 0 0,-1 0 0,0 0 0,0 1 0,0 0 0,-8-3 0,11 5 0,0 0 0,1 0 0,-1 0 0,0 0 0,0 0 0,1 0 0,-1 0 0,0 0 0,0 1 0,1-1 0,-1 1 0,0-1 0,1 1 0,-1 0 0,0 0 0,1-1 0,-1 1 0,1 0 0,0 0 0,-1 1 0,1-1 0,0 0 0,-1 0 0,1 1 0,0-1 0,0 1 0,0-1 0,0 1 0,0-1 0,1 1 0,-2 2 0,-1 3 0,0 1 0,1-1 0,-1 1 0,1-1 0,1 1 0,0 0 0,0 0 0,0-1 0,1 1 0,0 0 0,1 0 0,0 0 0,0 0 0,0-1 0,1 1 0,0 0 0,1-1 0,0 1 0,0-1 0,0 0 0,1 0 0,0 0 0,1-1 0,-1 0 0,1 1 0,0-1 0,10 8 0,1 1 0,0-1 0,2 0 0,-1-1 0,31 16 0,-38-24 0,1 0 0,0-1 0,0 0 0,0 0 0,0-1 0,0-1 0,1 0 0,-1-1 0,1 0 0,15 0 0,-24-1 0,0-1 0,0 1 0,1 0 0,-1-1 0,0 0 0,0 0 0,0 0 0,-1 0 0,1 0 0,0 0 0,0-1 0,-1 1 0,1-1 0,-1 0 0,1 0 0,3-4 0,-4 3 0,1 0 0,-1-1 0,0 0 0,0 1 0,0-1 0,-1 0 0,1 0 0,-1 0 0,0 0 0,0 0 0,1-8 0,-1 4-7,-1-1 0,0 1-1,0 0 1,-1 0 0,0 0-1,0 0 1,-1-1 0,0 1-1,0 1 1,-4-10 0,1 7 35,0 0 1,-1 0 0,0 1-1,0 0 1,-1 0-1,-15-15 1,8 11-194,0 2 0,-1-1 0,0 2 0,-1 0 0,0 0 0,-1 2 0,0 0 0,-30-10 0,24 12-6661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33.1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3 24575,'-1'0'0,"1"0"0,0 0 0,0 0 0,0-1 0,0 1 0,0 0 0,0 0 0,0 0 0,0 0 0,-1 0 0,1-1 0,0 1 0,0 0 0,0 0 0,0 0 0,-1 0 0,1 0 0,0 0 0,0 0 0,0 0 0,0 0 0,-1 0 0,1-1 0,0 1 0,0 0 0,0 0 0,-1 0 0,1 0 0,0 0 0,0 0 0,0 0 0,0 0 0,-1 1 0,1-1 0,0 0 0,0 0 0,0 0 0,-1 0 0,1 0 0,0 0 0,-1 9 0,3 12 0,2-10 0,0 0 0,0-1 0,1 1 0,10 17 0,30 37 0,-30-47 0,0-1 0,1 0 0,1-1 0,1-1 0,33 22 0,-45-33-341,1 0 0,0 0-1,11 3 1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33.5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411 39 24575,'-1'-3'0,"-1"-1"0,0 1 0,0 0 0,0 0 0,0 0 0,0 0 0,-1 1 0,1-1 0,-6-4 0,6 6 0,1 1 0,0-1 0,-1 1 0,1-1 0,0 1 0,-1-1 0,1 1 0,-1 0 0,1-1 0,-1 1 0,1 0 0,-1 0 0,1 0 0,-1 0 0,1 0 0,-1 1 0,1-1 0,-1 0 0,1 1 0,-1-1 0,1 1 0,0-1 0,-1 1 0,1 0 0,0 0 0,-2 1 0,-37 27 0,27-19 0,-1 0 0,0-1 0,-21 11 0,-3-6 48,-59 16-1,24-9-1507,52-14-5366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35.2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232 1 24575,'-19'6'0,"-13"4"0,-42 21 0,64-27 0,1 1 0,1 0 0,-1 1 0,1 0 0,0 0 0,0 1 0,1 0 0,0 0 0,-7 10 0,12-15 0,0 1 0,0 1 0,0-1 0,0 0 0,1 0 0,-1 1 0,1-1 0,0 1 0,0-1 0,0 1 0,1 0 0,-1-1 0,1 1 0,0-1 0,0 1 0,0 4 0,1-6 0,0 1 0,-1 0 0,1-1 0,0 1 0,1-1 0,-1 1 0,0-1 0,1 1 0,-1-1 0,1 0 0,0 0 0,-1 0 0,1 0 0,0 0 0,1 0 0,-1 0 0,0-1 0,0 1 0,1-1 0,-1 1 0,4 0 0,10 5 20,0-2 0,-1 0 0,2-1 0,-1 0 0,20 1 0,83-1-1505,-106-4-5341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35.8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96 44 24575,'0'-3'0,"-1"0"0,0 1 0,1-1 0,-1 1 0,0-1 0,-1 1 0,-2-5 0,4 6 0,0 1 0,0 0 0,-1-1 0,1 1 0,0 0 0,-1 0 0,1 0 0,-1-1 0,1 1 0,0 0 0,-1 0 0,1 0 0,0 0 0,-1-1 0,1 1 0,-1 0 0,1 0 0,-1 0 0,1 0 0,0 0 0,-1 0 0,-1 1 0,1-1 0,0 1 0,0-1 0,0 1 0,0-1 0,0 1 0,0-1 0,0 1 0,0 0 0,-2 1 0,-12 11 0,7-8 0,1 1 0,0 0 0,-8 10 0,14-15 0,0 0 0,0 0 0,0 1 0,0-1 0,0 0 0,0 1 0,0-1 0,1 0 0,-1 1 0,1-1 0,-1 1 0,1-1 0,0 1 0,-1 0 0,1-1 0,0 1 0,0-1 0,0 1 0,0-1 0,0 1 0,0 0 0,1-1 0,-1 1 0,0-1 0,2 3 0,0-1 0,-1-1 0,1 1 0,0-1 0,1 0 0,-1 1 0,0-1 0,1 0 0,-1 0 0,1-1 0,4 3 0,31 15 0,-27-14 0,4 1 0,70 29 0,-74-31 0,0 0 0,1-2 0,0 1 0,0-1 0,18 0 0,-29-2 0,0 0 0,0 0 0,0 0 0,0 0 0,0 0 0,0 0 0,0 0 0,0 0 0,0 0 0,0 0 0,0-1 0,0 1 0,0-1 0,0 1 0,0 0 0,0-1 0,0 0 0,0 1 0,0-1 0,-1 1 0,1-1 0,0 0 0,0 0 0,-1 1 0,1-1 0,0 0 0,-1 0 0,1 0 0,-1 0 0,1 0 0,-1 0 0,0 0 0,1 0 0,-1 0 0,0 0 0,0 0 0,0 0 0,1 0 0,-1 0 0,0 0 0,0 0 0,-1 0 0,1 0 0,0 0 0,0 0 0,0 0 0,-1 0 0,1-1 0,-2-4 0,0 0 0,-1 0 0,1 0 0,-1 1 0,0-1 0,-7-8 0,1 3 0,-1 0 0,0 0 0,-1 1 0,-16-11 0,-51-30 0,74 48-97,0 1-1,-1-1 1,1 1-1,-1 0 1,0 1-1,1-1 1,-1 1-1,0 0 1,0 0-1,0 0 1,0 1-1,0-1 0,-9 2 1,1 2-6729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36.2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67 24575,'0'0'0,"0"-1"0,0 1 0,0 0 0,0 0 0,-1 0 0,1 0 0,0-1 0,0 1 0,0 0 0,0 0 0,0 0 0,0 0 0,-1 0 0,1 0 0,0-1 0,0 1 0,0 0 0,-1 0 0,1 0 0,0 0 0,0 0 0,0 0 0,0 0 0,-1 0 0,1 0 0,0 0 0,0 0 0,0 0 0,-1 0 0,1 0 0,0 0 0,0 0 0,0 0 0,-1 0 0,1 0 0,0 0 0,-1 8 0,6 12 0,-3-17 0,0-1 0,1 1 0,-1 0 0,1-1 0,0 1 0,0-1 0,0 0 0,0 0 0,0 0 0,0 0 0,1-1 0,-1 1 0,0-1 0,1 0 0,-1 0 0,8 1 0,-6-1 0,0-1 0,0 1 0,0-1 0,0 0 0,0 0 0,1 0 0,-1-1 0,0 0 0,0 0 0,0 0 0,8-4 0,-12 4 0,1 0 0,0 0 0,0 0 0,-1 0 0,1 0 0,0-1 0,-1 1 0,1-1 0,-1 1 0,0-1 0,0 0 0,1 1 0,-1-1 0,0 0 0,0 0 0,-1 0 0,2-2 0,0-3 0,-1-1 0,1 1 0,0-12 0,-2 13 0,1-1 0,0 1 0,3-12 0,-4 17 0,1 1 0,-1-1 0,0 0 0,1 1 0,-1-1 0,0 0 0,1 1 0,-1-1 0,1 1 0,-1-1 0,1 1 0,0-1 0,-1 1 0,1-1 0,-1 1 0,1 0 0,0-1 0,-1 1 0,1 0 0,0-1 0,-1 1 0,1 0 0,1 0 0,0-1 0,0 1 0,0 0 0,0 0 0,0 0 0,1 1 0,-1-1 0,0 0 0,3 2 0,4 1 0,1 1 0,14 9 0,-19-11 0,138 72-1365,-129-68-5461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36.6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24575,'72'57'0,"-2"3"0,-3 3 0,110 132 0,-161-175-1365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36.8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346 1 24575,'-17'0'0,"-8"0"0,-3 0 0,2 0 0,0 0 0,1 0 0,4 0 0,2 0 0,2 2 0,2 2 0,-2-1 0,-1-1 0,1 0 0,1-1 0,0 2 0,1 1 0,0-1 0,3-1-8191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37.3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178 49 24575,'-17'-8'0,"1"0"0,0 1 0,0 1 0,0 0 0,-1 1 0,-18-3 0,34 8 0,-1 0 0,0-1 0,0 1 0,0 0 0,0 0 0,1 0 0,-1 0 0,0 1 0,0-1 0,0 0 0,0 1 0,1-1 0,-1 1 0,0 0 0,1-1 0,-1 1 0,0 0 0,1 0 0,-3 2 0,3-2 0,0 1 0,0-1 0,1 0 0,-1 1 0,0-1 0,1 1 0,-1-1 0,1 1 0,-1 0 0,1-1 0,0 1 0,0 0 0,-1-1 0,1 1 0,0-1 0,1 1 0,-1 0 0,0-1 0,0 1 0,1-1 0,0 4 0,2 4 0,1-1 0,-1 1 0,1-1 0,1 0 0,0 0 0,0 0 0,1 0 0,7 8 0,2-1 0,0 0 0,27 21 0,-29-27 0,0 0 0,0 0 0,1-2 0,21 10 0,-33-16 0,-1 0 0,0-1 0,1 1 0,-1-1 0,1 1 0,-1-1 0,0 0 0,1 0 0,-1 1 0,1-1 0,-1 0 0,1 0 0,-1 0 0,1 0 0,-1-1 0,1 1 0,-1 0 0,0-1 0,1 1 0,-1-1 0,0 1 0,1-1 0,-1 0 0,0 1 0,1-1 0,-1 0 0,0 0 0,0 0 0,0 0 0,0 0 0,0 0 0,0 0 0,0 0 0,0-1 0,-1 1 0,1 0 0,0-1 0,-1 1 0,1 0 0,-1-1 0,2-2 0,-1-2 0,0 0 0,-1 0 0,1 0 0,-1 0 0,0 0 0,0 0 0,-1 0 0,0 0 0,-2-7 0,-2-5 0,-2 0 0,0 1 0,-19-33 0,10 21 0,65 79 0,-30-29-341,1-2 0,1-1-1,37 25 1,-46-35-6485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37.5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24575,'17'18'0,"8"7"0,3 2 0,-2 0 0,-2-3 0,-3-6 0,-3-3 0,-4-2 0,-2-2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37.6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24575,'0'0'-8191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38.0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56 24575,'31'10'0,"-23"-7"0,0 0 0,0-1 0,0 0 0,0 0 0,9 0 0,-15-2 0,1 0 0,0 0 0,-1 0 0,1-1 0,-1 1 0,0-1 0,1 0 0,-1 1 0,1-1 0,-1 0 0,0 0 0,0-1 0,1 1 0,-1 0 0,0-1 0,0 1 0,0-1 0,0 0 0,-1 0 0,1 0 0,1-2 0,9-16 0,-10 17 0,0-1 0,0 1 0,0-1 0,1 1 0,-1 0 0,1 0 0,3-3 0,-5 5 0,0 0 0,0 1 0,0-1 0,0 1 0,0-1 0,1 1 0,-1-1 0,0 1 0,0 0 0,1 0 0,-1 0 0,0-1 0,0 1 0,1 0 0,-1 1 0,0-1 0,0 0 0,1 0 0,-1 0 0,0 1 0,0-1 0,1 1 0,-1-1 0,0 1 0,0-1 0,0 1 0,2 1 0,21 14-1365,-12-8-5461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38.8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 45 24575,'-8'-15'0,"-1"-2"0,-1 4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39.6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24575,'8'10'0,"2"5"0,4 3 0,2 1 0,2 0 0,-1-4 0,0-2 0,-1 0 0,-1-1 0,-2-1-8191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39.7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24575,'10'10'0,"3"6"0,0-1-8191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40.2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16 24575,'13'4'0,"1"1"0,-1 1 0,13 7 0,-14-7 0,0 0 0,0-1 0,20 5 0,-27-8 0,0-1 0,0-1 0,0 1 0,1-1 0,-1 0 0,0 0 0,7-2 0,-10 2 0,0 0 0,-1-1 0,1 1 0,0-1 0,-1 1 0,1-1 0,0 0 0,-1 0 0,1 0 0,-1 0 0,0 0 0,1 0 0,-1 0 0,0 0 0,1 0 0,-1-1 0,0 1 0,0 0 0,0-1 0,0 1 0,-1-1 0,1 1 0,0-1 0,0 0 0,0-1 0,-1-1 0,1 1 0,0-1 0,0 1 0,1 0 0,-1 0 0,1 0 0,2-5 0,-3 7 0,1 0 0,-1-1 0,0 1 0,0 0 0,0 1 0,1-1 0,-1 0 0,1 0 0,-1 0 0,0 1 0,1-1 0,-1 1 0,1-1 0,0 1 0,-1 0 0,1 0 0,-1-1 0,1 1 0,2 0 0,1 1 11,0-1 0,-1 1 0,1 0 0,0 0 0,-1 1 0,1-1-1,-1 1 1,0 0 0,1 0 0,3 3 0,3 2-506,-1 0 0,15 14 0,-16-12-6331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40.7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147 20 24575,'-12'-5'0,"-1"1"0,0 1 0,-15-3 0,24 5 0,0 1 0,0 0 0,0-1 0,0 1 0,-1 1 0,1-1 0,0 1 0,0-1 0,0 1 0,0 0 0,1 1 0,-1-1 0,0 1 0,-6 2 0,9-3 0,0 0 0,0 0 0,0 0 0,0 0 0,0 0 0,0 0 0,0 0 0,0 1 0,1-1 0,-1 0 0,0 0 0,1 1 0,-1-1 0,0 0 0,1 1 0,0-1 0,-1 0 0,1 1 0,0 1 0,0 0 0,0 0 0,0 0 0,0 0 0,1 1 0,0-1 0,-1 0 0,1 0 0,2 4 0,1 1 0,0 1 0,1-1 0,-1 0 0,2-1 0,6 9 0,-9-13 0,1 1 0,-1-1 0,1 0 0,0 0 0,0 0 0,0 0 0,1-1 0,-1 1 0,0-1 0,1 0 0,0-1 0,-1 1 0,1-1 0,0 0 0,8 1 0,-9-2 0,1 1 0,-1-1 0,0-1 0,0 1 0,0-1 0,0 0 0,0 1 0,0-2 0,0 1 0,-1 0 0,1-1 0,0 0 0,-1 0 0,1 0 0,-1 0 0,0 0 0,1-1 0,-1 0 0,4-4 0,1-2 0,-5 5 0,0 0 0,0 1 0,0-1 0,1 1 0,0 0 0,7-5 0,-10 7 0,0 0 0,1 1 0,-1 0 0,0-1 0,0 1 0,1 0 0,-1 0 0,0 0 0,1-1 0,-1 1 0,0 1 0,1-1 0,-1 0 0,0 0 0,1 0 0,-1 1 0,0-1 0,1 1 0,-1-1 0,0 1 0,0-1 0,0 1 0,0 0 0,1 0 0,-1-1 0,0 1 0,0 0 0,0 0 0,-1 0 0,3 2 0,6 9 0,-1 0 0,0 1 0,0 0 0,-1 1 0,10 26 0,-14-31 0,13 31 0,-3 0 0,-1 0 0,-1 1 0,-3 1 0,4 56 0,-11-87 0,-1-1 0,0 1 0,0-1 0,-2 0 0,1 1 0,-6 18 0,6-26 0,0 1 0,-1-1 0,1 0 0,-1 1 0,0-1 0,0 0 0,0 0 0,0 0 0,0-1 0,-1 1 0,1 0 0,-1-1 0,0 0 0,1 1 0,-1-1 0,0 0 0,-1-1 0,1 1 0,0 0 0,0-1 0,-1 0 0,1 0 0,-5 1 0,0 0 0,0-2 0,0 1 0,0-1 0,1 0 0,-1 0 0,0-1 0,0 0 0,0-1 0,0 0 0,1 0 0,-1 0 0,1-1 0,-10-5 0,13 6 0,1 0 0,-1-1 0,0 1 0,1-1 0,-1 0 0,1 1 0,0-2 0,0 1 0,0 0 0,0-1 0,1 1 0,-1-1 0,1 0 0,0 0 0,0 0 0,1 0 0,-1 0 0,1 0 0,0 0 0,0 0 0,0-1 0,0 1 0,1-1 0,0 1 0,0-6 0,0 6 6,1-1 0,0 1-1,0 0 1,0 0 0,1 0-1,-1 0 1,1 0 0,0 0 0,0 0-1,1 0 1,-1 1 0,1-1-1,-1 1 1,1 0 0,0-1-1,1 2 1,-1-1 0,0 0 0,1 0-1,6-2 1,-3 1-141,0 0 0,0 1 0,1 0 0,-1 0 0,1 1 0,0 0 0,0 1 0,0-1 0,0 1 0,9 1 0,-4 0-6691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42.9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401 77 24575,'-16'-4'0,"-125"-28"0,115 28 0,0 1 0,0 1 0,-39 2 0,60 0 0,1 1 0,-1 0 0,0 0 0,0 0 0,0 1 0,1 0 0,-1-1 0,1 2 0,-1-1 0,1 0 0,0 1 0,0 0 0,0 0 0,0 0 0,1 0 0,-1 1 0,1 0 0,-6 7 0,7-8 0,0 0 0,1 0 0,-1 1 0,1-1 0,-1 1 0,1-1 0,0 1 0,0-1 0,1 1 0,-1 0 0,1-1 0,0 1 0,0 0 0,0 0 0,0-1 0,0 1 0,1 0 0,0-1 0,0 1 0,0 0 0,0-1 0,1 1 0,-1-1 0,1 0 0,2 5 0,4 3 0,1 0 0,0-1 0,0 0 0,1-1 0,0 0 0,0 0 0,1-1 0,0 0 0,1-1 0,0-1 0,0 0 0,0 0 0,23 6 0,-12-5 0,-1-2 0,1 0 0,1-1 0,-1-2 0,1 0 0,-1-2 0,26-2 0,-47 2 0,1 0 0,-1-1 0,0 1 0,1 0 0,-1-1 0,0 0 0,1 1 0,-1-1 0,0 0 0,0 0 0,0 0 0,0 0 0,0-1 0,0 1 0,0-1 0,0 1 0,-1-1 0,1 1 0,2-5 0,-3 4 0,0 0 0,0 0 0,0 0 0,-1-1 0,1 1 0,-1 0 0,0 0 0,1-1 0,-1 1 0,0 0 0,-1-1 0,1 1 0,0 0 0,0 0 0,-1-1 0,0 1 0,1 0 0,-1 0 0,0 0 0,-1-3 0,-10-16 0,0 1 0,-1 0 0,-1 1 0,-24-25 0,4 4 0,17 20 0,2 2 0,14 18 0,3 1 0,11 10 0,19 19 0,62 45 0,-79-65 0,0-1 0,1 0 0,0-1 0,1-1 0,0 0 0,0-1 0,19 4 0,-34-10 0,0 1 0,1-1 0,-1 0 0,1 1 0,-1-1 0,0 0 0,1 0 0,-1-1 0,1 1 0,-1-1 0,0 1 0,1-1 0,-1 1 0,0-1 0,0 0 0,0 0 0,5-3 0,-6 3 0,0 0 0,0-1 0,0 1 0,0-1 0,0 1 0,0 0 0,0-1 0,0 0 0,-1 1 0,1-1 0,0 1 0,-1-1 0,1 0 0,-1 0 0,0 1 0,0-1 0,0 0 0,0 0 0,0 1 0,0-1 0,0 0 0,0 1 0,-1-1 0,1 0 0,-1-2 0,-6-11 0,0-1 0,-1 1 0,0 1 0,-20-26 0,43 54 0,0 0 0,1-2 0,25 17 0,-1-1 0,-25-17 0,28 15 0,-36-22 0,-1-1 0,1 0 0,0-1 0,0 0 0,0 0 0,0 0 0,10 1 0,-15-3 0,0 0 0,-1 0 0,1 0 0,-1 0 0,1-1 0,-1 1 0,1 0 0,-1-1 0,1 1 0,-1-1 0,1 1 0,-1-1 0,1 0 0,-1 1 0,0-1 0,1 0 0,-1 0 0,2-2 0,-1 1 0,-1 0 0,1 0 0,-1 0 0,0-1 0,1 1 0,-1 0 0,-1-1 0,1 1 0,0 0 0,0-5 0,1-4 0,-2 0 0,1 0 0,-2 0 0,-1-14 0,0 10 0,-1 1 0,-1-1 0,-5-13 0,-5-19 0,14 47 0,0 0 0,0 0 0,0 0 0,1 0 0,-1 1 0,0-1 0,0 0 0,0 0 0,1 0 0,-1 0 0,0 0 0,0 0 0,1 0 0,-1 0 0,0 0 0,0 0 0,0 0 0,1 0 0,-1 0 0,0 0 0,0 0 0,1 0 0,-1 0 0,0 0 0,0 0 0,0 0 0,1 0 0,-1 0 0,0 0 0,0-1 0,0 1 0,1 0 0,-1 0 0,0 0 0,0 0 0,0 0 0,0-1 0,1 1 0,-1 0 0,0 0 0,0 0 0,0-1 0,0 1 0,0 0 0,0 0 0,0 0 0,1-1 0,-1 1 0,0 0 0,0 0 0,0 0 0,0-1 0,0 1 0,0 0 0,0 0 0,0-1 0,0 1 0,0 0 0,0 0 0,0-1 0,-1 1 0,1 0 0,0 0 0,0 0 0,0-1 0,18 15 0,-15-11 0,12 8 0,0-1 0,1 0 0,0-1 0,18 8 0,-2-4 0,42 11 0,-70-22-170,1-1-1,-1 0 0,1 0 1,-1 0-1,1-1 0,-1 0 1,8 0-1,-2-2-6655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43.5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41 24575,'0'0'0,"0"0"0,0 1 0,0-1 0,-1 0 0,1 0 0,0 0 0,0 0 0,0 0 0,0 0 0,0 0 0,0 0 0,-1 0 0,1 0 0,0 0 0,0 0 0,0 1 0,0-1 0,0 0 0,0 0 0,0 0 0,0 0 0,-1 0 0,1 0 0,0 1 0,0-1 0,0 0 0,0 0 0,0 0 0,0 0 0,0 0 0,0 1 0,0-1 0,0 0 0,0 0 0,0 0 0,0 0 0,0 1 0,0-1 0,0 0 0,0 0 0,0 0 0,0 0 0,0 0 0,1 1 0,-1-1 0,0 0 0,0 0 0,0 0 0,0 0 0,0 0 0,5 9 0,1-2 0,0 0 0,0 0 0,1-1 0,0 1 0,0-2 0,1 1 0,9 5 0,61 28 0,-65-32 0,0-2 0,0 1 0,1-2 0,0 0 0,0-1 0,0 0 0,0-1 0,0 0 0,0-1 0,24-2 0,-35 1 0,-1-1 0,1 1 0,-1 0 0,0-1 0,1 0 0,-1 1 0,0-1 0,0 0 0,0 0 0,0 0 0,0-1 0,0 1 0,0 0 0,0-1 0,0 1 0,0-1 0,-1 0 0,1 0 0,-1 0 0,1 1 0,-1-1 0,0 0 0,1-1 0,-1 1 0,0 0 0,-1 0 0,1 0 0,0-1 0,-1 1 0,1 0 0,-1-1 0,1 1 0,-1 0 0,0-4 0,-1-2 0,1 1 0,-1-1 0,-1 1 0,1-1 0,-1 1 0,0 0 0,-1 0 0,0 0 0,-6-11 0,6 12 0,-1 1 0,1 0 0,-1 0 0,0 0 0,-7-6 0,11 11 0,-1-1 0,1 0 0,-1 1 0,0-1 0,1 1 0,-1-1 0,0 1 0,1-1 0,-1 1 0,0 0 0,0-1 0,0 1 0,1 0 0,-1 0 0,0-1 0,0 1 0,0 0 0,0 0 0,1 0 0,-1 0 0,0 0 0,0 0 0,0 0 0,0 0 0,0 1 0,1-1 0,-1 0 0,0 0 0,0 1 0,0-1 0,1 0 0,-1 1 0,0-1 0,0 1 0,1-1 0,-1 1 0,0-1 0,1 1 0,-1 0 0,1-1 0,-1 1 0,1 0 0,-1-1 0,1 1 0,-1 0 0,1 0 0,0 0 0,-1 1 0,-1 3 0,0 0 0,1 0 0,0 1 0,0-1 0,0 0 0,0 1 0,1-1 0,0 0 0,0 1 0,1 7 0,2 9 0,7 24 0,-8-40 0,18 66 0,35 80 0,-10-31 0,48 154 0,-92-272 0,1 2 0,0 1 0,-1 0 0,0-1 0,0 1 0,1 8 0,-2-14 0,0 0 0,0 1 0,0-1 0,0 1 0,0-1 0,0 0 0,0 1 0,0-1 0,-1 1 0,1-1 0,0 0 0,0 1 0,0-1 0,0 0 0,-1 1 0,1-1 0,0 0 0,0 1 0,0-1 0,-1 0 0,1 1 0,0-1 0,-1 0 0,1 0 0,0 1 0,-1-1 0,1 0 0,-1 0 0,0 1 0,0-1 0,0 0 0,0 0 0,1 0 0,-1 0 0,0 0 0,0 0 0,0-1 0,0 1 0,0 0 0,0 0 0,-1-1 0,-25-14 0,26 14 0,-51-38 0,-78-74 0,123 107 0,-93-91 0,81 76 0,0-1 0,-27-44 0,27 30 0,17 33 0,1 0 0,1 1 0,-1-1 0,0 0 0,1 1 0,-1-1 0,1 0 0,0 0 0,0 0 0,0 1 0,0-1 0,1-3 0,-1 5-52,1-1-1,0 1 1,0 0-1,-1 0 1,1 0-1,0 0 1,0 0-1,0 0 1,0 0-1,1 0 1,-1 0-1,0 1 1,0-1-1,0 0 1,1 1-1,-1-1 1,0 1-1,1-1 1,-1 1-1,0-1 1,1 1-1,-1 0 1,1 0-1,-1 0 0,3 0 1,10-1-6774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44.3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192 191 24575,'83'200'0,"-68"-171"0,1-1 0,1-1 0,2-1 0,37 43 0,-53-67 0,-1 1 0,1-1 0,0 1 0,0-1 0,4 3 0,-7-7 0,-1-1 0,0 1 0,1-1 0,-1 1 0,0 0 0,-1-1 0,-2-3 0,-24-35 0,-2 2 0,-37-37 0,4 6 0,12 11 0,16 20 0,1-2 0,-48-76 0,79 112 0,0-1 0,1 1 0,-1-1 0,1 0 0,0 1 0,-1-7 0,3 11 0,0 0 0,0-1 0,0 1 0,0 0 0,0 0 0,0 0 0,0 0 0,0-1 0,0 1 0,0 0 0,1 0 0,-1 0 0,0 0 0,1 0 0,-1 0 0,1 0 0,-1-1 0,1 1 0,0 1 0,-1-1 0,1 0 0,0 0 0,0 0 0,-1 0 0,1 0 0,0 1 0,0-1 0,0 0 0,0 1 0,0-1 0,0 1 0,0-1 0,0 1 0,1-1 0,-1 1 0,0 0 0,1-1 0,6 0 0,-1 0 0,0 1 0,1 0 0,-1 0 0,1 0 0,-1 1 0,0 0 0,11 3 0,5 3 0,28 12 0,-32-12 0,52 25 0,-65-29 0,0 0 0,0 1 0,-1 0 0,1 0 0,-1 0 0,0 1 0,0 0 0,-1 0 0,5 6 0,-9-11 0,1 1 0,0 0 0,-1 0 0,1 0 0,-1 0 0,1 0 0,-1 0 0,0 0 0,1 0 0,-1 0 0,0 0 0,0 0 0,0 0 0,0 1 0,0-1 0,0 0 0,0 0 0,0 0 0,0 0 0,0 0 0,-1 0 0,0 2 0,1-2 0,-1 1 0,0-1 0,-1 1 0,1-1 0,0 0 0,0 0 0,-1 1 0,1-1 0,0 0 0,-1 0 0,1-1 0,-4 3 0,-2 0 0,0-1 0,-1 1 0,1-1 0,-1-1 0,-9 2 0,-24-1-383,-45-2-1,75 0-214,-8-1-6228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44.7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141 327 24575,'6'-16'0,"-1"1"0,-1-1 0,0 0 0,-1 0 0,2-25 0,-5 33 0,0 0 0,0 0 0,-1 0 0,-1 0 0,1 0 0,-1 1 0,0-1 0,-1 0 0,0 1 0,0 0 0,0-1 0,-1 1 0,-6-8 0,-2-3 0,-19-23 0,28 37 0,0 1 0,-1-1 0,1 1 0,-1 0 0,0-1 0,0 2 0,-8-5 0,11 6 0,0 1 0,0 0 0,0-1 0,0 1 0,0 0 0,0-1 0,0 1 0,0 0 0,0 0 0,0 0 0,0 0 0,0 0 0,0 0 0,-1 0 0,1 1 0,0-1 0,0 0 0,0 0 0,0 1 0,0-1 0,-2 2 0,2-1 0,-1 1 0,0-1 0,1 1 0,-1-1 0,1 1 0,-1 0 0,1-1 0,0 1 0,0 0 0,-2 3 0,1 0 0,0 0 0,0 0 0,1 1 0,-1-1 0,1 0 0,0 1 0,1-1 0,-1 7 0,2-6 0,-1-1 0,1 0 0,0 1 0,1-1 0,-1 0 0,1 0 0,0 0 0,0 0 0,1 0 0,-1 0 0,7 7 0,-4-6 0,0 0 0,1-1 0,-1 1 0,1-1 0,0 0 0,1-1 0,10 7 0,-7-6 0,1 0 0,-1-1 0,1 0 0,0-1 0,0 0 0,0 0 0,0-1 0,1-1 0,-1 0 0,0-1 0,15 0 0,-24-1-32,0 1-1,0 0 1,0-1-1,0 1 1,0-1-1,0 0 1,0 1-1,-1-1 1,1 0-1,0 0 1,0 0-1,-1-1 1,1 1-1,-1 0 1,1 0-1,-1-1 1,1 1-1,-1-1 1,0 0-1,0 1 1,0-1-1,0 0 1,0 0-1,0 1 1,0-1-1,0 0 1,-1 0-1,1 0 1,-1 0-1,1 0 1,-1 0-1,0 0 1,0 0-1,0 0 1,0 0-1,0 0 0,-1 0 1,1 0-1,0 0 1,-1 0-1,-1-4 1,-2-4-6794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3:46.0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254 642 24575,'4'-24'0,"-1"-1"0,-1 1 0,-1-1 0,-3-38 0,-1 44 0,0 0 0,-1 0 0,-1 0 0,-1 1 0,0 0 0,-13-24 0,-50-83 0,16 29 0,0 2 0,53 93 0,0 1 0,-1-1 0,1 0 0,-1 1 0,1-1 0,0 0 0,-1 1 0,1-1 0,-1 0 0,0 1 0,1-1 0,-1 1 0,0-1 0,1 1 0,-1-1 0,0 1 0,1 0 0,-2-1 0,1 1 0,1 0 0,0 0 0,-1 0 0,1 0 0,-1 0 0,1 0 0,0 1 0,-1-1 0,1 0 0,0 0 0,-1 0 0,1 1 0,-1-1 0,1 0 0,0 1 0,0-1 0,-1 0 0,1 0 0,0 1 0,-1-1 0,1 1 0,0-1 0,0 0 0,-1 1 0,-1 5 0,0-1 0,0 0 0,-2 12 0,3-11 0,-3 8 0,3-9 0,0 0 0,-1 0 0,2 0 0,-2 8 0,3-11 0,-1 1 0,0-1 0,1 0 0,-1 1 0,1-1 0,0 0 0,-1 0 0,1 1 0,0-1 0,0 0 0,1 0 0,-1 0 0,2 2 0,10 14 0,0-1 0,2-1 0,-1 0 0,2-1 0,27 21 0,15 6 0,-28-20 0,0-1 0,39 19 0,-47-30 0,0 0 0,1-2 0,0 0 0,0-1 0,36 4 0,-55-10 0,1-1 0,-1 0 0,0 0 0,0 0 0,0-1 0,1 0 0,-1 1 0,0-1 0,0-1 0,0 1 0,0-1 0,-1 1 0,1-1 0,0 0 0,-1-1 0,1 1 0,-1-1 0,0 1 0,0-1 0,0 0 0,0 0 0,0 0 0,0 0 0,3-7 0,-3 5 0,0-1 0,0 1 0,-1-1 0,0 1 0,0-1 0,0 0 0,-1 0 0,1 1 0,-1-1 0,-1 0 0,1-1 0,-1 1 0,0 0 0,-1 0 0,1 0 0,-4-11 0,2 12 0,0 1 0,0-1 0,0 1 0,0 0 0,-1-1 0,0 1 0,0 1 0,0-1 0,-1 0 0,-4-3 0,-2-2 0,0 1 0,-19-11 0,27 18 0,1 0 0,0 0 0,0 0 0,-1 1 0,1-1 0,-1 0 0,1 1 0,0-1 0,-1 1 0,1 0 0,-1-1 0,1 1 0,-1 0 0,1 0 0,-1 0 0,1 0 0,-1 0 0,1 0 0,-1 1 0,1-1 0,-1 0 0,1 1 0,-3 1 0,2-1 0,0 1 0,1-1 0,-1 1 0,1 0 0,-1-1 0,1 1 0,0 0 0,0 0 0,0 0 0,0 0 0,0 0 0,0 0 0,0 1 0,1-1 0,-1 4 0,0-3 0,0 0 0,0 0 0,1 0 0,0 0 0,-1 1 0,1-1 0,0 0 0,1 0 0,-1 0 0,1 0 0,-1 1 0,1-1 0,0 0 0,0 0 0,3 5 0,-3-6 0,0-1 0,-1-1 0,1 1 0,-1 0 0,1-1 0,-1 1 0,1 0 0,-1 0 0,0-1 0,1 1 0,-1 0 0,0 0 0,1-1 0,-1 1 0,0 0 0,0 0 0,0 0 0,0 0 0,0-1 0,0 3 0,0 1 0,0 1 0,1 0 0,0-1 0,0 1 0,0-1 0,0 1 0,1-1 0,0 1 0,0-1 0,0 0 0,0 0 0,1 0 0,-1 0 0,1 0 0,0-1 0,0 1 0,1-1 0,5 5 0,4 2 0,1-1 0,1-1 0,28 14 0,-18-10 0,-1 0-136,1-1-1,1-2 1,-1 0-1,2-1 1,-1-2-1,1 0 1,0-2-1,0-1 0,33-1 1,-45-2-6690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12.9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780 117 24575,'0'-2'0,"1"1"0,-1 0 0,0 0 0,0-1 0,1 1 0,-1 0 0,1 0 0,-1 0 0,1 0 0,0 0 0,-1 0 0,1 0 0,0 0 0,0 0 0,0 0 0,-1 0 0,1 0 0,0 0 0,0 1 0,0-1 0,0 0 0,1 1 0,-1-1 0,0 1 0,0-1 0,0 1 0,0-1 0,1 1 0,-1 0 0,2-1 0,5 0 0,0 0 0,1 0 0,11 1 0,-15-1 0,317 1-239,334-12-467,-310-17 539,10 0-8,-347 28 274,2 1 212,-9-1-125,-6 1-9,-148 8 382,-3 0-604,-182-8-188,-182 6-210,22 21 422,1 23 0,409-38 143,-159 21 474,235-32-596,6 0 0,0 0 0,1-1 0,-1 1 0,0-1 0,1 0 0,-1-1 0,0 1 0,1-1 0,-6-1 0,10 2 0,0 0 0,0 0 0,-1 0 0,1 0 0,0 0 0,0-1 0,0 1 0,0 0 0,0 0 0,-1 0 0,1 0 0,0 0 0,0-1 0,0 1 0,0 0 0,0 0 0,0 0 0,0 0 0,0-1 0,0 1 0,0 0 0,-1 0 0,1 0 0,0-1 0,0 1 0,0 0 0,0 0 0,0 0 0,0-1 0,1 1 0,-1 0 0,0 0 0,0 0 0,0-1 0,0 1 0,0 0 0,0 0 0,0 0 0,0 0 0,0-1 0,0 1 0,1 0 0,-1 0 0,0 0 0,0 0 0,0 0 0,0-1 0,0 1 0,1 0 0,-1 0 0,0 0 0,0 0 0,10-7 0,7-2 0,0 1 0,1 1 0,0 1 0,33-8 0,79-7 0,-111 19 0,508-39-1470,-417 36 631,661-22-1406,-660 25 2069,148 15 0,-253-12 340,-1-1 30,0 1 1,1 0-1,-1 0 0,0 0 0,0 1 0,9 3 0,-14-5-158,1 0 0,-1 0 0,0 0 1,0 0-1,0 0 0,0 1 0,1-1 0,-1 0 1,0 0-1,0 0 0,0 0 0,0 0 0,0 0 1,1 0-1,-1 1 0,0-1 0,0 0 0,0 0 1,0 0-1,0 0 0,0 0 0,0 1 0,0-1 1,1 0-1,-1 0 0,0 0 0,0 1 0,0-1 1,0 0-1,0 0 0,0 0 0,0 0 0,0 1 1,0-1-1,0 0 0,0 0 0,0 0 0,0 1 1,-1-1-1,1 0 0,0 0 0,-9 5 555,-13-1 109,-233 2-237,160-8-1031,-628 1-2122,676 1-2134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16.9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118 28 24575,'-49'-11'0,"-17"-4"0,63 13 0,10 3 0,10 2 0,7 4 0,44 13 0,94 15 0,396 14 0,-405-41 0,-71-2 0,-153-8 0,-38-2 0,-228-32 0,117 11 0,37 19 0,204 15 0,14-4 0,0-2 0,0-2 0,37-2 0,-9-1 0,1040 2 0,-1095 0 0,-5-1 0,-1 1 0,1 0 0,0 0 0,0 0 0,0 1 0,0-1 0,0 1 0,-1-1 0,1 1 0,0 0 0,4 2 0,-7-3-2,0 0 0,0 0 0,0 0 0,1 1 0,-1-1 0,0 0 0,0 0 0,0 0 0,0 0 0,0 0 0,1 1 0,-1-1 0,0 0 0,0 0 0,0 0 0,0 1 0,0-1 0,0 0 0,0 0 0,0 0 0,0 1 0,1-1 0,-1 0 0,0 0 0,0 0 0,0 1 0,0-1 0,0 0 0,0 0 0,-1 0 0,1 1 1,0-1-1,0 0 0,0 0 0,0 1 0,-7 5 180,-11 0-1650,6-3-5354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4:19.1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1 118 24575,'320'5'0,"0"-23"0,-281 15 0,165-16 0,72-5 0,-265 24 0,-16 1 0,-15 1 0,-29 5 0,-1-2 0,-89-3 0,-1-1 0,-250 11 0,373-9 0,15-1 0,9 1 0,54 9 0,108 4 0,-145-14 0,455 17 0,-478-19 0,525-8 0,-482 5 0,-9 0 0,-25 3 0,-9 0 0,-3-1 0,-572 2 0,572-1 0,-18 1 0,1-2 0,-1 0 0,-31-7 0,46 6 0,10 0 0,12 1 0,361-1 0,-194 4 0,327-21-7841,-293-2 8447,166-11-354,-220 31 6731,-505 1-6983,223 0 0,485 9 0,76-2 0,-315-8 0,111-7 0,-4 1 0,77 7 0,-446-7 0,8 0 0,-2 7 0,257 7 0,-3 1 0,306-24 0,-170-9 0,-253 24 0,0 1 0,0 0 0,-1 1 0,1 0 0,12 3 0,-12-1 0,0-2 0,1 0 0,-1 0 0,14 0 0,-22-1 0,0 0 0,-1 0 0,1 0 0,0 0 0,0-1 0,0 1 0,0 0 0,0 0 0,-1 0 0,1-1 0,0 1 0,0-1 0,-1 1 0,1 0 0,0-1 0,0 1 0,1-2 0,-5-2 0,-7 1 0,-26 0 0,-60 3 0,42 1 0,-97-1-76,-146 1-575,1 18 618,92 6-1205,151-19-4955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38.5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24575,'4'41'0,"2"0"0,1 0 0,2 0 0,22 57 0,36 39 0,-23-54 0,-39-72 0,0 0 0,4 14 0,-8-22 0,0 0 0,-1 0 0,1 0 0,-1 1 0,1-1 0,-1 0 0,0 1 0,0-1 0,-1 0 0,1 0 0,-1 1 0,-1 5 0,2-9 0,-1 1 0,1 0 0,0-1 0,-1 1 0,1 0 0,0-1 0,-1 1 0,1-1 0,-1 1 0,1-1 0,-1 1 0,1-1 0,-1 0 0,0 1 0,1-1 0,-1 0 0,1 1 0,-1-1 0,0 0 0,1 0 0,-1 1 0,0-1 0,0 0 0,1 0 0,-1 0 0,0 0 0,1 0 0,-1 0 0,0 0 0,1 0 0,-1 0 0,0 0 0,1-1 0,-1 1 0,0 0 0,1 0 0,-1-1 0,0 1 0,1 0 0,-1-1 0,0 1 0,1 0 0,-1-1 0,0 0 0,-4-3 0,0 0 0,0 0 0,-8-8 0,11 10 0,-17-20-273,1 0 0,0-1 0,2 0 0,-23-45 0,30 51-6553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38.8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86 24575,'73'-51'0,"-63"45"0,0 0 0,1 1 0,-1 1 0,1 0 0,18-5 0,-26 9 0,-1-1 0,0 1 0,1 0 0,-1 0 0,0 0 0,0 0 0,1 1 0,-1-1 0,0 1 0,1-1 0,-1 1 0,0 0 0,0-1 0,0 1 0,0 0 0,3 2 0,-1 0 0,-1 0 0,0-1 0,0 1 0,0 0 0,0 0 0,-1 1 0,1-1 0,3 7 0,-3-4 0,0-1 0,-1 1 0,1 0 0,-1 0 0,-1 0 0,1 1 0,-1-1 0,0 0 0,0 1 0,-1-1 0,0 13 0,-1-15 6,0 0-1,0 0 1,-1 0-1,1-1 0,-1 1 1,0 0-1,0-1 1,0 0-1,0 1 1,-1-1-1,1 0 1,-1 0-1,0 0 0,0-1 1,0 1-1,0-1 1,0 1-1,0-1 1,-1 0-1,1 0 1,-8 2-1,0 0-217,0 0 0,0-1 0,0-1-1,0 0 1,0 0 0,-18 0 0,15-2-6614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39.2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55 24575,'5'-2'0,"0"0"0,1 1 0,-1 0 0,1 0 0,0 0 0,10 1 0,-15 0 0,0 0 0,0 0 0,0 0 0,0 0 0,0 1 0,0-1 0,0 0 0,0 1 0,0-1 0,0 1 0,0-1 0,0 1 0,0 0 0,0-1 0,0 1 0,-1 0 0,2 0 0,-1 1 0,-1-1 0,1 0 0,-1 0 0,1 0 0,-1 1 0,0-1 0,1 0 0,-1 0 0,0 1 0,0-1 0,0 0 0,0 1 0,0-1 0,0 0 0,0 0 0,-1 1 0,1-1 0,-1 2 0,-1 5 0,0 1 0,-1-1 0,0 0 0,-1 0 0,-4 8 0,6-14 0,1 1 0,-1-1 0,0 0 0,1 1 0,-1-1 0,0 0 0,0 0 0,0-1 0,-1 1 0,1 0 0,0-1 0,-1 1 0,1-1 0,-1 0 0,1 1 0,-1-1 0,0-1 0,0 1 0,-3 0 0,1 0 0,0-1 0,0 0 0,0 0 0,-1 0 0,1-1 0,0 0 0,0 0 0,0 0 0,0-1 0,0 1 0,0-1 0,1 0 0,-1-1 0,1 1 0,-1-1 0,1 0 0,-4-3 0,5 3 0,1 1 0,0-1 0,0 1 0,-1-1 0,2 0 0,-1 0 0,0 0 0,0 0 0,1 0 0,0 0 0,0 0 0,0-1 0,0 1 0,0 0 0,1-1 0,-1 1 0,1 0 0,0-1 0,0 1 0,0-1 0,0 1 0,1 0 0,-1-1 0,1 1 0,0 0 0,2-5 0,-1 4-48,-1 1-1,2-1 0,-1 1 0,0 0 0,1-1 1,-1 1-1,1 0 0,0 1 0,0-1 1,0 0-1,0 1 0,0 0 0,1 0 1,-1 0-1,1 0 0,-1 0 0,1 1 1,0-1-1,0 1 0,0 0 0,0 0 1,-1 1-1,1-1 0,0 1 0,0 0 0,0 0 1,7 1-1,1 1-6777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40.0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24575,'36'167'0,"-29"-141"0,2-1 0,0-1 0,2 1 0,18 31 0,-25-49 0,0-1 0,1-1 0,-1 1 0,1 0 0,0-1 0,11 8 0,-13-11 0,1 1 0,0-1 0,0 0 0,0 0 0,0 0 0,0 0 0,0-1 0,0 0 0,1 0 0,-1 0 0,1 0 0,4-1 0,-5 1 0,0-1 0,0 0 0,1 0 0,-1-1 0,0 1 0,0-1 0,0 0 0,0 0 0,0 0 0,0 0 0,0-1 0,0 0 0,-1 0 0,1 0 0,-1 0 0,1 0 0,-1-1 0,0 0 0,0 1 0,0-1 0,0 0 0,0-1 0,-1 1 0,1 0 0,-1-1 0,0 1 0,3-6 0,5-11 0,0 0 0,11-35 0,-21 54 0,0-1 0,1 1 0,-1-1 0,0 1 0,0-1 0,0 1 0,0-1 0,0 1 0,0-1 0,0 1 0,0-1 0,-1 1 0,0-3 0,1 3 0,0 1 0,-1 0 0,1 0 0,0-1 0,0 1 0,0 0 0,0 0 0,-1 0 0,1-1 0,0 1 0,0 0 0,0 0 0,-1 0 0,1 0 0,0-1 0,0 1 0,-1 0 0,1 0 0,0 0 0,0 0 0,-1 0 0,1 0 0,0 0 0,0 0 0,-1 0 0,1 0 0,0 0 0,-1 0 0,0 0 0,0 1 0,0-1 0,0 0 0,1 1 0,-1-1 0,0 1 0,0 0 0,0-1 0,1 1 0,-1 0 0,0-1 0,0 2 0,-2 2 0,0 1 0,0-1 0,1 0 0,0 1 0,0-1 0,0 1 0,0 0 0,1-1 0,0 1 0,0 0 0,0 0 0,1 0 0,-1 0 0,1 0 0,0 0 0,2 7 0,-2-8 0,1 1 0,0-1 0,0 0 0,0 1 0,0-1 0,1 0 0,-1 0 0,1 0 0,1 0 0,-1 0 0,0 0 0,1-1 0,0 1 0,-1-1 0,2 0 0,-1 0 0,0 0 0,5 4 0,4-1 0,0 0 0,0-1 0,0-1 0,0 0 0,1 0 0,0-1 0,-1-1 0,1 0 0,0-1 0,15 0 0,-11-1 0,-1-1 0,1 0 0,-1-2 0,1 0 0,-1-1 0,0 0 0,23-10 0,-23 6-1365,-4 0-5461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41.5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48 24575,'25'-13'0,"-14"6"0,0 1 0,0 1 0,24-8 0,-33 12 0,1 0 0,0 0 0,0 1 0,0 0 0,0-1 0,0 1 0,0 0 0,0 0 0,0 1 0,0-1 0,-1 1 0,1-1 0,0 1 0,0 0 0,0 0 0,-1 0 0,1 1 0,0-1 0,-1 0 0,1 1 0,3 3 0,6 7 0,-1 0 0,0 0 0,-1 1 0,15 25 0,26 61 0,-44-84 0,0 0 0,-1 1 0,-1 0 0,4 16 0,-8-26 0,-1-1 0,1 0 0,-1 1 0,0-1 0,0 1 0,0-1 0,-1 0 0,0 1 0,0-1 0,0 0 0,-1 0 0,0 1 0,0-1 0,0-1 0,-1 1 0,-4 7 0,-33 32 0,40-43 0,0-1 0,0 0 0,-1 0 0,1 1 0,0-1 0,0 0 0,0 1 0,-1-1 0,1 0 0,0 1 0,0-1 0,0 0 0,0 1 0,0-1 0,0 1 0,0-1 0,0 0 0,0 1 0,0-1 0,0 0 0,0 1 0,0-1 0,0 0 0,0 1 0,0-1 0,0 1 0,1-1 0,-1 0 0,0 1 0,0-1 0,1 1 0,-1-1 0,1 1 0,0-1 0,0 1 0,0-1 0,0 1 0,0-1 0,-1 0 0,1 1 0,0-1 0,0 0 0,2 1 0,31 0 0,-30-2 0,-2 1-21,18 0 93,35-5 0,-49 4-208,-1 0 1,1-1 0,0 0 0,0 0-1,-1 0 1,0 0 0,1-1 0,-1 0-1,0 0 1,7-6 0,-3 0-6691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41.7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24575,'19'0'0,"12"0"0,6 3 0,-2 0 0,-4 0 0,-2 0 0,-4-2 0,-4 1 0,-2-2 0,-3 0 0,-3 0-8191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42.0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261 30 24575,'-22'-5'0,"-10"-1"0,-2-1 0,3 2 0,3 2 0,5 0 0,4 2 0,2 3 0,2 2 0,0-1 0,2 0 0,2-1-8191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42.2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353 91 24575,'-30'-13'0,"-12"-3"0,-3-2 0,0 2 0,6 4 0,5 4 0,5 3 0,3 3 0,3 1 0,1 4 0,4 1-8191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42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60 24575,'3'-1'0,"12"-8"0,1 2 0,1 0 0,26-7 0,-40 13 0,1 0 0,0 1 0,0-1 0,0 1 0,0-1 0,-1 1 0,1 0 0,0 1 0,0-1 0,0 1 0,0-1 0,-1 1 0,1 0 0,0 0 0,-1 1 0,1-1 0,-1 1 0,1 0 0,-1 0 0,0 0 0,0 0 0,5 5 0,0 2 0,-1 0 0,0 1 0,-1 0 0,0 0 0,0 1 0,5 15 0,-5-9 0,0 0 0,-1 1 0,4 27 0,-8-36 0,0 0 0,0 0 0,-1 1 0,0-1 0,-1 0 0,-2 14 0,2-20 0,1-1 0,-1 1 0,0-1 0,0 0 0,0 1 0,0-1 0,-1 0 0,1 0 0,-1 0 0,1 0 0,-1 0 0,0 0 0,0 0 0,0 0 0,0-1 0,0 1 0,0-1 0,0 1 0,0-1 0,-1 0 0,1 0 0,0 0 0,-1 0 0,1 0 0,-1-1 0,1 1 0,-5 0 0,-2-1 0,0 0 0,1 0 0,-1-1 0,0 0 0,1 0 0,-1-1 0,1 0 0,-16-7 0,4 1 0,1-1 0,-27-17 0,37 20 0,0 0 0,0-1 0,1 0 0,0 0 0,0-1 0,1 0 0,-1 0 0,2-1 0,-1 0 0,-6-13 0,10 15 0,-1-1 0,1 0 0,1 0 0,-1 0 0,1-1 0,1 1 0,-1 0 0,2-1 0,-1 1 0,1-1 0,0 1 0,1-1 0,3-14 0,-3 17 24,0 0 0,1 0 0,0 0 0,4-8 0,-5 13-107,0-1 1,0 0-1,0 0 1,0 1-1,0-1 1,1 1-1,-1-1 1,1 1-1,-1 0 1,1 0-1,-1-1 1,1 1-1,0 0 1,-1 0-1,1 0 1,0 1-1,3-2 1,5 0-6744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43.1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24575,'0'2'0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43.6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63 24575,'2'-4'0,"1"-1"0,0 1 0,0 0 0,0 0 0,1 0 0,-1 1 0,1-1 0,0 1 0,0 0 0,0 0 0,1 0 0,-1 0 0,1 1 0,-1 0 0,1 0 0,0 0 0,0 0 0,0 1 0,7-1 0,-8 1 0,1 0 0,0 1 0,-1 0 0,1 0 0,0 0 0,-1 0 0,1 1 0,0 0 0,-1 0 0,1 0 0,-1 0 0,1 1 0,-1 0 0,0 0 0,0 0 0,0 0 0,0 1 0,0-1 0,0 1 0,0 0 0,4 6 0,0 0 0,-1 1 0,0 0 0,-1 0 0,0 1 0,0 0 0,-2 0 0,7 18 0,-2 5 0,6 45 0,-11-54 0,38 198 0,-34-184-1365,-5-30-5461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43.8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1 24575,'-27'7'0,"-14"3"0,-2 2 0,6-1-8191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48.1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1805 88 24575,'-9'-5'0,"-1"0"0,1 1 0,-1 1 0,0 0 0,0 0 0,-1 1 0,1 0 0,-13 0 0,-220 0 0,119 4 0,-77-10 0,15 1 0,131 7 0,-278 1 0,206 6 0,-43 0 0,133-6 0,-47-3 0,84 2 0,-1 0 0,0 0 0,0 0 0,0 0 0,1 0 0,-1 0 0,0 0 0,0 0 0,0 0 0,1-1 0,-1 1 0,0 0 0,0-1 0,1 1 0,-1-1 0,0 1 0,-1-2 0,2 2 0,1 0 0,-1-1 0,0 1 0,0 0 0,0-1 0,0 1 0,1 0 0,-1-1 0,0 1 0,0 0 0,1-1 0,-1 1 0,0 0 0,0-1 0,1 1 0,-1 0 0,0 0 0,1 0 0,-1-1 0,0 1 0,1 0 0,-1 0 0,0 0 0,1 0 0,5-3 0,0 1 0,0 0 0,9-2 0,29-1 0,0 2 0,52 3 0,-42 1 0,1039 0-835,-1084-1 835,1 0 0,1 0 0,14-3 0,-19 0 3,-11 1-10,-13-1 150,-559-15-236,43 47-56,453-23 119,-174 19 125,233-22-360,-29 10 1,35-8-6525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52.7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16 24575,'5'46'0,"2"0"0,3 0 0,1-2 0,19 52 0,-27-90 0,0 0 0,0 0 0,1 0 0,-1-1 0,1 1 0,0-1 0,1 0 0,-1 0 0,1 0 0,0-1 0,0 1 0,7 3 0,-11-7 0,0-1 0,0 1 0,-1-1 0,1 0 0,0 1 0,0-1 0,0 0 0,0 0 0,-1 1 0,1-1 0,0 0 0,0 0 0,0 0 0,0 0 0,0 0 0,0 0 0,0 0 0,-1 0 0,1-1 0,0 1 0,0 0 0,0 0 0,0-1 0,-1 1 0,1-1 0,0 1 0,0 0 0,-1-1 0,1 0 0,0 1 0,0-1 0,-1 1 0,1-1 0,-1 0 0,1 1 0,-1-1 0,1 0 0,-1 0 0,1 1 0,-1-1 0,0 0 0,1 0 0,-1 0 0,0 0 0,1-1 0,0-2 0,0 1 0,-1-1 0,1 0 0,-1 0 0,1 0 0,-1 0 0,0 0 0,-1 0 0,0-5 0,-2-1 0,0 0 0,-1 0 0,0 0 0,0 1 0,-1 0 0,-11-15 0,-42-45 0,-1-1 0,39 37 0,18 31 0,1-1 0,0 1 0,0 0 0,1-1 0,-1 1 0,0-1 0,1 1 0,-1-1 0,1 0 0,0 1 0,0-1 0,0-3 0,0 5 0,1 1 0,-1-1 0,0 0 0,0 0 0,1 0 0,-1 1 0,1-1 0,-1 0 0,1 0 0,-1 1 0,1-1 0,-1 0 0,1 1 0,-1-1 0,1 1 0,0-1 0,-1 1 0,1-1 0,0 1 0,0-1 0,-1 1 0,2-1 0,0 0 0,0 1 0,1 0 0,-1-1 0,0 1 0,0 0 0,0 0 0,1 0 0,2 0 0,5 2 0,-1 0 0,-1 1 0,11 3 0,-19-6 0,19 7 0,-4-1 0,1 0 0,30 6 0,-42-12 0,0 1 0,1-1 0,-1 1 0,1-1 0,-1 0 0,0-1 0,1 1 0,-1-1 0,1 0 0,-1 0 0,0 0 0,0-1 0,0 0 0,0 1 0,6-5 0,-4 2 0,-1 1 0,1-1 0,0 1 0,0 0 0,0 1 0,8-3 0,-12 4 0,1 1 0,-1 0 0,1-1 0,-1 1 0,1 0 0,-1 0 0,1 1 0,-1-1 0,1 1 0,-1-1 0,0 1 0,1-1 0,-1 1 0,0 0 0,0 0 0,1 1 0,-1-1 0,0 0 0,0 1 0,3 1 0,3 5 0,1 1 0,-1-1 0,-1 1 0,0 1 0,12 19 0,22 56 0,-15-30 0,-25-52-170,0-1-1,1 0 0,-1 0 1,1-1-1,0 1 0,-1 0 1,5 3-1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52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 24575,'0'-10'0,"3"0"0,3 3 0,2 6 0,1 5 0,1 5 0,-1 0-8191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53.3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319 14 24575,'-37'-2'0,"-181"-9"0,212 11 0,0 0 0,0 1 0,0-1 0,0 1 0,-9 3 0,14-3 0,0-1 0,0 0 0,0 1 0,0-1 0,0 0 0,0 1 0,0-1 0,0 1 0,1-1 0,-1 1 0,0 0 0,0-1 0,1 1 0,-1 0 0,0 0 0,1-1 0,-1 1 0,1 0 0,-1 0 0,1 0 0,-1 0 0,1 0 0,0-1 0,-1 1 0,1 0 0,0 0 0,0 0 0,0 0 0,0 0 0,-1 0 0,1 0 0,1 0 0,-1 0 0,0 0 0,0 0 0,0 0 0,0 0 0,1 0 0,-1 0 0,0 0 0,2 1 0,0 3 0,1-1 0,0 0 0,0 1 0,0-1 0,0-1 0,1 1 0,-1 0 0,1-1 0,0 0 0,0 0 0,9 5 0,5 2 0,32 11 0,-36-15 0,5 2 0,4 0 0,0 2 0,0 1 0,37 24 0,-55-31 0,0 0 0,0 0 0,0 0 0,0 1 0,-1 0 0,1 0 0,-1 0 0,-1 0 0,1 1 0,-1-1 0,0 1 0,0 0 0,0 0 0,-1 0 0,0 0 0,0 1 0,-1-1 0,0 0 0,1 11 0,-1-8 0,-1 46 0,-1-51 0,1 1 0,-1-1 0,0 1 0,0-1 0,0 1 0,0-1 0,-1 0 0,0 0 0,-3 6 0,4-8 0,-1-1 0,1 1 0,-1 0 0,0-1 0,0 1 0,0-1 0,0 0 0,0 1 0,0-1 0,0 0 0,-1-1 0,1 1 0,0 0 0,-1 0 0,1-1 0,0 0 0,-1 1 0,1-1 0,0 0 0,-1 0 0,1 0 0,-1 0 0,-3-2 0,-1 1 0,0 0 0,0-1 0,1 0 0,-1 0 0,1-1 0,-1 0 0,-6-4 0,2-1-170,0 0-1,1-1 0,0-1 1,0 0-1,1 0 0,0-1 1,-10-16-1,5 7-6655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53.7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24575,'2'2'0,"0"1"0,-1 0 0,1 0 0,-1-1 0,1 1 0,-1 0 0,0 1 0,0-1 0,0 0 0,0 6 0,1 2 0,11 43 0,22 79 0,-26-108 0,0 0 0,2 0 0,16 27 0,-23-45 0,49 76 0,-46-73 0,0-1 0,1-1 0,0 1 0,0-1 0,1 0 0,13 8 0,-19-14 0,0 0 0,0 0 0,0-1 0,1 1 0,-1-1 0,1 0 0,-1 0 0,1 0 0,-1-1 0,1 1 0,-1-1 0,1 0 0,0 0 0,-1 0 0,1 0 0,-1-1 0,7-1 0,-8 2 0,0-1 0,0 0 0,0 0 0,0 0 0,0 0 0,-1-1 0,1 1 0,0 0 0,-1-1 0,1 0 0,-1 1 0,1-1 0,-1 0 0,0 1 0,1-1 0,-1 0 0,0 0 0,0 0 0,0 0 0,-1 0 0,1 0 0,-1-1 0,1 1 0,-1 0 0,1 0 0,-1 0 0,0 0 0,0-1 0,-1-2 0,-2-20 0,3 24 0,-1 0 0,1 0 0,0 0 0,0 1 0,0-1 0,-1 0 0,1 0 0,0 0 0,-1 0 0,1 1 0,-1-1 0,1 0 0,-1 1 0,0-1 0,1 0 0,-1 1 0,1-1 0,-1 0 0,0 1 0,0-1 0,1 1 0,-1 0 0,0-1 0,-1 0 0,1 1 0,1 1 0,-1-1 0,0 0 0,1 0 0,-1 1 0,1-1 0,-1 0 0,1 1 0,-1-1 0,1 1 0,-1-1 0,1 0 0,-1 1 0,1-1 0,-1 1 0,1-1 0,0 1 0,-1 0 0,1-1 0,0 1 0,0-1 0,-1 1 0,1 0 0,0-1 0,0 1 0,0-1 0,0 1 0,0 1 0,-2 19 0,2-16 0,0 0 0,1-1 0,0 1 0,0 0 0,1 0 0,-1-1 0,1 1 0,0-1 0,0 1 0,1-1 0,-1 0 0,1 0 0,0 0 0,0 0 0,0 0 0,0-1 0,6 5 0,-6-6 0,0 1 0,1 0 0,-1-1 0,1 0 0,0 0 0,-1 0 0,1 0 0,0-1 0,0 1 0,1-1 0,-1 0 0,0 0 0,0 0 0,0-1 0,1 0 0,-1 0 0,0 0 0,1 0 0,7-2 0,-9 1-91,1-1 0,-1 1 0,0-1 0,0 0 0,1 0 0,-1 0 0,0-1 0,-1 1 0,1-1 0,0 1 0,-1-1 0,1 0 0,-1 0 0,3-6 0,3-3-6735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54.1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24575,'242'461'0,"-226"-430"0,-11-21 0,0 0 0,0-1 0,1 0 0,0 0 0,0 0 0,1-1 0,14 14 0,-20-21 0,1 0 0,-1 0 0,1 0 0,0 0 0,-1 0 0,1-1 0,-1 1 0,1 0 0,0-1 0,0 1 0,-1-1 0,1 0 0,0 1 0,0-1 0,-1 0 0,1 0 0,0 0 0,0 0 0,0-1 0,-1 1 0,1 0 0,0-1 0,0 0 0,-1 1 0,1-1 0,0 0 0,-1 1 0,1-1 0,-1 0 0,1 0 0,-1-1 0,0 1 0,1 0 0,-1 0 0,2-3 0,-1 1 0,1 1 0,-1-1 0,0 0 0,-1 0 0,1 0 0,0-1 0,-1 1 0,0 0 0,0 0 0,0-1 0,0 1 0,0-1 0,-1 1 0,0-1 0,1 1 0,-1-1 0,-1-6 0,-1 4 0,0-1 0,0 1 0,-1-1 0,0 1 0,0 0 0,0 0 0,-1 0 0,0 0 0,0 1 0,-7-8 0,5 6 0,-1 1 0,0 0 0,0 0 0,0 1 0,-1 0 0,0 0 0,-11-5 0,7 5-80,-1 1 0,1 1-1,-1 0 1,0 0 0,0 1-1,0 1 1,0 0 0,-1 1-1,1 0 1,0 1 0,0 0 0,0 1-1,0 1 1,0 0 0,1 1-1,-23 10 1,19-7-6746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54.8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361 66 24575,'-20'-9'0,"-79"-29"0,84 33 0,1 1 0,0 1 0,-1 1 0,1 0 0,-17 0 0,28 2 0,0 0 0,0 0 0,0 1 0,0-1 0,1 1 0,-1-1 0,0 1 0,0 0 0,1 0 0,-1 0 0,0 1 0,1-1 0,-1 1 0,1-1 0,0 1 0,-1 0 0,1 0 0,0 0 0,0 0 0,0 0 0,1 0 0,-1 1 0,-2 4 0,2-4 0,1 0 0,0 0 0,0 1 0,0-1 0,0 1 0,1-1 0,-1 1 0,1-1 0,0 1 0,0-1 0,0 1 0,0-1 0,1 1 0,-1-1 0,1 1 0,0-1 0,0 0 0,0 1 0,3 3 0,2 4 0,0 0 0,1-1 0,1 0 0,0-1 0,0 1 0,0-2 0,11 9 0,74 52 0,-66-50 0,0-1 0,-15-11 0,0 1 0,14 12 0,-25-19 0,-1-1 0,0 0 0,1 1 0,-1-1 0,0 0 0,1 1 0,-1-1 0,0 0 0,1 1 0,-1-1 0,0 1 0,0-1 0,1 0 0,-1 1 0,0-1 0,0 1 0,0-1 0,0 1 0,0-1 0,0 1 0,1-1 0,-1 1 0,0-1 0,0 1 0,0-1 0,-1 1 0,1-1 0,0 1 0,0-1 0,0 0 0,0 1 0,0-1 0,-1 1 0,1-1 0,0 1 0,0-1 0,-1 0 0,1 1 0,0-1 0,0 1 0,-1-1 0,1 0 0,-1 1 0,1-1 0,0 0 0,-1 0 0,1 1 0,-1-1 0,1 0 0,0 0 0,-1 0 0,1 1 0,-1-1 0,1 0 0,-2 0 0,-28 8 0,30-8 0,-21 2 0,0 0 0,0-2 0,-1 0 0,-27-5 0,-84-21 0,130 26-105,0-1 0,0 0 0,1 0 0,-1 0 0,0 0 0,0 0 0,0-1 0,1 1 0,-1-1 0,1 1 0,-1-1 0,-2-3 0,0-3-6721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55.0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24575,'0'5'0,"0"4"0,0 3 0,0 2 0,0-2-8191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55.2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24575,'13'24'0,"5"14"0,4 4 0,-1 1 0,-1-5 0,-3-9-8191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55.8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99 474 24575,'-4'-2'0,"-6"-4"0,0 0 0,-13-4 0,21 9 0,0 1 0,0-1 0,0 0 0,0 1 0,0-1 0,0 1 0,0 0 0,0-1 0,0 1 0,0 0 0,0 0 0,0 1 0,0-1 0,0 0 0,0 1 0,0-1 0,0 1 0,0 0 0,-3 1 0,4-1 0,0-1 0,0 1 0,1 0 0,-1 0 0,0 0 0,1 0 0,-1 0 0,1-1 0,-1 1 0,1 0 0,0 0 0,-1 1 0,1-1 0,0 0 0,0 0 0,0 0 0,0 0 0,0 0 0,0 0 0,0 0 0,0 0 0,0 0 0,0 0 0,0 0 0,1 0 0,-1 0 0,0 0 0,1 0 0,-1 0 0,2 2 0,0 1 0,0 0 0,1 0 0,-1 0 0,1 0 0,5 5 0,-5-6 0,-1 0 0,1-1 0,0 0 0,0 1 0,0-1 0,0 0 0,0-1 0,0 1 0,0 0 0,1-1 0,3 1 0,-5-1 0,-1-1 0,1 0 0,-1 0 0,1 0 0,-1 0 0,1 0 0,0 0 0,-1-1 0,1 1 0,-1 0 0,1-1 0,-1 1 0,1-1 0,-1 0 0,1 1 0,-1-1 0,0 0 0,1 0 0,-1 0 0,0 0 0,0 0 0,0 0 0,0 0 0,0-1 0,0 1 0,0 0 0,1-3 0,4-5 0,-1-1 0,0 0 0,-1-1 0,0 1 0,-1-1 0,0 0 0,-1 0 0,0 0 0,1-11 0,-2-5 0,0 1 0,-6-45 0,-1 31 0,-1 1 0,-2 0 0,-2 0 0,-1 1 0,-19-39 0,27 72 0,3 12 0,4 14 0,14 43 0,45 112 0,-47-135 0,24 50 0,-31-76 0,0-1 0,1 0 0,20 25 0,-25-35 0,0 1 0,1-1 0,-1 0 0,1 0 0,0 0 0,1-1 0,-1 1 0,1-1 0,-1-1 0,1 1 0,0-1 0,0 0 0,0 0 0,0-1 0,0 0 0,0 0 0,1 0 0,-1-1 0,0 0 0,0 0 0,1 0 0,-1-1 0,0 0 0,0 0 0,0-1 0,0 0 0,0 0 0,0 0 0,0-1 0,-1 1 0,1-1 0,-1-1 0,0 1 0,0-1 0,0 0 0,0 0 0,0 0 0,-1-1 0,6-7 0,-6 5 0,0 1 0,0-1 0,-1 0 0,0 0 0,0-1 0,0 1 0,-1-1 0,0 1 0,1-15 0,-1-4 0,-3-42 0,0 45 0,1 23 0,-3-25 0,3 25 0,0-1 0,0 1 0,0-1 0,0 1 0,0-1 0,-1 1 0,1 0 0,0-1 0,0 1 0,-1-1 0,1 1 0,0 0 0,0-1 0,-1 1 0,1 0 0,0-1 0,-1 1 0,1 0 0,-1-1 0,0 1 0,1 0 0,-1 0 0,1 0 0,0 1 0,-1-1 0,1 0 0,-1 0 0,1 0 0,-1 0 0,1 1 0,-1-1 0,1 0 0,0 0 0,-1 1 0,1-1 0,-1 0 0,1 0 0,0 1 0,-1-1 0,1 1 0,0-1 0,0 0 0,-1 1 0,-3 5 0,1 0 0,-1 0 0,1 0 0,1 1 0,-1-1 0,1 1 0,0-1 0,0 1 0,1 0 0,0-1 0,0 1 0,1 0 0,0 13 0,1-7 0,1 1 0,0 0 0,0 0 0,1 0 0,10 24 0,-10-31 0,0 0 0,1-1 0,0 1 0,0-1 0,1 0 0,0 0 0,0 0 0,0 0 0,11 8 0,-13-12 0,0 1 0,1-1 0,-1 0 0,1 0 0,-1 0 0,1 0 0,0-1 0,0 1 0,0-1 0,-1 0 0,1 0 0,0-1 0,1 1 0,-1-1 0,0 0 0,0 0 0,0 0 0,0-1 0,0 1 0,4-2 0,-5 1-91,-1 0 0,1 0 0,-1 0 0,1 0 0,-1-1 0,0 1 0,1-1 0,-1 1 0,0-1 0,0 0 0,0 0 0,0 0 0,-1 0 0,3-3 0,2-6-6735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56.4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152 476 24575,'-20'-2'0,"7"0"0,0 1 0,0 0 0,-1 0 0,1 2 0,-21 3 0,32-4 0,1 0 0,-1 0 0,0 1 0,1-1 0,-1 1 0,0 0 0,1-1 0,-1 1 0,1 0 0,-1 0 0,1 0 0,0 0 0,-1 0 0,1 0 0,0 0 0,0 0 0,0 1 0,-2 2 0,2-3 0,1 0 0,-1 1 0,1-1 0,0 1 0,0-1 0,-1 1 0,1-1 0,0 1 0,0-1 0,1 0 0,-1 1 0,0-1 0,0 1 0,1-1 0,-1 1 0,1-1 0,0 2 0,2 3 0,1 0 0,-1 0 0,1 0 0,1-1 0,-1 1 0,1-1 0,8 7 0,-11-10 0,0-1 0,0 1 0,1 0 0,-1-1 0,0 1 0,1-1 0,-1 0 0,1 0 0,0 0 0,-1 0 0,1 0 0,0-1 0,-1 1 0,1-1 0,0 0 0,0 0 0,0 0 0,-1 0 0,1 0 0,3-1 0,-3 0 0,1 0 0,-1 0 0,0-1 0,0 1 0,0-1 0,0 0 0,-1 0 0,1 0 0,0 0 0,-1 0 0,0 0 0,1-1 0,-1 1 0,0-1 0,0 0 0,3-5 0,-1 0 0,-1 0 0,0 0 0,0 0 0,-1 0 0,0-1 0,0 1 0,-1-1 0,0 0 0,-1-14 0,-1-1 0,-1-1 0,-6-27 0,0 7 0,-3 1 0,-1 1 0,-2 0 0,-3 0 0,-24-45 0,22 46 0,17 51 0,4 8 0,6 18 0,1 0 0,2-1 0,27 56 0,60 93 0,-75-144-455,-2 0 0,21 55 0,-37-79-6371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57.6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24575,'5'10'0,"1"5"0,0 3 0,-1 1 0,-1 0 0,-2-2 0,-1 0 0,0-1 0,-1-1 0,0-1 0,-3-2 0,-3-1 0,-3-2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58.4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118 146 24575,'0'24'0,"2"-1"0,0 1 0,2 0 0,0-1 0,2 0 0,0 0 0,2 0 0,0-1 0,2 0 0,12 21 0,-8-26 0,-14-16 0,0-1 0,1 0 0,-1 0 0,0 1 0,0-1 0,0 0 0,1 0 0,-1 0 0,0 1 0,0-1 0,1 0 0,-1 0 0,0 0 0,1 0 0,-1 0 0,0 1 0,0-1 0,1 0 0,-1 0 0,0 0 0,1 0 0,-1 0 0,0 0 0,1 0 0,-1 0 0,0 0 0,1 0 0,-1-1 0,0 1 0,0 0 0,1 0 0,-1 0 0,0 0 0,1 0 0,-1 0 0,0-1 0,0 1 0,1 0 0,-1 0 0,0 0 0,0-1 0,0 1 0,1 0 0,-1 0 0,0-1 0,0 1 0,0 0 0,0 0 0,1-1 0,-1 1 0,0 0 0,0-1 0,0 1 0,0 0 0,0-1 0,0 1 0,0 0 0,0 0 0,0-1 0,0 1 0,0 0 0,0-1 0,0 1 0,0-4 0,0 0 0,0 0 0,0 0 0,-1-1 0,0 1 0,1 1 0,-1-1 0,-1 0 0,1 0 0,0 0 0,-3-4 0,-4-6 0,-12-19 0,-30-38 0,-19-30 0,55 79 0,3 5 0,-9-20 0,18 33 0,-1-1 0,1 0 0,1-1 0,-1 1 0,1 0 0,0 0 0,0-1 0,0-10 0,1 15 0,0 0 0,0 0 0,0-1 0,1 1 0,-1 0 0,0 0 0,0 0 0,1 0 0,-1 0 0,1 0 0,-1 0 0,1 0 0,-1 0 0,1 0 0,0 0 0,-1 0 0,1 0 0,0 0 0,0 1 0,-1-1 0,1 0 0,2 0 0,-2 0 0,1 0 0,0 0 0,0 1 0,0-1 0,0 1 0,0-1 0,0 1 0,0 0 0,0 0 0,0 0 0,4 1 0,2 0 0,1 1 0,-1 0 0,1 1 0,12 5 0,10 7 0,-1 1 0,-1 1 0,0 1 0,-2 2 0,0 1 0,-1 1 0,41 47 0,-49-49 0,14 25 0,-26-37 0,-1 1 0,0 0 0,0 1 0,-1-1 0,5 19 0,-8-24 0,0 0 0,0 0 0,-1 0 0,0 0 0,0 0 0,0 0 0,0-1 0,-1 1 0,1 0 0,-1 0 0,0 0 0,0 0 0,-1 0 0,-1 4 0,0-3 0,0 0 0,-1 0 0,1 0 0,-1-1 0,0 1 0,0-1 0,0 0 0,-9 6 0,1-2 0,-1-1 0,0 0 0,0 0 0,0-2 0,-1 0 0,-27 7 0,21-8 60,-26 2 0,38-5-272,0-1 0,0 0 0,0 0-1,0-1 1,0 0 0,-8-3 0,6 1-6614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58.7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1 24575,'-7'22'0,"-3"10"0,0 1 0,3-1 0,2-5 0,1-4 0,5-3 0,4-3 0,1-2 0,3-3 0,-1-2 0,1-2 0,-2 0 0,2-1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58.9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664 84 24575,'-51'-19'0,"-1"2"0,-1 2 0,-103-16 0,142 30 4,-1 1-1,1 0 1,0 1-1,0 0 1,0 2-1,0-1 1,-19 7-1,-9 6-60,-40 21 0,2-1-1222,65-29-5547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59.3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24575,'3'27'0,"0"11"0,0 2 0,2-3 0,0-6 0,2-6 0,-1-4 0,2-4 0,1-2 0,0-1 0,-3-5 0,-1-7 0,-4-6 0,-6-8 0,-3-3 0,-3-3 0,0 0 0,2 3-8191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59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1 116 24575,'31'-18'0,"2"3"0,0 0 0,0 2 0,2 2 0,-1 1 0,1 2 0,44-6 0,-6 3 0,-129 21-1365,40-8-5461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5:59.7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58 24575,'19'-7'0,"10"-3"0,1-2 0,-1 1 0,-3 3 0,-4 2 0,-3 2 0,-2 5 0,-2 2 0,-4 0-8191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00.0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0 24575,'-3'27'0,"0"11"0,0 2 0,3-3 0,1-4 0,1-4 0,3-5 0,-1-4 0,3-4 0,2 0 0,2-2 0,2-3 0,0-4 0,-1-2-8191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00.2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447 7 24575,'-30'-3'0,"-14"0"0,-4 2 0,0 2 0,4 3 0,2 1 0,0 1 0,1 4 0,0-2 0,4-1 0,8-2-8191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01.0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40 258 24575,'11'-8'0,"8"-5"0,-1 0 0,31-32 0,-45 42 0,-1-1 0,1 0 0,-1 0 0,0-1 0,0 1 0,-1-1 0,1 1 0,-1-1 0,0 0 0,0 0 0,0 0 0,-1 0 0,0 0 0,0 0 0,0-1 0,-1 1 0,1 0 0,-2-7 0,0 7 0,0 1 0,0 0 0,-1 0 0,1 0 0,-1 0 0,0 0 0,0 0 0,-1 0 0,1 0 0,-1 1 0,0 0 0,0-1 0,0 1 0,0 0 0,-1 0 0,1 1 0,-1-1 0,-5-3 0,6 5 0,0-1 0,1 1 0,-1-1 0,0 1 0,0 0 0,0 0 0,0 1 0,0-1 0,0 0 0,0 1 0,0 0 0,0 0 0,0 0 0,0 0 0,0 0 0,0 0 0,0 1 0,0-1 0,0 1 0,0 0 0,0 0 0,1 0 0,-1 1 0,0-1 0,0 1 0,-4 3 0,3-2 0,1 0 0,0 1 0,-1 0 0,1-1 0,1 1 0,-1 0 0,1 1 0,-1-1 0,1 0 0,0 1 0,1-1 0,-1 1 0,1 0 0,0-1 0,0 1 0,0 0 0,1 0 0,-1 0 0,1-1 0,0 1 0,1 0 0,-1 0 0,1 0 0,0-1 0,0 1 0,1 0 0,-1-1 0,1 1 0,0-1 0,0 1 0,1-1 0,-1 0 0,7 7 0,-1-1 0,1-1 0,0 0 0,1-1 0,0 0 0,1 0 0,0-1 0,0 0 0,0-1 0,1 0 0,17 6 0,-10-6 0,1-1 0,-1 0 0,1-1 0,1-1 0,38 0 0,-56-3-97,0 0-1,0 0 1,1 0-1,-1 0 1,0-1-1,0 1 1,0-1-1,0 0 1,0 0-1,0 0 1,0-1-1,0 1 0,4-3 1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01.2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24575,'29'10'0,"15"5"0,5 4 0,1-1 0,-2 1 0,-3 1 0,-4 0 0,-1-1 0,-3 1 0,-5-1 0,-3 0 0,-4-2 0,-4-3 0,-3-2 0,-2-2 0,-4-2 0,-2-1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01.4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143 1 24575,'-17'10'0,"-6"8"0,1 3 0,2 1 0,4-1 0,5-2 0,5-1 0,0-2 0,1 0 0,0-4 0,0-1 0,-1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01.6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24575,'13'27'0,"5"8"0,1 2 0,-3-4 0,-5-4 0,-6-8 0,-6-7 0,-7-6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01.8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24575,'0'3'0,"0"5"0,2 4 0,4 5 0,0 2 0,3 2 0,1 4 0,1-2 0,2-1 0,1-2 0,-2-4-8191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02.2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 3 24575,'-2'-1'0,"0"0"0,0 1 0,0 0 0,-1-1 0,1 1 0,0 0 0,0 0 0,-1 0 0,1 0 0,0 1 0,0-1 0,-1 1 0,1-1 0,-3 2 0,4-1 0,0 0 0,0 0 0,0 0 0,0-1 0,0 1 0,0 0 0,0 0 0,0 1 0,0-1 0,1 0 0,-1 0 0,0 0 0,1 0 0,-1 1 0,1-1 0,-1 0 0,1 0 0,0 1 0,0-1 0,-1 0 0,1 1 0,0-1 0,0 0 0,0 1 0,1 1 0,1 7 0,0 0 0,1 0 0,0 0 0,1 0 0,0-1 0,0 1 0,11 15 0,-1 1 0,7 9 0,-14-23 0,10 20 0,-16-31 0,-1 0 0,1-1 0,-1 1 0,0 0 0,0 0 0,1 0 0,-1-1 0,0 1 0,0 0 0,0 0 0,0 0 0,0 0 0,0 0 0,0-1 0,0 1 0,0 0 0,0 0 0,0 0 0,-1 0 0,1 0 0,0-1 0,-1 1 0,1 0 0,-1 1 0,0-2 0,0 1 0,0 0 0,0 0 0,0-1 0,0 1 0,0-1 0,0 1 0,0-1 0,0 1 0,-1-1 0,1 1 0,0-1 0,0 0 0,-3 0 0,-5 0 0,0 0 0,0 0 0,-16-4 0,19 3 0,-151-29-1365,137 25-5461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02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172 0 24575,'12'125'0,"5"-2"0,38 136 0,-28-156 0,-27-102 0,0 0 0,1 0 0,-1 0 0,0 0 0,1 0 0,-1 0 0,0 0 0,1-1 0,0 1 0,-1 0 0,1 0 0,-1 0 0,1 0 0,0-1 0,-1 1 0,1 0 0,0-1 0,0 1 0,0 0 0,0-1 0,-1 1 0,1-1 0,0 0 0,0 1 0,0-1 0,2 1 0,-3-2 0,1 1 0,0 0 0,0-1 0,0 1 0,-1-1 0,1 1 0,0-1 0,-1 1 0,1-1 0,0 1 0,-1-1 0,1 0 0,-1 1 0,1-1 0,-1 0 0,1 1 0,-1-1 0,0 0 0,1 0 0,-1 0 0,0 1 0,0-1 0,1 0 0,-1 0 0,0 0 0,0 0 0,0 1 0,0-1 0,0 0 0,0 0 0,0-1 0,-1-5 0,1 0 0,-1 0 0,0 0 0,0 0 0,-1 1 0,0-1 0,0 0 0,-1 1 0,0-1 0,-7-10 0,-2-3 0,-28-34 0,26 37 0,-1 0 0,0 0 0,-1 2 0,-1 0 0,-31-22 0,46 36 0,0-1 0,0 1 0,-1 0 0,1 0 0,0 0 0,-1 0 0,1 1 0,0-1 0,-1 1 0,1-1 0,-1 1 0,1 0 0,-1 0 0,1 0 0,-1 0 0,1 1 0,-1-1 0,1 1 0,-1-1 0,1 1 0,0 0 0,-5 2 0,3-1 0,0 1 0,0 0 0,1 0 0,-1 1 0,1-1 0,0 1 0,0-1 0,0 1 0,0 0 0,-4 9 0,0 1-1365,2 0-5461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02.9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145 3 24575,'-13'-1'0,"1"0"0,-1 0 0,1 1 0,-1 1 0,-12 2 0,23-3 0,-1 1 0,0-1 0,1 1 0,-1 0 0,0 0 0,1 0 0,-1 0 0,1 0 0,0 0 0,-1 1 0,1-1 0,0 1 0,0 0 0,0 0 0,0-1 0,0 1 0,0 0 0,0 1 0,1-1 0,-1 0 0,1 0 0,0 1 0,0-1 0,-1 1 0,1-1 0,1 1 0,-1 0 0,0-1 0,0 4 0,1 3 0,0-1 0,0 0 0,1 0 0,0 1 0,1-1 0,0 0 0,0 0 0,0 0 0,6 11 0,5 8 0,20 31 0,-29-51 0,-2-4 0,7 11 0,-1 1 0,0-1 0,-1 1 0,0 1 0,6 23 0,-13-38 2,0 1 0,0-1 0,0 1 0,0-1 0,0 0 0,0 1 0,0-1 0,0 1 0,0-1 0,-1 1 0,1-1 0,-1 0 0,1 1 0,-1-1 0,1 0 0,-1 0 0,0 1 0,0-1 0,0 0 0,1 0 0,-1 0 0,0 0 0,0 0 0,0 0-1,-1 0 1,1 0 0,0 0 0,0-1 0,0 1 0,-1 0 0,1-1 0,0 1 0,-1-1 0,-1 1 0,-7 2-121,1-1 0,-1 1 1,-19 0-1,12-1-840,-5 2-5867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12.5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6 147 24575,'-5'-9'0,"5"10"0,9 18 0,-3-5 0,8 20 0,2 7 0,2 0 0,25 39 0,-9-31 0,-22-32 0,0 0 0,-1 1 0,11 23 0,-20-31 0,-9-14 0,-9-14 0,-11-14 0,2-1 0,-39-68 0,55 83 0,0 0 0,1-1 0,1-1 0,1 1 0,1-1 0,0 0 0,-3-38 0,8 51 0,-1-5 0,0 1 0,1-1 0,1 1 0,0-1 0,2-11 0,-2 20 0,0 0 0,-1 1 0,1-1 0,0 1 0,0-1 0,1 1 0,-1-1 0,1 1 0,-1 0 0,1 0 0,0 0 0,-1 0 0,1 0 0,0 0 0,0 0 0,1 1 0,-1-1 0,0 1 0,1-1 0,-1 1 0,0 0 0,1 0 0,0 0 0,-1 0 0,1 0 0,5 0 0,1 0 0,0 0 0,0 1 0,0 0 0,1 1 0,-1 0 0,0 0 0,0 1 0,0 0 0,0 1 0,14 6 0,-18-7 0,-1 0 0,1 0 0,-1 1 0,0-1 0,1 1 0,-1 0 0,-1 0 0,1 1 0,0-1 0,-1 1 0,0-1 0,1 1 0,-2 0 0,1 1 0,0-1 0,-1 0 0,0 1 0,0-1 0,0 1 0,0 0 0,0 6 0,-1-9 0,-1 1 0,0-1 0,0 1 0,0-1 0,-1 1 0,1-1 0,-1 1 0,1-1 0,-1 0 0,0 1 0,0-1 0,0 0 0,-2 4 0,0-1 0,0-1 0,0 0 0,0 0 0,-1 0 0,0-1 0,-4 5 0,-4 0 0,0 0 0,0 0 0,-25 10 0,16-10-455,-1 0 0,-26 5 0,35-10-6371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13.0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187 133 24575,'-13'-8'0,"-1"1"0,0 0 0,0 1 0,-1 0 0,0 1 0,0 1 0,-17-3 0,30 7 0,0 0 0,0-1 0,0 1 0,0 0 0,0 1 0,0-1 0,0 0 0,0 0 0,0 1 0,0-1 0,0 1 0,1 0 0,-1-1 0,0 1 0,0 0 0,1 0 0,-4 2 0,4-1 0,0-1 0,0 0 0,0 0 0,1 0 0,-1 1 0,0-1 0,1 0 0,-1 1 0,1-1 0,-1 1 0,1-1 0,0 1 0,0-1 0,0 1 0,0-1 0,0 0 0,0 1 0,0-1 0,0 1 0,0-1 0,1 1 0,-1-1 0,0 1 0,2 0 0,0 4 0,0 0 0,1 0 0,0-1 0,1 1 0,-1-1 0,1 0 0,0 0 0,0 0 0,0 0 0,1-1 0,0 0 0,9 7 0,-7-7 0,-1 0 0,1 0 0,0-1 0,0 1 0,0-2 0,0 1 0,1-1 0,-1 0 0,1 0 0,10 0 0,-17-2 0,0 0 0,0 0 0,0 0 0,0 0 0,0 0 0,1 0 0,-1 0 0,0-1 0,0 1 0,0 0 0,0-1 0,0 1 0,0-1 0,0 1 0,0-1 0,0 1 0,0-1 0,0 0 0,0 1 0,0-1 0,0 0 0,1-1 0,-1 0 0,-1 0 0,1 1 0,0-1 0,-1 0 0,1 0 0,-1 1 0,1-1 0,-1 0 0,0 0 0,0 0 0,0 0 0,0-3 0,-1-2 0,0 1 0,-1-1 0,1 0 0,-1 1 0,-1 0 0,-5-11 0,0 2 24,-1 1 0,-1 0 0,0 1 0,-18-18 0,23 26-138,-1-1 0,0 1-1,0 1 1,0-1 0,0 1 0,-1 0-1,0 1 1,0-1 0,0 1 0,0 1-1,0-1 1,-9-1 0,3 3-6712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13.6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218 534 24575,'-18'-70'0,"-2"1"0,-55-122 0,-16 1 0,82 176 0,9 14 0,0 0 0,0 0 0,-1 0 0,1 0 0,0 0 0,0 0 0,0 0 0,0 0 0,0 0 0,-1 0 0,1 0 0,0 0 0,0 1 0,0-1 0,0 0 0,0 0 0,0 0 0,-1 0 0,1 0 0,0 0 0,0 0 0,0 0 0,0 0 0,0 0 0,0 1 0,0-1 0,-1 0 0,1 0 0,0 0 0,0 0 0,0 0 0,0 0 0,0 1 0,0-1 0,0 0 0,0 0 0,0 0 0,0 0 0,0 0 0,0 1 0,0-1 0,0 0 0,0 0 0,0 0 0,0 0 0,-1 31 0,1-24 0,3 40 0,16 81 0,-16-113 0,1 1 0,0-1 0,1 0 0,1-1 0,0 1 0,1-1 0,1-1 0,0 1 0,1-1 0,0-1 0,1 1 0,0-2 0,1 1 0,0-2 0,1 1 0,1-1 0,-1-1 0,1-1 0,25 13 0,-17-10 0,1-1 0,0-2 0,1 0 0,28 6 0,-42-12 0,0-1 0,0 0 0,0 0 0,0 0 0,0-1 0,0-1 0,1 0 0,-1 0 0,0 0 0,0-1 0,0-1 0,-1 1 0,1-2 0,8-3 0,-13 5 0,-1 0 0,1-1 0,-1 1 0,0-1 0,0 1 0,0-1 0,0 0 0,0 0 0,-1-1 0,1 1 0,-1 0 0,0-1 0,0 0 0,0 1 0,1-5 0,-1 2 0,-1 1 0,0 0 0,0-1 0,0 1 0,-1-1 0,0 1 0,0-1 0,0 1 0,-1 0 0,-1-9 0,0 6 0,-1-1 0,0 1 0,0-1 0,0 1 0,-1 0 0,-1 1 0,1-1 0,-1 1 0,0-1 0,-1 1 0,0 1 0,0-1 0,-13-10 0,12 13 0,-30-21 0,34 23 0,0 1 0,0-1 0,0 1 0,0 0 0,0 0 0,-1 0 0,1 0 0,0 0 0,0 1 0,-6-1 0,8 2 0,-1-1 0,1 0 0,-1 1 0,1-1 0,-1 1 0,1-1 0,-1 1 0,1 0 0,0-1 0,-1 1 0,1 0 0,0 0 0,0 0 0,0 0 0,0 0 0,-1 0 0,1 1 0,1-1 0,-1 0 0,0 0 0,0 1 0,0-1 0,1 0 0,-1 1 0,1-1 0,-1 1 0,1-1 0,-1 1 0,1-1 0,0 1 0,0-1 0,0 3 0,-1 1 0,1 0 0,0 1 0,1-1 0,-1 0 0,1 0 0,0 1 0,0-1 0,3 6 0,1 2 0,2 0 0,0-1 0,0 0 0,1-1 0,0 0 0,1 0 0,1-1 0,15 15 0,3-2 0,0-2 0,36 21 0,-50-33-124,0 0 0,1-1 0,0-1 0,1-1 0,0 0 0,0-1-1,0 0 1,0-2 0,1 0 0,23 2 0,-28-5-6702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14.4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40 24575,'10'-6'0,"-1"1"0,1 0 0,0 1 0,0 0 0,0 0 0,0 1 0,1 0 0,-1 1 0,1 0 0,0 1 0,0 0 0,18 2 0,-22-1 0,-1 1 0,0-1 0,1 2 0,-1-1 0,0 1 0,0 0 0,0 0 0,0 0 0,0 1 0,0 0 0,-1 0 0,0 1 0,1 0 0,-1-1 0,0 2 0,-1-1 0,1 1 0,-1-1 0,0 1 0,0 0 0,0 1 0,5 9 0,-7-10 0,0-1 0,-1 1 0,1 0 0,-1 0 0,0-1 0,0 1 0,-1 0 0,1 0 0,-1 0 0,0 0 0,0 0 0,-1 0 0,1 0 0,-1 0 0,-3 7 0,-1 3 0,-1-1 0,-1 1 0,-13 20 0,12-23 0,1 1 0,0 0 0,1 0 0,-6 20 0,11-30 0,0-1 0,1 1 0,0-1 0,0 1 0,-1-1 0,1 1 0,1-1 0,-1 1 0,0-1 0,1 1 0,-1-1 0,1 1 0,0-1 0,0 1 0,0-1 0,2 5 0,0-4 0,-1 1 0,1-1 0,0 1 0,0-1 0,1 0 0,-1 0 0,1-1 0,-1 1 0,5 2 0,7 2 0,0 0 0,1-1 0,0 0 0,17 3 0,-11-4 60,37 5 0,-47-9-308,-1-1 1,0 1-1,0-2 1,0 0-1,15-3 1,-14 1-6579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14.6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290 1 24575,'-29'2'0,"-13"1"0,-1 0 0,2 0 0,5-1 0,4-1 0,5-1 0,4 1 0,7-1-8191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14.9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45 24575,'-29'-7'0,"-13"-3"0,-1 1 0,4 1 0,6 3 0,7 2 0,4 1 0,5 1 0,2 1 0,3 3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15.1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263 55 24575,'-27'-10'0,"-11"-3"0,-2 1 0,3 2 0,6 3 0,6 5 0,4 3 0,4 3 0,2 2 0,3-1-8191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16.3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17 24575,'-7'-14'0,"4"11"0,3 10 0,3 16 0,3 19 0,2 0 0,1 0 0,18 48 0,-21-75-96,56 161-1173,-59-164-5557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16.5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 0 24575,'-3'2'0,"0"4"0,-3 1 0,1 1 0,0 2 0,-1-1 0,0 1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17.0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33 24575,'37'-10'0,"1"2"0,0 2 0,44-2 0,-68 8 0,0 0 0,0 1 0,0 0 0,0 2 0,0-1 0,-1 2 0,1 0 0,-1 0 0,0 1 0,0 1 0,0 0 0,11 8 0,-19-11 0,-1 0 0,1 0 0,-1 0 0,0 1 0,0 0 0,-1 0 0,1 0 0,5 9 0,-7-9 0,0 0 0,0 0 0,-1 1 0,1-1 0,-1 1 0,0-1 0,-1 1 0,1-1 0,-1 1 0,0 7 0,0-8 0,-1 0 0,1-1 0,-1 1 0,0 0 0,0-1 0,0 1 0,0-1 0,-1 1 0,0-1 0,1 0 0,-5 5 0,-2 3 0,-18 18 0,-5 5 0,28-30 0,1-1 0,0 1 0,0 0 0,0 0 0,0-1 0,0 1 0,1 1 0,0-1 0,-1 0 0,2 0 0,-2 5 0,2-6 0,0-1 0,1 0 0,-1 0 0,0 0 0,1 0 0,-1 1 0,1-1 0,0 0 0,-1 0 0,1 0 0,0 0 0,0 0 0,0-1 0,1 1 0,-1 0 0,0 0 0,1-1 0,-1 1 0,1-1 0,0 1 0,-1-1 0,1 0 0,3 2 0,3 2 0,1-1 0,-1 0 0,1-1 0,0 0 0,0 0 0,0-1 0,0 0 0,15 0 0,8 0 0,37-4 0,-16 1 0,-39 1-1365,-2 0-5461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24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57 162 24575,'11'94'0,"-7"-45"0,-8-73 0,-1 0 0,-1 1 0,-15-37 0,11 34 0,1-2 0,-6-30 0,14 55 0,1 1 0,-1 0 0,1-1 0,0 1 0,0 0 0,0-1 0,0 1 0,0-1 0,1 1 0,-1 0 0,1-1 0,0 1 0,-1 0 0,1 0 0,0-1 0,0 1 0,0 0 0,3-3 0,-3 4 0,1-1 0,0 1 0,0-1 0,0 1 0,0 0 0,0 0 0,0 0 0,0 0 0,0 0 0,0 1 0,0-1 0,0 0 0,1 1 0,-1 0 0,0-1 0,0 1 0,1 0 0,-1 0 0,4 1 0,1 0 17,0 0 0,0 0 0,0 1 0,0 0 0,-1 1 0,11 4 0,36 24-1466,-52-31 1414,8 6-6791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24.4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24575,'0'7'0,"2"5"0,1 3 0,3-1 0,2 0 0,0-1 0,1 1 0,2-1 0,1 1 0,1 1 0,1-4 0,-2 1 0,-1-4 0,1-1 0,-3-1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24.5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24575,'12'10'0,"7"5"0,0 1-8191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25.0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82 24575,'-38'-19'0,"0"2"0,-1 2 0,-42-12 0,77 26 0,-1 0 0,1 0 0,-1 1 0,0 0 0,-9 0 0,14 0 0,-1 0 0,0 0 0,1 0 0,-1 0 0,1 0 0,-1 0 0,0 1 0,1-1 0,-1 0 0,0 0 0,1 1 0,-1-1 0,1 0 0,-1 1 0,1-1 0,-1 1 0,1-1 0,-1 0 0,1 1 0,0-1 0,-1 1 0,1-1 0,-1 1 0,1 0 0,0-1 0,0 1 0,-1-1 0,1 1 0,0 0 0,0-1 0,0 1 0,-1-1 0,1 1 0,0 0 0,0-1 0,0 1 0,0 0 0,0-1 0,1 1 0,-1 0 0,0-1 0,0 1 0,0 0 0,0-1 0,1 1 0,-1-1 0,0 1 0,1-1 0,0 2 0,0 2 0,1-1 0,0 1 0,1-1 0,-1 1 0,1-1 0,0 0 0,-1 1 0,6 2 0,29 22 0,-16-13 0,-3-2 0,7 6 0,-1 0 0,-1 2 0,21 22 0,-38-35 0,0-1 0,0 1 0,-1 0 0,0 0 0,-1 1 0,0 0 0,0-1 0,0 1 0,-1 0 0,-1 1 0,1-1 0,-2 1 0,1-1 0,-1 11 0,0-11 0,-1-1 0,-1 1 0,0 0 0,0 0 0,-4 15 0,5-23 0,-1 1 0,0 0 0,1 0 0,-1-1 0,0 1 0,0 0 0,0-1 0,0 1 0,0-1 0,0 1 0,0-1 0,-1 0 0,1 1 0,0-1 0,-1 0 0,1 0 0,-1 0 0,1 0 0,-1 0 0,0 0 0,0 0 0,1-1 0,-1 1 0,0-1 0,0 1 0,1-1 0,-1 0 0,0 1 0,0-1 0,0 0 0,0 0 0,0 0 0,-3-1 0,1 0 2,-1 0-1,0-1 1,1 1-1,-1-1 1,1 0-1,0 0 1,0 0-1,0-1 1,0 1-1,0-1 1,0 0-1,-3-4 1,-4-5-23,0 0 1,-11-17-1,-7-8-1302,16 24-5503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25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24575,'18'104'0,"-2"-7"0,-6-59 0,1 0 0,2 0 0,30 60 0,-29-72 0,0-2 0,2 1 0,1-2 0,1-1 0,38 39 0,-53-59 0,-1 0 0,0 0 0,1-1 0,-1 1 0,1 0 0,-1-1 0,1 0 0,0 1 0,4 0 0,-6-2 0,0 0 0,-1 1 0,1-1 0,0 0 0,0 0 0,0 0 0,0 0 0,0 0 0,0-1 0,0 1 0,-1 0 0,1 0 0,0-1 0,0 1 0,0 0 0,0-1 0,-1 1 0,1-1 0,0 1 0,0-1 0,-1 1 0,1-1 0,0 1 0,-1-1 0,1 0 0,-1 1 0,1-1 0,-1 0 0,1 0 0,-1 1 0,1-1 0,-1 0 0,0 0 0,1 0 0,-1-1 0,4-25-1365,-3 13-5461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25.7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24575,'17'2'0,"8"2"0,-2-1 0,-6-1-8191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26.1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42 24575,'6'0'0,"0"1"0,0-1 0,0 1 0,0 1 0,0-1 0,-1 1 0,1 0 0,0 0 0,-1 0 0,1 1 0,-1 0 0,0 0 0,0 1 0,0-1 0,0 1 0,-1 0 0,8 9 0,-11-12 0,-1-1 0,1 1 0,0 0 0,-1 0 0,1 0 0,0-1 0,0 1 0,0 0 0,0-1 0,0 1 0,0-1 0,0 1 0,0-1 0,0 1 0,0-1 0,0 0 0,0 1 0,0-1 0,0 0 0,0 0 0,0 0 0,0 0 0,1 0 0,-1 0 0,0 0 0,0 0 0,0-1 0,0 1 0,0 0 0,0-1 0,0 1 0,1-1 0,2-1 0,-1-1 0,0 0 0,0 1 0,0-1 0,-1 0 0,1-1 0,3-5 0,-1 1 0,1 0 0,1 0 0,-1 0 0,1 0 0,12-10 0,-16 17 0,-1-1 0,1 1 0,-1-1 0,1 1 0,0 0 0,-1 0 0,1 0 0,0 0 0,0 0 0,0 1 0,0-1 0,-1 1 0,1 0 0,0 0 0,0 0 0,0 0 0,0 1 0,0-1 0,0 1 0,-1 0 0,1-1 0,0 1 0,0 0 0,3 3 0,5 1 0,0 2 0,0-1 0,-1 2 0,18 15 0,32 40 0,-35-35 0,-6-11 0,-15-14 0,0 0 0,-1 0 0,1 1 0,-1-1 0,0 1 0,3 4 0,-6-8 1,0 0 0,0 0 0,0 0 0,0 0 0,1 0 0,-1 0-1,0 1 1,0-1 0,0 0 0,0 0 0,0 0 0,0 0 0,0 0 0,0 0 0,0 0-1,0 1 1,0-1 0,0 0 0,0 0 0,0 0 0,0 0 0,0 0 0,0 0 0,0 1-1,0-1 1,0 0 0,0 0 0,0 0 0,0 0 0,0 0 0,0 0 0,0 0 0,0 0-1,-1 1 1,1-1 0,0 0 0,0 0 0,0 0 0,0 0 0,0 0 0,0 0-1,0 0 1,0 0 0,0 0 0,-1 0 0,1 0 0,0 1 0,0-1 0,0 0 0,0 0-1,0 0 1,0 0 0,-1 0 0,1 0 0,0 0 0,0 0 0,0 0 0,0 0 0,0 0-1,0 0 1,0 0 0,-1-1 0,-8 0-963,8 1 503,-8-3-6367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26.4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24575,'21'41'0,"129"246"0,-127-250-455,1-1 0,48 55 0,-60-77-6371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26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410 119 24575,'-29'-17'0,"-13"-9"0,-3 1 0,2 4 0,8 7 0,3 4 0,3 5 0,2 5 0,0 5 0,0 2 0,-1 3 0,3-2 0,5-1-8191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27.2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187 2 24575,'-3'0'0,"0"-1"0,-1 1 0,1-1 0,0 1 0,0 0 0,-1 0 0,1 0 0,0 1 0,0-1 0,-1 1 0,1 0 0,0 0 0,-5 2 0,7-2 0,0-1 0,0 1 0,-1 0 0,1-1 0,0 1 0,0 0 0,0 0 0,1 0 0,-1 0 0,0 0 0,0 0 0,0 0 0,1 0 0,-1 0 0,0 1 0,1-1 0,-1 0 0,1 0 0,0 1 0,-1-1 0,1 0 0,0 1 0,0-1 0,0 0 0,0 0 0,0 1 0,0-1 0,0 0 0,0 1 0,0-1 0,1 0 0,-1 1 0,0-1 0,1 0 0,0 2 0,3 4 0,-1 0 0,1-1 0,0 1 0,0-1 0,1 0 0,0 0 0,0-1 0,8 7 0,0-1 0,1 0 0,22 13 0,-20-16 0,10 6 0,-24-13 0,-1-1 0,1 1 0,-1 0 0,0 0 0,0 1 0,1-1 0,-1 0 0,0 0 0,0 1 0,0-1 0,0 0 0,1 4 0,-2-5 0,0 1 0,0 0 0,0-1 0,0 1 0,0 0 0,0-1 0,0 1 0,0 0 0,0-1 0,0 1 0,0 0 0,-1-1 0,1 1 0,0 0 0,0-1 0,-1 1 0,1-1 0,-1 1 0,1 0 0,0-1 0,-1 1 0,1-1 0,-1 1 0,1-1 0,-1 0 0,1 1 0,-1-1 0,0 1 0,1-1 0,-1 0 0,1 0 0,-1 1 0,0-1 0,1 0 0,-1 0 0,0 0 0,-1 1 0,-26 3 0,-2-2 0,0-2 0,-55-6 0,78 5 20,-1-1 0,0-1 0,1 0 0,-1 0 0,-10-6 0,14 7-155,0-1 0,-1 1 0,2-1 0,-1 0 0,0 0 0,1 0 0,-1-1 0,1 0 0,0 1 0,-4-7 0,3 1-6691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27.4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24575,'8'12'0,"1"7"0,3 0 0,-1-1 0,-3-6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27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24575,'0'-2'0,"0"1"0,2 6 0,2 7 0,1 6 0,1 6 0,1 2 0,0 1 0,-1-6-8191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28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77 466 24575,'-5'-4'0,"2"0"0,-1 1 0,0-1 0,0 1 0,-1 0 0,1 0 0,-1 1 0,1-1 0,-1 1 0,0 0 0,0 0 0,-9-2 0,14 4 0,0 0 0,-1 0 0,1 0 0,-1 0 0,1 0 0,0 0 0,-1 0 0,1 0 0,0 0 0,-1 0 0,1 0 0,0 0 0,-1 0 0,1 0 0,0 1 0,-1-1 0,1 0 0,0 0 0,0 0 0,-1 0 0,1 1 0,0-1 0,-1 0 0,1 0 0,0 1 0,0-1 0,0 0 0,-1 0 0,1 1 0,0-1 0,0 0 0,0 1 0,-1 0 0,1 0 0,0 0 0,0 0 0,0 0 0,0 0 0,1 0 0,-1 0 0,0 0 0,0 0 0,1 0 0,-1 0 0,1 1 0,1 2 0,1 0 0,-1 0 0,1 0 0,4 4 0,-5-5 0,0-1 0,1 0 0,-1 0 0,1 0 0,0-1 0,-1 1 0,1 0 0,0-1 0,0 0 0,0 0 0,0 0 0,0 0 0,0 0 0,0 0 0,0-1 0,1 0 0,-1 1 0,0-1 0,0 0 0,0-1 0,1 1 0,4-2 0,-5 1 0,1 0 0,-1 0 0,0-1 0,0 0 0,0 0 0,0 0 0,0 0 0,0 0 0,-1 0 0,1-1 0,-1 1 0,1-1 0,-1 0 0,0 0 0,0 1 0,0-1 0,-1-1 0,1 1 0,-1 0 0,2-5 0,1-7 0,0 0 0,-2 0 0,1 0 0,-2-1 0,0 1 0,-1 0 0,-1-1 0,0 1 0,-1 0 0,0 0 0,-9-26 0,-3-1 0,-2 0 0,-37-69 0,49 104 0,3 4 0,-1 0 0,1 0 0,-1 0 0,0 0 0,0 1 0,0-1 0,-4-4 0,6 7 0,0 0 0,-1 0 0,1 0 0,0 0 0,0 1 0,-1-1 0,1 0 0,0 0 0,0 0 0,0 0 0,-1 0 0,1 0 0,0 0 0,0 1 0,0-1 0,-1 0 0,1 0 0,0 0 0,0 0 0,0 1 0,0-1 0,0 0 0,-1 0 0,1 0 0,0 1 0,0-1 0,0 0 0,0 0 0,0 1 0,0-1 0,0 0 0,0 0 0,0 0 0,0 1 0,0-1 0,0 0 0,0 0 0,0 1 0,0-1 0,0 0 0,0 0 0,0 1 0,-1 13 0,1-14 0,0 25 0,1 1 0,0-1 0,2 1 0,7 26 0,-5-34 0,0 0 0,2-1 0,0 0 0,1 0 0,0 0 0,15 21 0,-11-22 0,1 1 0,1-2 0,0 0 0,1-1 0,18 14 0,-20-18 0,0-1 0,1 0 0,0-1 0,0-1 0,1 0 0,0-1 0,16 4 0,-25-8 0,-1-1 0,0 0 0,1-1 0,-1 1 0,0-1 0,1 0 0,-1 0 0,0-1 0,1 0 0,-1 1 0,0-2 0,0 1 0,7-3 0,-9 2 0,0 1 0,0-1 0,0 0 0,0 0 0,0 0 0,-1 0 0,1 0 0,-1-1 0,0 1 0,1-1 0,-1 1 0,0-1 0,-1 0 0,1 0 0,0 0 0,-1 0 0,0 0 0,0 0 0,1-1 0,-2 1 0,1 0 0,0-4 0,1-6 0,-1 0 0,0 0 0,-3-22 0,2 29 0,-1 1 0,0-1 0,0 1 0,-1-1 0,1 1 0,-1 0 0,-1 0 0,1 0 0,-1 0 0,1 0 0,-5-5 0,6 9 0,0-1 0,0 1 0,0 0 0,0 0 0,0 0 0,-1 0 0,1 0 0,0 0 0,0 0 0,-1 0 0,1 1 0,-1-1 0,1 0 0,-1 1 0,1-1 0,-1 1 0,1-1 0,-4 1 0,4 0 0,-1 0 0,1 1 0,-1-1 0,1 0 0,-1 1 0,1-1 0,0 1 0,-1 0 0,1-1 0,0 1 0,0 0 0,-1 0 0,1 0 0,0 0 0,0 0 0,-1 1 0,-2 3 0,1-1 0,0 0 0,1 1 0,-1-1 0,1 1 0,0 0 0,0 0 0,0 0 0,1 0 0,-2 6 0,2-3 0,0 1 0,0-1 0,1 1 0,0 0 0,0-1 0,1 1 0,0-1 0,0 1 0,1-1 0,1 0 0,-1 1 0,1-1 0,0 0 0,1 0 0,0-1 0,0 1 0,1-1 0,0 0 0,0 0 0,1-1 0,-1 1 0,1-1 0,8 5 0,-8-5 17,1-1 0,1 0 1,-1 0-1,1-1 0,-1 0 0,17 5 0,-19-7-131,1-1 0,-1 0-1,0 0 1,1 0 0,-1 0 0,0-1-1,1 0 1,-1 0 0,1-1 0,-1 0-1,1 1 1,5-3 0,-2-1-6712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28.8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141 481 24575,'-2'0'0,"0"1"0,0 0 0,0 0 0,0 1 0,0-1 0,0 0 0,0 1 0,0-1 0,0 1 0,1-1 0,-1 1 0,1 0 0,-1 0 0,1 0 0,0 0 0,0 0 0,0 0 0,0 0 0,0 0 0,0 0 0,0 1 0,1-1 0,-1 3 0,0-3 0,1 0 0,0 0 0,0 0 0,0 0 0,0 0 0,0 0 0,1 0 0,-1 0 0,1 0 0,-1 0 0,1-1 0,0 1 0,-1 0 0,1 0 0,0 0 0,0-1 0,0 1 0,1 0 0,-1-1 0,0 1 0,0-1 0,1 1 0,-1-1 0,1 0 0,0 0 0,-1 0 0,3 2 0,-3-3 0,0 1 0,0-1 0,0 1 0,0-1 0,-1 0 0,1 1 0,0-1 0,0 0 0,0 0 0,0 0 0,0 1 0,0-1 0,0 0 0,0 0 0,-1 0 0,1-1 0,0 1 0,0 0 0,0 0 0,0 0 0,0-1 0,0 1 0,0 0 0,-1-1 0,2 0 0,-1 0 0,1 0 0,-1-1 0,0 1 0,0 0 0,0-1 0,0 1 0,0-1 0,0 1 0,-1-1 0,1 1 0,-1-1 0,2-2 0,0-6 0,-1 1 0,0-1 0,0-15 0,-1 25 0,0-19 0,-2-1 0,0 1 0,-1 0 0,-1 0 0,-11-34 0,-46-89 0,-2-6 0,42 90 0,59 130 0,67 107 0,-21-38 0,-30-37-1365,-46-84-5461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29.6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84 0 24575,'-3'12'0,"-2"7"0,-2 2 0,2 1 0,0-2 0,0-1 0,0-2 0,-1-4 0,-3-1 0,-1-3 0,-2 0 0,1-2-8191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30.2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24575,'0'13'0,"0"1"0,1-1 0,5 23 0,-5-31 0,1 0 0,0 1 0,0-1 0,0 0 0,1 0 0,0 0 0,0 0 0,0 0 0,1-1 0,-1 1 0,6 4 0,0-1 0,-1-1 0,1 0 0,0 0 0,1-1 0,17 9 0,-20-12 0,-1 0 0,1-1 0,0 0 0,0-1 0,0 1 0,0-1 0,0-1 0,0 1 0,0-1 0,10-1 0,-15 0 0,0 1 0,1-1 0,-1 1 0,0-1 0,0 0 0,0 0 0,0 0 0,-1 0 0,1 0 0,0 0 0,0 0 0,-1 0 0,1-1 0,0 1 0,1-3 0,0 1 0,-1-1 0,0 0 0,1 1 0,-1-1 0,0 0 0,-1 0 0,2-6 0,0 3 0,-2 0 0,1-1 0,-1 1 0,0-1 0,-1 0 0,0 1 0,0-1 0,-2-10 0,-1 8 0,2 8 0,1 0 0,-1 0 0,1 0 0,-1 0 0,1 0 0,0 0 0,-1-3 0,15 19 0,11 17 60,40 36 0,-55-58-225,0-1 0,0 0 0,1 0 0,0-1 0,0 0 0,1-1 0,0-1 0,14 5 0,-11-5-6661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30.5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49 103 24575,'-4'-2'0,"-1"-1"0,0 1 0,0 0 0,-6-2 0,10 4 0,0-1 0,0 1 0,0 0 0,1 0 0,-1 0 0,0 0 0,0 0 0,0 0 0,0 0 0,0 0 0,0 0 0,0 0 0,0 0 0,0 1 0,0-1 0,1 1 0,0-1 0,-1 0 0,1 1 0,0-1 0,-1 0 0,1 1 0,0-1 0,0 1 0,0-1 0,-1 1 0,1-1 0,0 0 0,0 1 0,0-1 0,0 1 0,0-1 0,0 1 0,0-1 0,0 1 0,0-1 0,0 1 0,0-1 0,0 0 0,0 1 0,0-1 0,0 1 0,1-1 0,-1 1 0,0 0 0,2 2 0,-1 0 0,1 1 0,0-1 0,0 0 0,0 0 0,0 0 0,1 0 0,-1 0 0,1-1 0,0 1 0,-1-1 0,5 3 0,7 4 0,21 11 0,-26-15 0,4 1 0,-1 1 0,1-2 0,1 0 0,-1-1 0,1 0 0,-1-1 0,20 3 0,-31-6 0,0 0 0,0 0 0,0 0 0,-1 0 0,1 0 0,0 0 0,0-1 0,0 1 0,-1-1 0,1 1 0,0-1 0,-1 1 0,1-1 0,0 0 0,-1 0 0,1 0 0,-1 0 0,1 0 0,-1 0 0,0 0 0,1-1 0,-1 1 0,0 0 0,0-1 0,0 1 0,0-1 0,0 1 0,0-1 0,1-3 0,-1 2 0,-1 0 0,1 0 0,-1-1 0,0 1 0,0 0 0,0 0 0,0-1 0,0 1 0,-1 0 0,1 0 0,-1 0 0,0-1 0,0 1 0,0 0 0,0 0 0,-3-3 0,-2-4-76,0 0 1,-1 1-1,0 0 0,-1 0 0,0 0 0,0 1 0,-1 0 0,0 1 1,0 0-1,-1 0 0,0 1 0,0 1 0,-1-1 0,1 2 1,-1-1-1,0 1 0,-21-4 0,15 6-6750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31.5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143 146 24575,'4'26'0,"1"4"0,1 1 0,17 50 0,-21-73 0,21 46 0,-20-48 0,0 0 0,0 0 0,1 0 0,0-1 0,0 1 0,7 6 0,-15-27 0,-18-23 0,-1 2 0,-36-43 0,-10-16 0,57 76 0,0-1 0,1 0 0,-8-23 0,18 40 0,0 0 0,0 0 0,0 0 0,0 0 0,1-1 0,-1 1 0,1 0 0,0 0 0,0-6 0,0 7 0,0 1 0,1 0 0,-1 0 0,1 0 0,-1 0 0,1 0 0,-1 0 0,1 1 0,-1-1 0,1 0 0,0 0 0,0 0 0,-1 0 0,1 1 0,0-1 0,0 0 0,0 1 0,0-1 0,0 1 0,0-1 0,0 1 0,0-1 0,0 1 0,0 0 0,0-1 0,0 1 0,0 0 0,0 0 0,0 0 0,0 0 0,0 0 0,2 0 0,5 0 0,1 1 0,-1 0 0,1 0 0,-1 1 0,0 0 0,13 5 0,46 24 0,-28-9 0,-1 2 0,-2 1 0,59 52 0,-78-61 0,29 36 0,-39-44 0,-1 1 0,0 0 0,0 1 0,-1-1 0,-1 1 0,6 14 0,-9-21 0,0 1 0,-1-1 0,1 0 0,-1 1 0,1-1 0,-1 0 0,0 1 0,-1-1 0,1 0 0,0 0 0,-1 1 0,0-1 0,0 0 0,0 0 0,-2 5 0,1-4 0,0 0 0,-1 0 0,0 0 0,0-1 0,0 1 0,0-1 0,0 0 0,-1 0 0,-7 6 0,1-3 0,0-1 0,0 0 0,-1 0 0,0-1 0,0-1 0,0 0 0,0 0 0,-13 1 0,-12 2-53,28-3-93,0-2 0,0 1 0,-1-1 1,1 0-1,-1-1 0,1 0 0,0 0 1,-17-3-1,16 0-6680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31.8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24575,'0'10'0,"0"6"0,2 2 0,2 1 0,1 2 0,1 0 0,1-2 0,3 2 0,1-1 0,2 1 0,0 0 0,-1-1 0,0-3 0,-1-2 0,-1-6-8191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31.9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526 53 24575,'-29'-13'0,"-13"-1"0,-3 2 0,0 3 0,6 5 0,4 3 0,4 5 0,-1 4 0,1 0 0,0 2 0,1-2 0,0-1 0,1 0 0,0-1 0,2-1 0,7-2-8191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32.4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24575,'3'5'0,"28"60"0,75 111 0,-102-171 0,-2-1 0,1-1 0,-1 0 0,0 0 0,1 0 0,0 0 0,0 0 0,3 2 0,-17-27 0,-10-10-1365,12 17-5461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32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75 24575,'19'-12'0,"12"-4"0,3 0 0,0 4 0,0 3 0,-1 3 0,-4 3 0,-2 2 0,-3 1 0,-3 1 0,-3-1 0,-2 3 0,-1 1 0,-6 0 0,-6-2 0,-7 3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32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24575,'29'5'0,"13"2"0,1-1 0,-4-3 0,-7-3 0,-8-1-8191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33.2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24575,'5'13'0,"4"6"0,3 4 0,2 2 0,-2 1 0,0-2 0,0-2 0,-1 0 0,-1-1 0,0-2 0,0-2 0,-1-1 0,-1 0 0,0-2 0,-1-2-8191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33.4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356 4 24575,'-24'-3'0,"-16"2"0,-6 4 0,-5 1 0,-3 2 0,2 1 0,2-2 0,11-1-8191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41.7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31 24575,'5'34'0,"1"-1"0,2 0 0,2 0 0,0 0 0,2-1 0,2-1 0,1 0 0,1-1 0,33 45 0,-36-57 0,-8-11 0,0-1 0,0 1 0,0 0 0,-1 1 0,0-1 0,5 14 0,-9-21 0,0 1 0,0-1 0,0 0 0,0 0 0,0 0 0,1 1 0,-1-1 0,0 0 0,0 0 0,0 0 0,0 1 0,0-1 0,0 0 0,0 0 0,0 0 0,0 1 0,0-1 0,0 0 0,0 0 0,0 0 0,0 1 0,0-1 0,0 0 0,-1 0 0,1 0 0,0 1 0,0-1 0,0 0 0,0 0 0,0 0 0,0 0 0,0 1 0,-1-1 0,1 0 0,0 0 0,0 0 0,0 0 0,0 0 0,-1 0 0,1 1 0,0-1 0,-10-4 0,-10-12 0,-7-11 0,1-2 0,1-1 0,-32-50 0,41 55 0,-20-47 0,32 62 0,0 0 0,1 0 0,0-1 0,1 1 0,0-1 0,0 0 0,1 0 0,1-11 0,0 18 0,0 1 0,1 0 0,0 0 0,-1-1 0,1 1 0,0 0 0,0 0 0,1 0 0,-1 0 0,1 0 0,-1 0 0,1 0 0,0 0 0,0 1 0,3-3 0,-1 1 0,0 0 0,0 1 0,1 0 0,0 0 0,-1 0 0,1 0 0,0 1 0,8-3 0,-1 1 0,1 1 0,0 0 0,0 1 0,0 1 0,0 0 0,0 0 0,13 2 0,-23-1 0,-1 0 0,0 1 0,1-1 0,-1 1 0,0 0 0,1-1 0,-1 1 0,0 0 0,0 0 0,0 1 0,0-1 0,0 0 0,0 1 0,0-1 0,0 1 0,-1 0 0,3 2 0,-3-2 0,0-1 0,0 1 0,0-1 0,-1 1 0,1-1 0,0 1 0,-1-1 0,0 1 0,1 0 0,-1-1 0,0 1 0,0-1 0,0 1 0,0 0 0,0-1 0,0 1 0,0 0 0,0-1 0,-1 1 0,1-1 0,-1 1 0,1 0 0,-1-1 0,0 1 0,1-1 0,-3 3 0,-1 1 4,0 1 1,-1-1-1,1 0 0,-1-1 0,0 1 1,-1-1-1,1 0 0,-1 0 0,0 0 1,-6 2-1,-12 5-131,-32 10 1,16-7-1033,27-9-5667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42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175 46 24575,'-18'-1'0,"1"1"0,-1 1 0,0 1 0,1 0 0,-1 2 0,-19 5 0,35-8 0,-1 0 0,1 0 0,0 0 0,0 0 0,0 1 0,-1-1 0,1 0 0,0 1 0,1 0 0,-1-1 0,-3 4 0,5-4 0,-1 0 0,1-1 0,0 1 0,-1 0 0,1 0 0,0 0 0,-1 0 0,1 0 0,0 0 0,0 0 0,0 0 0,0 0 0,0 0 0,0 0 0,0 0 0,0 0 0,0-1 0,1 1 0,-1 0 0,0 0 0,1 0 0,-1 0 0,0 0 0,1 0 0,-1 0 0,1-1 0,-1 1 0,1 0 0,0 0 0,-1-1 0,2 2 0,3 3 0,1 0 0,0 0 0,0 0 0,1-1 0,-1 0 0,1 0 0,0-1 0,13 5 0,-5-2 0,1-2 0,-1 0 0,21 2 0,21 0 0,-50-6 0,0 0 0,1 0 0,-1-1 0,0 0 0,13-3 0,-18 3 0,0 1 0,-1-1 0,1 0 0,-1 1 0,1-1 0,0 0 0,-1 0 0,0 0 0,1 0 0,-1 0 0,1 0 0,-1-1 0,0 1 0,0 0 0,0 0 0,0-1 0,0 1 0,0-1 0,0 1 0,0-1 0,-1 0 0,1 1 0,0-1 0,-1 0 0,0 1 0,1-1 0,-1 0 0,0 0 0,0 1 0,0-1 0,0 0 0,0 0 0,0 1 0,0-1 0,-1 0 0,1 1 0,-2-4 0,0 0 0,0-1 0,0 1 0,-1 0 0,1 0 0,-2 0 0,1 0 0,0 0 0,-1 1 0,0-1 0,-5-3 0,0 0-105,-1 2 0,0-1 0,0 2 0,0-1 0,-1 1 0,0 1 0,0 0 0,0 0 0,0 1 0,-1 1 0,1 0 0,-17-1 0,12 2-6721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42.5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24575,'5'29'0,"4"15"0,3 8 0,2-1 0,0-4 0,2-5 0,-1-5 0,0-3 0,1-4 0,-4-3 0,-1-4 0,1-4 0,-3-3 0,-2-1 0,0-3 0,-1-2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42.8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1 220 24575,'26'-5'0,"1"1"0,0-1 0,0-2 0,0 0 0,36-17 0,-60 23 0,0-1 0,1 0 0,-1 0 0,0 0 0,0 0 0,0 0 0,-1-1 0,1 0 0,-1 1 0,1-1 0,-1 0 0,0 0 0,0 0 0,0-1 0,0 1 0,0 0 0,-1-1 0,0 1 0,0-1 0,0 1 0,0-1 0,0 0 0,-1 1 0,1-1 0,-1 0 0,0 0 0,0 1 0,-1-1 0,1 0 0,-1 1 0,0-1 0,0 0 0,0 1 0,0-1 0,0 1 0,-1-1 0,0 1 0,0 0 0,0 0 0,0 0 0,0 0 0,0 0 0,-1 0 0,1 0 0,-5-2 0,4 2 0,-1 1 0,1-1 0,-1 1 0,0 0 0,0 0 0,0 0 0,0 1 0,-1-1 0,1 1 0,0 0 0,-1 0 0,1 1 0,-1-1 0,1 1 0,0 0 0,-1 0 0,1 1 0,-1-1 0,1 1 0,0 0 0,-1 0 0,-7 3 0,8-2 0,0 0 0,-1 0 0,1 0 0,0 1 0,0-1 0,1 1 0,-1 0 0,0 0 0,1 1 0,0-1 0,0 1 0,0-1 0,0 1 0,1 0 0,-1 0 0,1 0 0,0 1 0,0-1 0,0 0 0,1 1 0,-2 6 0,2-5 0,1-1 0,-1 0 0,1 1 0,0-1 0,0 0 0,1 1 0,0-1 0,0 0 0,0 0 0,0 1 0,1-1 0,3 6 0,-2-4 0,1-1 0,0 0 0,0 0 0,1 0 0,0-1 0,0 1 0,0-1 0,6 5 0,8 3 0,0-1 0,1 0 0,0-2 0,38 15 0,-41-18 0,1-1 0,-1-1 0,1-1 0,0-1 0,0 0 0,0-1 0,1-1 0,-1-1 0,22-2 0,-26-1-1365,-1 0-5461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43.9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93 24575,'11'-12'0,"2"1"0,-1 0 0,1 1 0,1 0 0,25-14 0,-34 22 0,0 0 0,0 0 0,0 0 0,0 0 0,1 1 0,-1 0 0,0 0 0,1 0 0,-1 1 0,0 0 0,1 0 0,-1 0 0,1 1 0,-1-1 0,0 1 0,0 1 0,1-1 0,-1 1 0,0 0 0,0 0 0,7 4 0,-5-1 0,0-1 0,-1 1 0,1 0 0,-1 1 0,0 0 0,-1-1 0,0 2 0,0-1 0,0 1 0,0 0 0,5 11 0,-6-8 0,0 0 0,-1 0 0,0 0 0,-1 0 0,0 0 0,0 0 0,-1 1 0,0 16 0,-3 26 0,0-14 0,4 44 0,-2-80 0,0 0 0,1 0 0,0 0 0,-1 0 0,1-1 0,0 1 0,0 0 0,1-1 0,-1 1 0,0 0 0,1-1 0,0 0 0,-1 1 0,1-1 0,3 3 0,-1-2 0,0 0 0,-1-1 0,1 1 0,0-1 0,0 0 0,0 0 0,1-1 0,-1 1 0,5 0 0,5 1 0,0-1 0,0-1 0,1 0 0,-1-1 0,19-2 0,-25 2-227,-1-1-1,1-1 1,-1 1-1,1-1 1,13-6-1,-12 3-6598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44.2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315 26 24575,'-30'-5'0,"-12"-1"0,-1 0 0,4 1 0,7 1 0,3 4 0,4 2 0,5 1 0,-1 0 0,3-2 0,3 1-8191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44.5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316 44 24575,'-29'-5'0,"-15"-2"0,-2 1 0,4-1 0,6 0 0,8 2 0,6 1 0,3 2 0,7 3 0,1 2 0,1 0 0,2 2 0,0 1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44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308 40 24575,'-30'-7'0,"-14"-3"0,-2 1 0,4 1 0,4 3 0,7 4 0,5 5 0,6 2 0,2-1 0,6 0-8191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45.2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24575,'20'47'0,"-11"-22"0,19 52 0,55 107 0,-58-132-1365,-21-43-5461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45.4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10 24575,'-5'-5'0,"-2"1"0,1 3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46.2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92 24575,'12'-12'0,"1"0"0,1 1 0,0 0 0,24-14 0,-33 22 0,0 0 0,1 1 0,-1-1 0,1 1 0,0 0 0,0 1 0,0-1 0,0 1 0,0 1 0,0-1 0,0 1 0,0 0 0,0 0 0,0 0 0,0 1 0,12 3 0,-16-3 0,0 0 0,-1 0 0,1 0 0,0 0 0,0 0 0,0 0 0,-1 1 0,1-1 0,-1 1 0,1-1 0,-1 1 0,1 0 0,-1-1 0,0 1 0,0 0 0,0 0 0,0 0 0,0 0 0,-1 0 0,1 0 0,0 0 0,-1 0 0,1 0 0,-1 4 0,1 5 0,0 0 0,-1 0 0,-3 17 0,3-19 0,-4 15 0,-1 0 0,0-1 0,-12 29 0,-6 28 0,22-77 0,1-1 0,-1 1 0,1-1 0,0 0 0,0 1 0,0-1 0,0 1 0,0-1 0,0 1 0,1-1 0,-1 0 0,1 1 0,0-1 0,0 0 0,0 1 0,0-1 0,0 0 0,2 4 0,-1-4 0,0 0 0,1 0 0,-1 0 0,0 0 0,1-1 0,-1 1 0,1-1 0,-1 1 0,1-1 0,0 0 0,-1 0 0,1 0 0,0 0 0,0 0 0,4 0 0,16 1 21,1-1 0,0-1 0,0-1 0,38-7 0,26-2-174,-74 10-111,0 0 1,0 1 0,0 0-1,17 4 1,-18-2-6563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57.4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131 815 24575,'35'-23'0,"-14"10"0,36-28 0,-53 37 0,0 0 0,0 0 0,-1 0 0,1 0 0,-1-1 0,0 1 0,0-1 0,0 0 0,-1 0 0,0 0 0,0 0 0,0 0 0,0-1 0,-1 1 0,1-10 0,-1 6 0,-1 1 0,-1-1 0,0 0 0,0 1 0,0-1 0,-1 1 0,0-1 0,-1 1 0,-4-11 0,-49-102 0,-9-24 0,51 108 0,2 0 0,-9-42 0,16 54 0,-2 2 0,0-1 0,-14-27 0,21 50 0,0 0 0,0 0 0,-1 1 0,1-1 0,0 0 0,-1 0 0,1 1 0,-1-1 0,1 0 0,-1 1 0,1-1 0,-1 1 0,1-1 0,-1 0 0,0 1 0,1-1 0,-1 1 0,0 0 0,1-1 0,-1 1 0,0 0 0,0-1 0,1 1 0,-2 0 0,1 0 0,0 0 0,0 0 0,1 0 0,-1 1 0,0-1 0,0 1 0,0-1 0,1 0 0,-1 1 0,0-1 0,1 1 0,-1 0 0,0-1 0,1 1 0,-1 0 0,1-1 0,-1 1 0,0 1 0,-3 3 0,1 1 0,0 0 0,0 1 0,-2 8 0,1-2 0,0-1 0,1 1 0,1 0 0,0 0 0,1 0 0,0 0 0,1 0 0,1 0 0,0 0 0,3 17 0,6 5 0,2-1 0,1 0 0,1-1 0,2 0 0,29 44 0,-37-65 0,1 0 0,-1-1 0,2 0 0,0 0 0,0-1 0,1 0 0,0-1 0,0 0 0,1-1 0,0 0 0,1-1 0,0 0 0,0-1 0,0 0 0,1-2 0,0 1 0,0-2 0,0 1 0,0-2 0,1 0 0,15 0 0,-20-2 0,7 1 0,-1-1 0,0-1 0,29-4 0,-40 4 0,-1 0 0,0 0 0,1-1 0,-1 0 0,0 1 0,1-2 0,-1 1 0,-1 0 0,1-1 0,0 0 0,0 0 0,-1 0 0,0 0 0,1 0 0,-1-1 0,-1 0 0,6-7 0,-5 5 0,0 0 0,0-1 0,-1 1 0,0-1 0,0 1 0,0-1 0,-1 0 0,0 0 0,0 0 0,-1 0 0,0 1 0,0-1 0,-2-10 0,1 13 0,0 0 0,1 1 0,-2-1 0,1 1 0,0-1 0,-1 1 0,1 0 0,-1 0 0,0-1 0,0 1 0,0 0 0,-1 1 0,1-1 0,-1 0 0,0 1 0,1-1 0,-1 1 0,0 0 0,0 0 0,0 0 0,-1 0 0,1 1 0,0-1 0,-1 1 0,1 0 0,-7-2 0,5 2 0,0 1 0,0-1 0,0 0 0,0 1 0,0 0 0,-10 1 0,13 0 0,1-1 0,-1 0 0,1 1 0,0-1 0,-1 1 0,1 0 0,0-1 0,-1 1 0,1 0 0,0 0 0,0 0 0,-1 0 0,1 0 0,0 0 0,0 0 0,0 0 0,0 0 0,1 0 0,-1 1 0,0-1 0,0 0 0,1 1 0,-1-1 0,1 0 0,-1 1 0,1-1 0,-1 3 0,0 2 0,1 0 0,0 0 0,0 0 0,0 0 0,1 0 0,0-1 0,0 1 0,0 0 0,1 0 0,0-1 0,3 8 0,1 0 0,1 0 0,1 0 0,12 17 0,-12-21 0,0-1 0,0 1 0,1-2 0,0 1 0,1-1 0,-1 0 0,18 9 0,-10-8 0,0 0 0,1-1 0,0-1 0,19 4 0,-26-7 40,1-1 0,12 0 0,-21-1-139,0-1 0,0 0 0,0 0 0,-1 0 0,1-1 0,0 1 0,0-1 0,0 1 0,-1-1 0,1 0 0,0 0 0,-1 0 0,1-1 0,3-1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57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215 147 24575,'-9'-11'0,"-60"-61"0,58 61 0,-1 1 0,-1 0 0,1 1 0,-17-8 0,28 16 0,0 0 0,0 0 0,0 1 0,0-1 0,0 1 0,0-1 0,0 1 0,0 0 0,0-1 0,0 1 0,-1 0 0,1 0 0,0-1 0,0 1 0,0 0 0,0 0 0,0 0 0,-1 1 0,1-1 0,0 0 0,0 0 0,0 1 0,0-1 0,0 0 0,0 1 0,0-1 0,0 1 0,0-1 0,0 1 0,0 0 0,0 0 0,0-1 0,0 1 0,0 0 0,1 0 0,-1 0 0,0 0 0,1 0 0,-1 0 0,0 0 0,1 0 0,0 0 0,-1 0 0,1 0 0,-1 1 0,-1 6 0,0 0 0,1 0 0,0 0 0,0-1 0,1 11 0,1 15 9,2 0-1,1 0 1,10 40-1,34 95-618,37 57 485,-65-184 127,1-1 1,2-1 0,35 47-1,-58-86-8,5 7 106,0 0 0,1 0-1,0-1 1,0 1-1,1-1 1,13 9-1,-19-14-99,0-1 0,-1 1 0,1-1 0,0 0 0,-1 1 0,1-1 0,0 0 0,0 0 0,-1 1 0,1-1 0,0 0 0,0 0 0,0 0 0,-1 0 0,1 0 0,0 0 0,0 0 0,-1 0 0,1 0 0,0-1 0,0 1 0,0 0 0,-1 0 0,1-1 0,0 1 0,0-1 0,0 0 0,0 0 0,0 0 0,0 0 0,-1 0 0,1 0 0,0-1 0,-1 1 0,1 0 0,-1 0 0,1-1 0,-1 1 0,0 0 0,1-3 0,0-3 0,-1 0 0,0 0 0,0 0 0,-2-11 0,-4-18 0,-2 0 0,-1 1 0,-23-60 0,30 92 0,1 0 0,-1 0 0,0 1 0,0-1 0,0 1 0,0-1 0,0 1 0,-1 0 0,1 0 0,-1 0 0,1 0 0,-1 1 0,0-1 0,0 1 0,-3-2 0,-6-1 0,0 0 0,-20-4 0,2 1 0,12 3 0,0 1 0,0 0 0,0 1 0,-23 1 0,-10-1 0,37 0-1365,2-1-5461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58.1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24575,'2'22'0,"1"12"0,3 8 0,2 2 0,0-3 0,1-2 0,2-1 0,1-2 0,1-2 0,1-4 0,0-3 0,1-3 0,0-4 0,-1-2 0,-2-4-8191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58.3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415 76 24575,'-27'-12'0,"-13"-5"0,-6 2 0,3 2 0,4 4 0,6 4 0,4 2 0,4 2 0,2 1 0,-1 2 0,0 2 0,1 3 0,1-1 0,6-1-8191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58.9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187 11 24575,'-12'-3'0,"-1"0"0,1 1 0,-18 0 0,27 1 0,1 1 0,-1 0 0,0 0 0,0 1 0,0-1 0,0 1 0,0-1 0,0 1 0,0 0 0,1 0 0,-1 0 0,0 0 0,1 1 0,-1-1 0,1 1 0,-1-1 0,1 1 0,0 0 0,-1 0 0,-2 3 0,4-2 0,0-1 0,0 0 0,0 0 0,1 1 0,-1-1 0,0 0 0,1 1 0,0-1 0,-1 0 0,1 1 0,0-1 0,0 1 0,1-1 0,-1 1 0,0-1 0,1 0 0,-1 1 0,1-1 0,0 0 0,0 0 0,0 1 0,0-1 0,2 3 0,3 5 0,0-1 0,0 0 0,15 14 0,44 38 0,-3-4 0,-41-37 0,-15-15 0,1 1 0,-1 1 0,0-1 0,-1 1 0,7 9 0,-12-15 0,1-1 0,-1 1 0,1 0 0,-1 0 0,0-1 0,0 1 0,1 0 0,-1 0 0,0 0 0,0 0 0,0-1 0,0 1 0,0 0 0,0 0 0,0 0 0,0 0 0,0 0 0,0-1 0,0 1 0,0 0 0,-1 0 0,1 0 0,0 0 0,-1-1 0,1 1 0,-1 0 0,1 0 0,-1-1 0,1 1 0,-1 0 0,1-1 0,-1 1 0,0-1 0,1 1 0,-1 0 0,0-1 0,1 0 0,-1 1 0,0-1 0,0 1 0,1-1 0,-2 1 0,-2 0 0,0 0 0,1 0 0,-1 0 0,0 0 0,0-1 0,0 1 0,0-1 0,-4 0 0,-9-2 0,1-1 0,-1 0 0,1-2 0,0 0 0,0 0 0,1-1 0,-1-1 0,2-1 0,-1 0 0,-26-20 0,36 24-124,1 0 0,0-1 0,1 1 0,-1 0 0,1-1 0,0 0-1,0 0 1,0 0 0,1 0 0,-4-11 0,2 3-6702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59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24575,'-2'4'0,"1"5"0,1 3 0,1 0-8191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6:59.3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24575,'10'13'0,"5"5"0,3 6 0,1 1 0,-3-2 0,-1-2 0,-4-4-8191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00.0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59 419 24575,'-5'-2'0,"0"0"0,0 0 0,-1 1 0,1 0 0,-7-1 0,11 2 0,1 0 0,-1 0 0,0 0 0,1 0 0,-1 0 0,0 0 0,0 0 0,1 0 0,-1 0 0,0 0 0,1 0 0,-1 1 0,0-1 0,1 0 0,-1 0 0,1 1 0,-1-1 0,0 0 0,1 1 0,-1-1 0,1 1 0,-1-1 0,1 1 0,-1-1 0,1 1 0,-1-1 0,1 1 0,-1-1 0,1 1 0,0-1 0,-1 1 0,1 0 0,0-1 0,0 1 0,0 0 0,-1-1 0,1 1 0,0 0 0,0-1 0,0 1 0,0 0 0,0 0 0,0-1 0,0 1 0,0 0 0,0-1 0,1 1 0,-1 0 0,0-1 0,1 2 0,0 3 0,2 0 0,-1 0 0,0 0 0,1 0 0,0-1 0,0 1 0,0-1 0,1 0 0,6 7 0,-3-5 0,0 0 0,0 0 0,0 0 0,16 8 0,-18-12 0,-1 0 0,0 0 0,1-1 0,-1 1 0,1-1 0,-1 0 0,1-1 0,0 1 0,-1-1 0,9 0 0,-11 0 0,1 0 0,-1-1 0,0 1 0,1-1 0,-1 0 0,0 0 0,0 1 0,0-1 0,0 0 0,1-1 0,-1 1 0,-1 0 0,1-1 0,0 1 0,0-1 0,0 1 0,-1-1 0,1 0 0,-1 0 0,0 0 0,1 0 0,1-4 0,0-2 0,0 0 0,-1-1 0,0 0 0,0 1 0,-1-1 0,1-17 0,-2 4 0,-5-35 0,0 32 0,0 0 0,-2 0 0,-1 0 0,-10-23 0,-3 4 0,-30-50 0,47 88 0,0-2 0,0 1 0,-1 0 0,0 0 0,0 1 0,-9-9 0,14 15 0,-1-1 0,1 1 0,0 0 0,-1-1 0,1 1 0,-1 0 0,1-1 0,-1 1 0,1 0 0,-1 0 0,1-1 0,-1 1 0,1 0 0,-1 0 0,1 0 0,-1 0 0,1 0 0,-1 0 0,1 0 0,-2 0 0,2 0 0,0 0 0,-1 0 0,1 0 0,0 1 0,-1-1 0,1 0 0,0 0 0,0 1 0,-1-1 0,1 0 0,0 1 0,0-1 0,-1 0 0,1 1 0,0-1 0,0 0 0,0 1 0,0-1 0,-1 0 0,1 1 0,0 0 0,0 2 0,-1-1 0,1 1 0,0 0 0,0 0 0,0 0 0,1 4 0,5 20 0,0 0 0,2 0 0,1-1 0,1 0 0,1-1 0,2 0 0,0 0 0,25 33 0,-20-35 0,0 0 0,1-1 0,2-1 0,0-1 0,1-1 0,1-1 0,0-1 0,28 15 0,-39-26 0,1 1 0,0-2 0,0 0 0,0 0 0,1-1 0,0-1 0,16 2 0,-24-5 0,-1 1 0,1-1 0,-1-1 0,0 1 0,1-1 0,-1 0 0,0 0 0,0 0 0,8-4 0,-9 3 0,-1 1 0,0-1 0,0 0 0,1-1 0,-2 1 0,1 0 0,0-1 0,0 0 0,-1 0 0,1 0 0,-1 0 0,0 0 0,0 0 0,3-7 0,-2 2 0,-1-1 0,0 0 0,-1 1 0,0-1 0,0 0 0,0 0 0,-1 1 0,-1-1 0,1 0 0,-2 0 0,1 1 0,-1-1 0,0 0 0,-7-14 0,7 19 0,0-1 0,-1 1 0,0 0 0,0 0 0,0 0 0,0 0 0,-1 0 0,1 1 0,-1-1 0,0 1 0,0 0 0,-7-4 0,9 6 0,1 0 0,-1 1 0,0-1 0,0 1 0,1-1 0,-1 1 0,0-1 0,0 1 0,1 0 0,-1 0 0,0 0 0,0 0 0,1 0 0,-1 0 0,0 1 0,0-1 0,1 1 0,-1-1 0,0 1 0,0-1 0,1 1 0,-1 0 0,1 0 0,-1 0 0,1 0 0,-1 0 0,1 0 0,0 0 0,-1 0 0,1 1 0,0-1 0,0 1 0,0-1 0,0 1 0,0-1 0,0 1 0,-1 3 0,0-1 0,0 0 0,0 1 0,1-1 0,-1 1 0,1-1 0,0 1 0,1-1 0,-1 1 0,1 0 0,0 0 0,0 7 0,1-4 0,1 0 0,0 0 0,0-1 0,0 1 0,1-1 0,5 11 0,1-3 0,0 0 0,1 0 0,1-1 0,0-1 0,21 20 0,-27-29-97,0 1-1,-1-1 1,2 0-1,-1-1 1,0 1-1,1-1 1,-1 0-1,1 0 1,0-1-1,0 0 1,0 0-1,1 0 0,9 1 1,-4-2-6729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00.4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32 360 24575,'-4'5'0,"0"1"0,0 1 0,1-1 0,0 0 0,0 1 0,1 0 0,0-1 0,0 1 0,0 0 0,1 0 0,0 0 0,1 0 0,0 0 0,0 1 0,0-1 0,1 0 0,-1 0 0,2 0 0,-1 0 0,1 0 0,0-1 0,1 1 0,0 0 0,0-1 0,4 8 0,-2-5 0,1 0 0,0 0 0,0-1 0,9 9 0,-14-15 0,1 0 0,0 0 0,0 0 0,0 0 0,1 0 0,-1-1 0,0 1 0,1-1 0,-1 1 0,1-1 0,-1 0 0,1 0 0,0 0 0,-1 0 0,1-1 0,0 1 0,0-1 0,-1 1 0,1-1 0,3 0 0,-3-1 0,-1 0 0,0 0 0,0 0 0,0 0 0,0 0 0,-1-1 0,1 1 0,0 0 0,0-1 0,-1 1 0,1-1 0,-1 0 0,1 0 0,-1 1 0,0-1 0,0 0 0,1 0 0,-1 0 0,-1 0 0,2-3 0,2-7 0,0 1 0,3-17 0,-7 27 0,3-21 0,0 0 0,-1-1 0,-2 1 0,0 0 0,-1-1 0,-2 1 0,0 0 0,-8-29 0,-10-21 0,-33-76 0,21 66 0,31 84 0,1 9 0,0 14 0,5 6 0,0-1 0,2 0 0,1 0 0,13 34 0,53 113 0,-29-77 0,-39-88-114,38 83-1137,-31-72-5575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06.5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172 118 24575,'0'0'0,"-1"0"0,1 0 0,-1 1 0,1-1 0,-1 0 0,1 0 0,-1 1 0,1-1 0,-1 0 0,1 1 0,-1-1 0,1 0 0,0 1 0,-1-1 0,1 1 0,0-1 0,-1 1 0,1-1 0,0 0 0,-1 1 0,1-1 0,0 1 0,0 0 0,0-1 0,0 1 0,-1-1 0,1 2 0,-3 18 0,3-17 0,0 10 0,0 1 0,1 0 0,1 0 0,0-1 0,0 1 0,1-1 0,1 1 0,7 16 0,8 12 0,25 44 0,-36-74 0,-6-9 0,-1-1 0,1 0 0,-1 1 0,1-1 0,-1 1 0,0 0 0,0-1 0,0 1 0,0 0 0,-1 0 0,1 2 0,-1-4 0,0-1 0,0 0 0,0 0 0,0 0 0,0 1 0,0-1 0,0 0 0,0 0 0,0 0 0,0 1 0,0-1 0,0 0 0,0 0 0,0 0 0,0 0 0,-1 1 0,1-1 0,0 0 0,0 0 0,0 0 0,0 0 0,0 0 0,0 1 0,-1-1 0,1 0 0,0 0 0,0 0 0,0 0 0,-1 0 0,1 0 0,0 0 0,0 0 0,0 0 0,0 0 0,-1 0 0,-8-1 0,-8-8 0,4-1 0,0-1 0,1 1 0,0-2 0,-11-13 0,-38-55 0,46 58 0,0 0 0,2-1 0,1 0 0,0-1 0,2 0 0,1-1 0,-7-26 0,15 48 0,1-1 0,-1 1 0,1-1 0,-1 0 0,1 1 0,0-1 0,1 0 0,-1 0 0,1 1 0,-1-1 0,1 1 0,0-1 0,0 1 0,1-1 0,-1 1 0,1-1 0,3-4 0,-3 6 0,0-1 0,0 1 0,1 0 0,-1-1 0,1 1 0,0 0 0,0 0 0,0 1 0,0-1 0,0 1 0,0-1 0,0 1 0,0 0 0,0 0 0,1 0 0,-1 1 0,0-1 0,1 1 0,4 0 0,3 0 0,1 1 0,-1 1 0,0 0 0,1 0 0,-1 1 0,0 1 0,-1-1 0,16 9 0,-1 1 0,-1 1 0,30 22 0,-32-20 0,0 2 0,38 40 0,-53-50 0,0 0 0,-1 0 0,0 0 0,-1 0 0,0 1 0,0 0 0,-1 0 0,0 1 0,0-1 0,-1 1 0,3 17 0,-6-23 0,1 1 0,-1 0 0,0 0 0,0 0 0,-1 0 0,0-1 0,1 1 0,-2 0 0,1 0 0,0-1 0,-1 1 0,0-1 0,-5 9 0,3-8 0,1 0 0,-2 0 0,1 0 0,0-1 0,-1 1 0,0-1 0,0 0 0,0-1 0,-9 5 0,-4 0 0,1 0 0,-2-2 0,1 0 0,-1-1 0,-36 4 0,53-8-24,-24 2 98,-29 2-1,48-5-222,0 0 0,-1-1 1,1 0-1,0 0 0,0 0 0,0-1 0,0 0 1,0 0-1,-7-4 0,6 1-6677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06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24575,'5'14'0,"4"11"0,3 2 0,2 3 0,0-2 0,2-1 0,-1-3 0,-2-2 0,-1-3 0,-3-2 0,0-2 0,1-3 0,-2-1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07.1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553 76 24575,'-32'-10'0,"-17"-6"0,-7 1 0,1 1 0,3 5 0,6 3 0,7 2 0,1 3 0,3 0 0,3 4 0,-1 4 0,0 0 0,3-1 0,8-1-8191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07.7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24575,'7'27'0,"3"12"0,2 1 0,1-2 0,-1-3 0,-1-7 0,1-5 0,-2-4 0,0-2 0,-2-5-8191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08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88 24575,'-1'0'0,"1"-1"0,0 0 0,-1 0 0,1 0 0,0 0 0,-1 0 0,1 1 0,0-1 0,0 0 0,0 0 0,0 0 0,0 0 0,0 0 0,0 0 0,0 0 0,0 0 0,0 0 0,0 0 0,1 0 0,-1 0 0,0 1 0,1-2 0,0 1 0,0-1 0,0 1 0,0 0 0,0 0 0,0 0 0,1 0 0,-1 0 0,0 0 0,1 0 0,-1 1 0,0-1 0,3 0 0,3-2 0,0 1 0,0 0 0,1 1 0,8-1 0,-15 2 0,37-3 0,-1-2 0,0-2 0,59-18 0,-96 25-1,0 0 0,-1 0 0,1 0 0,0 0 0,0 0 0,0 0 1,0 0-1,0 0 0,0 0 0,0 0 0,0 0 0,0 0 0,0 0 0,0 0 0,0 0 0,0 0 0,0 0 0,0 0 0,0 0 0,0 0 0,0 0 0,0 0 0,0 0 0,0 0 0,0 0 0,0 0 0,0 0 0,0 0 0,0 0 0,0-1 0,0 1 1,0 0-1,0 0 0,0 0 0,0 0 0,0 0 0,0 0 0,0 0 0,0 0 0,0 0 0,0 0 0,0 0 0,0 0 0,0 0 0,0 0 0,0 0 0,0 0 0,1 0 0,-1 0 0,0 0 0,0 0 0,0 0 0,0 0 0,0 0 0,0 0 0,0 0 0,0 0 1,-6-1 138,-9 0-1586,4 1-5378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08.2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76 24575,'10'-10'0,"5"-3"0,1-2 0,0 2 0,-1 2 0,0 5 0,0 1 0,0 3 0,-1 2 0,1 2 0,-1 2 0,-2 2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08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24575,'0'8'0,"1"1"0,0-1 0,0 1 0,1-1 0,0 0 0,1 0 0,0 0 0,0 0 0,1 0 0,7 12 0,5 3 0,36 41 0,-6-7 0,-36-45-1365,-2-3-5461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08.8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488 23 24575,'-10'-7'0,"-8"-1"0,-3 2 0,-1 4 0,-2 3 0,-1 3 0,-4 1 0,-2 2 0,-3 0 0,-3-1 0,-3-2 0,-1-1 0,-2 1 0,-1 0 0,5-1 0,9-1-8191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09.5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83 254 24575,'1'-1'0,"17"-15"0,19-22 0,-32 33 0,-1 0 0,0 0 0,-1 0 0,1-1 0,-1 1 0,0-1 0,0 0 0,-1 0 0,3-10 0,-5 12 0,1 0 0,-1 0 0,0 0 0,-1 0 0,1 0 0,-1 0 0,1 0 0,-1 0 0,0 0 0,-1 1 0,1-1 0,-1 0 0,1 0 0,-1 1 0,0 0 0,-1-1 0,1 1 0,-1 0 0,1 0 0,-1 0 0,0 0 0,-4-3 0,0 0 0,0 0 0,-1 1 0,0 0 0,0 0 0,0 1 0,0 0 0,-1 0 0,-13-3 0,20 6 0,0 1 0,1 0 0,-1-1 0,1 1 0,-1 0 0,0 0 0,1 0 0,-1 0 0,0 1 0,1-1 0,-1 0 0,0 1 0,1-1 0,-1 1 0,1-1 0,-1 1 0,1 0 0,-1 0 0,1 0 0,0-1 0,-1 1 0,1 1 0,0-1 0,0 0 0,0 0 0,0 0 0,0 1 0,0-1 0,0 0 0,0 1 0,0-1 0,0 1 0,1-1 0,-1 1 0,1-1 0,-1 3 0,-1 2 0,1-1 0,0 0 0,0 0 0,1 1 0,0-1 0,0 0 0,0 1 0,0-1 0,1 0 0,1 8 0,3 1 0,0-1 0,1 0 0,0 0 0,1-1 0,1 1 0,0-2 0,0 1 0,20 19 0,-9-11 0,1-2 0,1-1 0,42 27 0,-50-36 0,1 0 0,24 9 0,-32-15 0,1 1 0,0-2 0,-1 1 0,1-1 0,0 0 0,0 0 0,0-1 0,11 0 0,-17 0-97,1-1-1,-1 1 1,0 0-1,1 0 1,-1-1-1,0 1 1,1-1-1,-1 0 1,0 1-1,0-1 1,1 0-1,-1 1 0,2-3 1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09.8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 24575,'29'-7'0,"15"0"0,5 0 0,-1 5 0,-4 5 0,-5 5 0,-3 2 0,-4 3 0,-4 2 0,-2 0 0,-4 0 0,-2 1 0,-2-1 0,-5-3-8191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10.0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84 1 24575,'-7'2'0,"-3"4"0,-1 3 0,0 2 0,2 2 0,3 1 0,3 1 0,1 0 0,1 0 0,-1 0 0,-1 0 0,1 0 0,0-1 0,0 1 0,-1-1 0,-1 1 0,1-1 0,0-2-8191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10.3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24575,'3'3'0,"2"3"0,2 2 0,-2 4 0,2 1 0,-1 1 0,-1 1 0,-2 0 0,-1 0 0,-1 0 0,0-3-8191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10.5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51 24575,'-2'-14'0,"-1"-4"0,0 6 0,0 5 0,1 8 0,1 8 0,1 5 0,-1 0-8191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10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224 0 24575,'-1'0'0,"-1"0"0,0 0 0,0 0 0,0 0 0,1 1 0,-1-1 0,0 1 0,0-1 0,1 1 0,-1-1 0,0 1 0,1 0 0,-1 0 0,1 0 0,-1 0 0,1 0 0,-1 0 0,1 0 0,0 0 0,-1 1 0,1-1 0,0 1 0,0-1 0,0 1 0,0-1 0,0 1 0,0-1 0,1 1 0,-1 0 0,1-1 0,-1 1 0,1 0 0,-1 0 0,1-1 0,0 1 0,0 0 0,0 3 0,0 1 0,0 1 0,1 0 0,0 0 0,0 0 0,1-1 0,-1 1 0,2-1 0,4 12 0,12 17 0,-13-26 0,0 1 0,-1 0 0,0 0 0,5 17 0,-9-25 0,-1-1 0,0 0 0,0 1 0,0-1 0,0 0 0,0 1 0,0-1 0,0 0 0,0 1 0,0-1 0,0 0 0,-1 1 0,1-1 0,-1 0 0,1 1 0,-1-1 0,1 0 0,-1 0 0,0 0 0,1 1 0,-1-1 0,0 0 0,0 0 0,0 0 0,0 0 0,0-1 0,0 1 0,0 0 0,0 0 0,-1 0 0,1-1 0,0 1 0,0-1 0,-1 1 0,1-1 0,0 1 0,0-1 0,-3 0 0,-5 2 0,0 0 0,-1-1 0,1-1 0,-13 0 0,18 0 0,-27-1-455,0-2 0,-44-11 0,56 10-6371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11.3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24575,'58'240'0,"4"11"0,-57-234-682,11 25-1,-9-28-6143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11.5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235 89 24575,'-27'-17'0,"-11"-6"0,-2 1 0,3 7 0,6 6 0,9 7 0,4 6 0,6 5 0,5 3 0,4 0-8191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11.8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24575,'5'25'0,"1"0"0,1 0 0,1-1 0,1 0 0,14 25 0,-6-18 0,2 0 0,1-1 0,25 29 0,-42-56 0,0 1 0,0-1 0,-1 1 0,1 0 0,-1 0 0,0 0 0,0 0 0,-1 0 0,3 8 0,-4-11 0,0 1 0,0-1 0,0 1 0,0-1 0,0 1 0,0-1 0,0 1 0,-1-1 0,1 1 0,-1-1 0,1 1 0,-1-1 0,1 1 0,-1-1 0,0 0 0,0 1 0,0-1 0,0 0 0,0 0 0,0 0 0,0 1 0,0-1 0,0 0 0,0-1 0,-1 1 0,1 0 0,0 0 0,-1 0 0,1-1 0,-3 2 0,-9 3 13,0-1 0,0 0 1,-20 2-1,-1 1-1431,16-2-5408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12.4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3 24575,'-3'-2'0,"2"1"0,1 4 0,1 3 0,0 4 0,-1 2 0,1 1 0,-1 2 0,1 0 0,-1-2-8191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18.1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780 1 24575,'2'0'0,"12"1"0,0 1 0,-1 0 0,27 7 0,-40-9 0,0 0 0,0 0 0,0 0 0,1 0 0,-1 0 0,0 0 0,0 0 0,0 0 0,0 0 0,0 0 0,0 1 0,0-1 0,0 0 0,0 0 0,0 0 0,0 0 0,0 0 0,0 0 0,0 0 0,0 0 0,0 0 0,0 0 0,1 0 0,-1 0 0,0 0 0,0 0 0,0 0 0,0 0 0,0 0 0,0 0 0,0 1 0,0-1 0,0 0 0,0 0 0,0 0 0,0 0 0,0 0 0,0 0 0,0 0 0,0 0 0,0 0 0,0 0 0,0 0 0,0 0 0,0 0 0,0 0 0,0 1 0,-1-1 0,1 0 0,0 0 0,0 0 0,0 0 0,0 0 0,0 0 0,0 0 0,0 0 0,0 0 0,0 0 0,0 0 0,0 0 0,0 0 0,0 0 0,0 0 0,-9 3 0,-37 3 0,1-2 0,-71-4 0,61 0 0,-497-1 0,524 3-1365,16 1-5461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19.0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793 43 24575,'-27'-8'0,"0"2"0,-37-6 0,-57 2 0,92 8 0,-315-3 0,297 9-682,-70 15-1,101-16-6143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20.5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2599 0 24575,'-637'0'0,"560"4"0,-86 14 0,-57 4 0,100-15 0,-11 0 0,-53-8 0,-85 2 0,169 6 0,-20 1 0,-12 1 0,64-3 0,3 0 0,-55 2 0,82-8 0,-45-1 0,45-6 0,35 6 0,-1 0 0,1 0 0,0 0 0,0-1 0,0 1 0,0-1 0,0 0 0,-5-3 0,8 5 0,0 0 0,0 0 0,0-1 0,0 1 0,0 0 0,0 0 0,0 0 0,0 0 0,0 0 0,0 0 0,0 0 0,0 0 0,0 0 0,0 0 0,0 0 0,0-1 0,0 1 0,0 0 0,0 0 0,0 0 0,0 0 0,0 0 0,0 0 0,0 0 0,0 0 0,0 0 0,0 0 0,0 0 0,0 0 0,0-1 0,0 1 0,0 0 0,0 0 0,0 0 0,0 0 0,0 0 0,0 0 0,1 0 0,-1 0 0,0 0 0,0 0 0,0 0 0,0 0 0,0 0 0,0 0 0,0 0 0,0 0 0,0 0 0,0 0 0,0 0 0,1 0 0,7-2 0,8 1 0,38 2-33,81 13 0,-71-6-1266,-34-4-5527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24.9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24575,'-1'-1'0,"2"4"0,4 14 0,10 22 0,22 47 0,16 35 0,-21-59 0,64 142 0,-90-185 0,-6-18 0,0 0 0,1-1 0,-1 1 0,0-1 0,0 1 0,0 0 0,0-1 0,0 1 0,0 0 0,0-1 0,0 1 0,0 0 0,0-1 0,0 1 0,0 0 0,0-1 0,-1 1 0,1 0 0,0-1 0,0 1 0,-1-1 0,1 1 0,0 0 0,-1-1 0,1 1 0,-1 0 0,0-1 3,1 0-1,0 0 1,-1 0 0,1 0-1,-1 0 1,1 0 0,0 0-1,-1 0 1,1 0-1,-1 0 1,1 0 0,0-1-1,-1 1 1,1 0 0,0 0-1,-1 0 1,1 0-1,0-1 1,-1 1 0,1 0-1,0 0 1,0-1-1,-1 1 1,1 0 0,0-1-1,0 1 1,-1 0 0,1-1-1,0 1 1,-6-12-1447,2 2-5382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25.1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470 0 24575,'-30'0'0,"-14"0"0,-5 0 0,2 0 0,3 0 0,4 0 0,4 0 0,6 0 0,3 0 0,4 0 0,3 0 0,3 0 0,1 0 0,2 0 0,2 2 0,2 2 0,-1-1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25.7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0 104 24575,'0'6'0,"0"0"0,1 0 0,-1 0 0,1 0 0,0 0 0,1 0 0,-1 0 0,1 0 0,0 0 0,1-1 0,0 1 0,-1-1 0,2 0 0,-1 0 0,0 0 0,1 0 0,0 0 0,0-1 0,7 6 0,1 0 0,1 0 0,0 0 0,0-2 0,1 0 0,0 0 0,0-1 0,18 5 0,-21-8 0,0 0 0,0-1 0,1-1 0,0 0 0,-1-1 0,1 0 0,0-1 0,0 0 0,-1 0 0,17-4 0,-25 3 0,0 0 0,0 1 0,-1-1 0,1-1 0,0 1 0,-1 0 0,1-1 0,-1 1 0,1-1 0,-1 0 0,0 0 0,0 0 0,0 0 0,0 0 0,0 0 0,0-1 0,0 1 0,-1-1 0,1 1 0,-1-1 0,0 0 0,0 1 0,0-1 0,0 0 0,0 0 0,0 0 0,-1 0 0,0 0 0,1 1 0,-1-1 0,0 0 0,-1 0 0,1 0 0,0 0 0,-1 0 0,1 0 0,-1 0 0,0 0 0,0 1 0,0-1 0,-1 0 0,1 1 0,-1-1 0,-2-4 0,2 5 0,-17-22 0,18 23 0,0-1 0,0 1 0,0 0 0,-1 0 0,1 0 0,-1-1 0,1 1 0,-1 1 0,1-1 0,-1 0 0,1 0 0,-1 0 0,-2 0 0,4 1 0,-1 0 0,1 0 0,0 0 0,-1 0 0,1 0 0,0 0 0,-1 0 0,1 0 0,0 1 0,0-1 0,-1 0 0,1 0 0,0 0 0,-1 0 0,1 0 0,0 1 0,0-1 0,-1 0 0,1 0 0,0 0 0,0 1 0,0-1 0,-1 0 0,1 0 0,0 1 0,0-1 0,0 0 0,0 0 0,0 1 0,-1-1 0,1 0 0,0 1 0,0-1 0,0 0 0,0 1 0,0-1 0,0 0 0,0 0 0,0 1 0,0-1 0,0 0 0,0 1 0,0-1 0,0 0 0,1 1 0,-1-1 0,0 0 0,0 0 0,0 1 0,0-1 0,0 0 0,1 0 0,-1 1 0,0-1 0,0 0 0,10 18 0,-3-12 0,-1 0 0,1 0 0,0-1 0,0 0 0,1 0 0,0-1 0,-1 0 0,1 0 0,1-1 0,-1 1 0,0-2 0,1 0 0,0 0 0,9 1 0,9 0 0,1-1 0,-1-1 0,34-4 0,-55 3 0,0-1 0,0 0 0,0 0 0,0 0 0,0-1 0,0 0 0,0 0 0,10-6 0,-14 7 0,0-1 0,1 1 0,-1-1 0,0 0 0,0 0 0,0 0 0,-1 0 0,1 0 0,0 0 0,-1 0 0,0-1 0,1 1 0,-1-1 0,0 1 0,0-1 0,0 1 0,-1-1 0,1 0 0,0 1 0,-1-1 0,0 0 0,0-3 0,0 1 0,0-1 0,-1 0 0,1 0 0,-2 1 0,1-1 0,0 0 0,-1 1 0,0-1 0,-1 1 0,1 0 0,-4-6 0,1 4 0,0-1 0,-1 1 0,0 1 0,0-1 0,0 1 0,-14-11 0,12 11 0,0 1 0,0 0 0,0 1 0,-1-1 0,1 1 0,-1 1 0,0 0 0,0 0 0,-1 1 0,1 0 0,0 0 0,-1 1 0,1 1 0,-16 0 0,23 0-114,-1 0 1,1 1-1,-1 0 0,1-1 0,-1 1 1,1 0-1,-1 0 0,1 0 0,0 1 1,0-1-1,-3 2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26.1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148 189 24575,'-5'-20'0,"-1"0"0,-16-35 0,19 48 0,-1 0 0,0 1 0,0-1 0,0 1 0,-1 0 0,1 1 0,-1-1 0,-1 1 0,1 0 0,-1 0 0,-8-5 0,13 9 0,0 0 0,0 0 0,0 1 0,-1-1 0,1 1 0,0-1 0,0 1 0,-1-1 0,1 1 0,0-1 0,-1 1 0,1 0 0,0 0 0,-1 0 0,1 0 0,0 0 0,-1 0 0,1 0 0,0 0 0,-1 0 0,1 1 0,0-1 0,0 1 0,-1-1 0,1 1 0,0-1 0,-2 2 0,1 0 0,1-1 0,0 1 0,-1 0 0,1 0 0,0 0 0,0 0 0,0 0 0,0 0 0,1 0 0,-1 0 0,1 0 0,-1 1 0,1-1 0,0 0 0,-1 0 0,1 3 0,1 2 0,-1-1 0,1 1 0,0-1 0,0 1 0,1-1 0,0 0 0,0 0 0,1 0 0,-1 0 0,1 0 0,1 0 0,-1 0 0,1-1 0,0 0 0,0 0 0,0 0 0,1 0 0,6 4 0,0 1 0,0-2 0,1 1 0,0-2 0,0 0 0,1 0 0,0-1 0,19 7 0,-18-10 0,0 1 0,-1-1 0,1-1 0,14 0 0,-21-1 0,0-1 0,1-1 0,-1 1 0,0-1 0,0 0 0,0-1 0,0 1 0,0-1 0,11-6 0,-16 7 0,0 0 0,0 0 0,-1 0 0,1-1 0,0 1 0,0-1 0,-1 1 0,1-1 0,-1 0 0,1 1 0,-1-1 0,0 0 0,0 0 0,1 0 0,-1 0 0,-1 0 0,1 0 0,0-1 0,0 1 0,-1 0 0,0 0 0,1 0 0,-1-1 0,0 1 0,0 0 0,0-1 0,0 1 0,0 0 0,-1 0 0,1-1 0,-1 1 0,1 0 0,-3-4 0,0-1 0,0 0 0,0 0 0,-1 0 0,0 1 0,-1-1 0,1 1 0,-1 0 0,-11-10 0,2 5-136,0 0-1,-1 1 1,-1 0-1,1 1 1,-2 1-1,1 1 1,-1 0-1,0 1 0,-35-7 1,30 9-6690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26.8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1 24575,'20'21'0,"20"30"0,-14-17 0,-10-14 0,0 0 0,2-1 0,0-1 0,1-1 0,25 18 0,-40-33 0,-1 1 0,1 0 0,-1-1 0,0 1 0,0 0 0,0 1 0,0-1 0,-1 0 0,1 1 0,1 4 0,-3-7 0,-1 0 0,1 0 0,-1 1 0,0-1 0,1 0 0,-1 0 0,0 0 0,0 0 0,0 0 0,0 1 0,0-1 0,0 0 0,0 0 0,0 0 0,0 0 0,-1 0 0,1 1 0,0-1 0,-1 0 0,1 0 0,-1 0 0,1 0 0,-1 0 0,0 0 0,1 0 0,-1 0 0,0 0 0,0-1 0,0 1 0,0 0 0,1 0 0,-1-1 0,0 1 0,0 0 0,0-1 0,0 1 0,0-1 0,-1 0 0,1 1 0,0-1 0,-1 1 0,-12 3 0,0 1 0,-1-2 0,1 0 0,-1-1 0,1 0 0,-1-1 0,0-1 0,-15-1 0,-5-3 0,0-1 0,-41-12 0,73 17-80,1-1 0,-1 1-1,1-1 1,0 0 0,-1 0-1,1 0 1,0 0 0,0 0-1,0 0 1,0-1 0,0 1 0,0-1-1,0 1 1,0-1 0,1 0-1,-3-2 1,0-5-6746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27.0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24575,'27'22'0,"9"10"0,-2 2 0,-9-5 0,-9-8-8191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27.2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24575,'5'17'0,"4"9"0,0 4 0,4 2 0,2-2 0,-1-4 0,-4-5-8191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27.9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141 449 24575,'-17'-6'0,"-31"-6"0,44 12 0,0-1 0,-1 0 0,1 1 0,0 0 0,-1 0 0,1 0 0,0 1 0,-1 0 0,1-1 0,0 1 0,0 1 0,-8 2 0,11-3 0,0-1 0,1 0 0,-1 1 0,0-1 0,0 1 0,1 0 0,-1-1 0,0 1 0,1-1 0,-1 1 0,1 0 0,-1 0 0,1-1 0,-1 1 0,1 0 0,-1 0 0,1 0 0,0-1 0,-1 1 0,1 0 0,0 0 0,0 0 0,-1 2 0,2-2 0,-1 1 0,0-1 0,1 1 0,-1 0 0,1-1 0,-1 1 0,1-1 0,0 1 0,0-1 0,-1 1 0,1-1 0,2 2 0,1 2 0,1 1 0,1-1 0,-1 0 0,11 7 0,-7-7 0,0 0 0,0 0 0,1-1 0,-1 0 0,1 0 0,0-1 0,0 0 0,0-1 0,1 0 0,-1-1 0,15 0 0,-19-1 0,0 0 0,0 0 0,1-1 0,-1 0 0,0 0 0,0 0 0,0-1 0,-1 0 0,1 0 0,0-1 0,-1 0 0,1 0 0,-1 0 0,0 0 0,0-1 0,0 0 0,0 0 0,-1 0 0,0-1 0,6-6 0,-7 5 0,0 0 0,0 0 0,0 0 0,-1 0 0,0-1 0,0 1 0,-1 0 0,0-1 0,0 0 0,-1 1 0,1-1 0,-1 1 0,-1-8 0,-1 0 0,0 0 0,0 1 0,-1-1 0,-1 1 0,-7-17 0,-11-21 0,-3 1 0,-2 0 0,-66-87 0,92 136 0,1 0 0,-1 0 0,1 0 0,-1 1 0,1-1 0,-1 0 0,0 1 0,0-1 0,1 1 0,-1-1 0,0 1 0,0-1 0,1 1 0,-1-1 0,-2 0 0,3 1 0,0 1 0,0-1 0,-1 0 0,1 0 0,0 0 0,-1 0 0,1 0 0,0 1 0,0-1 0,0 0 0,-1 0 0,1 0 0,0 1 0,0-1 0,0 0 0,-1 0 0,1 0 0,0 1 0,0-1 0,0 0 0,0 1 0,0-1 0,0 0 0,-1 0 0,1 1 0,0-1 0,0 0 0,0 1 0,0-1 0,0 1 0,0 3 0,0 1 0,0-1 0,0 1 0,2 8 0,6 18 0,0 0 0,3-1 0,0 0 0,2 0 0,24 39 0,-22-44 0,0-2 0,1 0 0,2-1 0,0 0 0,42 36 0,-49-48 0,0-2 0,0 1 0,1-2 0,0 1 0,1-2 0,0 0 0,0 0 0,0-1 0,1-1 0,-1 0 0,1-1 0,0 0 0,25 1 0,-33-4 0,1 0 0,-1-1 0,0 0 0,0 0 0,0 0 0,0 0 0,0-1 0,-1 0 0,1 0 0,0-1 0,-1 0 0,8-5 0,-9 6 0,0-2 0,0 1 0,-1 0 0,0-1 0,1 0 0,-1 0 0,-1 0 0,1 0 0,0 0 0,-1 0 0,0-1 0,0 1 0,0-1 0,-1 0 0,2-9 0,-1 3 0,0-1 0,-2 0 0,1 1 0,-2-1 0,0 1 0,0-1 0,-5-21 0,4 25 0,-1 0 0,0 0 0,0 1 0,0-1 0,-1 1 0,0 0 0,0-1 0,-1 2 0,0-1 0,-1 1 0,-10-11 0,15 16 0,0-1 0,0 1 0,-1 0 0,1 0 0,0 0 0,-1 0 0,1 1 0,-1-1 0,1 0 0,-1 0 0,1 1 0,-1-1 0,1 1 0,-1 0 0,0-1 0,1 1 0,-1 0 0,0 0 0,1 0 0,-1 0 0,0 0 0,1 0 0,-4 1 0,3 0 0,1 1 0,-1-1 0,0 0 0,0 1 0,1-1 0,-1 1 0,1-1 0,-1 1 0,1 0 0,0 0 0,-1 0 0,1-1 0,0 1 0,0 0 0,1 0 0,-1 1 0,-1 2 0,-1 7 0,0 0 0,0 0 0,1 0 0,0 1 0,1-1 0,1 1 0,0-1 0,0 1 0,1-1 0,6 24 0,-4-26 0,0 0 0,0-1 0,1 1 0,1-1 0,0 0 0,0 0 0,0-1 0,1 1 0,0-1 0,1-1 0,0 1 0,0-1 0,16 12 0,-15-13 0,1-1 0,0 0 0,1 0 0,0 0 0,-1-1 0,1-1 0,0 0 0,12 2 0,-5-2 0,-1-1 0,0-1 0,1-1 0,24-1 0,-38 0-62,1 1 0,-1-1 0,0 1 0,1-1 0,-1 0 0,0 0 0,1-1 0,-1 1 0,0-1 0,0 1 0,0-1 0,-1 0-1,1 0 1,0-1 0,-1 1 0,1 0 0,-1-1 0,0 1 0,1-1 0,-1 0 0,2-5 0,2-4-6764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28.4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174 358 24575,'-14'-9'0,"-3"-2"0,1 0 0,-2 1 0,1 1 0,-33-11 0,49 20 0,-1-1 0,0 1 0,1-1 0,-1 1 0,0-1 0,0 1 0,1 0 0,-1 0 0,0 0 0,0 0 0,1 0 0,-1 1 0,0-1 0,0 0 0,1 1 0,-1-1 0,0 1 0,-2 1 0,3-1 0,0 0 0,1 0 0,-1 0 0,0 0 0,1 0 0,-1 0 0,1 0 0,0 0 0,-1 0 0,1 0 0,0 0 0,0 0 0,-1 1 0,1-1 0,0 0 0,0 0 0,0 0 0,0 0 0,0 0 0,1 0 0,-1 0 0,0 1 0,1-1 0,-1 0 0,0 0 0,1 0 0,-1 0 0,1 0 0,1 1 0,2 6 0,1-1 0,-1 1 0,2-1 0,-1-1 0,1 1 0,11 10 0,-1-4 0,30 19 0,-42-29 0,0-1 0,0 0 0,0 0 0,1 0 0,-1 0 0,1-1 0,-1 1 0,1-1 0,-1 0 0,1-1 0,0 1 0,-1-1 0,10-1 0,-12 1 0,1-1 0,0 1 0,-1-1 0,1 0 0,-1 0 0,1 0 0,-1 0 0,1-1 0,-1 1 0,0-1 0,0 1 0,1-1 0,-1 0 0,0 0 0,-1 0 0,1 0 0,0 0 0,-1 0 0,1-1 0,-1 1 0,1 0 0,-1-1 0,0 1 0,1-6 0,1-2 0,-1 0 0,0 0 0,-1 0 0,0-1 0,-1 1 0,0 0 0,-1-1 0,0 1 0,0 0 0,-1-1 0,0 1 0,-6-15 0,-4-7 0,-1 1 0,-26-43 0,-24-41 0,79 147 0,65 93-32,-29-48-634,67 133-1,-109-188-6159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28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 24575,'17'-5'0,"8"-2"0,3 1 0,-2 1 0,-2 4 0,-3 2 0,-3 1 0,-4 3 0,-2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30.4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5 24575,'-92'-5'0,"78"5"0,0 1 0,0 1 0,0 0 0,-20 5 0,31-6 0,0 0 0,0 0 0,0 0 0,0 1 0,0-1 0,0 1 0,0 0 0,0 0 0,0 0 0,1 0 0,-1 0 0,1 0 0,0 1 0,0 0 0,0-1 0,-3 5 0,4-5 0,0 0 0,0 1 0,1-1 0,-1 1 0,0 0 0,1-1 0,0 1 0,-1 0 0,1-1 0,0 1 0,0-1 0,1 1 0,-1 0 0,1-1 0,-1 1 0,1-1 0,0 1 0,0 0 0,0-1 0,0 0 0,1 3 0,3 3 0,0-1 0,0 0 0,0 0 0,1 0 0,0-1 0,0 0 0,11 8 0,54 33 0,-35-25 0,-6-3 0,2-2 0,40 17 0,-80-33 0,-8-2 0,-1-2 0,0-1 0,0 0 0,0-1 0,-26-12 0,42 17 0,0-1 0,1 1 0,-1 0 0,0-1 0,0 1 0,0-1 0,0 0 0,1 1 0,-1-1 0,0 0 0,1 1 0,-1-1 0,0 0 0,1 0 0,-1 1 0,0-2 0,1 1 0,0 1 0,1 0 0,-1-1 0,0 1 0,0 0 0,0-1 0,0 1 0,0 0 0,0 0 0,0-1 0,0 1 0,1 0 0,-1-1 0,0 1 0,0 0 0,0 0 0,1-1 0,-1 1 0,0 0 0,0 0 0,1 0 0,-1-1 0,0 1 0,1 0 0,-1 0 0,0 0 0,1 0 0,-1-1 0,4 0 0,1 0 0,-1 0 0,0 0 0,0 0 0,6 0 0,30 0 0,0-2 0,-1-2 0,0-2 0,0-2 0,50-17 0,-82 24 0,0-2 0,0 1 0,-1-1 0,1 1 0,-1-2 0,9-6 0,-14 10 0,0 0 0,0 0 0,0 0 0,0 0 0,0 0 0,0-1 0,0 1 0,0 0 0,0 0 0,0-1 0,-1 1 0,1-1 0,-1 1 0,1 0 0,-1-1 0,1 1 0,-1-1 0,0 1 0,0-1 0,0 1 0,0-1 0,0 1 0,0-1 0,0 1 0,0-1 0,-1 1 0,1-1 0,0 1 0,-1-1 0,1 1 0,-1-1 0,0 1 0,1 0 0,-1-1 0,0 1 0,0 0 0,0 0 0,-2-2 0,0-1 0,-1 1 0,0 0 0,0 0 0,-1 0 0,1 0 0,-1 1 0,1-1 0,-1 1 0,0 0 0,0 1 0,0-1 0,-8-1 0,2 2 0,-1-1 0,1 2 0,-1-1 0,-18 3 0,28-2 0,0 0 0,-1 1 0,1-1 0,0 1 0,0-1 0,-1 1 0,1 0 0,0 0 0,0 0 0,0 0 0,0 0 0,0 1 0,0-1 0,1 0 0,-1 1 0,-2 2 0,3-3 0,0 1 0,0-1 0,1 0 0,-1 1 0,1-1 0,-1 1 0,1-1 0,-1 1 0,1-1 0,0 1 0,0-1 0,0 1 0,0 0 0,0-1 0,0 1 0,0-1 0,0 1 0,0-1 0,1 1 0,-1-1 0,1 1 0,-1-1 0,1 1 0,1 2 0,3 5 0,1-1 0,0 1 0,0-1 0,1 0 0,15 14 0,-8-9 0,1-1 0,23 14 0,-29-21 0,0-1 0,0 0 0,0 0 0,1-1 0,0 0 0,0 0 0,0-1 0,0 0 0,0-1 0,0-1 0,0 1 0,0-1 0,1-1 0,-1 0 0,12-3 0,-9 1 0,0 0 0,0-2 0,-1 1 0,0-1 0,1-1 0,-2 0 0,1-1 0,-1 0 0,0-1 0,0 0 0,11-12 0,-19 16 0,1-1 0,-1 1 0,0-1 0,0 0 0,0 0 0,-1 0 0,1 0 0,-1-1 0,0 1 0,-1-1 0,0 1 0,1-1 0,-2 0 0,1 0 0,-1 1 0,0-1 0,0 0 0,0 1 0,-1-1 0,0 0 0,0 1 0,0-1 0,-1 0 0,-2-5 0,3 10 0,0-1 0,0 1 0,0-1 0,0 1 0,0-1 0,-1 1 0,1 0 0,0-1 0,-1 1 0,1 0 0,-1 0 0,1 0 0,-1 0 0,1 0 0,-1 1 0,0-1 0,1 0 0,-1 1 0,0-1 0,0 1 0,0-1 0,1 1 0,-1 0 0,0 0 0,0 0 0,0 0 0,0 0 0,1 0 0,-1 1 0,0-1 0,-2 1 0,0 0 0,0 1 0,0-1 0,0 1 0,1-1 0,-1 1 0,0 0 0,0 1 0,1-1 0,0 1 0,-1-1 0,1 1 0,-4 5 0,4-3 0,-1 0 0,1 1 0,1 0 0,-1-1 0,1 1 0,0 0 0,0 0 0,1 0 0,-2 10 0,2-13 0,1 0 0,0 0 0,-1 0 0,1 0 0,0 0 0,1 0 0,-1 0 0,0 0 0,1 0 0,0 0 0,-1 0 0,1-1 0,1 1 0,-1 0 0,0 0 0,0-1 0,1 1 0,0-1 0,-1 1 0,1-1 0,4 4 0,-4-5 0,-1 0 0,1 0 0,0 0 0,-1 0 0,1 0 0,0-1 0,0 1 0,-1 0 0,1-1 0,0 0 0,0 1 0,0-1 0,0 0 0,0 0 0,0 0 0,3-1 0,0 0 0,1 0 0,0-1 0,10-5 0,-13 6 0,1-1 0,-1 0 0,1 1 0,-1 0 0,1 0 0,-1 0 0,1 0 0,0 1 0,0 0 0,-1-1 0,6 1 0,-7 1 0,0 0 0,-1-1 0,1 1 0,0 0 0,-1 0 0,1 0 0,0 0 0,-1 0 0,1 0 0,-1 0 0,0 1 0,1-1 0,-1 0 0,0 1 0,0-1 0,0 1 0,0 0 0,0-1 0,1 3 0,2 4 0,-1 1 0,5 15 0,-5-14 0,3 9 0,49 169 0,-48-147-1365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31.4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1 131 24575,'3'1'0,"0"0"0,-1 0 0,1 0 0,0 0 0,0 1 0,-1 0 0,1-1 0,0 1 0,-1 0 0,0 0 0,1 0 0,-1 0 0,3 4 0,8 7 0,14 8 0,-14-10 0,1 0 0,0-1 0,1 0 0,24 11 0,-35-19 0,0-1 0,0 0 0,1 1 0,-1-1 0,1-1 0,-1 1 0,1-1 0,-1 1 0,0-1 0,1-1 0,-1 1 0,1-1 0,7-1 0,-10 1 0,0 0 0,0 0 0,-1 0 0,1 0 0,0 0 0,0 0 0,0 0 0,-1-1 0,1 1 0,-1-1 0,1 1 0,-1-1 0,1 0 0,-1 1 0,0-1 0,0 0 0,0 0 0,0 0 0,0 0 0,0 0 0,-1 0 0,1 0 0,-1 0 0,1 0 0,-1-1 0,0 1 0,0 0 0,0 0 0,0-4 0,0 3 0,0 0 0,-1-1 0,1 1 0,-1 0 0,1 0 0,-1 0 0,0-1 0,-1 1 0,1 0 0,0 0 0,-1 1 0,1-1 0,-1 0 0,-2-2 0,1 3 0,4 6 0,7 7 0,1-1 0,1-2 0,1 1 0,0-1 0,0-1 0,1 0 0,-1-1 0,1 0 0,1 0 0,-1-1 0,27 6 0,-23-8 0,1 0 0,0 0 0,0-2 0,1 0 0,-1-1 0,0-1 0,0-1 0,20-3 0,-31 3 0,-1 1 0,0-1 0,1 0 0,-1 0 0,0 0 0,0-1 0,0 0 0,-1 0 0,1 0 0,-1-1 0,1 1 0,-1-1 0,0 0 0,0 0 0,-1-1 0,0 1 0,1-1 0,-1 1 0,-1-1 0,1 0 0,-1 0 0,0-1 0,0 1 0,0 0 0,-1-1 0,1 1 0,-1-1 0,-1 1 0,1-1 0,-1 1 0,0-1 0,0 0 0,-1 1 0,0-1 0,0 1 0,0-1 0,0 1 0,-1 0 0,0-1 0,0 1 0,-1 0 0,-5-8 0,4 7 0,0 1 0,0 0 0,-1 0 0,0 1 0,0-1 0,0 1 0,-1 0 0,1 0 0,-1 1 0,-9-5 0,12 7 0,1 0 0,-1 1 0,0-1 0,1 0 0,-1 1 0,0-1 0,0 1 0,1 0 0,-1 0 0,0 0 0,0 0 0,-2 1 0,3 0 0,0-1 0,0 1 0,0 0 0,0 0 0,1 0 0,-1 0 0,0 0 0,1 0 0,-1 0 0,1 1 0,-1-1 0,1 1 0,0-1 0,-1 1 0,1-1 0,0 1 0,0 0 0,-1 2 0,-1 3 0,0 0 0,0 1 0,1-1 0,0 1 0,1-1 0,-1 1 0,1-1 0,1 1 0,0 0 0,0-1 0,0 1 0,1 0 0,0-1 0,0 1 0,1-1 0,0 1 0,1-1 0,-1 0 0,5 9 0,-3-9 0,0 0 0,1 0 0,-1 0 0,1-1 0,0 0 0,1 1 0,-1-2 0,1 1 0,1-1 0,-1 0 0,1 0 0,0-1 0,0 1 0,0-2 0,0 1 0,1-1 0,-1 0 0,10 2 0,-9-3 0,1-1 0,-1 0 0,1-1 0,-1 0 0,1 0 0,-1-1 0,1 0 0,-1 0 0,1-1 0,-1 0 0,9-3 0,-11 2 0,0 1 0,0-1 0,0 0 0,0 0 0,-1-1 0,1 1 0,-1-1 0,0 0 0,0-1 0,0 0 0,-1 1 0,1-1 0,-1-1 0,6-10 0,-9 14 0,0-1 0,0 1 0,0-1 0,-1 1 0,1-1 0,-1 1 0,0-1 0,0 1 0,0-1 0,0 1 0,0-1 0,-1 1 0,1-1 0,-1 0 0,1 1 0,-1 0 0,0-1 0,0 1 0,0 0 0,-2-5 0,2 5 0,-1 0 0,1 0 0,0 0 0,-1 1 0,0-1 0,1 0 0,-1 0 0,0 1 0,0-1 0,0 1 0,0 0 0,0-1 0,0 1 0,0 0 0,0 0 0,0 1 0,-1-1 0,1 0 0,0 1 0,0-1 0,-1 1 0,-2-1 0,5 2 0,0 0 0,1-1 0,-1 1 0,0-1 0,0 1 0,1 0 0,-1-1 0,0 1 0,1-1 0,-1 1 0,0-1 0,1 1 0,-1-1 0,1 1 0,-1-1 0,1 0 0,1 1 0,23 17 0,2-2 0,53 24 0,-69-35 0,16 6 0,0-1 0,57 12 0,-77-21 0,-5 0 0,-1-1 0,1 1 0,0-1 0,-1 0 0,1 0 0,0 0 0,-1 0 0,1 0 0,-1 0 0,1 0 0,0 0 0,-1-1 0,1 1 0,0-1 0,-1 1 0,1-1 0,-1 1 0,2-2 0,0 0 0,-1-1 0,0 1 0,0 0 0,0-1 0,0 1 0,0-1 0,2-4 0,0 0 0,-3 6 0,-1 0 0,1 0 0,0 0 0,0 0 0,-1 1 0,1-1 0,0 0 0,0 1 0,0-1 0,0 0 0,0 1 0,0-1 0,0 1 0,0 0 0,0-1 0,0 1 0,0 0 0,0 0 0,1-1 0,-1 1 0,0 0 0,0 0 0,0 0 0,0 0 0,0 1 0,0-1 0,0 0 0,0 0 0,1 1 0,-1-1 0,0 1 0,0-1 0,1 1 0,5 3 0,0 0 0,1 0 0,9 8 0,-9-7 0,71 53-1365,-69-50-5461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32.1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43 24575,'-15'0'0,"0"1"0,-23 3 0,35-3 0,-1-1 0,1 1 0,-1 0 0,1 0 0,0 0 0,-1 1 0,1-1 0,0 1 0,0 0 0,0 0 0,0 0 0,0 0 0,1 0 0,-1 1 0,1-1 0,-5 6 0,6-6 0,0 1 0,0-1 0,0 1 0,1-1 0,-1 1 0,1-1 0,-1 1 0,1-1 0,0 1 0,0 0 0,0-1 0,0 1 0,0-1 0,1 1 0,-1-1 0,1 1 0,0-1 0,0 1 0,0-1 0,0 1 0,0-1 0,0 0 0,2 3 0,5 6 0,0 0 0,0 0 0,12 10 0,-16-16 0,8 8 0,1-1 0,0 0 0,0-1 0,2-1 0,-1 0 0,1-1 0,18 8 0,-22-12 0,-1-1 0,0 0 0,1-1 0,0 0 0,0-1 0,0 0 0,0-1 0,0 0 0,0-1 0,1 0 0,-1-1 0,15-3 0,-18 2 0,0 0 0,0-1 0,0 0 0,0-1 0,-1 0 0,1 0 0,-1-1 0,0 1 0,-1-1 0,1-1 0,-1 0 0,0 0 0,0 0 0,-1 0 0,0-1 0,0 0 0,0 0 0,4-11 0,-3 6 0,0 0 0,-1 0 0,-1-1 0,0 1 0,-1-1 0,0 0 0,-1-1 0,-1 1 0,0 0 0,-2-27 0,1 38 0,0-1 0,-1 1 0,1-1 0,-1 0 0,0 1 0,0 0 0,0-1 0,0 1 0,0 0 0,-1-1 0,1 1 0,-1 0 0,-2-2 0,4 3 0,-1 0 0,0 0 0,0 0 0,0 1 0,0-1 0,0 1 0,0-1 0,0 0 0,-1 1 0,1 0 0,0-1 0,0 1 0,0 0 0,0-1 0,-1 1 0,1 0 0,0 0 0,0 0 0,0 0 0,-1 0 0,1 0 0,0 1 0,0-1 0,0 0 0,0 1 0,-1-1 0,1 0 0,0 1 0,0 0 0,-2 0 0,-3 3 0,1 1 0,-1 0 0,1-1 0,0 2 0,0-1 0,0 1 0,0-1 0,1 1 0,0 0 0,-5 12 0,5-10 0,1 0 0,0 0 0,0 1 0,1-1 0,0 1 0,0-1 0,1 1 0,-1 14 0,3-17 0,0 0 0,0 1 0,0-1 0,1 0 0,0 0 0,0 0 0,0-1 0,1 1 0,0-1 0,0 1 0,0-1 0,1 0 0,0 0 0,0 0 0,0 0 0,5 3 0,1 1 0,-1-1 0,1-1 0,1 0 0,-1 0 0,1-1 0,0-1 0,13 5 0,3 0-273,1-2 0,-1-1 0,1-2 0,35 4 0,-48-8-6553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38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8 24575,'-6'-8'0,"3"11"0,4 16 0,5 4 0,1 0 0,14 31 0,-3-8 0,-18-45 0,10 20 0,-10-21 0,0 0 0,0 1 0,1-1 0,-1 0 0,0 0 0,0 0 0,0 1 0,1-1 0,-1 0 0,0 0 0,0 0 0,0 0 0,1 1 0,-1-1 0,0 0 0,0 0 0,1 0 0,-1 0 0,0 0 0,0 0 0,1 0 0,-1 0 0,0 0 0,0 0 0,1 0 0,-1 0 0,1 0 0,-1 0 0,1-1 0,-1 1 0,1-1 0,-1 1 0,1-1 0,-1 1 0,0-1 0,1 1 0,-1-1 0,1 1 0,-1-1 0,0 1 0,0-1 0,1 0 0,-1 1 0,0-2 0,5-15 0,4-30 0,-8 35 0,1 1 0,1-1 0,0 1 0,0-1 0,1 1 0,5-11 0,-8 21 0,0 0 0,-1 0 0,1 0 0,0 0 0,-1 0 0,1 0 0,0 1 0,0-1 0,0 0 0,0 1 0,0-1 0,0 0 0,0 1 0,0-1 0,0 1 0,0 0 0,0-1 0,0 1 0,0 0 0,0-1 0,0 1 0,1 0 0,-1 0 0,0 0 0,0 0 0,0 0 0,0 0 0,0 1 0,1-1 0,-1 0 0,0 0 0,0 1 0,0-1 0,0 1 0,1 0 0,5 3 0,0-1 0,0 2 0,-1-1 0,7 6 0,-6-5 0,154 138 0,-152-135 120,-9-8-157,0 0 0,0 0 0,0 1-1,0-1 1,0 0 0,1 0 0,-1 0 0,0 0 0,0 1 0,0-1 0,1 0-1,-1 0 1,0 0 0,0 0 0,1 0 0,-1 0 0,0 0 0,0 0 0,1 1-1,-1-1 1,0 0 0,0 0 0,1 0 0,-1 0 0,0 0 0,0 0 0,0-1-1,1 1 1,-1 0 0,0 0 0,0 0 0,1 0 0,-1 0 0,0 0 0,0 0-1,1 0 1,-1-1 0,0 1 0,0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39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74 24575,'-12'-7'0,"-66"-33"0,65 35 0,0 0 0,0 0 0,0 1 0,-16-2 0,26 6 0,-1-1 0,1 1 0,0 0 0,0 0 0,0 0 0,0 0 0,0 1 0,0-1 0,0 1 0,0 0 0,0 0 0,1 0 0,-1 0 0,-5 3 0,7-3 0,0 0 0,0 0 0,-1 0 0,1 0 0,0 1 0,0-1 0,0 0 0,0 1 0,0-1 0,1 0 0,-1 1 0,0-1 0,1 1 0,-1 0 0,1-1 0,-1 1 0,1-1 0,0 1 0,0 0 0,0-1 0,0 1 0,0 0 0,0-1 0,0 1 0,0 0 0,1-1 0,-1 1 0,1 2 0,1 1 0,0 0 0,1-1 0,-1 1 0,1-1 0,0 1 0,0-1 0,1 0 0,-1 0 0,1 0 0,0-1 0,0 1 0,0-1 0,7 4 0,5 3 0,0-1 0,26 11 0,-20-11 0,44 12 0,-58-19 0,0-1 0,1 1 0,-1-1 0,1-1 0,0 0 0,-1 0 0,1 0 0,14-4 0,-22 4 0,1 0 0,0-1 0,-1 1 0,1-1 0,-1 1 0,1-1 0,-1 0 0,1 0 0,-1 1 0,0-1 0,1 0 0,-1 0 0,0 0 0,0-1 0,0 1 0,0 0 0,0 0 0,0-1 0,0 1 0,0 0 0,0-1 0,0 1 0,-1-1 0,1 1 0,-1-1 0,1 0 0,-1 1 0,0-1 0,1 1 0,-1-1 0,0 0 0,0 1 0,0-1 0,0 1 0,0-1 0,-1-1 0,0-3 0,0 1 0,-1 0 0,0 1 0,0-1 0,0 0 0,0 0 0,-1 1 0,0-1 0,0 1 0,-4-5 0,-1 1-227,0 0-1,0 1 1,-1 0-1,0 1 1,-16-9-1,10 6-6598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39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84 236 24575,'5'19'0,"2"0"0,0-1 0,1 0 0,13 21 0,47 66 0,-39-62 0,-22-33 0,-8-13 0,-9-18 0,-48-82 0,9 19 0,-42-102 0,84 171 0,4 8 0,0 1 0,0-1 0,1 0 0,0 1 0,0-1 0,0 0 0,1 0 0,-1-13 0,3 19 0,-1 0 0,0 0 0,0 0 0,1 0 0,-1 0 0,0 0 0,1 0 0,-1 0 0,1 1 0,-1-1 0,1 0 0,-1 0 0,1 0 0,0 1 0,0-1 0,-1 0 0,1 1 0,0-1 0,0 0 0,0 1 0,-1-1 0,1 1 0,0 0 0,0-1 0,0 1 0,0 0 0,0-1 0,0 1 0,0 0 0,0 0 0,0 0 0,0 0 0,0 0 0,0 0 0,0 0 0,0 0 0,2 0 0,2 1 0,1 0 0,-1 0 0,1 1 0,-1 0 0,7 2 0,14 9 0,0 1 0,-1 1 0,0 1 0,28 25 0,83 84 0,-129-118 0,8 7 0,-1 1 0,14 20 0,-25-31 0,0 0 0,0 0 0,-1 1 0,1 0 0,-1-1 0,0 1 0,0 0 0,-1 0 0,0 0 0,0 0 0,0 0 0,0 1 0,-1 9 0,0-12 0,-1 0 0,0 0 0,0 0 0,0 0 0,0 0 0,-1 0 0,1-1 0,-1 1 0,1 0 0,-1-1 0,0 1 0,0-1 0,-1 1 0,1-1 0,0 0 0,-1 0 0,1 0 0,-1 0 0,0-1 0,1 1 0,-6 1 0,-2 2 0,0-1 0,-1 0 0,0-1 0,-20 4 0,-45 3 0,-86 0 0,142-10-1365,3 0-5461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40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24575,'7'10'0,"5"5"0,3 6 0,2 1 0,-1 2 0,3 2 0,0-2 0,0-1 0,-1-3 0,-2-2 0,-3-2 0,-1-1 0,-3-1 0,-3-5 0,-5-6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40.4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617 90 24575,'-32'-12'0,"-15"-4"0,-8-2 0,2 2 0,4 4 0,3 4 0,5 3 0,4 3 0,4 1 0,2 1 0,2 4 0,0 2 0,-1 1 0,-1 2 0,2 1 0,4 0 0,6-3-8191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40.9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24575,'14'24'0,"8"12"0,3 0 0,-1 1 0,-2-5 0,-5-4 0,-2-6 0,-2-3 0,-1-5 0,-2-3 0,0-3 0,-2 0 0,0 1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41.1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0 151 24575,'30'-24'0,"14"-9"0,2 2 0,-2 6 0,-5 7 0,-8 7 0,-6 5 0,-5 4 0,-3 4 0,-5 5 0,-7 3 0,-4 0-8191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41.3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74 24575,'27'-7'0,"12"-3"0,1 0 0,-7 0 0,-5 2 0,-8-1 0,-5 1 0,-3 3 0,0 1 0,-1 2 0,2 1 0,-1 1 0,-1 3 0,0 3 0,-3 3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41.9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24575,'59'129'0,"-11"-49"0,8 15 0,-51-86-1365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42.3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13 24575,'0'-5'0,"-3"1"0,-2 1 0,-4 4 0,-2 1 0,-3 0 0,0 1 0,-1-1 0,-2-1 0,-1 0 0,-3 2 0,-2 0 0,-5 0 0,-2 0 0,-4 1 0,0 0 0,-1 0 0,7-2-8191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7:43.7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31 24575,'-10'-3'0,"-6"0"0,-2 0 0,-1-2 0,1 0 0,0 1 0,2 1 0,0 1 0,1 0 0,0 2 0,1 0 0,0 0 0,-1 0 0,1 3 0,2 0-8191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10.6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0 24575,'0'0'0,"-1"0"0,1 0 0,-1 0 0,1 0 0,0 0 0,-1 0 0,1 0 0,0 1 0,-1-1 0,1 0 0,-1 0 0,1 0 0,0 0 0,-1 0 0,1 1 0,0-1 0,-1 0 0,1 0 0,0 0 0,0 1 0,-1-1 0,1 0 0,0 0 0,0 1 0,-1-1 0,1 0 0,0 1 0,0-1 0,0 0 0,-1 1 0,3 13 0,14 16 0,-15-28 0,17 25 0,2 0 0,31 30 0,10 15 0,-16-15 0,99 140 0,-121-162 0,49 69 0,-71-103 0,1 2 0,1 0 0,-1 0 0,1 0 0,-1-1 0,1 1 0,0-1 0,6 4 0,-11-13 27,-5-2-1419,-2-1-5434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11.5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409 27 24575,'0'-2'0,"1"0"0,-1 0 0,0 0 0,0 0 0,1 0 0,-1 0 0,0 0 0,-1-4 0,1 6 0,0 0 0,0 0 0,0-1 0,-1 1 0,1 0 0,0-1 0,0 1 0,0 0 0,0 0 0,-1-1 0,1 1 0,0 0 0,0 0 0,0 0 0,-1-1 0,1 1 0,0 0 0,0 0 0,-1 0 0,1 0 0,0-1 0,0 1 0,-1 0 0,1 0 0,-1 0 0,0 0 0,0 0 0,0 0 0,1 0 0,-1 0 0,0 1 0,0-1 0,1 0 0,-1 0 0,0 1 0,0-1 0,1 0 0,-2 2 0,-5 3 0,0 0 0,0 0 0,0 1 0,1 0 0,-9 11 0,-26 38 0,31-40 0,-121 197 0,103-164 0,-23 49 0,12-23 0,27-50 2,-13 20-1369,18-35-5459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11.9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48 24575,'0'-4'0,"0"-1"0,0 1 0,0-1 0,-1 1 0,0 0 0,0-1 0,0 1 0,-1-4 0,2 8 0,0-1 0,-1 1 0,1 0 0,0 0 0,0-1 0,0 1 0,0 0 0,0 0 0,-1 0 0,1-1 0,0 1 0,0 0 0,0 0 0,0 0 0,-1 0 0,1 0 0,0-1 0,0 1 0,0 0 0,-1 0 0,1 0 0,0 0 0,0 0 0,-1 0 0,1 0 0,0 0 0,0 0 0,-1 0 0,1 0 0,0 0 0,0 0 0,-1 0 0,1 0 0,0 0 0,0 0 0,-1 0 0,1 0 0,0 0 0,0 0 0,0 0 0,-1 1 0,1-1 0,0 0 0,0 0 0,0 0 0,-1 0 0,1 0 0,0 1 0,0-1 0,0 0 0,0 0 0,-1 0 0,1 1 0,0-1 0,0 0 0,0 0 0,0 1 0,-8 13 0,4-1 0,1-1 0,0 1 0,0 0 0,-1 19 0,2 55 0,4-40 0,2-1 0,17 83 0,-3-60 0,29 78 0,-37-123 0,0-1 0,20 33 0,-24-46 0,0 0 0,1-1 0,0 0 0,1 0 0,0-1 0,1 0 0,15 12 0,-9-13 120,-15-7-150,0 0 1,0 0-1,1 0 0,-1 0 0,0 0 1,0 0-1,1 0 0,-1 0 1,0-1-1,0 1 0,1 0 1,-1 0-1,0 0 0,0 0 0,1 0 1,-1 0-1,0 0 0,0-1 1,1 1-1,-1 0 0,0 0 1,0 0-1,0 0 0,1-1 0,-1 1 1,0 0-1,0 0 0,0-1 1,0 1-1,0 0 0,0 0 1,1-1-1,-1 1 0,0 0 0,0 0 1,0-1-1,0 1 0,0 0 1,0 0-1,0-1 0,0 1 1,0 0-1,0 0 0,0-1 0,0 1 1,0 0-1,0 0 0,-1-1 1,1 1-1,-1-8-6796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12.4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96 24575,'3'-8'0,"-1"0"0,1 0 0,0 0 0,1 0 0,0 1 0,0 0 0,10-13 0,-13 18 0,1 0 0,0 1 0,-1-1 0,1 0 0,0 1 0,0 0 0,0-1 0,0 1 0,0 0 0,1 0 0,-1 0 0,0 0 0,0 0 0,1 0 0,-1 1 0,0-1 0,1 1 0,-1 0 0,1 0 0,-1 0 0,0 0 0,1 0 0,-1 0 0,1 1 0,-1-1 0,0 1 0,1-1 0,-1 1 0,0 0 0,0 0 0,4 2 0,8 6 0,1 1 0,-1 0 0,-1 1 0,0 1 0,-1 0 0,0 1 0,16 21 0,-22-25 0,0 0 0,-1 0 0,0 0 0,-1 1 0,0-1 0,0 1 0,-1 0 0,4 21 0,-5-18 0,-1 1 0,0 0 0,-1 0 0,-1 0 0,0 0 0,-3 18 0,1-23 0,1-1 0,-1 1 0,-1-1 0,-7 15 0,5-11 0,5-12 0,1 0 0,0 1 0,0-1 0,0 1 0,-1-1 0,1 1 0,0-1 0,0 1 0,0-1 0,0 0 0,0 1 0,0-1 0,0 1 0,0-1 0,0 1 0,0-1 0,0 1 0,0-1 0,0 1 0,0-1 0,0 1 0,0-1 0,1 1 0,-1-1 0,0 1 0,0-1 0,1 0 0,-1 1 0,1 0 0,0 0 0,0-1 0,0 1 0,0 0 0,0-1 0,0 1 0,0-1 0,0 0 0,0 1 0,0-1 0,3 1 0,4 0 0,0-1 0,15 0 0,-16 0 0,10-1-97,0-1-1,0 0 1,0-1-1,0 0 1,-1-2-1,1 0 1,-1-1-1,0 0 1,-1-1-1,0-1 1,0-1-1,0 0 0,14-13 1,-13 9-6729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12.5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290 0 24575,'-27'0'0,"-11"0"0,-2 0 0,3 0 0,6 0 0,6 3 0,4 0 0,4 0 0,2 2 0,1 0 0,0 2 0,4-1-8191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12.9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24575,'42'32'-135,"-1"1"0,-2 2-1,-2 2 1,41 51 0,-56-59 143,0 2 1,-2 0-1,-2 1 1,-1 0 0,-1 2-1,21 64 1,-33-86 40,-1 1 0,-1 0 0,1-1 0,-2 1 0,0 0-1,0 0 1,-2 13 0,0-20-38,0-1 1,0 0-1,0 0 0,-1 1 0,1-1 1,-1 0-1,-1 0 0,1-1 1,-1 1-1,0 0 0,0-1 0,0 1 1,0-1-1,-1 0 0,0 0 0,0-1 1,0 1-1,0-1 0,-7 4 0,3-2-181,0-1-1,-1 0 0,0 0 1,0-1-1,0 0 0,0-1 1,-18 3-1,9-3-6655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13.2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333 65 24575,'-30'-7'0,"-11"-3"0,-5 0 0,4 3 0,6-1 0,7 1 0,6 3 0,4 0 0,4 3 0,1 0 0,0 1 0,1-3 0,3 0-8191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13.4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428 59 24575,'-27'-7'0,"-14"-3"0,-4 1 0,-1 1 0,4 3 0,6 2 0,4-2 0,3 1 0,2 1 0,-3 1 0,2 1 0,3 0 0,6 1-8191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15.3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68 24575,'-11'-68'0,"7"116"0,5 17 0,-2 90 0,-2-126-682,-14 57-1,14-72-6143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16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3607 15 24575,'0'0'0,"0"0"0,0 0 0,0-1 0,0 1 0,0 0 0,0-1 0,0 1 0,-1 0 0,1 0 0,0-1 0,0 1 0,0 0 0,0 0 0,0-1 0,0 1 0,-1 0 0,1 0 0,0 0 0,0-1 0,0 1 0,-1 0 0,1 0 0,0 0 0,0 0 0,-1 0 0,1-1 0,0 1 0,0 0 0,-1 0 0,1 0 0,0 0 0,-1 0 0,1 0 0,0 0 0,0 0 0,-1 0 0,1 0 0,0 0 0,0 0 0,-1 0 0,1 0 0,0 0 0,-1 0 0,1 0 0,0 0 0,-1 1 0,-15 5 0,12-4 0,-13 4 0,0-1 0,-1-1 0,1 0 0,-28 1 0,-72-2 0,94-3 0,-232-16 0,129 5 0,-310-7 0,394 18 0,-303 10 0,98 7 0,96-12 0,-38 2 0,93-1 0,-28 2 0,-159-1 0,175-8 0,-123-8 0,-98 2 0,203 8 0,-94-1-1365,206 0-5461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18.2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0 24575,'-1'2'0,"1"-1"0,-1 0 0,0 0 0,0 0 0,1 1 0,-1-1 0,1 0 0,-1 1 0,1-1 0,0 0 0,-1 1 0,1-1 0,0 1 0,0-1 0,0 0 0,0 1 0,0-1 0,0 1 0,1-1 0,0 3 0,10 30 0,-7-25 0,12 35 0,-2 1 0,-2 0 0,6 53 0,-16-77 0,-1 37 0,-1-56-24,0-4 81,-1-6-1455,1-1-5428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18.4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1 24575,'-22'0'0,"-10"0"0,-2 0 0,3 0 0,3 0 0,7 2 0,5 1 0,5 1-8191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19.0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107 106 24575,'6'-12'0,"0"0"0,0 1 0,2 0 0,-1 1 0,13-14 0,-18 21 0,0 1 0,1 0 0,-1 0 0,1 0 0,-1 0 0,1 0 0,-1 1 0,1-1 0,0 1 0,0 0 0,0 0 0,0 0 0,0 0 0,0 0 0,0 1 0,0-1 0,0 1 0,0 0 0,1 0 0,-1 0 0,0 0 0,0 0 0,0 1 0,0 0 0,0-1 0,0 1 0,0 0 0,3 2 0,3 1 0,-1 0 0,0 1 0,0 0 0,0 1 0,0 0 0,-1 0 0,0 0 0,0 1 0,-1 0 0,0 0 0,0 1 0,6 10 0,-10-14 0,0 1 0,-1 0 0,1 1 0,-1-1 0,0 0 0,0 0 0,-1 0 0,1 1 0,-1-1 0,0 0 0,-1 1 0,1-1 0,-1 0 0,0 0 0,-1 1 0,1-1 0,-1 0 0,0 0 0,0 0 0,0-1 0,-1 1 0,0 0 0,0-1 0,0 0 0,0 0 0,-7 6 0,3-4 0,0-1 0,-1 0 0,1-1 0,-1 0 0,0 0 0,-1-1 0,1 0 0,-1 0 0,1-1 0,-17 2 0,12-2 0,-1-1 0,1-1 0,0 0 0,-1-1 0,1 0 0,-20-5 0,27 4 0,-1 0 0,2 0 0,-1-1 0,0 0 0,0 0 0,1 0 0,0-1 0,0 1 0,0-1 0,0-1 0,0 1 0,1-1 0,0 1 0,-5-7 0,7 8 0,0 0 0,0-1 0,0 1 0,1 0 0,-1-1 0,1 1 0,0-1 0,0 0 0,0 1 0,0-1 0,0 0 0,1 1 0,0-1 0,0 0 0,0 0 0,0 1 0,1-1 0,-1 0 0,1 0 0,0 1 0,0-1 0,0 1 0,1-1 0,-1 1 0,3-4 0,-2 3-68,1 1 0,0-1-1,0 1 1,0 0 0,0 0 0,0 0-1,1 1 1,-1-1 0,1 1 0,0 0-1,0 0 1,0 0 0,0 0 0,0 1-1,0-1 1,0 1 0,0 0 0,1 1-1,5-2 1,3 2-6758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19.3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24575,'0'2'0,"0"4"0,-2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20.1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1 24575,'-4'1'0,"0"1"0,-1-1 0,1 1 0,0 0 0,0 0 0,0 1 0,0-1 0,1 1 0,-1 0 0,1 0 0,-1 0 0,1 0 0,0 1 0,0-1 0,0 1 0,-3 5 0,5-6 0,0-1 0,0 1 0,0 0 0,0-1 0,0 1 0,0 0 0,1-1 0,-1 1 0,1 0 0,0 0 0,-1 0 0,2 0 0,-1-1 0,0 1 0,0 0 0,1 0 0,0-1 0,-1 1 0,1 0 0,0 0 0,0-1 0,0 1 0,1-1 0,-1 1 0,1-1 0,-1 0 0,4 4 0,-3-4 0,1 1 0,0 0 0,-1-1 0,1 0 0,0 0 0,0 0 0,0 0 0,0 0 0,1 0 0,-1-1 0,4 2 0,1-1 0,0-1 0,0 0 0,13 1 0,-6-2 0,-3 1 0,0 1 0,0 0 0,-1 0 0,1 2 0,0-1 0,-1 1 0,18 9 0,-25-10 0,0-1 0,-1 1 0,1 0 0,0 1 0,-1-1 0,0 1 0,0-1 0,0 1 0,0 0 0,-1 0 0,1 0 0,-1 0 0,0 1 0,0-1 0,-1 1 0,2 5 0,-2-7 0,0 1 0,-1 0 0,1-1 0,-1 1 0,0 0 0,0 0 0,0-1 0,0 1 0,-1 0 0,0-1 0,1 1 0,-2 0 0,1-1 0,0 1 0,0-1 0,-1 1 0,0-1 0,0 0 0,0 0 0,0 0 0,-4 4 0,2-3-65,-1 0 0,0-1 0,0 1 0,0-1 0,-1 0 0,1 0 0,-1-1 0,1 0 0,-1 0 0,0 0 0,0-1 0,0 1 0,0-2 0,0 1 0,0-1 0,0 1 0,0-2 0,0 1 0,0-1 0,-7-1 0,0-1-6761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20.4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 24575,'27'-5'0,"14"1"0,2 1 0,-3 1 0,-7 1 0,-6 0 0,-5 4 0,-4 0 0,-5 0-8191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21.7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 24575,'22'-3'0,"1"1"0,0 2 0,-1 0 0,1 1 0,32 7 0,-49-7 0,1 1 0,-1 1 0,1-1 0,-1 1 0,0 0 0,0 0 0,0 0 0,0 1 0,8 8 0,-10-9 0,0 1 0,-1 0 0,0 0 0,0 1 0,0-1 0,0 1 0,-1-1 0,1 1 0,-1 0 0,-1 0 0,1 0 0,-1 0 0,0 0 0,1 7 0,-1-4 0,-1 0 0,0 0 0,0 1 0,0-1 0,-1 0 0,-1 0 0,0 0 0,-3 10 0,-2 2 0,-1-1 0,-11 19 0,17-35 0,1-1 0,-1 1 0,1 0 0,0 0 0,0 0 0,0 0 0,1-1 0,-1 1 0,1 0 0,-1 4 0,1-6 0,0 1 0,1-1 0,-1 0 0,1 0 0,-1 1 0,1-1 0,-1 0 0,1 0 0,-1 0 0,1 0 0,0 0 0,0 0 0,0 0 0,0 0 0,0 0 0,-1 0 0,2 0 0,-1 0 0,0-1 0,0 1 0,0 0 0,0-1 0,0 1 0,1-1 0,0 1 0,6 2 7,1-1 1,-1 1-1,0-2 0,0 1 0,13 0 1,45-3-235,-32 0-955,-22 1-5644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21.9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1 24575,'-29'0'0,"-13"0"0,-1 0 0,7 2 0,6 1 0,7 1 0,6-2-8191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22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 12 24575,'-27'-3'0,"-12"0"0,-1 0 0,4 0 0,7 4 0,7 1 0,7 1-8191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22.6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24575,'3'27'0,"2"11"0,2 2 0,1-3 0,2-4 0,-1-4 0,1-8 0,-2-4 0,-2-6-8191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23.1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24575,'32'27'0,"-1"1"0,-1 2 0,-2 1 0,-1 1 0,-1 1 0,-2 2 0,24 44 0,-42-67 0,-1 0 0,0 0 0,-1 1 0,0 0 0,-1 0 0,0 0 0,-1 0 0,1 15 0,-3-21 0,0-1 0,0 1 0,-1 0 0,0-1 0,0 1 0,0-1 0,-1 1 0,0-1 0,0 0 0,-1 1 0,0-1 0,0 0 0,0-1 0,-1 1 0,1-1 0,-1 1 0,-10 8 0,1-4-136,0 0-1,-1-1 1,0 0-1,0-1 1,-1-1-1,-1 0 1,1-1-1,-1-1 0,-23 5 1,11-4-6690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23.9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8 24575,'0'-1'0,"0"1"0,-1-1 0,1 1 0,0 0 0,0-1 0,-1 1 0,1-1 0,0 1 0,0 0 0,-1-1 0,1 1 0,-1 0 0,1-1 0,0 1 0,-1 0 0,1 0 0,0-1 0,-1 1 0,1 0 0,-1 0 0,1 0 0,-1-1 0,1 1 0,-1 0 0,1 0 0,-1 0 0,0 0 0,0 0 0,0 1 0,0-1 0,1 0 0,-1 1 0,0-1 0,0 1 0,0-1 0,1 0 0,-1 1 0,0 0 0,1-1 0,-2 2 0,-2 3 0,-1 1 0,1 0 0,-4 6 0,4-5 0,-13 20 0,-23 45 0,35-60 0,0-1 0,1 1 0,0 0 0,1 0 0,1 1 0,0-1 0,0 16 0,1-15 0,2 0 0,-1 1 0,2-1 0,3 19 0,-2-23 0,0 0 0,0-1 0,0 1 0,1-1 0,0 0 0,1 0 0,8 10 0,22 23 32,45 42 0,-22-25-1461,-45-44-5397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25.0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129 7 24575,'0'-1'0,"-1"1"0,0-1 0,0 1 0,1-1 0,-1 0 0,0 1 0,0 0 0,0-1 0,0 1 0,1-1 0,-1 1 0,0 0 0,0 0 0,0-1 0,0 1 0,0 0 0,0 0 0,0 0 0,0 0 0,0 0 0,-1 1 0,0-1 0,0 1 0,0 0 0,0-1 0,-1 1 0,1 0 0,1 0 0,-1 1 0,-4 2 0,1 0 0,0 1 0,0 0 0,0 1 0,-7 10 0,5-5 0,1 1 0,0 0 0,1 0 0,1 0 0,0 0 0,-3 14 0,1 5 0,-3 43 0,9-61 0,0 1 0,0-1 0,2 0 0,0 1 0,0-1 0,1 0 0,0 0 0,2 0 0,-1 0 0,1-1 0,9 15 0,-5-12 0,0 0 0,1 0 0,1-2 0,0 1 0,1-1 0,1-1 0,0 0 0,17 13 0,-15-16-227,1 0-1,0 0 1,0-2-1,0 0 1,20 5-1,-23-8-6598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26.3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16 24575,'0'-2'0,"-1"1"0,1 0 0,-1 0 0,0 0 0,0 0 0,1 0 0,-1 1 0,0-1 0,0 0 0,0 0 0,0 0 0,0 1 0,0-1 0,0 1 0,0-1 0,-1 1 0,-1-2 0,3 2 0,-1 0 0,1 1 0,0-1 0,0 0 0,-1 0 0,1 0 0,0 0 0,-1 0 0,1 0 0,0 0 0,0 1 0,-1-1 0,1 0 0,0 0 0,0 0 0,0 0 0,-1 1 0,1-1 0,0 0 0,0 0 0,0 1 0,0-1 0,-1 0 0,1 0 0,0 1 0,0-1 0,-1 16 0,5 13 0,1 1 0,2-1 0,1 0 0,12 29 0,15 53 0,-34-103 0,0 1 0,0 14 0,-1-16 0,1 0 0,-1 0 0,4 13 0,-4-19-36,0-1 0,0 0 0,0 0 1,0 1-1,0-1 0,0 0 0,0 0 0,0 1 0,0-1 0,0 0 0,0 0 0,0 0 0,0 1 0,0-1 0,0 0 0,0 0 0,1 1 1,-1-1-1,0 0 0,0 0 0,0 0 0,0 0 0,1 1 0,-1-1 0,0 0 0,0 0 0,0 0 0,1 0 0,-1 0 0,0 0 0,0 0 1,1 0-1,-1 1 0,0-1 0,0 0 0,0 0 0,1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26.6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231 16 24575,'-17'-2'0,"-9"-2"0,-1 1 0,1 1 0,2 0 0,3 1 0,2 0 0,3 1 0,1 0 0,1 2 0,0 2 0,2-1-8191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27.2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51 24575,'6'-7'0,"0"2"0,0-1 0,1 1 0,0 0 0,0 0 0,14-6 0,-18 10 0,0 0 0,0 0 0,0 0 0,0 0 0,1 0 0,-1 1 0,0-1 0,1 1 0,-1 0 0,0 0 0,1 0 0,-1 1 0,0-1 0,1 1 0,-1 0 0,0 0 0,0 0 0,0 0 0,0 0 0,3 2 0,7 5 0,-2 0 0,1 1 0,-1 0 0,0 0 0,-1 1 0,0 1 0,16 21 0,-21-24 0,0 0 0,0 0 0,-1 0 0,0 0 0,0 1 0,-1 0 0,0-1 0,-1 1 0,0 1 0,0-1 0,-1 0 0,0 0 0,-1 12 0,0-18 0,-1 1 0,1-1 0,-1 1 0,0-1 0,0 1 0,0-1 0,-1 0 0,1 0 0,-1 1 0,1-1 0,-1 0 0,0 0 0,-1-1 0,1 1 0,0 0 0,-1-1 0,1 1 0,-1-1 0,0 0 0,0 0 0,0 0 0,0 0 0,0-1 0,-5 3 0,-2-1 0,1 0 0,-1 0 0,0-1 0,0 0 0,0 0 0,-1-1 0,-11-1 0,8 0 0,-1-1 0,0-1 0,1 0 0,0-1 0,0-1 0,0 0 0,-17-8 0,25 10 0,-1-2 0,0 1 0,1-1 0,-1 1 0,1-2 0,0 1 0,1-1 0,-1 0 0,1 0 0,0 0 0,0-1 0,0 0 0,1 0 0,0 0 0,-7-14 0,9 13 0,0-1 0,0 0 0,1 0 0,0 0 0,0 0 0,1 1 0,0-1 0,1 0 0,1-10 0,-2 12 0,2 0 0,-1-1 0,1 1 0,-1 0 0,2 0 0,-1 0 0,1 1 0,0-1 0,0 0 0,0 1 0,9-10 0,-9 12-85,0 1 0,0 0-1,1 0 1,-1 0 0,1 0-1,-1 0 1,1 1 0,0 0-1,0-1 1,0 1 0,0 1-1,-1-1 1,1 0 0,0 1-1,8 0 1,0 0-6741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27.5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0 24575,'-4'0'0,"-3"3"0,1 2 0,1 4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28.3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2 24575,'26'-1'0,"-8"1"0,0 0 0,1 0 0,27 6 0,-42-5 0,0 0 0,0 0 0,0 0 0,0 0 0,-1 1 0,1-1 0,0 1 0,-1 0 0,0 0 0,1 0 0,-1 1 0,0-1 0,0 1 0,0 0 0,0 0 0,-1 0 0,1 0 0,-1 0 0,0 0 0,0 1 0,0-1 0,2 5 0,-3-3 0,1-1 0,-1 1 0,0 0 0,0 0 0,-1 0 0,1 0 0,-1 0 0,0 0 0,-1 0 0,1 0 0,-1 0 0,0 0 0,-3 9 0,3-11 0,0 0 0,0-1 0,-1 1 0,1 0 0,-1-1 0,0 1 0,0-1 0,0 1 0,0-1 0,0 0 0,0 0 0,-1 0 0,1 0 0,-1 0 0,0-1 0,1 1 0,-1-1 0,0 0 0,0 1 0,0-1 0,0-1 0,0 1 0,-3 0 0,-3 1 0,1-1 0,-1 0 0,0-1 0,1 0 0,-1-1 0,1 1 0,-1-2 0,0 1 0,1-1 0,0 0 0,-1-1 0,1 0 0,0 0 0,1-1 0,-1 0 0,0 0 0,1-1 0,-13-11 0,17 13 9,0-1 1,0 1-1,0-1 0,0 0 0,1 0 1,0 0-1,0-1 0,0 1 0,0 0 0,0-1 1,1 1-1,-1-7 0,2 9-53,-1 0 1,1 1-1,0-1 0,0 0 1,-1 0-1,1 0 0,1 1 1,-1-1-1,0 0 0,0 0 1,1 0-1,-1 1 0,1-1 1,-1 0-1,1 1 0,0-1 0,0 0 1,0 1-1,0-1 0,0 1 1,0-1-1,0 1 0,0 0 1,1-1-1,-1 1 0,0 0 1,1 0-1,-1 0 0,1 0 1,-1 0-1,1 0 0,0 1 1,2-2-1,6-1-6782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28.8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45 24575,'0'-2'0,"0"0"0,0 0 0,0 0 0,0 1 0,0-1 0,1 0 0,-1 0 0,1 0 0,-1 1 0,1-1 0,0 0 0,0 1 0,0-1 0,0 1 0,0-1 0,0 1 0,0-1 0,0 1 0,0 0 0,1 0 0,-1-1 0,1 1 0,-1 0 0,1 0 0,-1 0 0,1 1 0,-1-1 0,1 0 0,0 0 0,-1 1 0,1-1 0,0 1 0,0 0 0,0-1 0,-1 1 0,1 0 0,0 0 0,0 0 0,0 0 0,-1 1 0,1-1 0,0 0 0,3 2 0,1 0 0,0 0 0,1 0 0,-1 1 0,0 0 0,-1 0 0,1 1 0,0-1 0,9 10 0,-4-3 0,-1 0 0,0 1 0,9 13 0,-15-18 0,0 1 0,0-1 0,-1 1 0,0 0 0,0 0 0,0 0 0,-1 1 0,0-1 0,2 14 0,-4-19 0,0 1 0,1-1 0,-1 1 0,0-1 0,-1 1 0,1-1 0,0 1 0,-1-1 0,1 1 0,-1-1 0,0 1 0,0-1 0,0 0 0,0 1 0,0-1 0,0 0 0,-1 0 0,1 0 0,-1 0 0,1 0 0,-1 0 0,0 0 0,0 0 0,0-1 0,0 1 0,0-1 0,0 0 0,0 1 0,-1-1 0,1 0 0,-5 1 0,-1 0 0,0 0 0,-1 0 0,0-1 0,1-1 0,-1 1 0,0-2 0,1 1 0,-1-1 0,0 0 0,1-1 0,-13-3 0,9 1 0,0-1 0,0 0 0,1 0 0,0-1 0,0-1 0,0 0 0,-12-10 0,20 14 7,0-1 0,0 1 0,0-1 0,0 0 0,1 1 1,0-1-1,0 0 0,0 0 0,0-1 0,0 1 0,1 0 0,0-1 0,0 1 0,0 0 0,1-1 0,-1-6 0,1 8-75,0-1 1,0 1-1,0 0 1,0-1-1,1 1 1,-1-1-1,1 1 1,0 0-1,0-1 1,1 1-1,-1 0 1,0 0-1,1 0 1,0 0-1,0 0 1,0 0-1,0 0 1,0 1-1,1-1 1,-1 1-1,5-4 1,4 0-6759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29.6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 24575,'6'-3'0,"1"-1"0,-1 1 0,1 0 0,-1 0 0,1 1 0,0 0 0,0 0 0,0 1 0,0 0 0,1 0 0,-1 0 0,0 1 0,0 0 0,0 1 0,1-1 0,-1 1 0,0 1 0,0-1 0,0 1 0,0 1 0,-1-1 0,1 1 0,-1 0 0,1 1 0,11 8 0,-8-5 0,1 0 0,-1 1 0,0 1 0,-1 0 0,16 20 0,-22-25 0,0 1 0,0-1 0,0 1 0,-1 0 0,0-1 0,0 1 0,0 0 0,-1 0 0,0 1 0,0-1 0,0 0 0,0 0 0,-1 1 0,0-1 0,0 0 0,0 0 0,-2 8 0,0-5 0,0 0 0,-1 0 0,0 0 0,0 0 0,-1-1 0,0 1 0,-6 8 0,-4 2 0,-22 23 0,35-39 0,-1-1 0,1 1 0,0-1 0,-1 1 0,1 0 0,0-1 0,0 1 0,0 0 0,0 0 0,1 0 0,-1 0 0,0 0 0,1 0 0,-1 0 0,1 0 0,0 0 0,0 0 0,0 3 0,0-3 0,1 0 0,-1-1 0,1 1 0,0 0 0,0-1 0,0 1 0,0-1 0,0 1 0,0-1 0,0 1 0,0-1 0,0 0 0,1 1 0,-1-1 0,1 0 0,-1 0 0,1 0 0,-1 0 0,1 0 0,-1-1 0,3 2 0,6 2 16,-1-1-1,1 0 0,-1-1 1,1 0-1,15 2 0,49-3-817,-58-1 147,0-1-6171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29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16 24575,'-27'-3'0,"-11"0"0,-2 0 0,4 0 0,5 2 0,5-1 0,8 2-8191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31.6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184 12 24575,'-7'-3'0,"-6"0"0,-2 0 0,-1 1 0,-1 2 0,1 2 0,0 1 0,0-1 0,1 0 0,0-1 0,1 0 0,2-3 0,1-1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31.9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24575,'3'0'0,"0"3"0,3 2 0,-1 4 0,3 3 0,-1 3 0,1 3 0,-1 0 0,1-1 0,-1 0 0,-2-1 0,-1 0 0,0-4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34.4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24575,'24'15'0,"-1"0"0,-1 2 0,0 1 0,-1 1 0,0 0 0,-2 2 0,21 28 0,-29-34 0,-1 0 0,-1 1 0,0 1 0,-1 0 0,-1 0 0,0 0 0,-2 1 0,0 0 0,-1 0 0,0 0 0,-2 0 0,1 20 0,-3-29 0,0 1 0,0-1 0,-1 0 0,0 0 0,-1 0 0,0 0 0,-1-1 0,-3 11 0,4-14 0,-1-1 0,1 0 0,-1 1 0,0-1 0,0 0 0,-1 0 0,1-1 0,-1 1 0,0-1 0,1 0 0,-2 0 0,1 0 0,0 0 0,0-1 0,-1 1 0,-6 1 0,-5 2-341,-1-1 0,0-1-1,-30 4 1,28-6-6485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36.0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74 24575,'109'-8'0,"6"1"0,-70 7 0,67-9 0,0 1 0,-18 2 0,99-9 0,-103 11 0,167 14 0,-70 2 0,-50-5 0,0 1 0,200-2 0,-208-7 0,813 1 0,-909-2 0,-1-1 0,-1-2 0,37-10 0,11-1 0,-24 8 0,0 2 0,63 3 0,-18 3 0,239 9 0,-62-3 0,-207-6 0,33-8 0,-2 1 0,-21 7-1365,-63 0-5461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37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2 24575,'5'0'0,"-4"0"0,1-1 0,-1 1 0,1 0 0,-1 0 0,1 0 0,-1 0 0,1 0 0,-1 0 0,1 1 0,-1-1 0,1 0 0,-1 1 0,0-1 0,1 1 0,-1 0 0,0-1 0,3 3 0,-4-3 0,0 0 0,0 0 0,0 1 0,0-1 0,0 0 0,0 0 0,0 1 0,-1-1 0,1 0 0,0 0 0,0 0 0,0 1 0,0-1 0,0 0 0,0 0 0,-1 0 0,1 1 0,0-1 0,0 0 0,0 0 0,-1 0 0,1 0 0,0 0 0,0 0 0,0 1 0,-1-1 0,1 0 0,0 0 0,0 0 0,-1 0 0,1 0 0,0 0 0,0 0 0,-1 0 0,1 0 0,0 0 0,-11 2 0,11-2 0,-40 3 0,-62-3 0,39-2 0,62 2-32,-24-1 188,24 1-224,-1 0 1,1-1-1,0 1 0,0 0 1,0 0-1,0-1 0,0 1 1,0 0-1,1-1 0,-1 1 1,0-1-1,0 0 0,0 1 0,0-1 1,0 1-1,1-1 0,-1 0 1,0 0-1,1 0 0,-1 1 1,0-2-1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37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15 24575,'-10'-2'0,"-5"-1"0,-4-1 0,1 2 0,-1 0 0,2 1 0,0 0 0,1 1 0,-1 0 0,-4 0 0,1 0 0,0 1 0,1-1 0,2 0 0,3 0-8191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39.8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0 24575,'1'1'0,"0"-1"0,0 0 0,0 0 0,0 1 0,0-1 0,0 1 0,0-1 0,0 1 0,0-1 0,0 1 0,0 0 0,0-1 0,0 2 0,-1-2 0,0 1 0,0-1 0,0 0 0,0 0 0,0 1 0,0-1 0,0 0 0,-1 0 0,1 0 0,0 1 0,0-1 0,0 0 0,0 0 0,-1 0 0,1 1 0,0-1 0,0 0 0,-1 0 0,1 0 0,0 0 0,0 0 0,0 0 0,-1 0 0,1 1 0,0-1 0,0 0 0,-1 0 0,1 0 0,0 0 0,-1 0 0,1 0 0,-34 2 0,-186-2 0,191-3-1365,17 0-5461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40.5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1 24575,'-3'1'0,"0"1"0,0 0 0,1 0 0,-1 0 0,0 0 0,1 0 0,0 1 0,-1-1 0,1 1 0,0-1 0,0 1 0,0 0 0,1 0 0,-1 0 0,1 0 0,-1 0 0,1 0 0,0 0 0,0 0 0,0 1 0,1-1 0,-1 0 0,1 1 0,0-1 0,0 0 0,0 1 0,1 4 0,-1-7 0,0 0 0,1-1 0,-1 1 0,0-1 0,1 1 0,-1 0 0,1-1 0,-1 1 0,1-1 0,-1 1 0,1-1 0,-1 1 0,1-1 0,-1 0 0,1 1 0,-1-1 0,1 0 0,0 1 0,-1-1 0,1 0 0,0 0 0,-1 1 0,1-1 0,0 0 0,-1 0 0,2 0 0,22-1 0,-8 1 0,-3 2 0,-1 0 0,1 1 0,-1 0 0,0 1 0,0 1 0,17 8 0,-22-9 0,0 0 0,0 1 0,0-1 0,-1 1 0,1 1 0,-1-1 0,0 1 0,-1 0 0,0 0 0,0 1 0,6 8 0,-9-10 0,-1-1 0,1 1 0,-1-1 0,1 1 0,-1-1 0,-1 1 0,1 0 0,0-1 0,-1 1 0,0 0 0,0-1 0,-1 1 0,0 0 0,1 0 0,-1-1 0,-1 1 0,-2 7 0,3-9 0,-1 1 0,0-1 0,0 1 0,0-1 0,0 1 0,0-1 0,-1 0 0,1 0 0,-1 0 0,0-1 0,0 1 0,0-1 0,0 1 0,0-1 0,-1 0 0,1 0 0,-1 0 0,1-1 0,-1 1 0,0-1 0,-4 1 0,-12 1 0,-1-2 0,1 0 0,-21-3 0,0 0 0,35 3-85,-1-2 0,0 1-1,0-1 1,1 0 0,-1-1-1,0 1 1,1-1 0,0-1-1,-1 1 1,1-1 0,0 0-1,0-1 1,0 1 0,1-1-1,-7-6 1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40.8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24575,'31'3'0,"17"0"0,4 3 0,-5 0 0,-4-2 0,-5 2 0,-7 0 0,-6-1 0,-5-2 0,-3-1 0,-2-1 0,-4-1-8191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41.4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16 24575,'0'-1'0,"0"-1"0,0 1 0,-1 0 0,1 0 0,0 0 0,-1 0 0,1 1 0,-1-1 0,0 0 0,1 0 0,-1 0 0,0 0 0,1 0 0,-2 0 0,-2 3 0,2 10 0,1 2 0,-2 0 0,0 0 0,-1 0 0,0-1 0,-10 23 0,-38 64 0,41-82 0,7-10-43,-70 138 212,67-130-382,1 1 0,1 1 0,1-1 0,0 1 0,1 0 0,-1 36 0,4-42-6613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41.9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22 24575,'15'-5'0,"1"1"0,0 0 0,1 1 0,-1 1 0,0 0 0,1 1 0,-1 1 0,1 0 0,-1 2 0,1 0 0,-1 0 0,0 2 0,0 0 0,0 1 0,0 0 0,-1 1 0,0 1 0,0 1 0,13 8 0,-26-15 0,-1 0 0,1 0 0,-1 0 0,1 0 0,-1 1 0,1-1 0,-1 0 0,0 1 0,0-1 0,0 1 0,0-1 0,0 1 0,1 1 0,-2-2 0,0-1 0,0 1 0,1-1 0,-1 0 0,0 1 0,0-1 0,-1 1 0,1-1 0,0 1 0,0-1 0,0 1 0,0-1 0,0 0 0,0 1 0,-1-1 0,1 1 0,0-1 0,0 0 0,0 1 0,-1-1 0,1 1 0,-15 7 0,0-4 0,1 0 0,-1-1 0,-21 1 0,-15 2 0,50-5 0,0-1 0,-1 0 0,1 0 0,0 0 0,0 0 0,0 1 0,0-1 0,0 1 0,0-1 0,0 1 0,0-1 0,0 1 0,0 0 0,0-1 0,0 1 0,0 0 0,0 0 0,1-1 0,-1 1 0,0 0 0,0 0 0,1 0 0,-1 0 0,1 0 0,-1 0 0,0 2 0,1-2 0,0 1 0,0 0 0,1-1 0,-1 1 0,0-1 0,1 1 0,-1-1 0,1 0 0,-1 1 0,1-1 0,0 1 0,-1-1 0,1 0 0,0 1 0,0-1 0,0 0 0,0 0 0,0 0 0,2 1 0,11 11 0,1-1 0,27 15 0,-27-17 0,-1-1 0,0 2 0,21 19 0,-32-28 0,1 3 0,0-1 0,0 1 0,0-1 0,-1 1 0,5 8 0,-8-12 0,1 0 0,-1 0 0,0 0 0,1 0 0,-1 0 0,0 0 0,1 0 0,-1 1 0,0-1 0,0 0 0,0 0 0,0 0 0,0 0 0,-1 0 0,1 1 0,0-1 0,0 0 0,-1 0 0,1 0 0,-1 0 0,1 0 0,-1 0 0,1 0 0,-1 0 0,1 0 0,-1 0 0,0 0 0,0 0 0,0 0 0,1-1 0,-1 1 0,0 0 0,0-1 0,-2 2 0,-2 1 0,0-1 0,0 1 0,0-1 0,0 0 0,-1-1 0,-10 3 0,-36 2 0,36-4 0,-157 3-811,158-5 257,-5 0-6272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42.6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36 24575,'40'-22'0,"-24"12"0,-13 7 0,-4 2 0,-28 6 0,-1-2 0,0-1 0,-53-3 0,25-1 0,-45 2-1365,90 0-5461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42.9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0 24575,'-3'0'0,"0"3"0,2 2 0,2 4 0,0 3 0,3 1 0,1 1 0,1 1 0,0 0 0,0 0 0,-3 0 0,0-3-8191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45.0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3481 2 24575,'-287'-1'0,"-309"2"0,398 6 0,-84 1 0,-869-9 0,1040 5 0,0 5 0,-123 27 0,160-25 0,1-4 0,-101-1 0,138-6-455,0-2 0,-60-10 0,75 7-6371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46.4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0 24575,'0'0'0,"-1"1"0,1-1 0,0 0 0,-1 0 0,1 0 0,0 0 0,-1 0 0,1 1 0,0-1 0,-1 0 0,1 0 0,0 0 0,-1 1 0,1-1 0,0 0 0,0 0 0,0 1 0,-1-1 0,1 0 0,0 1 0,0-1 0,0 0 0,-1 1 0,1-1 0,0 0 0,0 1 0,0-1 0,0 0 0,0 1 0,0-1 0,0 0 0,0 1 0,0-1 0,0 1 0,0-1 0,0 0 0,0 1 0,0-1 0,0 0 0,0 1 0,1-1 0,4 17 0,63 124 0,-46-97 0,-3 2 0,-2 0 0,12 54 0,-25-77-1365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46.8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27 24575,'2'0'0,"-1"0"0,-4 0 0,-3 0 0,-4 0 0,-2 0 0,-1 0 0,-2 0 0,0-2 0,-2-1 0,-2-1 0,1 2 0,1-2 0,-2-1 0,0 2 0,3 0-8191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48.3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3 24575,'9'-1'0,"1"0"0,-1 0 0,1 1 0,0 0 0,-1 1 0,1 0 0,-1 1 0,1-1 0,-1 2 0,1 0 0,-1 0 0,0 0 0,0 1 0,-1 0 0,12 8 0,-15-8 0,1-1 0,-1 1 0,0 0 0,0 1 0,-1-1 0,1 1 0,-1 0 0,0 0 0,0 0 0,-1 1 0,1-1 0,-1 1 0,0 0 0,-1 0 0,0 0 0,0 0 0,0 0 0,0 1 0,-1-1 0,0 0 0,-1 1 0,1-1 0,-2 11 0,1-13 0,-1 0 0,0-1 0,0 1 0,0-1 0,0 1 0,0-1 0,-1 1 0,0-1 0,1 0 0,-1 0 0,0 0 0,-1 0 0,1 0 0,-1 0 0,1 0 0,-1-1 0,0 1 0,0-1 0,0 0 0,0 0 0,0 0 0,-7 3 0,2-2 0,-1 0 0,0 0 0,0-1 0,-1 0 0,1 0 0,0-1 0,-18 0 0,19-1 0,-1-1 0,0 1 0,1-2 0,-1 1 0,1-1 0,0 0 0,-1-1 0,1 0 0,0 0 0,-13-8 0,17 8 0,-1 0 0,1 0 0,0-1 0,0 1 0,1-1 0,-1 0 0,1 0 0,0-1 0,0 1 0,0-1 0,0 1 0,1-1 0,0 0 0,0 0 0,0 0 0,0 0 0,1 0 0,-1-8 0,0-3 40,1 0 0,0-18 0,1 28-205,1 0 0,0-1 0,-1 1 0,2 0 0,-1 0 0,1 0 0,0 0 0,4-7 0,-1 4-6661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48.5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24575,'0'3'0,"2"0"0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49.1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8 24575,'-5'-7'0,"1"7"0,4 1 0,0 0 0,0-1 0,0 1 0,-1 0 0,1-1 0,0 1 0,0 0 0,0 0 0,0-1 0,0 1 0,0 0 0,1 0 0,-1-1 0,0 1 0,0 0 0,0 0 0,1 1 0,1 1 0,0 1 0,0 0 0,0 0 0,0-1 0,0 1 0,1-1 0,0 0 0,0 1 0,0-1 0,0-1 0,0 1 0,0 0 0,1-1 0,-1 1 0,7 2 0,-3-2 0,0-1 0,0 0 0,-1 0 0,1-1 0,0 0 0,1 0 0,-1 0 0,11-1 0,-11 0 0,1 0 0,0 0 0,-1 1 0,1 0 0,-1 1 0,1 0 0,-1 0 0,0 0 0,11 6 0,-14-6 0,-1 0 0,1 1 0,0-1 0,0 1 0,-1 0 0,0 0 0,1 0 0,-1 1 0,0-1 0,-1 1 0,1 0 0,-1-1 0,1 1 0,-1 0 0,0 0 0,-1 1 0,2 4 0,-2-7 0,-1 1 0,1-1 0,-1 0 0,0 0 0,0 0 0,0 0 0,0 1 0,-1-1 0,1 0 0,0 0 0,-1 0 0,0 0 0,1 0 0,-1 0 0,0 0 0,0 0 0,0 0 0,0 0 0,0 0 0,-1 0 0,1-1 0,-1 1 0,1-1 0,-1 1 0,1-1 0,-1 1 0,0-1 0,0 0 0,-3 2 0,1-1 0,0 0 0,-1 0 0,1 0 0,-1 0 0,1-1 0,-1 0 0,1 0 0,-1 0 0,0 0 0,1-1 0,-1 0 0,-8-1 0,-17-5-1365,18 3-5461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49.4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0 105 24575,'27'-14'0,"11"-6"0,5-1 0,-4 3 0,-4 4 0,-8 5 0,-4 3 0,-5 4 0,-2 1 0,-4 4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49.9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26 24575,'15'-5'0,"1"-1"0,0 2 0,33-5 0,-45 8 0,1 1 0,0-1 0,0 1 0,0 0 0,0 1 0,0-1 0,0 1 0,0 0 0,0 1 0,-1-1 0,1 1 0,-1 0 0,1 0 0,-1 0 0,1 0 0,-1 1 0,6 5 0,-7-6 0,-1 1 0,-1 0 0,1-1 0,0 1 0,0 0 0,-1 0 0,0 0 0,0 0 0,0 1 0,0-1 0,0 0 0,0 0 0,-1 1 0,0-1 0,0 4 0,1 8 0,-5 29 0,4-40 0,-2 4 0,0 1 0,0-1 0,-7 15 0,6-15 0,0 0 0,0 0 0,1 0 0,-2 12 0,3-18 0,1 1 0,0-1 0,0 1 0,0-1 0,1 0 0,-1 1 0,1-1 0,-1 1 0,1-1 0,0 0 0,0 0 0,0 1 0,0-1 0,0 0 0,0 0 0,0 0 0,1 0 0,-1 0 0,4 3 0,0-1 0,0 0 0,0-1 0,0 1 0,0-1 0,1 0 0,-1 0 0,1 0 0,7 1 0,7 2 0,23 4 0,-30-8 0,-9-1-170,1 0-1,-1-1 0,1 0 1,-1 0-1,1 0 0,-1-1 1,6 0-1,2-2-6655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50.1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1 24575,'-27'0'0,"-11"0"0,-2 0 0,4 0 0,2 2 0,6 1 0,4 1 0,6-2-8191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50.5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1 24575,'-25'0'0,"-8"2"0,0 2 0,2-1 0,7-1-8191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50.9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24575,'5'7'0,"4"8"0,2 3 0,1 2 0,-1 1 0,2 1 0,-3 0 0,0 0 0,-1 1 0,-3-1 0,0 0 0,-1-1 0,-1-1 0,-1-4-8191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52.5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16 24575,'-1'-2'0,"1"1"0,-1 0 0,0 0 0,0 0 0,0 0 0,0 0 0,0 0 0,0 0 0,-1 0 0,1 0 0,0 0 0,0 0 0,-3 0 0,4 1 0,0 0 0,0 0 0,-1 0 0,1 0 0,0 0 0,0 0 0,0 0 0,0 0 0,-1 0 0,1 0 0,0 0 0,0 0 0,0 0 0,0 0 0,-1 0 0,1 0 0,0 0 0,0 0 0,0 0 0,0 0 0,0 0 0,0 1 0,-1-1 0,1 0 0,0 0 0,0 0 0,0 0 0,0 0 0,0 0 0,0 1 0,0-1 0,0 0 0,0 0 0,0 0 0,-1 0 0,1 1 0,0-1 0,2 13 0,17 38 52,37 73 1,-9-25-1523,-42-87-5356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52.6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347 15 24575,'-29'-2'0,"-13"-1"0,-3 0 0,2 0 0,5 1 0,3 1 0,6 1 0,2 2 0,4 1 0,3 0 0,5 0-8191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54.1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98 117 24575,'9'-18'0,"0"1"0,14-18 0,-20 31 0,0 0 0,0 0 0,0 1 0,0-1 0,1 1 0,0 0 0,-1 0 0,1 0 0,0 0 0,0 1 0,1 0 0,-1 0 0,0 0 0,9-2 0,-8 3 0,-1 1 0,1 0 0,0 0 0,0 1 0,-1-1 0,1 1 0,0 0 0,-1 1 0,1-1 0,-1 1 0,1 0 0,-1 0 0,0 0 0,0 0 0,7 6 0,1 1 0,0 1 0,-1 0 0,17 19 0,-23-23 0,-1-1 0,0 1 0,0 0 0,0 0 0,-1 1 0,0-1 0,0 1 0,0-1 0,-1 1 0,3 12 0,-5-16 0,0-1 0,1 1 0,-1 0 0,0 0 0,-1 0 0,1 0 0,0 0 0,-1 0 0,1-1 0,-1 1 0,0 0 0,0 0 0,0-1 0,-1 1 0,1-1 0,0 1 0,-1-1 0,0 1 0,1-1 0,-1 0 0,0 0 0,0 0 0,-1 0 0,1 0 0,0 0 0,0-1 0,-1 1 0,-5 2 0,-3 1 0,-1 0 0,0-1 0,0-1 0,0 0 0,-1 0 0,1-1 0,-17 0 0,12-1 0,-1-2 0,0 0 0,0-1 0,-27-6 0,38 6 0,0 0 0,0 0 0,0-1 0,0-1 0,0 1 0,1-1 0,0 0 0,0 0 0,0-1 0,0 1 0,0-2 0,1 1 0,-9-11 0,12 13 0,0-1 0,0 1 0,0-1 0,0 1 0,0-1 0,1 0 0,0 1 0,-1-1 0,1 0 0,1 0 0,-1 0 0,1 0 0,-1 0 0,1 0 0,0 0 0,1 0 0,-1 0 0,1 0 0,-1 0 0,1 1 0,0-1 0,1 0 0,-1 0 0,1 1 0,-1-1 0,1 1 0,3-5 0,0 2 0,-1 0 0,1 1 0,0 0 0,0 0 0,0 0 0,11-7 0,-13 10 0,0 0 0,-1 1 0,1-1 0,0 1 0,0 0 0,0-1 0,0 1 0,0 1 0,0-1 0,0 0 0,0 1 0,1-1 0,-1 1 0,0 0 0,0 0 0,0 0 0,5 1 0,-6 0-136,-1 0-1,1 0 1,0 0-1,-1 0 1,1 0-1,0 0 1,-1 0-1,0 0 0,3 3 1,4 4-6690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54.6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47 24575,'24'-10'0,"0"1"0,1 1 0,32-6 0,-48 12 0,0 1 0,0 0 0,0 0 0,0 1 0,0 0 0,0 1 0,0 0 0,-1 0 0,1 1 0,0 0 0,0 0 0,-1 1 0,10 5 0,-15-7 0,-1 0 0,1 1 0,0 0 0,-1 0 0,1 0 0,-1 0 0,0 0 0,0 0 0,0 1 0,0-1 0,0 1 0,0-1 0,0 1 0,-1 0 0,1 0 0,-1-1 0,0 1 0,0 0 0,0 0 0,0 1 0,-1-1 0,1 0 0,-1 0 0,0 0 0,0 0 0,0 0 0,0 0 0,0 1 0,-1-1 0,0 0 0,-1 4 0,1-2 0,-1 0 0,0-1 0,0 1 0,0 0 0,-1-1 0,0 1 0,0-1 0,0 0 0,0 0 0,-1 0 0,1-1 0,-1 1 0,0-1 0,0 0 0,-1 0 0,1 0 0,0 0 0,-8 2 0,4-2 0,0-1 0,0 0 0,0-1 0,0 0 0,0 0 0,-9 0 0,-49-6 0,63 5-5,1 0 0,0-1-1,0 1 1,-1-1-1,1 0 1,0 0 0,0 0-1,0 0 1,0 0 0,0 0-1,0-1 1,1 1 0,-1-1-1,-2-2 1,1 1 33,0-1 1,0 0 0,0 0-1,1-1 1,-1 1-1,-1-6 1,0-2-326,0 1 0,1-1 0,0 0 0,-1-19 0,3 18-6529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55.1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324 17 24575,'0'-1'0,"0"0"0,0 0 0,-1 0 0,1 1 0,0-1 0,-1 0 0,1 0 0,-1 0 0,1 0 0,-1 1 0,1-1 0,-1 0 0,0 1 0,1-1 0,-1 0 0,0 1 0,1-1 0,-1 1 0,0-1 0,0 1 0,0-1 0,-1 0 0,1 1 0,0 0 0,0 0 0,0 0 0,0 0 0,0 1 0,1-1 0,-1 0 0,0 0 0,0 1 0,0-1 0,0 0 0,0 1 0,0-1 0,0 1 0,1-1 0,-1 1 0,-1 1 0,-2 2 0,0 0 0,0 0 0,0 0 0,1 1 0,-1 0 0,-2 5 0,-136 221 0,123-201 0,0 1 0,2 0 0,2 1 0,-12 36 0,7-12-1365,15-48-5461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55.7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31 24575,'5'-4'0,"0"1"0,0 0 0,1 0 0,-1 0 0,1 0 0,-1 1 0,1 0 0,0 0 0,0 0 0,0 1 0,8-1 0,-6 2 0,1 0 0,-1 0 0,1 1 0,-1 0 0,0 1 0,1 0 0,12 5 0,12 5 0,-1 1 0,0 2 0,50 32 0,-80-46 0,-1 0 0,0 0 0,1 0 0,-1 0 0,0 0 0,1 0 0,-1 0 0,0 1 0,0-1 0,0 0 0,0 1 0,0-1 0,-1 1 0,1-1 0,0 1 0,-1-1 0,1 1 0,-1 0 0,1-1 0,-1 1 0,0 1 0,0-1 0,0-1 0,-1 0 0,1 0 0,0 0 0,-1 1 0,0-1 0,1 0 0,-1 0 0,0 0 0,1 0 0,-1 0 0,0 0 0,0 0 0,0 0 0,0 0 0,0 0 0,0 0 0,0-1 0,0 1 0,0 0 0,0-1 0,0 1 0,-1-1 0,1 1 0,0-1 0,0 0 0,-3 1 0,-30 6 0,-56 5 0,87-11 0,2-1 0,0 0 0,1 0 0,-1 0 0,0 0 0,0 0 0,0 0 0,0 0 0,1 0 0,-1 1 0,0-1 0,0 0 0,0 0 0,1 1 0,-1-1 0,0 1 0,0-1 0,1 1 0,-1-1 0,0 1 0,1-1 0,-1 1 0,0 1 0,1-2 0,0 1 0,0 0 0,0-1 0,0 1 0,0 0 0,0-1 0,0 1 0,1 0 0,-1-1 0,0 1 0,0-1 0,1 1 0,-1 0 0,0-1 0,1 1 0,-1-1 0,1 1 0,-1-1 0,1 1 0,-1-1 0,1 1 0,5 4 0,0-1 0,0 1 0,12 5 0,8 4 0,0 1 0,-1 2 0,43 36 0,-66-52 0,0 1 0,0 0 0,0 0 0,0 0 0,-1 1 0,1-1 0,-1 0 0,0 1 0,1-1 0,-1 0 0,0 1 0,-1 0 0,1-1 0,0 1 0,-1 0 0,1-1 0,-1 1 0,0 0 0,0-1 0,0 1 0,0 0 0,0-1 0,-1 1 0,1 0 0,-1-1 0,0 1 0,-1 3 0,0-3 0,1 1 0,-2 0 0,1-1 0,0 1 0,-1-1 0,1 0 0,-1 0 0,0 0 0,0 0 0,0 0 0,-1 0 0,1-1 0,-1 0 0,1 0 0,-1 0 0,-7 3 0,-34 9-455,0-3 0,-50 7 0,74-15-6371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56.9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2670 15 24575,'-14'4'0,"0"0"0,-1-1 0,-27 1 0,-47-3 0,50-2 0,-177 2 0,-224-3 0,261-5 0,-61 0 0,77 8 0,-121-2 0,151-6 0,-40-1 0,-54 18 0,44 5 0,108-10 0,43-4 0,-38 7 0,41-4-1365,17-3-5461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58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5 24575,'-3'-5'0,"7"17"0,8 19 0,24 55 0,39 109 0,-64-165-110,26 91-1145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29:59.0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332 7 24575,'13'0'0,"-10"0"0,-9 0 0,-17 1 0,-29 5 0,-18 2 0,44-8 0,1 0 0,-51-9 0,19 0-1365,45 6-5461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00.4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0 24575,'13'0'0,"0"1"0,0 0 0,-1 1 0,1 0 0,0 1 0,0 1 0,-1 0 0,16 7 0,-21-8 0,0 1 0,0 1 0,0-1 0,-1 1 0,1 0 0,-1 0 0,0 1 0,0 0 0,-1 0 0,0 1 0,0-1 0,-1 1 0,1 0 0,4 11 0,-5-9 0,0 1 0,-1 0 0,0-1 0,0 1 0,-1 1 0,0-1 0,0 13 0,-2-19 0,0-1 0,-1 1 0,1 0 0,-1 0 0,1 0 0,-1 0 0,0-1 0,-1 1 0,1 0 0,-1-1 0,1 1 0,-1-1 0,0 0 0,0 1 0,-1-1 0,1 0 0,-1 0 0,1 0 0,-1-1 0,0 1 0,0-1 0,-4 3 0,-1-1 0,0 0 0,1 0 0,-1-1 0,0 0 0,-1-1 0,1 0 0,0 0 0,-1 0 0,1-1 0,-1-1 0,-9 0 0,5 0 0,0-1 0,0-1 0,-1 0 0,1-1 0,0 0 0,-18-7 0,26 7 0,0 1 0,0-1 0,0 0 0,0 0 0,0-1 0,1 1 0,-1-1 0,1 0 0,0 0 0,0 0 0,0-1 0,1 1 0,-1-1 0,1 0 0,0 0 0,1 0 0,-1-1 0,1 1 0,0-1 0,-2-10 0,3 9 0,0 0 0,0 0 0,1 0 0,0 0 0,0 1 0,1-1 0,0 0 0,0 0 0,0 0 0,1 1 0,0-1 0,0 0 0,1 1 0,0 0 0,0 0 0,0 0 0,6-7 0,-7 9-72,0 1 1,1 0-1,0-1 0,-1 1 0,1 0 0,0 0 0,1 1 0,-1-1 1,0 1-1,1-1 0,-1 1 0,1 0 0,0 0 0,0 1 0,0-1 1,0 1-1,0 0 0,4-1 0,4 1-6754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00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0 24575,'-2'5'0,"-4"2"0,-1 1 0,-1 1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01.2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157 18 24575,'14'-4'0,"-1"1"0,1 1 0,0 0 0,0 1 0,24 0 0,-33 2 0,0-1 0,-1 1 0,1 0 0,0 1 0,0-1 0,-1 1 0,1 0 0,-1 0 0,1 0 0,-1 1 0,0-1 0,0 1 0,0 0 0,0 0 0,-1 1 0,1-1 0,-1 1 0,0 0 0,5 6 0,-5-5 0,0 0 0,0 0 0,0 1 0,-1-1 0,0 1 0,0 0 0,-1 0 0,1-1 0,0 11 0,-2-14 0,0 1 0,0-1 0,0 1 0,0-1 0,0 0 0,-1 1 0,1-1 0,-1 0 0,0 0 0,1 1 0,-1-1 0,0 0 0,0 0 0,-1 0 0,1 0 0,0 0 0,-1 0 0,1 0 0,-1 0 0,0-1 0,1 1 0,-1-1 0,0 1 0,0-1 0,0 0 0,-3 2 0,-3 0 0,0 0 0,0 0 0,0-1 0,0 0 0,0-1 0,0 0 0,0 0 0,-1-1 0,1 0 0,0 0 0,-17-3 0,1-2 0,-1-1 0,-37-14 0,46 14 0,1-1 0,-22-12 0,33 17 0,0 0 0,0-1 0,1 1 0,-1-1 0,1 0 0,0 0 0,0 0 0,0 0 0,0-1 0,0 1 0,1-1 0,-1 0 0,1 0 0,-3-7 0,5 9 0,-1 0 0,1 0 0,0 0 0,0 0 0,0 0 0,0 0 0,0 0 0,0 0 0,0 0 0,1 0 0,-1 0 0,1 0 0,-1 0 0,1 0 0,0 0 0,0 0 0,0 0 0,0 0 0,0 0 0,0 1 0,1-1 0,-1 1 0,0-1 0,1 1 0,-1-1 0,1 1 0,0 0 0,-1-1 0,1 1 0,0 0 0,3-1 0,1-1 0,0 1 0,0-1 0,0 1 0,1 0 0,-1 1 0,1 0 0,-1 0 0,12 0 0,-11 1-273,0 1 0,0 0 0,1 0 0,7 3 0,-2 0-6553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01.6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14 24575,'7'1'0,"0"0"0,1 0 0,-1 0 0,0 1 0,0 0 0,0 0 0,0 0 0,0 1 0,-1 1 0,12 6 0,-4-1 0,-1 2 0,1-1 0,17 21 0,-29-29 0,0-1 0,0 1 0,-1 0 0,1 0 0,-1 0 0,0 0 0,1 0 0,-1 0 0,0 1 0,0-1 0,0 0 0,-1 1 0,1-1 0,-1 0 0,1 1 0,-1-1 0,0 1 0,0 4 0,0-5 0,-1 0 0,1 0 0,-1 1 0,0-1 0,0 0 0,0 0 0,0 0 0,-1 0 0,1 0 0,-1-1 0,1 1 0,-1 0 0,1-1 0,-1 1 0,0-1 0,0 1 0,0-1 0,0 0 0,0 1 0,-2 0 0,-3 1 0,1-1 0,-1 1 0,0-1 0,0 0 0,0-1 0,0 1 0,-1-1 0,1-1 0,0 1 0,0-1 0,-13-2 0,7 0 0,-1-1 0,2 0 0,-1-1 0,0 0 0,-18-9 0,27 11 0,0-1 0,0 1 0,0-1 0,1 1 0,-1-1 0,1 0 0,-1 0 0,1-1 0,0 1 0,0-1 0,1 1 0,-1-1 0,1 0 0,0 0 0,0 0 0,0-1 0,0 1 0,1 0 0,-1-1 0,1 1 0,0-1 0,1 1 0,-1-1 0,1 1 0,0-1 0,0 1 0,0-1 0,1 1 0,0-1 0,0 1 0,0-1 0,0 1 0,0-1 0,1 1 0,0 0 0,0 0 0,4-6 0,-5 8-151,1 0-1,-1 1 0,1-1 0,0 1 1,0-1-1,-1 1 0,1-1 1,3 0-1,5-3-6674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02.1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46 24575,'5'-5'0,"0"0"0,1 1 0,-1-1 0,1 1 0,0 0 0,0 1 0,1 0 0,-1 0 0,8-3 0,-10 5 0,-1 0 0,0 0 0,0 1 0,0 0 0,0-1 0,1 1 0,-1 0 0,0 0 0,0 1 0,0-1 0,1 1 0,-1 0 0,0-1 0,0 1 0,0 1 0,0-1 0,0 0 0,0 1 0,-1-1 0,1 1 0,0 0 0,3 3 0,-1 0 0,0 0 0,-1 0 0,0 0 0,0 0 0,0 1 0,0 0 0,-1 0 0,0 0 0,0 0 0,-1 0 0,0 1 0,0-1 0,0 1 0,-1-1 0,0 1 0,0 0 0,0 11 0,-1-9 0,-1 0 0,0 0 0,-1 0 0,0 0 0,0 0 0,-1 0 0,0 0 0,0-1 0,-1 1 0,0-1 0,-1 0 0,-8 11 0,10-14 0,-1 0 0,1 0 0,0 0 0,0 0 0,0 0 0,1 1 0,-2 6 0,3-11 0,1 1 0,0-1 0,-1 1 0,1-1 0,0 1 0,0 0 0,1-1 0,-1 1 0,0-1 0,0 1 0,1-1 0,-1 1 0,1-1 0,-1 1 0,1-1 0,0 1 0,-1-1 0,1 0 0,0 1 0,0-1 0,0 0 0,0 0 0,0 0 0,0 0 0,1 0 0,-1 0 0,0 0 0,0 0 0,1 0 0,-1 0 0,3 0 0,8 4 0,0 0 0,1-1 0,-1-1 0,1 0 0,0 0 0,0-2 0,0 1 0,16-2 0,-22 0-341,1-1 0,-1 0-1,14-3 1,-9 1-6485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02.3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332 12 24575,'-30'-2'0,"-11"-2"0,-2 1 0,1 1 0,6 2 0,4 3 0,5-1 0,2 0 0,3 0 0,3-1 0,4 0-8191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02.7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7 24575,'-27'-3'0,"-12"0"0,-1 2 0,4 2 0,2 0 0,6 1 0,6-1-8191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03.0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24575,'10'17'0,"3"9"0,2 1 0,-2 0 0,0-1 0,-3-2 0,0-3 0,-2-2 0,-3-2 0,1-1 0,-1-2 0,-1 0 0,-1-2-8191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03.7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 24575,'81'1'0,"89"-3"0,-44-11 0,-12 1 0,199 9 0,-258 9-1365,-36-3-5461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36.8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1 535 24575,'0'-12'0,"0"0"0,1 1 0,1 0 0,0-1 0,1 1 0,4-14 0,-4 17 0,0 1 0,1 1 0,-1-1 0,1 1 0,1-1 0,-1 1 0,1 0 0,0 1 0,0-1 0,10-7 0,19-11 0,2 2 0,54-27 0,-73 40 0,73-33 0,141-46 0,-119 55 0,1 5 0,2 6 0,158-12 0,352 22 0,-129 57 0,-458-41 0,-1 3 0,1 1 0,-2 1 0,1 2 0,-1 2 0,-1 1 0,58 33 0,-39-12 0,81 66 0,37 57 0,-148-133 0,-1 1 0,-1 2 0,-2 0 0,19 32 0,-36-54 0,-1-1 0,1 0 0,-1 1 0,0-1 0,0 1 0,-1-1 0,1 1 0,-1 0 0,0 0 0,-1 0 0,0 0 0,0 0 0,0-1 0,-2 10 0,0-6 0,0 0 0,-1-1 0,0 1 0,-1-1 0,0 0 0,0 0 0,-1 0 0,-9 12 0,-15 18 0,-2-2 0,-1-2 0,-1-1 0,-2-1 0,-50 35 0,63-54 0,0-1 0,-33 13 0,3-2 0,5 0 0,0-3 0,0-2 0,-2-1 0,0-3 0,-55 8 0,-64-1-143,-1-7-1,0-8 0,0-7 0,-303-42 1,240 3-1103,173 28-4981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37.9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1 319 24575,'4'-17'0,"5"-9"0,6-1 0,4-2 0,5 2 0,5 1 0,3 1 0,1 4 0,-1 0 0,0 1 0,-1 1 0,-4 5 0,-3 1 0,-4 2 0,-2-1 0,-5 2-8191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38.9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371 450 24575,'-4'-4'0,"-296"-227"0,294 227 0,-3-2 0,0 0 0,1 0 0,0-1 0,-14-14 0,22 20 0,0 1 0,-1 0 0,1 0 0,0-1 0,-1 1 0,1 0 0,0 0 0,0-1 0,-1 1 0,1 0 0,0-1 0,0 1 0,0 0 0,-1-1 0,1 1 0,0 0 0,0-1 0,0 1 0,0 0 0,0-1 0,0 1 0,0-1 0,0 1 0,0 0 0,0-1 0,0 1 0,0-1 0,0 1 0,0 0 0,0-1 0,0 1 0,0 0 0,0-1 0,1 1 0,-1 0 0,0-1 0,0 1 0,0 0 0,1-1 0,-1 1 0,0 0 0,0-1 0,1 1 0,-1 0 0,0 0 0,1-1 0,-1 1 0,0 0 0,1 0 0,-1 0 0,0 0 0,1-1 0,-1 1 0,0 0 0,1 0 0,-1 0 0,1 0 0,-1 0 0,0 0 0,1 0 0,-1 0 0,0 0 0,1 0 0,29 2 0,-28-2 0,96 15 0,-31-4 0,86 4 0,-126-15 0,7 1 0,36-3 0,-61 1 0,0 0 0,0-1 0,0 0 0,-1 0 0,1-1 0,0 0 0,-1-1 0,0 1 0,9-6 0,-15 7 0,0 1 0,0-1 0,1 0 0,-1 0 0,0 1 0,-1-1 0,1 0 0,0-1 0,0 1 0,-1 0 0,1 0 0,-1-1 0,0 1 0,0-1 0,0 1 0,0-1 0,0 1 0,-1-1 0,1 0 0,-1 1 0,1-1 0,-1 0 0,0 1 0,0-1 0,-1-5 0,0 4 0,0 0 0,0 1 0,-1-1 0,1 1 0,-1-1 0,0 1 0,0-1 0,0 1 0,0 0 0,-1 0 0,1 0 0,-1 1 0,0-1 0,0 0 0,0 1 0,0 0 0,-6-4 0,-4-1 0,0 1 0,0 0 0,-15-5 0,23 10 0,1 0 0,0 0 0,-1 0 0,1 0 0,0 1 0,-1-1 0,1 1 0,-1 0 0,1 1 0,-1-1 0,1 1 0,0 0 0,-1 0 0,-5 2 0,9-2 0,0-1 0,-1 1 0,1 0 0,0 0 0,0 0 0,0 0 0,0 0 0,-1 0 0,1 0 0,1 0 0,-1 0 0,0 1 0,0-1 0,0 0 0,1 1 0,-1-1 0,0 0 0,1 1 0,-1-1 0,1 1 0,0-1 0,0 1 0,-1-1 0,1 1 0,0-1 0,0 1 0,0-1 0,0 1 0,1-1 0,-1 1 0,0-1 0,1 1 0,-1-1 0,2 3 0,0 1 0,0-1 0,0 0 0,0 0 0,1 1 0,-1-2 0,1 1 0,0 0 0,0 0 0,7 5 0,5 2 0,1 0 0,0-2 0,0 0 0,1-1 0,0 0 0,0-2 0,22 6 0,-18-6 0,1-2 0,0 0 0,0-2 0,0 0 0,38-3 0,-56 1-105,-1-1 0,1 1 0,-1-1 0,1 0 0,-1 0 0,0 0 0,1 0 0,-1-1 0,0 1 0,0-1 0,0 0 0,4-3 0,2-4-6721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39.3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77 0 24575,'-7'1'0,"0"0"0,0 0 0,0 1 0,1 0 0,-1 0 0,-9 5 0,14-6 0,1 0 0,0-1 0,0 1 0,0 0 0,0 0 0,0 0 0,0 0 0,0-1 0,0 2 0,0-1 0,0 0 0,0 0 0,0 0 0,1 0 0,-1 0 0,1 1 0,-1-1 0,1 0 0,-1 1 0,1-1 0,0 0 0,-1 1 0,1-1 0,0 0 0,0 1 0,0-1 0,0 1 0,0-1 0,0 0 0,1 1 0,-1-1 0,0 0 0,1 1 0,-1-1 0,1 0 0,-1 0 0,1 1 0,0-1 0,1 2 0,2 3 0,0 0 0,1 1 0,0-2 0,1 1 0,-1-1 0,1 1 0,0-1 0,0-1 0,8 5 0,12 6 0,27 11 0,-44-22 0,35 16 0,47 23 0,-89-42 0,1 1 0,-1-1 0,0 1 0,0 0 0,0-1 0,0 1 0,-1 0 0,1 0 0,0 0 0,1 4 0,-2-6 0,-1 1 0,0 0 0,0-1 0,1 1 0,-1 0 0,0 0 0,0-1 0,0 1 0,0 0 0,0 0 0,0-1 0,0 1 0,0 0 0,0 0 0,0 0 0,0-1 0,0 1 0,0 0 0,-1-1 0,1 1 0,0 0 0,-1 0 0,1-1 0,0 1 0,-1 0 0,1-1 0,-1 1 0,1-1 0,-1 1 0,1-1 0,-1 1 0,0-1 0,1 1 0,-1-1 0,0 1 0,1-1 0,-1 0 0,-1 1 0,-10 4 0,0-1 0,0 0 0,0-1 0,-1 0 0,1-1 0,-1 0 0,-14-1 0,-28 5 0,49-5-79,-10 2 184,-27 1-1,39-4-228,0 0-1,-1 0 0,1-1 1,0 0-1,0 1 1,0-1-1,-1-1 0,1 1 1,0-1-1,0 1 1,-4-4-1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39.5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24575,'17'15'0,"6"7"0,1 0 0,-1-2 0,-2-3 0,-4-3 0,-3-4 0,-4 0 0,0-3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39.7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 24575,'5'-2'0,"1"1"0,3 4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41.1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322 609 24575,'-4'0'0,"-49"2"0,47-2 0,1 1 0,0 0 0,-1 1 0,1-1 0,0 1 0,0 0 0,-7 4 0,11-5 0,0-1 0,0 1 0,0-1 0,0 1 0,0 0 0,0-1 0,0 1 0,0 0 0,1 0 0,-1-1 0,0 1 0,1 0 0,-1 0 0,0 0 0,1 0 0,-1 0 0,1 0 0,-1 0 0,1 0 0,0 1 0,-1-1 0,1 0 0,0 0 0,0 0 0,0 0 0,0 0 0,0 0 0,0 1 0,0-1 0,0 0 0,0 0 0,1 0 0,-1 0 0,0 0 0,1 0 0,-1 0 0,1 0 0,-1 0 0,1 0 0,0 0 0,-1 0 0,1 0 0,1 1 0,2 3 0,0-1 0,1 1 0,-1-1 0,1 0 0,0-1 0,9 6 0,0-1 0,29 11 0,-37-17 0,1 0 0,-1 0 0,1-1 0,-1 0 0,1 0 0,0 0 0,8-1 0,-14 0 0,1-1 0,0 1 0,-1 0 0,1-1 0,0 1 0,-1-1 0,1 0 0,0 1 0,-1-1 0,1 0 0,-1 0 0,0 0 0,1 0 0,-1 0 0,0-1 0,0 1 0,1 0 0,-1 0 0,0-1 0,0 1 0,0-1 0,-1 1 0,1-1 0,0 1 0,0-1 0,-1 0 0,1 1 0,-1-1 0,1-3 0,0 0 0,-1-1 0,1 0 0,-1 1 0,0-1 0,0 1 0,-1-1 0,0 0 0,-1-5 0,-3-5 0,-1 1 0,0-1 0,-1 1 0,-1 0 0,0 1 0,-12-16 0,-67-77 0,70 88 0,-179-177 0,156 154 0,75 90 0,31 35 0,109 107 0,-162-177 0,1-2 0,0 1 0,0-2 0,24 14 0,-29-20 0,1 0 0,-1 0 0,1 0 0,0-1 0,0-1 0,0 0 0,0 0 0,0-1 0,14 0 0,-15-1 0,1 0 0,0-1 0,-1 0 0,1 0 0,13-5 0,-21 5 0,1 0 0,-1 0 0,1 0 0,-1 0 0,0 0 0,1-1 0,-1 1 0,0-1 0,0 1 0,0-1 0,0 0 0,0 0 0,-1 0 0,1 0 0,0 0 0,-1-1 0,0 1 0,1 0 0,-1-1 0,0 1 0,0-1 0,0 1 0,-1-1 0,2-3 0,-2 2 0,1-1 0,-1 1 0,0 0 0,0 0 0,-1-1 0,1 1 0,-1 0 0,0 0 0,0 0 0,0 0 0,-1 0 0,1 0 0,-1 0 0,0 0 0,0 0 0,-5-6 0,-3-2 0,0 1 0,-1 1 0,-18-15 0,-5-5 0,33 30 0,0-1 0,0 0 0,1 0 0,-1 0 0,0 0 0,1 0 0,-1 0 0,1 0 0,-1 0 0,1 0 0,-1-2 0,3-2 0,7 7 0,5 5 0,22 13 0,-25-13 0,0 0 0,1-1 0,17 6 0,-22-10 0,14 6 0,1-2 0,0 0 0,34 4 0,-55-10 0,0 0 0,1 0 0,-1 0 0,0 0 0,0 0 0,0 0 0,0 0 0,0 0 0,0-1 0,0 1 0,1 0 0,-1-1 0,0 1 0,0-1 0,0 1 0,0-1 0,1 0 0,-2 0 0,1 0 0,-1 1 0,1-1 0,-1 0 0,0 1 0,1-1 0,-1 0 0,0 0 0,1 1 0,-1-1 0,0 0 0,0 0 0,0 0 0,0 1 0,0-1 0,1 0 0,-2 0 0,1-1 0,0-1 0,-1 1 0,1-1 0,-1 0 0,0 1 0,0-1 0,0 1 0,-1-1 0,1 1 0,0 0 0,-1-1 0,0 1 0,-3-3 0,-7-6 0,-2 0 0,-18-11 0,28 20 0,0 1 0,7 6 0,8 7 0,0-4 0,-1 0 0,1-1 0,1 0 0,0-1 0,-1 0 0,2-1 0,-1-1 0,0 0 0,22 4 0,-3-3 0,0-1 0,60-1 0,-83-3 0,0 0 0,-1-1 0,1 0 0,0 0 0,0-1 0,-1 0 0,1-1 0,-1 0 0,13-6 0,-15 6 0,0 0 0,-1-1 0,1 1 0,-1-1 0,0 0 0,0 0 0,0-1 0,0 1 0,-1-1 0,0 0 0,0 1 0,0-2 0,0 1 0,2-7 0,-3 4 0,0-1 0,0 1 0,-1-1 0,0 0 0,-1 1 0,0-1 0,0 0 0,-1 0 0,0 1 0,0-1 0,-1 0 0,0 1 0,0-1 0,-7-13 0,1 4 0,-1 1 0,0 1 0,-1-1 0,-1 1 0,-22-25 0,26 33 0,-1 0 0,0 0 0,-1 0 0,1 1 0,-11-6 0,16 12 0,1 0 0,0 0 0,0 0 0,-1 0 0,1 0 0,-1 0 0,1 1 0,-1-1 0,1 1 0,-1 0 0,1-1 0,-5 1 0,6 1 0,-1-1 0,0 1 0,1-1 0,-1 1 0,0 0 0,1-1 0,-1 1 0,1 0 0,-1 0 0,1 0 0,0 0 0,-1 0 0,1 1 0,0-1 0,0 0 0,0 1 0,0-1 0,0 0 0,0 1 0,-1 2 0,0 1 0,0 0 0,0 1 0,0-1 0,1 1 0,0-1 0,0 1 0,1-1 0,-1 1 0,1 6 0,1-3 0,-1 0 0,1 0 0,1 0 0,4 17 0,-5-23 0,1 1 0,0-1 0,-1 0 0,1 0 0,0 0 0,0 0 0,1-1 0,-1 1 0,1 0 0,-1-1 0,1 0 0,0 1 0,0-1 0,0 0 0,0-1 0,0 1 0,0 0 0,1-1 0,-1 0 0,4 1 0,8 2 0,0-1 0,1 0 0,21 0 0,-11-1 0,32 2 0,0-2 0,111-12 0,-127 7-1365,-26 2-5461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42.0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159 46 24575,'9'-5'0,"-1"1"0,0 0 0,1 0 0,0 0 0,0 1 0,0 1 0,12-3 0,-17 5 0,1-1 0,0 1 0,0 0 0,0 0 0,0 1 0,0-1 0,-1 1 0,1 0 0,0 0 0,-1 1 0,1 0 0,0-1 0,-1 1 0,0 1 0,8 4 0,-5-2 0,-1 0 0,1 0 0,-1 1 0,0 0 0,5 7 0,-9-11 0,-1 0 0,0 0 0,1 0 0,-1 0 0,0 0 0,0 1 0,0-1 0,-1 0 0,1 0 0,0 1 0,-1-1 0,1 0 0,-1 1 0,0-1 0,0 1 0,0-1 0,0 0 0,0 1 0,-1-1 0,1 0 0,-1 1 0,0 2 0,-1-3 0,1 0 0,0 0 0,-1 0 0,1 0 0,-1 0 0,1-1 0,-1 1 0,0 0 0,0-1 0,1 1 0,-1-1 0,0 0 0,-1 0 0,1 0 0,0 0 0,0 0 0,0 0 0,-1 0 0,1-1 0,-3 1 0,-7 1 0,1-1 0,-22 0 0,26-1 0,-18 0 0,0-1 0,-42-7 0,53 5 0,0-1 0,0 0 0,1 0 0,-1-2 0,1 1 0,-15-10 0,24 12 0,0 0 0,0 0 0,1 0 0,-1 0 0,1-1 0,-1 1 0,1-1 0,1 0 0,-5-6 0,6 8 0,0 1 0,1 0 0,-1 0 0,1-1 0,-1 1 0,1 0 0,-1-1 0,1 1 0,0-1 0,0 1 0,0-1 0,0 1 0,0 0 0,0-1 0,0 1 0,0-1 0,0 1 0,1-1 0,-1 1 0,0 0 0,1-1 0,-1 1 0,1 0 0,0-1 0,-1 1 0,1 0 0,0 0 0,0 0 0,0 0 0,0-1 0,0 1 0,0 1 0,0-1 0,0 0 0,3-1 0,3-2 11,0 0 0,0 1 0,0 0 0,1 0 0,0 1 0,-1 0-1,1 0 1,0 1 0,0 0 0,14 1 0,-1 0-506,-1 1 0,40 8 0,-46-6-6331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42.5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93 7 24575,'-1'-1'0,"-7"0"0,-1-1 0,0 1 0,-17 0 0,24 1 0,1 0 0,-1 0 0,0 0 0,1 0 0,-1 1 0,0-1 0,1 0 0,-1 1 0,1-1 0,-1 1 0,1 0 0,-1 0 0,1-1 0,0 1 0,-1 0 0,1 0 0,0 0 0,-1 0 0,1 1 0,0-1 0,0 0 0,0 0 0,0 1 0,0-1 0,1 0 0,-1 1 0,0-1 0,1 1 0,-2 1 0,2 1 0,-1 0 0,1-1 0,0 1 0,0 0 0,0 0 0,1-1 0,-1 1 0,1 0 0,0 0 0,0-1 0,0 1 0,1-1 0,2 5 0,3 7 0,18 24 0,-18-29 0,44 61-190,3-3-1,3-2 1,3-3-1,120 99 1,-149-137 380,2-2 1,0-1-1,2-1 1,69 30-1,-103-51-190,22 8 0,-22-8 0,0 0 0,0 1 0,0-1 0,0 0 0,0 0 0,0 0 0,0 0 0,0 0 0,0 0 0,0 0 0,0 0 0,0 0 0,0-1 0,-1 1 0,1 0 0,0 0 0,0-1 0,0 1 0,0-1 0,0 1 0,1-2 0,-2 2 0,0-1 0,1 0 0,-1 1 0,0-1 0,0 1 0,0-1 0,0 0 0,0 1 0,0-1 0,0 0 0,0 1 0,0-1 0,0 0 0,0 1 0,0-1 0,0 0 0,0 1 0,-1-1 0,1 1 0,0-1 0,0 1 0,-1-1 0,1 0 0,0 1 0,-1-1 0,1 1 0,-1-1 0,0 0 0,-17-16 0,15 14 0,-21-17 0,0 2 0,-46-28 0,-58-21 0,128 67 0,-31-15 0,-56-19 0,68 29 0,1 0 0,-1 1 0,0 1 0,-32 0 0,47 2 9,0 2 1,0-1-1,0 0 0,-1 1 0,1 0 1,0 0-1,1 0 0,-1 0 0,0 1 0,0-1 1,0 1-1,-4 3 0,2-1-257,1 1 1,-1 1-1,1-1 1,-1 1-1,-5 9 1,4-6-6579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43.2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162 235 24575,'113'67'0,"196"154"0,-300-213 0,-6-5 0,-6-5 0,-88-54 0,24 15 0,22 13 0,-150-105 0,168 111 0,1 0 0,1-2 0,0 0 0,-35-49 0,55 67 0,1-1 0,-1 0 0,2 0 0,-1-1 0,-3-9 0,6 15 0,1 1 0,-1-1 0,1 1 0,0-1 0,-1 1 0,1-1 0,0 1 0,0-1 0,0 1 0,0-1 0,0 1 0,0-1 0,0 0 0,1 1 0,-1-1 0,1 1 0,-1 0 0,1-1 0,-1 1 0,1-1 0,0 1 0,0 0 0,-1-1 0,1 1 0,0 0 0,0 0 0,1 0 0,-1 0 0,0 0 0,0 0 0,0 0 0,1 0 0,-1 0 0,3-1 0,2 0 0,-1 0 0,1 1 0,0 0 0,0 0 0,0 0 0,0 0 0,0 1 0,0 0 0,12 2 0,5 2 0,26 7 0,-40-9 0,10 3 0,-1 1 0,30 13 0,-42-16 0,0 0 0,-1 0 0,1 1 0,-1-1 0,1 1 0,-1 0 0,-1 1 0,1-1 0,-1 1 0,1 0 0,5 9 0,-9-12 0,0-1 0,0 1 0,0 0 0,-1 0 0,1-1 0,-1 1 0,1 0 0,-1 0 0,0 0 0,1 0 0,-1 0 0,0 0 0,0 0 0,-1-1 0,1 1 0,0 0 0,-1 0 0,0 2 0,0-2 0,0 1 0,0-1 0,-1 1 0,1-1 0,-1 0 0,1 0 0,-1 0 0,0 0 0,0 0 0,0 0 0,-3 2 0,-2 0 0,0 1 0,-1-1 0,1-1 0,-1 1 0,0-1 0,0-1 0,-10 3 0,7-2-151,-1-1-1,1 0 0,-1-1 0,0-1 1,1 1-1,-1-2 0,0 0 1,-13-2-1,15-1-6674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43.6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160 134 24575,'-13'-12'0,"0"1"0,-1 0 0,0 1 0,-1 1 0,0 1 0,-20-9 0,33 16 0,1 1 0,-1-1 0,0 1 0,0-1 0,0 1 0,1 0 0,-1 0 0,0 0 0,0 0 0,0 0 0,0 0 0,1 0 0,-1 1 0,0-1 0,-3 2 0,5-2 0,-1 1 0,0-1 0,1 1 0,-1-1 0,1 1 0,-1-1 0,1 1 0,-1 0 0,1-1 0,-1 1 0,1 0 0,-1-1 0,1 1 0,0 0 0,0 0 0,-1-1 0,1 1 0,0 0 0,0 0 0,0-1 0,0 1 0,0 0 0,0 0 0,0 0 0,0-1 0,0 1 0,0 0 0,0 0 0,1 0 0,-1-1 0,0 1 0,0 0 0,1-1 0,-1 1 0,1 0 0,-1 0 0,1 0 0,2 4 0,0 0 0,0-1 0,1 1 0,0-1 0,0 0 0,0 0 0,0 0 0,1 0 0,-1-1 0,1 1 0,0-1 0,0-1 0,0 1 0,9 3 0,7 1 0,-1 0 0,34 5 0,-39-9 0,1-1 0,-1 0 0,23-1 0,-33-1 0,0-1 0,0 1 0,-1-1 0,1 0 0,0 0 0,-1 0 0,1 0 0,-1-1 0,1 0 0,-1 0 0,0 0 0,0-1 0,0 1 0,0-1 0,6-5 0,-9 7 0,1-1 0,-1 1 0,0-1 0,0 1 0,0-1 0,0 0 0,0 1 0,0-1 0,0 0 0,-1 0 0,1 0 0,0 1 0,-1-1 0,0 0 0,1 0 0,-1 0 0,0 0 0,0-4 0,-1 4 0,1-1 0,-1 0 0,0 1 0,0-1 0,0 0 0,-1 1 0,1-1 0,0 1 0,-1 0 0,0-1 0,-3-2 0,-3-3 0,0 0 0,-1 1 0,0 0 0,-1 1 0,-11-6 0,11 7-80,0 1 0,0 0-1,0 0 1,-1 1 0,1 1-1,-1-1 1,0 2 0,1 0-1,-1 0 1,0 1 0,0 0 0,0 0-1,0 2 1,0-1 0,1 1-1,-18 6 1,12-2-6746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44.3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320 532 24575,'2'-20'0,"-2"0"0,0 0 0,-1 0 0,-1 0 0,-1 0 0,0 0 0,-9-22 0,7 26 0,-1 0 0,-1 1 0,-1 0 0,0 0 0,-1 1 0,-1 0 0,0 0 0,-23-23 0,-46-36 0,-27-29 0,87 84 0,22 30 0,8 11 0,-9-19 0,12 26 0,3 0 0,0-2 0,29 36 0,-30-44 0,1 0 0,2-1 0,-1-1 0,41 28 0,-43-36 0,1 0 0,0-2 0,0 0 0,0-1 0,1 0 0,36 6 0,-27-8 0,0-1 0,1-2 0,-1 0 0,33-4 0,-56 2 0,0-1 0,0 0 0,1 0 0,-1-1 0,0 1 0,0-1 0,0 1 0,0-1 0,0-1 0,-1 1 0,1 0 0,-1-1 0,1 0 0,-1 0 0,0 0 0,0 0 0,0 0 0,0-1 0,-1 1 0,0-1 0,1 0 0,-1 0 0,0 0 0,-1 0 0,1 0 0,-1 0 0,0 0 0,0 0 0,0-1 0,0 1 0,-1 0 0,0-1 0,0 1 0,0 0 0,0-1 0,-1 1 0,0 0 0,1-1 0,-2 1 0,1 0 0,-3-5 0,0-2 0,-1 1 0,-1 0 0,0 0 0,0 0 0,-1 1 0,-13-14 0,15 18 0,-1-1 0,0 1 0,0 1 0,0-1 0,0 1 0,-1 0 0,1 0 0,-1 1 0,0-1 0,-15-3 0,21 7 0,-1-1 0,1 1 0,-1 0 0,1-1 0,-1 1 0,1 0 0,-1 0 0,1 0 0,-1 0 0,1 1 0,-1-1 0,1 0 0,0 1 0,-1-1 0,1 1 0,-1-1 0,1 1 0,0 0 0,-1-1 0,1 1 0,0 0 0,0 0 0,0 0 0,0 0 0,0 0 0,-2 2 0,2-1 0,0 0 0,0 0 0,0 0 0,1 0 0,-1 0 0,0 0 0,1 0 0,0 0 0,-1 1 0,1-1 0,0 0 0,0 0 0,0 0 0,0 1 0,1-1 0,-1 0 0,2 4 0,0 0 0,0 1 0,1-1 0,0 0 0,1 0 0,-1-1 0,1 1 0,0-1 0,0 0 0,8 7 0,-4-4 0,1 0 0,0-1 0,1 0 0,16 9 0,-6-6 0,1-1 0,1-1 0,-1-1 0,46 9 0,-19-9 0,63 2 0,-100-9-341,0 0 0,0-1-1,20-3 1,-17 1-6485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45.2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352 0 24575,'-44'4'0,"1"1"0,0 2 0,1 2 0,-83 30 0,120-37 0,0 0 0,0 0 0,1 1 0,-1 0 0,1 0 0,-1 0 0,1 1 0,-4 4 0,7-7 0,0 0 0,0 0 0,0 0 0,0 1 0,1-1 0,-1 0 0,0 0 0,1 1 0,-1-1 0,1 0 0,-1 1 0,1-1 0,0 0 0,0 1 0,-1-1 0,1 1 0,0-1 0,0 0 0,0 1 0,1-1 0,-1 1 0,0-1 0,0 0 0,1 1 0,-1-1 0,1 0 0,-1 1 0,1-1 0,0 0 0,-1 0 0,1 0 0,0 1 0,0-1 0,0 0 0,0 0 0,1 1 0,4 3 0,-1-1 0,1 1 0,0-1 0,0 0 0,1-1 0,-1 1 0,1-1 0,0-1 0,13 4 0,5 1 0,36 2 0,-28-5 0,35 0 0,-54-4 0,-1-1 0,1 0 0,-1-1 0,0-1 0,19-5 0,-28 7 0,-1 0 0,0-1 0,0 1 0,0-1 0,-1 1 0,1-1 0,0 0 0,-1 0 0,1 0 0,-1 0 0,1-1 0,-1 1 0,0-1 0,0 1 0,2-6 0,-3 6 0,0 0 0,0 0 0,-1 0 0,1 0 0,-1 0 0,0 0 0,1 0 0,-1 0 0,0 0 0,0-1 0,0 1 0,-1 0 0,1 0 0,0 0 0,-1 0 0,0 0 0,1 0 0,-1 0 0,0 0 0,0 0 0,0 0 0,0 0 0,0 1 0,-3-4 0,0 0 0,-1 0 0,0 0 0,0 1 0,-1 0 0,1 0 0,-11-6 0,-1 1 0,-20-7 0,35 15 0,-1 0 0,0 0 0,1 0 0,-1 1 0,1-1 0,-1 1 0,0 0 0,-4 0 0,7 0 0,-1 0 0,1 0 0,-1 0 0,1 0 0,-1 0 0,1 0 0,0 0 0,-1 1 0,1-1 0,-1 0 0,1 0 0,-1 1 0,1-1 0,0 0 0,-1 0 0,1 1 0,0-1 0,-1 1 0,1-1 0,0 0 0,-1 1 0,1 0 0,0 0 0,0 0 0,-1-1 0,1 1 0,0 0 0,0 0 0,0 0 0,0 0 0,0-1 0,1 1 0,-1 0 0,0 0 0,0 0 0,0-1 0,1 1 0,-1 0 0,1 0 0,1 4 0,1-1 0,0 0 0,0 1 0,0-1 0,0-1 0,1 1 0,-1 0 0,5 3 0,3 1 0,21 13 0,-31-20-14,13 7-211,-1 0 0,2-1-1,-1 0 1,1-1 0,17 5 0,-20-9-6601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45.6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24575,'22'24'0,"13"14"0,6 7 0,3 1 0,-2 0 0,-1-3 0,0-4 0,-2-3 0,-2-6 0,-1-3 0,-4-3 0,-4-7 0,-6-2 0,-5-5-8191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45.8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170 0 24575,'-22'13'0,"-10"5"0,-2 4 0,5-1 0,5-1 0,7-1 0,5-4-8191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47.2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29 164 24575,'-4'-10'0,"-15"-45"0,18 49 0,-1 0 0,1-1 0,0 1 0,1 0 0,0-1 0,0-11 0,1 16 0,-1 0 0,1 0 0,0 0 0,-1 0 0,1 0 0,0 0 0,0 0 0,0 1 0,0-1 0,1 0 0,-1 0 0,0 1 0,1-1 0,-1 1 0,1 0 0,0-1 0,-1 1 0,1 0 0,0 0 0,0 0 0,-1 0 0,1 0 0,0 0 0,0 1 0,0-1 0,0 1 0,0-1 0,4 0 0,6 0 0,0 0 0,1 1 0,21 1 0,-18 0 0,-2 0 0,1 0 0,-1 1 0,1 0 0,-1 1 0,19 7 0,-28-8 0,0 0 0,0 0 0,0 1 0,0-1 0,0 1 0,-1 0 0,1 1 0,-1-1 0,0 1 0,0 0 0,0 0 0,-1 0 0,1 0 0,-1 1 0,0 0 0,0-1 0,2 7 0,-2-4 0,-1 0 0,0 0 0,0 0 0,0 0 0,-1 0 0,0 0 0,-1 0 0,0 10 0,-1-3 0,-1-1 0,-1 1 0,-5 18 0,5-25 0,2 0 0,-1 0 0,1-1 0,0 1 0,0 0 0,1 0 0,0 9 0,0-15 0,1 1 0,-1 0 0,0 0 0,1 0 0,-1-1 0,1 1 0,0 0 0,0-1 0,-1 1 0,1-1 0,0 1 0,0-1 0,1 1 0,-1-1 0,0 1 0,0-1 0,1 0 0,-1 0 0,0 0 0,1 0 0,0 0 0,-1 0 0,1 0 0,-1 0 0,1-1 0,0 1 0,0-1 0,-1 1 0,1-1 0,0 1 0,0-1 0,1 0 0,29 1 0,59-4 0,-83 2 0,0 0 0,0 0 0,0-1 0,-1 0 0,1-1 0,-1 0 0,1 0 0,-1 0 0,0-1 0,0 0 0,0 0 0,-1-1 0,0 0 0,0 0 0,0-1 0,8-8 0,-14 13-54,1 0-1,0 0 0,-1-1 1,1 1-1,0 0 1,-1 0-1,1 0 0,-1-1 1,0 1-1,1 0 1,-1 0-1,0-1 0,0 1 1,0 0-1,0 0 0,0-1 1,0 1-1,0 0 1,0-1-1,0 1 0,-1 0 1,1 0-1,0-1 1,-2-1-1,-3-5-6771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47.5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227 4 24575,'-24'-3'0,"-12"3"0,0 2 0,2 5 0,7 2 0,6 3 0,6 2 0,4-2 0,3 0 0,1-3 0,-1 1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48.0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230 7 24575,'-12'-2'0,"-7"-2"0,0 4 0,1 1 0,1 2 0,1 4 0,0 1 0,1 1 0,1-1 0,0 1 0,-1-1 0,1-3 0,0 2 0,0-2 0,2-1-8191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48.3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174 1 24575,'-15'2'0,"-7"2"0,-2 1 0,0 1 0,4 1 0,4 3 0,1-2 0,1 2 0,1-2 0,2-2-8191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49.2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146 100 24575,'-2'-11'0,"-1"0"0,1 0 0,-1-13 0,3 22 0,0 0 0,0 0 0,0 0 0,0 1 0,0-1 0,0 0 0,1 0 0,-1 0 0,1 1 0,-1-1 0,1 0 0,0 0 0,-1 1 0,1-1 0,0 0 0,0 1 0,0-1 0,0 1 0,1 0 0,1-3 0,-2 4 0,1-1 0,0 0 0,-1 1 0,1-1 0,0 1 0,0-1 0,-1 1 0,1 0 0,0 0 0,0 0 0,0 0 0,-1 0 0,1 0 0,0 0 0,0 0 0,0 1 0,-1-1 0,1 1 0,0 0 0,3 1 0,4 2 0,0 1 0,12 8 0,-18-11 0,11 7 0,0 1 0,25 23 0,-36-31 0,0 1 0,0 1 0,-1-1 0,1 0 0,-1 1 0,0-1 0,0 1 0,0 0 0,0 0 0,0-1 0,-1 1 0,0 0 0,0 1 0,0-1 0,0 0 0,0 0 0,-1 7 0,0-9 0,0 0 0,-1 0 0,1 0 0,-1 0 0,1 0 0,-1-1 0,0 1 0,0 0 0,1 0 0,-1-1 0,0 1 0,-1-1 0,1 1 0,0-1 0,0 1 0,-2 0 0,-1 1 0,1-1 0,0 1 0,-1-1 0,1 0 0,-1 0 0,0-1 0,-4 2 0,-5 1 0,1-1 0,-1-1 0,-23 2 0,27-4 0,-11 2 0,1-1 0,0-1 0,0-1 0,0 0 0,-26-6 0,41 6 0,1 0 0,0-1 0,0 1 0,0 0 0,0-1 0,0 0 0,0 1 0,0-1 0,1 0 0,-1-1 0,1 1 0,-1 0 0,1-1 0,0 1 0,0-1 0,0 0 0,0 0 0,1 1 0,-1-1 0,1-1 0,0 1 0,-2-5 0,2 4 0,0 0 0,1 0 0,0 0 0,-1 0 0,2 0 0,-1 0 0,0 0 0,1 0 0,-1 0 0,1 1 0,0-1 0,1 0 0,-1 0 0,1 0 0,-1 1 0,1-1 0,0 1 0,4-6 0,-2 5-85,-1 0 0,1 0-1,0 0 1,0 1 0,0-1-1,1 1 1,-1 0 0,1 0-1,0 1 1,0-1 0,0 1-1,0 0 1,0 0 0,0 1-1,10-2 1,-2 1-6741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49.5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24575,'0'2'0,"0"4"0,0 3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50.0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24575,'0'3'0,"0"0"0,1 0 0,0-1 0,0 1 0,0-1 0,0 1 0,0-1 0,0 1 0,1-1 0,-1 0 0,1 1 0,-1-1 0,1 0 0,0 0 0,0 0 0,0 0 0,0-1 0,3 3 0,0 0 0,0-1 0,0 0 0,0-1 0,0 1 0,0-1 0,0 0 0,1 0 0,10 2 0,4-2 0,0-1 0,0-1 0,0-1 0,32-6 0,38-1 0,-70 7 0,-2 1 0,1 0 0,-1 1 0,24 4 0,-38-4 0,1 0 0,-1 0 0,0 0 0,0 0 0,0 1 0,0 0 0,0 0 0,0 0 0,0 1 0,-1-1 0,1 1 0,-1 0 0,1-1 0,-1 2 0,0-1 0,0 0 0,-1 1 0,1-1 0,2 6 0,-4-6 0,0 0 0,0 0 0,0 0 0,0 0 0,0 1 0,-1-1 0,0 0 0,0 1 0,0-1 0,0 0 0,0 1 0,0-1 0,-1 0 0,0 1 0,1-1 0,-1 0 0,-1 0 0,1 0 0,0 0 0,-1 0 0,1 0 0,-1 0 0,-3 4 0,2-3 0,-1 0 0,1 0 0,-1 0 0,0 0 0,0-1 0,0 1 0,-1-1 0,1 0 0,-1-1 0,0 1 0,1-1 0,-1 0 0,-10 3 0,-10 2-46,12-4-393,0 0-1,-23 2 0,24-4-6386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50.3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1 236 24575,'9'-27'0,"7"-11"0,5-2 0,1 4 0,2 5 0,2 8 0,-2 5 0,1 7 0,-2 4 0,-2 3 0,-2 3 0,-2 2 0,-2 2 0,-3 2-8191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51.7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1 610 24575,'8'-58'0,"-3"22"0,1 2 0,1-1 0,13-35 0,-15 58 0,1 1 0,0 0 0,0 1 0,1 0 0,1 0 0,-1 0 0,2 1 0,-1 0 0,14-11 0,-4 6 0,0 1 0,0 1 0,1 0 0,28-12 0,10 3 0,102-27 0,-94 31 0,44-10-137,147-17 0,116 16-137,21 24 274,-279 8 0,163 28 0,-229-23 0,0 3 0,-1 1 0,0 2 0,75 37 0,-93-36 0,0 0 0,-1 2 0,-1 1 0,-1 1 0,-1 1 0,0 1 0,41 50 0,-34-29 0,-2 1 0,45 86 0,-59-98 0,-3 1 0,0 0 0,-2 0 0,-2 2 0,7 43 0,-14-62 20,0 0 0,-1-1 0,-1 1 0,-1 0 0,0 0 0,-1-1 0,-5 22 0,4-27 3,-1 0 0,0-1 0,0 0-1,0 1 1,-1-1 0,-1-1 0,0 1 0,0-1 0,0 0-1,-1 0 1,0-1 0,-11 9 0,-4 0-61,-1-1-1,0 0 1,-1-2 0,-1-1 0,0-1-1,0-1 1,-1-1 0,-40 8 0,-23 0-205,-108 6 0,196-23 243,-236 15-771,-275-19-1,367-6 833,-215-40 0,277 32-439,0-4 0,2-3-1,-150-69 1,188 72-3958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52.6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1 612 24575,'12'-34'0,"1"0"0,1 1 0,26-41 0,-27 54 0,0 1 0,1 1 0,1 0 0,1 1 0,1 0 0,22-17 0,13-4 40,1 3 0,114-57 0,128-25-1525,-262 106-5341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53.6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90 319 24575,'11'5'0,"86"42"0,-81-38 0,-1 0 0,0 1 0,25 22 0,-37-29 0,0-1 0,0 1 0,-1 0 0,1 0 0,-1 0 0,1 0 0,-1 1 0,0-1 0,0 1 0,0-1 0,2 8 0,-4-11 0,0 1 0,0-1 0,0 0 0,0 1 0,0-1 0,0 0 0,0 0 0,0 1 0,0-1 0,0 0 0,0 1 0,0-1 0,0 0 0,0 1 0,0-1 0,0 0 0,0 0 0,0 1 0,-1-1 0,1 0 0,0 0 0,0 1 0,0-1 0,0 0 0,-1 0 0,1 1 0,0-1 0,0 0 0,0 0 0,-1 0 0,1 0 0,0 1 0,0-1 0,-1 0 0,1 0 0,0 0 0,-1 0 0,1 0 0,0 0 0,0 0 0,-1 0 0,1 0 0,0 0 0,-1 1 0,1-2 0,0 1 0,0 0 0,-1 0 0,1 0 0,0 0 0,-1 0 0,1 0 0,0 0 0,0 0 0,-1 0 0,1 0 0,-1-1 0,-15-8 0,-9-13 0,-32-36 0,-16-16 0,53 57 0,-1 0 0,-1 2 0,-26-15 0,45 28 0,-1 1 0,1-1 0,0 0 0,0-1 0,-3-2 0,6 5 0,1 0 0,-1 0 0,0-1 0,0 1 0,1 0 0,-1 0 0,1 0 0,-1-1 0,0 1 0,1 0 0,-1 0 0,0 0 0,1 0 0,-1 0 0,0 0 0,1 0 0,-1 0 0,1 0 0,-1 0 0,0 0 0,1 0 0,-1 0 0,0 0 0,1 0 0,-1 0 0,1 1 0,-1-1 0,17 2 0,93 14 0,-94-15 0,0 0 0,-1-2 0,1 0 0,0-1 0,17-4 0,-13 1 0,0-1 0,0 0 0,19-11 0,-34 15 0,0 0 0,0-1 0,0 0 0,-1 0 0,1 0 0,-1 0 0,0-1 0,0 0 0,0 0 0,0 0 0,-1 0 0,1-1 0,-1 1 0,0-1 0,-1 0 0,4-8 0,-5 9 0,0 0 0,0 0 0,-1 0 0,0 0 0,0 0 0,0 0 0,0 0 0,-1 0 0,0 0 0,0 0 0,0 0 0,0 0 0,0 1 0,-1-1 0,1 0 0,-1 1 0,0-1 0,0 1 0,-1-1 0,1 1 0,-1 0 0,-2-3 0,1 2 0,0 0 0,0 1 0,0-1 0,-1 1 0,1 0 0,-1 0 0,0 0 0,0 1 0,0-1 0,0 1 0,0 1 0,0-1 0,0 1 0,-1-1 0,-10 0 0,14 2 0,1 0 0,-1 0 0,0 1 0,0-1 0,1 0 0,-1 1 0,0-1 0,0 1 0,1-1 0,-1 1 0,1 0 0,-1-1 0,0 1 0,1 0 0,0 0 0,-1 0 0,1 0 0,0 1 0,-3 1 0,3 0 0,-1-1 0,1 1 0,-1-1 0,1 1 0,0 0 0,0-1 0,0 1 0,0 0 0,1 0 0,-1 0 0,1 3 0,0 2 0,0-1 0,0 1 0,1-1 0,0 1 0,0-1 0,0 1 0,1-1 0,5 12 0,-3-13 0,0 0 0,0 0 0,0 0 0,1-1 0,-1 0 0,1 0 0,1 0 0,-1 0 0,1-1 0,-1 0 0,1 0 0,1 0 0,-1-1 0,0 0 0,13 4 0,-1-1 0,0-1 0,0-1 0,1 0 0,34 2 0,-45-6 24,0 0 0,0 0 0,0-1 0,14-3 0,-20 4-107,1-1 1,0 0-1,-1 0 1,1 0-1,-1 0 1,1 0-1,-1-1 1,1 1-1,-1-1 1,0 1-1,0-1 1,0 0-1,0 0 1,0 0-1,0 0 1,0 0-1,1-3 1,1-4-6744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54.0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74 3 24575,'-7'-1'0,"0"0"0,0 1 0,1-1 0,-14 3 0,18-2 0,1 0 0,-1 1 0,0-1 0,1 0 0,-1 1 0,0 0 0,1-1 0,-1 1 0,1 0 0,-3 2 0,3-2 0,0-1 0,1 1 0,-1 0 0,1 0 0,-1-1 0,1 1 0,-1 0 0,1 0 0,0 0 0,-1-1 0,1 1 0,0 0 0,0 0 0,-1 0 0,1 0 0,0 0 0,0 0 0,0 0 0,0 0 0,0-1 0,1 3 0,-1-1 0,1 1 0,0-1 0,0 1 0,0-1 0,0 0 0,0 0 0,1 1 0,-1-1 0,1 0 0,-1 0 0,1-1 0,0 1 0,0 0 0,-1 0 0,4 1 0,5 4 0,21 10 0,-20-10 0,93 46 0,-25-14 0,-74-36 0,-1-1 0,0 1 0,-1 0 0,1 0 0,0 0 0,-1 1 0,6 6 0,-8-9 0,-1 0 0,1-1 0,-1 1 0,1 0 0,0 0 0,-1 0 0,0 0 0,1 0 0,-1 0 0,1 0 0,-1-1 0,0 1 0,0 0 0,0 0 0,1 0 0,-1 0 0,0 1 0,0-1 0,0 0 0,-1 0 0,1 0 0,0 0 0,0 0 0,0-1 0,-1 1 0,1 0 0,-1 0 0,1 0 0,0 0 0,-1 0 0,0 0 0,1 0 0,-1-1 0,1 1 0,-1 0 0,0 0 0,0-1 0,1 1 0,-1-1 0,0 1 0,0 0 0,0-1 0,-1 1 0,-4 1 0,0 0 0,0 0 0,0-1 0,0 1 0,-1-1 0,1-1 0,-11 1 0,-12 1 0,13 0-120,2 1 247,-24 0-1,34-2-233,1-1 0,0 0 0,0-1 0,-1 1 0,1-1 0,0 1 0,0-1 0,0 0 0,0 0 0,0 0 0,0-1 0,0 1 0,-3-3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54.2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24575,'17'10'0,"6"6"0,1 2 0,-3 1 0,-3-3 0,-5-2 0,-4-3-8191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54.3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24575,'10'7'0,"8"6"0,4 2 0,-3 1 0,-4-2-8191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55.4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338 575 24575,'-19'-7'0,"-53"-17"0,65 22 0,0 1 0,-1-1 0,1 2 0,0-1 0,0 1 0,-1 0 0,-13 2 0,19-2 0,1 0 0,0 1 0,-1-1 0,1 0 0,0 1 0,-1-1 0,1 1 0,0-1 0,0 1 0,-1 0 0,1-1 0,0 1 0,0 0 0,0 0 0,0 0 0,0 0 0,0 0 0,0 0 0,0 0 0,1 0 0,-1 1 0,0 0 0,0 0 0,1 0 0,-1-1 0,1 1 0,0 0 0,0 0 0,0 0 0,0-1 0,0 1 0,1 0 0,-1 0 0,0-1 0,1 1 0,0 0 0,1 3 0,0 1 0,2-1 0,-1 1 0,1 0 0,0-1 0,0 0 0,0 0 0,1 0 0,5 5 0,-3-6 0,-1 0 0,0 0 0,1 0 0,0 0 0,0-1 0,0 0 0,0-1 0,0 0 0,9 2 0,-14-4 0,0 1 0,0-1 0,0 0 0,-1 0 0,1 0 0,0 0 0,0 0 0,0 0 0,0 0 0,0-1 0,0 1 0,0-1 0,0 1 0,-1-1 0,1 0 0,0 0 0,0 0 0,-1 0 0,1 0 0,-1 0 0,1 0 0,-1 0 0,1-1 0,-1 1 0,0-1 0,1 1 0,-1-1 0,0 1 0,0-1 0,0 0 0,-1 0 0,1 1 0,0-1 0,0 0 0,-1 0 0,1 0 0,-1 0 0,0 0 0,0-3 0,1-3 0,-1 0 0,-1 0 0,1-1 0,-1 1 0,-1 0 0,1 0 0,-2 0 0,1 0 0,-1 1 0,0-1 0,0 1 0,-1-1 0,-5-6 0,-8-12 0,-1 1 0,-22-24 0,-82-84 0,59 66 0,59 61 0,2 4 0,1 0 0,-1 0 0,0-1 0,0 1 0,0 0 0,0 1 0,0-1 0,-1 0 0,1 1 0,0-1 0,-5-1 0,11 15 0,16 18 0,2 0 0,0-2 0,45 44 0,-27-36 0,1-2 0,60 38 0,-85-62 0,0 0 0,0-1 0,1-1 0,0-1 0,0 0 0,1-1 0,0-1 0,0 0 0,33 3 0,-48-8 0,-1 0 0,0 0 0,1 0 0,-1 0 0,1 0 0,-1-1 0,0 1 0,1-1 0,-1 1 0,0-1 0,0 0 0,1 0 0,-1 0 0,0 0 0,0-1 0,0 1 0,0 0 0,0-1 0,0 1 0,-1-1 0,1 0 0,0 0 0,-1 0 0,0 1 0,1-1 0,1-5 0,-2 4 0,1 0 0,-2-1 0,1 1 0,0-1 0,-1 1 0,1-1 0,-1 1 0,0-1 0,0 1 0,-1-1 0,1 1 0,-1-1 0,1 1 0,-1-1 0,0 1 0,0 0 0,-1 0 0,-1-4 0,-2 0 0,0-1 0,-1 1 0,0 0 0,0 1 0,0 0 0,-1 0 0,0 0 0,0 1 0,-1 0 0,-14-8 0,21 13 0,1-1 0,-1 1 0,1 0 0,-1-1 0,1 1 0,-1 0 0,1 0 0,-1-1 0,0 1 0,1 0 0,-1 0 0,1 0 0,-1 0 0,1 0 0,-1 0 0,0 0 0,1 0 0,-2 0 0,4 7 0,13 12 0,-5-10 0,1 0 0,0-1 0,0-1 0,1 0 0,0 0 0,0-1 0,0 0 0,1-2 0,0 1 0,0-1 0,1-1 0,-1 0 0,21 1 0,-30-4 0,1 0 0,-1 0 0,1 0 0,-1-1 0,0 1 0,1-1 0,-1 0 0,0 0 0,0-1 0,0 1 0,6-4 0,-8 4 0,0 0 0,0-1 0,0 1 0,0-1 0,0 0 0,0 0 0,0 1 0,-1-1 0,1 0 0,-1 0 0,1-1 0,-1 1 0,0 0 0,0 0 0,0-1 0,0 1 0,0-1 0,0 1 0,-1-1 0,1-3 0,-4-49 0,3 54 0,1 0 0,-1 0 0,0 0 0,0 0 0,1 0 0,-1 0 0,1 1 0,-1-1 0,1 0 0,-1 0 0,1 0 0,-1 0 0,1 1 0,0-1 0,-1 0 0,1 0 0,0 1 0,0-1 0,0 1 0,-1-1 0,1 1 0,0-1 0,0 1 0,0-1 0,0 1 0,0 0 0,0-1 0,0 1 0,0 0 0,0 0 0,0 0 0,1 0 0,6-1 0,0 1 0,-1 0 0,11 1 0,-8 0 0,17 0 0,0-1 0,1-1 0,45-7 0,-64 6 0,-1 0 0,1-1 0,-1 0 0,0 0 0,0-1 0,0 0 0,0 0 0,-1-1 0,1 0 0,-1 0 0,0 0 0,-1-1 0,0 0 0,0-1 0,9-11 0,-11 13 0,0-1 0,-1 0 0,1 0 0,-1 0 0,-1 0 0,1-1 0,-1 1 0,0-1 0,0 0 0,-1 0 0,0 1 0,0-1 0,-1 0 0,0 0 0,0 0 0,0 0 0,-1 0 0,0 1 0,0-1 0,-1 0 0,0 0 0,0 1 0,-1-1 0,-5-10 0,3 8 0,-1 1 0,1 0 0,-1 0 0,-1 1 0,0 0 0,0 0 0,0 0 0,-1 1 0,1 0 0,-2 0 0,1 1 0,-1 0 0,1 1 0,-15-6 0,21 10 0,1-1 0,-1 0 0,0 1 0,0-1 0,0 1 0,1 0 0,-1-1 0,0 1 0,0 0 0,0 0 0,0 0 0,0 1 0,1-1 0,-1 0 0,0 1 0,0-1 0,0 1 0,1 0 0,-4 1 0,3-1 0,1 1 0,-1-1 0,1 0 0,-1 1 0,1 0 0,0-1 0,-1 1 0,1 0 0,0 0 0,0-1 0,0 1 0,1 0 0,-1 0 0,0 0 0,1 0 0,-1 0 0,0 4 0,1-1 0,-1 0 0,1 0 0,0 0 0,0 1 0,0-1 0,1 0 0,0 0 0,0 0 0,0 0 0,0 0 0,1 0 0,0 0 0,4 7 0,-3-7 0,1 1 0,0-1 0,1 1 0,-1-1 0,1-1 0,0 1 0,0-1 0,1 0 0,11 7 0,-5-5 15,0 0 0,0-1 0,0-1 0,1 0 0,0-1 0,0 0 0,16 1 0,92 2-1500,-104-6-5341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56.1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242 3 24575,'4'-1'0,"0"0"0,0 1 0,0-1 0,0 1 0,0 0 0,1 0 0,-1 1 0,0-1 0,0 1 0,0 0 0,0 0 0,-1 0 0,1 1 0,0-1 0,0 1 0,-1 0 0,1 0 0,-1 0 0,1 0 0,-1 1 0,0 0 0,3 3 0,-2-2 0,0 0 0,0 1 0,-1 0 0,1 0 0,-1 0 0,-1 0 0,1 0 0,-1 0 0,0 1 0,0-1 0,0 1 0,-1 0 0,0 0 0,1 11 0,-2-15 0,0 0 0,0 1 0,0-1 0,0 1 0,-1-1 0,1 1 0,-1-1 0,0 0 0,0 1 0,1-1 0,-2 0 0,1 0 0,0 0 0,0 0 0,-3 3 0,2-2 0,-1 0 0,0-1 0,0 1 0,-1-1 0,1 0 0,0 1 0,-1-1 0,-5 2 0,-4 1 0,0-1 0,-1-1 0,1 0 0,-19 1 0,16-2 0,0-1 0,0 0 0,0-1 0,0-1 0,0-1 0,0 0 0,0-1 0,0-1 0,1-1 0,-24-9 0,36 13 0,0-1 0,1 1 0,0 0 0,-1-1 0,1 1 0,0-1 0,-1 0 0,1 0 0,0 0 0,0 0 0,0 0 0,1-1 0,-1 1 0,1 0 0,-1-1 0,1 1 0,0-1 0,0 0 0,-1-3 0,1 4 0,1 0 0,0-1 0,0 1 0,0 0 0,0-1 0,0 1 0,1 0 0,-1-1 0,1 1 0,0 0 0,-1 0 0,1-1 0,0 1 0,0 0 0,1 0 0,-1 0 0,0 0 0,1 0 0,-1 0 0,1 1 0,-1-1 0,1 0 0,2-1 0,2-1 0,0 0 0,0 0 0,0 0 0,0 1 0,1 0 0,-1 1 0,1-1 0,0 1 0,0 1 0,0-1 0,12 0 0,8 0 0,48 4 0,-34 0 0,-10 1-1365,-18 0-5461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56.5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48 0 24575,'-4'3'0,"1"-1"0,-1 1 0,1 0 0,0 0 0,0 0 0,0 1 0,0-1 0,1 1 0,-1-1 0,1 1 0,0 0 0,-3 6 0,3-3 0,1-1 0,-1 0 0,1 1 0,0-1 0,0 1 0,1-1 0,1 12 0,1 0 0,1-1 0,1 1 0,0-1 0,2 0 0,9 22 0,0-8 0,0 0 0,3-1 0,25 36 0,74 74 0,-102-124 0,0 0 0,1-1 0,1-1 0,0-1 0,1 0 0,39 20 0,-53-31 0,0-1 0,0 0 0,0 0 0,1 0 0,-1 0 0,0-1 0,1 1 0,-1-1 0,0-1 0,8 0 0,-11 1 0,0 0 0,0 0 0,0-1 0,0 1 0,0 0 0,0-1 0,0 1 0,0-1 0,-1 1 0,1-1 0,0 1 0,0-1 0,0 0 0,0 1 0,-1-1 0,1 0 0,0 0 0,-1 1 0,2-3 0,-2 2 0,0 0 0,0-1 0,1 1 0,-1 0 0,0-1 0,0 1 0,0 0 0,0-1 0,-1 1 0,1 0 0,0-1 0,0 1 0,-1 0 0,1 0 0,-1-1 0,1 1 0,-1 0 0,0 0 0,0-2 0,-5-6 0,0 0 0,-1 0 0,0 1 0,0 0 0,-1 1 0,0-1 0,-13-8 0,-7-3 0,-32-17 0,52 33 0,1-1 0,-1 1 0,0 1 0,0-1 0,0 1 0,-1 1 0,1-1 0,-14 1 0,8 1 0,0 0 0,0 1 0,0 1 0,-18 4 0,20-2-273,1 0 0,0 0 0,1 1 0,-16 9 0,12-6-6553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57.4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73 163 24575,'302'337'0,"-287"-322"0,-10-11 0,-9-11 0,-12-13 0,0 0 0,-2 1 0,-19-16 0,-4-5 0,-14-14 0,17 17 0,2-1 0,-35-48 0,58 69 0,2 2 0,-14-24 0,23 35 0,0 0 0,0 0 0,1 1 0,-1-1 0,1 0 0,0-1 0,0 1 0,1 0 0,-1 0 0,1 0 0,0 0 0,0-7 0,0 10 0,1-1 0,0 0 0,-1 1 0,1-1 0,0 0 0,0 1 0,0-1 0,0 1 0,0-1 0,0 1 0,1 0 0,-1-1 0,0 1 0,1 0 0,-1 0 0,0 0 0,1 0 0,0 0 0,-1 0 0,1 1 0,0-1 0,-1 0 0,1 1 0,0-1 0,-1 1 0,1 0 0,3-1 0,6 0 0,0 0 0,0 1 0,14 1 0,-22-1 0,13 2 0,1 0 0,-1 0 0,25 9 0,-32-9 0,0 2 0,0-1 0,-1 1 0,0 1 0,0-1 0,0 1 0,14 12 0,-21-16 0,0 0 0,1 0 0,-1 1 0,0-1 0,0 0 0,0 1 0,0-1 0,0 1 0,0-1 0,0 1 0,0 0 0,-1-1 0,1 1 0,-1 0 0,1 0 0,-1-1 0,0 1 0,1 0 0,-1 0 0,0-1 0,-1 4 0,1-2 0,-1 0 0,0 0 0,0-1 0,0 1 0,-1-1 0,1 1 0,0-1 0,-1 1 0,0-1 0,1 0 0,-1 0 0,-4 4 0,0-1 0,0 0 0,0-1 0,0 0 0,-1 0 0,0 0 0,1 0 0,-2-1 0,1 0 0,-11 2 0,-12 1-1365,17-3-5461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57.7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110 0 24575,'-2'0'0,"-48"2"0,45-1 0,1 0 0,-1-1 0,1 2 0,-1-1 0,1 1 0,-1-1 0,1 1 0,-6 3 0,10-4 0,-1-1 0,0 1 0,0-1 0,1 1 0,-1-1 0,0 1 0,0 0 0,1-1 0,-1 1 0,1 0 0,-1-1 0,1 1 0,-1 0 0,1 0 0,-1 0 0,1 0 0,0-1 0,-1 1 0,1 0 0,0 0 0,0 0 0,0 0 0,-1 0 0,1 0 0,0 0 0,1 1 0,-1-1 0,1 1 0,-1 0 0,1-1 0,0 1 0,0 0 0,0-1 0,0 1 0,0-1 0,0 0 0,0 1 0,0-1 0,3 2 0,3 3 0,0-1 0,0-1 0,0 1 0,13 5 0,-12-7 0,0 0 0,0-1 0,0 0 0,11 2 0,-14-4 0,-1 1 0,1-1 0,-1 0 0,1 0 0,-1 0 0,1-1 0,-1 1 0,1-1 0,6-3 0,-9 4-47,-1-1 0,0 0 0,0 0 0,0 0 0,1 0 0,-1 0 0,0 0 0,0 0 0,-1-1-1,1 1 1,0 0 0,0-1 0,0 1 0,-1 0 0,1-1 0,-1 1 0,1-1 0,-1 1 0,0-1 0,1 1 0,-1-1 0,0 1-1,0-1 1,0 1 0,0-1 0,0 1 0,-1-1 0,1-1 0,-3-9-6779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58.4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391 625 24575,'-95'-208'0,"71"163"0,-3 0 0,-45-57 0,-91-114 0,155 208 0,6 14 0,7 17 0,5 10 0,1-1 0,1-1 0,2 0 0,2 0 0,37 55 0,-42-71 0,1 0 0,1-1 0,1 0 0,0-1 0,0 0 0,1-2 0,1 1 0,0-2 0,0 0 0,1-1 0,1-1 0,19 7 0,-6-4 0,39 7 0,-61-16 0,1-1 0,0 0 0,-1 0 0,1-1 0,0 0 0,0 0 0,-1-1 0,16-4 0,-23 5 0,1-1 0,-1 0 0,0 0 0,1 0 0,-1 0 0,0-1 0,0 1 0,0-1 0,0 1 0,0-1 0,-1 1 0,1-1 0,0 0 0,-1 0 0,1 0 0,1-2 0,-2 0 0,1 0 0,-1 1 0,1-1 0,-1 0 0,0 0 0,0 0 0,-1 0 0,1 0 0,-1-5 0,0-1 0,-1-1 0,0 1 0,-1-1 0,0 1 0,0 0 0,-7-17 0,5 19 0,0 1 0,0-1 0,-1 1 0,0 0 0,0 0 0,-11-11 0,5 8 0,0 0 0,-25-17 0,34 25 0,0 1 0,0 0 0,-1-1 0,1 1 0,0 0 0,-1 0 0,1 0 0,0 1 0,-1-1 0,1 1 0,-1-1 0,1 1 0,-1 0 0,0 0 0,1 0 0,-5 0 0,5 1 0,1 0 0,-1-1 0,0 1 0,1 0 0,-1 0 0,1 0 0,0 0 0,-1 0 0,1 1 0,0-1 0,-1 0 0,1 1 0,0-1 0,0 0 0,0 1 0,0-1 0,1 1 0,-1 0 0,0-1 0,1 1 0,-1 0 0,1-1 0,-1 1 0,1 3 0,-1 0 0,0 1 0,1-1 0,0 1 0,0-1 0,1 1 0,-1-1 0,1 1 0,0-1 0,1 0 0,-1 1 0,1-1 0,0 0 0,0 0 0,1 0 0,0-1 0,-1 1 0,5 4 0,-3-3 0,1-1 0,0 1 0,0-1 0,0 0 0,0-1 0,1 1 0,0-1 0,0 0 0,0-1 0,1 1 0,-1-1 0,11 3 0,6 0 0,1-1 0,0-1 0,0-1 0,44-1 0,96-13 0,-151 9 0,26-1-1365,-23 3-5461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59.4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278 8 24575,'-42'-3'0,"1"1"0,-1 3 0,-45 5 0,82-6 0,0 1 0,1 1 0,-1-1 0,0 0 0,0 1 0,1 0 0,-1 0 0,1 1 0,-5 2 0,8-4 0,0 0 0,0 0 0,0 0 0,0 0 0,0 0 0,0 0 0,0 0 0,0 0 0,0 0 0,1 1 0,-1-1 0,0 0 0,1 0 0,-1 1 0,1-1 0,0 0 0,-1 1 0,1-1 0,0 1 0,0-1 0,0 0 0,0 1 0,0-1 0,0 1 0,0-1 0,0 0 0,1 1 0,-1-1 0,0 0 0,1 1 0,-1-1 0,1 0 0,0 1 0,-1-1 0,1 0 0,1 2 0,2 2 0,0 0 0,1 1 0,0-2 0,0 1 0,0 0 0,0-1 0,1 0 0,0 0 0,11 5 0,0-1 0,0-1 0,27 7 0,-30-10 0,0-1 0,1 0 0,0-1 0,-1-1 0,1 0 0,0-1 0,0-1 0,0 0 0,24-6 0,-37 6 0,0 1 0,-1 0 0,1-1 0,-1 1 0,1-1 0,-1 1 0,0-1 0,1 0 0,-1 0 0,0 1 0,1-1 0,-1 0 0,0 0 0,0 0 0,0-1 0,0 1 0,0 0 0,0 0 0,0-1 0,0 1 0,0 0 0,-1-1 0,1 1 0,0-1 0,-1 1 0,0 0 0,1-1 0,-1 0 0,0 1 0,1-1 0,-1 1 0,0-1 0,0 1 0,0-1 0,-1 1 0,1-1 0,0 0 0,-1 1 0,1-1 0,0 1 0,-1 0 0,-1-3 0,-1-2 0,0 0 0,0 0 0,-1 0 0,0 1 0,0 0 0,0-1 0,-1 2 0,-8-9 0,0 3 0,-1 0 0,0 1 0,-22-10 0,35 18 0,0 1 0,1 0 0,-1-1 0,1 1 0,-1 0 0,0-1 0,1 1 0,-1 0 0,0 0 0,1 0 0,-1 0 0,0 0 0,1 0 0,-1 0 0,0 0 0,-1 0 0,5 7 0,14 11 0,3-3-455,0-1 0,28 14 0,-36-21-6371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59.7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24575,'29'27'0,"15"16"0,8 6 0,-1 0-1444,-2-2 1444,-3-4 0,-6-3 0,-4-5 470,-3-5-470,-3-6 239,-4-4-239,-3-3 0,-4-5 0,-5-1 0,-5-3-7456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0:59.9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105 0 24575,'-19'12'0,"-10"7"0,-2 0 0,5-3-8191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1:00.7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86 24575,'15'-14'0,"-1"0"0,30-20 0,-40 31 0,0 0 0,0 1 0,0-1 0,1 1 0,-1 0 0,1 0 0,-1 1 0,1-1 0,0 1 0,0 0 0,0 0 0,0 1 0,-1-1 0,1 1 0,0 0 0,9 2 0,-10-1 0,-1 1 0,1-1 0,-1 1 0,0 0 0,0 0 0,0 0 0,0 0 0,0 0 0,-1 1 0,1-1 0,-1 1 0,1 0 0,1 3 0,5 8 0,13 23 0,-15-23 0,36 83 0,-35-77 0,0-2 0,-2-5 0,-1 1 0,0 0 0,0 0 0,-1 0 0,-1 0 0,2 29 0,-5-41 0,0 0 0,0 1 0,0-1 0,1 0 0,-1 0 0,1 0 0,-1 0 0,1 0 0,-1 1 0,1-1 0,0 0 0,0 0 0,2 3 0,-1-4 0,-1 0 0,0 0 0,1 0 0,-1 0 0,1 0 0,0 0 0,-1 0 0,1 0 0,0-1 0,-1 1 0,1 0 0,0-1 0,0 0 0,0 1 0,-1-1 0,1 0 0,2 0 0,8 0-114,-1-1 1,1 0-1,-1-1 0,1 0 0,-1-1 1,0 0-1,0-1 0,0 0 0,-1-1 1,1 0-1,10-7 0,-11 5-6712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1:01.0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1 139 24575,'15'-15'0,"7"-4"0,0-3 0,-2 4 0,-3 2 0,-3 3 0,-4 2 0,-1 3 0,-1 0 0,-4-1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1:01.5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203 1 24575,'-17'7'0,"-8"5"0,-3 1 0,2 0 0,2-2 0,3 0 0,3-3 0,2 1 0,0-2 0,5-2-8191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1:01.8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155 1 24575,'-19'9'0,"-10"7"0,-2 2 0,5 1 0,4-3 0,5-2 0,7-3-8191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1:02.4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57 32 24575,'-4'2'0,"0"1"0,0 0 0,0 1 0,0-1 0,1 1 0,-1 0 0,1 0 0,0 0 0,0 0 0,1 0 0,-1 1 0,1-1 0,0 1 0,0 0 0,0 0 0,1-1 0,-1 1 0,1 0 0,1 0 0,-1 0 0,0 7 0,2-7 0,-1 1 0,1 0 0,0-1 0,0 1 0,1-1 0,0 1 0,-1-1 0,2 0 0,-1 0 0,1 0 0,0 0 0,0 0 0,0 0 0,0-1 0,1 0 0,0 1 0,0-1 0,9 6 0,-3-2 0,0-1 0,1-1 0,0 0 0,1 0 0,-1-1 0,1-1 0,0 0 0,0 0 0,0-1 0,0-1 0,24 2 0,-34-4 0,0 0 0,0 0 0,-1 0 0,1 0 0,0 0 0,0-1 0,-1 1 0,1-1 0,0 1 0,-1-1 0,1 0 0,-1 1 0,1-1 0,-1 0 0,1 0 0,-1 0 0,1-1 0,-1 1 0,2-2 0,-2 1 0,0 0 0,1 0 0,-1 0 0,-1 0 0,1-1 0,0 1 0,0 0 0,-1 0 0,1-1 0,-1 1 0,0-1 0,0-3 0,0-2 0,-1 0 0,0 0 0,-1 0 0,0 0 0,0 0 0,-1 1 0,-5-13 0,-1 6 0,0 0 0,-1 0 0,-1 0 0,0 2 0,-1-1 0,0 1 0,-1 1 0,0 0 0,0 1 0,-24-13 0,31 20-136,0 0-1,-1 0 1,1 1-1,-1-1 1,1 1-1,-1 1 1,0-1-1,0 1 0,-13 0 1,8 1-6690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1:02.7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24575,'2'3'0,"2"2"0,-1 4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1:03.5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162 72 24575,'-15'-2'0,"-1"1"0,1 0 0,0 1 0,0 1 0,-1 0 0,-20 5 0,34-5 0,0-1 0,1 0 0,-1 1 0,0-1 0,1 1 0,-1 0 0,1 0 0,-1-1 0,1 1 0,0 0 0,-1 0 0,1 0 0,0 0 0,0 1 0,-1-1 0,1 0 0,0 0 0,0 1 0,0-1 0,1 1 0,-1-1 0,0 1 0,0-1 0,1 1 0,-1-1 0,1 1 0,-1 0 0,1 2 0,0-2 0,0 0 0,0 0 0,1 0 0,-1 0 0,1-1 0,0 1 0,-1 0 0,1 0 0,0-1 0,0 1 0,0 0 0,0-1 0,0 1 0,0-1 0,0 0 0,1 1 0,-1-1 0,1 0 0,-1 1 0,1-1 0,-1 0 0,1 0 0,-1-1 0,5 3 0,-1-1 0,1 0 0,0-1 0,0 0 0,0 0 0,0 0 0,1 0 0,-1-1 0,0 0 0,0-1 0,0 1 0,0-1 0,0 0 0,0-1 0,0 1 0,9-5 0,-11 5 0,0-1 0,1 0 0,-1 0 0,0 0 0,0-1 0,-1 1 0,1-1 0,0 0 0,-1 0 0,0 0 0,0-1 0,0 1 0,0-1 0,0 1 0,-1-1 0,1 0 0,-1 0 0,0 0 0,0-1 0,-1 1 0,2-6 0,-2 7 0,-1 0 0,1 0 0,-1 0 0,0 0 0,0 0 0,0 0 0,0 0 0,-1 0 0,1 0 0,-1 0 0,0 1 0,0-1 0,0 0 0,0 0 0,0 0 0,-2-2 0,1 3 0,1 1 0,-1-1 0,1 0 0,-1 1 0,0 0 0,0-1 0,1 1 0,-1 0 0,0 0 0,0 0 0,0 0 0,0 0 0,0 1 0,-1-1 0,1 0 0,0 1 0,0 0 0,0 0 0,0-1 0,-1 1 0,1 0 0,-4 1 0,-2 0-151,-1 1-1,1 0 0,0 1 0,0 0 1,0 0-1,0 1 0,0-1 1,-13 11-1,8-6-6674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1:03.8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88 58 24575,'-24'11'0,"18"-9"0,0 1 0,0-1 0,0 2 0,-9 5 0,13-7 0,0 0 0,0 0 0,0 0 0,1 1 0,-1-1 0,0 0 0,1 1 0,-1-1 0,1 1 0,0-1 0,0 1 0,0 0 0,0 0 0,0 4 0,0-5 0,1 1 0,-1 0 0,1 0 0,0 0 0,0 0 0,0 0 0,0 0 0,1 0 0,-1 0 0,1 0 0,0 0 0,0 0 0,0 0 0,0 0 0,1-1 0,1 4 0,0-2 0,0 0 0,0 0 0,1-1 0,-1 1 0,1-1 0,0 0 0,0 0 0,0 0 0,6 2 0,0 0 0,1 0 0,-1-1 0,1-1 0,0 1 0,0-2 0,1 0 0,21 2 0,-28-4 0,0 0 0,0-1 0,0 1 0,-1-1 0,1 0 0,0 0 0,-1 0 0,1 0 0,-1-1 0,1 0 0,-1 0 0,0 0 0,7-5 0,-9 5 0,1 0 0,-1-1 0,1 1 0,-1-1 0,0 1 0,0-1 0,0 0 0,-1 0 0,1 0 0,-1 0 0,1 0 0,-1 0 0,0 0 0,0 0 0,0-1 0,-1 1 0,1 0 0,-1-1 0,0 1 0,0-5 0,-1 0 14,1 0-1,-2 0 0,1 1 0,-1-1 1,0 0-1,-1 1 0,0 0 1,-6-12-1,2 8-310,0-1 0,-1 1 0,0 0 0,-11-10 0,6 8-6529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1:04.5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25 24575,'5'-2'0,"4"-1"0,1-3 0,0 0 0,0-1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1:05.1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75 24575,'21'-15'0,"-2"2"0,28-15 0,-41 25 0,0 0 0,1 0 0,-1 1 0,1 0 0,-1 0 0,1 1 0,-1 0 0,1 0 0,8 0 0,-10 2 0,0-1 0,0 1 0,0 0 0,0 1 0,0-1 0,0 1 0,0 0 0,-1 0 0,1 0 0,0 1 0,-1-1 0,0 1 0,0 0 0,0 1 0,0-1 0,0 1 0,-1 0 0,1-1 0,3 7 0,0 2 0,1-1 0,-2 2 0,0-1 0,0 0 0,-1 1 0,3 14 0,-7-23 0,0-1 0,0 0 0,0 1 0,-1-1 0,0 1 0,1-1 0,-1 1 0,-1-1 0,1 1 0,0-1 0,-1 1 0,-1 4 0,1-6 0,0 0 0,0 0 0,0-1 0,0 1 0,0 0 0,0-1 0,-1 1 0,1 0 0,-1-1 0,1 0 0,-1 1 0,1-1 0,-1 0 0,0 0 0,0 0 0,0 0 0,1 0 0,-1 0 0,0-1 0,0 1 0,0 0 0,-2-1 0,-7 2 0,0-1 0,1-1 0,-1 0 0,0 0 0,1-1 0,-1 0 0,1-1 0,-1 0 0,1-1 0,0 0 0,0-1 0,0 0 0,0-1 0,1 1 0,-1-2 0,1 1 0,1-2 0,-13-9 0,14 9-1365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1:06.2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48 119 24575,'1'-1'0,"4"-12"0,0 0 0,1 0 0,8-12 0,-11 21 0,0 1 0,0-1 0,0 1 0,0 0 0,0-1 0,1 2 0,-1-1 0,1 0 0,0 1 0,0-1 0,0 1 0,0 0 0,6-2 0,-1 1 0,0 1 0,0 0 0,0 0 0,0 1 0,1 0 0,-1 0 0,12 2 0,-17-1 0,1 0 0,-1 1 0,0 0 0,1 0 0,-1 0 0,0 1 0,0-1 0,0 1 0,0 0 0,0 0 0,0 1 0,-1-1 0,1 1 0,-1 0 0,1 0 0,-1 0 0,3 4 0,4 5 0,-2 0 0,1 1 0,-2 0 0,9 19 0,-14-26 0,0 0 0,0 0 0,0 0 0,-1 0 0,0 0 0,0 6 0,-1-9 0,0 0 0,0 1 0,-1-1 0,1 0 0,-1 0 0,0 0 0,1 0 0,-1 0 0,-1 0 0,1 0 0,0 0 0,-3 4 0,0-3 0,-1 1 0,1-1 0,0 0 0,-1 0 0,0 0 0,0 0 0,0-1 0,-1 0 0,1 0 0,-8 3 0,0-1 0,0-1 0,0 0 0,-22 3 0,27-6 0,-1-1 0,0 0 0,1 0 0,-1-1 0,1 0 0,-1 0 0,1-1 0,0 0 0,-14-6 0,12 4 0,0-1 0,1 0 0,-1 0 0,1-1 0,1 0 0,-1 0 0,-10-11 0,16 13 8,1 1 0,-1 0 0,1-1 0,0 0 0,0 1 0,1-1 0,-1 0 0,1 0 0,-1 0 0,1 0 0,1 0 0,-1 0 0,0 0 0,1-7 0,0 6-143,0-1 0,0 0 0,1 1 0,0-1 0,0 0 0,0 1 0,1-1 0,0 1 0,0 0 0,3-6 0,1 2-6691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1:07.2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32 24575,'-2'-2'0,"1"-2"0,1-1 0,1-4 0,-3 1 0,-1 4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2:25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24575,'15'-22'0,"-15"21"0,0 1 0,0 0 0,1-1 0,-1 1 0,0 0 0,1 0 0,-1-1 0,0 1 0,1 0 0,-1 0 0,0 0 0,1-1 0,-1 1 0,0 0 0,1 0 0,-1 0 0,0 0 0,1 0 0,-1 0 0,1 0 0,-1 0 0,1 0 0,0 0 0,-1 0 0,0 1 0,1-1 0,-1 1 0,1-1 0,-1 1 0,0-1 0,1 0 0,-1 1 0,0 0 0,1-1 0,-1 1 0,0-1 0,0 1 0,0-1 0,0 1 0,1-1 0,-1 1 0,0 0 0,0 0 0,2 22 0,-1 0 0,-2 40 0,-1-11 0,2-33 0,1 19 0,-10 78 0,4-72 0,2 1 0,4 64 0,0-33 0,-1 270 0,1-329 0,5 30 0,-3-29 0,2 24 0,-6 96 0,2 39 0,6-101 0,0 30 0,-7-83 0,8 153 0,-1-124 0,17 111 0,-12-95 0,-2 0 0,1 98 0,-11 541 0,-7-619 0,-1-6 0,8 7 0,-8 123 0,-7-51 0,0-31 0,-4 46 0,18-159 0,-13 89 0,9-61 0,-5 62 0,9-7 0,3 157 0,15-119 0,-8-78 0,-8-56-273,-1 0 0,0 0 0,0 0 0,-1 9 0,-1-1-6553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2:28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6724 103 24575,'5'0'0,"-2"0"0,-1 0 0,1 0 0,0 0 0,0 0 0,-1 0 0,1 1 0,0 0 0,0-1 0,-1 1 0,5 2 0,-7-3 0,0 0 0,0 0 0,0 0 0,0 0 0,1 0 0,-1 0 0,0 0 0,0 0 0,0 0 0,0 0 0,0 0 0,0 0 0,0 0 0,0 0 0,0 0 0,0 1 0,0-1 0,0 0 0,0 0 0,0 0 0,1 0 0,-1 0 0,0 0 0,0 0 0,0 0 0,0 0 0,0 0 0,0 0 0,0 1 0,0-1 0,0 0 0,0 0 0,0 0 0,0 0 0,0 0 0,0 0 0,0 0 0,0 0 0,0 0 0,0 0 0,0 1 0,0-1 0,0 0 0,0 0 0,-1 0 0,1 0 0,0 0 0,0 0 0,0 0 0,0 0 0,0 0 0,0 0 0,0 0 0,-7 3 0,-8-1 0,-147 0 0,83-3 0,-43-7 0,2 1 0,-940 6 0,472 2 0,443-8 0,8-1 0,-131 0 0,-33 3 0,76 4 0,116-6 0,-27 0 0,-611 6 0,359 2 0,263-9 0,11 1 0,-1 0 0,-9-1 0,36 9 0,14 1 0,-74-10 0,4-2 0,29 2 0,-216 2 0,203 7 0,-509-1-1365,625 0-5461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2:33.1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24575,'2'0'0,"1"1"0,-1 0 0,0 0 0,1 1 0,-1-1 0,0 0 0,0 1 0,0-1 0,0 1 0,2 2 0,0 0 0,76 69 0,13 11 0,-71-68-341,0 2 0,-2 1-1,20 22 1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2:33.5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201 17 24575,'-2'-2'0,"1"0"0,-1 1 0,0-1 0,0 1 0,1 0 0,-1-1 0,0 1 0,0 0 0,0 0 0,0 0 0,-4 0 0,6 1 0,-1-1 0,0 1 0,0 1 0,0-1 0,0 0 0,0 0 0,0 0 0,0 0 0,0 1 0,0-1 0,0 0 0,1 1 0,-1-1 0,0 1 0,0-1 0,0 1 0,1-1 0,-1 1 0,0 0 0,0-1 0,1 1 0,-1 0 0,1-1 0,-1 1 0,1 0 0,-1 0 0,1 0 0,-1 0 0,0 1 0,-54 123 0,40-94-98,8-16 207,-15 24 1,20-35-259,-2 0 1,1 1-1,-1-1 1,1-1-1,-1 1 0,0 0 1,0-1-1,-1 0 1,-4 3-1,-2 0-6677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2:34.3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97 18 24575,'2'-1'0,"-1"-1"0,1 0 0,0 1 0,0 0 0,0-1 0,0 1 0,0 0 0,0 0 0,0 0 0,0 0 0,1 0 0,-1 1 0,0-1 0,0 1 0,1-1 0,-1 1 0,0 0 0,1 0 0,-1 0 0,1 0 0,-1 0 0,0 1 0,1-1 0,-1 1 0,0-1 0,0 1 0,0 0 0,1 0 0,-1 0 0,0 0 0,0 0 0,0 1 0,0-1 0,-1 0 0,3 3 0,2 1 0,-1 0 0,0 0 0,0 1 0,-1-1 0,1 1 0,-1 0 0,0 0 0,-1 1 0,0-1 0,4 10 0,-5-9 0,0 1 0,0-1 0,0 1 0,-1-1 0,1 16 0,-2-20 0,0 0 0,0-1 0,-1 1 0,0 0 0,1-1 0,-1 1 0,0-1 0,0 1 0,0-1 0,0 1 0,-1-1 0,1 0 0,-1 0 0,1 1 0,-1-1 0,0 0 0,0 0 0,0-1 0,0 1 0,-4 2 0,3-1 0,-1-1 0,0 0 0,0 0 0,0-1 0,0 1 0,0-1 0,0 0 0,0 0 0,0 0 0,0 0 0,-1-1 0,1 0 0,0 0 0,-1 0 0,1 0 0,0-1 0,0 1 0,-1-1 0,1 0 0,0 0 0,0-1 0,-4-1 0,0-1 0,-1-1 0,2 0 0,-1 0 0,1 0 0,-1-1 0,1 0 0,1 0 0,-1-1 0,-7-10 0,10 12 0,0 0 0,1-1 0,0 1 0,0-1 0,0 1 0,-2-11 0,4 14 0,0 0 0,1 0 0,0 0 0,-1 0 0,1 0 0,0 0 0,0 0 0,0 0 0,0 0 0,1 0 0,-1 0 0,0 0 0,1 0 0,-1 0 0,1 0 0,0 0 0,0 0 0,0 0 0,0 0 0,0 0 0,0 1 0,0-1 0,3-2 0,6-5-1365,0 1-5461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2:34.9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0 24575,'-3'2'0,"0"4"0,0 3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2:35.5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3 24575,'0'0'0,"0"-1"0,0 1 0,0 0 0,0 0 0,-1 0 0,1 0 0,0 0 0,0-1 0,0 1 0,0 0 0,-1 0 0,1 0 0,0 0 0,0 0 0,0 0 0,-1 0 0,1 0 0,0-1 0,0 1 0,-1 0 0,1 0 0,0 0 0,0 0 0,0 0 0,-1 0 0,1 0 0,0 0 0,0 0 0,0 1 0,-1-1 0,1 0 0,0 0 0,0 0 0,0 0 0,-1 0 0,-3 8 0,1 13 0,3-21 0,0 4 0,0-1 0,0 1 0,1-1 0,-1 1 0,1-1 0,0 1 0,0-1 0,0 0 0,0 1 0,1-1 0,-1 0 0,1 0 0,0 0 0,0 0 0,0 0 0,0-1 0,0 1 0,5 4 0,5 2 0,-1 0 0,2 0 0,15 8 0,-4-3 0,-13-7 0,0 0 0,0 1 0,0 0 0,-1 1 0,0 0 0,16 19 0,-26-27 0,1 0 0,0 0 0,-1 0 0,1 0 0,0 0 0,-1 0 0,1 1 0,-1-1 0,0 0 0,1 0 0,-1 0 0,0 0 0,0 1 0,0-1 0,0 0 0,0 0 0,0 0 0,0 1 0,0-1 0,0 0 0,0 0 0,-1 2 0,0-2 0,0 1 0,0-1 0,0 1 0,0-1 0,-1 0 0,1 1 0,0-1 0,-1 0 0,1 0 0,0 0 0,-1 0 0,1 0 0,-4 1 0,-3 1 0,0 0 0,-1 0 0,0-1 0,-16 2 0,15-4-136,1 1-1,-1-2 1,1 1-1,-1-2 1,1 1-1,0-1 1,0 0-1,-1-1 0,-8-4 1,6 3-6690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2:35.7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72 24575,'27'-12'0,"11"-5"0,2 2 0,-4 2 0,-5 4 0,-8 4-8191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2:37.3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24575,'4'8'0,"0"-1"0,0 1 0,1-1 0,0-1 0,7 9 0,31 28 0,57 42 0,-59-51 0,-37-30-112,-2-3 15,-1 0 1,1 0 0,-1 0-1,0 0 1,0 0 0,1 1-1,-1-1 1,0 0-1,0 1 1,0-1 0,-1 1-1,2 2 1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2:37.6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138 24 24575,'-2'-2'0,"-1"-1"0,1 1 0,-1 0 0,0 0 0,0 0 0,0 0 0,0 1 0,0-1 0,0 1 0,-1 0 0,1 0 0,-6-1 0,8 1 0,-1 1 0,1 0 0,-1 0 0,1 0 0,-1 1 0,1-1 0,-1 0 0,1 0 0,-1 1 0,1-1 0,-1 1 0,1-1 0,-1 1 0,1 0 0,0 0 0,0 0 0,-1-1 0,1 1 0,0 0 0,0 0 0,0 1 0,0-1 0,0 0 0,0 0 0,0 0 0,0 1 0,1-1 0,-1 0 0,0 1 0,1-1 0,-1 2 0,-4 10 0,2 1 0,0-1 0,-2 21 0,4-24 0,-1 1 0,0-1 0,0 0 0,-1 1 0,0-1 0,0 0 0,-8 14 0,4-13-1365,1-2-5461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2:38.4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90 14 24575,'2'-2'0,"-1"1"0,1 0 0,0 0 0,0-1 0,0 1 0,0 0 0,0 1 0,0-1 0,0 0 0,0 1 0,0-1 0,0 1 0,1-1 0,-1 1 0,0 0 0,0 0 0,0 0 0,1 0 0,-1 0 0,0 1 0,0-1 0,0 1 0,0-1 0,0 1 0,1 0 0,-1 0 0,-1 0 0,1 0 0,3 2 0,2 1 0,0 1 0,-1 0 0,1 0 0,-1 0 0,0 1 0,7 10 0,-8-10 0,0 1 0,-1 0 0,1 0 0,-2 0 0,1 0 0,-1 1 0,3 8 0,-6-14 0,1-1 0,-1 1 0,1-1 0,-1 1 0,0 0 0,0-1 0,0 1 0,0-1 0,0 1 0,0 0 0,0-1 0,0 1 0,-1 0 0,1-1 0,-1 1 0,1-1 0,-1 1 0,1-1 0,-1 1 0,0-1 0,0 0 0,0 1 0,0-1 0,0 0 0,0 1 0,0-1 0,0 0 0,0 0 0,-1 0 0,1 0 0,0 0 0,-1 0 0,1-1 0,-1 1 0,1 0 0,-1-1 0,1 1 0,-1-1 0,0 1 0,1-1 0,-4 0 0,-5 2 0,0-1 0,0 0 0,-1-1 0,1 0 0,0 0 0,-1-1 0,1-1 0,0 0 0,0 0 0,0-1 0,1 0 0,-1-1 0,0 0 0,1 0 0,0-1 0,-9-6 0,16 8-45,-1 0-1,0 0 1,1 0-1,-1 0 1,1 0-1,0-1 1,0 1-1,0-1 1,1 1-1,-1-1 1,1 0-1,0 0 1,0 1-1,0-1 1,1 0-1,-1 0 1,1 0-1,0 0 1,0 0-1,0 0 1,1 0-1,-1 0 1,1 0-1,0 0 0,0 0 1,0 1-1,1-1 1,-1 0-1,4-4 1,1-2-6781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2:38.7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 0 24575,'-7'0'0,"-3"3"0,-2 0 0,-1 0 0,1 2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2:39.3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157 67 24575,'1'-5'0,"0"-1"0,1-1 0,0 1 0,0 0 0,0 0 0,5-7 0,-6 12 0,-1-1 0,1 1 0,0 0 0,0 0 0,0 0 0,0 0 0,0 0 0,0 0 0,0 0 0,1 0 0,-1 0 0,0 1 0,0-1 0,1 1 0,-1-1 0,0 1 0,1-1 0,-1 1 0,0-1 0,1 1 0,-1 0 0,1 0 0,-1 0 0,1 0 0,-1 0 0,0 0 0,1 0 0,-1 1 0,3-1 0,1 2 0,-1 0 0,1 0 0,-1 0 0,0 1 0,0-1 0,1 1 0,-2 0 0,1 0 0,0 1 0,-1-1 0,1 1 0,-1 0 0,0-1 0,0 2 0,-1-1 0,1 0 0,-1 0 0,3 7 0,-4-8 0,0-1 0,0 1 0,0 0 0,0 0 0,0 0 0,-1 0 0,1 0 0,-1 0 0,0 0 0,0 1 0,0-1 0,0 0 0,0 0 0,-1 0 0,1 0 0,-1 0 0,0 0 0,0 0 0,0 0 0,0 0 0,-1-1 0,1 1 0,-1 0 0,0-1 0,1 1 0,-1-1 0,0 0 0,-1 1 0,1-1 0,-3 2 0,-2 0 0,0-1 0,0 0 0,0 0 0,0-1 0,-1 0 0,1 0 0,-1 0 0,0-1 0,1 0 0,-11-1 0,5-1 0,0-1 0,0-1 0,0 0 0,1 0 0,-1-2 0,1 1 0,0-1 0,0-1 0,-15-10 0,25 15 0,0-1 0,0 1 0,0 0 0,0-1 0,0 0 0,0 1 0,0-1 0,1 0 0,-1 0 0,1 0 0,-1 0 0,1 0 0,0 0 0,0-1 0,0 1 0,0 0 0,0-1 0,0 1 0,1 0 0,-1-1 0,1 1 0,-1-1 0,1 1 0,0-1 0,0 1 0,0-1 0,1 1 0,-1-1 0,1 1 0,-1-1 0,1 1 0,0 0 0,-1-1 0,1 1 0,1 0 0,-1-1 0,0 1 0,0 0 0,1 0 0,-1 0 0,1 0 0,0 0 0,0 1 0,0-1 0,-1 1 0,2-1 0,-1 1 0,0-1 0,0 1 0,0 0 0,0 0 0,1 0 0,-1 0 0,1 1 0,-1-1 0,0 0 0,4 1 0,-3 0-195,0-1 0,0 2 0,0-1 0,0 0 0,0 1 0,3 0 0,4 2-6631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2:39.8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147 20 24575,'0'-1'0,"0"1"0,0-1 0,0 0 0,0 1 0,0-1 0,0 0 0,0 1 0,0-1 0,0 0 0,0 1 0,0-1 0,0 0 0,1 1 0,-1-1 0,0 0 0,0 1 0,1-1 0,-1 1 0,0-1 0,1 1 0,-1-1 0,1 0 0,-1 1 0,1-1 0,-1 1 0,1 0 0,-1-1 0,1 1 0,-1-1 0,1 1 0,0 0 0,-1-1 0,1 1 0,-1 0 0,1 0 0,0 0 0,-1-1 0,1 1 0,0 0 0,-1 0 0,1 0 0,0 0 0,-1 0 0,1 0 0,0 0 0,-1 0 0,1 1 0,0-1 0,-1 0 0,1 0 0,1 1 0,1 0 0,1 1 0,-1 0 0,1-1 0,-1 1 0,0 1 0,1-1 0,3 5 0,-4-5 0,-1 1 0,1-1 0,-1 1 0,0 0 0,0 0 0,0 0 0,0 0 0,-1 0 0,1 1 0,-1-1 0,0 0 0,0 1 0,0-1 0,1 8 0,-2-9 0,-1 0 0,1 0 0,0-1 0,0 1 0,-1 0 0,1 0 0,-1 0 0,1 0 0,-1-1 0,0 1 0,0 0 0,0-1 0,0 1 0,0-1 0,0 1 0,0-1 0,0 1 0,-1-1 0,1 0 0,0 0 0,-1 1 0,0-1 0,1 0 0,-1 0 0,1 0 0,-1-1 0,0 1 0,0 0 0,-3 0 0,-3 1 0,-1 0 0,1-1 0,-1 0 0,1 0 0,-1-1 0,0 0 0,1-1 0,-1 0 0,1 0 0,-1-1 0,1 0 0,-1 0 0,1-1 0,0 0 0,0-1 0,1 0 0,-1 0 0,1 0 0,-11-9 0,16 12-105,1-1 0,-1 0 0,1 0 0,-1-1 0,1 1 0,0 0 0,0 0 0,0 0 0,0-1 0,0 1 0,1-1 0,-1-3 0,-1-5-6721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2:44.9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879 504 24575,'-14'-21'0,"0"1"0,-1 1 0,-1 0 0,-1 1 0,-1 1 0,-34-27 0,-8 5 0,-72-35 0,26 15 0,41 23 0,-62-31 0,86 50-341,-1 2 0,-1 2-1,-59-10 1,88 20-6485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2:46.5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699 0 24575,'-39'13'0,"0"1"0,1 3 0,1 0 0,1 3 0,-48 33 0,47-26 0,1 1 0,2 2 0,1 1 0,-46 56 0,62-67 33,-2-1-1,0-1 0,-39 27 1,-23 22-1528,69-55-5331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2:46.8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58 1 24575,'-17'54'0,"-12"58"0,25-88 0,1 0 0,0 0 0,2 1 0,1-1 0,3 26 0,8 271-1315,-11-320 1265,0 16-6776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2:48.3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24575,'85'65'0,"77"78"0,-125-107 0,-3 2 0,-1 1 0,-2 1 0,34 59 0,-51-75 0,20 38 0,-30-54 0,0 1 0,0 0 0,-1 1 0,3 18 0,-5-14-1365,-3-2-5461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2:50.2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707 0 24575,'1'89'0,"-2"79"0,-1-130 0,-1 0 0,-13 50 0,12-72 0,-1 0 0,-1-1 0,0 1 0,-1-2 0,-1 1 0,0-1 0,-1 0 0,0 0 0,-2-1 0,1-1 0,-1 0 0,-18 15 0,16-14 0,0 0 0,1 0 0,1 1 0,0 1 0,1 0 0,0 0 0,-13 31 0,12-23 0,-1 0 0,-1-1 0,0-1 0,-2 0 0,-1-1 0,-1 0 0,-27 25 0,20-27 0,0-2 0,-31 17 0,-12-3-2642,1 1-2452,56-25 5411,0 0 1,-11 10-1,-8 7-551,17-14-939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2:50.7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1149 0 24575,'-19'15'0,"-83"56"0,89-63 0,0-1 0,-1-1 0,1 0 0,-1-1 0,-1-1 0,-19 5 0,-162 18 0,147-25 0,32-2 0,0 1 0,0 0 0,-19 5 0,-13 4 0,29-6 0,0 0 0,0 2 0,1 0 0,-21 9 0,-5 9 0,31-15 0,-1-2 0,1 0 0,-1 0 0,0-1 0,-27 6 0,-75 5 120,98-15-417,1-1 0,-1-2 0,0 0 0,-24-4 0,27 2-6529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2:51.5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45 200 24575,'0'-27'0,"-3"-11"0,-2-2 0,-4 6 0,0 6 0,-1 8 0,2 8-8191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2:52.0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24575,'15'23'0,"7"8"0,2 1 0,-2-4 0,-4-4 0,-1-3 0,-2-4 0,-3-1 0,-1-4 0,0-1 0,-2 0 0,0-3 0,1 1 0,-2 1 0,1-2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2:52.3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24575,'44'20'0,"1"-2"0,1-2 0,60 13 0,94 30 0,-17-3 0,-163-51 0,8 3 0,0-2 0,0 0 0,1-2 0,38 1 0,-39-6-1365,-16 1-5461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2:55.3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94 24575,'5'0'0,"1"-2"0,-2-4 0,-2-3 0,-4 0 0,-2 0 0,-2-3 0,-3 3 0,-2-1 0,-2-1 0,-1 1 0,2 3-8191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2:55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345 160 24575,'-2'-8'0,"0"-1"0,-1 1 0,0 0 0,-5-9 0,6 14 0,1 0 0,-1 0 0,-1 0 0,1 1 0,0-1 0,-1 1 0,1-1 0,-1 1 0,0 0 0,0 0 0,0 0 0,0 0 0,-3-1 0,-170-61 0,163 60-227,-1 2-1,0 0 1,1 0-1,-1 1 1,-19 2-1,21-1-6598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2:55.9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 14 24575,'-5'-2'0,"-4"-1"0,-3 0 0,-2 0 0,-1 1 0,0 1 0,-1 3 0,1 1 0,2 0-8191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2:56.5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812 15 24575,'-23'-5'0,"-1"1"0,0 1 0,1 1 0,-28 2 0,43 1 0,0 0 0,0 1 0,0 0 0,-12 6 0,12-5 0,0 0 0,0 0 0,-16 2 0,-43-3 0,55-3 0,0 1 0,0 0 0,0 1 0,0 0 0,0 1 0,0 1 0,0 0 0,-15 6 0,-12 8 0,12-6 0,0 2 0,-32 19 0,36-14 0,17-14 0,1 1 0,-1-1 0,0-1 0,1 1 0,-2-1 0,1 0 0,-9 3 0,7-3 0,0-1 0,1 1 0,0 1 0,-1-1 0,1 1 0,1 0 0,-1 1 0,-9 8 0,8-5 0,0 0 0,1 1 0,0 0 0,0 0 0,-8 16 0,2-4-1365,7-13-5461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2:56.8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24575,'9'39'0,"-1"1"0,-3 0 0,-1 1 0,-1 47 0,-2-78-27,0 0-1,1 0 1,0 0 0,0 0-1,1 0 1,1-1-1,5 13 1,0 0-1119,-4-10-5680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2:57.1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24575,'12'10'0,"5"6"0,1-1 0,-2 1 0,-2-1 0,0-2 0,-3-2 0,-1-2 0,1-2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2:58.2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1592 0 24575,'-11'19'0,"-21"28"0,-2 3 0,21-26 0,-30 45 0,36-60 0,0 0 0,0-1 0,-1 0 0,0 0 0,-13 9 0,-161 124 0,148-116 0,-1 0 0,-43 22 0,62-40 0,-1 0 0,1 0 0,-1-2 0,0 0 0,-1-1 0,1-1 0,-24 2 0,-4-1 0,-84 18 0,60-2 0,52-14 0,-1 0 0,0-2 0,0 0 0,0-1 0,-26 1 0,22-4 0,-1-2 0,-33-6 0,-59-7 0,70 8 0,0-3 0,-86-31 0,41 2-1365,81 35-5461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3:07.1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24575,'0'1'0,"0"1"0,1 0 0,-1 0 0,1 0 0,0 0 0,0-1 0,0 1 0,0 0 0,0-1 0,0 1 0,2 2 0,3 4 0,34 50 0,3-2 0,68 70 0,-21-26 0,-63-66-1365,-18-21-5461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3:07.5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24575,'27'19'0,"13"12"0,6 5 0,-1 2 0,-5-3 0,-5-3 0,-3-2 0,-5-4 0,-4-1 0,-1 0 0,-5-1 0,-3-4 0,-3 1 0,-4-1 0,-3-4-8191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3:08.2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24575,'29'35'0,"18"18"0,5 7 0,-1 0-1943,-2-5 1943,-4-5 0,-6-8 303,-6-2-303,-6-4 397,-6-5-397,-4-4 0,-4-3 0,-5-3 983,-4-4-983,-2-3-7931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3:08.8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24575,'30'19'0,"14"12"0,7 6 0,0 0 0,-4 0 0,-5-1 0,-7-6 0,-7-2 0,-6 0 0,-4-4 0,-6-3 0,-4-2 0,-4-5-8191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3:09.1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24575,'19'29'0,"10"18"0,4 5 0,-1-2 0,-1-1 0,-3-4 0,-2-5 0,-2-5 0,-1-2 0,-2-3 0,-1-2 0,-3-2 0,-1-4 0,-1-3 0,-3-2 0,-1-4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3:09.4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24575,'167'251'0,"-146"-220"0,27 36 0,3-1 0,3-3 0,3-2 0,2-3 0,2-3 0,127 88 0,-110-92-1365,-49-33-5461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3:09.7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24575,'315'273'0,"-98"-79"0,-208-186-227,0-1-1,0 0 1,1 0-1,1-1 1,17 9-1,-15-11-6598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3:10.1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24575,'27'20'0,"14"11"0,5 3 0,-1 0 0,-3-2 0,-3-5 0,-4-5 0,-3-3 0,-4-2 0,-5-3 0,-1 0 0,-2 0 0,-2-3 0,-1-3 0,-4-3-8191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3:10.4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24575,'27'15'0,"17"9"0,5 7 0,1 1 0,-2-1 0,-2-1 0,-1-1 0,-2-3 0,0-1 0,-3-2 0,0-3 0,-3-2 0,-2-2 0,-3-1 0,-4-3 0,-4-4 0,-4-2 0,-5-4-8191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3:10.94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24575,'29'20'0,"18"11"0,7 5 0,1-1 0,-3-4 0,-5-2 0,-6-4 0,-4-6 0,-4-4 0,-5-1 0,-5-5 0,-4-2 0,-5-3-8191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3:11.2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24575,'0'0'-8191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3:11.4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24575,'27'12'0,"18"12"0,13 6 0,2 3 0,-1 4 0,-3 0 0,-6-2 0,-10-3 0,-8-8 0,-11-8-8191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3:12.6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24575,'10'24'0,"5"14"0,1 2 0,0-6 0,-3-5 0,-4-6 0,-1-7 0,-1-3 0,-5-5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3:12.8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 1 24575,'0'2'0,"-2"2"0,-1 1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3:13.1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212 70 24575,'-29'-15'0,"-44"-20"0,63 31 0,1 0 0,-1 1 0,0 0 0,-1 1 0,-13-2 0,23 4 0,-1 0 0,1 0 0,-1 0 0,1 0 0,0 1 0,-1-1 0,1 0 0,0 1 0,-1-1 0,1 0 0,0 1 0,-1 0 0,1-1 0,0 1 0,0 0 0,0-1 0,-1 1 0,1 0 0,0 0 0,0 0 0,0 0 0,1 0 0,-1 0 0,0 0 0,0 1 0,0-1 0,1 0 0,-1 0 0,1 0 0,-1 1 0,1-1 0,-1 0 0,1 1 0,0-1 0,0 1 0,0-1 0,-1 0 0,2 3 0,-1 6 0,0-1 0,1 1 0,0-1 0,3 13 0,-4-22 0,9 35 0,2-1 0,21 45 0,-10-26 0,19 44-87,21 58 290,-55-132-500,0 0 1,-2 0 0,-1 1 0,3 46 0,-7-52-6530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3:13.3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232 10 24575,'-30'-3'0,"-11"0"0,-2 0 0,4 3 0,6 1 0,7 1 0,7 0-8191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3:14.5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 76 24575,'13'65'0,"42"121"0,-49-173 0,-5-11 0,-3-8 0,-9-21 0,-37-102 0,44 114 0,0-1 0,1 0 0,1 1 0,0-1 0,1 0 0,2-25 0,-1 39 0,0 0 0,1 1 0,-1-1 0,0 0 0,1 0 0,0 0 0,-1 0 0,1 1 0,0-1 0,0 0 0,0 1 0,0-1 0,0 0 0,0 1 0,1 0 0,-1-1 0,0 1 0,1 0 0,2-2 0,-1 1 0,0 0 0,0 1 0,0 0 0,0 0 0,1 0 0,-1 0 0,0 0 0,1 1 0,-1-1 0,6 1 0,-2 0 0,0 1 0,0 0 0,0 0 0,0 0 0,0 1 0,-1-1 0,1 2 0,-1-1 0,1 1 0,9 5 0,-13-5 0,1-1 0,-1 1 0,0 0 0,1 0 0,-1 0 0,-1 0 0,1 0 0,0 1 0,-1-1 0,0 1 0,1 0 0,-2 0 0,3 4 0,-3-5 0,0 0 0,-1 0 0,0 0 0,1 0 0,-1 0 0,0-1 0,0 1 0,-1 0 0,1 0 0,0 0 0,-1 0 0,0 0 0,0-1 0,0 1 0,0 0 0,0 0 0,0-1 0,-1 1 0,1-1 0,-3 3 0,-1 1 0,-1 0 0,0 0 0,1-1 0,-10 6 0,10-7 0,0 0 0,0 0 0,0 0 0,1 0 0,0 1 0,-1 0 0,2 0 0,-5 5 0,8-9 0,-1 0 0,1 1 0,-1-1 0,1 0 0,0 0 0,-1 0 0,1 0 0,0 1 0,0-1 0,0 0 0,0 0 0,0 1 0,0-1 0,0 0 0,0 0 0,0 1 0,0-1 0,1 0 0,-1 0 0,2 2 0,-1-1 0,0 0 0,1 0 0,-1 0 0,1 0 0,-1 0 0,1-1 0,0 1 0,0-1 0,0 1 0,2 0 0,5 3 0,0-1 0,1 0 0,-1 0 0,11 2 0,62 14 0,-70-18 0,1 0 0,0-1 0,0 0 0,19-2 0,-30 1-97,-1 0-1,1-1 1,-1 1-1,1 0 1,-1-1-1,0 1 1,1-1-1,-1 1 1,0-1-1,1 0 1,-1 0-1,0 1 0,2-2 1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3:14.9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158 71 24575,'2'1'0,"-1"1"0,0-1 0,0 1 0,0 0 0,0-1 0,0 1 0,0 0 0,0-1 0,-1 1 0,1 0 0,0 0 0,-1 0 0,0 0 0,1 0 0,-1 0 0,0 0 0,0-1 0,0 1 0,0 0 0,-1 0 0,1 0 0,0 0 0,-1 0 0,1 0 0,-1 0 0,0-1 0,1 1 0,-1 0 0,-1 1 0,0 0 0,1-1 0,-1 0 0,1 0 0,-1 0 0,0 0 0,1 0 0,-1 0 0,0-1 0,0 1 0,0 0 0,-1-1 0,1 0 0,0 1 0,-1-1 0,1 0 0,0 0 0,-1-1 0,1 1 0,-1 0 0,0-1 0,-2 1 0,-1-1 0,0-1 0,0 0 0,1 0 0,-1 0 0,0 0 0,0-1 0,1 0 0,-1 0 0,1-1 0,-1 1 0,1-1 0,-6-5 0,8 6 0,1 0 0,-1 0 0,0 0 0,1 0 0,0-1 0,-1 1 0,1-1 0,0 0 0,1 1 0,-1-1 0,0 0 0,1 0 0,-1 0 0,1-1 0,0 1 0,0 0 0,0 0 0,1-1 0,-1 1 0,1 0 0,0-1 0,0-5 0,0 6 0,1 1 0,-1-1 0,1 1 0,0 0 0,-1-1 0,1 1 0,0 0 0,1 0 0,-1-1 0,0 1 0,1 0 0,-1 0 0,1 0 0,0 1 0,-1-1 0,3-1 0,0 0 0,-1 1 0,1 0 0,-1 0 0,1 0 0,0 0 0,0 1 0,0-1 0,0 1 0,5-1 0,-4 1 0,1 0 0,-1 1 0,0-1 0,1 1 0,-1 0 0,1 1 0,-1-1 0,1 1 0,-1 0 0,0 1 0,1-1 0,-1 1 0,0 0 0,9 5 0,-6 0-1365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3:15.3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207 2 24575,'-26'-1'0,"4"1"0,0 0 0,-1 1 0,1 1 0,-32 7 0,52-8 0,0-1 0,0 1 0,1-1 0,-1 1 0,0 0 0,0 0 0,0 0 0,0 0 0,1 0 0,-1 0 0,0 0 0,1 0 0,-1 1 0,1-1 0,0 1 0,-1-1 0,1 1 0,0 0 0,0-1 0,0 1 0,0 0 0,0 0 0,0 0 0,1 0 0,-2 3 0,2-2 0,0 0 0,0 1 0,1-1 0,-1 0 0,1 0 0,-1 0 0,1 0 0,0 0 0,0 0 0,0 0 0,1 0 0,-1-1 0,1 1 0,-1 0 0,1-1 0,2 3 0,6 6 0,-1-1 0,2 0 0,-1-1 0,1 0 0,1 0 0,13 7 0,8 2 0,37 16 0,-60-30-92,10 5 204,25 7 0,-39-14-248,-1-1 0,1 0 0,-1 0 0,1 0-1,-1-1 1,1 1 0,-1-1 0,1-1 0,0 1 0,5-2 0,-1-1-6690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3:17.3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102 18 24575,'14'-4'0,"-13"3"0,-1 1 0,1 0 0,0-1 0,0 1 0,0-1 0,-1 1 0,1 0 0,0 0 0,0 0 0,0-1 0,0 1 0,0 0 0,-1 0 0,1 0 0,0 0 0,0 0 0,0 1 0,0-1 0,0 0 0,0 0 0,-1 0 0,1 1 0,0-1 0,0 1 0,1 0 0,6 5 0,1 1 0,-1 0 0,-1 1 0,0 0 0,0 0 0,0 0 0,-1 1 0,6 11 0,-6-10 0,0 1 0,-1-1 0,-1 1 0,6 21 0,-9-28 0,0 0 0,-1 0 0,1 0 0,-1 1 0,0-1 0,0 0 0,-2 7 0,2-9 0,-1 0 0,1 0 0,-1 0 0,0 0 0,0 0 0,0 0 0,0 0 0,0 0 0,0-1 0,-1 1 0,1 0 0,-1-1 0,1 1 0,-1-1 0,-2 3 0,1-2 0,-1-1 0,0 1 0,1 0 0,-1-1 0,0 0 0,0 0 0,0 0 0,0 0 0,0-1 0,0 1 0,0-1 0,0 0 0,0-1 0,0 1 0,-6-2 0,0 1 0,1-2 0,-1 1 0,1-1 0,0-1 0,-11-5 0,13 6 0,1-1 0,0 0 0,0 0 0,0 0 0,1-1 0,-1 0 0,1 0 0,0 0 0,1-1 0,-1 1 0,1-1 0,-5-9 0,7 10 0,0-1 0,0 1 0,0 0 0,1 0 0,0-1 0,0 1 0,0-1 0,1 1 0,0-1 0,0 1 0,0-1 0,0 1 0,1-1 0,0 1 0,1 0 0,2-11 0,-1 10-170,-1 0-1,1 0 0,0 0 1,0 0-1,0 0 0,1 1 1,6-8-1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3:17.74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24575,'0'2'0,"0"4"0,0 3 0,2 0 0,1 1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3:18.2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24575,'0'17'0,"-1"-5"0,1 1 0,2 16 0,-1-25 0,0-1 0,0 1 0,0 0 0,0 0 0,0 0 0,1 0 0,0-1 0,0 1 0,0-1 0,0 1 0,0-1 0,3 3 0,2 0 0,1 0 0,-1 0 0,1-1 0,0 0 0,0 0 0,1-1 0,14 6 0,-13-7 0,0 2 0,0 0 0,0 0 0,16 13 0,-24-16 0,0 0 0,0 1 0,0-1 0,0 1 0,0-1 0,-1 1 0,1 0 0,-1 0 0,0 0 0,0 0 0,0 0 0,0 0 0,-1 0 0,1 0 0,-1 0 0,0 0 0,0 0 0,0 0 0,0 5 0,0-7 0,-1 1 0,1 0 0,0-1 0,0 1 0,-1 0 0,1-1 0,-1 1 0,1-1 0,-1 1 0,0-1 0,0 1 0,0-1 0,0 0 0,0 1 0,0-1 0,0 0 0,0 1 0,0-1 0,0 0 0,-1 0 0,1 0 0,0 0 0,-1 0 0,1-1 0,-1 1 0,1 0 0,-1-1 0,0 1 0,1-1 0,-1 1 0,1-1 0,-1 0 0,0 0 0,1 0 0,-1 0 0,-3 0 0,0 0-195,0-1 0,0 0 0,0 0 0,0-1 0,0 1 0,-5-3 0,0-2-6631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3:18.4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38 24575,'19'-8'0,"10"-1"0,4-1 0,-1 3 0,-1 4 0,-3 3 0,-4 3 0,-1 3 0,-2-2 0,-3 3 0,-3-1-8191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3:19.4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264 0 24575,'0'1'0,"0"1"0,-1-1 0,1 0 0,-1 1 0,1-1 0,-1 0 0,1 0 0,-1 1 0,0-1 0,0 0 0,0 0 0,0 0 0,0 0 0,0 0 0,-1 1 0,-21 16 0,16-13 0,-7 4 0,0 0 0,-1-1 0,-29 12 0,0 1 0,25-11 0,2 0 0,-28 23 0,44-33 0,0 1 0,0-1 0,1 1 0,-1-1 0,0 1 0,1 0 0,-1-1 0,1 1 0,-1 0 0,1-1 0,-1 1 0,1 0 0,0 0 0,-1-1 0,1 1 0,0 0 0,-1 0 0,1 1 0,0-2 0,0 1 0,0-1 0,1 1 0,-1-1 0,0 1 0,0-1 0,0 1 0,1-1 0,-1 1 0,0-1 0,1 1 0,-1-1 0,0 0 0,1 1 0,-1-1 0,0 0 0,1 1 0,-1-1 0,1 0 0,-1 1 0,1-1 0,4 3 0,0-1 0,0-1 0,0 1 0,9 1 0,-8-2 0,52 11-5,-26-6-675,48 15 0,-70-17-6146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3:21.46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 17 24575,'0'-12'0,"0"7"0,0 12 0,0 22 0,-1 12 0,2 1 0,1-1 0,15 71 0,-15-104-96,25 91-1173,-22-87-5557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3:22.0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 24575,'22'0'0,"-8"-1"0,0 1 0,0 0 0,0 2 0,26 4 0,-36-4 0,0-1 0,-1 0 0,1 1 0,0 0 0,-1-1 0,0 2 0,1-1 0,-1 0 0,0 0 0,0 1 0,0 0 0,0 0 0,-1 0 0,1 0 0,-1 0 0,0 0 0,0 1 0,0-1 0,0 1 0,0-1 0,-1 1 0,2 5 0,-2-4 0,0 0 0,0 0 0,0 0 0,0 0 0,-1 1 0,0-1 0,0 0 0,0 0 0,-2 8 0,-1 0 0,-1-2 0,-9 23 0,-6 2 0,13-27 0,2-1 0,-1 1 0,1 0 0,0 0 0,-2 13 0,5-21 0,1 1 0,0-1 0,-1 0 0,1 1 0,0-1 0,0 0 0,0 1 0,1-1 0,-1 1 0,0-1 0,0 0 0,1 0 0,-1 1 0,1-1 0,-1 0 0,1 1 0,-1-1 0,1 0 0,0 0 0,-1 0 0,1 0 0,0 0 0,0 0 0,0 0 0,0 0 0,0 0 0,0 0 0,0 0 0,0-1 0,1 1 0,-1 0 0,1 0 0,5 1 0,0 0 0,0 0 0,0 0 0,0-1 0,8 0 0,0 1 0,-11-1-76,0 0 1,0-1-1,0 1 0,0-1 0,1 0 0,-1 0 0,0-1 0,0 1 1,0-1-1,0 0 0,0 0 0,0 0 0,0-1 0,-1 1 1,1-1-1,0 0 0,5-4 0,2-2-6750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3:22.2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182 15 24575,'-25'-2'0,"-10"-2"0,-1 1 0,2 1 0,4 0 0,9 1-8191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3:22.6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24575,'8'19'0,"4"10"0,3 4 0,-1 2 0,-1-1 0,1-3 0,-3-2 0,-1-2 0,1-2 0,-2-3 0,0 0 0,2-2 0,-2-2 0,-3-4-8191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3:23.2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134 3 24575,'1'0'0,"0"-1"0,0 1 0,0-1 0,0 1 0,0 0 0,0 0 0,0-1 0,0 1 0,0 0 0,0 0 0,0 0 0,0 0 0,0 0 0,0 0 0,0 0 0,0 1 0,0-1 0,0 0 0,0 0 0,0 1 0,0-1 0,0 1 0,-1-1 0,1 1 0,0-1 0,0 1 0,0 0 0,0 0 0,0 0 0,-1 0 0,0 0 0,0 0 0,1 0 0,-1 0 0,0 0 0,0 0 0,0 0 0,0 0 0,0 0 0,-1 0 0,1 1 0,0-1 0,0 0 0,-1 0 0,1 0 0,0 0 0,-1-1 0,1 1 0,-1 0 0,1 0 0,-1 0 0,0 0 0,1 0 0,-1-1 0,-1 2 0,-11 12 0,-1-1 0,0 0 0,-1-1 0,-1-1 0,1-1 0,-33 17 0,47-27 0,-1 1 0,1 0 0,-1 0 0,1 0 0,-1-1 0,1 1 0,0 1 0,0-1 0,-1 0 0,1 0 0,0 0 0,0 1 0,-1 1 0,2-2 0,-1-1 0,1 0 0,0 1 0,0-1 0,0 0 0,0 1 0,0-1 0,0 1 0,0-1 0,0 0 0,0 1 0,0-1 0,1 0 0,-1 1 0,0-1 0,0 0 0,0 1 0,0-1 0,0 0 0,1 1 0,-1-1 0,0 0 0,1 1 0,12 7 0,22 4 35,0-1 0,44 6-1,7 2-1503,-73-15-5357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3:24.0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157 54 24575,'4'-3'0,"-1"0"0,1-1 0,-1 2 0,1-1 0,0 0 0,0 1 0,0-1 0,6-1 0,-8 3 0,0 1 0,-1-1 0,1 1 0,0 0 0,-1 0 0,1-1 0,0 1 0,-1 0 0,1 1 0,0-1 0,-1 0 0,1 0 0,0 1 0,-1-1 0,1 1 0,0 0 0,-1-1 0,1 1 0,-1 0 0,1 0 0,-1 0 0,0 0 0,1 0 0,-1 0 0,0 0 0,1 2 0,8 8 0,-2 1 0,0 0 0,0 1 0,-1 0 0,-1 0 0,0 0 0,0 1 0,-2 0 0,0 0 0,3 16 0,-6-26 0,0 0 0,-1 0 0,0 0 0,0 0 0,0 0 0,0 0 0,0 0 0,-1 0 0,0 0 0,-1 5 0,1-7 0,0 0 0,0-1 0,0 1 0,0-1 0,0 1 0,0-1 0,0 0 0,0 1 0,-1-1 0,1 0 0,-1 0 0,1 0 0,-1 0 0,1 0 0,-1 0 0,1 0 0,-1-1 0,0 1 0,0 0 0,1-1 0,-1 1 0,0-1 0,0 0 0,-2 0 0,-8 1 0,0-1 0,0-1 0,1 0 0,-1 0 0,1-1 0,-1-1 0,1 0 0,-12-4 0,8 1 0,0-1 0,1 0 0,0-1 0,0 0 0,-17-15 0,25 18 0,0 0 0,1 0 0,-1-1 0,2 0 0,-1 0 0,-7-12 0,11 16 0,-1-1 0,1 0 0,0 0 0,0 0 0,0 0 0,0 0 0,0 0 0,1 0 0,-1 0 0,1 0 0,0 0 0,0 0 0,0-1 0,0 1 0,0 0 0,1 0 0,0 0 0,1-6 0,2 3 0,-1 0 0,1 0 0,0 1 0,0-1 0,1 1 0,0 0 0,0 0 0,0 0 0,0 1 0,1 0 0,-1 0 0,1 0 0,0 1 0,1 0 0,7-3 0,-12 5-136,1 0-1,-1 0 1,0 1-1,0-1 1,0 1-1,0 0 1,0-1-1,1 1 0,1 0 1,7 2-6690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3:24.2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 1 24575,'0'2'0,"-3"1"0,-2 0 0,-2 2 0,-1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3:24.9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44 51 24575,'34'-4'0,"-16"1"0,2 1 0,-1 1 0,33 1 0,-51 0 0,1 1 0,0-1 0,-1 0 0,1 0 0,0 1 0,-1-1 0,1 1 0,-1-1 0,1 1 0,-1 0 0,1 0 0,-1 0 0,1-1 0,-1 1 0,0 1 0,0-1 0,1 0 0,-1 0 0,0 0 0,0 1 0,0-1 0,0 0 0,0 1 0,-1-1 0,1 1 0,0-1 0,-1 1 0,1-1 0,-1 1 0,1 0 0,-1-1 0,0 1 0,0 0 0,0-1 0,0 1 0,0 0 0,0-1 0,0 1 0,0-1 0,-1 3 0,0 1 0,0-1 0,0 0 0,-1 1 0,0-1 0,1 0 0,-2 0 0,1 0 0,0 0 0,-1 0 0,0 0 0,1-1 0,-1 1 0,-7 4 0,8-6 0,-1 0 0,-1 0 0,1 0 0,0 0 0,0-1 0,-1 0 0,1 1 0,-1-1 0,1-1 0,-1 1 0,1 0 0,-1-1 0,0 0 0,1 0 0,-6 0 0,3-1 0,0 0 0,1 0 0,-1-1 0,1 0 0,0 0 0,-1 0 0,1 0 0,0-1 0,-7-5 0,7 5 0,0-1 0,0 0 0,0 0 0,0 0 0,1-1 0,0 0 0,0 0 0,0 0 0,1 0 0,-1 0 0,1-1 0,0 0 0,1 1 0,-1-1 0,1 0 0,1 0 0,-1-1 0,-1-9 0,3 15-38,0-1 0,0 1 0,0-1 1,1 1-1,-1-1 0,0 1 0,1-1 0,-1 1 0,1-1 0,-1 1 0,1 0 0,0-1 0,-1 1 0,1 0 0,0-1 0,0 1 1,0 0-1,0 0 0,0 0 0,0 0 0,0 0 0,0 0 0,1 0 0,-1 0 0,0 0 0,1 1 0,-1-1 0,0 0 0,1 1 1,-1-1-1,1 1 0,-1 0 0,1-1 0,-1 1 0,4 0 0,4 1-6788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3:25.4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104 17 24575,'1'-1'0,"-1"0"0,1 0 0,-1 0 0,1 0 0,-1 0 0,1 0 0,-1 1 0,1-1 0,0 0 0,0 0 0,-1 0 0,1 1 0,0-1 0,0 0 0,0 1 0,0-1 0,0 1 0,0-1 0,0 1 0,0-1 0,0 1 0,0 0 0,2-1 0,-2 1 0,1 1 0,0-1 0,-1 0 0,1 1 0,-1-1 0,1 1 0,-1-1 0,1 1 0,-1 0 0,1 0 0,-1-1 0,0 1 0,1 0 0,0 2 0,6 3 0,-2 2 0,1-1 0,-1 1 0,5 8 0,-9-14 0,5 8 0,-1 0 0,0 1 0,-1 0 0,0 0 0,-1 0 0,0 0 0,4 20 0,-8-26 0,1-1 0,-1 1 0,0-1 0,0 1 0,0-1 0,0 1 0,-1-1 0,0 0 0,0 1 0,-2 5 0,2-7 0,-1 0 0,1 0 0,-1-1 0,0 1 0,0-1 0,0 1 0,0-1 0,0 0 0,0 0 0,-1 0 0,1 0 0,-1 0 0,1 0 0,-1 0 0,0-1 0,-4 2 0,3-2 0,-1 1 0,0-1 0,0 0 0,1-1 0,-1 1 0,0-1 0,0 0 0,0 0 0,0-1 0,0 1 0,0-1 0,1 0 0,-1 0 0,0-1 0,1 1 0,-1-1 0,1 0 0,-8-5 0,4 3 0,1-1 0,0 0 0,0-1 0,0 1 0,1-1 0,0 0 0,0-1 0,1 1 0,-10-15 0,12 14-124,1 1 0,-1-1 0,1 0 0,1 0 0,-1 0 0,1 0-1,0-1 1,1 1 0,0 0 0,1-9 0,-1 4-6702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5:37.1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2336 127 24575,'28'-2'0,"6"0"0,-2-2 0,56-12 0,-67 7 0,-21 8 0,0 1 0,0 0 0,0 0 0,1 0 0,-1 0 0,0 0 0,0 0 0,0 0 0,0-1 0,1 1 0,-1 0 0,0 0 0,0 0 0,0 0 0,0-1 0,0 1 0,0 0 0,1 0 0,-1 0 0,0-1 0,0 1 0,0 0 0,0 0 0,0 0 0,0-1 0,0 1 0,0 0 0,0 0 0,0-1 0,-1 1 0,1-1 0,-1 1 0,1 0 0,-1-1 0,1 1 0,-1 0 0,1-1 0,-1 1 0,1 0 0,-1 0 0,1 0 0,-1 0 0,0-1 0,1 1 0,-1 0 0,0 0 0,-32-3 0,0 2 0,-36 3 0,7 0 0,-426-11 0,-517-45-630,518 45 630,326 20 588,130-8-546,-61 14-42,47-8 0,35-8 0,20-7 0,18-4 0,26-1 0,1 3 0,104-2 0,-97 7 0,744-1-2893,-1 54 2309,-757-46 149,193 25 236,-217-21 1502,-24-8-1286,0 0 0,0 0 1,0 1-1,0-1 0,0 0 1,0 0-1,0 0 0,0 0 1,0 0-1,0 0 0,0 0 1,0 0-1,0 0 0,0 0 1,-1 0-1,1 0 0,0 0 1,0 0-1,0 0 0,0 0 1,0 0-1,0 0 0,0 0 1,0 0-1,0 0 0,0 0 1,0 0-1,0 1 0,0-1 1,0 0-1,0 0 0,0 0 1,0 0-1,0 0 0,0 0 1,0 0-1,0 0 0,0 0 1,0 0-1,0 0 0,0 0 1,0 0-1,0 1 0,0-1 1,0 0-1,0 0 0,0 0 1,0 0-1,0 0 0,0 0 1,0 0-1,0 0 0,0 0 1,0 0-1,1 0 0,-1 0 1,0 0-1,0 0 0,0 0 1,0 0-1,0 0 0,0 0 1,0 0-1,0 0 0,0 0 1,0 0-1,0 0 0,0 0 1,-14 1 607,-247-33-78,-99-6-107,-279 57-440,53 17 0,245-33 0,235-3 0,365-8-325,-14 1-231,434 8-1825,212-2 152,-405-25 2687,-486 26-451,6-1 449,1 1 0,-1-2 1,0 1-1,9-4 0,-15 5-432,0 0 0,0 0 0,0 0-1,0 0 1,1 0 0,-1 0 0,0 0-1,0 0 1,0 0 0,0 0 0,0 0 0,0 0-1,0 0 1,1 0 0,-1 0 0,0 0-1,0 0 1,0 0 0,0 0 0,0-1 0,0 1-1,0 0 1,0 0 0,0 0 0,0 0-1,0 0 1,0 0 0,0 0 0,1-1-1,-1 1 1,0 0 0,0 0 0,0 0 0,0 0-1,0 0 1,0 0 0,0-1 0,0 1-1,0 0 1,0 0 0,0 0 0,0 0 0,-1 0-1,1 0 1,0 0 0,0-1 0,0 1-1,-7-4 657,-11-1-307,-23 0-352,-1 1 1,-47 3-1,60 1-899,-9 0-5948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5:39.8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336 1 24575,'-19'0'0,"11"-1"0,0 1 0,0 0 0,0 1 0,-11 2 0,19-3 0,0 0 0,-1 0 0,1 0 0,0 0 0,-1 0 0,1 0 0,0 0 0,-1 0 0,1 0 0,0 0 0,-1 0 0,1 0 0,0 0 0,-1 1 0,1-1 0,0 0 0,0 0 0,-1 0 0,1 1 0,0-1 0,0 0 0,-1 0 0,1 1 0,0-1 0,0 0 0,0 0 0,-1 1 0,1-1 0,8 4 0,16-1 0,432 25-1,-278-17-136,488 42-1176,-165-11 590,-63-21-2620,590-45 1,-984 21 3424,447-38 6255,-490 41-6136,3 0 43,0-1-1,0 1 0,0-1 1,-1 0-1,1 0 1,4-1-1,-7-1-16,-5 1-59,-8 0-28,-11 3-140,-23 4 0,-15 2 0,-262-6 0,171-2 0,-553-33-614,699 34 613,-680-38-1051,533 33 885,-563 1 53,254 25-240,-59 10 2656,448-24-2302,39-2 0,0-2 0,-63-3 0,96 0 0,1 0 0,-1 0 0,0 0 0,0 0 0,0 0 0,0-1 0,0 1 0,1 0 0,-1 0 0,0-1 0,0 1 0,0 0 0,1-1 0,-1 1 0,0-1 0,0 1 0,1-1 0,-2 0 0,5-3 0,9 1 0,42-1 0,71 6 0,-93-1 0,558 30-2705,-513-26-2781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6:44.1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24575,'0'18'0,"0"0"0,2 1 0,0-1 0,2 0 0,0 0 0,0-1 0,2 1 0,0-1 0,10 19 0,72 114 0,-56-98 0,-29-48 0,-2-1 0,1-1 0,-1 0 0,1 0 0,-1 0 0,0 1 0,0-1 0,0 0 0,0 1 0,0-1 0,-1 1 0,1-1 0,-1 5 0,0-7 1,0 0 1,0 1-1,0-1 0,0 0 0,0 0 1,0 0-1,0 0 0,0 0 0,0 1 0,-1-1 1,1 0-1,0 0 0,0 0 0,0 0 0,0 0 1,0 0-1,0 0 0,-1 0 0,1 0 0,0 0 1,0 0-1,0 1 0,0-1 0,0 0 0,-1 0 1,1 0-1,0 0 0,0 0 0,0 0 0,0 0 1,0 0-1,-1 0 0,1 0 0,0 0 1,0-1-1,0 1 0,0 0 0,-1 0 0,1 0 1,0 0-1,0 0 0,0 0 0,0 0 0,-1 0 1,-6-5-697,5 4-30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6:44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89 24575,'35'-18'0,"60"-23"0,-75 34 0,-1 1 0,1 1 0,1 1 0,37-3 0,-52 7 0,0 0 0,0 0 0,0 0 0,0 1 0,-1 0 0,1 0 0,0 1 0,0-1 0,-1 1 0,1 0 0,9 6 0,-12-6 0,-1 0 0,0 0 0,1 0 0,-1 0 0,0 0 0,0 1 0,0-1 0,0 1 0,0-1 0,-1 1 0,1 0 0,-1-1 0,0 1 0,0 0 0,0 0 0,0 0 0,0 0 0,-1 0 0,1 0 0,-1 0 0,0 0 0,0 1 0,0 4 0,-1-3 0,0 0 0,0-1 0,-1 1 0,1-1 0,-1 1 0,0-1 0,0 0 0,-1 1 0,1-1 0,-1 0 0,0-1 0,0 1 0,0 0 0,0-1 0,-5 3 0,-5 6 0,-2-1 0,-23 14 0,10-10-252,-57 22-1,68-30-607,4-2-5966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6:44.9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188 117 24575,'-5'-1'0,"-21"-6"0,-27-2 0,45 8 0,1 0 0,0 1 0,0 0 0,-1 0 0,1 1 0,0 0 0,0 0 0,-13 5 0,18-6 0,1 0 0,0 1 0,-1-1 0,1 1 0,0 0 0,0-1 0,-1 1 0,1 0 0,0 0 0,0-1 0,0 1 0,0 0 0,0 0 0,0 0 0,0 0 0,0 1 0,0-1 0,1 0 0,-1 0 0,0 0 0,1 1 0,-1-1 0,1 0 0,-1 1 0,1-1 0,0 1 0,-1-1 0,1 0 0,0 1 0,0-1 0,0 1 0,0-1 0,0 0 0,0 1 0,1-1 0,-1 1 0,0-1 0,1 0 0,-1 1 0,1-1 0,1 2 0,0 2 0,1 0 0,0 0 0,1 0 0,-1-1 0,1 1 0,0-1 0,0 0 0,9 7 0,2-1 0,0-1 0,1-1 0,0 0 0,0-1 0,1-1 0,0 0 0,0-2 0,0 1 0,21 1 0,-33-6 0,0 0 0,0 1 0,0-2 0,1 1 0,-1-1 0,0 0 0,0 0 0,0 0 0,6-3 0,-9 4 0,0-1 0,-1 0 0,1 0 0,0 0 0,-1 0 0,1 0 0,0-1 0,-1 1 0,1 0 0,-1-1 0,0 1 0,0-1 0,1 0 0,-1 1 0,0-1 0,0 0 0,0 0 0,-1 1 0,1-1 0,0 0 0,-1 0 0,1 0 0,-1 0 0,0 0 0,0 0 0,1-3 0,-2-2 0,0 1 0,0-1 0,-1 1 0,1-1 0,-1 1 0,-1 0 0,1 0 0,-1 0 0,0 0 0,0 0 0,-1 1 0,-6-8 0,-3-3 0,-1 0 0,-26-21 0,29 28 0,0 0 0,-1 1 0,0 0 0,-13-6 0,20 11 0,0 1 0,-1 0 0,1 0 0,0 0 0,-1 1 0,0-1 0,1 1 0,-1 1 0,0-1 0,1 1 0,-1 0 0,-10 2 0,13-2-136,1 1-1,0-1 1,0 1-1,0 0 1,1-1-1,-1 1 1,0 0-1,0 1 0,-1 0 1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6:45.6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190 517 24575,'-5'-42'0,"-2"0"0,-1 0 0,-2 0 0,-2 1 0,-32-71 0,-43-65 0,82 168 0,5 9 0,0-1 0,0 1 0,0-1 0,-1 1 0,1-1 0,0 1 0,0 0 0,0-1 0,0 1 0,-1-1 0,1 1 0,0 0 0,0-1 0,-1 1 0,1 0 0,0-1 0,-1 1 0,1 0 0,0-1 0,-1 1 0,1 0 0,-1 0 0,1-1 0,0 1 0,-1 0 0,1 0 0,-1 0 0,1 0 0,-1 0 0,-2 12 0,6 23 0,3-7 0,0-1 0,2 0 0,1-1 0,1 1 0,1-2 0,2 1 0,24 36 0,-30-51 0,2-1 0,-1 0 0,1 0 0,0-1 0,1 0 0,18 12 0,-3-4 0,48 22 0,-55-30 0,0-2 0,1 0 0,21 4 0,-31-9 0,1 0 0,0-1 0,0 0 0,0 0 0,1-1 0,-1 0 0,18-4 0,-23 3 0,-1 0 0,1 0 0,-1-1 0,0 0 0,0 0 0,0 0 0,0 0 0,0-1 0,0 0 0,-1 0 0,1 0 0,-1 0 0,0 0 0,0-1 0,0 1 0,0-1 0,0 0 0,-1 1 0,0-2 0,0 1 0,2-5 0,-2 3 0,0 0 0,0 0 0,-1 0 0,0 0 0,0 0 0,-1-1 0,0 1 0,0 0 0,0 0 0,-1 0 0,0-1 0,0 1 0,0 0 0,-1 0 0,-3-6 0,0 0 0,0 0 0,-2 1 0,1 0 0,-9-11 0,12 18 0,0 1 0,0-1 0,-1 1 0,1-1 0,-1 1 0,0 0 0,1 0 0,-1 0 0,-1 1 0,1-1 0,0 1 0,-1 0 0,-7-2 0,10 4 0,1-1 0,0 1 0,0 0 0,-1 0 0,1 0 0,0 0 0,0 0 0,-1 1 0,1-1 0,0 0 0,0 0 0,-1 1 0,1-1 0,0 1 0,0-1 0,0 1 0,0 0 0,-1-1 0,0 2 0,0 0 0,1-1 0,-1 1 0,0 0 0,1 0 0,-1 1 0,1-1 0,-1 0 0,1 0 0,-1 3 0,-1 3 0,1 0 0,-1 0 0,2 0 0,-1 0 0,0 9 0,2-11 0,1 1 0,-1-1 0,1 0 0,0 0 0,1 0 0,-1 0 0,1 0 0,0 0 0,1 0 0,0 0 0,0-1 0,0 0 0,0 1 0,1-1 0,0 0 0,0 0 0,0-1 0,0 1 0,6 3 0,2 2 0,0-1 0,1 0 0,0-1 0,0 0 0,1-1 0,24 9 0,-18-8 0,1-2 0,1 0 0,-1-1 0,1-1 0,0-1 0,0-1 0,30-1 0,-38-4-1365,-4 0-5461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6:46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86 24575,'26'-20'0,"-15"10"0,1 0 0,1 2 0,-1-1 0,2 2 0,24-12 0,-37 18 0,1 1 0,-1 0 0,1-1 0,-1 1 0,1 0 0,-1 0 0,0-1 0,1 1 0,-1 0 0,1 0 0,-1 1 0,1-1 0,-1 0 0,1 0 0,-1 1 0,0-1 0,1 1 0,-1-1 0,3 2 0,-3 0 0,1-1 0,0 1 0,-1-1 0,1 1 0,-1-1 0,0 1 0,0 0 0,1 0 0,-1 0 0,0 0 0,1 4 0,1 4 0,0 1 0,-1 0 0,-1-1 0,2 15 0,-3-19 0,3 49 0,4 39 0,-6-84 0,0 0 0,0 0 0,-1 0 0,0 0 0,-1 0 0,0 0 0,-1 0 0,0 0 0,0 0 0,-1 0 0,0-1 0,-1 1 0,0-1 0,-11 17 0,10-18 0,1-1 0,0 1 0,0 0 0,0 0 0,-3 13 0,7-19 0,-1 0 0,1-1 0,-1 1 0,1 0 0,0 0 0,0 0 0,0 0 0,0 0 0,0 0 0,0 0 0,1-1 0,-1 1 0,1 0 0,-1 0 0,1 0 0,0-1 0,-1 1 0,1 0 0,0-1 0,0 1 0,0-1 0,1 1 0,-1-1 0,0 1 0,0-1 0,1 0 0,-1 1 0,1-1 0,-1 0 0,1 0 0,2 1 0,14 6 0,-1-1 0,2 0 0,-1-1 0,1-1 0,0-1 0,29 3 0,116-3 0,-158-4 24,1 0 0,-1 0 0,1-1 0,9-2 0,-14 2-123,1 0 0,-1 0 0,0 0 0,1 0 0,-1-1 0,0 1 0,0 0 0,0-1 0,0 0 0,0 1 0,0-1 0,0 0 0,-1 0 0,3-2 0,2-7-6727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6:46.8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347 0 24575,'-24'3'0,"-11"0"0,-2 0 0,3 0 0,2-1 0,5-1 0,1-1 0,3 1 0,1-1 0,-2-1 0,-8 1 0,1 0-8191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6:47.1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303 45 24575,'-27'-7'0,"-11"-3"0,-2 1 0,4 1 0,5 3 0,5 1 0,6 3 0,2 0 0,3 3 0,1 2 0,1 0 0,0-2 0,2 1-8191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6:47.3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432 61 24575,'-29'-10'0,"-15"-3"0,-2 1 0,1 2 0,7 3 0,4 2 0,6 3 0,2 1 0,1 3 0,3 2 0,-1 0 0,2 1 0,2 1 0,1-2 0,4-1-8191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6:47.6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24575,'5'18'0,"1"9"0,3 7 0,-1-2 0,1 0 0,-1-1 0,1-3 0,0-2 0,0 0 0,0-2 0,2-1 0,-2 2 0,0-2 0,2-2 0,-2-2 0,0-5 0,-1-4-8191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6:47.8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24575,'0'3'0,"0"2"0,0 4 0,0 3 0,0 1 0,0-2-8191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6:48.1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24575,'12'22'0,"7"12"0,2 6 0,0 3 0,0-1 0,-3-1 0,-1-1 0,-1-1 0,-1 0 0,-2-1 0,-2-4 0,-3-7 0,-2-7-8191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6:53.8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83 24575,'27'66'0,"-22"-51"0,1 0 0,0 0 0,1-1 0,1 0 0,0 0 0,15 18 0,-23-32 0,0 1 0,0-1 0,0 0 0,0 0 0,0 1 0,1-1 0,-1 0 0,0 0 0,0 0 0,0 1 0,1-1 0,-1 0 0,0 0 0,0 0 0,0 0 0,1 0 0,-1 0 0,0 1 0,0-1 0,1 0 0,-1 0 0,0 0 0,0 0 0,1 0 0,-1 0 0,0 0 0,1 0 0,-1 0 0,0 0 0,0 0 0,1 0 0,-1 0 0,0 0 0,1-1 0,2-8 0,-2-19 0,-1 25 0,0-4 0,-1-1 0,-4-13 0,3 16 0,1 0 0,0 0 0,0 0 0,1 0 0,-1 0 0,1 0 0,0 0 0,1-7 0,-1 12 0,0-1 0,0 1 0,0-1 0,1 1 0,-1-1 0,0 1 0,0-1 0,1 0 0,-1 1 0,0 0 0,1-1 0,-1 1 0,0-1 0,1 1 0,-1-1 0,1 1 0,-1 0 0,1-1 0,-1 1 0,1 0 0,-1-1 0,1 1 0,-1 0 0,2 0 0,-1-1 0,0 1 0,1 0 0,-1 0 0,1 0 0,-1 0 0,1 0 0,-1 0 0,0 1 0,1-1 0,1 1 0,5 2 0,-1 0 0,15 9 0,-14-7 0,38 18 0,61 23 0,-86-38 0,1-2 0,0-1 0,0 0 0,0-1 0,33 0 0,-41-3 0,-6-1 0,1 0 0,-1 0 0,1 0 0,-1-1 0,11-2 0,-17 2 0,0 0 0,0 1 0,0-1 0,0 0 0,0 0 0,0 0 0,0 0 0,-1-1 0,1 1 0,0 0 0,-1-1 0,1 1 0,-1-1 0,0 1 0,1-1 0,-1 0 0,0 1 0,0-1 0,0 0 0,0 0 0,-1 0 0,1 0 0,0 0 0,-1 0 0,1 0 0,-1-3 0,1-2 0,0-1 0,-1 1 0,0 0 0,-1 0 0,1-1 0,-2 1 0,1 0 0,-1 0 0,0 0 0,0 0 0,-1 0 0,1 1 0,-2-1 0,1 1 0,-1 0 0,0 0 0,0 0 0,-1 0 0,-9-9 0,13 14 0,1 1 0,-1-1 0,1 1 0,-1-1 0,1 1 0,-1 0 0,0-1 0,1 1 0,-1 0 0,1 0 0,-1-1 0,0 1 0,1 0 0,-1 0 0,0 0 0,1 0 0,-1 0 0,0 0 0,0 0 0,1 0 0,-1 0 0,0 0 0,1 0 0,-1 1 0,0-1 0,1 0 0,-1 0 0,1 1 0,-1-1 0,0 0 0,1 1 0,-1-1 0,1 0 0,-1 1 0,1-1 0,-1 1 0,1-1 0,-1 1 0,1-1 0,0 1 0,-1 0 0,1-1 0,0 1 0,-1-1 0,1 1 0,0 1 0,-2 0 0,1 1 0,0-1 0,1 1 0,-1 0 0,0-1 0,1 1 0,0 0 0,-1-1 0,1 1 0,1 4 0,0-2 0,0 0 0,1 0 0,-1-1 0,1 1 0,0-1 0,1 0 0,-1 1 0,1-1 0,0 0 0,0 0 0,0-1 0,0 1 0,1-1 0,0 1 0,-1-1 0,1 0 0,0 0 0,1-1 0,-1 1 0,0-1 0,1 0 0,5 2 0,3 0 0,1 0 0,0 0 0,0-2 0,0 1 0,0-2 0,23 1 0,-25-3 0,0 0 0,0-1 0,0 0 0,0-1 0,-1 0 0,1 0 0,-1-1 0,0-1 0,0 0 0,0-1 0,12-8 0,-18 10 0,0 0 0,0 0 0,0 0 0,-1-1 0,1 0 0,-1 0 0,0 0 0,-1 0 0,1 0 0,2-7 0,-4 8 0,-1-1 0,1 0 0,-1 1 0,0-1 0,0 0 0,0 0 0,-1 0 0,0 1 0,0-1 0,0 0 0,0 0 0,-1 0 0,0 0 0,-2-7 0,3 11 0,0 0 0,-1-1 0,1 1 0,-1 0 0,1-1 0,-1 1 0,0 0 0,0-1 0,1 1 0,-1 0 0,0 0 0,0 0 0,0 0 0,0 0 0,0 0 0,0 0 0,-1 0 0,1 0 0,0 1 0,0-1 0,-1 0 0,1 1 0,0-1 0,-1 1 0,1 0 0,0-1 0,-1 1 0,1 0 0,-3 0 0,2 0 0,1 0 0,-1 0 0,0 1 0,0-1 0,1 1 0,-1-1 0,0 1 0,0 0 0,1-1 0,-1 1 0,1 0 0,-1 0 0,1 1 0,-1-1 0,1 0 0,0 0 0,-1 1 0,1-1 0,0 0 0,0 1 0,0-1 0,0 1 0,-1 1 0,0 1 0,0 0 0,0 1 0,1-1 0,-1 0 0,1 1 0,0-1 0,0 0 0,1 1 0,-1 8 0,1-10 0,1 0 0,-1-1 0,1 1 0,0 0 0,-1-1 0,1 1 0,0 0 0,1-1 0,-1 1 0,0-1 0,1 0 0,0 1 0,-1-1 0,1 0 0,0 0 0,0 0 0,3 2 0,4 3 0,1 0 0,-1-1 0,1 0 0,1 0 0,-1-1 0,1-1 0,0 0 0,0 0 0,0-1 0,14 2 0,0-2 0,0-1 0,1 0 0,39-4 0,-57 2-151,0-1-1,0 0 0,0-1 0,0 0 1,0 0-1,-1 0 0,1-1 1,7-4-1,-2-1-6674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6:54.2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115 394 24575,'-6'2'0,"1"0"0,-1 1 0,1 0 0,0 0 0,0 1 0,0-1 0,-7 8 0,10-10 0,1 0 0,0 1 0,0-1 0,0 1 0,0-1 0,0 1 0,0-1 0,0 1 0,0 0 0,1-1 0,-1 1 0,1 0 0,-1 0 0,1-1 0,0 1 0,-1 0 0,1 0 0,0 0 0,0-1 0,0 1 0,1 0 0,-1 0 0,0 0 0,1-1 0,-1 1 0,1 0 0,-1-1 0,3 4 0,-1-1 0,1 0 0,0 0 0,0 0 0,1-1 0,-1 0 0,1 1 0,-1-1 0,1 0 0,0-1 0,0 1 0,0-1 0,1 0 0,-1 0 0,0 0 0,1 0 0,0-1 0,-1 0 0,1 0 0,0 0 0,-1 0 0,1-1 0,0 0 0,0 0 0,0 0 0,-1-1 0,1 1 0,0-1 0,8-3 0,-11 3 0,1 0 0,-1 0 0,1 0 0,-1 0 0,0-1 0,0 1 0,1-1 0,-1 1 0,0-1 0,0 0 0,-1 0 0,1 0 0,0 0 0,-1 0 0,1 0 0,-1-1 0,1 1 0,-1 0 0,0-1 0,0 1 0,0-1 0,-1 1 0,1-1 0,0 0 0,-1 1 0,0-1 0,0 0 0,0 1 0,0-1 0,0 0 0,-1-2 0,0-8 0,-2 1 0,0 0 0,0 0 0,-1 0 0,-7-14 0,-96-178 0,53 108 0,44 78 0,7 11 0,0 1 0,-1-1 0,0 0 0,0 1 0,-7-8 0,8 14 0,3 5 0,3 7 0,8 23 0,2 1 0,1-2 0,1 0 0,28 44 0,92 119 0,-124-182 0,2 4-1365,-3-4-5461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6:57.0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75 24575,'2'-5'0,"1"1"0,0-1 0,0 1 0,0-1 0,0 1 0,1 0 0,0 1 0,-1-1 0,1 0 0,1 1 0,-1 0 0,0 0 0,1 0 0,0 1 0,8-4 0,-4 3 0,1 0 0,0 1 0,1 0 0,-1 1 0,0 0 0,0 1 0,12 0 0,64 2 0,-85-2 0,1 1 0,-1-1 0,0 0 0,1 0 0,-1 1 0,0-1 0,0 1 0,1-1 0,-1 1 0,0 0 0,0-1 0,0 1 0,0 0 0,0 0 0,0 0 0,0 0 0,0 0 0,0 0 0,0 0 0,1 2 0,-1 0 0,1-1 0,-1 1 0,0 0 0,-1 0 0,1 0 0,0 0 0,-1 0 0,0 0 0,1 3 0,-2 6 0,0 0 0,0-1 0,-6 21 0,-12 47 0,5-7 0,8-39 0,4-21 0,0 0 0,-1 0 0,-5 13 0,8-24 0,-1 0 0,1 0 0,-1 0 0,1 1 0,0-1 0,-1 0 0,1 0 0,0 0 0,0 1 0,0 1 0,0-3 0,0 1 0,0-1 0,1 0 0,-1 1 0,0-1 0,0 0 0,0 1 0,0-1 0,1 0 0,-1 0 0,0 1 0,0-1 0,0 0 0,1 0 0,-1 1 0,0-1 0,1 0 0,-1 0 0,0 0 0,0 1 0,1-1 0,-1 0 0,0 0 0,1 0 0,2 1 0,0-1 0,0 0 0,0 0 0,0 0 0,0 0 0,0-1 0,4 0 0,47-9 0,-11 1 0,1 2 0,53-2 0,-89 9-227,1 0-1,0-1 1,-1 0-1,1 0 1,10-4-1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6:57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60 24575,'1'-1'0,"-1"0"0,0-1 0,1 1 0,-1 0 0,1 0 0,-1-1 0,1 1 0,0 0 0,-1 0 0,1 0 0,0 0 0,0 0 0,0 0 0,0 0 0,0 0 0,0 0 0,0 0 0,2 0 0,21-14 0,-21 14 0,6-3 0,0 0 0,1 1 0,-1 0 0,1 1 0,0 0 0,0 0 0,-1 1 0,1 0 0,0 1 0,10 1 0,67-1-1365,-74 0-5461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6:58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24575,'0'0'0,"-1"0"0,1-1 0,0 1 0,0 0 0,0-1 0,0 1 0,0 0 0,0-1 0,0 1 0,0 0 0,0 0 0,0-1 0,0 1 0,0 0 0,0-1 0,1 1 0,-1 0 0,0-1 0,0 1 0,0 0 0,0 0 0,0-1 0,1 1 0,-1 0 0,0 0 0,0-1 0,1 1 0,-1 0 0,0 0 0,0 0 0,1-1 0,6 7 0,7 16 0,-14-22 0,51 108 0,-39-78 0,2 0 0,1-1 0,1-1 0,25 33 0,-31-49 0,67 91 0,-68-84-1365,-6-10-5461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6:59.5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24575,'35'85'0,"4"0"0,82 133 0,-101-189-273,-2 1 0,-2 1 0,0 1 0,19 56 0,-33-78-6553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00.7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293 46 24575,'3'-42'0,"-3"42"0,0 0 0,0 0 0,0-1 0,0 1 0,0 0 0,0 0 0,0 0 0,0 0 0,0 0 0,0 0 0,0 0 0,0 0 0,0-1 0,0 1 0,0 0 0,0 0 0,0 0 0,0 0 0,0 0 0,0 0 0,0 0 0,0 0 0,0-1 0,0 1 0,0 0 0,0 0 0,0 0 0,0 0 0,0 0 0,0 0 0,0 0 0,0 0 0,0 0 0,-1 0 0,1-1 0,0 1 0,0 0 0,0 0 0,0 0 0,0 0 0,0 0 0,0 0 0,0 0 0,0 0 0,-1 0 0,1 0 0,0 0 0,0 0 0,0 0 0,0 0 0,0 0 0,0 0 0,-7 5 0,-7 14 0,12-16 0,-23 26 0,-2-1 0,0-1 0,-2-1 0,0-2 0,-46 29 0,55-42 0,17-10 0,-1 1 0,1-1 0,-1 1 0,1 0 0,0 1 0,-1-1 0,1 0 0,0 1 0,1 0 0,-4 3 0,6-6 0,0 1 0,0-1 0,-1 0 0,1 0 0,0 1 0,0-1 0,0 0 0,0 1 0,0-1 0,0 0 0,1 1 0,-1-1 0,0 0 0,0 0 0,0 1 0,0-1 0,0 0 0,0 0 0,0 1 0,1-1 0,-1 0 0,0 0 0,0 1 0,0-1 0,0 0 0,1 0 0,-1 0 0,0 1 0,0-1 0,1 0 0,-1 0 0,0 0 0,0 0 0,1 0 0,-1 1 0,0-1 0,0 0 0,1 0 0,-1 0 0,0 0 0,1 0 0,-1 0 0,1 0 0,16 2 0,-13-1 0,349 35 0,-322-33 0,-7-2-5,-16-1-335,1 1 0,-1-1 0,11 4 0,-10-1-6486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03.5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14 24575,'-3'-13'0,"10"31"0,-1-3 0,24 62-28,-16-36-417,3-2-1,25 46 0,-36-74-6380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04.1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41 24575,'0'-3'0,"-2"0"0,-2-3 0,1-2 0,1-3 0,0 1-8191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04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24575,'1'4'0,"0"-1"0,0 0 0,0 1 0,0-1 0,0 0 0,0 1 0,4 3 0,1 6 0,3 11 0,2-1 0,0 0 0,2-1 0,0-1 0,2 0 0,0-1 0,1 0 0,1-1 0,34 29 0,-40-40-455,-1 1 0,15 16 0,-18-16-6371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07.7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289 29 24575,'-104'-23'0,"90"21"0,0 0 0,0 1 0,-1 1 0,1 0 0,-19 3 0,29-2 0,1 0 0,-1 0 0,1 0 0,-1 0 0,1 0 0,0 1 0,0 0 0,-1-1 0,1 1 0,0 0 0,0 1 0,1-1 0,-1 0 0,0 1 0,-2 3 0,2-2 0,0 1 0,0 0 0,0 0 0,1 0 0,0 0 0,-1 0 0,2 1 0,-1-1 0,0 7 0,0-1 0,1 0 0,0 0 0,1 0 0,0 0 0,1 0 0,0 0 0,1 0 0,0 0 0,6 16 0,0-7 0,1 0 0,1 0 0,1-1 0,1 0 0,20 24 0,80 80 0,-96-106 0,-4-5-195,0 1 0,1-2 0,1 0 0,-1 0 0,2-1 0,21 11 0,-26-17-6631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07.9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1 24575,'-24'4'0,"-11"3"0,0 2 0,5-1 0,6 1 0,6-1 0,7-2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08.5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234 217 24575,'-57'9'0,"35"-7"0,1 1 0,-1 1 0,1 1 0,0 1 0,-27 12 0,46-18 0,1 1 0,-1 0 0,1 0 0,0 0 0,-1 0 0,1 0 0,0 0 0,-1 0 0,1 0 0,0 0 0,0 0 0,0 1 0,0-1 0,0 0 0,-1 4 0,2-4 0,0 0 0,-1 0 0,1 0 0,0 0 0,0 0 0,0 0 0,0 0 0,0 0 0,0 0 0,1 0 0,-1 0 0,0 0 0,0-1 0,1 1 0,-1 0 0,1 0 0,-1 0 0,1 0 0,0 1 0,1 1 0,1-1 0,-1 1 0,0-1 0,1 0 0,0 0 0,0 0 0,0 0 0,-1 0 0,2-1 0,-1 1 0,0-1 0,0 0 0,5 2 0,15 2 0,0-1 0,1-2 0,-1 0 0,1-1 0,-1-1 0,1-1 0,-1-1 0,1-1 0,-1-2 0,0 0 0,-1-1 0,43-18 0,-62 23 0,0-1 0,0 1 0,0-1 0,0 0 0,0 0 0,-1 0 0,1 0 0,-1 0 0,1-1 0,-1 1 0,0-1 0,4-5 0,-5 6 0,-1 0 0,1 0 0,0 0 0,-1-1 0,0 1 0,1 0 0,-1 0 0,0 0 0,0-1 0,0 1 0,0 0 0,-1 0 0,1 0 0,0 0 0,-1-1 0,0 1 0,1 0 0,-1 0 0,0 0 0,-2-3 0,0 0 0,0 1 0,-1-1 0,1 1 0,-1 0 0,-7-7 0,7 8 0,0-1 0,0 1 0,1-1 0,0 0 0,0 0 0,-6-9 0,9 11 0,-1 0 0,1 0 0,-1 0 0,1 0 0,0 0 0,-1 0 0,1-1 0,0 1 0,0 0 0,1 0 0,-1 0 0,0 0 0,1 0 0,-1 0 0,1 0 0,0 0 0,0 0 0,-1 0 0,1 0 0,0 0 0,1 0 0,-1 1 0,3-4 0,4-4 0,0 0 0,1 1 0,11-9 0,-5 5 0,-8 6-119,12-12 370,-18 17-351,0 0 0,-1 0 1,1-1-1,0 1 0,0 0 0,-1 0 0,1-1 1,0 1-1,-1 0 0,0-1 0,1 1 0,-1 0 1,0-1-1,1-2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09.6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42 205 24575,'5'12'0,"45"94"0,-39-86 0,1 0 0,1-1 0,16 19 0,-29-37 0,1-1 0,-1 1 0,1 0 0,0 0 0,-1-1 0,1 1 0,0 0 0,-1-1 0,1 1 0,0-1 0,0 1 0,0-1 0,0 0 0,-1 1 0,1-1 0,0 0 0,1 1 0,-1-1 0,-1 0 0,0 0 0,1-1 0,-1 1 0,1 0 0,-1 0 0,0 0 0,0-1 0,1 1 0,-1 0 0,0 0 0,1-1 0,-1 1 0,0 0 0,0-1 0,1 1 0,-1 0 0,0-1 0,0 1 0,0 0 0,0-1 0,1 1 0,-1 0 0,0-1 0,0 1 0,0 0 0,0-1 0,1-3 0,-1 0 0,0 0 0,0 1 0,0-1 0,0 0 0,-2-7 0,-4-6 0,0 1 0,-2-1 0,1 1 0,-2 1 0,-19-28 0,11 18 0,0-1 0,3 6 0,0-1 0,2 0 0,0-1 0,2 0 0,-9-26 0,18 46 0,1 1 0,-1-1 0,1 0 0,0 1 0,-1-1 0,1 1 0,0-1 0,0 0 0,0 1 0,0-1 0,0 0 0,1 1 0,-1-1 0,0 1 0,1-1 0,-1 0 0,1 1 0,0-1 0,-1 1 0,1 0 0,0-1 0,0 1 0,0-1 0,0 1 0,0 0 0,0 0 0,2-2 0,0 1 0,0 1 0,0-1 0,1 0 0,-1 1 0,1 0 0,-1 0 0,1 0 0,-1 0 0,1 0 0,0 1 0,4 0 0,6-1 0,1 0 0,0 1 0,-1 1 0,1 1 0,18 4 0,-29-5 0,0 0 0,1 0 0,-1 1 0,0-1 0,0 1 0,0 0 0,-1 0 0,1 0 0,0 1 0,-1-1 0,1 1 0,-1 0 0,0 0 0,0 0 0,0 0 0,0 1 0,-1-1 0,1 1 0,-1-1 0,0 1 0,0 0 0,2 5 0,-4-6 0,1 0 0,-1 0 0,0 0 0,1 0 0,-1 0 0,0 0 0,-1 0 0,1 0 0,-1 0 0,1-1 0,-1 1 0,0 0 0,0 0 0,0 0 0,0-1 0,0 1 0,-1-1 0,1 1 0,-4 3 0,-3 4 0,0-1 0,-1 0 0,-13 10 0,11-9 0,-8 5 0,-13 11 0,31-25 0,-1 1 0,1-1 0,0 1 0,-1 0 0,1-1 0,0 1 0,0 0 0,0 0 0,0 0 0,1 0 0,-1 0 0,0 0 0,1 0 0,-1 0 0,1 2 0,0-2 0,0-1 0,0 0 0,1 1 0,-1-1 0,0 0 0,1 0 0,-1 0 0,1 0 0,-1 1 0,1-1 0,0 0 0,-1 0 0,1 0 0,0 0 0,0 0 0,0 0 0,0 0 0,0-1 0,0 1 0,0 0 0,0 0 0,0-1 0,0 1 0,0-1 0,0 1 0,0-1 0,1 1 0,-1-1 0,0 0 0,0 0 0,2 1 0,6 0 0,0 0 0,0 0 0,12-1 0,-15 0 0,134-3 0,-131 3 17,0-2 0,0 1 1,0-1-1,0-1 0,-1 1 0,16-8 0,-18 7-141,-1 0 0,0 0 1,0 0-1,0 0 0,-1-1 0,1 0 1,-1 0-1,0 0 0,0 0 0,0-1 1,4-7-1,-2 1-6702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09.9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167 115 24575,'-8'-3'0,"-8"-3"0,0 0 0,-23-4 0,36 9 0,-1 1 0,0-1 0,0 1 0,0 0 0,1 0 0,-1 0 0,0 0 0,0 1 0,0-1 0,1 1 0,-1 0 0,0 0 0,1 0 0,-1 1 0,1 0 0,-5 2 0,6-3 0,0 0 0,1 1 0,-1-1 0,1 1 0,0-1 0,-1 1 0,1-1 0,0 1 0,0 0 0,0-1 0,0 1 0,0 0 0,0 0 0,1 0 0,-1 0 0,1 0 0,-1 0 0,1 0 0,0 0 0,0 0 0,0 0 0,0 0 0,0 0 0,0 0 0,0 0 0,1 0 0,-1-1 0,1 1 0,-1 0 0,1 0 0,0 0 0,0 0 0,-1 0 0,2-1 0,-1 1 0,1 1 0,1 2 0,1 0 0,-1-1 0,1 0 0,0 0 0,0 0 0,0 0 0,0-1 0,1 1 0,0-1 0,-1 0 0,11 4 0,-7-4 0,0-1 0,0 0 0,1 0 0,-1-1 0,1 0 0,0 0 0,-1-1 0,1 0 0,0 0 0,9-3 0,-15 3 0,0-1 0,1 0 0,-1 0 0,0 0 0,0 0 0,1-1 0,-1 1 0,0-1 0,0 1 0,-1-1 0,1 0 0,0-1 0,-1 1 0,1 0 0,-1-1 0,0 1 0,1-1 0,-1 0 0,-1 0 0,1 1 0,0-1 0,-1-1 0,1 1 0,-1 0 0,0 0 0,0 0 0,0-1 0,0-3 0,0 1 0,-1 0 0,0 0 0,0 0 0,-1 0 0,1 0 0,-1 0 0,-1 0 0,1 0 0,-1 0 0,0 0 0,0 1 0,-1-1 0,1 1 0,-1-1 0,0 1 0,-1 0 0,0 0 0,1 0 0,-1 1 0,-1 0 0,1-1 0,-1 1 0,0 1 0,0-1 0,0 1 0,0 0 0,0 0 0,-1 0 0,-6-2 0,8 3-136,0 1-1,-1-1 1,1 1-1,-1 0 1,0 0-1,1 0 1,-1 1-1,0-1 0,-5 2 1,-4 1-6690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10.3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0 24575,'-10'4'0,"0"-1"0,0 2 0,1 0 0,-1 0 0,1 0 0,0 1 0,1 1 0,-11 9 0,16-14 0,1 0 0,0 0 0,0 0 0,0 1 0,1-1 0,-1 1 0,0-1 0,1 1 0,0 0 0,-1 0 0,1-1 0,0 1 0,0 0 0,1 0 0,-1 0 0,1 0 0,-1 0 0,1 0 0,0 0 0,0 0 0,0 0 0,1 0 0,-1 0 0,1 0 0,-1 0 0,1 0 0,0 0 0,0 0 0,1 0 0,-1-1 0,0 1 0,1 0 0,2 3 0,5 5 0,1 0 0,0-1 0,1 0 0,0 0 0,0-1 0,1 0 0,0-1 0,15 7 0,-8-5 0,0-1 0,1-1 0,1-1 0,39 9 0,-43-13 30,0-1 0,1 0 0,31-2 0,-39-1-195,1 0 0,-2-1 0,1 0 0,0-1 0,0 1 0,-1-2 0,1 0 0,8-5 0,-8 4-6661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13.1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24575,'0'4'0,"1"0"0,1 0 0,-1 0 0,0 0 0,1 0 0,0-1 0,0 1 0,0 0 0,1-1 0,3 5 0,2 4 0,30 53 0,24 36 0,-50-84 0,-4-6 0,0 1 0,-1 0 0,11 22 0,-13-10-1365,-4-13-5461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13.5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16 189 24575,'2'-11'0,"5"-24"0,-2 0 0,1-49 0,-9 63 0,3 21 0,0 0 0,0 0 0,0 0 0,0 0 0,0 0 0,0 0 0,0-1 0,0 1 0,0 0 0,0 0 0,-1 0 0,1 0 0,0 0 0,0 0 0,0 0 0,0-1 0,0 1 0,0 0 0,0 0 0,0 0 0,-1 0 0,1 0 0,0 0 0,0 0 0,0 0 0,0 0 0,0 0 0,-1 0 0,1 0 0,0 0 0,0 0 0,0 0 0,0 0 0,0 0 0,-1 0 0,1 0 0,-6 9 0,2 1 0,0 0 0,0 0 0,1 0 0,1 1 0,0-1 0,0 1 0,1 0 0,0 0 0,2 17 0,-1-26 0,0 0 0,1-1 0,-1 1 0,1 0 0,-1 0 0,1-1 0,0 1 0,0 0 0,0-1 0,0 1 0,0-1 0,0 1 0,0-1 0,0 1 0,3 1 0,-1 0 0,0-1 0,0 0 0,0 0 0,0 0 0,1-1 0,-1 1 0,5 1 0,5 0 0,1 0 0,-1-1 0,17 1 0,-30-3 0,38 3 0,59-3 0,-83-1 0,0-1 0,0 0 0,0-1 0,0-1 0,0 0 0,-1 0 0,18-10 0,-19 7-1365,-3 0-5461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13.8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243 79 24575,'-13'-8'0,"-64"-38"0,69 42 0,-1 0 0,0 0 0,-1 1 0,1 0 0,0 1 0,-18-3 0,24 5 0,1 0 0,0 0 0,0 0 0,-1 0 0,1 1 0,0-1 0,0 0 0,0 1 0,-1 0 0,1-1 0,0 1 0,0 0 0,0 0 0,0 0 0,0 1 0,1-1 0,-4 3 0,2-1 0,1 0 0,-1 0 0,1 0 0,0 0 0,0 0 0,0 1 0,1-1 0,-1 1 0,-1 6 0,0 3 0,1 0 0,0 0 0,1 1 0,1 26 0,2-12 0,1 0 0,2 0 0,1-1 0,1 1 0,1-1 0,1 0 0,2-1 0,1 0 0,24 39 0,-19-39 0,0 0 0,2-2 0,1 0 0,1-1 0,1-1 0,1-1 0,1-1 0,42 27 0,-61-43-85,1-1 0,0 0-1,0 0 1,0 0 0,0-1-1,1 1 1,-1-2 0,1 1-1,-1-1 1,1 0 0,0 0-1,-1-1 1,1 0 0,0 0-1,8-1 1,0-3-6741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14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347 57 24575,'-30'-9'0,"-11"-5"0,-2 2 0,1 2 0,6 3 0,7 2 0,5 6 0,5 1 0,2 1 0,3 2 0,0 1 0,1-1 0,0 1 0,2-1-8191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14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24575,'20'17'0,"8"11"0,3 5 0,-2 3 0,-1-1 0,-3-1 0,-3-4 0,0-2 0,-2-4 0,-2-2 0,-1-2 0,-1 0 0,-3-2 0,-2-4 0,-3-4-8191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14.4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12 24575,'-27'-5'0,"-14"1"0,-2 1 0,3 4 0,7 3 0,5 5 0,7 2 0,3 2 0,5-1-8191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14.9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 1 24575,'-2'1'0,"0"0"0,0 0 0,0 0 0,0 0 0,1 0 0,-1 0 0,0 1 0,1-1 0,-1 1 0,1-1 0,-1 1 0,1 0 0,0 0 0,0-1 0,-1 1 0,1 0 0,1 0 0,-1 0 0,0 0 0,0 0 0,0 5 0,1-4 0,0 1 0,0-1 0,1 0 0,-1 1 0,1-1 0,0 1 0,0-1 0,0 0 0,0 0 0,0 0 0,1 1 0,0-1 0,2 3 0,2 4 0,1-1 0,1 0 0,0 0 0,0 0 0,18 14 0,51 28 0,-43-30 0,-32-20 0,0 0 0,0 1 0,0-1 0,0 1 0,0-1 0,0 1 0,-1 0 0,4 4 0,-5-6 0,0 0 0,0 1 0,0-1 0,0 0 0,0 0 0,0 1 0,1-1 0,-1 0 0,0 0 0,0 1 0,0-1 0,0 0 0,0 1 0,0-1 0,0 0 0,0 0 0,-1 1 0,1-1 0,0 0 0,0 0 0,0 1 0,0-1 0,0 0 0,0 0 0,0 1 0,-1-1 0,1 0 0,0 0 0,0 1 0,-1-1 0,0 1 0,0-1 0,0 1 0,0-1 0,0 1 0,0-1 0,0 1 0,0-1 0,-1 0 0,1 1 0,0-1 0,-2 0 0,-27 1 0,1-1 0,-1-1 0,1-2 0,-1-1 0,1-1 0,-37-12 0,61 16-195,-1-1 0,0 0 0,1 0 0,0 0 0,-1-1 0,-8-6 0,4 1-6631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15.1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24575,'10'12'0,"3"7"0,0 2 0,-3 0 0,-1-3 0,-1-2 0,-3-2 0,-1-1 0,-2 1 0,-2-3-8191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15.2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24575,'17'14'0,"8"11"0,2 3 0,0-1 0,-6-5-8191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16.0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118 490 24575,'-9'-3'0,"-36"-11"0,41 14 0,0-1 0,0 0 0,0 1 0,0 0 0,-1 0 0,1 0 0,0 0 0,-8 3 0,11-3 0,0 0 0,0 1 0,0-1 0,0 0 0,0 1 0,0-1 0,1 1 0,-1-1 0,0 1 0,0 0 0,0-1 0,0 1 0,1 0 0,-1 0 0,0-1 0,1 1 0,-1 0 0,1 0 0,-1 0 0,1 0 0,-1 1 0,0 0 0,1 0 0,0 0 0,0 0 0,-1 0 0,1 0 0,1-1 0,-1 1 0,0 0 0,0 0 0,1 0 0,0 2 0,1 2 0,1 0 0,0 0 0,0 0 0,0 0 0,8 9 0,-5-7 0,1-1 0,-1-1 0,1 1 0,1-1 0,-1 0 0,1-1 0,0 0 0,0 0 0,1 0 0,-1-1 0,14 4 0,-18-7 0,1 1 0,0-1 0,0 0 0,0-1 0,0 1 0,0-1 0,0 0 0,0 0 0,0 0 0,0-1 0,0 0 0,0 0 0,0 0 0,0-1 0,-1 1 0,1-1 0,0 0 0,-1-1 0,0 1 0,1-1 0,-1 0 0,0 0 0,4-3 0,-3 0 0,-1 1 0,1-1 0,-1 0 0,0 0 0,0-1 0,-1 1 0,0-1 0,0 0 0,-1 0 0,1 0 0,-2 0 0,1 0 0,-1 0 0,0-1 0,0 1 0,-1 0 0,-1-15 0,-1 0 0,-1 0 0,-1 0 0,-1 1 0,-12-36 0,3 20 0,-3 1 0,-24-42 0,-48-65 0,74 121 0,15 21 0,-1 1 0,1-1 0,-1 0 0,1 0 0,-1 0 0,1 1 0,-1-1 0,0 0 0,1 1 0,-1-1 0,0 0 0,0 1 0,1-1 0,-2 0 0,2 1 0,-1 1 0,1-1 0,0 0 0,0 0 0,0 0 0,-1 0 0,1 0 0,0 1 0,0-1 0,0 0 0,0 0 0,-1 0 0,1 1 0,0-1 0,0 0 0,0 0 0,0 1 0,0-1 0,0 0 0,0 0 0,0 0 0,0 1 0,-1-1 0,1 0 0,0 0 0,0 1 0,0-1 0,1 0 0,-1 0 0,0 1 0,0-1 0,4 30 0,3-5 0,0 0 0,2-1 0,1 0 0,1-1 0,1 0 0,29 41 0,-21-37 0,2 0 0,1-1 0,1-1 0,46 36 0,-46-43 0,32 19 0,-46-31 0,1-1 0,0 0 0,0 0 0,0-1 0,1-1 0,11 3 0,-20-5 0,-1-1 0,1 1 0,0-1 0,-1 0 0,1 0 0,0 0 0,-1 0 0,1-1 0,0 1 0,-1-1 0,1 1 0,-1-1 0,1 0 0,-1 0 0,1 0 0,-1 0 0,0-1 0,1 1 0,-1-1 0,0 1 0,3-3 0,-3 1 0,0 0 0,0-1 0,0 1 0,0 0 0,0-1 0,0 1 0,-1-1 0,0 0 0,0 1 0,0-1 0,0 0 0,0 0 0,-1 0 0,0-4 0,0-8 0,0-1 0,-1 0 0,-1 1 0,-1-1 0,-1 1 0,0-1 0,-1 1 0,0 0 0,-2 1 0,-10-21 0,16 35 0,1-1 0,-1 1 0,0 0 0,0-1 0,0 1 0,0 0 0,0 0 0,0 0 0,0-1 0,0 1 0,0 0 0,0 0 0,-1 1 0,1-1 0,0 0 0,-1 0 0,1 1 0,-3-2 0,3 2 0,0 0 0,0 0 0,0 1 0,0-1 0,0 0 0,0 1 0,0-1 0,0 0 0,0 1 0,0-1 0,0 1 0,0 0 0,0-1 0,0 1 0,1 0 0,-1-1 0,0 1 0,0 0 0,1 0 0,-1-1 0,1 1 0,-1 0 0,1 0 0,-1 0 0,1 0 0,-1 0 0,1 0 0,-1 1 0,-1 5 0,0 1 0,0-1 0,0 0 0,1 0 0,0 1 0,0-1 0,1 1 0,0-1 0,0 1 0,1-1 0,0 1 0,0-1 0,1 0 0,0 0 0,0 0 0,1 0 0,0 0 0,5 9 0,0 0 0,2-1 0,0 0 0,1-1 0,0 0 0,1-1 0,21 18 0,-28-26 14,1 0-1,0-1 0,0 0 0,1 0 1,-1-1-1,1 0 0,0 0 1,13 4-1,-16-6-96,0 0 1,-1 0-1,1-1 1,0 0-1,0 0 1,0 0-1,0 0 1,0 0-1,0-1 1,0 1-1,0-1 1,-1 0-1,1-1 1,0 1-1,-1-1 1,1 1-1,6-5 1,2-3-6744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16.4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1 388 24575,'0'18'0,"0"1"0,2-1 0,0 0 0,7 25 0,-6-33 0,1 0 0,-1-1 0,2 0 0,-1 1 0,1-2 0,0 1 0,1 0 0,0-1 0,11 11 0,-12-14 0,0 0 0,1 0 0,0 0 0,0-1 0,0 0 0,0 0 0,11 4 0,-16-7 0,1 0 0,0-1 0,-1 1 0,1-1 0,0 0 0,-1 0 0,1 1 0,0-1 0,0 0 0,-1-1 0,1 1 0,0 0 0,-1 0 0,1-1 0,2 0 0,-2 0 0,0 0 0,-1 0 0,1 0 0,-1 0 0,1-1 0,-1 1 0,0-1 0,0 1 0,1 0 0,-1-1 0,0 0 0,0 1 0,-1-1 0,1 0 0,0 1 0,0-1 0,0-3 0,2-6 0,-1-1 0,0 1 0,0-1 0,-1 0 0,-1 0 0,0 0 0,-1 0 0,0 1 0,-4-19 0,-5-12 0,-20-51 0,20 63 0,-81-205 0,80 208 0,-9-28 0,51 111 0,7 15 0,3-2 0,55 71 0,-11-16 0,-61-81-1365,-17-28-5461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18.2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 24575,'0'0'0,"0"0"0,0 0 0,0 0 0,0 0 0,0 0 0,0-1 0,0 1 0,0 0 0,0 0 0,0 0 0,0 0 0,0 0 0,0 0 0,0 0 0,0 0 0,0-1 0,0 1 0,0 0 0,0 0 0,0 0 0,0 0 0,0 0 0,0 0 0,0 0 0,0 0 0,0 0 0,0-1 0,0 1 0,0 0 0,0 0 0,0 0 0,1 0 0,-1 0 0,0 0 0,0 0 0,0 0 0,0 0 0,0 0 0,0 0 0,0 0 0,0 0 0,0 0 0,0-1 0,1 1 0,-1 0 0,0 0 0,0 0 0,0 0 0,0 0 0,0 0 0,0 0 0,0 0 0,0 0 0,1 0 0,-1 0 0,0 0 0,0 1 0,0-1 0,7 7 0,11 21 0,-12-18 0,131 189 0,-111-162 0,6 8 0,45 87 0,-83-146-273,0 0 0,0 0 0,2-1 0,-5-21 0,8 23-6553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18.4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331 1 24575,'-27'9'0,"-14"7"0,-2 0 0,4-3 0,3-4 0,5-2 0,6-1 0,5-2 0,3 0 0,2-2 0,1-1 0,0-1 0,6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18.7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192 46 24575,'-28'-1'0,"10"0"0,0 1 0,-1 1 0,1 1 0,0 0 0,-23 6 0,39-7 0,0-1 0,1 1 0,-1-1 0,0 1 0,1 0 0,-1 0 0,1 0 0,-1 0 0,1 0 0,-1 0 0,1 0 0,0 0 0,-1 1 0,1-1 0,0 0 0,0 1 0,0-1 0,0 1 0,0 0 0,0-1 0,-1 4 0,2-3 0,0-1 0,0 1 0,0 0 0,0-1 0,0 1 0,0 0 0,1-1 0,-1 1 0,1 0 0,-1-1 0,1 1 0,-1 0 0,1-1 0,0 1 0,0-1 0,0 1 0,0-1 0,0 0 0,0 1 0,0-1 0,0 0 0,2 2 0,5 3 0,-1 0 0,1-1 0,0 0 0,0-1 0,0 1 0,1-1 0,0-1 0,0 0 0,0 0 0,0-1 0,14 2 0,2-1 0,1-1 0,50-3 0,-67 1 0,0-1 0,0-1 0,0 1 0,-1-1 0,1-1 0,-1 0 0,1 0 0,10-6 0,-17 8 0,0-1 0,0 1 0,0 0 0,0-1 0,0 1 0,0-1 0,0 1 0,-1-1 0,1 0 0,-1 0 0,1 0 0,-1 0 0,0 0 0,0 0 0,0 0 0,0 0 0,0 0 0,0 0 0,0-1 0,-1 1 0,1 0 0,-1-1 0,0 1 0,0 0 0,0-1 0,0 1 0,0-1 0,0 1 0,0 0 0,-1-1 0,1 1 0,-1 0 0,0 0 0,0-1 0,0 1 0,-1-2 0,0-1 7,-1 1 0,0-1-1,0 1 1,0 0 0,0-1-1,-1 2 1,1-1-1,-1 0 1,0 1 0,0 0-1,-1-1 1,1 2 0,-1-1-1,1 0 1,-1 1 0,0 0-1,-8-2 1,0 0-255,0 2 1,-1 0-1,1 0 1,-1 1-1,-21 1 1,21 1-6579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20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24 24575,'-2'-5'0,"2"3"0,-1 1 0,0-1 0,1 1 0,-1-1 0,0 1 0,0-1 0,0 1 0,0 0 0,0-1 0,0 1 0,-2-2 0,2 3 0,1 1 0,0-1 0,0 0 0,-1 1 0,1-1 0,0 0 0,0 1 0,0-1 0,0 0 0,-1 1 0,1-1 0,0 0 0,0 1 0,0-1 0,0 0 0,0 1 0,0-1 0,0 0 0,0 1 0,0-1 0,0 0 0,0 1 0,0-1 0,0 1 0,1-1 0,-1 0 0,0 1 0,2 12 0,8 19 0,2 0 0,1 0 0,1-1 0,23 36 0,-2-13 0,55 65 0,-71-94 0,-11-14 0,1 0 0,0 0 0,1-1 0,0 0 0,0 0 0,23 15 0,-31-24 0,-1 0 0,1 0 0,-1-1 0,1 1 0,-1 0 0,1-1 0,0 1 0,-1-1 0,1 0 0,0 1 0,-1-1 0,1 0 0,0 0 0,0 0 0,-1 0 0,1 0 0,0-1 0,-1 1 0,1 0 0,3-2 0,-4 1 0,0 0 0,1 0 0,-1 0 0,1 0 0,-1-1 0,0 1 0,0 0 0,0-1 0,0 1 0,0 0 0,0-1 0,0 0 0,0 1 0,-1-1 0,1 1 0,0-1 0,-1 0 0,0 0 0,1 1 0,-1-4 0,1-5 0,-1-1 0,0 1 0,-1-1 0,0 1 0,-1 0 0,0-1 0,-7-17 0,5 15 0,1 0 0,0 0 0,-2-24 0,5 36 0,0 0 0,0 0 0,0 0 0,0 0 0,0 0 0,0 0 0,0 0 0,1 0 0,-1 0 0,0 0 0,0 1 0,1-1 0,-1 0 0,0 0 0,1 0 0,-1 0 0,1 1 0,-1-1 0,1 0 0,0 0 0,-1 1 0,1-1 0,1-1 0,-1 2 0,0-1 0,1 1 0,-1 0 0,0-1 0,0 1 0,1 0 0,-1 0 0,0 0 0,0 0 0,1 0 0,-1 0 0,0 0 0,1 1 0,-1-1 0,1 1 0,6 2 0,0 0 0,0 1 0,14 8 0,9 8 0,1-2 0,2-1 0,37 13 0,-57-25 0,1-1 0,0-1 0,0 0 0,18 1 0,-23-3 0,-1-1 0,1-1 0,0 1 0,-1-2 0,0 1 0,1-1 0,14-6 0,-20 7 0,0-1 0,0 1 0,-1-1 0,1 0 0,-1-1 0,1 1 0,-1-1 0,0 1 0,0-1 0,0 0 0,0 0 0,-1 0 0,1-1 0,-1 1 0,3-6 0,-2 4 0,-1 0 0,0-1 0,-1 1 0,1-1 0,-1 0 0,0 1 0,0-1 0,-1 0 0,0 0 0,0-6 0,-1 1 0,-1 0 0,0 0 0,-1 0 0,0 0 0,0 0 0,-1 0 0,0 1 0,-1 0 0,-1 0 0,-12-18 0,15 24 0,0 0 0,-1 0 0,0 1 0,0 0 0,0-1 0,0 1 0,0 0 0,-1 1 0,-7-4 0,11 5 0,-1 0 0,1 1 0,0 0 0,0-1 0,-1 1 0,1 0 0,0 0 0,-1-1 0,1 1 0,0 0 0,-1 0 0,1 0 0,0 1 0,-1-1 0,1 0 0,0 1 0,-1-1 0,1 0 0,0 1 0,0-1 0,-1 1 0,1 0 0,0-1 0,0 1 0,0 0 0,0 0 0,0 0 0,0 0 0,0 0 0,0 0 0,0 0 0,0 0 0,1 0 0,-1 0 0,0 1 0,1-1 0,-1 0 0,1 0 0,-1 1 0,1 1 0,-3 6 0,1 0 0,1 0 0,-1 0 0,2 0 0,-1 0 0,1 1 0,1-1 0,-1 0 0,2 0 0,-1 0 0,1 0 0,1 0 0,4 11 0,-5-14 0,0-1 0,1 1 0,0-1 0,1 1 0,-1-1 0,1 0 0,0-1 0,0 1 0,6 4 0,-7-6 0,1 0 0,-1-1 0,1 0 0,-1 0 0,1 0 0,0 0 0,0-1 0,0 1 0,0-1 0,0 0 0,1 0 0,-1 0 0,0-1 0,6 0 0,-8 0 0,0 0 0,0 0 0,0 0 0,0 0 0,0-1 0,0 1 0,0-1 0,0 0 0,0 0 0,0 1 0,0-1 0,0 0 0,-1 0 0,1-1 0,0 1 0,-1 0 0,4-4 0,-3 3 0,0-1 0,0 0 0,0 0 0,0-1 0,-1 1 0,1 0 0,-1-1 0,0 1 0,2-7 0,-2 3 0,0 0 0,0 0 0,-1 0 0,0 0 0,0 0 0,-1 0 0,1-1 0,-2 1 0,-3-13 0,3 16 0,1 10 0,3 9 0,2-6-76,-1 0 1,1-1-1,1 1 0,0-1 0,0 0 0,0 0 0,1-1 0,0 0 1,1 0-1,-1 0 0,1-1 0,1 0 0,-1 0 0,1 0 1,0-1-1,0-1 0,14 7 0,-9-8-6750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21.5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1 304 24575,'29'0'0,"49"6"0,-68-5 0,1 2 0,-1-1 0,1 1 0,-1 1 0,0 0 0,0 0 0,17 12 0,-25-15 0,0 0 0,0 1 0,0-1 0,1 0 0,-1 0 0,0 0 0,0-1 0,1 1 0,-1 0 0,0-1 0,1 0 0,3 1 0,-5-1 0,0-1 0,0 1 0,0 0 0,0 0 0,0-1 0,0 1 0,0-1 0,0 1 0,0-1 0,0 0 0,0 1 0,-1-1 0,1 0 0,0 1 0,0-1 0,-1 0 0,1 0 0,0 0 0,-1 0 0,1 1 0,-1-1 0,1 0 0,-1 0 0,0 0 0,1 0 0,-1 0 0,0 0 0,0 0 0,1 0 0,-1-2 0,2-13 0,-1 1 0,-1 0 0,0-1 0,0 1 0,-2-1 0,0 1 0,-6-20 0,1 7 0,-2 0 0,-24-50 0,28 69 0,5 12 0,10 14 0,-4-7 0,1 0 0,0-1 0,0 0 0,1-1 0,1 0 0,-1 0 0,1 0 0,1-1 0,-1-1 0,1 0 0,0 0 0,1-1 0,15 6 0,-13-6 0,1 0 0,0-1 0,0-1 0,1-1 0,-1 0 0,23 1 0,-33-4 0,0 1 0,0 0 0,1-1 0,-1 0 0,0 0 0,0 0 0,0-1 0,0 1 0,0-1 0,-1 0 0,6-4 0,-6 4 0,0 0 0,-1-1 0,1 1 0,-1-1 0,0 0 0,0 0 0,0 1 0,0-2 0,-1 1 0,1 0 0,-1 0 0,1 0 0,-1-1 0,0 1 0,0-7 0,1-3 0,0 0 0,-1-1 0,-1 1 0,0 0 0,-1 0 0,-5-23 0,6 35 0,0 0 0,0 0 0,0 0 0,-1-1 0,1 1 0,0 0 0,-1 0 0,1 0 0,-1 0 0,1 0 0,-1 1 0,0-1 0,1 0 0,-2-1 0,2 2 0,0 1 0,-1-1 0,1 0 0,0 1 0,-1-1 0,1 0 0,0 1 0,0-1 0,-1 1 0,1-1 0,0 0 0,0 1 0,0-1 0,0 1 0,0-1 0,-1 1 0,1-1 0,0 1 0,0-1 0,0 1 0,0 0 0,-2 36 0,2-27 0,0-1 0,1 0 0,0 0 0,1 0 0,0 1 0,0-2 0,1 1 0,5 13 0,-5-17 0,0 1 0,0-1 0,1 0 0,0 0 0,0 0 0,0 0 0,0-1 0,1 0 0,0 1 0,0-2 0,0 1 0,0-1 0,9 5 0,-6-4 11,0-1 0,0 0 0,1 0 0,-1-1 0,1 0 0,-1 0-1,1-1 1,0 0 0,0-1 0,15-1 0,-17 0-104,-1 0 0,0 0 1,0 0-1,0-1 0,0 0 0,0 0 0,0-1 0,-1 0 1,1 0-1,-1 0 0,0 0 0,0-1 0,0 0 1,0 0-1,8-9 0,-7 4-6733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22.9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234 333 24575,'-17'-17'0,"7"7"0,0 1 0,0-1 0,1-1 0,1 0 0,-1 0 0,2-1 0,-8-13 0,3-7 0,7 18 0,-13-24 0,15 35 0,2 4 0,2 12 0,6 19 0,1-4 0,2-1 0,0 0 0,2 0 0,1-1 0,2 0 0,0-1 0,28 34 0,-1-10 0,-81-99 0,3 9 0,-16-17 0,-51-76 0,96 122 0,-1 0 0,1-1 0,-10-26 0,16 35 0,0 1 0,-1-1 0,2 1 0,-1-1 0,0 0 0,1 0 0,-1 0 0,1 1 0,0-1 0,0 0 0,1 0 0,-1 0 0,1 1 0,0-1 0,0 0 0,0 1 0,0-1 0,1 1 0,-1-1 0,3-3 0,-2 5 0,1-1 0,-1 1 0,1-1 0,0 1 0,-1 0 0,1 0 0,0 0 0,0 0 0,1 0 0,-1 1 0,0 0 0,0-1 0,1 1 0,-1 0 0,1 1 0,-1-1 0,1 0 0,-1 1 0,1 0 0,0 0 0,-1 0 0,8 2 0,1 0 0,0 0 0,0 1 0,0 1 0,0 0 0,13 7 0,20 10 0,66 44 0,-88-49 0,0 2 0,0 0 0,-2 1 0,23 26 0,-41-41 0,0 0 0,0 1 0,0-1 0,0 1 0,-1-1 0,0 1 0,0 0 0,0 0 0,0 0 0,1 6 0,-3-8 0,1 0 0,-1 0 0,0 0 0,0 0 0,0-1 0,-1 1 0,1 0 0,0 0 0,-1 0 0,0 0 0,0-1 0,0 1 0,0 0 0,0-1 0,0 1 0,-1-1 0,0 1 0,1-1 0,-5 5 0,-1 0-2,-1 0 0,0-1 0,0 1 0,-1-2 0,0 1 0,0-1 0,-17 7-1,-4-1 55,-38 8 0,40-12-778,-45 18 0,62-20-6100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23.2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 24575,'0'0'0,"0"-1"0,0 1 0,0-1 0,1 0 0,-1 1 0,0-1 0,0 1 0,1-1 0,-1 1 0,1-1 0,-1 1 0,0-1 0,1 1 0,-1-1 0,1 1 0,-1-1 0,1 1 0,-1 0 0,1-1 0,-1 1 0,1 0 0,0-1 0,-1 1 0,1 0 0,-1 0 0,2-1 0,-1 2 0,0-1 0,1 0 0,-1 0 0,0 0 0,1 1 0,-1-1 0,0 0 0,0 1 0,0-1 0,0 1 0,1 0 0,0 1 0,5 3 0,0 0 0,-1 1 0,7 7 0,-10-10 0,148 182 0,-147-179 0,3 2 0,0 0 0,-1 1 0,0 0 0,-1 1 0,6 14 0,-11-23-22,-4-4 72,-2-4-1443,-1-3-5433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23.5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458 35 24575,'-22'-10'0,"-10"-1"0,-1 2 0,1 5 0,3 5 0,2 2 0,2 4 0,0 3 0,2 2 0,-1 1 0,0 2 0,-2 0 0,2 0 0,0 0 0,-2-3 0,3 0 0,1-3 0,5-3-8191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24.2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88 304 24575,'-6'-14'0,"2"10"0,1 11 0,3-3 0,-1 1 0,1-1 0,1 0 0,-1 1 0,1-1 0,-1 0 0,1 1 0,1-1 0,-1 0 0,0 0 0,3 4 0,4 9 0,12 18 0,-17-30 0,8 11 0,23 26 0,-4-5 0,-30-37 0,0 0 0,0 0 0,0 0 0,0 0 0,0 0 0,0 0 0,-1 0 0,1 0 0,0 0 0,0 0 0,0 0 0,0 0 0,0 0 0,0 0 0,0 0 0,0 0 0,0 0 0,0 0 0,0 0 0,0 0 0,0 0 0,0 0 0,0 0 0,0 0 0,-1 1 0,1-1 0,0 0 0,0 0 0,0 0 0,0 0 0,0 0 0,0 0 0,0 0 0,0 0 0,0 0 0,0 0 0,0 0 0,0 0 0,0 0 0,0 0 0,0 1 0,0-1 0,0 0 0,-12-7 0,-16-13 0,12 5 0,1 0 0,0-2 0,1 1 0,1-2 0,0 0 0,1 0 0,1-1 0,-15-37 0,24 50 0,-1-1 0,1 0 0,0 1 0,1-1 0,0 0 0,0 0 0,0 0 0,1 0 0,0 0 0,0 0 0,1 0 0,0 0 0,0 1 0,0-1 0,1 0 0,0 0 0,0 1 0,7-13 0,-3 8 0,0-1 0,1 1 0,1 0 0,-1 1 0,2 0 0,-1 0 0,14-11 0,-16 16 0,-1 0 0,1 1 0,1-1 0,-1 2 0,1-1 0,-1 1 0,1 0 0,0 0 0,0 0 0,0 1 0,0 1 0,1-1 0,-1 1 0,11 0 0,-17 0-5,0 1 1,0 0-1,0 0 0,0 0 0,0 1 1,0-1-1,0 0 0,0 0 0,0 0 1,0 1-1,0-1 0,0 1 0,0-1 0,0 1 1,0-1-1,0 1 0,0-1 0,0 1 1,1 1-1,-2-1 15,0 0 1,1 0-1,-1-1 1,1 1-1,-1 0 0,0 0 1,0 0-1,1 0 1,-1 0-1,0 0 1,0 0-1,0 0 0,0 0 1,0 0-1,0 0 1,-1 0-1,1 1 0,-2 4-171,-1 1 0,1-1 0,-1 0 0,-7 11 0,6-11-491,-2 6-6174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24.5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74 24575,'15'-5'0,"7"-1"0,0-3 0,-2 1 0,-1-2 0,-1 2 0,-5 0 0,-1 1 0,-1 1 0,1 2 0,0 2 0,1 1 0,1 1 0,0 0 0,-2 3 0,-6 1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24.9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61 24575,'-1'-5'0,"0"2"0,0-1 0,1 0 0,-1 0 0,1 0 0,0 0 0,0 0 0,0 0 0,0 0 0,1 0 0,-1 0 0,3-7 0,-3 11 0,0 0 0,1 0 0,-1 0 0,0-1 0,0 1 0,1 0 0,-1 0 0,0 0 0,0 0 0,1 0 0,-1 0 0,0 0 0,0 0 0,1 0 0,-1 0 0,0-1 0,1 1 0,-1 0 0,0 1 0,0-1 0,1 0 0,-1 0 0,0 0 0,1 0 0,-1 0 0,0 0 0,0 0 0,1 0 0,-1 0 0,0 1 0,0-1 0,0 0 0,1 0 0,-1 0 0,0 0 0,0 1 0,0-1 0,1 0 0,-1 0 0,0 0 0,0 1 0,9 9 0,35 65 0,-29-48 0,23 34 0,-18-36 0,29 42 0,-45-57-1365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25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323 53 24575,'-1'-9'0,"1"6"0,0 1 0,0-1 0,-1 1 0,1-1 0,-1 1 0,1-1 0,-1 1 0,0 0 0,0-1 0,0 1 0,0 0 0,0 0 0,-1 0 0,1-1 0,-1 1 0,-1-2 0,2 4 0,1 0 0,-1 0 0,0-1 0,0 1 0,1 0 0,-1 0 0,0 0 0,1 0 0,-1 0 0,0 0 0,0 0 0,1 0 0,-1 0 0,0 0 0,1 0 0,-1 1 0,0-1 0,1 0 0,-1 0 0,0 1 0,0 0 0,-17 11 0,9-5 0,-3-1 16,0 0-1,0-1 1,-1-1 0,1 0-1,-1 0 1,-22 2-1,-79 3-1176,105-9 848,-22 1-6513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26.4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190 0 24575,'-2'0'0,"-4"0"0,0 3 0,-2 0 0,-2 0 0,1 2 0,-1 0 0,1 2 0,1-1 0,-2-1 0,-1 2 0,-2 1 0,-3-1 0,-1-1 0,0 1 0,-3-1 0,3-2-8191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32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 24575,'0'-2'0,"0"-1"0,0 1 0,0-1 0,0 0 0,1 1 0,-1-1 0,1 1 0,0 0 0,0-1 0,0 1 0,2-4 0,-3 6 0,1-1 0,-1 1 0,0-1 0,1 1 0,-1-1 0,1 1 0,-1 0 0,1-1 0,-1 1 0,1 0 0,-1-1 0,1 1 0,-1 0 0,1 0 0,0 0 0,-1-1 0,1 1 0,-1 0 0,1 0 0,0 0 0,0 0 0,1 0 0,-1 1 0,0-1 0,0 0 0,1 1 0,-1-1 0,0 1 0,0-1 0,0 1 0,0 0 0,0-1 0,0 1 0,1 1 0,5 5 0,0 0 0,-1 1 0,0 0 0,0 0 0,-1 1 0,0-1 0,6 16 0,6 9 0,121 183 0,-46-76 0,128 161 0,-174-242 0,-42-53 0,1 0 0,0-1 0,-1 0 0,2 0 0,-1 0 0,0 0 0,9 4 0,-12-8 0,0 0 0,0 0 0,0 0 0,0-1 0,0 1 0,0-1 0,0 1 0,0-1 0,0 0 0,1 0 0,-1 0 0,0 0 0,0 0 0,0 0 0,0-1 0,0 1 0,0-1 0,0 1 0,0-1 0,0 0 0,0 0 0,0 0 0,0 0 0,0 0 0,-1 0 0,1 0 0,0-1 0,2-2 0,1 0 0,-1-1 0,1 1 0,-1-1 0,0-1 0,0 1 0,0 0 0,-1-1 0,0 0 0,0 0 0,0 0 0,-1 0 0,0 0 0,2-11 0,-3 12 0,0 0 0,-1 0 0,0 0 0,0 0 0,-1 0 0,1 0 0,-1 0 0,0 0 0,-1 0 0,1 1 0,-1-1 0,0 0 0,0 1 0,0-1 0,0 1 0,-1 0 0,0-1 0,-4-4 0,3 5 0,1 0 0,1 1 0,-1 0 0,0 0 0,0 0 0,-1 0 0,1 0 0,-6-3 0,8 6 0,1 0 0,0 0 0,0 0 0,-1 0 0,1 0 0,0 0 0,-1 0 0,1 0 0,0 0 0,0 0 0,-1 0 0,1 1 0,0-1 0,0 0 0,-1 0 0,1 0 0,0 0 0,0 0 0,0 1 0,-1-1 0,1 0 0,0 0 0,0 1 0,0-1 0,0 0 0,-1 0 0,1 1 0,0-1 0,0 0 0,0 0 0,0 1 0,0-1 0,0 0 0,0 0 0,0 1 0,0-1 0,0 0 0,0 1 0,0-1 0,0 1 0,-1 12 0,4 8 0,0-1 0,1 0 0,1 0 0,1 0 0,1-1 0,10 22 0,-6-16 0,-2 0 0,12 48 0,-20-71 0,-1 1 0,1-1 0,-1 0 0,0 1 0,0-1 0,0 1 0,0-1 0,-1 1 0,1-1 0,-1 0 0,1 1 0,-1-1 0,0 0 0,0 1 0,-2 3 0,2-5 0,0 0 0,0 0 0,0 0 0,0 0 0,0 0 0,0-1 0,0 1 0,-1 0 0,1 0 0,0-1 0,-1 1 0,1-1 0,0 1 0,-1-1 0,1 0 0,0 0 0,-1 1 0,1-1 0,-1 0 0,1 0 0,-1 0 0,1-1 0,0 1 0,-1 0 0,1 0 0,-1-1 0,1 1 0,-2-1 0,-16-7 0,0 0 0,0-2 0,1 0 0,0 0 0,-24-21 0,-22-12 0,-43-19-1365,88 49-5461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7:33.9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1 332 24575,'6'-39'0,"-4"17"0,2 0 0,9-29 0,-11 44 0,1 0 0,0 0 0,1 0 0,-1 0 0,1 0 0,1 1 0,-1 0 0,1 0 0,0 0 0,10-9 0,12-5 0,56-34 0,-72 48 0,0 1 0,0 0 0,1 1 0,-1 1 0,15-4 0,62-4 0,-66 10 0,0 1 0,-1 1 0,1 2 0,-1 0 0,0 1 0,0 1 0,0 1 0,0 1 0,-1 0 0,37 21 0,-18-6 0,-1 2 0,-1 2 0,-1 2 0,39 37 0,-43-31 0,0 2 0,-3 0 0,47 77 0,-65-93 0,0 0 0,-2 1 0,0 0 0,-2 0 0,0 1 0,7 43 0,-9-29 0,-2 0 0,-1 0 0,-5 58 0,1-72 0,-2 1 0,0-1 0,-8 25 0,9-37 0,0-1 0,-1 0 0,0 0 0,0 0 0,-1 0 0,0-1 0,-1 0 0,0 0 0,-12 12 0,11-15 0,0 1 0,0-2 0,0 1 0,-1-1 0,0-1 0,0 1 0,0-1 0,0 0 0,0-1 0,-1 0 0,1-1 0,-1 1 0,1-1 0,-1-1 0,-14-1 0,-2 0 0,1-2 0,0-1 0,0-1 0,-30-10 0,12 0 0,0-2 0,-76-44 0,-66-62 0,162 106 0,1-1 0,1-1 0,1-1 0,1 0 0,0-1 0,2-1 0,0-1 0,2 0 0,0-1 0,2-1 0,0 0 0,-12-43 0,16 39-682,-7-55-1,14 72-6143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8:11.8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334 103 24575,'-54'-29'0,"25"13"0,-1 1 0,-1 1 0,-36-10 0,63 23 0,1 0 0,-1 0 0,1 0 0,-1 1 0,0 0 0,1-1 0,-1 1 0,0 1 0,1-1 0,-1 0 0,1 1 0,-1 0 0,1 0 0,-5 1 0,5 0 0,1 0 0,-1-1 0,0 1 0,1 0 0,-1 0 0,1 1 0,0-1 0,-1 0 0,1 1 0,0 0 0,0-1 0,1 1 0,-1 0 0,1 0 0,-3 5 0,-2 11 0,0-1 0,2 1 0,0 0 0,1 0 0,-2 36 0,5-6 0,7 53 0,0-46 0,21 79 0,27 52 0,1 7 0,-48-148-1365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8:12.0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287 31 24575,'-27'-5'0,"-14"-2"0,-2 1 0,1 1 0,6 2 0,5 0 0,7 2 0,4 1 0,6 2 0,5 4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8:12.6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211 585 24575,'-23'-4'0,"-126"-18"0,146 22 0,-1 0 0,1 0 0,-1 0 0,1 1 0,-1-1 0,-4 2 0,7-2 0,1 0 0,-1 0 0,1 1 0,-1-1 0,1 0 0,-1 0 0,1 1 0,-1-1 0,1 0 0,0 1 0,-1-1 0,1 0 0,-1 1 0,1-1 0,0 1 0,0-1 0,-1 0 0,1 1 0,0-1 0,0 1 0,-1-1 0,1 1 0,0-1 0,0 1 0,0-1 0,0 1 0,0-1 0,0 1 0,0-1 0,0 1 0,0-1 0,0 1 0,0-1 0,0 1 0,0-1 0,0 1 0,0-1 0,0 1 0,1-1 0,-1 1 0,0-1 0,0 1 0,1-1 0,-1 1 0,0-1 0,1 0 0,-1 1 0,0-1 0,1 0 0,0 1 0,3 4 0,0 0 0,1 0 0,0 0 0,0-1 0,0 0 0,1 0 0,6 4 0,43 20 0,-36-19 0,34 10 0,-45-16 0,1-1 0,0-1 0,0 0 0,0 0 0,0 0 0,13-2 0,-21 1 0,0 0 0,0 0 0,-1 0 0,1 0 0,0 0 0,0 0 0,0 0 0,0 0 0,0-1 0,0 1 0,0 0 0,-1 0 0,1-1 0,0 1 0,0-1 0,0 1 0,-1-1 0,1 1 0,1-2 0,-2 1 0,0 1 0,0-1 0,0 1 0,0-1 0,-1 1 0,1-1 0,0 1 0,0-1 0,0 1 0,0-1 0,-1 1 0,1 0 0,0-1 0,-1 1 0,1-1 0,0 1 0,-1 0 0,1-1 0,0 1 0,-1 0 0,1-1 0,-1 1 0,1 0 0,-1-1 0,-5-2 0,0-1 0,0 1 0,-11-5 0,7 6 0,-5-4 0,17 4 0,12 2 0,12 0 0,-1-1 0,30-5 0,-41 3 0,0 0 0,-1-1 0,1-1 0,-1 0 0,20-10 0,-19 7 0,1 0 0,-2-1 0,1-1 0,-1 0 0,22-23 0,-29 26 0,0 0 0,-1-1 0,0 0 0,0 0 0,-1 0 0,0 0 0,0 0 0,-1-1 0,0 0 0,0 0 0,-1 0 0,1-10 0,-1 1 0,-2 0 0,0 0 0,-1 0 0,-1 1 0,0-1 0,-2 0 0,-7-24 0,0 9 0,-2-1 0,-30-54 0,37 75 0,-2 1 0,1 0 0,-1 1 0,-16-18 0,23 29 0,1-1 0,0 1 0,0 0 0,0-1 0,-1 1 0,1 0 0,0 0 0,0-1 0,-1 1 0,1 0 0,0 0 0,-1-1 0,1 1 0,0 0 0,-1 0 0,1 0 0,0-1 0,-1 1 0,1 0 0,-1 0 0,1 0 0,0 0 0,-1 0 0,1 0 0,-1 0 0,1 0 0,0 0 0,-1 0 0,1 0 0,-1 0 0,1 0 0,0 0 0,-1 0 0,1 0 0,0 1 0,-1-1 0,1 0 0,-1 0 0,1 0 0,0 1 0,0-1 0,-1 0 0,1 0 0,0 1 0,-1-1 0,1 0 0,0 1 0,0-1 0,-1 0 0,1 1 0,0-1 0,0 0 0,0 1 0,0-1 0,-1 0 0,1 1 0,0 0 0,-1 3 0,0 0 0,1 0 0,-1 0 0,1 7 0,1 10 0,0-1 0,2 1 0,6 22 0,19 60 0,-28-102 0,18 56 0,44 98 0,-49-130 0,1 0 0,0-1 0,2-1 0,1 0 0,1-1 0,21 20 0,-30-33 0,1-1 0,0 0 0,0 0 0,14 6 0,-20-12 0,0 1 0,0-1 0,1-1 0,-1 1 0,1-1 0,-1 0 0,1 0 0,-1 0 0,1 0 0,0-1 0,-1 0 0,1 0 0,0 0 0,6-1 0,-9 0-136,0 1-1,0-1 1,0 0-1,0 1 1,0-1-1,-1 0 1,1 0-1,0 0 0,1-2 1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8:13.3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194 38 24575,'0'0'0,"-71"-26"0,62 23 0,-1 0 0,0 1 0,0 0 0,0 1 0,-13 0 0,21 1 0,0 0 0,0 0 0,0 0 0,0 1 0,0-1 0,0 0 0,0 1 0,0 0 0,0-1 0,0 1 0,0 0 0,0 0 0,0 0 0,1 0 0,-1 0 0,0 1 0,1-1 0,-1 0 0,1 1 0,-1-1 0,1 1 0,0-1 0,0 1 0,-1 0 0,1 0 0,0 0 0,1-1 0,-1 1 0,0 0 0,0 0 0,1 0 0,-1 0 0,1 0 0,0 0 0,0 0 0,0 0 0,0 3 0,0 3 0,0 0 0,1 0 0,0 0 0,1 0 0,0-1 0,0 1 0,1 0 0,4 9 0,1-3 0,0 0 0,0-1 0,19 22 0,36 32 0,-41-44 0,1-1 0,-16-17 0,0 1 0,-1 1 0,9 9 0,-15-16 0,0 1 0,1-1 0,-1 0 0,0 0 0,0 1 0,1-1 0,-1 0 0,0 1 0,0-1 0,0 1 0,1-1 0,-1 0 0,0 1 0,0-1 0,0 0 0,0 1 0,0-1 0,0 1 0,0-1 0,0 1 0,0-1 0,0 0 0,0 1 0,0-1 0,0 1 0,0-1 0,0 0 0,0 1 0,-1-1 0,1 0 0,0 1 0,0-1 0,-1 1 0,0 0 0,0-1 0,1 1 0,-1-1 0,0 0 0,0 1 0,0-1 0,0 0 0,0 0 0,0 1 0,0-1 0,0 0 0,-2 0 0,-30-3 0,33 2 0,-131-30 0,121 26 0,10 5 0,0 0 0,0 0 0,0 0 0,0 0 0,0-1 0,-1 1 0,1 0 0,0 0 0,0 0 0,0 0 0,0-1 0,0 1 0,0 0 0,0 0 0,0 0 0,0 0 0,0 0 0,0-1 0,0 1 0,0 0 0,0 0 0,0 0 0,1 0 0,-1-1 0,0 1 0,0 0 0,0 0 0,0 0 0,0 0 0,0 0 0,0-1 0,0 1 0,0 0 0,1 0 0,18-10 0,4 2 0,36-8 0,-7 3 0,-20 3 0,14-3 0,-1-2 0,71-33 0,-109 43 0,1 1 0,-1-1 0,0-1 0,0 1 0,0-1 0,10-13 0,-15 17 0,-1 0 0,1 0 0,-1 0 0,0 0 0,0 0 0,0 0 0,0 0 0,0-1 0,-1 1 0,1 0 0,-1 0 0,1-1 0,-1-2 0,0 3 0,0 1 0,-1-1 0,1 0 0,0 1 0,-1-1 0,0 1 0,1-1 0,-1 1 0,0-1 0,0 1 0,0-1 0,0 1 0,0 0 0,0 0 0,0-1 0,0 1 0,0 0 0,-1 0 0,1 0 0,0 0 0,-3-1 0,2 1 0,0 0 0,0-1 0,0 1 0,0 0 0,-1 0 0,1 0 0,0 0 0,-1 1 0,1-1 0,-1 1 0,1-1 0,-1 1 0,1 0 0,-1 0 0,1 0 0,-1 0 0,1 1 0,-1-1 0,1 1 0,-1-1 0,1 1 0,0 0 0,-1 0 0,1 0 0,0 0 0,0 0 0,0 1 0,-1-1 0,1 0 0,1 1 0,-1 0 0,-3 3 0,1-1 0,1 0 0,1 0 0,-1 1 0,0-1 0,1 1 0,0-1 0,0 1 0,1 0 0,-1-1 0,1 1 0,0 0 0,0 0 0,0 0 0,1 0 0,0 8 0,1-6 0,0-1 0,1 1 0,0-1 0,0 0 0,0 1 0,1-1 0,0 0 0,0-1 0,0 1 0,1 0 0,0-1 0,0 0 0,0 0 0,1 0 0,-1-1 0,7 6 0,3 1 0,1-1 0,0 0 0,1-1 0,27 13 0,-23-14 0,0-1 0,1-1 0,0-1 0,0-1 0,0 0 0,1-2 0,-1 0 0,1-1 0,21-3 0,-30 0-1365,-3-2-5461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8:14.5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62 24575,'3'15'0,"0"0"0,1 0 0,9 22 0,-10-29 0,1 0 0,0-1 0,1 0 0,-1 0 0,1 0 0,1 0 0,12 11 0,-16-16 0,13 12 0,16 11 0,-27-22 0,1 0 0,0-1 0,-1 1 0,1-1 0,0 0 0,0 0 0,0 0 0,11 2 0,-15-4 0,0 0 0,1 0 0,-1 0 0,0 0 0,0 0 0,1 0 0,-1-1 0,0 1 0,0 0 0,1-1 0,-1 1 0,0 0 0,0-1 0,0 0 0,0 1 0,0-1 0,1 0 0,-1 1 0,0-1 0,1-1 0,0-1 0,-1 1 0,1 0 0,-1 0 0,0-1 0,1 1 0,-1 0 0,0-1 0,0 0 0,0-3 0,1-5 0,0 0 0,-1 0 0,-1-18 0,0 28 0,0-7 0,0 4 0,-1 1 0,1-1 0,1 1 0,-1-1 0,0 1 0,2-7 0,-2 10 0,1-1 0,-1 1 0,0-1 0,0 1 0,1-1 0,-1 1 0,0-1 0,1 1 0,-1 0 0,1-1 0,-1 1 0,0 0 0,1-1 0,-1 1 0,1 0 0,-1-1 0,1 1 0,-1 0 0,1-1 0,1 1 0,-1 0 0,0 0 0,0 0 0,0 0 0,0 0 0,0 0 0,1 0 0,-1 0 0,0 1 0,0-1 0,0 0 0,0 1 0,1 0 0,6 3 0,1 1 0,-2-1 0,1 2 0,7 5 0,18 13 0,-14-14 0,1-1 0,0 0 0,0-1 0,0-2 0,1 0 0,0-1 0,0-1 0,1-1 0,41 1 0,-60-4 0,12 0 0,0 0 0,0 0 0,28-6 0,-38 5 0,-1 0 0,0-1 0,0 1 0,0-1 0,0 0 0,0 0 0,0 0 0,-1-1 0,1 1 0,-1-1 0,1 0 0,-1 0 0,0 0 0,0 0 0,0 0 0,-1-1 0,1 0 0,2-4 0,-3 5 0,0 0 0,-1-1 0,1 1 0,-1-1 0,1 0 0,-1 1 0,0-1 0,0 0 0,-1 0 0,1 1 0,-1-1 0,0 0 0,0 0 0,0 0 0,0 0 0,-1 0 0,0 1 0,1-1 0,-1 0 0,-1 0 0,1 1 0,0-1 0,-1 1 0,0-1 0,0 1 0,0 0 0,0 0 0,-1 0 0,-4-5 0,2 1 0,-1 2 0,0-1 0,-1 0 0,1 1 0,-8-4 0,12 8 0,0 0 0,0 0 0,0 0 0,0 0 0,0 0 0,0 1 0,0-1 0,0 1 0,-1 0 0,1-1 0,-2 1 0,3 0 0,-1 0 0,1 1 0,0-1 0,0 0 0,0 1 0,0-1 0,0 1 0,0-1 0,0 1 0,0-1 0,0 1 0,0 0 0,0-1 0,0 1 0,0 0 0,0 0 0,1 0 0,-1 0 0,0 0 0,1 0 0,-2 2 0,1-1 0,0 0 0,0 1 0,1-1 0,-1 1 0,1-1 0,0 1 0,-1-1 0,1 1 0,0-1 0,0 1 0,1 0 0,-1-1 0,0 1 0,1-1 0,0 0 0,-1 1 0,1-1 0,0 1 0,0-1 0,1 0 0,-1 0 0,3 4 0,1 2 0,1-1 0,-1 0 0,1-1 0,1 1 0,8 6 0,-8-7 0,1-1 0,-1 0 0,1 0 0,0-1 0,0 0 0,1 0 0,-1-1 0,1 0 0,-1 0 0,1-1 0,0 0 0,0 0 0,18-1 0,-15 0 0,1-1 0,-1-1 0,0 0 0,0-1 0,1 0 0,-1-1 0,16-5 0,-24 6 0,0 0 0,1 0 0,-1-1 0,0 1 0,0-1 0,0 0 0,-1 0 0,1 0 0,-1 0 0,1-1 0,-1 1 0,0-1 0,-1 0 0,1 0 0,-1 0 0,1 0 0,-1 0 0,0-1 0,-1 1 0,1-1 0,-1 1 0,1-7 0,-1 5 0,0-1 0,0 1 0,-1-1 0,0 0 0,0 1 0,-1-1 0,-2-9 0,3 13 0,-1 1 0,1 0 0,-1 0 0,0 0 0,0 0 0,0 0 0,0 0 0,0 0 0,0 1 0,-1-1 0,1 0 0,-1 1 0,1-1 0,-1 1 0,1-1 0,-1 1 0,0 0 0,0-1 0,0 1 0,0 0 0,0 0 0,0 0 0,0 1 0,0-1 0,-4 0 0,3 0-41,0 0 0,0 1-1,0 0 1,0-1-1,0 1 1,0 0 0,0 1-1,0-1 1,0 0 0,0 1-1,0 0 1,1 0-1,-1 0 1,0 0 0,0 0-1,0 0 1,1 1 0,-1-1-1,1 1 1,-1 0-1,1 0 1,0 0 0,-1 0-1,1 0 1,0 0 0,1 0-1,-1 1 1,0-1-1,1 1 1,-1 0 0,1-1-1,-2 4 1,0 6-6785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8:15.1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1 24575,'0'1'0,"-1"1"0,1-1 0,-1 1 0,0-1 0,1 1 0,-1-1 0,0 1 0,0-1 0,0 1 0,0-1 0,0 0 0,-1 2 0,-7 9 0,7-9 0,1 1 0,0-1 0,0 0 0,0 0 0,0 1 0,1-1 0,-1 0 0,1 1 0,0-1 0,-1 1 0,2-1 0,-1 0 0,0 1 0,1-1 0,1 6 0,0-5 0,-1 0 0,1 0 0,1 0 0,-1 0 0,1 0 0,-1-1 0,1 1 0,0-1 0,0 0 0,6 5 0,3 1 0,1-1 0,0 0 0,0-1 0,0 0 0,29 9 0,-18-8 0,38 7 0,-53-13 0,0-1 0,1 0 0,-1 0 0,1-1 0,0 0 0,-1-1 0,12-2 0,-18 2-151,-1 1-1,0-1 0,0 0 0,0 0 1,0 0-1,0 0 0,0 0 1,2-2-1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8:15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187 533 24575,'-20'-4'0,"6"1"0,0 0 0,0 0 0,0 2 0,-1-1 0,1 2 0,-28 2 0,40-2 0,1 0 0,0 0 0,-1 1 0,1-1 0,0 0 0,-1 1 0,1-1 0,0 1 0,-1-1 0,1 1 0,0 0 0,0-1 0,0 1 0,0 0 0,0 0 0,0 0 0,0 0 0,0 0 0,0 0 0,0 0 0,0 0 0,0 0 0,1 0 0,-1 0 0,1 1 0,-1-1 0,1 0 0,-1 0 0,1 1 0,-1-1 0,1 0 0,0 1 0,0-1 0,0 0 0,0 1 0,0-1 0,0 1 0,0-1 0,0 0 0,1 1 0,0 0 0,0 3 0,1 0 0,0 0 0,0-1 0,0 1 0,1-1 0,0 0 0,0 0 0,0 0 0,7 7 0,-4-5 0,1 0 0,0 0 0,0 0 0,0-1 0,1 0 0,0-1 0,11 5 0,-17-8 0,1 0 0,-1 0 0,1-1 0,-1 1 0,1-1 0,-1 1 0,1-1 0,0 0 0,-1 0 0,1 0 0,-1-1 0,1 1 0,-1 0 0,1-1 0,-1 0 0,1 0 0,-1 0 0,1 0 0,-1 0 0,0 0 0,1 0 0,-1-1 0,0 1 0,0-1 0,0 0 0,0 1 0,0-1 0,-1 0 0,1 0 0,1-2 0,0-1 0,-1 1 0,0-1 0,1 1 0,-2-1 0,1 0 0,0 0 0,-1 0 0,0 0 0,0 0 0,-1 0 0,1 0 0,-1 0 0,0 0 0,-1-6 0,-1-9 0,-1 1 0,-8-25 0,-18-52 0,-4 0 0,-49-100 0,40 110 0,59 140 0,15 16 0,69 109 0,61 52 0,-144-208-1365,-3-4-5461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8:16.1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 24575,'-5'2'0,"-1"4"0,0 3 0,3 0 0,3 1 0,3-2 0,2 1 0,2 1 0,-1 2 0,3 0 0,0 2 0,3 0 0,-2-2-8191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8:17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104 205 24575,'1'4'0,"18"75"0,39 99 0,-49-157 0,0-1 0,1 0 0,1-1 0,1 0 0,28 32 0,-30-43 0,-10-8 0,0 0 0,0-1 0,0 1 0,1 0 0,-1 0 0,0 0 0,0 0 0,0 0 0,0 0 0,0 0 0,1 0 0,-1-1 0,0 1 0,0 0 0,0 0 0,0 0 0,0 0 0,0 0 0,1-1 0,-1 1 0,0 0 0,0 0 0,0 0 0,0 0 0,0-1 0,0 1 0,0 0 0,0 0 0,0 0 0,0-1 0,0 1 0,0 0 0,0 0 0,0 0 0,0-3 0,0 0 0,-1 0 0,1 0 0,-1 1 0,0-1 0,-1-3 0,-9-18 0,-2 1 0,0 0 0,-34-42 0,-5-9 0,31 40 0,-54-93 0,66 110 0,1-1 0,1 0 0,0 0 0,2-1 0,-6-27 0,11 42 0,-1-1 0,1 0 0,0 1 0,0-1 0,0 1 0,0-1 0,1 1 0,0-1 0,2-8 0,-2 11 0,0 0 0,0 0 0,1 0 0,-1 0 0,0 1 0,1-1 0,-1 0 0,1 0 0,-1 1 0,1-1 0,0 1 0,0-1 0,0 1 0,0 0 0,0 0 0,0 0 0,0 0 0,0 0 0,0 0 0,0 1 0,4-2 0,5 1 0,-1 0 0,1 0 0,0 1 0,0 0 0,0 1 0,-1 0 0,1 0 0,13 5 0,5 2 0,48 21 0,-59-21 0,1 1 0,-2 1 0,26 17 0,-38-23 0,0 0 0,0 0 0,0 0 0,0 1 0,-1 0 0,0 0 0,0 0 0,0 1 0,0-1 0,-1 1 0,0 0 0,0 0 0,-1 0 0,4 10 0,-6-11 0,0-1 0,0 0 0,0 0 0,0 1 0,-1-1 0,1 0 0,-1 0 0,0 0 0,-1 0 0,1 0 0,-1 0 0,1 0 0,-1 0 0,0-1 0,-1 1 0,1-1 0,-1 1 0,1-1 0,-1 0 0,-3 3 0,-6 5 0,0 0 0,0-1 0,-27 16 0,38-25 0,-6 3 0,0 0 0,1 0 0,-1 1 0,1 0 0,-8 9 0,13-13 0,0 1 0,0-1 0,0 0 0,1 0 0,-1 0 0,0 1 0,1-1 0,-1 0 0,1 1 0,-1-1 0,1 0 0,0 1 0,0-1 0,-1 1 0,1 2 0,1-2 0,-1-1 0,1 1 0,-1-1 0,1 1 0,0-1 0,-1 1 0,1-1 0,0 1 0,0-1 0,0 0 0,0 0 0,0 1 0,0-1 0,1 0 0,-1 0 0,0 0 0,2 1 0,12 8 0,1-1 0,-1-1 0,1 0 0,1-1 0,19 6 0,89 18 0,-109-27 0,12 2 0,0-1 0,0-1 0,0-1 0,0-2 0,1-1 0,34-4 0,-58 3-227,0 0-1,-1 0 1,1 0-1,-1-1 1,5-1-1,1-3-6598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8:17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223 185 24575,'-34'0'0,"-1"-1"0,-67 8 0,99-6 0,1-1 0,-1 1 0,0-1 0,1 1 0,-1 0 0,1 0 0,-1 0 0,1 0 0,-1 0 0,1 1 0,0-1 0,-1 1 0,1 0 0,0-1 0,0 1 0,0 0 0,1 0 0,-3 4 0,3-4 0,0 0 0,0 0 0,0 0 0,1 0 0,-1 0 0,1 1 0,0-1 0,0 0 0,0 0 0,0 0 0,0 1 0,0-1 0,0 0 0,1 0 0,-1 0 0,1 1 0,0-1 0,-1 0 0,1 0 0,0 0 0,0 0 0,3 3 0,1 2 0,0 0 0,0 0 0,1-1 0,0 0 0,1 0 0,-1 0 0,1-1 0,0 0 0,1 0 0,-1-1 0,11 5 0,-5-3 0,0-1 0,0-1 0,0 0 0,1 0 0,-1-1 0,20 1 0,-28-4 0,1 0 0,0 0 0,0 0 0,0-1 0,0 1 0,0-1 0,0-1 0,0 1 0,0-1 0,6-3 0,-9 3 0,0 0 0,0 0 0,0 0 0,0 0 0,-1 0 0,1 0 0,-1-1 0,0 1 0,1-1 0,-1 0 0,0 0 0,-1 1 0,1-1 0,0 0 0,-1-1 0,0 1 0,0 0 0,0 0 0,1-5 0,-1 1 0,0-1 0,-1 0 0,0 0 0,0 0 0,-1 1 0,0-1 0,-1 0 0,1 1 0,-1-1 0,-1 1 0,0 0 0,-5-11 0,-1 1 0,0 0 0,-2 0 0,-21-27 0,23 34-124,0 0 0,-1 1 0,0 0 0,-1 0 0,1 1 0,-2 1-1,1 0 1,-1 0 0,0 1 0,-20-7 0,13 7-6702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8:18.1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15 24575,'-7'-3'0,"0"0"0,0 1 0,0 0 0,0 0 0,-13-1 0,18 3 0,0 0 0,0 0 0,0 0 0,0 1 0,0-1 0,1 0 0,-1 1 0,0-1 0,0 1 0,0 0 0,0-1 0,1 1 0,-1 0 0,0 0 0,1 0 0,-1 0 0,0 1 0,1-1 0,0 0 0,-1 1 0,1-1 0,0 1 0,0-1 0,-1 1 0,1 0 0,-1 2 0,-1 4 0,0 0 0,0 0 0,1 0 0,0 0 0,0 1 0,1-1 0,0 1 0,0-1 0,1 1 0,0-1 0,1 1 0,0-1 0,0 1 0,1-1 0,0 0 0,0 0 0,1 0 0,6 13 0,-7-18 0,0 0 0,1 0 0,-1-1 0,1 1 0,-1-1 0,1 0 0,0 0 0,-1 0 0,1 0 0,0 0 0,5 2 0,6 2 0,20 5 0,5 2 0,-25-6 0,130 55 0,-105-48 0,71 17 0,-107-30-69,-1 0 1,0-1-1,0 1 1,1 0 0,-1-1 0,0 0 0,1 1-1,-1-1 1,1 0 0,-1 0 0,0-1 0,1 1-1,-1 0 1,0-1 0,1 1 0,-1-1 0,0 0-1,1 0 1,2-2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8:18.6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16 24575,'-2'-2'0,"0"1"0,0-1 0,-1 1 0,1-1 0,0 1 0,-1 0 0,1 0 0,-1 0 0,1 0 0,-1 0 0,0 1 0,1-1 0,-1 1 0,0-1 0,-5 1 0,6 1 0,-1 0 0,1-1 0,-1 1 0,1 0 0,-1 1 0,1-1 0,0 0 0,0 1 0,-1-1 0,1 1 0,0-1 0,0 1 0,1 0 0,-1 0 0,0 0 0,-2 4 0,-3 3-124,0 2 0,0-1 0,1 1 0,0 0 0,0 1 0,2-1-1,-1 1 1,2 0 0,-1 0 0,-2 25 0,6-26-6702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8:24.0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83 101 24575,'1'24'0,"2"0"0,1 0 0,8 30 0,1 8 0,24 114 0,-27-126 0,-35-139 0,-47-116 0,10 61 0,62 143 0,-1-1 0,1 1 0,-1-1 0,1 0 0,0 1 0,-1-1 0,1 1 0,0-1 0,0 1 0,0-1 0,0 0 0,0 1 0,1-4 0,-1 5 0,0 0 0,1-1 0,-1 1 0,0 0 0,0-1 0,0 1 0,1 0 0,-1-1 0,0 1 0,0 0 0,1 0 0,-1-1 0,0 1 0,1 0 0,-1 0 0,0-1 0,1 1 0,-1 0 0,0 0 0,1 0 0,-1 0 0,1 0 0,0-1 0,0 1 0,0 0 0,0 1 0,0-1 0,0 0 0,0 0 0,0 0 0,0 1 0,0-1 0,0 0 0,0 1 0,1 0 0,11 7 0,0 1 0,-1 0 0,0 1 0,-1 0 0,0 1 0,10 13 0,5 4 0,133 120 0,-121-116 0,2-2 0,59 33 0,-86-55 0,1-1 0,0 0 0,0-1 0,26 7 0,-39-13 0,0 0 0,0 1 0,0-1 0,-1 0 0,1 0 0,0 0 0,0 0 0,0 0 0,0 0 0,0 0 0,0 0 0,0 0 0,0 0 0,0 0 0,0-1 0,0 1 0,0 0 0,0-1 0,0 1 0,0-1 0,-1 1 0,1-1 0,0 1 0,0-1 0,-1 0 0,1 1 0,0-1 0,-1 0 0,1 0 0,0 1 0,-1-1 0,1 0 0,-1 0 0,1 0 0,-1 0 0,0 0 0,1 0 0,-1 0 0,0 1 0,0-1 0,0 0 0,0 0 0,0 0 0,0 0 0,0 0 0,0 0 0,0-2 0,-1-5 0,0 0 0,0-1 0,-1 1 0,-3-11 0,4 15 0,-16-41 0,-1 1 0,-39-70 0,-6-13 0,57 112 0,3 7 0,0 1 0,-1 0 0,-6-12 0,3 14 0,5 11 0,4 11 0,7 12-1365,-4-15-5461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8:24.4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238 71 24575,'-21'-12'0,"-53"-26"0,65 35 0,0-1 0,-1 1 0,1 0 0,-1 1 0,0 0 0,-10-1 0,17 3 0,1 0 0,-1 0 0,0 0 0,1 0 0,-1 1 0,1-1 0,-1 1 0,0-1 0,1 1 0,-1 0 0,1 0 0,-1 0 0,1 0 0,0 0 0,0 1 0,-1-1 0,1 1 0,-2 2 0,2-2 0,0 1 0,0-1 0,1 1 0,-1-1 0,1 1 0,0 0 0,0 0 0,0-1 0,0 1 0,0 0 0,1 0 0,-1 0 0,1 0 0,0 0 0,0 6 0,0-3 0,1 0 0,0 1 0,0-1 0,1 0 0,0 0 0,0 0 0,0 0 0,1 0 0,-1-1 0,2 1 0,-1-1 0,0 1 0,1-1 0,0 0 0,0-1 0,1 1 0,-1-1 0,1 0 0,7 6 0,1-2 0,0 0 0,1 0 0,-1-1 0,1-1 0,1 0 0,-1-1 0,16 3 0,-16-5 0,0 0 0,18 1 0,-28-4 0,0 0 0,0 0 0,1 0 0,-1 0 0,0-1 0,0 1 0,0-1 0,1 0 0,-1-1 0,0 1 0,7-4 0,-9 3 0,0 0 0,0 0 0,0 0 0,0-1 0,-1 1 0,1 0 0,-1-1 0,1 1 0,-1-1 0,0 1 0,0-1 0,0 0 0,-1 0 0,1 1 0,0-1 0,-1 0 0,0 0 0,0 0 0,0 1 0,0-6 0,-1-1 0,1 1 0,-2-1 0,1 1 0,-1 0 0,-5-14 0,4 15-68,0 0 0,0 1-1,0-1 1,-1 1 0,0 0 0,-1 0-1,1 1 1,-1-1 0,0 1 0,0 0-1,-1 0 1,0 1 0,1 0 0,-1 0-1,-1 0 1,1 1 0,-1-1-1,1 2 1,-11-4 0,5 4-6758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9:02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75 153 24575,'5'-4'0,"-1"0"0,-1-1 0,1 1 0,-1-1 0,1 0 0,3-8 0,-4 8 0,0 0 0,0 0 0,1 1 0,-1-1 0,1 1 0,0 0 0,7-6 0,-4 4 0,-6 5 0,0 1 0,-1-1 0,1 1 0,0-1 0,-1 0 0,1 0 0,0 1 0,-1-1 0,1 0 0,-1 0 0,1 0 0,-1 1 0,0-1 0,1 0 0,-1 0 0,0 0 0,1 0 0,-1 0 0,0 0 0,0 0 0,0 0 0,0 0 0,0 0 0,0-1 0,-1 0 0,1 1 0,-1 0 0,0 0 0,0-1 0,1 1 0,-1 0 0,0 0 0,0 0 0,0 0 0,0 0 0,0 0 0,-1 0 0,1 1 0,-2-2 0,-4-2 0,0 1 0,1 0 0,-2 1 0,-13-4 0,8 3 0,9 2 0,-1 0 0,1 0 0,-1 0 0,1 1 0,-1 0 0,-5 0 0,8 0 0,1 0 0,-1 1 0,1-1 0,-1 1 0,1-1 0,-1 1 0,1 0 0,-1 0 0,1-1 0,0 1 0,-1 0 0,1 0 0,0 1 0,0-1 0,0 0 0,0 0 0,0 0 0,0 1 0,0-1 0,0 0 0,1 1 0,-2 1 0,-1 4 0,1 0 0,0 0 0,0 0 0,1 0 0,0 0 0,0 0 0,1 0 0,0 8 0,6 58 0,-5-67 0,4 25 0,2 1 0,1-2 0,20 52 0,48 82 0,32 32 0,-39-74 0,54 108 0,-133-249-273,0-1 0,2 0 0,0-1 0,-7-33 0,12 36-6553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9:03.0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314 0 24575,'-30'10'0,"-11"3"0,-5 0 0,4-3 0,6-3 0,7-3 0,6-1 0,4-2 0,4-1 0,1-3 0,3-4 0,3-2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9:03.6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229 520 24575,'-116'-6'0,"13"-1"0,103 7 0,0 0 0,-1 0 0,1 0 0,0 0 0,-1 0 0,1 0 0,0 0 0,-1 0 0,1 0 0,0 0 0,-1 0 0,1 0 0,0 0 0,-1 0 0,1 0 0,0 0 0,-1 0 0,1 0 0,0 0 0,0 0 0,-1 0 0,1 1 0,0-1 0,-1 0 0,1 0 0,0 0 0,0 1 0,-1-1 0,1 0 0,0 0 0,-1 1 0,11 6 0,20 5 0,-29-12 0,30 11 0,0-1 0,1-2 0,0-1 0,0-1 0,55 2 0,-86-8 0,0 0 0,0 0 0,0 0 0,-1 0 0,1 0 0,0 0 0,0 0 0,-1-1 0,1 1 0,0 0 0,0 0 0,-1-1 0,1 1 0,0 0 0,-1-1 0,1 1 0,0 0 0,-1-1 0,1 1 0,-1-1 0,1 1 0,-1-1 0,1 0 0,0 0 0,0-1 0,0 0 0,-1 0 0,0 0 0,1 0 0,-1 0 0,0 0 0,0-3 0,0 2 0,0 1 0,1 0 0,-1-1 0,0 1 0,1 0 0,-1-1 0,1 1 0,1-3 0,8-12 0,1 2 0,1-1 0,18-18 0,11-14 0,-32 36 0,0-1 0,-1 0 0,-1 0 0,0-1 0,-1 0 0,0 0 0,6-27 0,-9 31 0,-2-1 0,1 0 0,-2 0 0,1 0 0,-1 0 0,-1 0 0,0 0 0,-1 0 0,0 1 0,0-1 0,-7-16 0,4 13 0,-1 0 0,0 1 0,-2 0 0,1 1 0,-1-1 0,-20-21 0,28 33 0,0 1 0,0 0 0,-1 0 0,1-1 0,0 1 0,0 0 0,0 0 0,-1-1 0,1 1 0,0 0 0,0 0 0,-1-1 0,1 1 0,0 0 0,0 0 0,-1 0 0,1 0 0,0 0 0,-1 0 0,1-1 0,0 1 0,0 0 0,-1 0 0,1 0 0,0 0 0,-1 0 0,1 0 0,0 0 0,-1 0 0,1 0 0,0 0 0,-1 0 0,1 1 0,0-1 0,-1 0 0,1 0 0,0 0 0,0 0 0,-1 1 0,0-1 0,1 1 0,-1 1 0,1-1 0,0 0 0,-1 0 0,1 0 0,0 0 0,-1 0 0,1 0 0,0 0 0,0 2 0,1 32 0,5-8 0,0 0 0,1-1 0,2 0 0,0 0 0,2-1 0,20 34 0,-10-23 0,3-1 0,0-2 0,45 47 0,-49-59 40,0-2 0,25 18 0,-35-30-226,0 0 1,0-1-1,1 0 0,0 0 1,0-1-1,0-1 1,16 4-1,-13-5-6640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9:04.0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141 47 24575,'-2'-1'0,"-9"-8"0,-24-15 0,32 22 0,1 1 0,-1-1 0,0 1 0,0 0 0,1 0 0,-1 0 0,0 0 0,0 0 0,0 1 0,0-1 0,0 1 0,0 0 0,0 0 0,0 0 0,0 0 0,-4 1 0,6 0 0,0-1 0,0 1 0,0 0 0,0-1 0,0 1 0,0 0 0,0 0 0,0 0 0,0 0 0,0 0 0,0 0 0,1 0 0,-1 0 0,0 0 0,1 0 0,-1 0 0,1 0 0,-1 0 0,1 1 0,-1-1 0,1 0 0,0 0 0,0 1 0,-1 1 0,1 4 0,-1 1 0,1-1 0,1 8 0,0-7 0,-1-2 0,1-1 0,0 1 0,0-1 0,0 1 0,1-1 0,-1 1 0,1-1 0,1 0 0,-1 0 0,1 0 0,6 9 0,-3-7 0,0 0 0,0-1 0,0 0 0,1 0 0,0 0 0,14 7 0,19 11 0,-13-9 0,41 32 0,-65-45 0,-1 0 0,-1-1 0,1 1 0,0 0 0,0 0 0,-1 0 0,1 1 0,-1-1 0,1 0 0,-1 0 0,0 1 0,0-1 0,1 5 0,-2-6 0,0 0 0,0 0 0,0 0 0,0 0 0,0 1 0,0-1 0,-1 0 0,1 0 0,0 0 0,0 0 0,-1 0 0,1 1 0,-1-1 0,1 0 0,-1 0 0,0 0 0,1 0 0,-1 0 0,0-1 0,0 1 0,0 0 0,1 0 0,-1 0 0,0-1 0,0 1 0,0 0 0,0-1 0,0 1 0,0-1 0,0 1 0,-1-1 0,0 1 0,-10 3 0,0 0 0,0-1 0,-1 0 0,1-1 0,-1-1 0,-22 1 0,15-3 0,-1 0 0,0-2 0,-27-6 0,46 9-59,1 0 0,0 0-1,0-1 1,-1 1-1,1 0 1,0-1 0,0 1-1,-1-1 1,1 0 0,0 1-1,0-1 1,0 0 0,0 0-1,0 1 1,0-1-1,0 0 1,0 0 0,1 0-1,-1 0 1,0 0 0,0 0-1,0-3 1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9:05.2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163 74 24575,'-1'-3'0,"1"0"0,0 1 0,-1-1 0,1 0 0,-1 1 0,0-1 0,0 1 0,0-1 0,0 1 0,0 0 0,0-1 0,-1 1 0,1 0 0,-1 0 0,-3-4 0,1 3 0,1 0 0,-1 0 0,1 0 0,-1 1 0,0 0 0,0-1 0,0 1 0,0 1 0,-6-3 0,6 3 0,0 0 0,-1 0 0,1 0 0,0 1 0,0-1 0,-1 1 0,1 0 0,0 1 0,-8 0 0,9 0 0,1 0 0,-1-1 0,1 1 0,0 0 0,0 0 0,-1 0 0,1 1 0,0-1 0,0 0 0,0 1 0,0 0 0,0-1 0,0 1 0,1 0 0,-1 0 0,1 0 0,-2 2 0,1 0 0,0 0 0,0 0 0,1 0 0,0 0 0,0 1 0,0-1 0,0 0 0,0 1 0,1-1 0,0 0 0,0 1 0,0-1 0,1 0 0,-1 1 0,1-1 0,0 0 0,0 0 0,1 1 0,-1-1 0,1 0 0,0 0 0,4 7 0,1-1 0,0 0 0,1 0 0,0 0 0,0-1 0,1-1 0,18 15 0,2 0 0,2-2 0,0-1 0,0-2 0,67 27 0,-67-34 0,36 9 0,-53-18 0,-1 1 0,0-2 0,1 1 0,-1-2 0,22-1 0,-33 1-54,-1 0-1,0-1 0,0 1 1,1 0-1,-1-1 1,0 1-1,0 0 0,0-1 1,0 1-1,1-1 1,-1 0-1,0 1 0,0-1 1,0 0-1,0 0 0,0 0 1,-1 1-1,1-1 1,0 0-1,0 0 0,0 0 1,-1-1-1,1 1 1,0-1-1,2-7-6771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9:08.6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28 24575,'-3'-4'0,"0"0"0,0 0 0,0 0 0,-5-5 0,3 6 0,16 16 0,120 130 0,167 173 0,-248-265 0,12 8 0,70 91 0,-203-233 0,-29-57-1365,86 117-5461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9:08.9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272 79 24575,'-14'-13'0,"-1"1"0,1 1 0,-2 0 0,-27-14 0,42 24 0,0 0 0,-1 0 0,1 1 0,-1-1 0,1 0 0,-1 1 0,0 0 0,1-1 0,-1 1 0,0 0 0,1 0 0,-1-1 0,0 1 0,1 1 0,-1-1 0,0 0 0,1 0 0,-1 1 0,1-1 0,-1 1 0,0-1 0,1 1 0,-1 0 0,1-1 0,0 1 0,-1 0 0,1 0 0,-1 0 0,1 0 0,0 0 0,0 0 0,0 1 0,0-1 0,0 0 0,0 1 0,0-1 0,0 0 0,0 1 0,1-1 0,-2 3 0,-1 6 0,0 0 0,0 0 0,1 0 0,0 1 0,0 10 0,1-16 0,-13 270 0,14-252 0,-1-1 0,-7 42 0,7-57 0,-1 0 0,0 1 0,0-1 0,-1 0 0,0 0 0,0-1 0,0 1 0,-1 0 0,0-1 0,0 0 0,-1 0 0,-7 7 0,-1-3-1365,1-4-5461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9:09.3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11 24575,'0'-1'0,"0"1"0,-1-1 0,1 0 0,-1 1 0,1-1 0,-1 0 0,1 1 0,-1-1 0,1 1 0,-1-1 0,0 1 0,1-1 0,-1 1 0,0-1 0,1 1 0,-1 0 0,0-1 0,1 1 0,-1 0 0,0 0 0,-1-1 0,2 2 0,-1-1 0,1 0 0,-1 0 0,1 0 0,-1 1 0,1-1 0,-1 0 0,1 1 0,-1-1 0,1 0 0,-1 1 0,1-1 0,-1 1 0,1-1 0,0 1 0,-1-1 0,1 1 0,0-1 0,-1 1 0,1 0 0,-3 5 0,1 0 0,0 0 0,-2 12 0,4-17 0,-6 43 0,2-1 0,2 1 0,7 81 0,-3-98 0,2 0 0,1-1 0,1 1 0,1-1 0,1-1 0,1 1 0,2-1 0,18 31 0,-17-36 0,0-1 0,2 0 0,0-1 0,2-1 0,0 0 0,0-1 0,2-1 0,0-1 0,0 0 0,24 12 0,-32-20-455,1 0 0,22 7 0,-20-9-6371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9:09.8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2 262 24575,'49'-35'0,"-16"12"0,37-34 0,-65 53 0,-1 0 0,0-1 0,-1 0 0,1 1 0,-1-1 0,0-1 0,0 1 0,0 0 0,3-10 0,-6 13 0,1-1 0,0 1 0,-1 0 0,0 0 0,1-1 0,-1 1 0,0-1 0,0 1 0,0 0 0,-1-1 0,1 1 0,0 0 0,-1-1 0,0 1 0,1 0 0,-1 0 0,0-1 0,0 1 0,0 0 0,-1 0 0,1 0 0,0 0 0,-1 1 0,1-1 0,-1 0 0,-3-2 0,0 0 0,-1 1 0,1-1 0,-1 2 0,1-1 0,-1 1 0,0-1 0,0 2 0,0-1 0,-1 1 0,1 0 0,0 0 0,0 0 0,-1 1 0,-8 1 0,12-1 0,0 0 0,-1 0 0,1 1 0,0-1 0,0 1 0,0 0 0,-1 0 0,1 0 0,0 1 0,0-1 0,1 1 0,-1-1 0,0 1 0,0 0 0,1 0 0,-1 0 0,1 0 0,0 1 0,0-1 0,0 1 0,0-1 0,0 1 0,0 0 0,1 0 0,-1 0 0,1 0 0,0 0 0,-1 0 0,1 3 0,0-1 0,0 0 0,1 0 0,-1 1 0,1-1 0,1 0 0,-1 0 0,1 0 0,0 0 0,0 0 0,0 0 0,3 8 0,0-5 0,0-1 0,0 0 0,0 0 0,1 0 0,0-1 0,9 11 0,3-2 0,0 0 0,1-1 0,1-1 0,25 15 0,-9-8 0,1-2 0,39 14 0,-62-26 0,1-2 0,0 0 0,1-1 0,-1 0 0,1-1 0,0 0 0,-1-2 0,29-1 0,-31-2-1365,-4 0-5461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9:10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 1 24575,'-2'3'0,"0"1"0,1 0 0,-1-1 0,1 1 0,0 0 0,-1 0 0,2 0 0,-1 0 0,1 0 0,-1 0 0,1 1 0,0-1 0,0 0 0,2 7 0,0 0 0,1 1 0,0 0 0,8 18 0,8 12 0,44 71 0,36 31 0,-96-140 0,9 14 0,-11-17 0,-1-1 0,1 1 0,-1 0 0,0-1 0,1 1 0,-1 0 0,0-1 0,0 1 0,1 0 0,-1-1 0,0 1 0,0 0 0,0 0 0,0-1 0,0 1 0,0 0 0,0 0 0,0 0 0,0-1 0,0 1 0,-1 1 0,1-2 0,-1 1 0,1-1 0,-1 0 0,1 0 0,-1 1 0,0-1 0,1 0 0,-1 0 0,1 0 0,-1 0 0,0 0 0,1 0 0,-1 0 0,1 0 0,-1 0 0,0 0 0,1 0 0,-1 0 0,1 0 0,-1 0 0,0 0 0,1-1 0,-1 1 0,0 0 0,-16-9 0,14 8 0,-38-23 0,1-2 0,-45-37 0,76 56 0,-6-5 0,0 0 0,0-1 0,2-1 0,-16-19 0,25 28 0,1 1 0,0 0 0,0-1 0,1 1 0,-1-1 0,1 0 0,0 0 0,0 0 0,1 0 0,-1 0 0,1 0 0,0-1 0,1 1 0,-1 0 0,1-1 0,0 1 0,0 0 0,1 0 0,0-1 0,2-8 0,-2 11 0,1 0 0,-1 0 0,1 0 0,0 0 0,0 0 0,1 0 0,-1 1 0,0-1 0,1 1 0,-1 0 0,1 0 0,0-1 0,0 2 0,0-1 0,0 0 0,0 1 0,0-1 0,5 0 0,7-3 0,0 1 0,26-4 0,-35 7 0,27-3 0,33 1 0,-19 1 0,-31 0-1365,-3-1-5461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9:10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18 24575,'-2'-7'0,"-2"-3"-8191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9:11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40 108 24575,'-4'-3'0,"2"1"0,-1 0 0,1 0 0,-1 0 0,0 0 0,1 0 0,-1 1 0,0-1 0,0 1 0,0 0 0,-5-1 0,8 2 0,0 0 0,0 1 0,0-1 0,0 0 0,0 0 0,0 1 0,-1-1 0,1 0 0,0 1 0,0-1 0,0 0 0,0 0 0,0 1 0,0-1 0,0 0 0,0 1 0,0-1 0,0 0 0,0 0 0,1 1 0,-1-1 0,0 0 0,0 1 0,0-1 0,0 0 0,0 0 0,0 1 0,1-1 0,-1 0 0,0 0 0,0 0 0,0 1 0,1-1 0,-1 0 0,1 0 0,7 11 0,17 13 0,1-1 0,0-1 0,2-1 0,1-2 0,0-1 0,50 22 0,-69-35 0,-3-1 0,1 0 0,0-1 0,0 0 0,0 0 0,1 0 0,-1-1 0,14 1 0,-21-3 0,0 0 0,0 0 0,0 0 0,0-1 0,0 1 0,-1 0 0,1-1 0,0 1 0,0 0 0,-1-1 0,1 1 0,0-1 0,0 1 0,-1-1 0,1 0 0,-1 1 0,1-1 0,0 0 0,-1 1 0,1-1 0,-1 0 0,0 0 0,1 1 0,-1-1 0,0 0 0,1 0 0,-1 0 0,0 1 0,0-1 0,0 0 0,1 0 0,-1 0 0,0 0 0,0 0 0,0 0 0,-1 1 0,1-1 0,0 0 0,-1-1 0,1-4 0,-2 1 0,1-1 0,0 1 0,-5-10 0,-23-36 0,21 38 0,1 0 0,0 0 0,0 0 0,-4-17 0,10 28 0,1 1 0,-1-1 0,1 1 0,-1-1 0,1 1 0,0-1 0,0 1 0,0-1 0,0 0 0,0 1 0,0-1 0,0 1 0,1-1 0,-1 1 0,1-1 0,0-1 0,0 2 0,-1 0 0,1 1 0,-1-1 0,1 0 0,0 1 0,-1-1 0,1 1 0,0-1 0,0 1 0,-1-1 0,1 1 0,0-1 0,0 1 0,0 0 0,0 0 0,0-1 0,-1 1 0,1 0 0,0 0 0,1 0 0,4 0 0,-1 1 0,0-1 0,1 1 0,-1 0 0,0 1 0,0-1 0,8 5 0,31 13 0,1 2 0,51 14 0,-94-34 0,1 0 0,-1 0 0,0-1 0,1 0 0,-1 1 0,1-1 0,-1 0 0,1 0 0,3-1 0,-6 1 0,1 0 0,0 0 0,-1-1 0,1 1 0,0 0 0,-1-1 0,1 1 0,-1-1 0,1 1 0,-1 0 0,1-1 0,-1 0 0,1 1 0,-1-1 0,1 1 0,-1-1 0,0 1 0,1-1 0,-1 0 0,0 1 0,1-1 0,-1 0 0,0 1 0,0-1 0,0 0 0,0 1 0,0-1 0,0 0 0,0 0 0,0 1 0,0-1 0,0 0 0,0 1 0,0-1 0,0 0 0,0 1 0,-1-2 0,-1-5 14,0 0-1,-1 0 0,1 0 0,-2 1 1,1-1-1,-1 1 0,0 0 1,-8-11-1,1 4-508,-1 1 0,-21-19 0,18 19-6331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9:11.7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24575,'56'66'-390,"-2"3"0,-4 2 0,49 92 0,-87-142 400,-2-6 34,-1 0 0,-1 1 1,-1 0-1,0 1 0,-1-1 1,7 35-1,-9-17-84,-2-1 0,-1 0 0,-2 1-1,-1-1 1,-2 0 0,-1 0 0,-1 0 0,-2-1 0,-19 49 0,23-72 23,0 1 1,-1-1-1,0 0 0,0-1 1,-1 1-1,-13 14 1,15-19 17,0 0 1,0-1-1,-1 0 1,1 1-1,-1-2 1,1 1-1,-1 0 1,0-1-1,0 0 1,0 0 0,0-1-1,-1 1 1,1-1-1,-7 1 1,-18-2-1078,4-3-4305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9:12.3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346 1 24575,'-27'0'0,"-13"0"0,-4 0 0,5 0 0,3 0 0,5 0 0,6 0 0,5 2 0,3 2 0,2-1 0,1-1 0,1 0 0,-1-3 0,3-2-8191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9:12.5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290 91 24575,'-27'-12'0,"-14"-7"0,-2 0 0,1 3 0,5 5 0,7 4 0,5 3 0,6 2 0,5 4 0,2 2 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9:13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24575,'4'4'0,"1"-1"0,-1 1 0,1 0 0,-1 0 0,-1 0 0,1 0 0,0 1 0,-1 0 0,5 8 0,5 8 0,43 48 0,3-1 0,3-3 0,3-3 0,84 62 0,-126-106 0,2-1 0,0 0 0,28 12 0,-53-29-2,0 1-1,1-1 0,-1 0 1,0 0-1,1 1 1,-1-1-1,0 0 0,1 0 1,-1 0-1,1 0 1,-1 0-1,0 1 0,1-1 1,-1 0-1,1 0 0,-1 0 1,0 0-1,1 0 1,-1 0-1,1 0 0,-1 0 1,0 0-1,1-1 1,-1 1-1,0 0 0,1 0 1,-1 0-1,1-1 1,-4-8 190,-13-14-1666,5 11-5348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9:13.4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243 17 24575,'-4'-3'0,"-1"1"0,0 0 0,0 0 0,0 0 0,0 1 0,0-1 0,-1 1 0,1 1 0,0-1 0,-7 1 0,10 0 0,0 0 0,0 1 0,0-1 0,-1 1 0,1 0 0,0-1 0,0 1 0,0 0 0,0 0 0,0 1 0,0-1 0,1 0 0,-1 1 0,0-1 0,1 1 0,-1-1 0,1 1 0,-1 0 0,1 0 0,0-1 0,-1 1 0,1 0 0,0 0 0,1 0 0,-1 1 0,-1 2 0,-1 6 0,0-1 0,1 1 0,0 0 0,0 20 0,3 48 0,1-36 0,5 55 0,1 17 0,-9-107 9,1 0 1,-1-1-1,-1 1 0,0 0 0,0-1 1,0 1-1,-1-1 0,0 0 0,0 0 0,-1 0 1,0 0-1,-5 7 0,6-10-83,-1 0-1,1 0 1,-1 0 0,1-1 0,-1 1-1,0-1 1,0 0 0,-1 0 0,1 0-1,-1-1 1,1 0 0,-1 0 0,0 0-1,0 0 1,1-1 0,-1 1 0,-1-1-1,1-1 1,-6 1 0,-2-1-6752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9:13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 24575,'-7'148'0,"0"-11"0,6-98 0,3 157 0,1-169 0,0-1 0,1 1 0,2-1 0,1 0 0,13 32 0,-12-42 0,0 0 0,1-1 0,1 0 0,0 0 0,1-1 0,1 0 0,0-1 0,1 0 0,1-1 0,0-1 0,23 16 0,-32-24-341,1 0 0,0-1-1,12 4 1,-2-2-6485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9:14.3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98 24575,'6'-11'0,"0"1"0,1 1 0,0-1 0,0 1 0,16-15 0,-20 21 0,0 1 0,0-1 0,1 1 0,-1 0 0,1 0 0,-1 1 0,1-1 0,-1 1 0,1-1 0,0 1 0,0 0 0,0 0 0,0 1 0,0-1 0,0 1 0,-1 0 0,1 0 0,0 0 0,0 1 0,7 1 0,2 1 0,-1 1 0,0 1 0,0 0 0,0 1 0,-1 0 0,0 0 0,0 1 0,15 13 0,-19-14 0,-1 0 0,0 0 0,0 1 0,0-1 0,-1 1 0,0 1 0,0-1 0,-1 1 0,0-1 0,0 1 0,-1 0 0,0 1 0,3 12 0,-5-15 0,-1 0 0,1-1 0,-1 1 0,0 0 0,0 0 0,-1 0 0,0 0 0,0-1 0,0 1 0,-1 0 0,-3 7 0,-2 2 0,-1 0 0,-15 21 0,1 0 0,20-34 0,1 0 0,0 0 0,0 1 0,0-1 0,0 0 0,0 1 0,0-1 0,1 1 0,-1-1 0,1 1 0,0-1 0,0 1 0,0-1 0,0 1 0,0 0 0,1 4 0,0-5 0,0 0 0,0 0 0,0 0 0,0 0 0,0 0 0,1 0 0,-1 0 0,1 0 0,-1-1 0,1 1 0,0-1 0,0 1 0,-1-1 0,1 1 0,0-1 0,0 0 0,0 0 0,0 0 0,3 1 0,6 1 0,0-1 0,0 0 0,1 0 0,-1-1 0,1-1 0,-1 0 0,1 0 0,15-3 0,-21 1-170,1 1-1,-1-1 0,1 0 1,-1 0-1,0-1 0,0 0 1,9-6-1,-2 2-6655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9:14.5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340 0 24575,'-27'5'0,"-11"2"0,-2-1 0,3 1 0,6 0 0,6-2 0,4-1 0,4 1 0,-1-1 0,1 0 0,1-2 0,-3 0 0,1-2 0,2 1-8191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9:15.0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24575,'53'33'0,"-2"2"0,57 50 0,-76-55 0,-1 0 0,-2 3 0,51 70 0,-50-56 0,40 85 0,-56-102 0,-2 1 0,-2 0 0,0 1 0,5 38 0,-13-56 0,0 1 0,-1-1 0,-1 22 0,0-32 0,0 1 0,-1-1 0,0 0 0,0 0 0,0 0 0,-1 1 0,1-1 0,-1-1 0,0 1 0,0 0 0,0 0 0,-1-1 0,1 1 0,-1-1 0,0 0 0,-3 4 0,-1-2-195,1 0 0,-1-1 0,0 0 0,-1 0 0,1 0 0,-11 3 0,1-1-6631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9:15.8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73 24575,'-2'-18'0,"1"5"0,-1 0 0,-4-16 0,10 49 0,3 35 0,-2-9 0,9 39 0,27 88 0,37 80 0,-12-45 0,-54-166 0,-2 1 0,-2 1 0,-2-1 0,1 75 0,-7-114-227,0 0-1,0 0 1,-1 0-1,1-1 1,-2 5-1,-1 0-6598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9:16.3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 24575,'37'-2'0,"1"1"0,53 5 0,-70-2 0,0 2 0,0 0 0,-1 1 0,1 2 0,34 15 0,-49-20 0,11 6 0,0 1 0,17 12 0,-29-17 0,-1-1 0,1 1 0,-1-1 0,-1 1 0,1 0 0,0 1 0,-1-1 0,0 1 0,0-1 0,0 1 0,4 10 0,-6-10 0,1 0 0,-1 0 0,0 0 0,0 0 0,0 0 0,-1 0 0,0 0 0,0 0 0,0 0 0,0 0 0,-1 0 0,0 0 0,0 0 0,0 0 0,-1 0 0,0 0 0,0 0 0,0-1 0,0 1 0,-1-1 0,1 1 0,-5 3 0,-4 8 0,5-9 0,0 0 0,1 1 0,0 0 0,0 0 0,-3 10 0,7-16 0,0 1 0,1-1 0,-1 1 0,1-1 0,-1 1 0,1 0 0,0-1 0,0 1 0,0 0 0,0-1 0,1 1 0,-1-1 0,1 1 0,-1 0 0,1-1 0,0 1 0,0-1 0,0 0 0,1 1 0,-1-1 0,0 0 0,4 4 0,1 1 0,0-1 0,1 1 0,0-2 0,0 1 0,1-1 0,-1 0 0,1 0 0,0-1 0,1 0 0,-1-1 0,11 4 0,-2-2 0,1-1 0,0 0 0,0-1 0,30 0 0,-41-2-114,0-1 1,0 0-1,0-1 0,0 0 0,0 0 1,-1 0-1,1-1 0,0 0 0,0 0 1,-1-1-1,9-4 0,-3-2-6712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9:16.5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293 38 24575,'-22'-8'0,"-10"-2"0,-2 1 0,3 2 0,3 4 0,3 3 0,2 1 0,3 1 0,0 0 0,1-1 0,-2 0 0,4 0-8191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9:17.1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202 29 24575,'-15'-7'0,"-7"-1"0,-3 2 0,2 2 0,1 1 0,4 4 0,4 1 0,1 1 0,0 0 0,0-1 0,0 0 0,2-1-8191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9:17.3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 32 24575,'-27'-7'0,"-11"-3"0,0 3 0,5 3 0,5 1 0,5 3 0,7 0-8191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9:17.9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78 282 24575,'5'-6'0,"54"-66"0,-49 59 0,-2 0 0,0 0 0,12-29 0,-18 38 0,0-1 0,-1 1 0,0-1 0,0 0 0,0 0 0,-1 1 0,1-1 0,-1 0 0,0 0 0,-1 0 0,1 0 0,-2-6 0,1 9 0,0-1 0,0 0 0,0 1 0,0-1 0,-1 1 0,1-1 0,-1 1 0,1 0 0,-1-1 0,0 1 0,0 0 0,0 0 0,0 0 0,0 0 0,-1 1 0,1-1 0,0 1 0,-1-1 0,1 1 0,-1 0 0,1 0 0,-4-1 0,0 0 0,-1 0 0,1 1 0,-1-1 0,0 1 0,1 1 0,-1 0 0,0-1 0,-8 2 0,11 0 0,1 0 0,-1 0 0,0 0 0,1 0 0,-1 1 0,1-1 0,-1 1 0,1 0 0,-1 0 0,1 0 0,0 1 0,0-1 0,0 1 0,1 0 0,-6 5 0,5-3 0,1 0 0,-1-1 0,0 2 0,1-1 0,0 0 0,1 0 0,-1 1 0,1-1 0,0 1 0,0-1 0,0 1 0,1-1 0,0 1 0,1 7 0,0-2 0,0 0 0,1 0 0,0-1 0,1 1 0,0-1 0,7 15 0,-5-17 0,0 1 0,0-1 0,1 0 0,0-1 0,1 0 0,0 0 0,0 0 0,0-1 0,1 0 0,13 9 0,-2-4 0,0-1 0,1 0 0,34 11 0,-24-12-341,1-2 0,0-1-1,41 3 1,-59-8-6485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9:18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0 24575,'48'125'0,"48"112"0,-89-222 0,-2-5 0,0 0 0,-1-1 0,0 2 0,-1-1 0,2 11 0,-5-21 0,0 1 0,0-1 0,0 1 0,0-1 0,1 1 0,-1-1 0,0 1 0,0-1 0,0 1 0,-1-1 0,1 1 0,0-1 0,0 1 0,0 0 0,0-1 0,0 1 0,-1-1 0,1 1 0,0-1 0,0 0 0,-1 1 0,1-1 0,0 1 0,-1-1 0,1 1 0,0-1 0,-1 0 0,1 1 0,-1-1 0,1 0 0,-1 1 0,0-1 0,-1 0 0,1 0 0,0 0 0,0 0 0,0 0 0,-1 0 0,1 0 0,0-1 0,0 1 0,0 0 0,-1-1 0,1 1 0,-1-1 0,-6-3 0,0-1 0,-12-8 0,19 12 0,-100-79 0,86 65 0,0 0 0,0-1 0,2 0 0,-12-19 0,22 31 0,0-1 0,1 1 0,0-1 0,0 1 0,0-1 0,0 0 0,1 0 0,-1-6 0,1 9 0,1 0 0,0-1 0,0 1 0,0 0 0,1 0 0,-1 0 0,0 0 0,1 0 0,-1 0 0,1 0 0,0 1 0,-1-1 0,1 0 0,0 0 0,0 0 0,0 1 0,0-1 0,1 0 0,-1 1 0,0-1 0,1 1 0,2-3 0,1 1-2,-1 1 0,0-1 0,0 1 0,1 0-1,0 0 1,-1 0 0,1 0 0,0 1 0,6-1-1,5 0 63,25 1 0,-27 1-548,-1-1 1,22-3-1,-22 2-6338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9:18.9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57 24575,'5'-17'0,"1"-3"0,1 6 0,-2 9 0,-2 9 0,-1 10 0,2 4 0,0 2 0,-1-3-8191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9:19.4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93 24575,'0'0'0,"0"-1"0,0 1 0,-1 0 0,1 0 0,0 0 0,0-1 0,0 1 0,0 0 0,0 0 0,-1 0 0,1 0 0,0 0 0,0 0 0,0-1 0,-1 1 0,1 0 0,0 0 0,0 0 0,0 0 0,-1 0 0,1 0 0,0 0 0,0 0 0,0 0 0,-1 0 0,1 0 0,0 0 0,0 0 0,0 0 0,-1 0 0,1 0 0,0 0 0,0 0 0,0 0 0,-1 0 0,1 0 0,0 0 0,0 1 0,0-1 0,-1 0 0,1 0 0,0 0 0,0 0 0,0 0 0,0 1 0,0-1 0,-1 0 0,1 0 0,0 0 0,0 0 0,0 1 0,0-1 0,0 0 0,0 0 0,0 0 0,0 1 0,0-1 0,0 0 0,-1 14 0,2-9 0,1 0 0,0 0 0,0-1 0,1 1 0,-1-1 0,1 0 0,0 0 0,5 6 0,31 30 0,-23-26 0,0 3 0,-3-3 0,21 16 0,-30-27 0,0 0 0,0-1 0,0 1 0,0-1 0,1 1 0,-1-1 0,1-1 0,-1 1 0,1-1 0,6 2 0,-9-3 0,-1 0 0,1 1 0,-1-1 0,0 0 0,1 0 0,-1 0 0,0 0 0,1-1 0,-1 1 0,1 0 0,-1 0 0,0-1 0,1 1 0,-1-1 0,0 1 0,0-1 0,1 0 0,-1 1 0,0-1 0,0 0 0,0 0 0,0 0 0,0 0 0,0 0 0,0 0 0,0 0 0,0 0 0,0 0 0,-1 0 0,1-1 0,0 1 0,-1 0 0,1 0 0,-1-1 0,0 1 0,1 0 0,-1-1 0,0 1 0,0-1 0,0 1 0,0 0 0,0-1 0,0-1 0,0-4 0,-1-1 0,0 1 0,-1-1 0,1 1 0,-1 0 0,-6-13 0,4 11 0,-6-13 0,9 21 0,1 0 0,0 0 0,0 1 0,-1-1 0,1 0 0,0 0 0,0 0 0,0 0 0,0 0 0,0 0 0,0 0 0,0 0 0,0 0 0,0 0 0,1 0 0,-1 0 0,0 0 0,1-1 0,0 2 0,-1-1 0,1 1 0,-1 0 0,1-1 0,-1 1 0,1 0 0,-1-1 0,1 1 0,-1 0 0,1 0 0,0 0 0,-1 0 0,1 0 0,-1-1 0,1 1 0,0 0 0,-1 0 0,1 0 0,-1 1 0,1-1 0,0 0 0,-1 0 0,2 0 0,16 6 0,-14-5 0,105 43 0,-76-29 0,69 21 0,-84-31 0,4 1 0,43 6 0,-60-11 0,0-1 0,0 0 0,0 0 0,0 0 0,0 0 0,0-1 0,0 0 0,0 0 0,0 0 0,0-1 0,0 1 0,0-1 0,-1-1 0,7-2 0,-9 3 0,1-1 0,0 1 0,-1-1 0,0 1 0,1-1 0,-1 0 0,0 0 0,0 0 0,0 0 0,-1 0 0,1 0 0,-1-1 0,0 1 0,0 0 0,0-1 0,0 1 0,-1-1 0,1 1 0,-1-1 0,0 0 0,0 1 0,0-1 0,0 1 0,-1-1 0,0 1 0,-1-6 0,-1-2 0,-1 1 0,0 0 0,0 0 0,-1 0 0,0 0 0,-1 1 0,-10-13 0,3 6-682,-17-15-1,9 12-6143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9:26.5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130 222 24575,'-2'-4'0,"0"0"0,0 1 0,-1-1 0,-4-4 0,7 7 0,0 1 0,0 0 0,0 0 0,-1-1 0,1 1 0,0 0 0,0 0 0,0 0 0,-1 0 0,1-1 0,0 1 0,-1 0 0,1 0 0,0 0 0,0 0 0,-1 0 0,1 0 0,0 0 0,-1 0 0,1 0 0,0 0 0,-1 0 0,1 0 0,0 0 0,0 0 0,-1 0 0,0 0 0,1 1 0,-1-1 0,1 1 0,-1-1 0,1 1 0,0 0 0,-1-1 0,1 1 0,0 0 0,-1 0 0,1-1 0,0 1 0,0 0 0,-1 0 0,1-1 0,0 1 0,0 1 0,-2 22 0,1 1 0,1-1 0,5 41 0,19 73 0,-18-108 0,21 88 0,4 23 0,-26-110 0,-1-1 0,-1 52 0,-5-71 0,-2-16 0,-3-16 0,-21-171 0,1 6 0,7 109 0,-2 1 0,-40-89 0,54 145 0,2 9 0,2 0 0,0 0 0,-5-20 0,11 30 0,3 5 0,3 6 0,28 39 0,48 58 0,-18-39 0,3-4 0,80 58 0,164 96 0,-263-184 0,2-3 0,63 28 0,-114-58 0,0-1 0,1 1 0,-1-1 0,1 1 0,-1-1 0,1 1 0,-1-1 0,1 0 0,-1 0 0,1 0 0,-1 0 0,1 0 0,-1 0 0,1 0 0,-1 0 0,3-1 0,-4 1 0,1-1 0,0 0 0,0 1 0,-1-1 0,1 0 0,-1 1 0,1-1 0,-1 0 0,1 0 0,-1 1 0,1-1 0,-1 0 0,0 0 0,1 0 0,-1 1 0,0-1 0,0 0 0,0 0 0,0 0 0,1 0 0,-1 0 0,0 0 0,-1 0 0,1 0 0,0 1 0,0-1 0,0 0 0,-1-1 0,-3-19 0,-2 0 0,-1 1 0,0 0 0,-15-29 0,6 15 0,-70-180 0,65 153 0,-19-100 0,27 80 0,-11-51 0,23 128 0,0 1 0,0-1 0,0 1 0,-1-1 0,0 1 0,0 0 0,0-1 0,0 1 0,0 0 0,0 0 0,-4-3 0,4 5 0,1 0 0,0 0 0,0 0 0,-1 1 0,1-1 0,0 0 0,-1 1 0,1-1 0,-1 1 0,1-1 0,-1 1 0,1 0 0,-1 0 0,1 0 0,-1 0 0,1 0 0,-1 0 0,1 0 0,-1 0 0,1 0 0,-1 1 0,1-1 0,-1 1 0,1-1 0,0 1 0,-1 0 0,1-1 0,0 1 0,-1 0 0,-1 2 0,-8 6-1365,1 1-5461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9:27.6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378 319 24575,'8'-10'0,"0"0"0,-1-1 0,0 0 0,-1 0 0,-1-1 0,0 0 0,7-21 0,-11 27 0,0 0 0,0 0 0,0-1 0,-1 1 0,0 0 0,0 0 0,-1 0 0,1 0 0,-1 0 0,-1 0 0,1 0 0,-1 0 0,0 0 0,0 1 0,-1-1 0,1 1 0,-1-1 0,-5-5 0,1 1 0,0 1 0,-1 0 0,0 0 0,0 1 0,-1 0 0,-14-10 0,19 15 0,0 1 0,0-1 0,-1 1 0,1 0 0,0 1 0,-1-1 0,1 1 0,-1 0 0,1 0 0,-1 0 0,1 1 0,-1 0 0,0 0 0,1 0 0,-1 0 0,0 1 0,1-1 0,-1 1 0,-5 2 0,-20 9 0,1 1 0,-30 19 0,3-3 0,51-26 0,1-1 0,-1 1 0,0 0 0,1 0 0,0 1 0,-1-1 0,1 1 0,1 0 0,-1 0 0,0 0 0,1 0 0,0 1 0,0-1 0,0 1 0,1 0 0,0 0 0,0 0 0,0 0 0,0 1 0,1-1 0,0 0 0,0 1 0,0-1 0,1 0 0,-1 1 0,2 8 0,-1 0 0,0 0 0,1 0 0,1 0 0,0 0 0,1 0 0,0 0 0,1-1 0,1 1 0,0-1 0,1 0 0,8 15 0,1-7 0,0-1 0,1-1 0,1 0 0,1 0 0,0-2 0,1-1 0,1 0 0,27 16 0,-8-9 0,2-1 0,0-2 0,73 23 0,-90-35 0,0-2 0,30 5 0,-40-10 0,-1 1 0,1-2 0,0 0 0,-1 0 0,23-5 0,-32 4 0,0 0 0,-1 0 0,1 0 0,0-1 0,-1 1 0,0-1 0,1 0 0,-1 0 0,0 0 0,0 0 0,0-1 0,0 1 0,-1-1 0,5-5 0,-3 3 0,-1 0 0,0 0 0,0-1 0,-1 1 0,0-1 0,0 0 0,0 0 0,1-8 0,0-4 0,-2 1 0,0 0 0,-1-1 0,-1 1 0,-5-27 0,1 15 0,-2 0 0,-1 1 0,-2 0 0,0 0 0,-2 1 0,-1 0 0,-1 1 0,-1 1 0,-1 0 0,-2 1 0,0 1 0,-2 1 0,0 0 0,-1 2 0,-34-26 0,47 41-59,1-1 0,-1 1-1,0 1 1,0 0-1,-1 0 1,1 0 0,-1 1-1,0 1 1,0-1 0,0 1-1,0 1 1,0 0 0,-1 0-1,1 1 1,0 0-1,0 0 1,0 1 0,-1 1-1,1-1 1,0 1 0,0 1-1,-12 5 1,1 2-6767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9:28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65 24575,'-20'-64'0,"54"134"0,53 104 0,-17-37 0,-69-136-9,37 82 139,-33-69-427,-1-1 0,0 1-1,0 0 1,1 18 0,-4-17-6529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39:28.9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 3 24575,'-12'-1'0,"1"0"0,-1 0 0,-16 2 0,26-1 0,-1 0 0,1 1 0,-1-1 0,1 1 0,0-1 0,-1 1 0,1 0 0,-1 0 0,1 0 0,0 0 0,0 0 0,0 0 0,0 1 0,-1-1 0,2 1 0,-1-1 0,0 1 0,0 0 0,0 0 0,1 0 0,-1 0 0,-1 3 0,3-3 0,-1 1 0,1-1 0,-1 0 0,1 1 0,0-1 0,0 1 0,0-1 0,0 1 0,1-1 0,-1 0 0,1 1 0,-1-1 0,1 0 0,0 1 0,0-1 0,0 0 0,0 0 0,0 0 0,0 0 0,3 3 0,3 5 0,0-1 0,16 15 0,-17-19 0,-1-1 0,1 1 0,0-1 0,0 0 0,7 3 0,-10-5 0,-1-1 0,1 0 0,0 0 0,-1 0 0,1 0 0,0 0 0,0-1 0,-1 1 0,1-1 0,0 0 0,0 0 0,0 0 0,0 0 0,0-1 0,4 0 0,-6 1 0,-1 0 0,1-1 0,0 1 0,-1 0 0,1-1 0,0 1 0,-1 0 0,1-1 0,0 1 0,-1 0 0,1-1 0,-1 1 0,1-1 0,-1 1 0,1-1 0,-1 0 0,0 1 0,1-1 0,-1 1 0,0-1 0,1 0 0,-1 1 0,0-1 0,0 0 0,1 1 0,-1-2 0,0 0 0,0 1 0,0-1 0,-1 1 0,1-1 0,0 1 0,-1-1 0,1 1 0,-1-1 0,0 1 0,1 0 0,-3-3 0,-1-2 0,0 1 0,0-1 0,-1 1 0,-8-7 0,12 11 0,-10-8 0,1 1 0,-15-9 0,22 16 0,0-1 0,1 1 0,-1-1 0,0 1 0,1 0 0,-1 0 0,0 0 0,0 1 0,0-1 0,0 1 0,0-1 0,0 1 0,0 0 0,0 0 0,0 1 0,-5 0 0,7-1 3,1 0 1,-1 1-1,0-1 0,0 1 0,1-1 0,-1 1 0,0-1 0,1 1 1,-1-1-1,0 1 0,1-1 0,-1 1 0,1 0 0,-1-1 1,1 1-1,-1 0 0,1 0 0,-1-1 0,1 1 0,0 0 0,0 0 1,-1 0-1,1-1 0,0 1 0,0 0 0,0 0 0,0 0 0,0 0 1,0 0-1,0-1 0,0 1 0,0 0 0,0 0 0,1 0 1,-1 0-1,0-1 0,1 2 0,0 1-189,0 1 1,0-1-1,1 0 0,0 0 1,-1 0-1,1 0 1,4 5-1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03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1164 16 24575,'-7'4'0,"-8"1"0,-242 29 0,-2-16 0,160-12 0,-200 0 0,208-7 0,80 2 0,-1 0 0,-18 5 0,20-4 0,0 0 0,1-1 0,-1 0 0,-11 0 0,20-1 0,-1 0 0,1 0 0,0 0 0,0-1 0,0 1 0,0 0 0,0 0 0,0-1 0,-1 1 0,1-1 0,0 1 0,0-1 0,0 1 0,0-1 0,0 1 0,1-1 0,-2-1 0,1 2 0,1-1 0,0 0 0,-1 1 0,1-1 0,0 0 0,0 1 0,-1-1 0,1 0 0,0 1 0,0-1 0,0 0 0,0 1 0,0-1 0,0 0 0,0 1 0,0-1 0,0 0 0,0 1 0,1-1 0,-1-1 0,2-1 0,-1 0 0,0 1 0,1-1 0,0 0 0,0 1 0,0-1 0,0 1 0,0 0 0,0 0 0,0 0 0,3-2 0,3-1 0,0 0 0,1 1 0,-1 1 0,1-1 0,0 1 0,16-3 0,58-6 0,225 5 0,-194 9 0,-17-2 0,315 9 0,-381-8 0,-20-2 0,-1 2 0,0-1 0,0 1 0,0 1 0,0 0 0,0 0 0,11 5 0,-20-5 0,-5-1 0,-6 1 0,-31-2 0,-68-8 0,53 2 0,50 6 0,-271-16 0,-263 54-156,387-23-1053,120-12-5617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05.7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719 5 24575,'19'-4'0,"-19"4"0,1 0 0,-1 0 0,0 0 0,0 0 0,0 0 0,1 0 0,-1 0 0,0 0 0,0 0 0,1 0 0,-1 0 0,0 0 0,0 0 0,0 0 0,1 0 0,-1 1 0,0-1 0,0 0 0,0 0 0,0 0 0,1 0 0,-1 0 0,0 1 0,0-1 0,0 0 0,0 0 0,0 0 0,1 1 0,-1-1 0,0 1 0,0 0 0,0-1 0,-1 1 0,1 0 0,0-1 0,0 1 0,0-1 0,-1 1 0,1 0 0,0-1 0,-1 1 0,1-1 0,0 1 0,-1-1 0,0 1 0,-24 29 0,-1-2 0,-54 44 0,19-17 0,-19 21 0,-218 198 0,266-243-341,0 1 0,3 2-1,-30 41 1,42-51-6485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06.5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24575,'1'32'0,"2"1"0,1-1 0,1-1 0,2 1 0,17 48 0,72 146 0,-77-185 0,-8-18 0,9 31 0,-18-48 0,0 1 0,0 0 0,-1 0 0,0 0 0,0 0 0,-1 0 0,0 0 0,0 0 0,-2 11 0,2-17 3,0 0 1,0 1-1,-1-1 0,1 0 0,0 0 1,-1 1-1,1-1 0,-1 0 0,0 0 1,1 0-1,-1 0 0,0 0 0,1 0 1,-1 0-1,0 0 0,0 0 0,0 0 1,0 0-1,0 0 0,0 0 0,0-1 0,0 1 1,-1 0-1,1-1 0,0 1 0,0-1 1,0 0-1,-1 1 0,1-1 0,0 0 1,-1 1-1,1-1 0,0 0 0,0 0 1,-1 0-1,0-1 0,-2 1-117,1-1 0,0 0-1,0 0 1,-1 0 0,1-1 0,0 1-1,0-1 1,1 0 0,-1 0 0,0 0-1,1 0 1,-5-4 0,-3-6-6712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06.7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293 1 24575,'-25'14'0,"-10"8"0,-2 0 0,3-3 0,5-4 0,5-3 0,6-2 0,4-2 0,2-3 0,3 0 0,1 0 0,-1-1 0,-2-2 0,2-3 0,-1-2 0,2-2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07.0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24575,'5'10'0,"4"3"0,1 2 0,0-2 0,2 0 0,1-3 0,-2-3-8191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07.2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 24575,'5'-3'0,"2"2"0,-1 4 0,1 3 0,0 4 0,1-1 0,-1 2 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08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1 204 24575,'5'8'0,"0"1"0,0-1 0,1 0 0,1-1 0,-1 0 0,1 0 0,8 7 0,-3-5 0,0 0 0,1 0 0,24 12 0,-31-19 0,1 1 0,-1-1 0,1 0 0,-1 0 0,1-1 0,0 0 0,-1 0 0,8 0 0,-12-1 0,-1 0 0,0 0 0,1 0 0,-1 0 0,1 0 0,-1-1 0,0 1 0,1 0 0,-1-1 0,0 1 0,1-1 0,-1 1 0,0-1 0,0 0 0,1 1 0,-1-1 0,0 0 0,0 0 0,0 0 0,0 0 0,0 0 0,0 0 0,0 0 0,0 0 0,-1-1 0,1 1 0,0 0 0,-1 0 0,1-1 0,-1 1 0,1 0 0,-1-1 0,1 1 0,-1 0 0,0-1 0,0 1 0,0-1 0,0 1 0,0-1 0,0 1 0,0 0 0,0-1 0,-1-1 0,-1-6 0,-1 0 0,0 1 0,0 0 0,0-1 0,-1 1 0,-5-7 0,-10-23 0,19 37 0,-1 1 0,1-1 0,0 0 0,-1 1 0,1-1 0,0 0 0,0 0 0,0 1 0,0-1 0,-1 0 0,1 0 0,0 0 0,0 1 0,1-1 0,-1 0 0,0 0 0,0 0 0,0 0 0,1 0 0,-1 1 0,0 0 0,1 0 0,-1 0 0,0-1 0,1 1 0,-1 0 0,0 0 0,1 0 0,-1 0 0,1-1 0,-1 1 0,0 0 0,1 0 0,-1 0 0,0 0 0,1 0 0,-1 0 0,1 0 0,-1 0 0,0 0 0,1 0 0,-1 1 0,1-1 0,-1 0 0,6 2 0,-1 0 0,0 0 0,9 6 0,-10-6 0,32 18 0,-9-4 0,59 25 0,-86-41 0,1 1 0,0-1 0,0 0 0,-1 0 0,1 1 0,0-1 0,0 0 0,0 0 0,0 0 0,-1 0 0,1 0 0,0 0 0,0 0 0,0 0 0,0 0 0,-1-1 0,1 1 0,0 0 0,0 0 0,-1-1 0,1 1 0,0-1 0,0 1 0,-1-1 0,1 1 0,0-1 0,-1 1 0,1-1 0,-1 1 0,1-1 0,-1 0 0,1 1 0,-1-1 0,1 0 0,-1 1 0,1-1 0,-1 0 0,0-1 0,1 1 0,0 0 0,0-1 0,-1 1 0,1 0 0,0 0 0,0 0 0,0 0 0,0-1 0,0 2 0,0-1 0,1 0 0,-1 0 0,0 0 0,0 0 0,1 1 0,1-2 0,9 0 0,-1 0 0,1 1 0,0 0 0,0 1 0,20 2 0,-16-1 0,0-1 0,20-2 0,-17-1 0,0 0 0,0-2 0,0 0 0,0-1 0,-1-1 0,19-10 0,-34 15 0,0 1 0,1-1 0,-1 0 0,0 0 0,0-1 0,-1 1 0,1 0 0,0-1 0,-1 0 0,1 0 0,-1 0 0,0 0 0,0 0 0,0 0 0,-1 0 0,1 0 0,-1-1 0,1 1 0,-1-1 0,0 1 0,-1-1 0,1 1 0,0-1 0,-1 0 0,0 1 0,0-1 0,0 0 0,-1 1 0,1-1 0,-1 0 0,1 1 0,-1-1 0,0 1 0,-1-1 0,1 1 0,-1 0 0,1-1 0,-4-3 0,2 3 0,0-1 0,-1 1 0,1 0 0,-1 0 0,0 0 0,-1 0 0,1 1 0,-1-1 0,1 1 0,-1 0 0,0 1 0,0-1 0,0 1 0,-1 0 0,1 0 0,0 0 0,-1 1 0,1 0 0,-1 0 0,0 1 0,1-1 0,-7 1 0,11 0 0,-1 0 0,1 0 0,0 0 0,-1 1 0,1-1 0,0 0 0,-1 0 0,1 1 0,0-1 0,0 1 0,0-1 0,-1 1 0,1 0 0,0-1 0,0 1 0,0 0 0,0 0 0,0 0 0,0 0 0,0 0 0,0 0 0,0 0 0,1 0 0,-1 0 0,0 0 0,1 0 0,-1 0 0,0 1 0,1-1 0,0 0 0,-1 0 0,1 1 0,0-1 0,0 0 0,-1 1 0,1-1 0,0 0 0,0 1 0,0-1 0,1 0 0,-1 0 0,1 3 0,0 1 0,0 1 0,1-1 0,-1 0 0,1 1 0,0-1 0,1 0 0,0 0 0,-1-1 0,5 6 0,4 2 0,1 0 0,0 0 0,0-2 0,1 0 0,0 0 0,1-1 0,0-1 0,25 11 0,-5-5 0,0-1 0,65 13 0,-74-21-455,1-2 0,51 2 0,-61-6-6371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08.9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347 354 24575,'-298'-43'0,"293"43"0,1 0 0,-1 0 0,0 0 0,0 0 0,-6 2 0,10-2 0,0 0 0,1 0 0,-1 1 0,1-1 0,-1 0 0,0 0 0,1 1 0,-1-1 0,0 0 0,1 1 0,-1-1 0,1 1 0,-1-1 0,1 1 0,-1-1 0,1 1 0,-1-1 0,1 1 0,0-1 0,-1 1 0,1 0 0,0-1 0,-1 1 0,1-1 0,0 1 0,0 0 0,0-1 0,0 1 0,-1 0 0,1-1 0,0 1 0,0 0 0,0-1 0,0 1 0,1 0 0,-1 0 0,0-1 0,0 1 0,0 0 0,0-1 0,1 1 0,-1-1 0,0 1 0,1 0 0,-1-1 0,0 1 0,1 0 0,3 5 0,0 1 0,1-1 0,-1 0 0,1-1 0,0 1 0,1-1 0,-1 0 0,1 0 0,0 0 0,0-1 0,12 6 0,7 3 0,46 15 0,-62-25 0,5 2 0,1-1 0,0 0 0,1-1 0,21 1 0,-29-3 0,1-1 0,-1 0 0,1 0 0,0-1 0,-1 0 0,1-1 0,-1 0 0,0 0 0,12-5 0,-17 5 0,-1 1 0,1-1 0,0 1 0,-1-1 0,1 0 0,-1 0 0,1 0 0,-1 0 0,0-1 0,0 1 0,0 0 0,0-1 0,-1 0 0,1 1 0,2-6 0,-3 4 0,0 0 0,0 0 0,0 0 0,-1 0 0,1 0 0,-1 0 0,0 0 0,0 0 0,-1 0 0,-1-8 0,-1 1 0,0-1 0,-2 0 0,1 1 0,-1 0 0,-1 0 0,-14-20 0,-86-110 0,83 115 0,-1 1 0,-1 1 0,-30-22 0,54 46 0,1-1 0,-1 1 0,0-1 0,1 1 0,-1-1 0,0 1 0,0-1 0,1 1 0,-1-1 0,0 1 0,0 0 0,0 0 0,0-1 0,1 1 0,-1 0 0,0 0 0,-1 0 0,2 0 0,-1 0 0,1 1 0,0-1 0,0 0 0,-1 0 0,1 1 0,0-1 0,0 0 0,0 1 0,-1-1 0,1 0 0,0 1 0,0-1 0,0 0 0,0 1 0,0-1 0,0 0 0,0 1 0,0-1 0,0 0 0,0 1 0,0-1 0,0 0 0,0 1 0,0-1 0,0 0 0,0 1 0,2 5 0,-1-1 0,1 0 0,4 9 0,30 54 0,2-2 0,62 79 0,-81-122-682,35 36-1,-42-48-6143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09.3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178 129 24575,'-43'-38'0,"28"25"0,1 0 0,-2 1 0,0 1 0,-25-15 0,40 26 0,0-1 0,0 1 0,0-1 0,-1 1 0,1-1 0,0 1 0,0 0 0,-1-1 0,1 1 0,0 0 0,-1 0 0,1 0 0,0 0 0,-1 0 0,-1 1 0,2-1 0,0 0 0,1 1 0,-1-1 0,1 0 0,-1 1 0,0-1 0,1 1 0,-1-1 0,1 1 0,0-1 0,-1 1 0,1-1 0,-1 1 0,1 0 0,0-1 0,-1 1 0,1-1 0,0 1 0,0 0 0,-1-1 0,1 2 0,0 1 0,-1 0 0,1 0 0,0 0 0,1 0 0,-1-1 0,0 1 0,1 0 0,-1 0 0,1 0 0,0-1 0,0 1 0,2 4 0,3 2 0,0 1 0,1-1 0,0-1 0,0 1 0,1-1 0,0 0 0,11 8 0,4 0 0,41 24 0,-53-34 0,1 0 0,0-1 0,0 0 0,0-1 0,16 3 0,-24-6 0,0 0 0,0-1 0,0 1 0,0-1 0,0 0 0,0 0 0,0 0 0,0 0 0,0-1 0,0 0 0,0 0 0,0 0 0,0 0 0,0-1 0,0 1 0,-1-1 0,1 0 0,-1 0 0,1 0 0,3-4 0,-5 5 0,-1-1 0,1 0 0,-1 1 0,0-1 0,1 0 0,-1 0 0,0 0 0,0 0 0,-1 0 0,1 0 0,0 0 0,-1 0 0,1 0 0,-1 0 0,1-1 0,-1-2 0,0 1 0,-1 1 0,1-1 0,-1 0 0,0 1 0,0-1 0,0 1 0,0-1 0,0 1 0,-3-4 0,-2-3 0,0 1 0,-1 0 0,0 1 0,0-1 0,-13-10 0,9 10 0,-1 0 0,1 1 0,-1 0 0,-1 1 0,1 1 0,-1 0 0,0 0 0,-1 2 0,-15-5 0,27 9-97,-1-1-1,0 1 1,0 0-1,0-1 1,0 1-1,0 0 1,0 1-1,1-1 1,-1 1-1,0-1 1,0 1-1,0 0 0,-2 1 1,-8 4-6729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10.0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1 132 24575,'6'1'0,"-1"0"0,1 0 0,-1 1 0,1 0 0,-1 0 0,0 0 0,0 1 0,0-1 0,0 1 0,7 6 0,11 5 0,18 10 0,-26-15 0,0 0 0,1-1 0,27 10 0,-41-17 0,-1 0 0,1-1 0,0 1 0,0-1 0,-1 0 0,1 0 0,0 0 0,0 1 0,0-2 0,-1 1 0,1 0 0,0 0 0,0 0 0,0-1 0,-1 1 0,1-1 0,0 0 0,-1 1 0,1-1 0,0 0 0,-1 0 0,1 0 0,-1 0 0,2-1 0,-1-1 0,-1 1 0,1 0 0,-1 0 0,0 0 0,1-1 0,-1 1 0,0-1 0,0 1 0,-1-1 0,1 1 0,-1-1 0,1 1 0,-1-1 0,0 0 0,0 1 0,0-4 0,-1-1 0,0 0 0,0 1 0,-1-1 0,0 1 0,0-1 0,-1 1 0,0 0 0,0 0 0,0 0 0,-1 0 0,0 1 0,-6-7 0,-13-24 0,52 51 0,-22-10 0,11 7 0,1 0 0,31 14 0,-45-24 0,1 1 0,-1-1 0,1-1 0,0 1 0,0-1 0,-1 0 0,1-1 0,0 1 0,0-1 0,0 0 0,0 0 0,0-1 0,0 0 0,9-2 0,-12 2 0,-1 0 0,0 0 0,0 0 0,0 0 0,0 0 0,0 0 0,0-1 0,0 1 0,0-1 0,-1 1 0,1-1 0,0 1 0,-1-1 0,1 0 0,-1 0 0,0 0 0,0 0 0,2-4 0,-1 0 0,0-1 0,-1 1 0,1-1 0,-2 0 0,1-6 0,0 6 0,-1 0 0,1 0 0,0 0 0,4-10 0,-5 16 0,1 0 0,-1-1 0,1 1 0,-1 0 0,1 0 0,0 0 0,0 0 0,0-1 0,-1 1 0,1 1 0,0-1 0,0 0 0,0 0 0,1 0 0,-1 0 0,0 1 0,0-1 0,0 0 0,2 0 0,0 1 0,-1-1 0,0 1 0,1-1 0,-1 1 0,1 0 0,-1 0 0,1 0 0,-1 1 0,5 0 0,4 2 0,-1 1 0,0-1 0,18 11 0,-22-11 0,27 14-43,-15-6-398,2-2 1,20 8-1,-28-13-6385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10.5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196 34 24575,'-81'-26'0,"73"24"0,-1 0 0,0 1 0,0 0 0,0 0 0,0 1 0,0 0 0,-11 1 0,19-1 0,-1 1 0,1-1 0,-1 0 0,1 1 0,-1-1 0,1 1 0,-1-1 0,1 1 0,-1 0 0,1 0 0,0-1 0,-1 1 0,1 0 0,0 0 0,0 0 0,0 1 0,0-1 0,0 0 0,0 0 0,0 0 0,-1 3 0,1-2 0,1 0 0,-1 0 0,1 1 0,-1-1 0,1 0 0,0 1 0,0-1 0,0 0 0,0 1 0,0-1 0,1 0 0,-1 0 0,1 3 0,2 3 0,0-1 0,0 1 0,0-1 0,1 1 0,0-1 0,1 0 0,5 6 0,-3-6 0,0 0 0,0 0 0,1-1 0,0 0 0,0-1 0,1 0 0,-1 0 0,1-1 0,0 0 0,0 0 0,1-1 0,-1-1 0,1 1 0,-1-1 0,20 1 0,-27-3 0,0 0 0,0 0 0,-1-1 0,1 1 0,0 0 0,0-1 0,0 1 0,-1-1 0,1 1 0,0-1 0,-1 0 0,1 0 0,-1 0 0,1 0 0,0 0 0,-1 0 0,0 0 0,1 0 0,-1-1 0,2-1 0,-1 0 0,-1 0 0,1 0 0,-1 0 0,1 0 0,-1 0 0,0-1 0,0 1 0,-1 0 0,1-1 0,0-3 0,-1-7 0,0 1 0,-1 0 0,0 0 0,-5-20 0,5 29 0,0-1 0,0 1 0,0-1 0,0 0 0,1-10 0,0 15 0,0-1 0,0 1 0,0-1 0,0 1 0,0 0 0,0-1 0,1 1 0,-1-1 0,0 1 0,0-1 0,0 1 0,1 0 0,-1-1 0,0 1 0,0-1 0,1 1 0,-1 0 0,0-1 0,1 1 0,-1 0 0,0 0 0,1-1 0,-1 1 0,1 0 0,0-1 0,0 1 0,0 0 0,0 0 0,0 0 0,0 1 0,0-1 0,0 0 0,0 0 0,0 0 0,-1 1 0,1-1 0,0 0 0,0 1 0,0-1 0,0 1 0,1 0 0,12 9 0,-1 0 0,0 1 0,16 17 0,4 5 0,-12-14-682,20 23-1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10.7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24575,'29'25'0,"10"10"0,1 2 0,-4-6 0,-8-5 0,-7-7 0,-6-5 0,-7-7 0,-6-6 0,-4-7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10.9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 24575,'5'-3'0,"1"3"0,3 2 0,-1 4 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11.3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69 24575,'204'146'0,"-204"-145"0,1-1 0,-1 1 0,1-1 0,0 0 0,-1 1 0,1-1 0,0 1 0,0-1 0,-1 0 0,1 0 0,0 1 0,0-1 0,-1 0 0,1 0 0,0 0 0,0 0 0,0 0 0,-1 0 0,1 0 0,0 0 0,0 0 0,0 0 0,-1 0 0,1-1 0,0 1 0,1-1 0,-2 1 0,1-1 0,0 0 0,-1 0 0,1 0 0,-1 0 0,0 0 0,1 0 0,-1 0 0,0 0 0,1 0 0,-1 0 0,0 0 0,0 0 0,0 0 0,0 0 0,0 0 0,0-1 0,-1-6 0,0-1 0,0 1 0,-5-14 0,-5-9 0,6 21 0,1-1 0,1 0 0,0 1 0,0-1 0,-1-19 0,4 29 0,0-1 0,0 1 0,0-1 0,0 1 0,0-1 0,0 1 0,1 0 0,-1-1 0,1 1 0,-1-1 0,1 1 0,-1 0 0,1-1 0,0 1 0,-1 0 0,1 0 0,0 0 0,0-1 0,0 1 0,0 0 0,2-1 0,-1 1 0,1 0 0,-1-1 0,0 1 0,1 1 0,-1-1 0,0 0 0,1 1 0,-1-1 0,1 1 0,-1 0 0,5 0 0,2 0 0,1 1 0,0 1 0,-1-1 0,0 2 0,14 4 0,11 5-115,224 94-1135,-239-96-5576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15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1122 59 24575,'106'-12'0,"-104"12"0,-5-1 0,-14 0 0,-24 0 0,-75 2 0,-276-2 0,274-6 0,-42-1 0,16-1 0,86 4 0,3-2 0,28 3 0,-34 0 0,32 5 0,20-1 0,22 0 0,309 7-311,-17 1 24,-104-2-979,-153-3-5061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18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18 24575,'-6'-14'0,"3"11"0,-1 9 0,4 3 0,0-1 0,0 1 0,1-1 0,0 1 0,1-1 0,3 13 0,0 0 0,-1-3 0,49 237 0,16-5 0,-61-228-118,-1-2 202,0 1 0,3 22 0,-9-38-191,0 0 0,-1 0 0,0 1 0,1-1 0,-2 0 0,1 0-1,-1 1 1,1-1 0,-1 0 0,-1 0 0,1 0 0,-1 0 0,-4 8 0,0-4-6719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19.7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 24575,'30'-10'0,"56"-12"0,-78 21 0,0 0 0,0 0 0,0 0 0,0 1 0,0 0 0,0 1 0,1 0 0,-1 0 0,-1 1 0,1 0 0,0 0 0,13 6 0,-18-6 0,-1 0 0,1 0 0,0 0 0,0 0 0,-1 0 0,1 1 0,-1-1 0,1 1 0,-1 0 0,0 0 0,0 0 0,-1 0 0,3 4 0,-2-1 0,0 0 0,0 0 0,-1 0 0,1 0 0,-2 0 0,1 0 0,0 7 0,-2 0 0,0-1 0,0 0 0,-1 0 0,-1 0 0,0-1 0,0 1 0,-7 13 0,-2-2 0,-23 34 0,24-42 0,1 1 0,1 0 0,0 1 0,-11 31 0,19-45 0,0 0 0,1 0 0,-1 0 0,1-1 0,-1 1 0,1 0 0,0 0 0,0 0 0,0 0 0,1 0 0,-1 0 0,1-1 0,0 1 0,-1 0 0,1 0 0,0 0 0,1-1 0,0 3 0,0-2 0,0-1 0,0 0 0,0 0 0,0 0 0,1 0 0,-1 0 0,0 0 0,1 0 0,0-1 0,-1 0 0,1 1 0,0-1 0,-1 0 0,1 0 0,0 0 0,0-1 0,5 1 0,13 1 0,0 0 0,28-3 0,-11-1 0,-34 3-72,0-2 1,1 1-1,-1 0 0,0-1 0,0 0 0,1 0 0,-1 0 0,0 0 1,0-1-1,0 0 0,0 0 0,0 0 0,-1 0 0,1 0 0,-1-1 1,1 0-1,-1 1 0,4-5 0,-1-2-6754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19.9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274 0 24575,'-29'0'0,"-13"0"0,-1 0 0,4 0 0,6 0 0,9 3 0,6 0 0,4 2 0,1 1 0,4 2 0,0-2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20.3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320 15 24575,'-27'-2'0,"-14"-2"0,-2 1 0,4 1 0,3 0 0,5 1 0,6 0 0,5 1 0,3 0 0,2 3 0,1 0 0,3 0-8191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20.9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118 107 24575,'31'95'0,"22"53"0,-51-143 0,0 0 0,1 0 0,0 0 0,5 6 0,-13-24 0,-8-12 0,-73-87 0,56 77 0,-34-53 0,60 83 0,1-1 0,1 1 0,-1 0 0,1-1 0,0 0 0,0 1 0,-1-8 0,3 11 0,0 0 0,-1 1 0,1-1 0,0 0 0,0 1 0,0-1 0,1 0 0,-1 1 0,0-1 0,1 0 0,-1 1 0,1-1 0,-1 1 0,1-1 0,0 1 0,-1-1 0,1 1 0,0-1 0,0 1 0,0 0 0,0-1 0,1 1 0,-1 0 0,0 0 0,0 0 0,1 0 0,-1 0 0,0 0 0,4-1 0,2-1 0,0 1 0,1 0 0,-1 0 0,1 1 0,-1 0 0,1 0 0,8 1 0,2 0 0,35 6 0,-24-1 0,31 10 0,-50-12 0,1 1 0,-1 0 0,0 1 0,0 0 0,-1 0 0,13 9 0,-22-13 0,1-1 0,0 0 0,-1 1 0,1-1 0,-1 1 0,1-1 0,0 1 0,-1-1 0,1 1 0,-1 0 0,1-1 0,-1 1 0,0 0 0,1-1 0,-1 1 0,0 0 0,1-1 0,-1 1 0,0 0 0,0 0 0,0 0 0,0-1 0,1 1 0,-1 0 0,0 0 0,0-1 0,0 1 0,-1 0 0,1 0 0,0-1 0,0 1 0,0 0 0,-1 0 0,1-1 0,0 1 0,-1 0 0,1 0 0,0-1 0,-1 1 0,1-1 0,-1 1 0,1 0 0,-1-1 0,1 1 0,-1-1 0,0 1 0,-2 1 0,0 1 0,-1-1 0,1 0 0,0-1 0,-1 1 0,1-1 0,-1 1 0,-4 0 0,-15 2 0,-1-1 0,-27 0 0,-6 0 0,-47 4-1365,85-6-5461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21.2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24575,'3'24'0,"2"1"0,0-1 0,2 0 0,1-1 0,1 0 0,0 0 0,16 25 0,-7-18 60,28 33 0,-38-53-246,0-1 1,1 0-1,0 0 0,0-1 1,1 0-1,0-1 1,12 7-1,-12-9-6640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21.7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238 38 24575,'-29'-8'0,"-5"-1"0,0 2 0,-51-6 0,82 13 0,-1 0 0,1 0 0,0 0 0,0 0 0,0 1 0,0-1 0,0 1 0,0 0 0,0-1 0,0 1 0,0 1 0,-4 1 0,6-2 0,0 0 0,0 0 0,0 0 0,1 0 0,-1 0 0,0 0 0,0 0 0,0 0 0,1 0 0,-1 1 0,1-1 0,-1 0 0,1 0 0,-1 1 0,1-1 0,0 0 0,-1 1 0,1-1 0,0 0 0,0 1 0,0-1 0,0 1 0,0-1 0,1 0 0,-1 1 0,0-1 0,1 0 0,-1 1 0,0-1 0,2 2 0,1 4 0,0-1 0,0 1 0,1-1 0,0 1 0,1-1 0,-1-1 0,1 1 0,0 0 0,0-1 0,8 6 0,8 5 0,34 20 0,-47-31 0,1-1 0,-1 0 0,1 0 0,0 0 0,0-1 0,0-1 0,1 0 0,16 2 0,-23-3 0,0-1 0,0 0 0,0 0 0,1 0 0,-1 0 0,0-1 0,0 1 0,-1-1 0,1 0 0,0 0 0,0 0 0,0 0 0,0-1 0,-1 1 0,1 0 0,-1-1 0,1 0 0,-1 0 0,1 0 0,-1 0 0,0 0 0,0 0 0,0-1 0,0 1 0,-1-1 0,1 1 0,0-1 0,-1 1 0,0-1 0,0 0 0,1-4 0,-1 3 0,0 1 0,-1-1 0,1 0 0,-1 0 0,0 0 0,-1 0 0,1 0 0,0 1 0,-1-1 0,0 0 0,0 0 0,0 1 0,-1-1 0,-2-5 0,1 3 0,0 0 0,-1 0 0,0 0 0,0 0 0,-1 1 0,-9-10 0,7 12 0,5 8 0,6 10 0,2-6 0,1 1 0,0-1 0,0-1 0,0 1 0,1-1 0,0-1 0,1 1 0,0-1 0,0-1 0,0 0 0,1 0 0,0-1 0,0 0 0,1 0 0,-1-1 0,21 4 0,-27-7-227,-1-1-1,1 1 1,0-1-1,-1 0 1,8-1-1,1-2-6598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22.0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24575,'9'14'0,"0"0"0,1-1 0,18 18 0,-21-24 0,1 0 0,0 0 0,0-1 0,0 0 0,1-1 0,17 9 0,-22-12 0,-1-1 0,1 0 0,0 0 0,-1 0 0,1-1 0,0 1 0,-1-1 0,1 0 0,0 0 0,0 0 0,0 0 0,-1 0 0,5-2 0,-6 1 0,0 1 0,0-1 0,-1 0 0,1 0 0,0 0 0,-1 0 0,1 0 0,0 0 0,-1-1 0,0 1 0,1 0 0,-1-1 0,0 1 0,0-1 0,1 1 0,-1-1 0,-1 0 0,1 1 0,0-1 0,0 0 0,-1 0 0,1 0 0,-1 0 0,1 0 0,-1 1 0,1-5 0,-1 0 0,0-1 0,0 0 0,-1 0 0,0 1 0,0-1 0,-1 0 0,1 1 0,-2-1 0,1 1 0,-5-9 0,7 14 0,-1 0 0,1 1 0,0-1 0,0 1 0,-1-1 0,1 0 0,0 1 0,0-1 0,0 0 0,0 0 0,0 1 0,0-1 0,0 0 0,0 1 0,0-1 0,0 0 0,0-1 0,0 2 0,1 0 0,-1 0 0,0 0 0,0-1 0,1 1 0,-1 0 0,0 0 0,0 0 0,1 0 0,-1 0 0,0-1 0,1 1 0,-1 0 0,0 0 0,0 0 0,1 0 0,-1 0 0,0 0 0,1 0 0,-1 0 0,0 0 0,1 0 0,-1 0 0,0 0 0,0 0 0,1 1 0,2 0 0,-1 0 0,1 0 0,-1 0 0,1 0 0,-1 1 0,0-1 0,3 3 0,5 5-341,-1 1 0,0 1-1,10 14 1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22.5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117 290 24575,'6'-14'0,"5"-12"0,-1 0 0,-2 0 0,0-1 0,5-38 0,-12 62 0,-1-1 0,0 0 0,-1 0 0,1 0 0,-1 0 0,1 0 0,-1 0 0,0 0 0,-1 0 0,1 1 0,-1-1 0,1 0 0,-1 1 0,0 0 0,0-1 0,-1 1 0,1 0 0,-1 0 0,1 0 0,-5-3 0,3 3 0,0 0 0,0 0 0,0 0 0,0 1 0,-1 0 0,1 0 0,-1 0 0,0 0 0,1 1 0,-1-1 0,0 1 0,0 0 0,0 1 0,0-1 0,-9 1 0,12 1 0,-1-1 0,1 1 0,-1 0 0,1 0 0,-1 0 0,1 0 0,-1 0 0,1 0 0,0 1 0,0-1 0,0 1 0,0-1 0,0 1 0,0 0 0,0 0 0,0 0 0,1 0 0,-1 0 0,1 0 0,-1 1 0,1-1 0,0 0 0,0 1 0,-1 4 0,-1-1 0,2 0 0,-1 0 0,1 0 0,0 0 0,0 0 0,1 1 0,0-1 0,0 0 0,2 11 0,-1-11 0,1 1 0,0 0 0,0-1 0,0 1 0,1-1 0,0 0 0,1 0 0,-1 0 0,1 0 0,0-1 0,1 0 0,5 6 0,-3-5 0,1 1 0,-1-2 0,1 1 0,1-1 0,-1 0 0,1-1 0,16 6 0,-1-3 0,1 0 0,0-2 0,0-1 0,0-2 0,43 0 0,-40-3-341,0-1 0,0-2-1,47-13 1,-62 14-6485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23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24575,'0'2'0,"3"4"0,2 0 0,4 2 0,2 2 0,0 2 0,0 1 0,3 1 0,2 1 0,-2-1 0,-1-1 0,-2-4-8191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37.6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16 24575,'-7'-14'0,"4"12"0,3 10 0,10 58 0,18 67 0,28 62 0,-24-90 0,13 38 0,21 76 0,-61-181 0,-11-59-682,-13-32-1,12 37-6143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38.1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60 24575,'2'-3'0,"0"1"0,1 0 0,0-1 0,-1 1 0,1 0 0,0 0 0,0 0 0,0 0 0,0 1 0,0-1 0,1 1 0,-1 0 0,0 0 0,1 0 0,-1 0 0,1 1 0,-1-1 0,1 1 0,-1 0 0,1 0 0,-1 0 0,1 1 0,-1-1 0,5 2 0,7 2 0,0 0 0,0 1 0,0 0 0,15 9 0,88 50 0,5 1 0,-93-50 0,-23-11 0,-22-9 0,-91-49 0,24 11 0,-128-58 0,208 101 0,-17-8 0,19 7 0,-1 1 0,0 0 0,1 0 0,-1-1 0,1 1 0,-1 0 0,0 0 0,1 0 0,-1 0 0,0 0 0,1 0 0,-1 0 0,1 0 0,-1 0 0,0 0 0,1 0 0,-1 0 0,0 0 0,1 1 0,-1-1 0,1 0 0,-1 0 0,0 1 0,0 0 0,1 1 0,0-1 0,0 1 0,0 0 0,1 0 0,-1 0 0,1 0 0,-1-1 0,1 1 0,-1 0 0,1 0 0,0-1 0,0 1 0,1 2 0,1 1 0,3 8 0,0 0 0,0 1 0,5 23 0,-10-33 0,0 0 0,-1 1 0,0-1 0,1 1 0,-2-1 0,1 1 0,0-1 0,-1 1 0,0-1 0,0 0 0,0 1 0,0-1 0,-1 0 0,0 0 0,0 0 0,-3 5 0,1-3-136,-1 0-1,0-1 1,0 0-1,-1 0 1,1 0-1,-1 0 1,0-1-1,0 0 0,-13 6 1,5-3-6690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40.8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3 527 24575,'4'-1'0,"-1"1"0,0-1 0,1 0 0,-1 1 0,0-2 0,0 1 0,1 0 0,-1-1 0,0 1 0,4-4 0,29-23 0,-26 20 0,-3 2 0,1 0 0,-1 0 0,0-1 0,-1 0 0,0 0 0,0-1 0,0 0 0,-1 0 0,-1 0 0,1 0 0,-1-1 0,0 0 0,-1 0 0,0 0 0,-1 0 0,0-1 0,0 1 0,0-14 0,-2 7 0,-1 1 0,0-1 0,-1 1 0,-1 0 0,-1 0 0,0 0 0,-1 0 0,0 0 0,-9-13 0,6 11 0,-1 1 0,-1 1 0,-1 0 0,0 0 0,-1 1 0,-1 0 0,-18-15 0,30 28 0,0 0 0,0 1 0,0-1 0,0 0 0,0 0 0,0 1 0,0-1 0,-1 0 0,1 1 0,0-1 0,0 1 0,-1 0 0,1-1 0,0 1 0,-3 0 0,4 0 0,-1 0 0,0 1 0,1-1 0,-1 0 0,0 1 0,1-1 0,-1 1 0,1-1 0,-1 1 0,0-1 0,1 1 0,0-1 0,-1 1 0,1-1 0,-1 1 0,1 0 0,0-1 0,-1 1 0,1 0 0,0-1 0,-1 1 0,1 0 0,0-1 0,0 1 0,0 0 0,0 0 0,0-1 0,0 1 0,0 1 0,-1 17 0,0 1 0,2-1 0,0 0 0,1 1 0,1-1 0,6 19 0,40 112 0,-38-118 0,-8-23 0,1 0 0,0-1 0,0 0 0,0 0 0,1 0 0,8 10 0,-9-14 0,0 0 0,0 0 0,0 0 0,1-1 0,-1 1 0,1-1 0,0 0 0,0-1 0,0 1 0,0-1 0,10 3 0,17 4 0,0-1 0,1-1 0,43 3 0,-71-10 0,-1 0 0,1 0 0,0 0 0,-1-1 0,1 0 0,-1 0 0,1 0 0,-1 0 0,1-1 0,6-3 0,-9 4 0,0 0 0,0-1 0,0 1 0,0-1 0,0 0 0,0 1 0,-1-1 0,1 0 0,0 0 0,-1 0 0,0 0 0,1 0 0,-1-1 0,0 1 0,0 0 0,0-1 0,0 1 0,-1 0 0,1-1 0,0-4 0,0-6 0,-1 9 0,0 1 0,0-1 0,1 1 0,-1 0 0,1 0 0,1-4 0,-1 5 0,-1 1 0,1 0 0,0-1 0,0 1 0,0 0 0,0 0 0,0 0 0,0 0 0,0 0 0,0 0 0,0 0 0,1 0 0,-1 1 0,0-1 0,1 0 0,-1 1 0,3-2 0,0 1 0,1-1 0,-1 1 0,0-1 0,0 0 0,0-1 0,0 1 0,0-1 0,-1 1 0,1-1 0,3-5 0,-5 6 0,-1 0 0,1 0 0,-1 0 0,0 0 0,0 0 0,0-1 0,0 1 0,0-1 0,-1 1 0,1 0 0,-1-1 0,1 1 0,-1-1 0,0 1 0,0-1 0,0 1 0,0-1 0,-1 1 0,1-1 0,-1-3 0,-1 2 0,1 0 0,-1-1 0,0 1 0,0 0 0,0 0 0,0 0 0,-1 0 0,0 0 0,-3-4 0,4 6 0,1 0 0,-1 1 0,0-1 0,0 0 0,0 0 0,-1 1 0,1 0 0,0-1 0,-1 1 0,1 0 0,0 0 0,-1 0 0,1 0 0,-1 0 0,0 1 0,1-1 0,-5 1 0,6 0 0,1 0 0,-1 0 0,0 1 0,0-1 0,0 0 0,0 1 0,0-1 0,1 1 0,-1-1 0,0 1 0,0-1 0,1 1 0,-1-1 0,0 1 0,1 0 0,-1-1 0,1 1 0,-1 0 0,1 0 0,-1-1 0,1 1 0,-1 0 0,1 0 0,0 0 0,-1 0 0,1 0 0,0 0 0,0-1 0,0 1 0,-1 2 0,0 32 0,1-30 0,0 2 0,1 0 0,0 0 0,0 0 0,0 0 0,1-1 0,0 1 0,0 0 0,1-1 0,-1 0 0,2 0 0,-1 1 0,0-2 0,1 1 0,0 0 0,1-1 0,-1 0 0,1 0 0,0 0 0,0 0 0,1-1 0,-1 0 0,1 0 0,0-1 0,0 1 0,11 3 0,-1-1 0,0-1 0,0 0 0,1-1 0,0-1 0,-1-1 0,30 1 0,-44-3 5,-1 0 0,1 0 0,0 0-1,-1 0 1,1-1 0,0 1 0,-1 0 0,1-1-1,-1 0 1,1 1 0,-1-1 0,1 0 0,-1 1-1,1-1 1,-1 0 0,0 0 0,1 0-1,-1-1 1,0 1 0,0 0 0,0 0 0,0-1-1,0 1 1,1-2 0,-2 2-62,1-1 0,-1 1 0,0-1 0,1 0-1,-1 1 1,0-1 0,0 1 0,0-1 0,-1 1 0,1-1 0,0 1 0,0-1-1,-1 1 1,1-1 0,-1 1 0,1-1 0,-1 1 0,0 0 0,0-1 0,1 1 0,-1 0-1,0-1 1,0 1 0,0 0 0,-2-2 0,-6-4-6769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41.1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24 24575,'-6'-4'0,"-1"0"0,0 1 0,0 0 0,0 0 0,-8-2 0,14 5 0,-1-1 0,1 1 0,0 0 0,0 0 0,-1 0 0,1 0 0,0 0 0,-1 0 0,1 0 0,0 0 0,0 0 0,-1 1 0,1-1 0,0 0 0,0 1 0,-1-1 0,1 1 0,0 0 0,0-1 0,0 1 0,0 0 0,0-1 0,0 1 0,0 0 0,0 0 0,0 0 0,0 0 0,1 0 0,-1 0 0,0 0 0,1 0 0,-1 1 0,0-1 0,1 0 0,0 0 0,-1 0 0,1 1 0,-1 0 0,0 5 0,0 0 0,1 0 0,-1 1 0,1-1 0,1 0 0,-1 0 0,1 0 0,2 8 0,18 57 0,-17-58 0,19 54 0,3-1 0,2-1 0,4-2 0,53 82 0,-81-139-136,0-1-1,0 0 1,1-1-1,0 1 1,0-1-1,1 0 1,-1 0-1,1 0 0,12 7 1,-9-9-6690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41.3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389 150 24575,'-29'-22'0,"-13"-7"0,-1 1 0,2 3 0,5 6 0,6 5 0,4 7 0,3 3 0,4 3 0,2 1 0,2 1 0,0 0 0,1 3 0,1 0 0,-1 0 0,2-2-8191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41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24575,'2'10'0,"2"6"0,1 4 0,3 5 0,3 2 0,1 0 0,2-1 0,1 1 0,-1-2 0,1 0 0,0-3 0,0-1 0,0-3 0,-1-2 0,-2 0 0,0-2 0,-1 0 0,-2-2-8191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41.7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241 45 24575,'-27'-10'0,"-11"-3"0,-2 1 0,3 4 0,6 7 0,6 3 0,7 4 0,4 0 0,4 0-8191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42.4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 4 24575,'-13'-2'0,"0"1"0,-16 1 0,25 0 0,1 0 0,0 1 0,0-1 0,0 1 0,0-1 0,0 1 0,0 0 0,0 0 0,0 1 0,0-1 0,0 1 0,0-1 0,1 1 0,-5 3 0,6-4 0,0 0 0,1 0 0,-1 0 0,0 0 0,1 0 0,-1 0 0,1 0 0,-1 0 0,1 0 0,0 0 0,-1 0 0,1 0 0,0 0 0,0 0 0,0 0 0,-1 0 0,1 0 0,0 0 0,1 0 0,-1 2 0,1 0 0,-1-1 0,1 1 0,0-1 0,0 0 0,0 1 0,1-1 0,-1 0 0,3 4 0,2 1 0,1 1 0,0-1 0,11 9 0,20 13 0,-18-14 0,0 0 0,30 34 0,-49-49 0,0 1 0,0 0 0,0 0 0,0 0 0,-1 0 0,1 0 0,0 0 0,-1 0 0,1 0 0,-1 0 0,1 0 0,-1 0 0,1 1 0,-1-1 0,0 0 0,0 0 0,1 0 0,-1 1 0,0-1 0,0 0 0,0 0 0,0 0 0,-1 1 0,1-1 0,0 0 0,0 0 0,-1 0 0,1 1 0,-1-1 0,0 1 0,0-1 0,-1 1 0,1-1 0,0 0 0,-1 0 0,1 0 0,-1 0 0,0 0 0,1 0 0,-1 0 0,0-1 0,1 1 0,-1-1 0,0 1 0,0-1 0,0 0 0,1 1 0,-1-1 0,0 0 0,-3 0 0,-7-1 0,0-1 0,0 0 0,1 0 0,-16-6 0,-45-20 0,62 24 0,-19-12-1365,17 8-5461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42.6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24575,'17'10'0,"6"6"0,-4-1 0,-7-1 0,-6-5-8191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42.8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24575,'2'10'0,"1"5"0,3 6 0,2 4 0,3-1 0,1 2 0,2-2 0,0-4 0,-1-7-8191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43.5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83 392 24575,'-3'-2'0,"-5"-4"0,0 1 0,-13-6 0,20 11 0,-1-1 0,1 0 0,-1 1 0,1-1 0,-1 1 0,1-1 0,-1 1 0,1 0 0,-1-1 0,1 1 0,-1 0 0,1 0 0,-1 0 0,0 0 0,1 0 0,-1 1 0,1-1 0,-1 0 0,1 1 0,-1-1 0,1 1 0,-1 0 0,0 0 0,1 0 0,0 0 0,1 0 0,-1-1 0,1 1 0,0 0 0,-1 0 0,1 0 0,0 0 0,-1-1 0,1 1 0,0 0 0,0 0 0,0 0 0,0 0 0,0 0 0,0 0 0,0 0 0,0-1 0,0 1 0,0 0 0,1 0 0,-1 0 0,0 0 0,1 0 0,-1 0 0,0-1 0,1 1 0,-1 0 0,1 0 0,-1-1 0,1 1 0,0 0 0,3 4 0,-1 0 0,1-1 0,7 7 0,-7-8 0,0 0 0,-1 0 0,1 0 0,0-1 0,0 0 0,1 0 0,-1 0 0,0 0 0,1-1 0,-1 1 0,9 0 0,-10-1 0,-1-1 0,1 0 0,-1 0 0,0 0 0,1-1 0,-1 1 0,1-1 0,-1 1 0,0-1 0,1 0 0,-1 0 0,0 0 0,0 0 0,0 0 0,0 0 0,0 0 0,0-1 0,0 1 0,0-1 0,0 0 0,0 0 0,-1 1 0,1-1 0,1-3 0,2-3 0,-1-1 0,0 0 0,0 0 0,-1 0 0,0 0 0,-1 0 0,0-1 0,0 1 0,-1-1 0,0 0 0,-1 1 0,0-1 0,0 1 0,-3-14 0,-1-1 0,-2-1 0,0 1 0,-1 0 0,-14-30 0,12 33 0,0 0 0,-2 1 0,-21-32 0,32 52 0,0 0 0,0 0 0,0-1 0,0 1 0,0 0 0,-1-1 0,1 1 0,0 0 0,0 0 0,0 0 0,-1-1 0,1 1 0,0 0 0,0 0 0,-1 0 0,1-1 0,0 1 0,0 0 0,-1 0 0,1 0 0,0 0 0,-1 0 0,1 0 0,0 0 0,-1-1 0,1 1 0,0 0 0,-1 0 0,1 0 0,0 0 0,0 0 0,-1 1 0,-3 9 0,3 22 0,2-28 0,0 16 0,1 0 0,1-1 0,0 1 0,2-1 0,0 0 0,10 23 0,-2-12 0,2 0 0,0-1 0,21 27 0,-33-51 0,1 0 0,0 0 0,1 0 0,-1 0 0,1-1 0,0 0 0,10 7 0,-13-10 0,1 1 0,-1-1 0,1 0 0,-1 0 0,1 0 0,-1 0 0,1-1 0,0 1 0,-1-1 0,1 1 0,0-1 0,-1 0 0,1 0 0,0 0 0,0 0 0,-1-1 0,1 1 0,0-1 0,-1 1 0,1-1 0,2-1 0,0-1 0,0 1 0,-1-1 0,1 1 0,-1-1 0,1-1 0,-1 1 0,0-1 0,0 1 0,-1-1 0,1 0 0,-1 0 0,0-1 0,0 1 0,0-1 0,-1 0 0,1 1 0,-1-1 0,0 0 0,-1 0 0,1-1 0,-1 1 0,0 0 0,0 0 0,-1-1 0,1 1 0,-2-10 0,1 6 0,0 0 0,-1 0 0,-2-9 0,2 17 0,1-1 0,0 1 0,-1-1 0,1 0 0,-1 1 0,1-1 0,-1 1 0,0-1 0,0 1 0,1-1 0,-1 1 0,0 0 0,0-1 0,-1 1 0,1 0 0,0 0 0,0 0 0,-1-1 0,1 2 0,0-1 0,-1 0 0,1 0 0,-4-1 0,5 2 0,-1 0 0,1 0 0,-1 0 0,0 0 0,1 0 0,-1 1 0,0-1 0,1 0 0,-1 0 0,1 1 0,-1-1 0,0 0 0,1 0 0,-1 1 0,1-1 0,-1 1 0,1-1 0,-1 1 0,1-1 0,0 0 0,-1 1 0,1 0 0,-1-1 0,1 1 0,0-1 0,0 1 0,-1-1 0,1 1 0,0 0 0,0-1 0,0 1 0,-1-1 0,1 1 0,0 0 0,0-1 0,0 1 0,0 0 0,0 0 0,1 27 0,1-21 0,0 0 0,0 0 0,1 1 0,0-1 0,0-1 0,1 1 0,0 0 0,0-1 0,1 0 0,-1 0 0,9 8 0,4 2 0,0-1 0,29 20 0,-36-28 17,0-1 0,1 0 1,0-1-1,0 0 0,0-1 0,22 6 0,-14-6-388,-1-2-1,1 0 1,30 0 0,-31-2-6455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43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13 272 24575,'-3'11'0,"1"0"0,0 1 0,0-1 0,1 0 0,1 0 0,0 1 0,0-1 0,3 13 0,-2-18 0,0 0 0,0 0 0,1-1 0,0 1 0,0-1 0,1 1 0,-1-1 0,1 0 0,0 0 0,0 0 0,1 0 0,0-1 0,-1 0 0,2 1 0,-1-1 0,0 0 0,8 5 0,-10-9 0,-1 1 0,0 0 0,0-1 0,0 1 0,0-1 0,0 1 0,0-1 0,1 1 0,-1-1 0,0 0 0,0 1 0,1-1 0,-1 0 0,0 0 0,0 0 0,1 0 0,-1 0 0,0-1 0,0 1 0,1 0 0,-1 0 0,0-1 0,2 0 0,-1 0 0,0-1 0,-1 1 0,1 0 0,0-1 0,-1 1 0,0-1 0,1 0 0,-1 0 0,0 1 0,0-1 0,0 0 0,2-4 0,0-1 0,-1-1 0,0 0 0,0 0 0,0 0 0,-1 0 0,0-12 0,-2 2 0,-1-1 0,0 1 0,-1 0 0,-8-24 0,-29-70 0,37 104 0,-64-148 0,81 195 0,-5-15 0,10 24 0,53 75 0,13 29 0,-76-129-1365,-2-4-5461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45.0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104 112 24575,'7'23'0,"2"4"0,-2 0 0,0 0 0,-2 1 0,4 43 0,-12-53 0,-1-15 0,-2-9 0,-8-19 0,2-1 0,-18-52 0,-5-13 0,22 66 0,7 12 0,0 1 0,0-1 0,-5-21 0,11 34 0,-1 0 0,1 0 0,0-1 0,0 1 0,0 0 0,0 0 0,0-1 0,0 1 0,0 0 0,0-1 0,0 1 0,0 0 0,0 0 0,0-1 0,0 1 0,0 0 0,0-1 0,0 1 0,0 0 0,0 0 0,0-1 0,0 1 0,0 0 0,0 0 0,1-1 0,-1 1 0,0 0 0,0 0 0,0-1 0,0 1 0,1 0 0,-1 0 0,0 0 0,0-1 0,1 1 0,-1 0 0,0 0 0,0 0 0,1 0 0,-1 0 0,0 0 0,0-1 0,1 1 0,-1 0 0,0 0 0,1 0 0,-1 0 0,0 0 0,0 0 0,1 0 0,-1 0 0,0 0 0,0 0 0,1 0 0,-1 0 0,0 1 0,1-1 0,-1 0 0,0 0 0,1 0 0,16 8 0,-16-7 0,24 14 0,102 55 0,-109-61 0,1-2 0,0 0 0,0-1 0,0-1 0,26 3 0,-43-7 0,1-1 0,0 0 0,0 0 0,0 0 0,-1 0 0,1 0 0,0 0 0,0-1 0,0 1 0,-1-1 0,1 0 0,0 0 0,-1 0 0,1 0 0,-1-1 0,1 1 0,-1 0 0,0-1 0,3-2 0,-3 2 0,0-1 0,0 0 0,0 0 0,0 1 0,0-1 0,-1-1 0,0 1 0,1 0 0,-1 0 0,0 0 0,-1-1 0,1 1 0,0 0 0,-1-1 0,0-4 0,1 1 0,-1 1 0,0-1 0,-1 1 0,0-1 0,0 1 0,0 0 0,-1-1 0,-4-10 0,6 17 0,0 0 0,0 0 0,0 0 0,0 0 0,0 0 0,0 0 0,0 0 0,0-1 0,0 1 0,0 0 0,0 0 0,0 0 0,0 0 0,0 0 0,0 0 0,0 0 0,0 0 0,0 0 0,0 0 0,0 0 0,0 0 0,0 0 0,0 0 0,0-1 0,0 1 0,0 0 0,0 0 0,0 0 0,0 0 0,-1 0 0,1 0 0,0 0 0,0 0 0,0 0 0,0 0 0,0 0 0,0 0 0,0 0 0,0 0 0,0 0 0,0 0 0,0 0 0,-1 0 0,1 0 0,0 0 0,0 0 0,0 0 0,0 0 0,0 0 0,0 0 0,0 0 0,0 0 0,0 0 0,0 0 0,0 1 0,0-1 0,0 0 0,0 0 0,-1 0 0,-1 7 0,1 9 0,2-5 0,1 1 0,0-1 0,1 0 0,0 0 0,0-1 0,1 1 0,1-1 0,0 1 0,8 12 0,1-2 0,1 0 0,1-1 0,20 19 0,-34-37 11,0 0 0,0 0 0,0 0 0,1-1 0,-1 1 0,1-1-1,-1 1 1,1-1 0,-1 0 0,5 2 0,-6-3-20,-1 0 1,1 0-1,-1 0 0,1 0 0,-1 0 1,1 0-1,-1 0 0,1 0 0,0 0 1,-1 0-1,1 0 0,-1 0 0,1-1 1,-1 1-1,1 0 0,-1 0 0,1 0 1,-1-1-1,1 1 0,-1 0 0,0-1 1,2 0-1,-2 0-67,1 1 1,-1-1-1,1 0 1,-1 0-1,0 0 1,1-1-1,-1 1 1,0 0-1,0 0 1,1 0-1,-1 0 1,0 0-1,0 0 1,0 0-1,-1 0 1,1-1-1,-1-9-6750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45.2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24575,'22'18'0,"10"9"0,2 4 0,-3 1 0,-3-2 0,-8-7-8191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45.5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141 1 24575,'-7'0'0,"1"0"0,-1 1 0,0 0 0,1 0 0,-9 3 0,14-4 0,0 0 0,0 0 0,0 1 0,0-1 0,0 0 0,0 1 0,0-1 0,0 1 0,0 0 0,0-1 0,0 1 0,0 0 0,0-1 0,0 1 0,1 0 0,-1 0 0,0 0 0,1 0 0,-1-1 0,1 1 0,-1 0 0,1 0 0,-1 0 0,1 1 0,-1-1 0,1 0 0,0 0 0,0 0 0,0 0 0,-1 0 0,1 0 0,0 0 0,0 0 0,1 0 0,-1 1 0,0-1 0,0 0 0,0 0 0,1 1 0,4 7 0,0 0 0,0-1 0,1 0 0,-1 0 0,2 0 0,11 11 0,-4-4 0,11 12 0,54 64 0,-71-79 0,0-1 0,-1 1 0,0 1 0,-1-1 0,0 1 0,5 19 0,-10-29 0,0 0 0,0-1 0,-1 1 0,1 0 0,-1 0 0,0 0 0,0 0 0,0 0 0,0-1 0,-1 1 0,1 0 0,-1 0 0,0 0 0,0-1 0,1 1 0,-2 0 0,1-1 0,0 1 0,-1-1 0,1 1 0,-1-1 0,1 0 0,-1 1 0,0-1 0,0 0 0,0 0 0,-1 0 0,1-1 0,0 1 0,-1-1 0,1 1 0,-1-1 0,1 0 0,-1 1 0,0-1 0,1-1 0,-1 1 0,0 0 0,0-1 0,0 1 0,1-1 0,-1 0 0,0 0 0,0 0 0,0 0 0,0-1 0,0 1 0,-4-2 0,-9-4 0,1 0 0,-1-1 0,1 0 0,0-1 0,1-1 0,0-1 0,0 0 0,1 0 0,0-2 0,-16-18 0,23 22-273,0 1 0,1-1 0,0 0 0,-5-13 0,3 6-6553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46.0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24575,'0'26'0,"2"0"0,0 1 0,1-1 0,8 26 0,-7-38 0,0 0 0,1-1 0,1 0 0,0 0 0,1 0 0,0-1 0,1 0 0,0-1 0,11 13 0,-18-24 0,12 15 0,1-1 0,0 0 0,26 18 0,-35-29 0,0 0 0,0 0 0,0-1 0,0 1 0,1-1 0,-1-1 0,9 3 0,-11-4 0,0 1 0,1-1 0,-1 0 0,0 0 0,0 0 0,1-1 0,-1 1 0,0-1 0,0 1 0,0-1 0,0 0 0,0-1 0,0 1 0,4-3 0,-4 2 0,0 0 0,0 0 0,0 0 0,0-1 0,0 1 0,-1-1 0,0 0 0,1 0 0,-1 0 0,0 0 0,0 0 0,0 0 0,-1-1 0,1 1 0,-1-1 0,0 1 0,0-1 0,0 1 0,0-1 0,-1 0 0,0 1 0,1-6 0,-3 3 0,0 7 0,1 11 0,3-5 0,0-1 0,1 0 0,0 0 0,0 0 0,0-1 0,0 1 0,1-1 0,0 1 0,0-1 0,1 0 0,7 6 0,4 3 0,1-1 0,24 14 0,-37-24-85,0 0 0,0-1-1,1 0 1,-1 0 0,1 0-1,0-1 1,-1 1 0,1-1-1,0 0 1,0 0 0,0-1-1,0 0 1,0 1 0,0-2-1,9 0 1,-5-3-6741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46.2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24575,'20'27'0,"9"14"0,1 4 0,-1 1 0,-3-4 0,-4-4 0,-3-3 0,-3-3 0,-3-4 0,-2-2 0,0-3 0,-2-3 0,-1-3 0,0-3-8191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46.4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322 87 24575,'-27'-15'0,"-11"-5"0,-4 2 0,2 3 0,6 4 0,4 4 0,4 6 0,4 3 0,2 4 0,3 2 0,2 1 0,5-1-8191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47.1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270 6 24575,'-4'-1'0,"-94"-3"0,89 4 0,0 0 0,0 1 0,1 0 0,-1 1 0,0 0 0,1 1 0,-1-1 0,-13 8 0,20-9 0,-1 0 0,1 1 0,0-1 0,0 1 0,0 0 0,1-1 0,-1 1 0,0 0 0,0 0 0,1 0 0,0 0 0,-1 0 0,1 1 0,0-1 0,0 0 0,-1 4 0,1-2 0,0-1 0,1 1 0,0 0 0,-1-1 0,1 1 0,0 0 0,1-1 0,-1 1 0,1 0 0,1 4 0,1 1 0,0 0 0,1 0 0,0-1 0,0 1 0,1-1 0,0 0 0,11 13 0,2-2 0,0-2 0,2 0 0,36 26 0,69 34 0,-124-77 0,-1 0 0,1 1 0,0-1 0,-1 0 0,1 0 0,0 1 0,-1-1 0,1 0 0,-1 1 0,1-1 0,-1 1 0,1-1 0,-1 1 0,1-1 0,-1 1 0,1-1 0,-1 1 0,1 0 0,-1-1 0,1 2 0,-2-2 0,1 0 0,-1 1 0,1-1 0,-1 0 0,1 0 0,-1 0 0,1 1 0,-1-1 0,1 0 0,-1 0 0,1 0 0,-1 0 0,1 0 0,-1 0 0,1 0 0,-1 0 0,0 0 0,0-1 0,-31-4 0,-88-36 0,25 7 0,74 28-53,6 2-603,-22-9 0,27 8-6170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47.3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24575,'3'9'0,"0"7"0,-2 0 0,-2-3-8191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47.5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24575,'12'10'0,"5"8"0,1 3 0,0 4 0,0 1 0,-4 0 0,-1-3 0,-3-5-8191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48.2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129 420 24575,'-16'-2'0,"-29"1"0,41 1 0,0 0 0,0 0 0,0 1 0,0 0 0,1 0 0,-1 0 0,0 0 0,1 0 0,-1 1 0,1-1 0,-1 1 0,1 0 0,-5 4 0,7-6 0,0 1 0,0 0 0,0 0 0,1 0 0,-1 0 0,0 0 0,0 0 0,1 1 0,-1-1 0,0 0 0,1 0 0,0 0 0,-1 1 0,1-1 0,-1 0 0,1 0 0,0 1 0,0-1 0,0 0 0,0 1 0,0 2 0,1-2 0,-1 0 0,1 1 0,0-1 0,0 0 0,0 1 0,0-1 0,1 0 0,-1 0 0,1 0 0,2 3 0,3 2 0,0 0 0,1-1 0,0 0 0,15 8 0,-19-11 0,0-1 0,1 0 0,-1 0 0,1 0 0,-1-1 0,1 0 0,0 0 0,0 0 0,0 0 0,0-1 0,5 0 0,-7 0 0,1 0 0,-1-1 0,0 1 0,0-1 0,0 0 0,0 0 0,0 0 0,0-1 0,0 1 0,0-1 0,-1 1 0,1-1 0,0 0 0,-1 0 0,1 0 0,-1-1 0,0 1 0,2-3 0,2-2 0,-1-1 0,0 0 0,0-1 0,-1 1 0,0-1 0,-1 1 0,1-1 0,-2 0 0,4-16 0,-5 12 0,0 0 0,0 0 0,-1-1 0,-1 1 0,0 0 0,-4-15 0,-3-5 0,-2 2 0,-1-1 0,-2 1 0,-26-47 0,35 70 0,-25-44 0,25 47 0,0-1 0,0 0 0,-1 1 0,1 0 0,-1 0 0,-7-5 0,12 10 0,0 0 0,-1-1 0,1 1 0,0 0 0,-1 0 0,1-1 0,0 1 0,-1 0 0,1 0 0,-1 0 0,1-1 0,0 1 0,-1 0 0,1 0 0,-1 0 0,1 0 0,-1 0 0,1 0 0,-1 0 0,1 0 0,0 0 0,-1 0 0,1 0 0,-1 0 0,1 0 0,-1 0 0,1 1 0,0-1 0,-1 0 0,0 0 0,1 1 0,-1 0 0,1 0 0,-1-1 0,1 1 0,-1 0 0,1 0 0,0 0 0,-1 0 0,1-1 0,0 1 0,0 0 0,0 0 0,-1 2 0,3 29 0,2-6 0,3 0 0,0 0 0,1-1 0,1 0 0,2 0 0,0-1 0,2 0 0,1-1 0,23 31 0,-27-42 0,1 0 0,-1-1 0,2-1 0,-1 0 0,1 0 0,1-1 0,0-1 0,0 0 0,1-1 0,0 0 0,0-1 0,0-1 0,1 0 0,0-1 0,0 0 0,28 2 0,-38-5 0,0-1 0,0-1 0,0 1 0,0-1 0,0 0 0,0 0 0,0 0 0,0 0 0,-1-1 0,1 0 0,0 0 0,-1 0 0,1-1 0,-1 0 0,0 0 0,0 0 0,0 0 0,0 0 0,4-6 0,-5 6 0,0-1 0,-1 1 0,1-1 0,-1 1 0,0-1 0,0 0 0,-1 0 0,1 0 0,-1 0 0,0 0 0,0 0 0,0-1 0,0 1 0,-1 0 0,0 0 0,0-1 0,0 1 0,0 0 0,-1 0 0,1-1 0,-1 1 0,0 0 0,-2-5 0,-1-1 0,-1-1 0,1 1 0,-2 1 0,0-1 0,0 1 0,0 0 0,-1 0 0,-1 0 0,1 1 0,-1 1 0,-15-12 0,22 18 0,0 0 0,0 1 0,0-1 0,-1 1 0,1-1 0,0 1 0,0-1 0,-1 1 0,1-1 0,0 1 0,-1 0 0,1 0 0,-1 0 0,1 0 0,0 0 0,-1 0 0,1 0 0,0 0 0,-1 0 0,1 1 0,0-1 0,-1 1 0,1-1 0,0 1 0,0-1 0,-1 1 0,1 0 0,0-1 0,0 1 0,0 0 0,0 0 0,0 0 0,0 0 0,0 0 0,0 0 0,0 0 0,1 0 0,-1 1 0,0-1 0,1 0 0,-1 2 0,-2 1 0,1 1 0,0-1 0,1 1 0,-1 0 0,1 0 0,0-1 0,0 1 0,1 0 0,0 0 0,0 8 0,1-3 0,1-1 0,1 1 0,-1-1 0,2 0 0,-1 0 0,1 0 0,1 0 0,-1-1 0,12 15 0,-7-11 0,1-1 0,0 0 0,1 0 0,0-1 0,22 14 0,-29-21-68,0 0 0,0-1-1,0 0 1,0 0 0,0 0 0,1-1-1,-1 1 1,1-1 0,-1 0 0,1 0-1,0-1 1,-1 1 0,1-1 0,0 0-1,-1 0 1,1-1 0,-1 1 0,1-1-1,6-2 1,-1-1-6758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48.6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158 388 24575,'-9'0'0,"-14"0"0,-28 4 0,46-4 0,-1 1 0,1 0 0,0 0 0,0 1 0,0 0 0,0-1 0,0 2 0,0-1 0,1 0 0,-1 1 0,-5 4 0,9-6 0,1-1 0,-1 1 0,0 0 0,0 0 0,1 0 0,-1 0 0,0-1 0,1 1 0,-1 0 0,1 0 0,-1 0 0,1 0 0,-1 0 0,1 0 0,0 0 0,0 1 0,-1-1 0,1 0 0,0 0 0,0 0 0,0 0 0,0 0 0,0 0 0,1 1 0,-1 1 0,1-1 0,0 0 0,0 0 0,0 0 0,0 0 0,1 0 0,-1 0 0,0-1 0,1 1 0,-1 0 0,3 1 0,1 2 0,1-1 0,-1 0 0,1 0 0,0 0 0,0-1 0,13 5 0,-11-6 0,1 0 0,-1 0 0,1-1 0,0 0 0,-1 0 0,1-1 0,15-2 0,-22 2 0,1 0 0,0-1 0,0 1 0,0-1 0,0 0 0,-1 0 0,1 0 0,0 0 0,-1 0 0,1 0 0,-1-1 0,1 0 0,-1 1 0,1-1 0,-1 0 0,0 0 0,0 0 0,0 0 0,0 0 0,-1-1 0,1 1 0,-1-1 0,1 1 0,-1-1 0,0 1 0,2-5 0,-1-4 0,0 0 0,-1 0 0,-1-1 0,1 1 0,-2 0 0,1-1 0,-2 1 0,1 0 0,-6-18 0,-5-9 0,-24-51 0,7 20 0,-27-64 0,169 361 0,-95-192-113,60 117-1139,-67-129-5574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51.8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21 24575,'8'-2'0,"16"-4"0,0 2 0,1 0 0,28 0 0,-46 4 0,0 0 0,0 0 0,0 1 0,0 0 0,-1 1 0,1-1 0,0 1 0,-1 0 0,0 1 0,1 0 0,-1 0 0,0 0 0,0 1 0,-1 0 0,1 0 0,6 6 0,-6-4 0,-1 1 0,0-1 0,0 1 0,0-1 0,-1 2 0,0-1 0,-1 0 0,0 1 0,0-1 0,0 1 0,-1 0 0,2 13 0,-3-17 0,0 0 0,-1 1 0,0-1 0,0 0 0,0 0 0,-1 0 0,1 1 0,-1-1 0,0 0 0,0 0 0,-1 0 0,1 0 0,-1 0 0,0-1 0,0 1 0,0 0 0,0-1 0,0 1 0,-1-1 0,0 0 0,0 0 0,0 0 0,0 0 0,0 0 0,-7 3 0,4-3 0,0 0 0,0 0 0,-1-1 0,1 0 0,-1 0 0,0-1 0,1 0 0,-1 0 0,0 0 0,0-1 0,1 0 0,-1 0 0,0-1 0,0 0 0,1 0 0,-1-1 0,0 1 0,-9-5 0,5 2 0,0-1 0,1-1 0,-1 1 0,1-2 0,0 1 0,1-1 0,-1-1 0,2 0 0,-16-16 0,21 20 0,1 1 0,-1-1 0,1 0 0,0 0 0,0 0 0,0 0 0,0 0 0,1 0 0,0-1 0,0 1 0,0 0 0,0-1 0,0 1 0,1-1 0,0 1 0,0-1 0,0 1 0,1 0 0,0-1 0,1-4 0,-1 5 0,0 0 0,0 1 0,1-1 0,0 1 0,0 0 0,0 0 0,0-1 0,0 1 0,0 1 0,1-1 0,0 0 0,-1 0 0,1 1 0,0 0 0,0-1 0,1 1 0,-1 0 0,0 1 0,1-1 0,-1 1 0,1-1 0,-1 1 0,8-1 0,-6 1-151,1 0-1,0 1 0,-1-1 0,1 2 1,0-1-1,-1 0 0,1 1 1,8 3-1,-1-1-6674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52.1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1 114 24575,'29'26'0,"-1"2"0,-1 0 0,26 38 0,-45-52 0,-17-20 0,-16-19 0,17 16 0,1 0 0,1-1 0,0 0 0,0 0 0,1 0 0,0-1 0,-5-17 0,1-4 0,-7-44 0,15 74 0,1 1 0,0-1 0,0 0 0,0 1 0,-1-1 0,1 0 0,1 0 0,-1 1 0,0-1 0,0 0 0,1 1 0,-1-1 0,1 0 0,-1 1 0,1-1 0,0 0 0,1-2 0,-1 4 0,0-1 0,0 0 0,0 1 0,0-1 0,0 0 0,0 1 0,0 0 0,0-1 0,0 1 0,0-1 0,0 1 0,1 0 0,-1 0 0,0 0 0,0 0 0,0 0 0,0 0 0,1 0 0,-1 0 0,0 0 0,0 0 0,0 1 0,0-1 0,0 0 0,0 1 0,0-1 0,2 1 0,26 14-1365,-16-7-5461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52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24575,'5'24'0,"4"14"0,3 4 0,2 1 0,1 0 0,0-2 0,3-4 0,0-2 0,3-1 0,0-3 0,1-2 0,-1-1 0,-1-3 0,-2-3 0,-1-6 0,-4-4-8191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52.8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345 69 24575,'-30'-12'0,"-11"-4"0,-2 0 0,4 4 0,6 3 0,7 6 0,4 3 0,5 2 0,2 3 0,1 0 0,0 3 0,4 1 0,0 0 0,2 1 0,-1 1 0,3 0 0,-2 0 0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53.3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4 127 24575,'-1'4'0,"0"-1"0,1 0 0,-1 0 0,1 1 0,0-1 0,0 1 0,0-1 0,0 0 0,0 1 0,1-1 0,0 0 0,0 0 0,0 1 0,0-1 0,0 0 0,0 0 0,1 0 0,0 0 0,1 3 0,2-1 0,-1 0 0,1 0 0,0-1 0,1 1 0,-1-1 0,1 0 0,0 0 0,8 3 0,4 3 0,1-2 0,0 0 0,26 7 0,-33-12 0,1-1 0,-1 0 0,0-1 0,1 0 0,0 0 0,20-3 0,-31 2 0,-1-1 0,1 1 0,0 0 0,0-1 0,-1 1 0,1-1 0,-1 0 0,1 1 0,0-1 0,-1 0 0,1 0 0,-1 0 0,0 0 0,1 0 0,-1 0 0,0-1 0,0 1 0,1 0 0,-1-1 0,0 1 0,0-1 0,-1 1 0,1-1 0,0 1 0,0-1 0,-1 0 0,1 1 0,-1-1 0,1 0 0,-1 1 0,0-1 0,0 0 0,0-3 0,0 0 0,0 0 0,-1 0 0,1-1 0,-1 1 0,-1 0 0,1 0 0,-1 0 0,1 0 0,-1 0 0,-4-5 0,-18-26 0,40 42 0,0 1 0,0-1 0,0-1 0,0 0 0,1-2 0,31 4 0,-36-6 0,0 0 0,-1-1 0,1 0 0,0-1 0,-1-1 0,1 0 0,-1 0 0,0-1 0,16-7 0,-24 9 0,-1 0 0,1 0 0,-1 0 0,1-1 0,-1 1 0,0-1 0,0 0 0,0 0 0,1 0 0,-2 0 0,1 0 0,0 0 0,0 0 0,-1 0 0,1-1 0,1-4 0,-2 5 0,-1 0 0,0 0 0,1-1 0,-1 1 0,0 0 0,0-1 0,0 1 0,-1 0 0,1 0 0,-1-1 0,1 1 0,-1 0 0,0 0 0,1 0 0,-1 0 0,0-1 0,-1 1 0,1 1 0,0-1 0,-3-3 0,-1-1 11,0 1 0,0 0 1,-1 0-1,1 0 0,-1 1 0,0-1 0,-1 1 0,1 1 0,-10-5 0,-8-2-618,-31-8 0,50 17 345,-11-4-6564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53.8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210 177 24575,'-7'-7'0,"-15"-13"0,0 1 0,0 1 0,-45-27 0,64 43 0,0 1 0,0-1 0,0 1 0,0 0 0,0 0 0,0 0 0,0 0 0,0 1 0,0-1 0,-1 1 0,1 0 0,0 0 0,-4 0 0,6 0 0,0 1 0,0-1 0,0 0 0,0 1 0,0-1 0,0 1 0,0-1 0,0 1 0,0-1 0,0 1 0,0 0 0,1-1 0,-1 1 0,0 0 0,0 0 0,0 1 0,0 0 0,0-1 0,0 1 0,1 0 0,-1 0 0,0 0 0,1 0 0,0 0 0,-1 0 0,1 0 0,0 0 0,0 3 0,1 1 0,-1 0 0,2 0 0,-1 0 0,0-1 0,1 1 0,0 0 0,1-1 0,-1 1 0,1-1 0,0 0 0,0 0 0,1 0 0,-1 0 0,1 0 0,8 6 0,2 2 0,0-1 0,1-1 0,28 17 0,-31-22 0,0 0 0,0 0 0,0-1 0,0-1 0,26 6 0,-33-9 0,1 0 0,0-1 0,0 0 0,0 0 0,0 0 0,10-2 0,-12 1 0,-1 0 0,0 0 0,0 0 0,0 0 0,1-1 0,-2 1 0,1-1 0,0 0 0,0 0 0,0 0 0,-1 0 0,5-5 0,-5 4 0,0 0 0,0 0 0,0-1 0,0 1 0,-1-1 0,1 1 0,-1-1 0,0 1 0,0-1 0,0 0 0,0 0 0,-1 1 0,0-1 0,0 0 0,0 0 0,0 0 0,0 1 0,-1-1 0,0 0 0,1 0 0,-1 1 0,-2-5 0,-2-4 0,1 1 0,-2-1 0,1 1 0,-2 1 0,-11-16 0,13 18-68,-1 1 0,0 0-1,-1 0 1,1 0 0,-1 1 0,-1 0-1,1 1 1,-1-1 0,0 1 0,0 1-1,0 0 1,-1 0 0,0 0 0,0 1-1,0 1 1,0-1 0,0 1-1,0 1 1,-12-1 0,7 2-6758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54.4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24575,'21'9'0,"0"1"0,-1 1 0,0 1 0,-1 0 0,23 21 0,-9-10 0,-21-15 0,-1 0 0,0 1 0,20 19 0,-30-27 0,0 0 0,0 0 0,0 1 0,0-1 0,0 0 0,0 1 0,0-1 0,-1 1 0,1-1 0,0 1 0,-1-1 0,1 1 0,-1 0 0,0-1 0,0 1 0,1-1 0,-1 1 0,0 0 0,0-1 0,-1 4 0,0-3 0,1 0 0,-1 0 0,0-1 0,0 1 0,0 0 0,0 0 0,-1-1 0,1 1 0,0-1 0,-1 1 0,1-1 0,-1 0 0,0 1 0,-2 0 0,-2 2 0,-1 0 0,1-1 0,-1-1 0,0 1 0,0-1 0,0 0 0,0 0 0,-10 0 0,-10 3-31,24-3-58,-1-1 0,1 0 0,-1-1 0,1 1 0,-1-1 0,0 1 0,1-1 0,-1 0 0,0 0 1,1-1-1,-1 1 0,0-1 0,1 0 0,-6-1 0,1-4-6737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54.7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0 24575,'-2'10'0,"-2"5"0,1 1-8191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54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16 24575,'-3'-7'0,"0"0"0,2 5 0,2 7 0,3 6 0,3 5 0,1 1 0,1 1 0,-1-3-8191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55.5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137 453 24575,'-14'-5'0,"-1"-1"0,-22-6 0,34 11 0,-1 1 0,1-1 0,-1 1 0,0-1 0,1 1 0,-1 0 0,1 0 0,-1 1 0,0-1 0,1 1 0,-1-1 0,-3 3 0,6-3 0,0 1 0,-1-1 0,1 1 0,0 0 0,0 0 0,0 0 0,0 0 0,0 0 0,0 0 0,0 0 0,0 0 0,0 0 0,0 0 0,0 1 0,1-1 0,-1 0 0,0 1 0,1-1 0,-1 0 0,1 1 0,0-1 0,-1 0 0,1 1 0,0-1 0,0 1 0,0-1 0,0 1 0,0-1 0,0 1 0,0-1 0,1 0 0,-1 1 0,0-1 0,1 1 0,0 1 0,1 2 0,0 0 0,0 0 0,1 0 0,0-1 0,-1 1 0,1-1 0,1 0 0,4 6 0,0-3 0,0-1 0,1 0 0,-1 0 0,1-1 0,0 0 0,0 0 0,1-1 0,-1-1 0,1 1 0,0-1 0,0-1 0,0 0 0,0-1 0,1 0 0,-1 0 0,0-1 0,0 0 0,20-4 0,-25 3 0,0 0 0,-1-1 0,1 1 0,-1-1 0,1 0 0,-1-1 0,0 1 0,1-1 0,-1 0 0,-1 0 0,1 0 0,0-1 0,-1 1 0,0-1 0,1 0 0,-2 0 0,1 0 0,0 0 0,-1 0 0,4-9 0,-4 5 0,1 0 0,-2 1 0,1-1 0,-1 0 0,0 0 0,-1-1 0,0 1 0,0 0 0,0 0 0,-1 0 0,-1 0 0,-1-8 0,-6-11 0,0 0 0,-2 0 0,-1 1 0,-15-26 0,-67-94 0,82 127 0,4 7 0,0 0 0,-1 1 0,-20-21 0,29 31 0,-1 0 0,1 1 0,-1-1 0,0 0 0,1 1 0,-1-1 0,0 1 0,0 0 0,0-1 0,1 1 0,-1 0 0,0-1 0,0 1 0,0 0 0,0 0 0,0-1 0,0 1 0,0 0 0,0 0 0,1 1 0,-1-1 0,1 0 0,-1 0 0,1 1 0,-1-1 0,1 0 0,0 1 0,-1-1 0,1 0 0,0 1 0,-1-1 0,1 0 0,0 1 0,-1-1 0,1 1 0,0-1 0,0 1 0,0-1 0,-1 0 0,1 1 0,0-1 0,0 1 0,-1 3 0,1 0 0,-1-1 0,1 1 0,0 0 0,0-1 0,1 1 0,0 4 0,3 10 0,1 1 0,1-1 0,1-1 0,0 1 0,1-1 0,21 32 0,-14-28 0,1 0 0,0-1 0,2 0 0,30 25 0,-34-34 0,0-2 0,1 1 0,0-2 0,0 0 0,1-1 0,0 0 0,0-1 0,0-1 0,1-1 0,0 0 0,0-1 0,0-1 0,0-1 0,24 0 0,-37-1 0,1 0 0,-1-1 0,1 0 0,-1 1 0,1-1 0,-1-1 0,0 1 0,0-1 0,1 1 0,-1-1 0,0 0 0,-1-1 0,1 1 0,0-1 0,-1 0 0,1 1 0,2-5 0,-2 3 0,-1-1 0,0 1 0,0-1 0,-1 0 0,1 0 0,-1 0 0,0 0 0,0 0 0,-1 0 0,0-1 0,0 1 0,0 0 0,0-10 0,-1 5 0,0-1 0,-1 1 0,0 0 0,-1 0 0,0 0 0,-1 0 0,0 0 0,0 0 0,-1 0 0,0 1 0,-1 0 0,-9-13 0,14 20 0,-1 1 0,0 0 0,0 0 0,0 0 0,0 0 0,0 0 0,0 0 0,0 0 0,0 0 0,0 0 0,0 0 0,-1 1 0,1-1 0,0 0 0,0 1 0,-1-1 0,1 1 0,-1 0 0,1-1 0,0 1 0,-1 0 0,1 0 0,-1 0 0,1 0 0,-1 0 0,1 0 0,-2 0 0,1 1 0,1 0 0,-1 0 0,0 0 0,1 0 0,0 0 0,-1 0 0,1 0 0,0 1 0,-1-1 0,1 0 0,0 1 0,0-1 0,0 1 0,0-1 0,1 1 0,-1-1 0,0 1 0,1 0 0,-1 0 0,1-1 0,-1 4 0,0 3 0,0 0 0,0-1 0,1 1 0,1 0 0,-1 0 0,1-1 0,0 1 0,1-1 0,0 1 0,0-1 0,1 0 0,0 1 0,0-1 0,0-1 0,1 1 0,7 9 0,0-1 0,0-1 0,1 0 0,1-1 0,0 0 0,28 19 0,-34-26 14,0-2-1,1 1 0,-1-1 0,1 0 1,0 0-1,1-1 0,-1-1 1,16 4-1,-18-5-127,0 0 0,1-1-1,-1 0 1,1 0 0,-1-1 0,0 1-1,1-1 1,-1-1 0,0 1 0,1-1-1,-1 0 1,8-5 0,-5 2-6712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55.9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60 343 24575,'-4'11'0,"-1"0"0,1 0 0,1 1 0,0-1 0,1 1 0,0 0 0,1 0 0,0 0 0,1 0 0,0 0 0,3 13 0,-2-19 0,0 0 0,1 0 0,-1 0 0,1 0 0,1 0 0,-1-1 0,1 1 0,0-1 0,0 1 0,1-1 0,-1 0 0,1-1 0,0 1 0,1-1 0,-1 1 0,1-1 0,0 0 0,0-1 0,0 1 0,0-1 0,1 0 0,-1-1 0,8 3 0,-11-4 0,-1 0 0,1 0 0,-1-1 0,1 1 0,0-1 0,-1 0 0,1 1 0,0-1 0,0 0 0,-1 0 0,1 0 0,0 0 0,0-1 0,-1 1 0,1 0 0,0-1 0,-1 1 0,1-1 0,0 1 0,-1-1 0,1 0 0,-1 0 0,3-1 0,-2 0 0,0 0 0,0-1 0,-1 1 0,1 0 0,-1-1 0,0 1 0,0-1 0,0 1 0,0-1 0,0 1 0,0-1 0,-1 0 0,1 1 0,-1-6 0,1-6 0,-1 0 0,0 0 0,-1 0 0,-1 0 0,0 0 0,-1 0 0,-5-16 0,-41-92 0,30 79 0,-16-32 0,-9-22 0,37 79 0,0-1 0,2 0 0,-5-24 0,32 84 0,77 129 0,-7-12 0,-28-26-1365,-55-110-5461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0:56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88 24575,'0'-2'0,"2"-4"0,2-3 0,1 0 0,1-1 0,-1-1 0,1 1 0,0 0 0,0 2 0,3 2 0,2 2 0,-1 2-8191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1:07.8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58 24575,'-30'-57'0,"185"320"0,-58-102 0,104 173 0,-168-280 0,59 75 0,-90-127 0,-1 0 0,1 0 0,0-1 0,0 1 0,0-1 0,4 3 0,-6-4 0,0 0 0,0 0 0,0 0 0,0 0 0,0 0 0,1 0 0,-1 0 0,0 1 0,0-1 0,0 0 0,0 0 0,0 0 0,1 0 0,-1 0 0,0 0 0,0 0 0,0 0 0,0 0 0,0 0 0,1 0 0,-1 0 0,0 0 0,0 0 0,0 0 0,0 0 0,0 0 0,1-1 0,-1 1 0,0 0 0,0 0 0,0 0 0,0 0 0,0 0 0,0 0 0,1 0 0,-1 0 0,0 0 0,0-1 0,-3-10 0,-2 2-341,0 1 0,-1-1-1,-12-13 1,8 10-6485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1:08.5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51 24575,'-1'-2'0,"1"-1"0,-1 1 0,1-1 0,0 1 0,-1 0 0,1-1 0,0 1 0,1-1 0,-1 1 0,0-1 0,1 1 0,1-4 0,-2 5 0,1 0 0,-1 0 0,1 0 0,0 0 0,0 0 0,-1 0 0,1 0 0,0 0 0,0 0 0,0 1 0,0-1 0,0 0 0,0 1 0,0-1 0,0 1 0,0-1 0,0 1 0,0-1 0,0 1 0,1 0 0,-1-1 0,0 1 0,0 0 0,0 0 0,1 0 0,-1 0 0,2 1 0,10 1 0,0 0 0,-1 2 0,1 0 0,-1 0 0,0 1 0,17 9 0,-4-2 0,111 44 0,-20-10 0,-101-39 0,-13-6 0,-9-3 0,-90-40 0,57 23 0,-2 2 0,-73-20 0,110 35 0,-1 1 0,0 1 0,0-1 0,1 1 0,-1 0 0,0 0 0,-9 2 0,13-2 0,1 0 0,0 1 0,-1-1 0,1 0 0,0 1 0,0-1 0,0 1 0,0 0 0,-1-1 0,1 1 0,0 0 0,0 0 0,0-1 0,0 1 0,1 0 0,-1 0 0,0 0 0,0 0 0,0 0 0,1 1 0,-1-1 0,1 0 0,-1 0 0,1 0 0,-1 0 0,1 1 0,-1-1 0,1 0 0,0 1 0,0-1 0,0 0 0,0 0 0,0 1 0,0-1 0,0 0 0,0 1 0,1-1 0,-1 0 0,1 2 0,1 4 0,1 0 0,0 0 0,0-1 0,0 1 0,1-1 0,0 0 0,1 0 0,8 10 0,-8-10 0,0 0 0,0 0 0,-1 0 0,0 0 0,0 1 0,0 0 0,4 12 0,-7-15-136,-1 0-1,1-1 1,-1 1-1,0 0 1,0 0-1,0-1 1,0 1-1,-1 0 0,-1 5 1,-1 4-6690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1:14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2048 59 24575,'18'3'0,"-6"-2"0,0 1 0,-1-2 0,19 0 0,-72-5 0,-203-4 0,-411-13 0,227 8 0,265 8 0,-122-2 0,251 8 0,4-1 0,-1 2 0,-54 8 0,58-2 0,15-4 0,-1 0 0,-15 2 0,27-5-68,0 0 0,0 0-1,1 0 1,-1 0 0,0-1 0,1 1-1,-1 0 1,0-1 0,0 1 0,1-1-1,-1 0 1,1 1 0,-1-1 0,0 0-1,1 0 1,0 0 0,-1 0-1,1 0 1,-3-3 0,-2-5-6758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1:19.9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24575,'9'4'0,"-1"1"0,0 1 0,-1-1 0,1 2 0,-1-1 0,8 10 0,35 48 0,-38-48 0,151 234 0,-20 12 0,-134-245-102,35 76 337,-39-81-485,0 1 1,-1 0-1,-1 0 0,0 1 1,1 18-1,-3-16-6576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1:20.8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 24575,'0'0'0,"-1"-1"0,1 0 0,0 0 0,0 0 0,0 0 0,1 0 0,-1 0 0,0 0 0,0 0 0,0 0 0,1 0 0,-1 1 0,0-1 0,1 0 0,0-1 0,-1 2 0,0 0 0,1 0 0,-1 0 0,0 0 0,0 0 0,1 0 0,-1 0 0,0 0 0,1 1 0,-1-1 0,0 0 0,0 0 0,1 0 0,-1 0 0,0 0 0,0 0 0,1 1 0,-1-1 0,0 0 0,0 0 0,1 0 0,-1 1 0,0-1 0,0 0 0,0 0 0,0 1 0,1-1 0,-1 0 0,0 1 0,17 31 0,-14-25 0,21 41 0,46 90 0,-42-86 0,-1 1 0,31 92 0,-54-131-1365,-1-2-5461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1:21.1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402 0 24575,'-29'0'0,"-13"0"0,-1 0 0,2 0 0,5 0 0,6 0 0,4 0 0,3 0 0,4 0 0,2 0 0,1 0 0,0 0 0,-1 0 0,0 0 0,1 3 0,2 0-8191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1:21.4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24575,'0'2'0,"0"4"0,2 3 0,4 2 0,0 2 0,3-1 0,1 0 0,1-3 0,0 1 0,0-3 0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1:21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 24575,'2'-7'0,"4"0"0,0 3 0,2 5 0,2 5 0,0 4 0,-3 0-8191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1:22.3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96 24575,'24'26'0,"-16"-17"0,0 0 0,1 0 0,13 10 0,4 0 0,-11-7 0,20 12 0,-30-21 0,-1-1 0,1 0 0,0 0 0,-1 0 0,1 0 0,0-1 0,0 0 0,0 0 0,8 1 0,-12-2 0,0 0 0,0 0 0,0 0 0,1 0 0,-1 0 0,0 0 0,0-1 0,0 1 0,0 0 0,0-1 0,0 1 0,0-1 0,0 1 0,0-1 0,0 1 0,0-1 0,0 0 0,0 1 0,0-1 0,0 0 0,-1 0 0,3-2 0,-2 1 0,-1 1 0,1-1 0,0-1 0,0 1 0,-1 0 0,1 0 0,-1 0 0,0 0 0,0 0 0,0 0 0,0-4 0,0-1 0,-1-1 0,-1 0 0,0 1 0,0 0 0,-5-15 0,5 20 0,-2-11 0,5 10 0,5 5 0,32 24 0,-31-21 0,0 1 0,0-1 0,1-1 0,-1 1 0,1-1 0,0-1 0,1 1 0,-1-1 0,12 2 0,0-3 0,0 0 0,0-2 0,36-3 0,-49 2 0,1-1 0,0 0 0,0-1 0,-1 1 0,0-1 0,10-6 0,-11 6 0,1-1 0,0 1 0,0 1 0,0-1 0,0 1 0,1 0 0,10-1 0,31 2 0,-24 1 0,27-4 0,-41 3 0,6-1 0,-1-1 0,0 0 0,0-1 0,16-7 0,-29 10 0,1 0 0,-1 0 0,0-1 0,0 0 0,0 1 0,0-1 0,0 0 0,-1-1 0,1 1 0,-1 0 0,1-1 0,-1 1 0,0-1 0,0 0 0,0 0 0,0 0 0,0 0 0,-1 0 0,1 0 0,-1 0 0,0-1 0,0 1 0,0 0 0,-1-1 0,1-4 0,-1 5 0,0 1 0,0 0 0,0-1 0,-1 1 0,1 0 0,-1 0 0,0-1 0,0 1 0,0 0 0,0 0 0,0 0 0,0 0 0,0 0 0,-1 0 0,1 0 0,-1 0 0,1 1 0,-1-1 0,0 1 0,0-1 0,0 1 0,1-1 0,-1 1 0,-1 0 0,1 0 0,0 0 0,0 0 0,0 1 0,0-1 0,-1 0 0,1 1 0,0 0 0,-1-1 0,1 1 0,0 0 0,-1 0 0,1 0 0,0 1 0,-1-1 0,1 0 0,0 1 0,0 0 0,-1-1 0,1 1 0,0 0 0,0 0 0,0 0 0,-3 3 0,1-1 0,0 1 0,0-1 0,1 1 0,0 0 0,0 0 0,0 0 0,0 1 0,0-1 0,1 1 0,0-1 0,0 1 0,0 0 0,1 0 0,0 0 0,0 0 0,0 0 0,0 0 0,1 0 0,-1 0 0,2 0 0,-1 0 0,0 0 0,1 0 0,2 9 0,0-3 0,0-1 0,0 0 0,1 0 0,1 0 0,0 0 0,0-1 0,1 0 0,0 0 0,0 0 0,15 14 0,-9-11 0,2 0 0,0-1 0,0-1 0,17 10 0,-24-16 0,0-1 0,0 1 0,0-2 0,0 1 0,0-1 0,1 0 0,-1 0 0,1-1 0,-1 0 0,1 0 0,-1-1 0,9-1 0,-5-1-1365,-1-2-5461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1:23.4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303 294 24575,'-39'-7'0,"-65"-9"0,83 14 0,1 1 0,-1 1 0,-20 2 0,36-1 0,-1 0 0,1 0 0,0 0 0,0 1 0,0 0 0,-6 3 0,10-5 0,0 0 0,1 1 0,-1-1 0,0 1 0,0-1 0,0 0 0,1 1 0,-1 0 0,0-1 0,1 1 0,-1-1 0,0 1 0,1 0 0,-1-1 0,1 1 0,-1 0 0,1 0 0,-1 0 0,1-1 0,0 1 0,-1 0 0,1 0 0,0 0 0,0 0 0,0 0 0,0-1 0,-1 1 0,1 0 0,0 0 0,1 0 0,-1 0 0,0 0 0,0 0 0,0 0 0,0-1 0,1 1 0,-1 0 0,0 0 0,1 0 0,-1 0 0,1-1 0,-1 1 0,1 0 0,-1-1 0,1 2 0,3 2 0,0 0 0,0-1 0,0 1 0,0-1 0,1 0 0,-1 0 0,8 2 0,35 15 0,-31-15 0,1-1 0,-1-1 0,1-1 0,-1 0 0,1-1 0,0 0 0,22-4 0,-35 3 0,-1 0 0,1-1 0,0 1 0,-1-1 0,1 0 0,-1 0 0,1 0 0,-1-1 0,0 1 0,1-1 0,-1 0 0,0 0 0,0 0 0,0 0 0,0-1 0,-1 1 0,1-1 0,-1 0 0,1 1 0,-1-1 0,0 0 0,2-5 0,-2 3 0,0 0 0,0 0 0,-1 0 0,0 0 0,0 0 0,0 0 0,-1-1 0,1 1 0,-1 0 0,0-1 0,-1 1 0,0 0 0,1 0 0,-4-11 0,-3-3 0,0 0 0,-1 0 0,-1 0 0,-17-25 0,-53-64 0,77 106 0,0 0 0,0-1 0,0 1 0,0 1 0,0-1 0,0 0 0,-5-3 0,7 5 0,-1 0 0,1 0 0,0 0 0,0 0 0,-1 0 0,1 0 0,0 0 0,0 0 0,-1 0 0,1 0 0,0 0 0,0 0 0,-1 0 0,1 0 0,0 0 0,0 0 0,-1 0 0,1 0 0,0 0 0,0 0 0,-1 0 0,1 0 0,0 0 0,0 0 0,-1 0 0,1 1 0,0-1 0,0 0 0,0 0 0,-1 0 0,1 1 0,0 0 0,-1 0 0,1 0 0,-1 0 0,1 0 0,0 0 0,0 0 0,0 0 0,0 0 0,0 0 0,0 0 0,0 0 0,0 0 0,0 1 0,3 14 0,0-1 0,0-1 0,1 1 0,1 0 0,1-1 0,0 0 0,9 15 0,6 6 0,36 46 0,-35-52 0,-16-19 0,1 0 0,0 0 0,0-1 0,1-1 0,1 1 0,-1-1 0,12 7 0,-9-7-1365,-2-2-5461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1:23.8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76 24575,'-13'-8'0,"-2"-1"0,-1 0 0,0 1 0,0 1 0,-1 1 0,-33-9 0,49 14 0,0 1 0,-1 0 0,1 0 0,-1 0 0,1 0 0,0 0 0,-1 0 0,1 0 0,0 0 0,-1 0 0,1 1 0,-1-1 0,1 1 0,0-1 0,0 1 0,-1-1 0,-1 2 0,2-1 0,0 0 0,1 0 0,-1 0 0,1-1 0,-1 1 0,0 0 0,1 0 0,0 0 0,-1 0 0,1 0 0,0 0 0,-1 0 0,1 0 0,0 0 0,0 0 0,0 0 0,0 0 0,0 2 0,0 1 0,1-1 0,-1 1 0,1 0 0,0-1 0,1 1 0,-1-1 0,0 1 0,1-1 0,0 0 0,0 1 0,4 4 0,4 2 0,0 0 0,0-1 0,1-1 0,0 1 0,0-2 0,1 0 0,0 0 0,1-1 0,-1 0 0,1-1 0,0-1 0,1 0 0,18 3 0,-30-7 0,-1 0 0,1 1 0,0-1 0,-1 0 0,1 0 0,-1 0 0,1 0 0,0 0 0,-1-1 0,1 1 0,-1 0 0,1-1 0,0 1 0,-1-1 0,0 0 0,1 1 0,-1-1 0,1 0 0,-1 0 0,0 0 0,1 0 0,-1 0 0,0 0 0,0 0 0,0-1 0,0 1 0,1-2 0,-1 1 0,0 0 0,0 0 0,-1 0 0,1 0 0,-1 0 0,1 0 0,-1 0 0,0 0 0,0 0 0,0-1 0,0 1 0,0 0 0,0 0 0,-1 0 0,1 0 0,-1 0 0,0 0 0,1 0 0,-1 0 0,-1-3 0,-4-5 0,-1 0 0,0 0 0,0 1 0,-1 0 0,-1 0 0,1 1 0,-1 0 0,0 0 0,-1 1 0,-20-12 0,25 17-91,0 0 0,0 0 0,0 0 0,0 1 0,-1 0 0,1 0 0,0 0 0,0 0 0,-1 1 0,1 0 0,0 0 0,-1 0 0,1 1 0,-7 1 0,3 2-6735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1:24.5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56 24575,'-3'-4'0,"8"5"0,10 8 0,17 13 0,2 0 0,43 19 0,-73-39 0,0-1 0,-1 1 0,1-1 0,0 0 0,0 0 0,0-1 0,0 1 0,0-1 0,0 0 0,0 0 0,0 0 0,3-1 0,-5 1 0,0-1 0,0 1 0,-1-1 0,1 0 0,0 0 0,-1 1 0,1-1 0,-1 0 0,1-1 0,-1 1 0,1 0 0,-1 0 0,0-1 0,0 1 0,0 0 0,0-1 0,0 1 0,0-1 0,0 0 0,0 1 0,0-1 0,-1 0 0,1 1 0,-1-1 0,1 0 0,-1 0 0,1-2 0,-1-1 0,0 1 0,1 0 0,-2 0 0,1 0 0,0 0 0,-1 0 0,0 0 0,1 0 0,-4-7 0,-1 0 0,-11-21 0,2 6 0,35 49 0,-13-14 0,0-1 0,0 0 0,1-1 0,0 1 0,0-2 0,0 0 0,1 0 0,0 0 0,1-1 0,-1-1 0,1 0 0,0 0 0,0-1 0,0-1 0,0 1 0,0-2 0,1 0 0,16 0 0,-27-1 0,1 0 0,-1 0 0,0 0 0,0 0 0,0-1 0,1 1 0,-1 0 0,0-1 0,0 1 0,0-1 0,0 1 0,0-1 0,0 0 0,0 1 0,0-1 0,0 0 0,0 0 0,0 1 0,0-1 0,-1 0 0,1 0 0,0 0 0,0 0 0,-1 0 0,1 0 0,-1 0 0,1-1 0,-1 1 0,0 0 0,1 0 0,-1 0 0,1-2 0,-1-3 0,0 0 0,-1 1 0,1-1 0,-1 1 0,-2-10 0,1 6 0,1 8 0,1 0 0,0 0 0,0 1 0,0-1 0,0 0 0,-1 0 0,1 0 0,0 1 0,0-1 0,1 0 0,-1 0 0,0 1 0,0-1 0,0 0 0,0 0 0,1 0 0,-1 1 0,0-1 0,1 0 0,-1 1 0,0-1 0,1 0 0,-1 1 0,2-2 0,-1 2 0,0-1 0,0 1 0,0-1 0,0 1 0,0 0 0,0 0 0,0-1 0,0 1 0,0 0 0,0 0 0,0 0 0,0 0 0,0 0 0,0 0 0,2 1 0,2 0 0,1 0 0,0 1 0,-1 0 0,1 0 0,6 5 0,77 47-1365,-77-46-5461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1:24.9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191 18 24575,'-17'-5'0,"1"1"0,0 1 0,-1 0 0,1 2 0,-1 0 0,-28 1 0,43 1 0,0-1 0,0 0 0,-1 0 0,1 1 0,0-1 0,0 1 0,0 0 0,0 0 0,0 0 0,0 0 0,0 0 0,0 0 0,1 0 0,-1 0 0,0 1 0,1-1 0,-1 1 0,1 0 0,-1-1 0,1 1 0,0 0 0,0 0 0,-1-1 0,0 4 0,1-2 0,1 0 0,0-1 0,-1 1 0,1 0 0,0-1 0,0 1 0,0 0 0,1-1 0,-1 1 0,1 0 0,-1-1 0,1 1 0,0-1 0,0 1 0,0-1 0,0 1 0,0-1 0,1 0 0,1 3 0,4 4 0,-1-1 0,1 0 0,0-1 0,1 0 0,0 0 0,14 9 0,-16-12 0,0 0 0,0-1 0,0 0 0,1 0 0,-1-1 0,1 1 0,0-1 0,-1-1 0,1 1 0,14 0 0,-19-2 0,0 0 0,1 0 0,-1 0 0,0-1 0,0 1 0,1-1 0,-1 1 0,0-1 0,0 0 0,0 0 0,0 0 0,1 0 0,-1 0 0,-1 0 0,1 0 0,0-1 0,0 1 0,0-1 0,-1 0 0,1 1 0,-1-1 0,1 0 0,-1 0 0,0 0 0,0 0 0,0 0 0,0 0 0,0 0 0,0 0 0,0 0 0,-1-1 0,1-3 0,1-6 0,-1 0 0,-1 0 0,0 0 0,-3-23 0,2 26 0,3 9 0,2 5 0,6 9 0,0 5 0,2-1 0,0-1 0,1 0 0,0 0 0,1-1 0,19 15 0,34 24-1365,-59-48-5461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1:25.2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24575,'2'5'0,"1"4"0,1 3 0,-2 2 0,2 1 0,1 0 0,1 0 0,0 1 0,1-1 0,0 0 0,-2-3-8191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1:25.3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24575,'10'0'0,"3"5"0,-1 4 0,-2 5 0,0 4 0,-3 0 0,-1-1 0,-3-2-8191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1:25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41 24575,'4'10'0,"1"-1"0,0 0 0,0 0 0,1 0 0,0 0 0,0-1 0,1 0 0,0-1 0,15 14 0,-21-20 0,1 0 0,-1 0 0,0 0 0,1 0 0,-1 0 0,1-1 0,-1 1 0,1 0 0,-1-1 0,1 1 0,0-1 0,-1 0 0,1 1 0,-1-1 0,1 0 0,0 0 0,-1 0 0,1 0 0,0 0 0,-1 0 0,1-1 0,0 1 0,1-1 0,-1 0 0,0 0 0,0-1 0,0 1 0,-1 0 0,1-1 0,0 0 0,-1 1 0,1-1 0,-1 0 0,0 0 0,0 0 0,0 0 0,1 0 0,-2 0 0,1 0 0,1-3 0,5-30 0,-6 27 0,1 0 0,-1 0 0,1 1 0,1-1 0,3-7 0,-6 13 0,1 0 0,0 1 0,0-1 0,1 0 0,-1 1 0,0-1 0,1 1 0,-1 0 0,0-1 0,1 1 0,0 0 0,-1 0 0,1 0 0,0 0 0,-1 0 0,1 0 0,0 1 0,0-1 0,0 0 0,0 1 0,0 0 0,-1-1 0,1 1 0,0 0 0,3 0 0,1 0 0,1 1 0,-1 0 0,0 0 0,1 1 0,-1-1 0,0 1 0,9 5 0,42 23 0,-45-23 0,10 6-195,0 1 0,-1 1 0,0 1 0,-1 0 0,-1 2 0,30 35 0,-39-39-6631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1:27.9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1138 118 24575,'1'0'0,"-1"-1"0,1 0 0,-1 0 0,1 0 0,-1 0 0,1 0 0,-1 0 0,0 0 0,0-1 0,1 1 0,-1 0 0,0 0 0,0 0 0,0 0 0,0 0 0,0 0 0,-1 0 0,1 0 0,0 0 0,0 0 0,-1 0 0,1 0 0,0 0 0,-1 0 0,1 0 0,-1 0 0,0 0 0,1 0 0,-1 0 0,0 0 0,1 1 0,-1-1 0,0 0 0,0 0 0,0 1 0,0-1 0,0 1 0,1-1 0,-1 1 0,0-1 0,0 1 0,0-1 0,-1 1 0,1 0 0,-1-1 0,-6 0 0,0-1 0,0 1 0,1 0 0,-16 1 0,-6-1 0,-47-6 0,37 4 0,-67 1 0,66 2 0,-65-6 0,29-1 0,-135 4 0,112 4 0,48 0 0,-58-2 0,71-5 0,35 5 0,0 0 0,0 0 0,0 0 0,0 0 0,1 0 0,-1-1 0,0 1 0,1-1 0,-1 0 0,-2-2 0,5 4 0,0 0 0,0 0 0,0 0 0,0-1 0,0 1 0,0 0 0,0 0 0,0-1 0,0 1 0,0 0 0,0 0 0,0 0 0,0-1 0,0 1 0,0 0 0,0 0 0,0-1 0,0 1 0,0 0 0,0 0 0,0 0 0,0-1 0,1 1 0,-1 0 0,0 0 0,0 0 0,0-1 0,0 1 0,0 0 0,1 0 0,-1 0 0,0 0 0,0 0 0,0 0 0,1-1 0,-1 1 0,0 0 0,0 0 0,0 0 0,1 0 0,-1 0 0,10-5 0,1 2 0,0 1 0,1 0 0,-1 0 0,16 0 0,49 4 0,-56-1 0,296 24 0,-114-7 0,-51-3 0,-179-6 0,-159 10 0,-177-17 0,195-3 0,11 1 0,188-6 0,-6 0 0,47 2 0,0 2 0,82 10 0,-38-2 0,412 27 0,-523-33-195,0 1 0,0-1 0,0 1 0,0 0 0,0 0 0,6 4 0,0 1-6631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1:33.8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1202 60 24575,'0'0'0,"0"0"0,0 0 0,1-1 0,-1 1 0,0 0 0,0 0 0,0 0 0,1-1 0,-1 1 0,0 0 0,0-1 0,0 1 0,0 0 0,0 0 0,1-1 0,-1 1 0,0 0 0,0-1 0,0 1 0,0 0 0,0-1 0,0 1 0,0 0 0,0 0 0,0-1 0,0 1 0,0 0 0,-1-1 0,1 1 0,0 0 0,0-1 0,0 1 0,0 0 0,0 0 0,0-1 0,-1 1 0,-12-8 0,-18 0 0,-19 4 0,0 2 0,-1 3 0,-58 7 0,-27 1 0,135-9 0,-278-1 0,200-5 0,-32-2 0,-151 8 0,259 0 0,1 1 0,0-1 0,1 0 0,-1 0 0,0 0 0,0 0 0,1-1 0,-1 1 0,0 0 0,0-1 0,1 1 0,-1-1 0,0 0 0,1 1 0,-3-2 0,4 2 0,0-1 0,0 1 0,0 0 0,0 0 0,0 0 0,0-1 0,0 1 0,0 0 0,0 0 0,0 0 0,0-1 0,0 1 0,0 0 0,1 0 0,-1 0 0,0 0 0,0-1 0,0 1 0,0 0 0,0 0 0,0 0 0,0 0 0,1-1 0,-1 1 0,0 0 0,0 0 0,0 0 0,0 0 0,1 0 0,-1 0 0,0 0 0,0 0 0,0 0 0,0-1 0,1 1 0,-1 0 0,0 0 0,10-4 0,-8 4 0,9-4 0,0 1 0,1 0 0,-1 1 0,22-1 0,51 3 0,-41 1 0,869 0 0,-898-2 0,-5 1 0,0 0 0,1 0 0,-1 0 0,0 1 0,0 1 0,0 0 0,9 3 0,-18-5 0,0 0 0,1 0 0,-1 0 0,0 0 0,0 0 0,0 0 0,0 0 0,1 0 0,-1 0 0,0 0 0,0 0 0,0 0 0,0 1 0,1-1 0,-1 0 0,0 0 0,0 0 0,0 0 0,0 0 0,0 1 0,0-1 0,0 0 0,1 0 0,-1 0 0,0 0 0,0 1 0,0-1 0,0 0 0,0 0 0,0 0 0,0 0 0,0 1 0,0-1 0,0 0 0,0 0 0,0 0 0,0 1 0,0-1 0,0 0 0,0 0 0,-8 6 0,-14 2 0,22-8 0,-50 13 0,-73 9 0,-53-4 0,174-18 0,-265 14 0,209-9 0,-92-4 0,120-6 0,-50-13 0,62 14 0,17 4 0,0 0 0,0-1 0,0 1 0,0 0 0,0-1 0,0 1 0,0 0 0,0-1 0,0 1 0,0-1 0,1 0 0,-1 1 0,0-1 0,0 0 0,-1-1 0,4-2 0,9 1 0,9 1-170,0 1-1,0 0 0,0 2 1,0 0-1,-1 2 0,1 0 1,23 7-1,-25-5-6655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01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14 24575,'-1'0'0,"1"-1"0,0 1 0,0-1 0,-1 0 0,1 1 0,0-1 0,-1 1 0,1-1 0,-1 0 0,1 1 0,-1-1 0,1 1 0,-1 0 0,1-1 0,-1 1 0,1-1 0,-1 1 0,0 0 0,1-1 0,-1 1 0,1 0 0,-1 0 0,0 0 0,1-1 0,-1 1 0,0 0 0,-1 0 0,-21-3 0,20 3 0,-18 0 0,1 1 0,-41 7 0,16-2 0,41-5 0,0-1 0,0 1 0,0 0 0,1 0 0,-1 0 0,0 0 0,1 1 0,-1-1 0,0 1 0,1 0 0,0 0 0,-1 0 0,1 1 0,0-1 0,0 1 0,-3 4 0,3-3 0,0 0 0,1 1 0,-1-1 0,1 1 0,0 0 0,0 0 0,1 0 0,-1 0 0,1 0 0,0 0 0,1 0 0,-1 6 0,0-1 0,0 6 0,0 1 0,2 19 0,0-33 0,-1 1 0,0-1 0,1 0 0,0 1 0,0-1 0,0 0 0,0 0 0,0 0 0,1 1 0,-1-1 0,1-1 0,0 1 0,0 0 0,0 0 0,0-1 0,5 5 0,-3-5 0,-1 0 0,1 0 0,0-1 0,-1 1 0,1-1 0,0 0 0,0 0 0,0 0 0,0-1 0,0 0 0,0 1 0,0-1 0,5-1 0,2 0 0,0-1 0,1 0 0,15-5 0,-6-1 1,-15 6-342,1-1-1,0 1 1,11-2-1,-6 2-6484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01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10 24575,'20'-3'0,"-4"0"0,22-1 0,-33 4 0,0 0 0,-1 0 0,1 1 0,0 0 0,-1-1 0,1 1 0,-1 1 0,1-1 0,5 3 0,-8-2 0,1 0 0,-1 0 0,1 0 0,-1 0 0,0 1 0,0-1 0,0 0 0,-1 1 0,1 0 0,0-1 0,-1 1 0,0 0 0,1 0 0,-1 0 0,0-1 0,-1 1 0,2 5 0,-1-4 0,0 1 0,-1-1 0,1 1 0,-1 0 0,0-1 0,0 1 0,-1-1 0,1 1 0,-1-1 0,0 1 0,-2 4 0,1-6 0,0 0 0,0 0 0,0-1 0,0 1 0,0-1 0,0 0 0,-1 0 0,0 0 0,1 0 0,-1 0 0,0 0 0,0-1 0,0 1 0,0-1 0,0 0 0,0 0 0,-6 2 0,-7 0 0,0 0 0,-20 1 0,32-3 0,-4-1 0,-5 2 0,-1-1 0,-15-2 0,27 1 0,-1 0 0,1 0 0,-1 0 0,0-1 0,1 1 0,-1-1 0,1 0 0,-1 0 0,1 0 0,0 0 0,-1 0 0,1 0 0,0-1 0,0 1 0,0-1 0,0 0 0,-3-3 0,4 4 0,1 0 0,-1 0 0,1 0 0,-1-1 0,1 1 0,0 0 0,-1 0 0,1-1 0,0 1 0,0 0 0,0 0 0,0-1 0,0 1 0,0 0 0,0 0 0,1-1 0,-1 1 0,0 0 0,1 0 0,-1-1 0,1 1 0,-1 0 0,1 0 0,0 0 0,-1 0 0,1 0 0,0 0 0,1-1 0,3-5 0,1 1 0,0 1 0,8-7 0,-8 7 0,-6 5-11,8-7-440,1 0-1,14-9 1,-12 10-6375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02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24575,'1'2'0,"0"0"0,0 0 0,1 0 0,-1 0 0,0 0 0,1-1 0,0 1 0,-1 0 0,1-1 0,0 0 0,0 1 0,0-1 0,3 2 0,-1 0 0,78 49 0,-69-46 0,0 0 0,0 0 0,0-1 0,27 6 0,-38-11 0,0 0 0,0 0 0,0 1 0,-1-1 0,1 0 0,0 0 0,0 0 0,0-1 0,-1 1 0,1 0 0,0-1 0,0 1 0,-1-1 0,1 0 0,0 1 0,-1-1 0,3-2 0,-3 2 0,0 0 0,0 0 0,0 0 0,-1 0 0,1 0 0,0 0 0,0 0 0,-1 0 0,1-1 0,-1 1 0,1 0 0,-1 0 0,0-1 0,0 1 0,1 0 0,-1 0 0,0-1 0,0 1 0,0 0 0,0-1 0,0 1 0,-1 0 0,1-1 0,0 1 0,-1-2 0,-2-5 0,-1-1 0,0 0 0,-7-11 0,24 30 0,0-2 0,1 0 0,0 0 0,16 5 0,-23-10 0,-1-1 0,1 0 0,0 0 0,0-1 0,-1 1 0,1-2 0,0 1 0,0-1 0,0 0 0,0 0 0,14-3 0,-19 2 0,1 0 0,-1 0 0,1 0 0,-1 0 0,1 0 0,-1-1 0,0 1 0,0-1 0,0 1 0,1-1 0,-2 0 0,1 0 0,0 0 0,0 0 0,-1 0 0,1-1 0,-1 1 0,1 0 0,-1-1 0,0 1 0,0-1 0,0 1 0,0-1 0,-1 0 0,1 1 0,0-5 0,-1 6 0,0-1 0,1 1 0,-1-1 0,0 1 0,1-1 0,0 1 0,-1 0 0,1-1 0,0 1 0,0 0 0,0 0 0,0 0 0,0-1 0,0 1 0,0 0 0,0 0 0,0 0 0,0 1 0,1-1 0,-1 0 0,2 0 0,0 0 0,0 0 0,0 0 0,0 0 0,0 1 0,0-1 0,0 1 0,0 0 0,0 0 0,6 1 0,4 2 0,0 0 0,-1 0 0,22 9 0,-18-5-227,-1-1-1,0 2 1,0 0-1,0 1 1,18 14-1,-24-14-6598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03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116 160 24575,'11'40'0,"1"-1"0,2-1 0,2 0 0,31 56 0,-28-69 0,-17-24 0,-3-6 0,-5-7 0,-79-111 0,0 0 0,81 115 0,-30-51 0,30 52 0,0-1 0,1 0 0,1 0 0,-1 0 0,-2-16 0,5 23 0,0-1 0,0 0 0,-1 1 0,1-1 0,0 1 0,1-1 0,-1 1 0,0-1 0,0 1 0,1-1 0,-1 1 0,1-1 0,-1 1 0,1 0 0,0-1 0,-1 1 0,1 0 0,0-1 0,0 1 0,0 0 0,2-2 0,-1 2 0,-1 0 0,1 0 0,0 0 0,0 0 0,0 0 0,0 0 0,0 1 0,0-1 0,0 1 0,0 0 0,1-1 0,-1 1 0,4 0 0,1 1 0,-1 0 0,1 0 0,-1 0 0,1 1 0,-1 0 0,0 0 0,1 1 0,-1-1 0,6 5 0,-8-4 0,0 0 0,0 0 0,-1 0 0,1 1 0,-1-1 0,0 1 0,0 0 0,0 0 0,0 0 0,2 6 0,-4-9 0,0 1 0,-1 0 0,1-1 0,0 1 0,-1 0 0,1 0 0,-1 0 0,0 0 0,0-1 0,0 1 0,1 0 0,-2 0 0,1 0 0,0 0 0,0-1 0,-1 1 0,1 0 0,-1 0 0,1 0 0,-1-1 0,0 1 0,1 0 0,-1-1 0,0 1 0,0 0 0,-1-1 0,1 0 0,0 1 0,-2 1 0,-8 6-1365,0-2-5461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03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131 693 24575,'10'-22'0,"0"-1"0,-2 0 0,-1-1 0,8-47 0,-13 56 0,-1 0 0,0 0 0,-2 0 0,0 0 0,0-1 0,-1 1 0,-1 0 0,0 1 0,-7-19 0,-47-101 0,3 6 0,45 104 0,7 14 0,-1 1 0,-1 0 0,0 0 0,0 0 0,0 1 0,-8-11 0,12 19 0,0 0 0,0-1 0,0 1 0,0 0 0,-1 0 0,1 0 0,0 0 0,0 0 0,0-1 0,0 1 0,0 0 0,-1 0 0,1 0 0,0 0 0,0 0 0,0 0 0,0 0 0,-1-1 0,1 1 0,0 0 0,0 0 0,0 0 0,-1 0 0,1 0 0,0 0 0,0 0 0,0 0 0,-1 0 0,1 0 0,0 0 0,0 0 0,0 0 0,0 0 0,-1 0 0,1 1 0,0-1 0,-4 7 0,3 12 0,3-4 0,-1 0 0,2-1 0,0 1 0,6 15 0,25 58 0,-23-60 0,-1-5 0,0-1 0,1 0 0,2 0 0,0-1 0,1-1 0,18 20 0,-23-30 0,1-1 0,0 1 0,0-2 0,0 0 0,1 0 0,1 0 0,-1-2 0,1 1 0,0-2 0,1 0 0,-1 0 0,26 5 0,-32-8 0,25 4 0,0-1 0,62 2 0,-82-8 0,-1 0 0,0 0 0,0 0 0,0-2 0,15-4 0,-19 5 0,0-1 0,-1 1 0,1-1 0,-1-1 0,0 1 0,0-1 0,0 0 0,0 0 0,0 0 0,4-6 0,-7 7 0,0 1 0,0-1 0,0 0 0,0 0 0,0-1 0,-1 1 0,0 0 0,1 0 0,-1-1 0,0 1 0,0-1 0,-1 1 0,1-1 0,-1 1 0,0-1 0,0 0 0,0 1 0,0-1 0,-1 1 0,1-1 0,-1 1 0,0-1 0,0 1 0,-3-6 0,0 1 0,0 1 0,0 0 0,-1 0 0,0 0 0,0 1 0,-1 0 0,0 0 0,0 0 0,-10-6 0,16 11 0,-10-7 0,-1 1 0,-17-9 0,25 14 0,1 1 0,-1 0 0,0-1 0,0 2 0,1-1 0,-1 0 0,0 0 0,0 1 0,0 0 0,0-1 0,0 1 0,0 0 0,0 0 0,0 1 0,0-1 0,0 1 0,-3 0 0,5 0 0,-1 0 0,1 0 0,0 0 0,-1 0 0,1 0 0,0 0 0,0 0 0,0 1 0,0-1 0,0 0 0,0 1 0,0-1 0,0 1 0,1-1 0,-1 1 0,0-1 0,1 1 0,0-1 0,-1 1 0,1-1 0,0 1 0,0 0 0,-1-1 0,1 1 0,1-1 0,-1 3 0,0 3 0,1 0 0,0-1 0,1 1 0,-1-1 0,3 8 0,2-2 0,0 0 0,0 0 0,1 0 0,0-1 0,1 0 0,0 0 0,1-1 0,1 0 0,-1-1 0,1 0 0,16 11 0,-8-8 0,2 1 0,0-2 0,0-1 0,1 0 0,42 12 0,-49-18 20,0-1 0,0 0 0,1-1 0,-1-1 0,24 0 0,-33-1-91,-1-1 1,1 1-1,0-1 0,0 1 0,-1-1 1,1-1-1,-1 1 0,1-1 1,-1 0-1,1 0 0,-1 0 0,0 0 1,0-1-1,0 0 0,0 1 1,-1-2-1,1 1 0,-1 0 0,1-1 1,3-5-1,-1-2-6755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04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24575,'32'9'0,"15"7"0,5 2 0,-2 1 0,-1-3 0,-5-2 0,-5 0 0,-4-1 0,-3 0 0,-5-2 0,-4 0 0,-1-3 0,-2 1 0,-2-2 0,-2-2 0,-3-2-8191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04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0 24575,'-5'22'0,"-2"10"0,1 2 0,-1-3 0,0-1 0,-1-3 0,-1-7 0,0-7-8191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04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0 24575,'-4'1'0,"-137"25"0,109-18 0,-1 1 0,-37 17 0,67-25 0,-1 1 0,1 0 0,-1 0 0,1 0 0,0 0 0,0 0 0,0 1 0,0-1 0,0 1 0,1 0 0,-1 0 0,1 0 0,-3 3 0,4-4 0,0 0 0,1 0 0,-1 0 0,0 0 0,1 0 0,0 0 0,-1 0 0,1 0 0,0 0 0,0 1 0,0-1 0,0 0 0,0 0 0,1 0 0,-1 0 0,1 0 0,-1 0 0,1 0 0,0 0 0,0 0 0,-1 0 0,2-1 0,-1 1 0,0 0 0,1 1 0,5 5 0,-1-1 0,1 0 0,1 0 0,-1-1 0,1 1 0,0-2 0,0 1 0,1-1 0,0-1 0,18 8 0,-9-6 0,0 0 0,0-1 0,0-1 0,37 3 0,-48-6-124,0-1 0,0 0 0,0 0 0,0 0 0,0-1 0,0 0-1,0 0 1,0-1 0,0 0 0,8-4 0,-5 0-6702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05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27 24575,'-4'6'0,"1"0"0,-1 0 0,2 0 0,-1 0 0,1 0 0,0 1 0,-2 10 0,4-15 0,-1 0 0,1 1 0,0-1 0,1 0 0,-1 1 0,0-1 0,1 0 0,-1 0 0,1 1 0,0-1 0,-1 0 0,1 0 0,0 0 0,0 0 0,1 0 0,-1 0 0,0 0 0,1-1 0,-1 1 0,1 0 0,-1-1 0,1 1 0,0-1 0,0 1 0,3 1 0,0 0 0,1 0 0,0-1 0,0 1 0,0-1 0,1 0 0,-1-1 0,0 1 0,13 0 0,-3-1 0,0-1 0,24-3 0,-38 3 0,0 0 0,0 0 0,0-1 0,0 1 0,1-1 0,-1 0 0,0 1 0,0-1 0,0 0 0,0 0 0,-1 0 0,1-1 0,0 1 0,0 0 0,-1-1 0,1 1 0,0-1 0,-1 1 0,0-1 0,3-3 0,-4 3 0,1 1 0,-1-1 0,1 0 0,-1 1 0,0-1 0,1 0 0,-1 0 0,0 1 0,0-1 0,0 0 0,-1 0 0,1 1 0,0-1 0,-1 0 0,1 1 0,-1-1 0,1 0 0,-1 1 0,0-1 0,0 1 0,0-1 0,0 1 0,0-1 0,0 1 0,0 0 0,-2-2 0,-6-6 0,-1 0 0,0 0 0,-1 1 0,0 1 0,0 0 0,-1 0 0,0 1 0,0 0 0,0 1 0,-1 1 0,-23-6 0,33 10-195,0-1 0,0 1 0,0-1 0,0 1 0,0 0 0,-6 1 0,0 1-6631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05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24575,'11'1'0,"0"0"0,0 1 0,0 0 0,-1 1 0,1 0 0,0 0 0,-1 2 0,11 4 0,17 7 0,-38-15 0,1-1 0,0 1 0,0-1 0,0 0 0,0 0 0,0 1 0,-1-1 0,1 0 0,0 0 0,0 0 0,0 0 0,0 0 0,0 0 0,0 0 0,0 0 0,0 0 0,-1-1 0,1 1 0,0 0 0,0-1 0,0 1 0,0 0 0,-1-1 0,2 0 0,-1 0 0,0 0 0,0 0 0,0-1 0,-1 1 0,1 0 0,0 0 0,-1-1 0,1 1 0,-1 0 0,1-1 0,-1 1 0,0-1 0,1-2 0,-1-4 0,0-1 0,0 1 0,-4-17 0,4 25 0,0-1 0,0 0 0,0 0 0,-1 0 0,1 0 0,0 0 0,0 1 0,0-1 0,0 0 0,0 0 0,0 0 0,0 0 0,0 0 0,0 0 0,1 0 0,-1 0 0,0 0 0,1 0 0,-1 0 0,0 0 0,1 0 0,-1 0 0,1 1 0,0-1 0,-1 0 0,1 0 0,0 1 0,-1-1 0,1 0 0,0 1 0,0-1 0,-1 0 0,1 1 0,1-1 0,1 1 0,-1-1 0,0 1 0,0 0 0,1 0 0,-1 0 0,0 0 0,1 0 0,-1 1 0,0-1 0,0 1 0,1 0 0,-1-1 0,3 3 0,38 21-1365,-32-18-5461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06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0 24575,'-2'5'0,"-1"0"0,1 1 0,0-1 0,0 1 0,1-1 0,0 1 0,0-1 0,0 1 0,1 0 0,0-1 0,0 1 0,0 0 0,0-1 0,3 11 0,-1-9 0,1-1 0,-1 1 0,1-1 0,1 1 0,-1-1 0,1 0 0,0 0 0,1 0 0,-1-1 0,1 0 0,7 7 0,99 73 0,-76-60 0,60 55 0,-91-76 0,0 1 0,0 0 0,0 0 0,0 0 0,-1 0 0,0 0 0,4 9 0,-6-13 0,-1 1 0,1-1 0,-1 0 0,0 1 0,1-1 0,-1 1 0,0-1 0,0 0 0,0 1 0,0-1 0,0 1 0,-1-1 0,1 0 0,0 1 0,0-1 0,-1 0 0,1 1 0,-1-1 0,0 0 0,1 1 0,-1-1 0,0 0 0,0 0 0,1 0 0,-1 0 0,0 0 0,0 0 0,0 0 0,0 0 0,-1 0 0,1 0 0,0 0 0,0-1 0,0 1 0,-1 0 0,1-1 0,-3 1 0,-3 2 0,-1-1 0,0 0 0,1 0 0,-1-1 0,0 0 0,-11 0 0,-50-4 0,56 2 0,-6-1-105,0-1 0,0 0 0,1-2 0,0 0 0,0-1 0,0-1 0,1 0 0,0-2 0,0 0 0,1 0 0,1-2 0,-27-22 0,25 18-6721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06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24575,'-3'8'0,"0"4"0,0 3 0,1 1 0,0 1 0,1-3-8191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06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24575,'10'9'0,"-1"-1"0,2 1 0,-1-2 0,1 0 0,1 0 0,-1-1 0,22 9 0,-28-14 0,-1 0 0,1 1 0,0-1 0,0-1 0,-1 1 0,1-1 0,0 0 0,0 0 0,0 0 0,8-2 0,-12 1 0,1 0 0,0 1 0,0-1 0,0 0 0,0 0 0,-1 0 0,1 0 0,0 0 0,-1 0 0,1 0 0,0 0 0,-1-1 0,0 1 0,1-1 0,-1 1 0,0-1 0,0 0 0,0 1 0,0-1 0,0 0 0,0 0 0,0 1 0,-1-1 0,1 0 0,-1 0 0,1 0 0,-1-4 0,0 3 0,0 0 0,0 0 0,0 0 0,-1 0 0,-1-6 0,0-12 0,2 20 0,0 1 0,0 0 0,0-1 0,0 1 0,0 0 0,1-1 0,-1 1 0,0 0 0,0 0 0,0-1 0,1 1 0,-1 0 0,0 0 0,0-1 0,0 1 0,1 0 0,-1 0 0,0 0 0,1 0 0,-1-1 0,0 1 0,1 0 0,-1 0 0,0 0 0,0 0 0,1 0 0,-1 0 0,0 0 0,1 0 0,-1 0 0,0 0 0,1 0 0,-1 0 0,0 0 0,1 0 0,-1 0 0,0 0 0,1 0 0,-1 0 0,1 1 0,15 4 0,-12-3 0,9 3-1365,0-1-5461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07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0 24575,'-1'2'0,"0"1"0,0-1 0,0 1 0,0-1 0,1 1 0,-1 0 0,1-1 0,0 1 0,0-1 0,0 1 0,0 0 0,0-1 0,0 1 0,2 3 0,-1-2 0,0 1 0,1 0 0,0-1 0,0 1 0,1-1 0,-1 1 0,4 3 0,2 2 0,0-1 0,1 0 0,0 0 0,0-1 0,13 8 0,-4-3 0,23 11 0,-34-20 0,0-1 0,0 0 0,1 0 0,-1-1 0,1 0 0,13 2 0,-20-4 0,-1 0 0,1 1 0,0-1 0,0 0 0,-1 0 0,1 0 0,0 0 0,0 0 0,-1 0 0,1-1 0,0 1 0,-1 0 0,1 0 0,0 0 0,0-1 0,-1 1 0,1 0 0,0-1 0,-1 1 0,1-1 0,-1 1 0,1 0 0,-1-1 0,1 1 0,0-2 0,0 1 0,-1 0 0,0 0 0,0 0 0,0 0 0,0 0 0,0 0 0,0 0 0,0 0 0,0 1 0,0-1 0,0 0 0,0 0 0,-1 0 0,1 0 0,0 0 0,-2-1 0,0-4 0,-1 1 0,0 0 0,-1 0 0,-7-9 0,9 12 0,-1 0 0,1-1 0,0 1 0,-1 1 0,1-1 0,-1 0 0,0 0 0,1 1 0,-1 0 0,-5-2 0,7 2 0,0 1 0,0 0 0,0 0 0,0 0 0,0 0 0,0 1 0,-1-1 0,1 0 0,0 0 0,0 0 0,0 1 0,0-1 0,0 1 0,0-1 0,0 1 0,1-1 0,-1 1 0,0-1 0,0 1 0,0 0 0,0 0 0,1-1 0,-1 1 0,0 0 0,1 0 0,-1 0 0,1 0 0,-1 0 0,1 0 0,-1 0 0,1 0 0,-1 0 0,1 0 0,0 2 0,-2 1 0,1 1 0,0 0 0,0 0 0,1 0 0,0 0 0,0 0 0,0 0 0,0 0 0,2 8 0,3 7 0,6 20 0,-7-26 0,9 25 0,1-1 0,2-1 0,1 0 0,31 47 0,-46-81 0,0 0 0,0 0 0,-1 0 0,1 0 0,0 0 0,1 5 0,-3-7 0,0-1 0,0 1 0,0-1 0,0 1 0,0-1 0,0 1 0,0-1 0,0 1 0,0-1 0,0 1 0,0-1 0,0 1 0,0-1 0,-1 1 0,1-1 0,0 1 0,0-1 0,0 1 0,-1-1 0,1 1 0,0-1 0,-1 0 0,1 1 0,0-1 0,-1 0 0,1 1 0,0-1 0,-1 0 0,1 1 0,-1-1 0,1 0 0,0 0 0,-1 1 0,1-1 0,-1 0 0,1 0 0,-1 0 0,1 0 0,-1 0 0,1 0 0,-1 0 0,1 0 0,-1 0 0,1 0 0,-1 0 0,1 0 0,-2 0 0,-6 0 0,0-1 0,0 0 0,0 0 0,1-1 0,-1 1 0,-8-4 0,-47-21 0,43 17 0,8 4-83,-10-4 154,0-1 0,-27-18 1,43 25-179,1-1 0,0 0 0,0-1 0,0 1 1,0-1-1,0 0 0,1 0 0,0 0 0,0-1 0,1 0 0,-1 1 1,1-1-1,-2-8 0,1 2-6719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07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0 24575,'-6'2'0,"0"0"0,0 0 0,0 1 0,0-1 0,1 1 0,0 0 0,-1 1 0,1 0 0,0-1 0,-4 6 0,7-7 0,0 0 0,0 0 0,1 1 0,-1-1 0,0 1 0,1-1 0,0 1 0,0-1 0,0 1 0,0 0 0,0-1 0,0 1 0,1 0 0,-1 0 0,1 0 0,0 0 0,0-1 0,0 1 0,0 0 0,0 0 0,1 0 0,-1 0 0,2 4 0,2 2 0,0-1 0,0 0 0,1 0 0,0-1 0,1 1 0,-1-1 0,1 0 0,1-1 0,-1 1 0,1-1 0,0-1 0,16 11 0,-22-16 0,0 1 0,0 0 0,-1-1 0,1 1 0,0 0 0,0-1 0,1 0 0,-1 1 0,0-1 0,0 1 0,0-1 0,0 0 0,0 0 0,0 0 0,0 0 0,0 0 0,1 0 0,-1 0 0,0 0 0,0 0 0,0 0 0,0 0 0,0-1 0,0 1 0,0-1 0,0 1 0,0-1 0,0 1 0,0-1 0,0 1 0,0-1 0,0 0 0,0 1 0,0-1 0,0 0 0,-1 0 0,1 0 0,0 0 0,-1 0 0,1 0 0,-1 0 0,1 0 0,-1 0 0,1 0 0,0-1 0,1-4 0,-1 0 0,1 0 0,-1 0 0,0 0 0,-1-1 0,1 1 0,-1-7 0,-2-1 0,0-1 0,-1 1 0,-1 1 0,-8-25 0,6 22 0,6 15 0,-1 1 0,1-1 0,0 0 0,0 0 0,-1 0 0,1 1 0,0-1 0,0 0 0,0 0 0,0 0 0,0 0 0,0 1 0,0-1 0,0 0 0,0 0 0,0 0 0,1 1 0,-1-3 0,1 3 0,-1 0 0,1-1 0,-1 1 0,0 0 0,1 0 0,-1-1 0,1 1 0,-1 0 0,0 0 0,1 0 0,-1 0 0,1-1 0,-1 1 0,1 0 0,-1 0 0,1 0 0,-1 0 0,1 0 0,-1 0 0,1 0 0,-1 0 0,2 1 0,3 0 0,0 0 0,0 1 0,0 0 0,6 4 0,-9-5 0,57 29-1,55 25-1363,-102-50-5462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08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24575,'316'418'0,"-257"-342"0,-54-65 0,-13-16 0,-13-14 0,2 0 0,1-2 0,1 0 0,-14-23 0,30 43 0,0 0 0,0-1 0,1 1 0,-1 0 0,1 0 0,-1 0 0,1 0 0,-1-1 0,1 1 0,0 0 0,0 0 0,-1-1 0,1 1 0,0 0 0,0-1 0,0 1 0,0 0 0,1 0 0,-1-1 0,0 1 0,0 0 0,1 0 0,-1-1 0,1 1 0,-1 0 0,2-2 0,-1 2 0,0 0 0,1 0 0,-1 0 0,0 0 0,1 0 0,-1 1 0,1-1 0,-1 0 0,1 1 0,-1-1 0,1 1 0,-1-1 0,1 1 0,-1 0 0,1 0 0,0 0 0,-1 0 0,1 0 0,-1 0 0,1 0 0,2 1 0,55 12 0,-42-8 0,0-1 0,34 4 0,-42-8 0,0 0 0,0 0 0,0-1 0,-1 0 0,1-1 0,0 1 0,-1-2 0,1 1 0,14-8 0,-18 8 0,-1-1 0,0 1 0,0-1 0,0 0 0,0 0 0,-1 0 0,1-1 0,-1 1 0,0-1 0,0 0 0,0 0 0,-1 0 0,1 0 0,-1-1 0,0 1 0,0-1 0,-1 1 0,1-1 0,1-7 0,-3 7 0,1 0 0,-1 0 0,1 0 0,-1 1 0,-1-1 0,1 0 0,-1 0 0,1 1 0,-1-1 0,-1 0 0,1 1 0,-1-1 0,0 1 0,0-1 0,0 1 0,0 0 0,-1 0 0,0 0 0,1 0 0,-2 0 0,1 1 0,0-1 0,-1 1 0,1 0 0,-1 0 0,0 0 0,-6-3 0,9 6 0,0-1 0,0 1 0,0-1 0,-1 1 0,1 0 0,0-1 0,0 1 0,0 0 0,0 0 0,0 0 0,0 0 0,0 0 0,-1 0 0,1 0 0,0 0 0,0 0 0,0 0 0,0 1 0,0-1 0,0 0 0,0 1 0,0-1 0,0 1 0,0-1 0,0 1 0,0 0 0,0-1 0,0 1 0,0 0 0,1 0 0,-1-1 0,0 1 0,0 0 0,1 0 0,-1 0 0,1 0 0,-1 0 0,1 0 0,-1 0 0,1 0 0,-1 0 0,1 0 0,0 0 0,0 2 0,-2 2 0,2 0 0,-1 0 0,0 0 0,1 0 0,0 0 0,0 0 0,1 0 0,-1 0 0,2 4 0,0 0 0,1-1 0,0 1 0,0-1 0,1 0 0,0 0 0,1-1 0,-1 1 0,1-1 0,1 0 0,0 0 0,0-1 0,0 1 0,0-1 0,1-1 0,0 1 0,0-1 0,1 0 0,0-1 0,15 7 0,-12-6 30,2-1 0,-1 0 0,21 3 0,-28-6-136,0-1 0,-1 1 0,1-1 0,0 0 0,-1-1 0,1 1-1,0-1 1,-1 0 0,1 0 0,0 0 0,-1-1 0,0 0 0,6-2 0,0-2-6720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09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101 177 24575,'67'83'0,"72"85"0,-137-165 0,1 0 0,-1 1 0,1-1 0,2 8 0,-5-11 0,1 0 0,-1 0 0,0 1 0,0-1 0,0 0 0,0 1 0,0-1 0,0 0 0,0 0 0,0 1 0,0-1 0,0 0 0,1 0 0,-2 1 0,1-1 0,0 0 0,0 1 0,0-1 0,0 0 0,0 0 0,0 1 0,0-1 0,0 0 0,0 0 0,0 1 0,0-1 0,-1 0 0,1 0 0,0 1 0,-1-1 0,0 0 0,0 0 0,0 0 0,1 0 0,-1 0 0,0 0 0,0 0 0,0 0 0,1 0 0,-1 0 0,0-1 0,0 1 0,0 0 0,1-1 0,-1 1 0,-1-1 0,-17-10 0,0-1 0,1 0 0,-22-20 0,7 6 0,12 10 0,1-1 0,0 0 0,2-2 0,-20-24 0,31 33 0,0 1 0,1-1 0,0 0 0,0-1 0,1 1 0,0-1 0,1 0 0,1-1 0,-1 1 0,2-1 0,-3-19 0,5 27 0,0 0 0,0 0 0,0 0 0,0 0 0,1 0 0,0 0 0,0 0 0,0 0 0,0 0 0,0 1 0,1-1 0,0 0 0,0 1 0,0-1 0,0 1 0,0 0 0,1 0 0,-1 0 0,1 0 0,0 0 0,0 0 0,0 1 0,0-1 0,0 1 0,1 0 0,-1 0 0,1 0 0,0 1 0,-1-1 0,1 1 0,0 0 0,0 0 0,7-1 0,7 0 0,0 0 0,20 2 0,-29 1 0,0 0 0,0 0 0,0 0 0,0 1 0,-1 1 0,11 3 0,-16-5 0,-1 1 0,1-1 0,-1 1 0,1-1 0,-1 1 0,0 0 0,0 0 0,0 0 0,0 0 0,0 0 0,0 0 0,0 1 0,-1-1 0,1 0 0,-1 1 0,0-1 0,0 1 0,1 0 0,-2 0 0,1-1 0,0 1 0,-1 0 0,1 0 0,-1 0 0,0-1 0,0 1 0,0 0 0,0 0 0,0 0 0,-1 0 0,1 0 0,-1-1 0,0 1 0,0 0 0,0-1 0,0 1 0,0 0 0,-1-1 0,1 1 0,-1-1 0,0 0 0,0 0 0,1 1 0,-1-1 0,-5 3 0,-3 2 17,-1-1-1,1-1 1,-1 0 0,-1 0-1,-21 5 1,-61 9-962,80-17 425,-1 1-6306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09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37 24575,'-24'-6'0,"-7"-3"0,-1 2 0,0 1 0,-45-2 0,72 8 0,-1 0 0,1 1 0,0 0 0,0 0 0,0 0 0,0 1 0,-9 3 0,13-5 0,0 1 0,0-1 0,0 0 0,1 1 0,-1-1 0,0 1 0,0 0 0,0-1 0,0 1 0,1-1 0,-1 1 0,0 0 0,1 0 0,-1 0 0,0-1 0,1 1 0,-1 0 0,1 0 0,-1 0 0,1 0 0,0 0 0,-1 0 0,1 0 0,0 0 0,0 0 0,0 0 0,-1 0 0,1 0 0,0 0 0,0 0 0,1 0 0,-1 0 0,0 0 0,0 0 0,0 0 0,1 0 0,-1 0 0,0 0 0,1 0 0,-1 0 0,1 0 0,-1-1 0,1 1 0,0 0 0,-1 0 0,2 1 0,1 1 0,1 0 0,-1 1 0,1-1 0,0 0 0,0-1 0,0 1 0,0-1 0,1 0 0,-1 0 0,8 2 0,-5-1 0,1-1 0,0 0 0,0 0 0,0-1 0,12 0 0,-18-1 0,0 1 0,-1-2 0,1 1 0,0 0 0,0 0 0,-1 0 0,1-1 0,0 1 0,-1-1 0,1 1 0,-1-1 0,1 0 0,-1 0 0,1 1 0,-1-1 0,1 0 0,-1 0 0,2-2 0,-1 0 0,0 0 0,-1 0 0,1 0 0,-1 0 0,0 0 0,1 0 0,0-4 0,2-6 0,-4 12 0,0 1 0,0-1 0,1 1 0,-1-1 0,0 1 0,0-1 0,1 1 0,-1-1 0,0 1 0,1 0 0,-1-1 0,1 1 0,-1 0 0,1-1 0,-1 1 0,1 0 0,-1-1 0,1 1 0,-1 0 0,1 0 0,-1 0 0,1-1 0,-1 1 0,1 0 0,-1 0 0,1 0 0,-1 0 0,1 0 0,-1 0 0,1 0 0,0 0 0,-1 0 0,1 0 0,-1 1 0,1-1 0,-1 0 0,1 0 0,-1 0 0,1 1 0,-1-1 0,1 0 0,24 16 0,-18-10 0,-1-2 0,6 3 0,22 12 0,-31-18 0,-1 0 0,1 0 0,0 0 0,0 0 0,0 0 0,0 0 0,0-1 0,0 1 0,0-1 0,0 0 0,0 0 0,0 0 0,0-1 0,4 0 0,2-4-1365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10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16 24575,'-5'-5'0,"1"-2"0,1 4 0,1 3 0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10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24575,'5'9'0,"1"7"0,3 0 0,-1-1 0,1-2 0,2-1 0,1-3 0,-2 0 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11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161 262 24575,'-15'-10'0,"-12"-12"0,10 5 0,-1 0 0,1-1 0,-18-23 0,31 36 0,1-1 0,-1 1 0,1-1 0,0 1 0,0-1 0,1 0 0,0 0 0,0-1 0,0 1 0,1 0 0,0-1 0,0 1 0,0-10 0,1 14 0,0 0 0,0 0 0,1 1 0,-1-1 0,0 0 0,1 0 0,-1 0 0,1 1 0,0-1 0,-1 0 0,1 1 0,0-1 0,0 1 0,0-1 0,0 1 0,0-1 0,1 1 0,-1 0 0,0 0 0,1-1 0,-1 1 0,1 0 0,-1 0 0,1 0 0,-1 0 0,1 1 0,0-1 0,-1 0 0,1 1 0,0-1 0,0 1 0,-1 0 0,1-1 0,3 1 0,6 0 0,0 0 0,0 1 0,-1 0 0,20 5 0,-13-3 0,-2 0-1365,-2-2-5461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11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12 24575,'-2'-1'0,"-14"-2"0,-27-4 0,39 7 0,0 0 0,1 0 0,-1 0 0,1 0 0,-1 1 0,1-1 0,-1 1 0,1 0 0,0 0 0,-1 0 0,1 0 0,0 1 0,0-1 0,-4 3 0,6-3 0,0 0 0,0 0 0,0 0 0,0 1 0,0-1 0,0 0 0,1 0 0,-1 1 0,1-1 0,-1 0 0,1 1 0,-1-1 0,1 1 0,-1-1 0,1 0 0,0 1 0,0-1 0,0 1 0,0-1 0,0 1 0,0-1 0,0 1 0,1-1 0,-1 0 0,1 1 0,-1-1 0,1 1 0,-1-1 0,1 0 0,1 2 0,1 4 0,1-1 0,0 0 0,0 0 0,9 10 0,9 5 0,1-1 0,1 0 0,39 23 0,-14-10 0,-46-30 0,1-1 0,-1 1 0,0-1 0,-1 1 0,1 0 0,0 0 0,-1 0 0,4 6 0,-6-8 0,1-1 0,-1 1 0,0 0 0,1 0 0,-1 0 0,0 0 0,0 1 0,1-1 0,-1 0 0,0 0 0,0 0 0,0 0 0,-1 0 0,1 0 0,0 0 0,0 0 0,0 0 0,-1 0 0,1 0 0,0 0 0,-1 0 0,1 0 0,-1 0 0,1 0 0,-1-1 0,0 1 0,1 0 0,-1 0 0,0 0 0,0-1 0,1 1 0,-1 0 0,0-1 0,0 1 0,0-1 0,0 1 0,-1 0 0,-9 3-54,1 0 0,-1 0-1,0-1 1,1-1 0,-1 1-1,-15 0 1,10-1-931,-3 1-5841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12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146 139 24575,'-12'-10'0,"-3"-4"0,-21-14 0,32 25 0,0 0 0,0 1 0,-1 0 0,1 0 0,0 0 0,-1 0 0,1 1 0,-1 0 0,1 0 0,-1 0 0,-5 0 0,9 0 0,0 1 0,0 0 0,1 0 0,-1 0 0,0 0 0,0 0 0,0 0 0,0 0 0,0 0 0,1 1 0,-1-1 0,0 0 0,0 0 0,0 1 0,0-1 0,1 0 0,-1 1 0,0-1 0,1 1 0,-1-1 0,0 1 0,1 0 0,-1-1 0,0 1 0,1 0 0,-1-1 0,1 1 0,-1 0 0,1-1 0,-1 1 0,1 0 0,0 0 0,-1 0 0,1-1 0,0 1 0,0 0 0,0 0 0,0 0 0,0 0 0,-1 0 0,1-1 0,1 1 0,-1 0 0,0 0 0,0 0 0,0 0 0,0 0 0,1-1 0,-1 1 0,1 2 0,1 2 0,0 0 0,1 0 0,-1 0 0,1 0 0,0 0 0,5 6 0,1-1 0,0 0 0,1-1 0,0 0 0,1-1 0,13 9 0,-18-13 0,1 0 0,-1-1 0,0 0 0,1 0 0,0-1 0,-1 0 0,1 0 0,0 0 0,0-1 0,0 0 0,11 0 0,-16-1 0,0 0 0,0 0 0,0-1 0,0 1 0,-1 0 0,1-1 0,0 1 0,0-1 0,-1 0 0,1 0 0,0 1 0,-1-1 0,1 0 0,-1-1 0,1 1 0,-1 0 0,0 0 0,1 0 0,-1-1 0,0 1 0,0-1 0,0 1 0,0-1 0,0 1 0,0-1 0,0 0 0,-1 0 0,1 1 0,0-1 0,-1 0 0,0 0 0,1-3 0,-1 1 0,0 0 0,0 0 0,0 0 0,0 0 0,-1 0 0,1 0 0,-1 0 0,0 0 0,-1 0 0,1 1 0,-1-1 0,1 0 0,-1 1 0,-3-5 0,-6-6 0,-2 1 0,1 0 0,-2 0 0,1 2 0,-2-1 0,-20-11 0,27 18-163,0 1-1,-15-5 1,16 7-712,-5-3-5951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12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24575,'31'100'-291,"3"-2"0,6-1 0,3-2 0,85 137 0,-108-200 495,2-1 0,1 0 0,2-2 0,0-1 0,32 26 0,-55-52-178,1 1-1,0-1 0,-1-1 1,1 1-1,0 0 1,0-1-1,5 2 0,-8-2-24,1-1 0,0 0-1,-1 0 1,1 0 0,0 0-1,-1 0 1,1 0-1,-1 0 1,1 0 0,0 0-1,-1-1 1,1 1 0,0 0-1,-1 0 1,1-1-1,-1 1 1,1 0 0,0 0-1,-1-1 1,1 1 0,-1-1-1,1 1 1,-1-1 0,1 1-1,-1 0 1,0-1-1,1 0 1,-1 1 0,0-1-1,1 1 1,-1-1 0,0 1-1,1-1 1,-1 0 0,0 1-1,0-1 1,0 1-1,0-1 1,0 0 0,0 1-1,0-1 1,0 0 0,0-1-1,1-4 0,-1-1 0,0 0 0,-1 0 0,1 0 0,-2 0 0,1 1 0,-1-1 0,1 0 0,-2 1 0,1 0 0,-4-7 0,-3-5 0,-1 1 0,-18-24 0,6 11 0,-1 1 0,-2 1 0,-32-28 0,52 51 0,-1 1 0,1 0 0,-1 0 0,0 0 0,0 1 0,-1-1 0,1 2 0,-1-1 0,-11-3 0,14 6 0,0-1 0,-1 1 0,1 0 0,0 0 0,-1 0 0,1 1 0,0-1 0,0 1 0,-1 0 0,1 0 0,0 1 0,0-1 0,0 1 0,0 0 0,0 0 0,1 0 0,-5 3 0,-16 12-1365,13-10-5461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13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176 192 24575,'215'323'0,"-205"-302"0,-10-12 0,0-9 0,0 1 0,0-1 0,-1 0 0,1 0 0,0 0 0,-1 0 0,1 1 0,0-1 0,-1 0 0,1 0 0,0 0 0,0 0 0,-1 0 0,1 0 0,0 0 0,-1 0 0,1 0 0,0 0 0,-1 0 0,1 0 0,0 0 0,-1 0 0,1 0 0,0-1 0,-1 1 0,1 0 0,0 0 0,0 0 0,-1-1 0,-25-12 0,0-1 0,1-1 0,-39-32 0,43 30 0,0-1 0,1-2 0,1 0 0,-27-37 0,22 23 0,2-1 0,-25-55 0,39 74 0,-8-30 0,14 40 0,1 1 0,0-1 0,0 0 0,0 0 0,1 0 0,-1 0 0,2 1 0,-1-1 0,2-7 0,-2 12 0,0-1 0,1 0 0,0 0 0,-1 0 0,1 1 0,0-1 0,0 0 0,0 1 0,0-1 0,0 1 0,1-1 0,-1 1 0,0 0 0,1-1 0,-1 1 0,1 0 0,1-1 0,1 0 0,-1 0 0,0 1 0,0 0 0,1 0 0,-1 0 0,1 0 0,-1 1 0,7-1 0,2 1 0,-1 1 0,1 0 0,-1 1 0,20 4 0,-8 1 0,-1 0 0,23 10 0,-37-13 0,1 1 0,-1-1 0,1 1 0,-2 1 0,1 0 0,0 0 0,11 13 0,-17-17 0,-1-1 0,0 1 0,1-1 0,-1 1 0,0-1 0,0 1 0,0 0 0,-1 0 0,1-1 0,0 1 0,-1 0 0,1 0 0,-1 0 0,1 0 0,-1 0 0,0 0 0,0 0 0,0 0 0,0 0 0,0 0 0,-1 2 0,0-2 0,0 0 0,0 1 0,0-1 0,0 0 0,-1 0 0,1 0 0,-1 0 0,0 0 0,1 0 0,-1 0 0,0-1 0,0 1 0,0-1 0,0 1 0,0-1 0,-3 1 0,-8 5-136,-1-1-1,0-1 1,0 0-1,0-1 1,0-1-1,-1 0 1,1-1-1,-1 0 0,-23-1 1,23-1-6690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13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71 24575,'-12'-7'0,"-51"-25"0,57 30 0,-1-1 0,1 1 0,-1 1 0,1-1 0,-1 1 0,1 0 0,-14 0 0,19 1 0,1 0 0,0 0 0,-1 0 0,1 0 0,0-1 0,-1 1 0,1 1 0,0-1 0,-1 0 0,1 0 0,-1 0 0,1 0 0,0 0 0,-1 0 0,1 0 0,0 0 0,-1 1 0,1-1 0,0 0 0,0 0 0,-1 0 0,1 1 0,0-1 0,-1 0 0,1 0 0,0 1 0,0-1 0,0 0 0,-1 1 0,1-1 0,0 0 0,0 1 0,0-1 0,0 0 0,-1 1 0,1-1 0,0 0 0,0 1 0,0-1 0,0 0 0,0 1 0,0-1 0,0 0 0,0 1 0,0-1 0,0 1 0,0-1 0,0 0 0,1 1 0,-1-1 0,0 0 0,0 1 0,0-1 0,0 0 0,1 1 0,-1-1 0,0 0 0,0 0 0,0 1 0,1-1 0,-1 0 0,0 0 0,1 1 0,17 18 0,-1-7 0,1 0 0,0-1 0,0 0 0,1-2 0,1 0 0,-1-2 0,25 7 0,-41-13 0,-1-1 0,1 1 0,-1-1 0,0 0 0,1 0 0,-1 0 0,1 0 0,-1 0 0,1-1 0,-1 1 0,0-1 0,1 1 0,-1-1 0,0 0 0,1 0 0,-1 0 0,2-2 0,-3 3 0,0-1 0,0 0 0,0 0 0,0 0 0,0 0 0,0 0 0,-1 0 0,1 0 0,0 0 0,-1 0 0,1 0 0,-1 0 0,1 0 0,-1 0 0,0-1 0,1 1 0,-1 0 0,0 0 0,0 0 0,0-1 0,0 1 0,0 0 0,0 0 0,0-1 0,0 1 0,0 0 0,-1 0 0,1-1 0,0 1 0,-1 0 0,1 0 0,-1 0 0,1 0 0,-1 0 0,-1-1 0,-2-5-7,-2 0-1,1 1 0,-1 0 0,0 1 1,0-1-1,-1 1 0,1 0 1,-1 1-1,-12-7 0,-7-5-1280,8 4-5538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14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307 722 24575,'-1'-59'0,"-10"-87"0,7 122 0,-1 0 0,-1 0 0,-1 0 0,-1 1 0,-2 0 0,-15-29 0,-24-26 0,-87-106 0,122 167 0,-14-26 0,26 42 0,2 6 0,2 8 0,85 233 0,-43-131 0,-34-87 0,1 1 0,2-2 0,1 1 0,1-2 0,26 34 0,-33-50 0,1 0 0,0-1 0,0 0 0,1 0 0,1-1 0,14 9 0,-16-12 0,0 0 0,0-1 0,0-1 0,1 1 0,-1-2 0,1 1 0,0-1 0,0-1 0,13 1 0,-11-1 0,1-2 0,-1 1 0,1-2 0,0 0 0,-1 0 0,0-1 0,0-1 0,14-5 0,-16 4 0,-1 1 0,-1-1 0,1 0 0,-1-1 0,0 1 0,0-2 0,0 1 0,-1-1 0,0-1 0,11-14 0,-15 18-151,-1 0-1,0 0 0,0 0 0,0 0 1,-1 0-1,1 0 0,-1-1 1,1-6-1,-1-1-6674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14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17 24575,'-2'-2'0,"1"0"0,-1 1 0,-1-1 0,1 0 0,0 1 0,0-1 0,-1 1 0,1 0 0,-3-1 0,4 1 0,0 1 0,1 0 0,-1 0 0,0 0 0,1 0 0,-1 0 0,0 0 0,1 0 0,-1 0 0,1 1 0,-1-1 0,0 0 0,1 0 0,-1 0 0,1 1 0,-1-1 0,0 0 0,1 1 0,-1-1 0,1 0 0,-1 1 0,1-1 0,-1 1 0,1-1 0,0 1 0,-1-1 0,1 1 0,0-1 0,-1 1 0,1-1 0,0 1 0,-1 0 0,1-1 0,0 1 0,0-1 0,0 1 0,0 0 0,0-1 0,-1 1 0,1 0 0,0-1 0,1 2 0,-2 2 0,0 0 0,1 0 0,0 0 0,0 0 0,0 0 0,0 0 0,1 0 0,0 1 0,-1-1 0,2 0 0,-1-1 0,0 1 0,4 7 0,-2-6 0,0 0 0,1 0 0,0-1 0,0 1 0,0-1 0,0 0 0,1 0 0,7 6 0,7 1 0,1 0 0,0-2 0,1 0 0,22 7 0,-26-10 0,-2 0-108,-5-2-144,-1-1 1,1 0 0,0 0-1,16 2 1,-16-5-6575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15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 24575,'-6'2'0,"0"0"0,0 0 0,0 1 0,1 0 0,-1 0 0,1 0 0,-1 1 0,-6 6 0,10-8 0,0 0 0,0 0 0,1 0 0,-1 1 0,1-1 0,0 0 0,-1 1 0,1-1 0,0 0 0,1 1 0,-1-1 0,0 1 0,1 0 0,-1-1 0,1 1 0,0-1 0,0 1 0,0 0 0,0-1 0,0 1 0,0 0 0,1-1 0,1 4 0,0 2 0,1 1 0,1-1 0,-1 0 0,1 0 0,1 0 0,-1-1 0,10 12 0,47 45 0,-42-47 0,28 37 0,-43-49-75,1 2 109,0-1 0,-1 1 0,1 0 0,-1 1 1,3 8-1,-7-14-94,1 0 0,0 0 0,-1 0 1,0 0-1,1 0 0,-1 0 0,0 1 0,0-1 1,0 0-1,-1 0 0,1 0 0,0 0 0,-1 1 1,0-1-1,1 0 0,-1 0 0,0 0 0,0 0 1,0 0-1,0-1 0,0 1 0,0 0 1,-1 0-1,-1 1 0,-7 7-6766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21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26 24575,'-5'-21'0,"5"17"0,3 14 0,8 37 0,10 78 0,-7 20 0,1 35 0,-9-109 0,2 38 0,-1-20 0,0 0 0,-7-85 0,1 29 0,-2 0 0,-8 54 0,1-45 0,2 0 0,-1 76 0,9-46 0,-4 121 0,-4-134 0,-2 17 0,9 162 0,6-147 0,0 37 0,12 111 0,-15-203 0,25 163 0,-19-101 0,-5-47 0,1 230 0,-7-172 0,10 34 0,-3-68 0,8 40 0,0 26 0,-6-43 0,-1 17 0,-15 20 0,1-2 0,7-95 0,-1 14 0,11 88 0,-7-126-170,-1 1-1,-1 0 0,0 0 1,-1 0-1,-1 0 0,0 0 1,-4 15-1,2-18-6655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23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7206 9 24575,'0'-1'0,"1"1"0,-1 0 0,0 0 0,0 0 0,0 0 0,0 0 0,1 0 0,-1-1 0,0 1 0,0 0 0,0 0 0,0 0 0,0 0 0,0-1 0,1 1 0,-1 0 0,0 0 0,0 0 0,0-1 0,0 1 0,0 0 0,0 0 0,0 0 0,0-1 0,0 1 0,0 0 0,0 0 0,0 0 0,0-1 0,0 1 0,0 0 0,0 0 0,0-1 0,-8 0 0,-12 3 0,18-2 0,-101 9 0,29-4 0,-222 3 0,44-4 0,-81 14 0,147-7 0,-262 12 0,307-17 0,-166 3 0,148-9 0,-260-1 0,230-6 0,-67-1 0,-470 52 0,701-41 0,-252 26 0,-2-17 0,-763-13 0,865 11 0,106-5 0,-107 17 0,24-1 0,140-20 0,-231 13 0,-112-15 0,330 0 0,-30-5 0,-24-2 0,60 9 0,0 0 0,-37 7 0,-49 7 134,28-4-1633,59-8-5327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25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24575,'29'-5'0,"13"-2"0,3 1 0,-3 1 0,-3 2 0,-5 0 0,-4 2 0,-3 1 0,-4 0 0,-1 0 0,-1 0 0,-2 1 0,-2-1 0,-1 0 0,-1 0 0,-1 0 0,-2-2 0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25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24575,'67'12'0,"0"3"0,-1 3 0,64 27 0,-120-41 0,-1 0 0,0 1 0,-1 0 0,1 1 0,-1-1 0,9 9 0,-12-9 0,0 0 0,-1 1 0,1-1 0,-1 1 0,-1 0 0,1 0 0,-1 0 0,0 0 0,4 12 0,-4-11 0,0 0 0,0 0 0,1 0 0,0 0 0,0-1 0,0 0 0,1 1 0,7 6 0,6 4 0,25 19 0,-24-20 0,23 22 0,131 150 0,-145-155 0,25 38 0,-32-40 0,-4-5 0,1-1 0,31 34 0,-41-51 0,22 21 0,-1 2 0,31 45 0,-49-61 0,-1 0 0,-1 1 0,0 1 0,-1-1 0,-1 1 0,-1 0 0,9 35 0,-9-15 0,-1-1 0,0 59 0,-6-67 0,2 0 0,1 0 0,1 0 0,1-1 0,2 1 0,1-1 0,1 0 0,15 36 0,-15-50 0,0 1 0,15 17 0,-15-22 0,-1 1 0,0 0 0,-1 1 0,0-1 0,6 17 0,-10-23 0,-1 1 0,0-1 0,0 1 0,0-1 0,-1 1 0,1-1 0,-1 1 0,0-1 0,0 1 0,-1-1 0,1 1 0,-1-1 0,0 1 0,0-1 0,-1 1 0,1-1 0,-1 0 0,0 0 0,0 0 0,0 0 0,-1 0 0,0 0 0,1-1 0,-1 1 0,0-1 0,-1 0 0,1 0 0,-5 4 0,-50 35-1365,45-33-5461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26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0 24575,'-217'285'0,"196"-258"0,1 0 0,1 2 0,1 0 0,2 1 0,1 0 0,-10 34 0,10-20 0,3 0 0,2 1 0,-7 68 0,12-73 0,1-19 0,2 0 0,0 0 0,2 1 0,0-1 0,4 29 0,17 31-1365,-19-71-5461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28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1141 1 24575,'-74'22'0,"-40"15"0,98-31 0,1 1 0,0 0 0,0 1 0,1 1 0,-13 10 0,22-14 0,0 0 0,0 0 0,0 0 0,1 1 0,0-1 0,-7 13 0,-15 40 0,18-39 0,-9 19 0,2-14 0,-1 0 0,0-1 0,-2-1 0,0-1 0,-2 0 0,-31 25 0,11-15 0,-1-2 0,-78 41 0,93-56 0,1 1 0,0 2 0,1 0 0,1 1 0,0 1 0,2 2 0,-30 34 0,41-41 0,1 2 0,0-1 0,-9 26 0,-4 4 0,-16 23 0,-16 33 0,48-88 0,1 0 0,1 1 0,0 0 0,1-1 0,0 1 0,-1 17 0,4 15 0,2-1 0,1 1 0,3-1 0,12 52 0,-8-47-1365,-7-31-5461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28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24575,'27'0'0,"14"0"0,2 3 0,-1 0 0,-3 0 0,-3 0 0,-3 1 0,-2 0 0,-1 0 0,1 1 0,-2 0 0,-3-1 0,-7-1-8191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30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2005 0 24575,'8'25'0,"-2"0"0,0 1 0,-2-1 0,-1 1 0,-1 0 0,-1 0 0,-1 0 0,-6 43 0,1-19 0,2 63 0,1-6 0,1-93 0,-1-1 0,-1 0 0,0 0 0,0 0 0,-2 0 0,1 0 0,-2-1 0,-7 14 0,-9 11 0,-33 41 0,-18 29 0,45-56 0,17-27 0,-2 0 0,-1-1 0,-1 0 0,-31 35 0,14-26 0,-43 34 0,57-52 0,-1 0 0,-1-2 0,0 0 0,-28 10 0,3-5 0,-1-3 0,-1-2 0,-1-1 0,-88 7 0,90-11 0,0 2 0,1 2 0,-45 18 0,36-12 0,-78 16 0,-86 22 0,163-41 0,32-9 0,-33 12 0,4 7 0,34-16 0,-1 1 0,0-2 0,-20 5 0,-126 20 0,107-21-1365,46-9-5461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31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687 966 24575,'-137'-156'0,"77"89"0,41 44 0,2-1 0,-26-45 0,30 45 0,-1 1 0,-2 0 0,-27-32 0,20 33 0,-46-33 0,42 34 0,-31-28 0,50 41 0,0-1 0,1 0 0,0 0 0,0-1 0,1 0 0,0 0 0,-6-16 0,-5-22 0,-11-55 0,21 78 0,2 8-235,-1 0-1,-9-18 0,12 29-422,-3-7-6168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36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 56 24575,'-4'-2'0,"-112"-52"0,137 59 0,18 7 0,194 88 0,-232-100 0,13 9 0,-14-9 0,1 0 0,-1 0 0,0 0 0,1 1 0,-1-1 0,0 0 0,1 1 0,-1-1 0,0 0 0,1 0 0,-1 1 0,0-1 0,1 0 0,-1 1 0,0-1 0,0 1 0,0-1 0,1 0 0,-1 1 0,0-1 0,0 1 0,0-1 0,0 1 0,0-1 0,0 0 0,0 1 0,0-1 0,0 1 0,0-1 0,0 1 0,-1-1 0,-1 1 0,1-1 0,0 0 0,-1 0 0,1 0 0,-1 0 0,1 0 0,0 0 0,-1 0 0,1-1 0,-1 1 0,1 0 0,-2-2 0,0 2 0,-18-8 0,0 0 0,0-1 0,1-1 0,0 0 0,-20-16 0,-31-15 0,61 34 0,9 6 0,5 3 0,42 24 0,91 47 0,-92-53 0,47 21 0,-84-35 0,-14-5 0,-15-4 0,5-3-227,1-1-1,0 0 1,0-1-1,1 0 1,-17-14-1,18 13-6598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37.3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227 21 24575,'-2'-15'0,"2"15"0,0 0 0,0-1 0,0 1 0,-1 0 0,1-1 0,0 1 0,0 0 0,0 0 0,0-1 0,-1 1 0,1 0 0,0 0 0,0-1 0,-1 1 0,1 0 0,0 0 0,0 0 0,-1 0 0,1-1 0,0 1 0,-1 0 0,1 0 0,-1 0 0,0 0 0,0 0 0,-1 1 0,1-1 0,0 1 0,0-1 0,-1 1 0,1-1 0,0 1 0,0 0 0,0 0 0,0-1 0,0 1 0,0 0 0,0 0 0,-2 2 0,-49 45 0,-24 26 0,68-65 0,0 1 0,0 0 0,1 0 0,1 1 0,0 0 0,-7 16 0,3 1-1365,5-15-5461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34.9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 0 24575,'16'14'0,"0"-1"0,1-1 0,1-1 0,0 0 0,33 14 0,-23-12 0,33 22 0,-57-32 0,-5-1 0,-11-5 0,-18-6 0,-99-55 0,26 13 0,93 46 0,-3-2 0,22 14 0,215 110 0,-85-49 0,-107-48 0,-61-34 94,18 10-580,1-1-1,-11-6 1,11 4-6340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35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322 40 24575,'0'-3'0,"0"0"0,0 1 0,0-1 0,-1 0 0,1 1 0,-1-1 0,1 0 0,-1 1 0,-1-5 0,1 7 0,0-1 0,1 0 0,-1 0 0,0 1 0,1-1 0,-1 1 0,0-1 0,0 1 0,1-1 0,-1 1 0,0-1 0,0 1 0,0 0 0,0-1 0,0 1 0,1 0 0,-1 0 0,0 0 0,0 0 0,0 0 0,0 0 0,0 0 0,0 0 0,0 0 0,0 0 0,0 0 0,0 1 0,1-1 0,-1 0 0,0 0 0,-1 2 0,-6 1 0,0 0 0,1 0 0,-1 1 0,1 1 0,0-1 0,0 1 0,-7 7 0,-42 44 0,40-39 0,-2 2 0,11-10 0,0-1 0,-1 0 0,-1-1 0,-16 13 0,-42 24-1365,57-38-5461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39.0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1080 11 24575,'0'-1'0,"-1"0"0,1 1 0,0-1 0,-1 0 0,1 1 0,-1-1 0,1 1 0,-1-1 0,1 1 0,-1-1 0,1 1 0,-1 0 0,1-1 0,-1 1 0,0-1 0,1 1 0,-1 0 0,1 0 0,-1-1 0,0 1 0,1 0 0,-1 0 0,-1 0 0,1 0 0,-1 0 0,1 0 0,-1 0 0,1 0 0,-1 1 0,1-1 0,-1 1 0,1-1 0,0 1 0,-3 1 0,-3 2 0,0 1 0,1 0 0,-9 7 0,12-9 0,-75 73 0,6-5 0,35-41 0,-12 11 0,35-25 0,1 0 0,-15 24 0,14-19 0,-18 21 0,12-22 0,-1-1 0,-1-1 0,-1 0 0,-48 27 0,49-32 0,1 2 0,1 0 0,-36 33 0,35-25 0,-2-2 0,0 0 0,-1-2 0,-54 33 0,49-37 0,19-10 0,0 0 0,0 0 0,1 1 0,0 0 0,0 1 0,-11 10 0,-4 15 0,20-26 0,0-1 0,0 1 0,-1-1 0,1 0 0,-1 0 0,0-1 0,-9 8 0,7-8-341,-1 0 0,1 0-1,-11 3 1,6-3-6485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39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1 24575,'-24'5'0,"-9"4"0,2 3 0,6-1-8191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40.5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729 174 24575,'-332'-129'0,"296"118"-151,0 1-1,0 2 0,-1 2 0,0 1 1,0 2-1,-1 1 0,1 2 1,-43 6-1,58-3-6674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41.6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28 172 24575,'4'2'0,"1"0"0,0 0 0,0-1 0,0 0 0,-1 0 0,1 0 0,0 0 0,0-1 0,0 0 0,0 0 0,0 0 0,0-1 0,0 0 0,10-2 0,2-3 0,0 0 0,28-16 0,-34 17 0,-6 2 0,0 1 0,0-1 0,-1 0 0,1 0 0,-1 0 0,0-1 0,1 0 0,2-4 0,-6 7 0,0 0 0,0-1 0,0 1 0,0-1 0,-1 1 0,1-1 0,-1 1 0,1-1 0,-1 1 0,1-1 0,-1 1 0,0-1 0,0 1 0,0-1 0,0 0 0,0 1 0,0-1 0,0 1 0,0-1 0,-1 0 0,1 1 0,-1-1 0,1 1 0,-1-1 0,0 1 0,1 0 0,-1-1 0,0 1 0,0-1 0,0 1 0,-1-1 0,-2-3 0,0 1 0,-1 0 0,1 0 0,-1 1 0,0-1 0,0 1 0,0 0 0,0 0 0,-1 1 0,-5-3 0,-2 1 0,-1 0 0,0 0 0,-15-1 0,25 5 0,0 0 0,1 0 0,-1 0 0,1 1 0,-1 0 0,1-1 0,0 1 0,-1 1 0,1-1 0,0 0 0,-1 1 0,1-1 0,0 1 0,0 0 0,0 0 0,1 0 0,-6 6 0,2-3 0,0 2 0,1-1 0,0 1 0,0-1 0,0 1 0,-6 13 0,10-18 0,0 1 0,0-1 0,0 1 0,1 0 0,-1-1 0,1 1 0,-1 0 0,1-1 0,0 1 0,0 0 0,0 0 0,0-1 0,0 1 0,1 0 0,-1-1 0,1 1 0,0 0 0,0-1 0,0 1 0,0-1 0,0 1 0,3 3 0,3 2 0,0 1 0,0-1 0,0 0 0,14 10 0,-11-10 0,17 18 0,18 26 0,-29-35 0,0 0 0,-2 1 0,0 1 0,16 29 0,-27-44 0,-1 1 0,-1 0 0,1 0 0,-1 1 0,1-1 0,-2 0 0,1 0 0,0 1 0,-1 4 0,0-8 0,0 0 0,0 0 0,0 0 0,-1-1 0,1 1 0,0 0 0,-1 0 0,0-1 0,1 1 0,-1 0 0,0-1 0,0 1 0,1-1 0,-1 1 0,-1-1 0,1 1 0,0-1 0,0 1 0,0-1 0,-1 0 0,1 0 0,-1 0 0,1 0 0,-1 0 0,1 0 0,-1 0 0,1 0 0,-1-1 0,-3 2 0,-19 3-682,-31 3-1,40-7-6143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42.5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24575,'0'-2'0,"0"1"0,0 4 0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43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24575,'3'1'0,"0"0"0,-1 0 0,1 0 0,0 0 0,-1 1 0,1-1 0,0 1 0,-1 0 0,0 0 0,1 0 0,-1 0 0,3 3 0,0 0 0,14 14 0,27 34 0,-22-23 0,-4-5 0,-2 1 0,0 0 0,16 36 0,-31-57 0,0-1 0,-1 1 0,0 0 0,0 0 0,-1 0 0,1 0 0,-1 1 0,1 5 0,-2-10-59,-1 0 0,1-1-1,0 1 1,0-1-1,-1 1 1,1-1 0,0 1-1,-1-1 1,1 1 0,0-1-1,-1 1 1,1-1 0,-1 0-1,1 1 1,-1-1-1,1 0 1,-1 1 0,1-1-1,-1 0 1,1 1 0,-1-1-1,0 0 1,-7 3-6767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43.8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2 24575,'72'2'0,"-64"-1"0,0 1 0,-1-1 0,1 1 0,-1 0 0,1 1 0,-1 0 0,8 3 0,-16-6 0,1 1 0,0-1 0,0 0 0,0 0 0,0 0 0,0 0 0,0 0 0,0 0 0,0 0 0,0 0 0,0 0 0,0 0 0,-1 0 0,1 0 0,0 1 0,0-1 0,0 0 0,0 0 0,0 0 0,0 0 0,0 0 0,0 0 0,0 0 0,0 0 0,0 1 0,0-1 0,0 0 0,0 0 0,0 0 0,0 0 0,0 0 0,0 0 0,0 0 0,0 0 0,0 0 0,0 1 0,0-1 0,0 0 0,1 0 0,-1 0 0,0 0 0,0 0 0,0 0 0,0 0 0,0 0 0,0 0 0,0 0 0,0 0 0,0 1 0,-10-2 0,-44-8 0,19 2 0,0 2 0,-43-1 0,77 5 0,0 1 0,0 0 0,0 0 0,0 0 0,1 1 0,-1-1 0,0 0 0,0 0 0,0 0 0,0 1 0,1-1 0,-1 0 0,-1 2 0,1-2 0,1 0 0,0 0 0,0 0 0,0 1 0,0-1 0,0 0 0,0 0 0,0 1 0,-1-1 0,1 0 0,0 0 0,0 1 0,0-1 0,0 0 0,0 0 0,0 1 0,0-1 0,0 0 0,0 0 0,0 1 0,0-1 0,1 0 0,-1 0 0,0 1 0,0-1 0,0 0 0,0 0 0,0 0 0,1 1 0,1 2 0,1 1 0,0-1 0,0 0 0,5 4 0,3 3 0,-10-8-52,0-1-1,1 1 1,-1 0-1,0 0 1,0 0-1,0 0 1,-1 0-1,1 0 1,0 0-1,-1 0 1,1 0-1,-1 0 1,1 0-1,-1 0 1,0 0-1,0 1 1,0-1-1,0 0 1,-1 0-1,1 0 0,-1 0 1,1 0-1,-1 0 1,1 0-1,-3 3 1,-3 4-6774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44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9 103 24575,'3'-8'0,"0"-1"0,0 0 0,1 1 0,1 0 0,-1 0 0,1 0 0,8-9 0,-11 15 0,0 0 0,1-1 0,-1 1 0,1 0 0,-1 0 0,1 0 0,0 0 0,0 1 0,0-1 0,0 1 0,0 0 0,0 0 0,0 0 0,0 0 0,0 0 0,1 1 0,-1-1 0,0 1 0,1 0 0,-1 0 0,0 0 0,0 1 0,5 0 0,1 1 0,1 2 0,-1-1 0,0 1 0,0 0 0,-1 1 0,12 8 0,45 38 0,-56-43 0,-1 0 0,0 0 0,-1 1 0,1 0 0,-2 1 0,0 0 0,0 0 0,9 21 0,-13-27 0,-1 1 0,1-1 0,-1 1 0,0-1 0,0 1 0,0-1 0,-1 1 0,0 0 0,0-1 0,0 1 0,0 0 0,-1-1 0,0 1 0,0 0 0,0-1 0,0 0 0,-1 1 0,1-1 0,-1 0 0,0 1 0,-1-1 0,1 0 0,-1-1 0,-6 8 0,5-7 0,-1-1 0,1 1 0,-1-1 0,0 0 0,0-1 0,0 1 0,0-1 0,0 0 0,-8 2 0,3-2 0,0 0 0,0 0 0,0 0 0,-14-1 0,16-1 0,-1-1 0,1 0 0,0 0 0,0-1 0,0 0 0,0 0 0,0-1 0,0 0 0,1 0 0,-1-1 0,1 0 0,0 0 0,0-1 0,1 0 0,-1 0 0,1-1 0,0 0 0,0 0 0,1 0 0,0 0 0,0-1 0,0 0 0,1 0 0,0 0 0,0-1 0,1 1 0,0-1 0,1 0 0,-1 0 0,1 0 0,-1-9 0,3-3 21,1-23-1,0 31-254,0 0 0,-1-1-1,-1 1 1,0-1-1,-5-22 1,3 26-6592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45.2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152 29 24575,'-17'-7'0,"-11"-3"0,-3 3 0,2 3 0,3 4 0,5 2-8191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50.2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13 24575,'-4'-3'0,"-5"-6"0,7 10 0,4 8 0,61 163 0,-15-43 0,-9-30 0,8 24 0,-31-82 0,-19-65-1365,0 12-5461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50.9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317 30 24575,'11'0'0,"-6"0"0,-11 0 0,-42-2 59,-59-11-1,60 7-799,-65-2 0,99 8-6085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52.6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19 203 24575,'22'0'0,"-1"-1"0,0-1 0,22-4 0,-40 5 0,118-28 0,-117 28 0,0 0 0,-1-1 0,1 1 0,-1-1 0,1 0 0,-1 0 0,0 0 0,0 0 0,1 0 0,-2-1 0,6-5 0,-7 7 0,0 0 0,0-1 0,-1 1 0,1-1 0,0 1 0,-1-1 0,1 1 0,-1-1 0,1 1 0,-1-1 0,0 0 0,0 1 0,0-1 0,0 1 0,0-1 0,0 0 0,0 1 0,0-1 0,-1 0 0,1 1 0,-1-1 0,1 1 0,-1-1 0,1 1 0,-1-1 0,0 1 0,0-1 0,0 1 0,-1-2 0,-1-1 0,-1 0 0,1 1 0,0-1 0,-1 1 0,0 0 0,0 0 0,0 0 0,-5-2 0,-38-16 0,2 0 0,40 19 0,1 0 0,-1 0 0,0 0 0,0 0 0,0 1 0,0 0 0,0 0 0,0 0 0,0 0 0,-1 1 0,1 0 0,0 0 0,0 1 0,0-1 0,0 1 0,0 0 0,0 1 0,0-1 0,0 1 0,0 0 0,0 0 0,1 0 0,-1 1 0,1 0 0,0 0 0,0 0 0,0 0 0,0 1 0,-4 3 0,6-3 0,0-1 0,0 1 0,0 0 0,1-1 0,-1 1 0,1 0 0,0 0 0,0 0 0,1 0 0,-1 0 0,1 0 0,-1 0 0,1 0 0,1 4 0,-1 0 0,1-1 0,0 0 0,1 0 0,-1 0 0,1 0 0,1 0 0,2 7 0,2-2 0,1 0 0,0-1 0,1 0 0,17 16 0,-6-5 0,16 14 0,61 48 0,-55-50 0,40 42 0,-77-71 0,0 1 0,0 0 0,-1 0 0,0 0 0,0 0 0,-1 1 0,0-1 0,5 13 0,-7-16 0,-1-1 0,1 0 0,-1 1 0,0-1 0,1 1 0,-1-1 0,0 0 0,0 1 0,-1-1 0,1 1 0,0-1 0,-1 0 0,0 1 0,1-1 0,-1 0 0,0 1 0,0-1 0,0 0 0,0 0 0,-1 0 0,1 0 0,-1 0 0,1 0 0,-1 0 0,0-1 0,1 1 0,-1 0 0,0-1 0,0 0 0,-2 2 0,0-1 7,0 0 0,0 0 0,0-1 0,-1 1 0,1-1 0,0 0 0,-1 0 0,-8 0-1,-37-1-406,31-1-627,7 0-5799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54.2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3 231 24575,'93'-38'0,"-66"28"0,-17 7 0,0-1 0,0 0 0,15-8 0,-23 11 0,0-1 0,0 1 0,0 0 0,0-1 0,-1 1 0,1-1 0,0 0 0,-1 1 0,0-1 0,1 0 0,-1 0 0,0 0 0,0 0 0,0 0 0,0 0 0,0 0 0,0 0 0,-1-1 0,1 1 0,-1 0 0,1-5 0,-1 5 0,0 0 0,-1 0 0,1 0 0,-1-1 0,1 1 0,-1 0 0,0 0 0,0 0 0,0 0 0,0 0 0,0 0 0,0 0 0,-1 1 0,1-1 0,-4-3 0,-2-2 0,-1 0 0,-11-7 0,1 1 0,10 5 0,3 4 0,0 0 0,0 0 0,0 0 0,0 1 0,-9-5 0,12 7 0,0 1 0,0-1 0,0 1 0,0-1 0,0 1 0,0 0 0,0 0 0,0-1 0,0 2 0,0-1 0,0 0 0,-1 0 0,1 1 0,0-1 0,1 1 0,-1-1 0,0 1 0,0 0 0,0 0 0,0 0 0,-2 2 0,0 0 0,1 0 0,-1 0 0,1 0 0,0 0 0,0 1 0,1-1 0,-1 1 0,1 0 0,0 0 0,0 0 0,0 0 0,0 0 0,1 1 0,-1-1 0,1 0 0,0 1 0,0 6 0,-1 4 0,1 0 0,1 1 0,3 26 0,-3-38 0,1 1 0,0-1 0,-1 0 0,1 0 0,1 0 0,-1 0 0,1 0 0,-1 0 0,1 0 0,0 0 0,0-1 0,1 1 0,-1-1 0,1 1 0,0-1 0,0 0 0,0 0 0,0 0 0,0-1 0,1 1 0,-1-1 0,1 0 0,7 4 0,24 7 0,2-2 0,-1-1 0,1-2 0,1-1 0,-1-2 0,45 0 0,-74-5-341,0-1 0,0 0-1,11-3 1,-7 1-6485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54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0 24575,'3'14'0,"7"29"0,2-2 0,25 60 0,-18-62 0,0-1 0,3-1 0,1-1 0,54 63 0,-75-97 0,0 1 0,0-1 0,0 1 0,0 0 0,0-1 0,-1 1 0,1 0 0,0 4 0,-2-7 0,0 1 0,1-1 0,-1 1 0,0-1 0,0 1 0,0-1 0,0 1 0,0-1 0,0 1 0,0-1 0,0 1 0,-1-1 0,1 1 0,0-1 0,0 1 0,0-1 0,0 0 0,-1 1 0,1-1 0,0 1 0,0-1 0,-1 1 0,0 0 0,0-1 0,0 1 0,0 0 0,0-1 0,0 0 0,0 1 0,0-1 0,0 0 0,0 1 0,-1-1 0,1 0 0,0 0 0,0 0 0,-2 0 0,-5 0 0,1-1 0,-1 0 0,0-1 0,1 0 0,-1 0 0,1 0 0,-9-5 0,-51-28 0,52 27 0,11 6 0,-11-7 0,0 0 0,-23-18 0,35 24 0,-1 0 0,1 0 0,0 0 0,0-1 0,0 1 0,0-1 0,1 0 0,0 0 0,-1 0 0,1 0 0,1 0 0,-1 0 0,1 0 0,-1-1 0,0-6 0,2 9-4,0 1-1,0-1 1,0 1-1,0-1 1,0 0-1,1 1 1,-1-1-1,0 1 1,1-1-1,-1 1 1,1-1-1,0 1 1,-1-1-1,1 1 1,0 0-1,0-1 1,1 0-1,1-1 30,-1 1 0,1-1 0,0 1 0,0 0 0,0 0 0,0 0 0,4-2 0,5-1-390,0 0 1,1 1-1,13-2 0,-25 6 340,12-3-6801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55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 24575,'-3'2'0,"3"4"0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55.9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145 164 24575,'-8'-13'0,"-17"-23"0,23 32 0,-1 1 0,1 0 0,-1 0 0,0 1 0,0-1 0,-1 1 0,1-1 0,0 1 0,-1 0 0,0 0 0,1 1 0,-5-3 0,6 4 0,1 0 0,0 0 0,-1-1 0,1 1 0,-1 0 0,1 0 0,0 1 0,-1-1 0,1 0 0,0 0 0,-1 1 0,1-1 0,0 0 0,-1 1 0,1 0 0,0-1 0,0 1 0,0 0 0,-1-1 0,1 1 0,0 0 0,0 0 0,0 0 0,0 0 0,0 0 0,1 0 0,-1 0 0,0 0 0,0 0 0,0 3 0,-3 4 0,0 0 0,1 0 0,-3 16 0,2-12 0,2-5 0,0 1 0,1-1 0,-1 0 0,1 1 0,1-1 0,-1 1 0,1-1 0,1 1 0,-1 0 0,1-1 0,0 0 0,1 1 0,0-1 0,0 0 0,1 0 0,0 0 0,0 0 0,0 0 0,1-1 0,0 1 0,0-1 0,1 0 0,0 0 0,0-1 0,0 1 0,1-1 0,9 6 0,-1 0 0,1-1 0,0-1 0,1-1 0,-1 0 0,2-1 0,-1-1 0,1 0 0,0-1 0,0-1 0,1-1 0,-1 0 0,1-2 0,27 1 0,-41-3 0,-1 1 0,1 0 0,-1-1 0,0 0 0,1 1 0,-1-1 0,0-1 0,0 1 0,1 0 0,4-4 0,-7 4 0,1-1 0,0 1 0,-1-1 0,1 0 0,-1 1 0,0-1 0,0 0 0,0 0 0,1 0 0,-2 0 0,1 0 0,0 0 0,0 0 0,-1 0 0,1 0 0,-1 0 0,1-4 0,0-7 0,-1-1 0,0 1 0,-1 0 0,-1 0 0,0 0 0,0-1 0,-1 2 0,-1-1 0,0 0 0,-1 1 0,0 0 0,-13-21 0,4 11 0,0 2 0,-2-1 0,0 2 0,-1 0 0,-35-29 0,44 41 15,-1 1 0,1 0 0,-1 1 0,0 0 0,-1 0 0,1 0 0,-18-4 0,24 8-72,-1 0 0,1 0 0,-1 0 0,1 1-1,-1-1 1,0 1 0,1 0 0,-1 0 0,1 1 0,-1-1 0,0 1 0,1-1-1,-1 1 1,1 0 0,0 1 0,-1-1 0,1 0 0,0 1 0,0 0 0,-1 0 0,2 0-1,-1 0 1,0 0 0,0 1 0,-3 4 0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56.1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43 24575,'-27'-7'0,"-11"-3"0,-5 1 0,4 1 0,2 3 0,6 2 0,3 3 0,4 3 0,3 0 0,6 0-8191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57.1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 24575,'2'-2'0,"0"0"0,0 0 0,0 0 0,0 1 0,0-1 0,0 0 0,1 1 0,-1 0 0,1 0 0,-1 0 0,1 0 0,0 0 0,-1 0 0,1 0 0,0 1 0,-1-1 0,1 1 0,0 0 0,0 0 0,3 0 0,-3 1 0,0 0 0,0 0 0,0 0 0,0 0 0,0 1 0,-1-1 0,1 1 0,0 0 0,-1 0 0,1 0 0,-1 0 0,1 0 0,-1 0 0,0 0 0,0 1 0,3 5 0,1 1 0,0 0 0,-1 0 0,-1 0 0,1 1 0,-2 0 0,1 0 0,-1 0 0,-1 0 0,0 1 0,0-1 0,-1 1 0,-1 18 0,0-21 0,-1 1 0,0 0 0,0-1 0,-1 1 0,0-1 0,-6 15 0,-2-2 0,-15 24 0,14-27 0,8-13 0,0 0 0,0 0 0,1 1 0,0-1 0,0 0 0,0 1 0,-1 8 0,3-12 0,0 0 0,0 0 0,0 0 0,0 0 0,0 0 0,1 0 0,-1 0 0,1 0 0,-1 0 0,1 0 0,0 0 0,0-1 0,0 1 0,0 0 0,0 0 0,0-1 0,0 1 0,0-1 0,1 1 0,-1-1 0,1 0 0,-1 1 0,1-1 0,-1 0 0,4 1 0,4 3 0,0 0 0,1-1 0,0 0 0,0 0 0,0-1 0,0-1 0,19 3 0,-9-3 0,0-1 0,1 0 0,21-4 0,-38 3-151,0-1-1,0 0 0,-1 0 0,1-1 1,0 1-1,-1-1 0,1 1 1,3-4-1,3-1-6674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57.3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250 60 24575,'-27'-10'0,"-12"-3"0,-1 1 0,4 2 0,5 3 0,6 2 0,4 3 0,3 1 0,6 1-8191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57.7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 0 24575,'-22'0'0,"-10"0"0,-2 0 0,3 0 0,3 0 0,5 3 0,4 0 0,4 0-8191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58.0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24575,'0'-5'0,"2"1"0,1 4 0,3 3 0,0 8 0,1 3 0,3 2 0,1 3 0,-1 1 0,0 0 0,-1 1 0,-2-1 0,-1-1 0,0-1 0,-2-2 0,-1-3-8191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58.8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24575,'13'3'0,"0"0"0,-1 1 0,1 1 0,-1 0 0,-1 1 0,1 0 0,-1 1 0,0 0 0,0 0 0,-1 1 0,17 18 0,-2 0 0,-1 1 0,-2 1 0,21 35 0,-23-32 0,0 2 0,-3 0 0,23 58 0,-35-75 0,0 0 0,-1 0 0,-1 1 0,0-1 0,-2 1 0,1 0 0,-2 0 0,0-1 0,-1 1 0,-6 27 0,3-28-151,0 0-1,-1 0 0,-1 0 0,0-1 1,-2 0-1,1 0 0,-2 0 1,-14 18-1,10-17-6674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2:59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52 24575,'-2'-5'0,"0"-1"0,-1 1 0,1 0 0,-2 0 0,1 0 0,-4-5 0,6 9 0,0 0 0,1 0 0,-1 1 0,0-1 0,0 0 0,0 0 0,0 1 0,0-1 0,0 1 0,0-1 0,0 1 0,0-1 0,0 1 0,0 0 0,0-1 0,0 1 0,0 0 0,0 0 0,-1 0 0,1 0 0,0 0 0,0 0 0,0 0 0,0 0 0,0 0 0,0 0 0,-1 1 0,1-1 0,0 0 0,0 1 0,0-1 0,0 1 0,0-1 0,0 1 0,0 0 0,1-1 0,-1 1 0,-1 1 0,-10 9 0,0 1 0,1 0 0,1 1 0,0 0 0,1 1 0,0 0 0,-11 24 0,12-20 0,1 1 0,0 0 0,2 0 0,0 0 0,1 0 0,-1 21 0,4-24 0,1-1 0,1 1 0,0-1 0,2 1 0,-1-1 0,7 20 0,0-9 0,0-1 0,24 44 0,-18-45 24,1 0 0,1 0 0,1-2 0,36 35 0,-13-19-767,67 47 1,-91-73-6084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00.7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189 95 24575,'-6'-24'0,"-3"-13"0,8 34 0,0 0 0,0 0 0,0 0 0,-1 1 0,1-1 0,-1 1 0,0-1 0,1 1 0,-4-4 0,4 6 0,1-1 0,-1 1 0,0 0 0,1-1 0,-1 1 0,0 0 0,0-1 0,1 1 0,-1 0 0,0 0 0,0 0 0,1 0 0,-1 0 0,0 0 0,0 0 0,1 0 0,-1 0 0,0 0 0,0 0 0,1 0 0,-1 0 0,0 1 0,1-1 0,-1 0 0,0 1 0,1-1 0,-1 0 0,0 1 0,1-1 0,-1 1 0,1-1 0,-1 1 0,0-1 0,1 1 0,0-1 0,-1 1 0,0 1 0,-17 24 0,18-25 0,-17 28 0,3-6 0,1 1 0,1 1 0,-12 36 0,15-29 0,2 0 0,0 1 0,2 0 0,2 0 0,1 0 0,4 54 0,0-64 0,1-1 0,1 0 0,1 0 0,1 0 0,1 0 0,1-1 0,1 0 0,1-1 0,0 0 0,22 30 0,-12-24 30,1-1 0,1-1 0,44 37 0,-50-49-216,1 1 1,-1-2-1,2-1 0,0 0 1,0-1-1,1-1 1,22 7-1,-27-11-6640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01.5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28 24575,'-1'-6'0,"0"4"0,1-1 0,-1 1 0,0-1 0,0 1 0,0 0 0,-2-4 0,1 5 0,0 5 0,1 6 0,1 4 0,0 0 0,1 0 0,1 0 0,0 0 0,8 23 0,27 65 0,-12-42 11,19 46-1387,-40-93-5450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07.9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303 29 24575,'101'-22'0,"-91"17"0,-18 3 0,-18 4 0,-29 8 0,22-4 0,-1 0 0,-47 0 0,64-5 0,-26 4 0,33-3 0,-1 0 0,0-1 0,0-1 0,0 0 0,1 0 0,-16-3 0,12 0-1365,2 1-5461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09.1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73 257 24575,'31'-8'0,"-11"3"0,30-12 0,-45 15 0,-1 0 0,1 0 0,0-1 0,-1 0 0,0 0 0,1 0 0,-1 0 0,0-1 0,-1 1 0,1-1 0,3-5 0,-5 6 0,-1 1 0,1-1 0,-1 0 0,1 0 0,-1-1 0,0 1 0,0 0 0,-1 0 0,1 0 0,-1-1 0,1 1 0,-1 0 0,0-1 0,0 1 0,0 0 0,-1-1 0,1 1 0,-1 0 0,0 0 0,0-1 0,0 1 0,0 0 0,-2-3 0,-1-1 0,0 0 0,-1 1 0,1-1 0,-1 1 0,-1 0 0,1 1 0,-1-1 0,-9-6 0,6 5 0,1 1 0,-1 0 0,-1 0 0,1 1 0,-14-5 0,21 9 0,0 0 0,0 1 0,-1-1 0,1 0 0,0 1 0,-1 0 0,1-1 0,0 1 0,0 0 0,-1 0 0,1 1 0,0-1 0,-1 0 0,1 1 0,0-1 0,0 1 0,0 0 0,-1 0 0,1 0 0,0 0 0,0 0 0,0 0 0,0 0 0,1 1 0,-1-1 0,0 1 0,0-1 0,1 1 0,-1 0 0,-1 3 0,-4 7 0,1 1 0,0 0 0,1 1 0,1-1 0,0 1 0,1 0 0,-3 25 0,5-33 0,0 1 0,1-1 0,-1 0 0,1 0 0,0 1 0,1-1 0,-1 0 0,1 0 0,1 0 0,-1 1 0,1-1 0,0-1 0,0 1 0,1 0 0,0 0 0,0-1 0,6 9 0,10 9 0,1 0 0,2-1 0,33 27 0,-38-33 0,-1 0 0,-1 2 0,20 28 0,-13-15 0,-17-25 0,-1 0 0,1 0 0,-1 1 0,0-1 0,-1 1 0,0 0 0,0 0 0,0 1 0,1 7 0,-3-14 0,-1 0 0,0 0 0,0-1 0,0 1 0,-1 0 0,1 0 0,0 0 0,0 0 0,0 0 0,-1 0 0,1-1 0,0 1 0,-1 0 0,1 0 0,0 0 0,-1-1 0,1 1 0,-1 0 0,0-1 0,1 1 0,-1 0 0,0-1 0,0 2 0,-1-1 0,0 0 0,0 0 0,0 0 0,0 0 0,-1-1 0,1 1 0,0-1 0,0 1 0,-3-1 0,-3 1 0,0-1 0,1 0 0,-1-1 0,-13-2 0,-8-4-1365,16 4-5461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10.0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32 202 24575,'18'-2'0,"0"0"0,1 0 0,32-10 0,-47 10 0,0 1 0,1 0 0,-1-1 0,0 0 0,0 0 0,-1-1 0,1 1 0,0-1 0,-1 1 0,0-1 0,1 0 0,-1 0 0,0-1 0,-1 1 0,1-1 0,0 1 0,2-7 0,-4 7 0,0 0 0,0-1 0,-1 1 0,1-1 0,-1 1 0,0-1 0,0 1 0,0-1 0,-1 1 0,1-1 0,-1 1 0,1-1 0,-1 1 0,0-1 0,-1 1 0,1 0 0,-1 0 0,1-1 0,-1 1 0,0 0 0,0 1 0,0-1 0,-5-4 0,3 2 0,1 1 0,-2 0 0,1 0 0,0 0 0,-1 1 0,0 0 0,1 0 0,-1 0 0,-1 0 0,1 1 0,0-1 0,-1 2 0,1-1 0,-6-1 0,8 3 0,0 0 0,0 0 0,1 0 0,-1 0 0,0 1 0,1-1 0,-1 1 0,0 0 0,1 0 0,-1 0 0,1 0 0,-1 0 0,1 0 0,-1 1 0,1-1 0,0 1 0,0-1 0,0 1 0,0 0 0,0 0 0,0 0 0,0 0 0,1 0 0,-3 4 0,-2 5 0,0 0 0,1 0 0,0 0 0,-3 13 0,5-15 0,0 4 0,0-1 0,1 1 0,1 0 0,0 0 0,0 0 0,1 0 0,3 18 0,-2-27 0,0-1 0,-1 1 0,2-1 0,-1 1 0,0-1 0,1 0 0,-1 0 0,1 1 0,0-1 0,0 0 0,0 0 0,0-1 0,1 1 0,-1 0 0,1-1 0,0 1 0,-1-1 0,1 0 0,6 3 0,5 3 0,0-2 0,1 0 0,20 6 0,-12-4 0,-6-4 0,1 0 0,0 0 0,0-2 0,0 0 0,0-1 0,0-1 0,30-4 0,-45 4-124,0 0 0,-1-1 0,1 0 0,0 1 0,-1-1 0,1 0-1,0 0 1,-1 0 0,1-1 0,2-1 0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10.5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287 1 24575,'-15'0'0,"-7"0"0,-2 2 0,0 2 0,2-1 0,2-1 0,3 0 0,0-1 0,2 0 0,1-1 0,0 0 0,0 0 0,0 0 0,0 0 0,-1-1 0,1 1 0,2 0-8191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11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 0 24575,'23'69'0,"17"52"0,56 119 0,-89-227 0,8 20 0,-14-31 0,0 1 0,0-1 0,0 1 0,-1 0 0,1 0 0,-1-1 0,0 1 0,0 0 0,0 4 0,0-6 0,0 0 0,0 0 0,0-1 0,-1 1 0,1 0 0,0 0 0,0-1 0,-1 1 0,1 0 0,-1-1 0,1 1 0,0-1 0,-1 1 0,1 0 0,-1-1 0,0 1 0,1-1 0,-1 1 0,1-1 0,-1 0 0,0 1 0,1-1 0,-1 1 0,-1-1 0,0 1 0,1-1 0,-1 0 0,0 0 0,0 1 0,0-1 0,1 0 0,-1-1 0,0 1 0,0 0 0,-1-1 0,-5-1 0,1-1 0,-1 0 0,-10-5 0,1-1 0,-70-40 0,78 42 0,0 1 0,0-1 0,1-1 0,0 1 0,0-1 0,-11-16 0,18 23 4,0 0 0,0-1 1,0 1-1,0 0 0,1 0 0,-1-1 0,1 1 0,-1-1 0,1 1 0,-1 0 0,1-1 1,0 1-1,-1-1 0,1 1 0,0-1 0,0 1 0,0-1 0,0 1 0,0-1 0,1 1 0,-1-1 1,0 1-1,1 0 0,-1-1 0,1 1 0,0-1 0,0-1 0,2 0-193,1-1 0,-1 0 0,1 1 0,-1 0 0,1-1 0,8-3-1,-11 6 34,12-8-6670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11.3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10 24575,'-5'-5'0,"-2"1"0,1 4 0,1 3 0,4 3 0,2 1 0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11.9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 97 24575,'-5'-6'0,"-4"-7"0,-1 0 0,-1 1 0,0 1 0,0-1 0,-16-10 0,26 21 0,0 0 0,0 0 0,-1 1 0,1-1 0,0 0 0,0 1 0,0-1 0,-1 1 0,1-1 0,0 1 0,0 0 0,-1 0 0,1-1 0,0 1 0,-1 0 0,1 0 0,0 0 0,-1 1 0,1-1 0,0 0 0,-1 0 0,-1 1 0,2 0 0,-1 0 0,0 0 0,1 1 0,-1-1 0,1 0 0,-1 1 0,1-1 0,-1 1 0,1-1 0,0 1 0,0 0 0,0 0 0,-1 1 0,-2 7 0,0 0 0,1 0 0,0 1 0,-2 13 0,1-4 0,2 0 0,0-1 0,3 39 0,-1-49 0,1 0 0,1 0 0,-1-1 0,1 1 0,1 0 0,0-1 0,0 1 0,0-1 0,1 0 0,1 0 0,4 7 0,-3-9 0,0 0 0,0 0 0,0 0 0,0-1 0,1 0 0,0 0 0,0-1 0,1 1 0,-1-2 0,1 1 0,0-1 0,0 0 0,0-1 0,0 0 0,0 0 0,1-1 0,-1 0 0,1 0 0,-1-1 0,0 0 0,14-2 0,-15 1 0,-1 0 0,0 0 0,1 0 0,-1-1 0,0 0 0,0-1 0,0 1 0,0-1 0,-1 0 0,1-1 0,-1 1 0,0-1 0,0 0 0,0 0 0,0-1 0,-1 1 0,0-1 0,0 0 0,0 0 0,0-1 0,-1 1 0,0-1 0,0 0 0,0 1 0,-1-1 0,0-1 0,0 1 0,1-9 0,-1 5 0,-1 0 0,0 1 0,-1-1 0,0 0 0,-1 0 0,0 0 0,0 1 0,-1-1 0,0 1 0,-1-1 0,0 1 0,0 0 0,-1 0 0,0 0 0,-1 0 0,0 1 0,0 0 0,-1 0 0,0 0 0,0 1 0,-1-1 0,0 2 0,0-1 0,-1 1 0,-9-7 0,10 10 0,1 0 0,-1 0 0,0 0 0,0 1 0,0 0 0,0 0 0,0 0 0,-1 1 0,1 1 0,0-1 0,-1 1 0,1 0 0,0 1 0,-1-1 0,1 2 0,0-1 0,-12 5 0,10-1-1365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12.1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259 43 24575,'-27'-8'0,"-11"-1"0,-4-1 0,2 3 0,3 1 0,6 3 0,6 4 0,6 1-8191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13.3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24575,'6'0'0,"20"-1"0,-1 2 0,1 1 0,35 7 0,-55-8 0,1 1 0,-1 0 0,0 0 0,0 0 0,0 1 0,0 0 0,0 0 0,0 0 0,-1 1 0,0 0 0,1 0 0,-2 0 0,1 1 0,0 0 0,-1 0 0,0 0 0,0 0 0,6 11 0,-8-10 0,1 1 0,-1 0 0,0-1 0,-1 1 0,0 0 0,0 0 0,0-1 0,-1 1 0,0 0 0,-1 13 0,-3 5 0,-12 39 0,10-40 0,1-6 0,1-3 0,0 0 0,1 0 0,1 1 0,-1 21 0,3-32 0,0 0 0,0 0 0,1 0 0,-1 0 0,1-1 0,0 1 0,1 0 0,-1 0 0,4 6 0,-4-9 0,1 1 0,0-1 0,-1 0 0,1 0 0,0 0 0,0-1 0,0 1 0,0 0 0,0-1 0,1 1 0,-1-1 0,0 0 0,1 1 0,-1-1 0,1 0 0,-1-1 0,1 1 0,0 0 0,2 0 0,15 1 0,0-1 0,0 0 0,35-4 0,-51 2-105,0 0 0,0 0 0,1 0 0,-1 0 0,0-1 0,0 0 0,0 1 0,0-2 0,-1 1 0,1 0 0,0-1 0,3-3 0,2-2-6721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13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15 24575,'-27'-2'0,"-11"-1"0,-2 0 0,3 0 0,7 1 0,4 1 0,5 1 0,4-1 0,2 1 0,3 0-8191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13.8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 0 24575,'-27'0'0,"-11"3"0,-2 0 0,3 3 0,9 0-8191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14.1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24575,'3'14'0,"0"8"0,0 3 0,2 1 0,0-1 0,-1-2 0,2-2 0,-1-6-8191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14.8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24575,'48'26'0,"-1"1"0,-1 3 0,-2 1 0,-1 3 0,40 40 0,-50-41 0,-1 1 0,-2 2 0,-2 1 0,-1 2 0,-2 0 0,23 51 0,-38-70 0,-2 1 0,-1-1 0,0 2 0,6 36 0,-12-48 0,0 0 0,0 0 0,-1 1 0,0-1 0,0 0 0,-2 0 0,1 0 0,-1 1 0,0-1 0,-1-1 0,0 1 0,-7 12 0,5-13 14,0-2-1,-1 1 0,1-1 0,-2 1 1,1-2-1,-1 1 0,0-1 1,-11 8-1,0-2-508,-1 0 0,-29 12 0,29-15-6331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18.8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852 5 24575,'-501'0'0,"475"1"0,-30 5 0,-20 2 0,60-8-102,-66 0 337,68-1-535,1-1 1,0 0-1,0 0 1,-14-5-1,13 2-6526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19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330 303 24575,'-29'-17'0,"-30"-22"0,48 30 0,0-1 0,0 0 0,1 0 0,0-1 0,-9-13 0,10 12 0,-1 1 0,0 1 0,0-1 0,-2 2 0,1 0 0,-16-10 0,9 7 0,-31-29 0,49 41 0,-1-1 0,0 0 0,0 1 0,1-1 0,-1 0 0,0 1 0,1-1 0,-1 0 0,1 0 0,-1 1 0,1-1 0,-1 0 0,1 0 0,0 0 0,-1 0 0,1 0 0,0 0 0,-1 0 0,1 0 0,0 1 0,0-1 0,0 0 0,0 0 0,0 0 0,0 0 0,0 0 0,1 0 0,-1 0 0,0 0 0,0 0 0,1 0 0,0-1 0,0 1 0,0 0 0,0 0 0,0 0 0,0 1 0,1-1 0,-1 0 0,0 0 0,1 1 0,-1-1 0,0 1 0,1-1 0,-1 1 0,1 0 0,-1 0 0,0-1 0,1 1 0,-1 0 0,1 0 0,-1 1 0,1-1 0,1 0 0,18 4 0,0 1 0,0 0 0,31 13 0,58 33 0,-57-26 0,-36-17 0,-6-4 0,-1 1 0,1 0 0,-1 0 0,0 2 0,-1-1 0,1 1 0,8 8 0,-18-15 0,1 1 0,0 0 0,-1 0 0,1 0 0,0-1 0,-1 1 0,1 0 0,-1 0 0,1 0 0,-1 0 0,0 0 0,1 0 0,-1 0 0,0 0 0,0 0 0,0 0 0,0 0 0,1 0 0,-1 0 0,-1 0 0,1 0 0,0 0 0,0 2 0,-1-2 0,0 1 0,0-1 0,0 0 0,0 1 0,0-1 0,0 0 0,0 1 0,0-1 0,0 0 0,-1 0 0,1 0 0,0 0 0,-2 1 0,-6 2 0,0 1 0,0-2 0,-18 6 0,24-8 0,-79 21-455,-1-4 0,-88 8 0,153-24-6371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20.9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318 437 24575,'-38'-10'0,"-11"-4"0,0 1 0,-91-9 0,137 22 0,0 0 0,0-1 0,0 2 0,0-1 0,0 0 0,1 1 0,-1-1 0,-5 2 0,7-1 0,1-1 0,-1 1 0,0-1 0,1 1 0,-1-1 0,0 1 0,1-1 0,-1 1 0,1 0 0,-1-1 0,1 1 0,-1 0 0,1 0 0,-1-1 0,1 1 0,0 0 0,-1 0 0,1-1 0,0 1 0,0 0 0,0 0 0,-1 0 0,1 0 0,0-1 0,0 1 0,0 0 0,0 0 0,1 0 0,-1 0 0,0-1 0,0 1 0,0 0 0,1 1 0,1 3 0,0 0 0,0-1 0,1 1 0,-1-1 0,1 0 0,0 1 0,0-1 0,1-1 0,-1 1 0,1 0 0,0-1 0,-1 0 0,2 0 0,-1 0 0,7 4 0,8 3 0,1-1 0,24 9 0,-42-17 0,5 1 0,-1 0 0,1 0 0,-1 0 0,1-1 0,0 0 0,12 1 0,-16-2 0,-1 0 0,1-1 0,-1 1 0,1 0 0,-1-1 0,0 0 0,1 0 0,-1 1 0,0-1 0,0 0 0,1-1 0,-1 1 0,0 0 0,0-1 0,0 1 0,0-1 0,-1 0 0,1 1 0,0-1 0,-1 0 0,1 0 0,1-3 0,0-2 0,0 1 0,0-1 0,-1 0 0,0 0 0,0 0 0,-1 0 0,0 0 0,0-1 0,-1 1 0,0 0 0,0-1 0,0 1 0,-1 0 0,0 0 0,-1 0 0,-2-9 0,-4-9 0,-1 1 0,-1 0 0,-16-27 0,13 25 0,-49-84 0,51 92 0,-2 0 0,0 0 0,-27-25 0,40 42 0,-1 0 0,1 1 0,-1-1 0,1 1 0,-1 0 0,1-1 0,-1 1 0,1-1 0,-1 1 0,0 0 0,1-1 0,-1 1 0,0 0 0,1-1 0,-1 1 0,0 0 0,0 0 0,1 0 0,0 1 0,0-1 0,0 0 0,0 0 0,-1 1 0,1-1 0,0 0 0,0 0 0,0 1 0,0-1 0,0 0 0,0 0 0,0 1 0,0-1 0,0 0 0,0 1 0,0-1 0,0 0 0,0 0 0,0 1 0,0-1 0,0 0 0,0 0 0,0 1 0,1-1 0,9 28 0,-8-24 0,-1-1 0,59 136 0,-45-109 0,2-1 0,29 42 0,-29-49 0,-4-4 0,1 0 0,17 17 0,-30-35-60,-1 0 3,0 1 0,1-1 0,-1 1 1,0-1-1,1 1 0,-1-1 0,1 0 1,-1 1-1,1-1 0,-1 0 1,1 0-1,-1 1 0,1-1 0,-1 0 1,1 0-1,-1 0 0,1 1 1,-1-1-1,1 0 0,-1 0 0,1 0 1,0 0-1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21.3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1 203 24575,'40'-10'0,"-16"4"0,-1 0 0,0-1 0,0-1 0,38-20 0,-58 26 0,-1 1 0,1-1 0,-1 0 0,1 0 0,-1 0 0,1 0 0,-1 0 0,0-1 0,0 1 0,0-1 0,0 1 0,-1-1 0,1 0 0,-1 0 0,2-5 0,-2 5 0,-1 1 0,1-1 0,-1 0 0,0 0 0,-1 0 0,1 0 0,0 0 0,-1 0 0,1 1 0,-1-1 0,0 0 0,0 0 0,0 1 0,0-1 0,-1 1 0,-2-5 0,2 3 0,-1 1 0,1 0 0,-1-1 0,0 1 0,0 1 0,0-1 0,0 0 0,0 1 0,-1-1 0,1 1 0,-1 0 0,1 0 0,-1 1 0,0-1 0,-7-1 0,9 2 0,-1 1 0,1-1 0,0 1 0,-1 0 0,1 0 0,-1 0 0,1 0 0,0 0 0,-1 1 0,1-1 0,-1 1 0,1 0 0,0-1 0,0 1 0,-1 0 0,1 0 0,0 1 0,0-1 0,0 0 0,0 1 0,0-1 0,1 1 0,-1 0 0,0-1 0,1 1 0,-1 0 0,-1 3 0,1-2 0,0 0 0,0 0 0,1 0 0,0 0 0,-1 1 0,1-1 0,0 0 0,1 1 0,-1-1 0,1 1 0,-1-1 0,1 1 0,0-1 0,0 1 0,0-1 0,1 0 0,-1 1 0,1-1 0,0 1 0,0-1 0,0 0 0,1 1 0,-1-1 0,1 0 0,-1 0 0,1 0 0,4 5 0,5 4 0,0 0 0,0-1 0,1 0 0,22 16 0,-25-21 0,3 4 0,2-1 0,-1-1 0,1 0 0,0-1 0,1-1 0,0 0 0,29 8 0,-42-14 0,0 1 0,0-1 0,1 0 0,-1 1 0,0-1 0,0 0 0,0 0 0,0-1 0,0 1 0,0 0 0,0-1 0,0 1 0,0-1 0,0 0 0,0 1 0,0-1 0,0 0 0,0 0 0,-1-1 0,3 0 0,-3 1 0,0-1 0,0 1 0,0 0 0,0-1 0,0 1 0,0-1 0,-1 1 0,1-1 0,-1 1 0,1-1 0,-1 1 0,1-1 0,-1 0 0,0 1 0,0-1 0,0 0 0,0 1 0,0-1 0,0 0 0,0 1 0,-1-1 0,1 0 0,0 1 0,-1-1 0,-1-2 0,1 0-273,-1-1 0,0 1 0,0 0 0,-5-6 0,-1 0-6553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21.7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 24575,'10'0'0,"0"1"0,0 0 0,-1 1 0,1 0 0,-1 1 0,0-1 0,16 8 0,2 4 0,28 18 0,-34-18 0,0-2 0,39 16 0,-58-27 0,-1 0 0,0-1 0,1 1 0,-1-1 0,1 0 0,-1 1 0,1-1 0,-1 0 0,1 0 0,0 0 0,-1 0 0,1 0 0,-1 0 0,1-1 0,-1 1 0,1 0 0,-1-1 0,1 1 0,2-2 0,-3 1 0,0 0 0,0 0 0,0-1 0,0 1 0,0 0 0,0 0 0,-1-1 0,1 1 0,0 0 0,-1-1 0,1 1 0,-1 0 0,0-1 0,1 1 0,-1-1 0,0 1 0,0-1 0,0 1 0,0-1 0,0 1 0,0-2 0,-1-8 0,-1 1 0,0-1 0,0 1 0,-6-13 0,2 4 0,6 18 0,-1 1 0,1-1 0,0 0 0,0 1 0,0-1 0,0 1 0,-1-1 0,1 0 0,0 1 0,0-1 0,0 1 0,0-1 0,0 0 0,0 1 0,1-1 0,-1 1 0,0-1 0,0 1 0,0-1 0,1 0 0,-1 1 0,0-1 0,0 1 0,1-1 0,-1 1 0,1-1 0,0 0 0,0 1 0,0-1 0,0 1 0,0 0 0,0-1 0,0 1 0,0 0 0,0 0 0,0 0 0,0-1 0,-1 1 0,1 0 0,0 0 0,2 1 0,4 0 0,1 1 0,-1 0 0,10 3 0,-15-4 0,26 11 0,46 26 0,-53-26 0,0 0 0,1-2 0,45 15 0,-66-25-60,12 3 248,-13-3-236,0 0 0,1 0-1,-1 0 1,1 0 0,-1 0 0,0 0 0,1 0 0,-1 0-1,0 0 1,1 0 0,-1-1 0,0 1 0,1 0 0,-1 0-1,0 0 1,1 0 0,-1 0 0,0-1 0,1 1 0,-1 0 0,0 0-1,1 0 1,-1-1 0,0 1 0,0 0 0,0-1 0,1 1-1,-1 0 1,0 0 0,0-1 0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22.2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64 24575,'2'-8'0,"-1"-1"0,0 1 0,-1-1 0,0 1 0,-2-13 0,40 83 0,-32-53 0,1 0 0,0 0 0,0-1 0,1-1 0,0 1 0,0-1 0,1 0 0,0-1 0,0 0 0,19 9 0,-14-10 0,0 0 0,0-1 0,0 0 0,0-1 0,1-1 0,0 0 0,23 0 0,-26-2 0,-1 0 0,0 0 0,0 0 0,20-5 0,-29 5 0,0 0 0,1-1 0,-1 0 0,0 0 0,0 0 0,0 0 0,0 0 0,0 0 0,0 0 0,0 0 0,0-1 0,0 1 0,0-1 0,-1 0 0,1 1 0,-1-1 0,1 0 0,-1 0 0,0 0 0,0 0 0,1 0 0,-1 0 0,1-5 0,-2 5 0,0 1 0,0-1 0,0 0 0,0 0 0,0 0 0,0 0 0,-1 0 0,1 0 0,-1 0 0,1 0 0,-1 0 0,0 1 0,0-1 0,0 0 0,0 1 0,0-1 0,0 0 0,0 1 0,0-1 0,-1 1 0,1 0 0,-3-3 0,-5-3 0,1 0 0,-17-9 0,21 14 0,-12-7 0,0 1 0,0 1 0,-1 0 0,0 1 0,0 1 0,-23-4 0,16 5 0,-1 1 0,1 1 0,-50 4 0,37 4-1365,23-3-5461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22.9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 24575,'71'35'0,"76"40"0,-143-73 0,36 20 0,-37-21 0,0 0 0,0 0 0,0 0 0,-1 0 0,1 0 0,0-1 0,0 1 0,0-1 0,0 0 0,0 0 0,5 0 0,-7 0 0,0-1 0,0 1 0,0 0 0,0-1 0,0 1 0,-1-1 0,1 1 0,0-1 0,0 0 0,-1 1 0,1-1 0,0 0 0,-1 1 0,1-1 0,-1 0 0,1 0 0,-1 1 0,1-1 0,-1 0 0,0 0 0,1 0 0,-1 0 0,0 0 0,0 1 0,1-1 0,-1 0 0,0 0 0,0 0 0,0 0 0,0 0 0,0 0 0,0 0 0,-1 0 0,1 0 0,0 0 0,0 0 0,-1 1 0,1-2 0,-3-5 0,1 0 0,0 1 0,-7-11 0,9 17 0,-16-28 0,11 20 0,0 0 0,0 0 0,1-1 0,0 0 0,0 0 0,-2-9 0,6 18 0,0 0 0,0-1 0,0 1 0,0 0 0,0 0 0,0 0 0,0 0 0,0 0 0,0 0 0,0 0 0,0 0 0,0 0 0,0-1 0,0 1 0,0 0 0,0 0 0,0 0 0,0 0 0,0 0 0,0 0 0,0 0 0,0 0 0,0 0 0,0-1 0,0 1 0,0 0 0,0 0 0,0 0 0,0 0 0,0 0 0,0 0 0,1 0 0,-1 0 0,0 0 0,0 0 0,0 0 0,0 0 0,0 0 0,0 0 0,0 0 0,0 0 0,0-1 0,0 1 0,1 0 0,-1 0 0,0 0 0,0 0 0,0 0 0,0 0 0,0 0 0,0 0 0,0 0 0,7 4 0,6 6 0,1 3 0,-6-5 0,0 1 0,1-1 0,0-1 0,0 0 0,1 0 0,11 5 0,-7-4 0,-12-6 0,1 0 0,0-1 0,0 1 0,1 0 0,-1-1 0,0 0 0,1 0 0,-1 0 0,0 0 0,1 0 0,5 0 0,-8-1 0,0-1 0,0 1 0,0-1 0,0 1 0,0-1 0,-1 1 0,1-1 0,0 1 0,-1-1 0,1 0 0,0 1 0,-1-1 0,1 0 0,0 1 0,-1-1 0,1 0 0,-1 0 0,0 0 0,1 0 0,-1 0 0,0 1 0,1-1 0,-1 0 0,0 0 0,0 0 0,0-1 0,1-31 0,-1 21 0,0 11 0,0 0 0,0 0 0,0-1 0,1 1 0,-1 0 0,0 0 0,0 0 0,1-1 0,-1 1 0,1 0 0,-1 0 0,1 0 0,-1 0 0,1 0 0,0 0 0,0 0 0,-1 0 0,1 0 0,0 0 0,0 0 0,2-1 0,-2 1 0,1 1 0,-1-1 0,1 1 0,0-1 0,-1 1 0,1 0 0,-1 0 0,1 0 0,0 0 0,-1 0 0,1 0 0,0 0 0,-1 0 0,3 1 0,5 2 0,-1 0 0,1 1 0,-1 0 0,14 9 0,136 89-1365,-148-96-5461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23.1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24575,'15'12'0,"7"7"0,2 2 0,-3 0 0,-2-3 0,-5-2 0,-2-2 0,-3-3-8191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23.3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24575,'13'15'0,"3"4"-8191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23.8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55 24575,'2'4'0,"0"0"0,1 0 0,-1 0 0,1 0 0,5 6 0,-11-31 0,3 14 0,0 5 0,0-1 0,0 1 0,0-1 0,0 1 0,0-1 0,0 1 0,1-1 0,-1 1 0,1 0 0,0-1 0,0 1 0,0 0 0,0-1 0,0 1 0,0 0 0,2-2 0,-1 2 0,-1 1 0,0 0 0,1-1 0,-1 1 0,1 0 0,-1 0 0,1 0 0,0 1 0,0-1 0,-1 0 0,1 1 0,0-1 0,0 1 0,-1-1 0,1 1 0,0 0 0,0 0 0,0 0 0,0 0 0,0 0 0,-1 0 0,4 1 0,18 5 0,-2 0 0,1 2 0,37 18 0,-5-2 0,25 8-1365,-70-28-5461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24.5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351 118 24575,'-60'-26'0,"-163"-58"0,223 84 0,-6-2 0,1 1 0,0 0 0,-1 0 0,1 0 0,0 0 0,-6 1 0,10 0 0,-1 0 0,1 0 0,0 1 0,0-1 0,0 0 0,0 1 0,0-1 0,0 1 0,0-1 0,0 1 0,0-1 0,0 1 0,0 0 0,0-1 0,0 1 0,1 0 0,-1 0 0,0 0 0,1-1 0,-1 1 0,0 0 0,1 0 0,-1 0 0,1 0 0,-1 0 0,1 0 0,0 0 0,-1 1 0,1-1 0,0 0 0,0 0 0,0 0 0,0 0 0,0 0 0,0 2 0,0 1 0,0 1 0,0 0 0,0 0 0,1 0 0,0 0 0,0 0 0,0-1 0,1 1 0,0 0 0,0-1 0,3 6 0,-1-3 0,1 0 0,0 0 0,0-1 0,1 1 0,11 10 0,3-2 0,0-1 0,0-1 0,34 16 0,-45-24 0,1-1 0,0 0 0,13 3 0,-19-6 0,-1 0 0,1-1 0,0 1 0,-1-1 0,1 0 0,0 0 0,0 0 0,-1 0 0,1-1 0,0 1 0,-1-1 0,7-2 0,-8 2 0,0 0 0,-1 0 0,1 0 0,0 0 0,0-1 0,-1 1 0,1-1 0,-1 1 0,1-1 0,-1 0 0,0 1 0,0-1 0,0 0 0,0 0 0,0 0 0,0 0 0,0 0 0,0 0 0,-1 0 0,1 0 0,-1 0 0,0 0 0,1 0 0,-1-1 0,0 1 0,0 0 0,0 0 0,-1 0 0,1 0 0,-2-4 0,0-4 0,-1 1 0,0 0 0,0 1 0,-1-1 0,-7-12 0,-2 3 0,10 14 0,0 1 0,1-1 0,-1 1 0,1-1 0,0 0 0,-2-4 0,6 5 0,3 5 0,6 3 0,106 76-1365,-104-74-5461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24.8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24575,'258'335'0,"-98"-127"0,-117-162-1365,-34-36-5461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24.9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 92 24575,'-24'-17'0,"-11"-6"0,-2 1 0,3 7 0,5 6 0,5 4 0,4 6 0,2 2 0,6 4 0,1 0 0,1 1 0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26.2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242 362 24575,'-16'-6'0,"-59"-18"0,67 22 0,0 0 0,0 1 0,0 0 0,0 1 0,0-1 0,0 2 0,-11 0 0,16 0 0,0 0 0,0 0 0,0 0 0,1 0 0,-1 1 0,0-1 0,1 1 0,-1-1 0,1 1 0,-1 0 0,1 0 0,0 0 0,0 0 0,0 1 0,0-1 0,0 0 0,0 1 0,1-1 0,-1 1 0,1 0 0,0 0 0,-1-1 0,1 1 0,1 0 0,-2 5 0,1-6 0,1 1 0,0 0 0,-1-1 0,1 1 0,0 0 0,0 0 0,0-1 0,1 1 0,-1 0 0,1-1 0,-1 1 0,1 0 0,0-1 0,0 1 0,0-1 0,1 1 0,-1-1 0,0 0 0,1 1 0,0-1 0,-1 0 0,1 0 0,0 0 0,0 0 0,0 0 0,0-1 0,5 4 0,-6-5 0,0 1 0,0 0 0,1-1 0,-1 1 0,0-1 0,0 0 0,1 1 0,-1-1 0,0 0 0,1 0 0,-1 1 0,0-1 0,1 0 0,-1-1 0,0 1 0,1 0 0,-1 0 0,0 0 0,0-1 0,1 1 0,-1-1 0,2 0 0,-1 0 0,-1-1 0,1 1 0,0-1 0,-1 1 0,1-1 0,-1 0 0,1 0 0,-1 1 0,0-1 0,0 0 0,0 0 0,1-3 0,0 0 0,0 0 0,0 0 0,-1 0 0,0 0 0,0-1 0,-1 1 0,1 0 0,-1 0 0,0-1 0,-2-8 0,0 6 0,-1 0 0,0 0 0,-8-13 0,-2-5 0,13 26 0,0-1 0,0 0 0,0 1 0,-1-1 0,1 1 0,0-1 0,-1 1 0,1-1 0,0 1 0,-1-1 0,1 1 0,-1-1 0,1 1 0,-1-1 0,1 1 0,-1 0 0,1-1 0,-1 1 0,0-1 0,-12 3 0,9-1 0,1 0 0,0 0 0,0 0 0,0 1 0,0-1 0,0 1 0,1 0 0,-1 0 0,0 0 0,1 0 0,0 0 0,-1 0 0,1 1 0,0-1 0,0 1 0,0-1 0,0 1 0,1 0 0,-1 0 0,-1 4 0,2-5 0,1 0 0,-1 0 0,1 0 0,-1 0 0,1 0 0,0 0 0,-1 0 0,1 0 0,0 0 0,1 0 0,-1 1 0,0-1 0,1 0 0,-1 0 0,1 0 0,-1 0 0,1 0 0,0 0 0,0 0 0,0-1 0,0 1 0,0 0 0,0 0 0,1-1 0,-1 1 0,0 0 0,1-1 0,0 0 0,-1 1 0,3 0 0,4 3 0,0-1 0,0 1 0,1-2 0,0 1 0,11 2 0,47 7 0,-46-10 0,39-1 0,-54-2 0,1 0 0,-1-1 0,1 0 0,-1 0 0,0-1 0,1 1 0,-1-1 0,0-1 0,0 1 0,7-5 0,-11 6 0,-1 0 0,0 0 0,0 0 0,1 0 0,-1 0 0,0 0 0,0-1 0,0 1 0,0 0 0,0-1 0,0 1 0,0 0 0,-1-1 0,1 1 0,0-1 0,-1 1 0,1-1 0,-1 0 0,0 1 0,1-1 0,-1-2 0,0 1 0,-1 0 0,1 0 0,-1 0 0,1 0 0,-1 0 0,0 1 0,0-1 0,-1 0 0,1 0 0,-3-4 0,-1-1 0,-1 1 0,0 0 0,0 0 0,-1 0 0,0 1 0,-11-9 0,31 24 0,38 25 0,28 4 0,-70-35 0,1 0 0,-1 0 0,1 0 0,0-1 0,0-1 0,15 1 0,-24-2 0,0 0 0,0 0 0,-1 0 0,1 0 0,0 0 0,0 0 0,0 0 0,-1 0 0,1 0 0,0-1 0,0 1 0,-1 0 0,1 0 0,0-1 0,-1 1 0,1-1 0,0 1 0,-1-1 0,2 0 0,-2 1 0,0-1 0,0 1 0,1-1 0,-1 1 0,0-1 0,0 1 0,0-1 0,0 0 0,0 1 0,0-1 0,0 1 0,0-1 0,0 1 0,0-1 0,0 1 0,-1-1 0,1 1 0,0-1 0,0 1 0,0-1 0,-1 0 0,-2-4 0,0 1 0,0-1 0,-1 1 0,-4-6 0,4 6 0,-48-51 0,27 30 0,-33-44 0,49 58 0,1-1 0,1 0 0,0 0 0,0-1 0,-6-20 0,12 30 0,0 0 0,0 1 0,0-1 0,1 0 0,-1 0 0,1 0 0,0 0 0,0 0 0,0 0 0,1 0 0,-1 0 0,1 0 0,-1 0 0,1 0 0,0 0 0,0 0 0,0 0 0,1 1 0,-1-1 0,0 1 0,1-1 0,0 1 0,0-1 0,0 1 0,0 0 0,0 0 0,0 0 0,0 0 0,1 0 0,-1 0 0,1 1 0,4-3 0,-4 2-65,1 0 0,-1 1 0,1 0 0,0-1 0,0 1 0,-1 0 0,1 1 0,0-1 0,0 1 0,0 0 0,0 0 0,0 0 0,0 0 0,-1 0 0,1 1 0,0 0 0,0 0 0,0 0 0,-1 0 0,7 4 0,0 1-6761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30.8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275 67 24575,'4'-4'0,"2"-2"0,-7 5 0,1 1 0,-1 0 0,1-1 0,-1 1 0,1 0 0,-1-1 0,1 1 0,-1 0 0,1 0 0,-1 0 0,1-1 0,-1 1 0,1 0 0,-1 0 0,0 0 0,1 0 0,-1 0 0,1 0 0,-2 0 0,-45-3 0,23 2 0,0-1 0,1-1 0,-1-1 0,-29-8 0,-12-11-1365,53 18-5461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31.2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235 12 24575,'-10'0'0,"-5"0"0,-4 0 0,1 0 0,-1 0 0,2 0 0,0 0 0,1 0 0,1 0 0,-2 0 0,-1-3 0,1 0 0,-2 0 0,2 0-8191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32.6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28 24575,'-1'-1'0,"1"1"0,-1-1 0,1 0 0,-1 0 0,1 0 0,-1 0 0,1 0 0,0 0 0,-1 0 0,1 0 0,0 0 0,0-1 0,0 1 0,0 0 0,0 0 0,0 0 0,0 0 0,0-2 0,0 3 0,0 0 0,0-1 0,0 1 0,1 0 0,-1 0 0,0-1 0,0 1 0,0 0 0,0-1 0,0 1 0,1 0 0,-1 0 0,0-1 0,0 1 0,0 0 0,1 0 0,-1-1 0,0 1 0,0 0 0,1 0 0,-1 0 0,0-1 0,0 1 0,1 0 0,-1 0 0,0 0 0,1 0 0,-1 0 0,0 0 0,1 0 0,-1 0 0,0 0 0,1 0 0,-1 0 0,0 0 0,1 0 0,-1 0 0,0 0 0,0 0 0,1 0 0,-1 0 0,0 0 0,1 0 0,-1 0 0,0 0 0,1 1 0,-1-1 0,0 0 0,0 0 0,1 0 0,-1 1 0,0-1 0,0 0 0,0 0 0,1 1 0,-1-1 0,0 0 0,0 0 0,0 1 0,1 0 0,6 8 0,1 2 0,-2-1 0,1 1 0,-2 0 0,1 0 0,6 22 0,-6-18 0,72 222 0,-78-236 0,8 25 0,19 50 0,-16-58-1365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33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346 31 24575,'1'-5'0,"-1"0"0,-7 2 0,-44-1 0,5 1 0,11-2 0,0 2 0,0 1 0,-47 4 0,39 6-1365,30-5-5461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42.7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0 220 24575,'57'1'0,"61"-3"0,-101 0 0,1 0 0,31-10 0,-47 11 0,1 1 0,-1-1 0,1-1 0,-1 1 0,1 0 0,-1 0 0,1-1 0,-1 0 0,0 1 0,0-1 0,0 0 0,0 0 0,0 0 0,0 0 0,-1 0 0,1 0 0,2-5 0,-3 3 0,0 1 0,0 0 0,0-1 0,-1 1 0,1 0 0,-1-1 0,0 1 0,0-1 0,0 1 0,0 0 0,-1-1 0,0-5 0,-2 1 0,0-1 0,0 1 0,0-1 0,-1 1 0,-1 0 0,1 0 0,-1 1 0,-1 0 0,1 0 0,-8-7 0,10 11 0,-1 0 0,0 0 0,0 1 0,0-1 0,0 1 0,0 0 0,0 0 0,-1 1 0,1-1 0,-1 1 0,1 0 0,-1 0 0,1 1 0,-1-1 0,0 1 0,-5 0 0,0 1 0,0 0 0,0 0 0,0 1 0,1 0 0,-1 1 0,-15 6 0,21-7 0,0 0 0,0 1 0,0-1 0,0 1 0,0 0 0,0 0 0,1 0 0,-1 0 0,1 1 0,0 0 0,0-1 0,0 1 0,1 0 0,-1 1 0,-3 8 0,1 2 0,0 0 0,1 1 0,-3 22 0,4-25 0,2-5 0,0 0 0,0-1 0,1 1 0,0 0 0,0 0 0,1 0 0,0 0 0,1 0 0,-1-1 0,1 1 0,1 0 0,0-1 0,6 12 0,-1-4 0,2-1 0,0 0 0,1 0 0,0-1 0,16 14 0,58 71 0,-68-75 0,-13-19 0,-1 1 0,0-1 0,-1 1 0,1-1 0,-1 1 0,0 0 0,0 0 0,-1 0 0,1 0 0,-1 0 0,0 1 0,0 6 0,-1-10 0,0 0 0,0 0 0,0 0 0,-1 1 0,1-1 0,0 0 0,-1 0 0,0 0 0,1 0 0,-1 0 0,0 0 0,0 0 0,0 0 0,0 0 0,0-1 0,-1 1 0,1 0 0,-1-1 0,1 1 0,-1-1 0,1 1 0,-1-1 0,0 0 0,0 0 0,0 0 0,1 0 0,-1 0 0,0 0 0,0 0 0,-1 0 0,1-1 0,-4 1 0,-20 2-1365,14-3-5461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51.4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5 163 24575,'-1'-5'0,"0"1"0,0-1 0,0 1 0,1-1 0,0 0 0,0 1 0,0-1 0,0 1 0,1-1 0,-1 0 0,1 1 0,0-1 0,1 1 0,-1 0 0,1-1 0,4-6 0,-2 4 0,0 0 0,1 0 0,0 1 0,0 0 0,0 0 0,1 0 0,0 1 0,0 0 0,8-5 0,-10 8 0,1 0 0,-1 0 0,1 0 0,0 1 0,-1-1 0,1 1 0,0 1 0,0-1 0,0 0 0,6 1 0,1 0 0,0 1 0,0 0 0,12 3 0,-20-3 0,-1 0 0,1 0 0,-1 0 0,0 0 0,0 0 0,1 1 0,-1 0 0,0 0 0,0 0 0,0 0 0,-1 0 0,1 0 0,0 1 0,-1-1 0,0 1 0,4 4 0,-3-2 0,-1 0 0,1 0 0,-1 0 0,0 1 0,-1-1 0,1 1 0,-1-1 0,0 1 0,0 9 0,7 36 0,-5-35 0,1 31 0,-4-42 0,0 1 0,0-1 0,-1 1 0,0-1 0,0 0 0,-1 1 0,1-1 0,-1 0 0,-4 8 0,-36 54 0,31-52 0,0 0 0,2 1 0,0 1 0,0 0 0,-7 24 0,16-41 0,-1 1 0,1 0 0,0-1 0,0 1 0,0 0 0,0-1 0,0 1 0,0 0 0,0-1 0,0 1 0,0-1 0,0 1 0,0 0 0,1-1 0,-1 1 0,0 0 0,0-1 0,1 1 0,-1-1 0,0 1 0,1-1 0,-1 1 0,0 0 0,1-1 0,-1 0 0,1 1 0,-1-1 0,1 1 0,-1-1 0,1 1 0,-1-1 0,1 0 0,-1 0 0,1 1 0,0-1 0,-1 0 0,1 0 0,0 1 0,-1-1 0,1 0 0,-1 0 0,1 0 0,0 0 0,-1 0 0,2 0 0,5 0 0,1 0 0,-1 0 0,11-3 0,-5 2 0,26-2 0,0 2 0,0 2 0,55 8 0,-79-7-1365,-2 0-5461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52.1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247 26 24575,'-26'-7'0,"1"1"0,-1 2 0,0 0 0,-40 0 0,62 4 0,1 0 0,-1 0 0,1 1 0,-1-1 0,1 1 0,-1 0 0,1 0 0,0 0 0,0 0 0,-1 1 0,1-1 0,-3 3 0,4-2 0,-1 0 0,1 0 0,0 0 0,0 1 0,1-1 0,-1 1 0,0-1 0,1 1 0,0-1 0,-1 1 0,1 0 0,0 0 0,0 0 0,0 3 0,-1 5 0,0 0 0,0 1 0,1-1 0,1 1 0,0 0 0,1-1 0,0 1 0,1-1 0,0 0 0,0 1 0,2-1 0,-1 0 0,1 0 0,1-1 0,0 1 0,0-1 0,9 11 0,-9-15 0,1 0 0,-1 0 0,1-1 0,0 0 0,1 0 0,-1-1 0,1 0 0,0 0 0,0 0 0,0-1 0,15 5 0,-6-4 0,2 1 0,-1-2 0,0 0 0,23 0 0,-10-5-1365,-18-1-5461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52.5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90 24575,'-5'0'0,"-13"-1"0,-29 5 0,43-4 0,0 1 0,0 0 0,0 0 0,1 0 0,-1 0 0,0 1 0,0 0 0,1-1 0,-1 1 0,1 0 0,-1 1 0,1-1 0,-3 4 0,5-6 0,0 1 0,1 0 0,-1-1 0,1 1 0,-1 0 0,1-1 0,0 1 0,-1 0 0,1 0 0,0-1 0,-1 1 0,1 0 0,0 0 0,0 0 0,0-1 0,-1 1 0,1 0 0,0 0 0,0 0 0,0 0 0,1 0 0,-1-1 0,0 1 0,0 1 0,1 0 0,0 0 0,0-1 0,0 1 0,0-1 0,0 1 0,1-1 0,-1 1 0,0-1 0,1 0 0,1 2 0,4 2 0,-1-1 0,1 0 0,-1-1 0,11 4 0,0-1 0,-1-1 0,2 0 0,25 3 0,-36-7 0,1-1 0,0 1 0,-1-1 0,1-1 0,0 1 0,0-1 0,-1-1 0,1 1 0,-1-1 0,10-5 0,-15 7 0,0-1 0,0 0 0,0 0 0,-1 0 0,1 0 0,0-1 0,-1 1 0,1 0 0,-1-1 0,0 1 0,1-1 0,-1 1 0,0-1 0,0 0 0,0 1 0,0-1 0,0 0 0,0 0 0,0-3 0,0 2 0,-1 0 0,0 0 0,1 0 0,-2 0 0,1 0 0,0 0 0,0-1 0,-1 1 0,0 0 0,1 0 0,-3-4 0,0 0 0,-1-1 0,0 1 0,0 0 0,0 0 0,-1 1 0,0-1 0,0 1 0,-12-10 0,9 9 0,-1 1 0,1 0 0,-1 1 0,-19-9 0,24 13 0,-1-1 0,1 0 0,-1 1 0,0 0 0,1 0 0,-1 0 0,0 1 0,1 0 0,-1 0 0,0 0 0,0 0 0,1 1 0,-7 1 0,10-2-105,-1 1 0,0 0 0,1-1 0,-1 1 0,1 0 0,-1 0 0,1 0 0,-1 0 0,1 0 0,0 1 0,-1-1 0,0 2 0,-4 7-6721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52.8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9 24575,'-1'-1'0,"1"0"0,-1 0 0,0 1 0,1-1 0,-1 1 0,0-1 0,0 1 0,0-1 0,0 1 0,1-1 0,-1 1 0,0 0 0,0-1 0,-1 1 0,2 0 0,-1 0 0,1 0 0,0 0 0,-1 0 0,1 0 0,0 0 0,-1 0 0,1 0 0,0 0 0,-1 1 0,1-1 0,0 0 0,0 0 0,-1 0 0,1 0 0,0 1 0,0-1 0,-1 0 0,1 0 0,0 1 0,0-1 0,0 0 0,-1 0 0,1 1 0,0-1 0,0 0 0,0 1 0,-1 1 0,1 0 0,0 0 0,-1 0 0,1-1 0,0 1 0,0 0 0,0 0 0,0 0 0,0 0 0,1 0 0,-1 0 0,1 2 0,8 19 0,1-1 0,1 0 0,24 35 0,-14-24 0,-10-16 0,15 17 0,5 7 0,-31-41 0,0 0 0,1 1 0,-1-1 0,0 0 0,0 1 0,0-1 0,1 0 0,-1 1 0,0-1 0,0 1 0,0-1 0,0 0 0,0 1 0,0-1 0,0 0 0,0 1 0,0-1 0,0 1 0,0-1 0,0 0 0,0 1 0,0-1 0,0 0 0,0 1 0,-1-1 0,1 1 0,0-1 0,0 0 0,0 1 0,0-1 0,-1 0 0,1 0 0,0 1 0,0-1 0,-1 0 0,1 1 0,0-1 0,-1 0 0,1 0 0,0 0 0,-1 1 0,1-1 0,0 0 0,-1 0 0,1 0 0,0 0 0,-1 0 0,1 0 0,-1 1 0,1-1 0,0 0 0,-1 0 0,-25 2 0,23-2 0,-45 0 0,21-1 0,0 2 0,-44 6 0,57-5-1365,2 0-5461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53.5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10 24575,'19'-3'0,"0"0"0,0 1 0,1 1 0,28 1 0,-38 1 0,-1 0 0,1 1 0,-1 0 0,0 1 0,0-1 0,0 2 0,0-1 0,0 1 0,-1 1 0,0-1 0,9 8 0,14 12 0,-1 2 0,32 36 0,-49-48 0,-1 0 0,-1 2 0,0-1 0,-1 1 0,-1 1 0,13 30 0,-20-41 0,0 0 0,0 0 0,-1 0 0,0 0 0,0 0 0,-1 1 0,1-1 0,-1 0 0,0 0 0,-1 0 0,0 0 0,-2 8 0,2-10 0,0 0 0,-1 0 0,0 0 0,0 0 0,0 0 0,0-1 0,-1 1 0,1-1 0,-1 0 0,0 0 0,0 0 0,0 0 0,0 0 0,-1-1 0,1 1 0,-1-1 0,1 0 0,-8 3 0,-5 1 0,0-1 0,0 0 0,0-2 0,0 1 0,-1-2 0,1 0 0,-1-1 0,1-1 0,-29-3 0,29 1 0,1-1 0,-1 0 0,1-1 0,0-1 0,0 0 0,1-1 0,0 0 0,0-1 0,0-1 0,-17-13 0,22 13 0,0 0 0,1-1 0,0 0 0,0 0 0,1 0 0,0-1 0,1 0 0,0-1 0,1 1 0,0-1 0,-4-12 0,5 10 0,0-1 0,1 0 0,1 1 0,0-1 0,0 0 0,2 0 0,0-1 0,0 1 0,3-14 0,-3 24-57,1 0 0,0 0 1,-1 0-1,1 1 0,1-1 0,-1 0 0,0 1 0,1-1 0,0 1 0,0-1 0,0 1 1,0 0-1,0-1 0,1 1 0,0 1 0,-1-1 0,1 0 0,0 1 0,0-1 1,1 1-1,-1 0 0,0 0 0,6-2 0,3 0-6769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53.7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174 26 24575,'-15'-7'0,"-7"-3"0,-2 3 0,0 5 0,2 6 0,2 1 0,3 3 0,0 0 0,5-1-8191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55.0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163 31 24575,'-1'-3'0,"0"0"0,0 1 0,-1-1 0,1 1 0,0-1 0,-1 1 0,0 0 0,1 0 0,-4-3 0,4 5 0,0-1 0,0 1 0,0-1 0,0 1 0,0 0 0,0-1 0,-1 1 0,1 0 0,0 0 0,0 0 0,0 0 0,0 0 0,-1 0 0,1 0 0,0 0 0,0 0 0,0 1 0,0-1 0,-1 0 0,1 1 0,0-1 0,-2 2 0,-2 0 0,0 1 0,0 1 0,0-1 0,0 1 0,0 0 0,1 0 0,-1 0 0,1 1 0,0-1 0,1 1 0,-5 6 0,0 3 0,0 0 0,-12 29 0,14-27 0,2 0 0,0 0 0,0 0 0,2 0 0,0 1 0,1 29 0,2-20 0,1 0 0,2 0 0,9 40 0,-5-39-105,1 1 0,1-1 0,2-1 0,0 0 0,2-1 0,1 0 0,1-1 0,1-1 0,0 0 0,2-1 0,1-1 0,28 23 0,-29-30-6721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55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24575,'32'26'0,"-2"2"0,-1 1 0,-1 2 0,-1 0 0,28 46 0,-42-57 0,-1 0 0,-2 1 0,0 1 0,-1 0 0,-1 0 0,-1 1 0,-1-1 0,-1 2 0,-1-1 0,2 39 0,-6-51-76,0-1 1,-1 0-1,0 0 0,0 1 0,-1-1 0,-1 0 0,1 0 0,-2-1 1,1 1-1,-2-1 0,1 0 0,-1 1 0,0-2 0,-1 1 1,0-1-1,-1 0 0,-11 11 0,6-7-6750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56.6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45 24575,'-1'-1'0,"0"0"0,0 0 0,0 0 0,0 0 0,0 0 0,0 0 0,0 0 0,0-1 0,1 1 0,-1 0 0,1 0 0,-1-1 0,1 1 0,-1-1 0,1 1 0,0 0 0,-1-1 0,1 1 0,0-1 0,0-1 0,1 2 0,-1 0 0,1 0 0,-1 1 0,1-1 0,-1 0 0,1 0 0,0 0 0,-1 0 0,1 0 0,0 1 0,0-1 0,0 0 0,0 1 0,0-1 0,0 1 0,-1-1 0,1 1 0,0-1 0,1 1 0,-1-1 0,0 1 0,0 0 0,0 0 0,0 0 0,0 0 0,2 0 0,4-1 0,0 1 0,0 0 0,0 0 0,0 1 0,0 0 0,0 0 0,0 1 0,-1 0 0,1 0 0,0 1 0,10 5 0,-11-5 0,-1 0 0,0 0 0,1 1 0,-1 0 0,-1 0 0,1 0 0,0 1 0,-1-1 0,0 1 0,0 0 0,-1 1 0,1-1 0,2 7 0,-2-4 0,-2 0 0,1 0 0,-1 0 0,0 1 0,-1-1 0,0 1 0,0-1 0,-1 1 0,-1 10 0,-1 3 0,-2 0 0,-8 29 0,-1 15 0,7-31 0,6-32 0,-2 2 0,1 1 0,1 0 0,-1 0 0,1-1 0,0 9 0,0-12 0,1-1 0,-1 0 0,0 1 0,1-1 0,-1 0 0,1 0 0,-1 0 0,1 1 0,-1-1 0,1 0 0,0 0 0,0 0 0,-1 0 0,1 0 0,0 0 0,0 0 0,0 0 0,0 0 0,0-1 0,0 1 0,1 0 0,-1-1 0,0 1 0,0-1 0,0 1 0,1-1 0,-1 1 0,0-1 0,2 0 0,5 1-97,0-1-1,0 0 1,0 0-1,0-1 1,0 0-1,-1-1 1,1 1-1,0-1 1,-1-1-1,1 0 1,-1 0-1,0 0 0,7-5 1,-4 1-6729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56.8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234 0 24575,'-24'0'0,"-12"0"0,0 0 0,2 0 0,5 0 0,4 0 0,5 0 0,3 3 0,4 0-8191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57.3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301 41 24575,'-30'-7'0,"-11"-3"0,-2 1 0,4 1 0,6 3 0,7 4 0,4 2 0,5 4 0,2 1 0,1-1 0,3 2 0,1-1 0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3:57.7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24575,'74'168'0,"-50"-110"0,-16-40-341,-1 0 0,-1 0-1,4 20 1,-9-26-6485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05.5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24575,'1'11'0,"0"0"0,1-1 0,1 1 0,0 0 0,6 15 0,3 10 0,39 181 0,-47-188-1365,-3-17-5461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05.7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301 4 24575,'-29'-3'0,"-13"2"0,-1 2 0,4-1 0,4 1 0,5 0 0,6 2 0,1 0 0,3 1 0,4-2-8191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06.7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177 220 24575,'12'-5'0,"0"-1"0,0 0 0,-1-1 0,0 0 0,0-1 0,11-11 0,-19 16 0,0-1 0,0 1 0,0-1 0,0 1 0,-1-1 0,1 0 0,-1 0 0,0 0 0,2-7 0,-3 8 0,-1 0 0,1 0 0,-1 0 0,0 1 0,0-1 0,0 0 0,0 0 0,0 0 0,0 0 0,-1 0 0,0 0 0,1 1 0,-1-1 0,0 0 0,0 0 0,-3-3 0,2 2 0,0 0 0,-1-1 0,0 1 0,0 0 0,0 1 0,0-1 0,-1 0 0,1 1 0,-1 0 0,0 0 0,0 0 0,0 0 0,-1 1 0,1-1 0,-1 1 0,1 0 0,-1 0 0,0 1 0,1 0 0,-1-1 0,0 2 0,0-1 0,0 0 0,0 1 0,-8 1 0,-15-2 0,14 0 0,1 1 0,-1 0 0,1 1 0,-1 0 0,-21 6 0,33-6 0,-1 0 0,0 1 0,1-1 0,-1 1 0,1 0 0,-1-1 0,1 1 0,0 0 0,0 0 0,0 1 0,0-1 0,0 0 0,0 1 0,1-1 0,-1 1 0,1-1 0,0 1 0,-1 0 0,1 0 0,0 0 0,1-1 0,-1 1 0,0 6 0,0 4 0,0 0 0,1 0 0,0 1 0,2 12 0,0-20 0,-1 0 0,1-1 0,-1 1 0,2-1 0,-1 1 0,0-1 0,1 0 0,0 0 0,1 0 0,-1 0 0,1-1 0,-1 1 0,2-1 0,3 4 0,9 6 0,0 0 0,25 15 0,17 12 0,62 56 0,-112-89 0,0-1 0,-1 1 0,0 1 0,-1-1 0,11 17 0,-16-23 0,-1 0 0,0 1 0,0-1 0,0 0 0,0 1 0,0-1 0,-1 0 0,1 1 0,-1-1 0,1 1 0,-1-1 0,0 1 0,0-1 0,0 1 0,0-1 0,-1 1 0,1-1 0,0 0 0,-1 1 0,0-1 0,0 1 0,0-1 0,0 0 0,0 0 0,0 1 0,0-1 0,-1 0 0,1 0 0,-1 0 0,0-1 0,1 1 0,-4 2 0,1 0 7,-1-1 0,0 1 0,0-1 0,0 0 0,-1 0 1,1-1-1,-1 0 0,0 1 0,1-2 0,-1 1 0,0-1 0,0 0 0,0 0 0,0-1 0,0 0 0,-9 0 0,-6-2-378,0-1-1,0-1 1,-26-8 0,31 7-6455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07.3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24575,'31'5'0,"-12"-2"0,-1 1 0,1 1 0,-1 0 0,24 10 0,-40-14 0,-1 0 0,1 0 0,0 0 0,0 0 0,0 0 0,-1 0 0,1 0 0,-1 1 0,1-1 0,-1 1 0,1-1 0,-1 1 0,0 0 0,0-1 0,0 1 0,0 0 0,0 0 0,0 0 0,0-1 0,-1 1 0,1 0 0,-1 0 0,1 0 0,-1 0 0,0 0 0,0 5 0,0-4 0,-1 1 0,0-1 0,0 1 0,0-1 0,0 0 0,-1 1 0,1-1 0,-1 0 0,0 0 0,0 0 0,0 0 0,0-1 0,-1 1 0,-3 3 0,0-1 0,1 1 0,0-1 0,0 1 0,1 0 0,-1 0 0,-5 10 0,9-14 0,0 1 0,1-1 0,-1 0 0,0 0 0,1 0 0,-1 1 0,1-1 0,0 0 0,-1 1 0,1-1 0,0 0 0,1 1 0,-1-1 0,0 0 0,1 0 0,-1 1 0,1-1 0,0 0 0,-1 0 0,1 0 0,0 0 0,0 0 0,1 0 0,1 3 0,-1-2 0,0 0 0,0-1 0,1 0 0,-1 1 0,1-1 0,-1 0 0,1 0 0,0 0 0,0 0 0,-1-1 0,1 1 0,0-1 0,1 0 0,-1 0 0,0 0 0,0 0 0,0 0 0,1-1 0,-1 1 0,0-1 0,1 0 0,-1 0 0,6-1 0,3-2 0,0 0 0,-1 0 0,1-1 0,-1-1 0,12-6 0,-17 8 0,6-2-1365,-1 1-5461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14.4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24575,'57'-1'0,"61"2"0,-115 0 0,0-1 0,0 1 0,0 0 0,0 0 0,0 0 0,0 0 0,0 0 0,-1 1 0,1-1 0,-1 1 0,1 0 0,-1 0 0,1-1 0,-1 2 0,0-1 0,0 0 0,0 0 0,0 1 0,-1-1 0,1 1 0,-1-1 0,3 5 0,-1 0 0,-1 0 0,1 0 0,-1 0 0,-1 0 0,1 1 0,-1-1 0,0 0 0,-1 9 0,1-6 0,-1 0 0,-1 0 0,1 0 0,-2 0 0,1 0 0,-1 0 0,-1-1 0,0 1 0,0-1 0,-1 1 0,-7 13 0,-2-3 0,2-4 0,-12 26 0,20-36 0,1-1 0,0 0 0,1 0 0,-1 1 0,1-1 0,0 1 0,0-1 0,1 1 0,0 10 0,0-15 0,0 0 0,0 1 0,1-1 0,-1 0 0,0 1 0,1-1 0,-1 0 0,1 0 0,-1 1 0,1-1 0,0 0 0,-1 0 0,1 0 0,0 0 0,0 0 0,0 0 0,0 0 0,0 0 0,0 0 0,0 0 0,1 1 0,1-1 0,-1 0 0,0 0 0,1-1 0,-1 1 0,1 0 0,-1-1 0,1 0 0,-1 1 0,1-1 0,4 0 0,-1-1 0,0 0 0,0 0 0,0 0 0,0-1 0,0 0 0,0 0 0,0 0 0,9-6 0,-10 5-273,-1 0 0,0 0 0,0-1 0,5-6 0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14.8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299 5 24575,'-7'3'0,"-6"0"0,-2 0 0,-1 0 0,-1-1 0,1-1 0,0-1 0,0 0 0,-1 0 0,-1 0 0,-2 0 0,0 0 0,-2-2 0,-2-2 0,1 1 0,2-2 0,4 0-8191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15.4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228 13 24575,'-22'-2'0,"-10"-1"0,-1 0 0,1 0 0,5 1 0,4 4 0,1 0 0,2 1 0,4 0-8191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15.9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 24575,'23'-4'0,"42"-4"0,-56 7 0,1 1 0,0 0 0,-1 1 0,1 0 0,-1 1 0,0 0 0,12 4 0,-19-5 0,1-1 0,-1 1 0,0 0 0,1 0 0,-1 0 0,0 1 0,0-1 0,0 0 0,0 1 0,0-1 0,-1 1 0,1 0 0,0 0 0,-1 0 0,1 0 0,-1 0 0,1 0 0,-1 0 0,0 0 0,0 0 0,0 0 0,0 1 0,-1-1 0,1 1 0,-1-1 0,1 0 0,-1 1 0,0-1 0,0 1 0,0-1 0,0 1 0,0-1 0,0 0 0,-1 1 0,1-1 0,-1 1 0,-1 1 0,-1 4 0,0 0 0,-1 0 0,0-1 0,0 1 0,-1-1 0,0 0 0,0 0 0,-1-1 0,-8 9 0,4-7 0,4-4 0,1 1 0,0 0 0,0 0 0,-8 9 0,12-13 0,1 0 0,-1-1 0,1 1 0,0 0 0,-1-1 0,1 1 0,-1 0 0,1 0 0,0 0 0,0-1 0,0 1 0,-1 0 0,1 0 0,0 0 0,0 0 0,0-1 0,0 1 0,0 0 0,0 0 0,1 0 0,-1 0 0,0-1 0,0 1 0,0 0 0,1 0 0,-1-1 0,1 1 0,-1 0 0,0 0 0,1-1 0,-1 1 0,1 0 0,0-1 0,-1 1 0,1-1 0,-1 1 0,1-1 0,0 1 0,-1-1 0,1 1 0,0-1 0,0 0 0,-1 1 0,1-1 0,0 0 0,0 1 0,1-1 0,7 2 0,1 0 0,-1 0 0,1-1 0,-1 0 0,1-1 0,-1 0 0,16-2 0,4 0 0,-9 1-86,-11 1-170,1-1 0,-1 1 0,1 1 1,14 2-1,-14 0-6570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19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87 24575,'-10'-6'0,"0"-1"0,-12-12 0,19 17 0,0-1 0,1 0 0,-1-1 0,1 1 0,0 0 0,0-1 0,0 1 0,0-1 0,1 0 0,-3-7 0,4 11 0,-1-1 0,1 1 0,0 0 0,0-1 0,0 1 0,0-1 0,0 1 0,0 0 0,0-1 0,0 1 0,0-1 0,0 1 0,0-1 0,0 1 0,0 0 0,0-1 0,0 1 0,0-1 0,0 1 0,1 0 0,-1-1 0,0 1 0,0 0 0,1-1 0,7 2 0,10 12 0,27 32 0,78 100 0,164 216 0,-251-313 0,-25-32 0,16 18 0,-20-29-75,-3-6 263,-3 0-302,-1 0 0,0 0 1,1 0-1,-1 0 0,0 0 1,0 0-1,0 0 0,0 0 1,0 0-1,0 0 0,0 0 1,-1-1-1,-1-9-6712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20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391 45 24575,'-2'-3'0,"0"-2"0,0 0 0,0-1 0,-1 1 0,-4-6 0,7 10 0,-1 1 0,1-1 0,-1 0 0,1 1 0,-1-1 0,1 1 0,-1-1 0,1 1 0,-1-1 0,0 1 0,1-1 0,-1 1 0,0-1 0,0 1 0,1 0 0,-1-1 0,0 1 0,0 0 0,1 0 0,-1 0 0,0-1 0,0 1 0,0 0 0,1 0 0,-1 0 0,0 0 0,0 1 0,0-1 0,1 0 0,-1 0 0,0 0 0,0 1 0,1-1 0,-1 0 0,0 1 0,0-1 0,1 0 0,-2 2 0,-6 5 0,1 0 0,-1 1 0,1 0 0,1 1 0,0 0 0,0 0 0,0 0 0,-4 12 0,-13 20 0,6-14 0,2 2 0,-18 43 0,-14 63 0,-8 18 0,47-133-120,1-2 247,-15 26-1,20-40-251,0 0 0,-1 0 0,0-1 1,0 1-1,0-1 0,0 1 0,0-1 0,-1 0 0,1 0 1,-1-1-1,-7 5 0,2-3-6701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20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 26 24575,'0'-3'0,"0"0"0,0 1 0,0-1 0,0 0 0,-1 1 0,-1-5 0,2 7 0,0 0 0,0-1 0,0 1 0,0 0 0,0 0 0,0 0 0,0 0 0,0 0 0,0-1 0,0 1 0,-1 0 0,1 0 0,0 0 0,0 0 0,0 0 0,0 0 0,0 0 0,0 0 0,-1-1 0,1 1 0,0 0 0,0 0 0,0 0 0,0 0 0,-1 0 0,1 0 0,0 0 0,0 0 0,0 0 0,0 0 0,-1 0 0,1 0 0,0 0 0,0 0 0,0 0 0,0 0 0,0 0 0,-1 1 0,-8 9 0,-2 10 0,-13 29 0,-1 4 0,12-29 0,1 2 0,1 0 0,1 0 0,1 1 0,2 0 0,-6 36 0,11-42 0,0-1 0,1 1 0,2 0 0,0-1 0,1 1 0,0-1 0,2 1 0,1-1 0,8 25 0,-3-22 0,0 0 0,2 0 0,0-1 0,18 22 0,69 75 0,-92-111-151,0 0-1,1 0 0,0-1 0,0-1 1,1 1-1,-1-1 0,2 0 1,13 6-1,-11-8-6674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21.3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48 24575,'15'-9'0,"-1"2"0,1-1 0,1 2 0,20-7 0,-31 12 0,-1 0 0,1 0 0,0 0 0,0 1 0,0 0 0,0 0 0,0 0 0,-1 0 0,1 1 0,0 0 0,0 0 0,0 0 0,-1 0 0,1 1 0,-1 0 0,1 0 0,-1 0 0,0 0 0,5 4 0,-3-2 0,-1 0 0,0 0 0,0 1 0,0 0 0,-1 0 0,0 0 0,0 0 0,0 0 0,0 1 0,-1 0 0,0-1 0,0 1 0,-1 1 0,1-1 0,-1 0 0,-1 1 0,1-1 0,-1 1 0,0-1 0,0 11 0,-1-2 0,0 21 0,-1 0 0,-9 52 0,9-80 0,-1 0 0,1 0 0,1 1 0,0-1 0,0 1 0,0-1 0,1 0 0,1 1 0,-1-1 0,6 15 0,-5-18 0,1 1 0,-1-1 0,1 0 0,0-1 0,0 1 0,1 0 0,0-1 0,0 0 0,0 0 0,0 0 0,0 0 0,1-1 0,-1 1 0,1-1 0,0 0 0,10 4 0,-9-5 0,0 1 0,1-1 0,-1 0 0,1 0 0,-1-1 0,1 0 0,-1 0 0,1-1 0,12 0 0,-15-1 0,0 1 0,0-1 0,0 0 0,0-1 0,-1 1 0,1-1 0,0 1 0,-1-1 0,0 0 0,1-1 0,-1 1 0,0 0 0,0-1 0,0 0 0,-1 0 0,1 0 0,0 0 0,2-4 0,0-2-455,1 0 0,4-12 0,-5 9-6371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21.5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429 15 24575,'-29'-2'0,"-15"-1"0,-3 0 0,3 0 0,5 1 0,5 1 0,6 1 0,5-1 0,2 1 0,1 3 0,0 0 0,-2 1 0,1-2 0,1 0 0,4-1-8191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21.9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24575,'28'15'0,"-1"1"0,0 1 0,-2 1 0,0 2 0,-1 0 0,-1 2 0,37 45 0,-33-32 0,-2 1 0,-2 1 0,-1 1 0,-2 2 0,16 43 0,-30-66 0,8 16 0,-2 2 0,8 37 0,-18-62 0,0-1 0,-1 0 0,0 1 0,0-1 0,-1 1 0,-1-1 0,1 1 0,-2-1 0,1 1 0,-1-1 0,-1 0 0,1 0 0,-6 10 0,5-13 8,-1-1-1,1 1 1,-1-1-1,-1 0 1,1 0-1,-1-1 1,0 1-1,0-1 1,0 0-1,0 0 1,-1-1-1,0 0 1,0 0-1,0 0 1,-12 4-1,1-2-304,-1-1 0,0 0 0,0-1 0,-27 0 0,20-2-6529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22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317 18 24575,'-20'-5'0,"-8"-1"0,-3 2 0,2 2 0,3 2 0,4 0 0,3 3 0,3 1 0,1 0 0,0-1 0,2-1 0,-1-1 0,0 0 0,0-1 0,0 0 0,0 0 0,2 0-8191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22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260 9 24575,'-27'-2'0,"-14"-2"0,-2 1 0,4 3 0,3 2 0,5 0 0,6 2 0,7 1-8191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25.0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69 24575,'-1'0'0,"1"0"0,-1-1 0,0 1 0,0 0 0,0 0 0,0-1 0,0 1 0,0-1 0,0 1 0,0-1 0,0 1 0,1-1 0,-1 1 0,0-1 0,0 0 0,1 1 0,-1-1 0,0 0 0,1 0 0,-1 1 0,1-1 0,-1 0 0,1 0 0,-1-1 0,-8-26 0,6 17 0,-4-4 0,4 15 0,1 10 0,1 15 0,2 0 0,1 0 0,0 0 0,2 0 0,1 0 0,1-1 0,1 0 0,13 29 0,44 102 0,-64-154 6,0 0-1,0-1 1,1 1-1,-1 0 0,0-1 1,0 1-1,1 0 1,-1-1-1,1 1 1,-1 0-1,0-1 1,1 1-1,-1-1 0,1 1 1,-1-1-1,1 1 1,0-1-1,-1 1 1,1-1-1,-1 1 0,2-1 1,-1 0-59,-1 0 0,1 0 0,-1-1 0,1 1 0,-1 0 0,0-1 0,1 1 0,-1 0 0,1-1 0,-1 1 0,0-1 0,1 1-1,-1 0 1,0-1 0,1 1 0,-1-1 0,0 1 0,0-1 0,1 1 0,-1-1 0,0 0 0,0 1 0,0-1 0,0 1 0,0-1 0,0 1 0,0-1 0,2-9-6773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25.6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388 15 24575,'-27'-2'0,"-11"-1"0,-2 0 0,4 0 0,5 1 0,3 1 0,4 1 0,3-1 0,4 1 0,1 0 0,2 1 0,0-1 0,0 0 0,0 0 0,0 0 0,0 0 0,0 0 0,2 0-8191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26.9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14 119 24575,'-2'-2'0,"1"1"0,0-1 0,0 0 0,0 1 0,0-1 0,0 0 0,0 0 0,0 0 0,0 0 0,1 0 0,-1 0 0,1 0 0,-1 0 0,1 0 0,0 0 0,0 0 0,0 0 0,0 0 0,0 0 0,0 0 0,1 0 0,-1 0 0,1 0 0,-1 0 0,3-4 0,-2 2 0,1 0 0,0 0 0,0 1 0,1-1 0,-1 1 0,1-1 0,0 1 0,0 0 0,0 0 0,0 0 0,6-3 0,-4 3 0,1 0 0,0 0 0,0 1 0,-1 0 0,2 0 0,-1 1 0,0-1 0,11 0 0,-3 2 0,0-1 0,25 4 0,-36-3 0,-1 1 0,1 0 0,-1-1 0,1 1 0,-1 0 0,1 0 0,-1 0 0,1 1 0,-1-1 0,0 0 0,0 1 0,0 0 0,0-1 0,2 3 0,-1 0 0,0 0 0,0 0 0,0 0 0,0 0 0,-1 0 0,0 1 0,2 5 0,-1-2 0,0 1 0,-1 1 0,0-1 0,-1 0 0,0 0 0,0 0 0,-1 15 0,-2-11 0,0 0 0,-1-1 0,0 0 0,-1 0 0,-1 0 0,-9 18 0,0-4 0,-30 41 0,34-54 0,-18 17 0,18-20 0,0 1 0,-12 16 0,21-26 0,1-1 0,-1 1 0,1-1 0,-1 1 0,1 0 0,0-1 0,-1 1 0,1 0 0,0-1 0,-1 1 0,1 0 0,0 0 0,0-1 0,0 1 0,0 0 0,0 0 0,0 0 0,0-1 0,0 1 0,0 0 0,0 0 0,0-1 0,0 1 0,0 0 0,1 0 0,-1-1 0,0 1 0,1 0 0,-1 0 0,0-1 0,1 1 0,-1-1 0,1 1 0,-1 0 0,1-1 0,-1 1 0,1-1 0,-1 1 0,1-1 0,0 1 0,-1-1 0,1 0 0,0 1 0,-1-1 0,1 0 0,0 1 0,1-1 0,5 2 0,1 0 0,-1 0 0,1-1 0,8 1 0,-4-1 0,21 2 0,1-1 0,61-4 0,-66-3-1365,-17 2-5461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27.6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204 136 24575,'2'-10'0,"0"0"0,-1 0 0,0 0 0,0 0 0,-2-17 0,1 25 0,-1-1 0,1 0 0,-1 1 0,0-1 0,0 1 0,0 0 0,0-1 0,0 1 0,0 0 0,0-1 0,-1 1 0,1 0 0,-1 0 0,0 0 0,0 0 0,1 0 0,-1 1 0,0-1 0,-1 1 0,1-1 0,0 1 0,0 0 0,-1-1 0,1 1 0,0 0 0,-1 1 0,-2-2 0,-1 1 0,-1-1 0,0 1 0,1 1 0,-1-1 0,1 1 0,-1 0 0,0 0 0,1 1 0,-1 0 0,1 0 0,-1 1 0,1 0 0,-10 4 0,12-4 0,0 0 0,0 0 0,0 0 0,1 0 0,-1 1 0,1 0 0,0 0 0,0 0 0,0 0 0,0 0 0,0 1 0,1-1 0,0 1 0,-1 0 0,1-1 0,0 1 0,1 0 0,-1 0 0,1 1 0,0-1 0,-1 6 0,1-5 0,0 0 0,1 0 0,-1 0 0,1 0 0,1 0 0,-1 0 0,0-1 0,1 1 0,0 0 0,1 0 0,-1-1 0,1 1 0,-1 0 0,1-1 0,1 0 0,-1 1 0,1-1 0,-1 0 0,1 0 0,0 0 0,1-1 0,-1 1 0,1-1 0,5 4 0,62 62 0,-41-38 0,40 31 0,-61-56 0,-1 1 0,0 0 0,-1 0 0,0 0 0,0 1 0,-1 0 0,1 1 0,-2-1 0,6 11 0,-10-18-3,-1 1-1,1-1 1,-1 1-1,1-1 1,-1 0-1,1 1 1,-1-1-1,0 1 1,0-1-1,0 1 1,0-1-1,0 1 1,0-1-1,0 1 1,0-1-1,-1 1 1,1-1-1,-1 1 1,1-1-1,-1 1 1,1-1-1,-2 2 1,1-1 17,-1-1 0,0 1 1,1-1-1,-1 1 0,0-1 1,0 1-1,0-1 0,0 0 1,0 0-1,0 0 0,0 0 0,0 0 1,-3 0-1,-5 1-311,-1 0 0,1-1 0,-1 0 0,-20 0 0,18-2-6529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28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223 0 24575,'-93'4'0,"81"-3"0,-1 1 0,0 0 0,1 1 0,0 1 0,-15 5 0,25-7 0,-1-1 0,0 1 0,1-1 0,-1 1 0,1 0 0,0 0 0,-1 0 0,1 1 0,0-1 0,1 1 0,-1-1 0,0 1 0,0-1 0,1 1 0,0 0 0,0 0 0,-1-1 0,1 1 0,1 0 0,-1 0 0,0 6 0,0-1 0,1 0 0,-1-1 0,2 1 0,-1 0 0,1 0 0,0-1 0,4 13 0,-3-16 0,0 0 0,0 0 0,0 0 0,0-1 0,1 1 0,-1-1 0,1 0 0,0 0 0,0 0 0,0 0 0,1 0 0,-1 0 0,0-1 0,1 0 0,0 0 0,4 2 0,0 0 0,0-1 0,0 0 0,0 0 0,0-1 0,0 0 0,0 0 0,12 0 0,-11-1-151,0-1-1,0 0 0,1-1 0,-1 0 1,0 0-1,0-1 0,0 0 1,16-6-1,-15 3-6674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28.8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165 31 24575,'-27'0'0,"-38"1"0,58-1 0,-1 1 0,1 0 0,-1 1 0,1 0 0,0 0 0,-9 4 0,16-6 0,-1 0 0,0 1 0,0-1 0,1 0 0,-1 1 0,0-1 0,1 0 0,-1 1 0,1-1 0,-1 1 0,0-1 0,1 1 0,-1-1 0,1 1 0,-1-1 0,1 1 0,0 0 0,-1-1 0,1 1 0,0 0 0,-1-1 0,1 2 0,0-1 0,0-1 0,0 1 0,0 0 0,1-1 0,-1 1 0,0-1 0,0 1 0,1-1 0,-1 1 0,1-1 0,-1 1 0,0-1 0,1 1 0,-1-1 0,1 0 0,-1 1 0,1-1 0,-1 0 0,1 1 0,0-1 0,5 3 0,0 0 0,0-1 0,11 3 0,4-1 0,1-1 0,0-1 0,1 0 0,-1-2 0,30-3 0,-50 3 0,-1 0 0,1 0 0,0-1 0,0 1 0,-1 0 0,1-1 0,-1 1 0,1-1 0,0 1 0,-1-1 0,1 0 0,-1 0 0,1 0 0,-1 0 0,0 0 0,1 0 0,-1 0 0,0 0 0,0 0 0,2-3 0,-2 3 0,-1 0 0,0 0 0,0-1 0,0 1 0,1 0 0,-1 0 0,0-1 0,0 1 0,-1 0 0,1 0 0,0 0 0,0-1 0,-1 1 0,1 0 0,0 0 0,-1 0 0,1 0 0,-1 0 0,0 0 0,1 0 0,-1 0 0,0 0 0,0 0 0,1 0 0,-1 0 0,0 0 0,0 0 0,0 1 0,-2-2 0,-3-3-91,0 1 0,-1 0 0,1 0 0,-1 0 0,0 1 0,0 0 0,-1 1 0,1-1 0,-1 1 0,1 1 0,-1-1 0,1 1 0,-1 1 0,-12-1 0,7 2-6735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29.2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28 24575,'-3'-2'0,"-34"-17"0,34 18 0,0 0 0,-1 0 0,1 0 0,-1 0 0,1 0 0,0 1 0,-1-1 0,1 1 0,-5 0 0,7 0 0,1 0 0,-1 1 0,1-1 0,-1 0 0,1 0 0,-1 0 0,0 0 0,1 0 0,-1 1 0,1-1 0,-1 0 0,1 0 0,0 1 0,-1-1 0,1 0 0,-1 1 0,1-1 0,-1 0 0,1 1 0,0-1 0,-1 1 0,1-1 0,0 0 0,0 1 0,-1-1 0,1 1 0,0-1 0,0 1 0,-1-1 0,1 1 0,0-1 0,0 1 0,0 0 0,0-1 0,0 1 0,0-1 0,0 1 0,0-1 0,0 1 0,0-1 0,0 1 0,0-1 0,1 1 0,-1-1 0,0 1 0,1 0 0,0 3 0,1 0 0,0 1 0,0-1 0,3 4 0,4 5 0,1-1 0,0 0 0,0-1 0,23 19 0,55 35 0,-10-9 0,-77-54 0,1-1 0,-1 0 0,1 1 0,-1 0 0,1-1 0,-1 1 0,0 0 0,0-1 0,0 1 0,0 0 0,2 3 0,-3-4 0,0 0 0,0-1 0,0 1 0,0 0 0,0 0 0,0-1 0,0 1 0,0 0 0,-1-1 0,1 1 0,0 0 0,0-1 0,-1 1 0,1 0 0,0-1 0,-1 1 0,1 0 0,0-1 0,-1 1 0,1-1 0,-1 1 0,1-1 0,-1 1 0,1-1 0,-1 1 0,1-1 0,-1 0 0,0 1 0,1-1 0,-1 0 0,0 1 0,1-1 0,-1 0 0,0 0 0,1 1 0,-1-1 0,0 0 0,0 0 0,-14 2 0,0 0 0,0 0 0,-1-2 0,-29-2 0,7 0 0,-54 2-1365,79 0-5461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29.9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0 24575,'-4'0'0,"1"0"0,-1 1 0,0-1 0,0 1 0,1 0 0,-1 0 0,1 0 0,-1 1 0,1-1 0,-1 1 0,1 0 0,0 0 0,0 0 0,0 0 0,0 0 0,0 1 0,0 0 0,1-1 0,-1 1 0,1 0 0,0 0 0,-1 0 0,2 0 0,-1 1 0,0-1 0,-2 8 0,-2 6 0,1 1 0,1 0 0,0 0 0,-1 23 0,3-25 0,0 5 0,1 0 0,1 0 0,1 0 0,1 0 0,0 0 0,2-1 0,0 1 0,2-1 0,0 0 0,1 0 0,1-1 0,1 0 0,0 0 0,2-1 0,0 0 0,20 24 0,-23-34-105,-1 0 0,1 0 0,0-1 0,1 0 0,0 0 0,0-1 0,1 0 0,-1 0 0,1-1 0,0-1 0,1 0 0,12 4 0,-10-6-6721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30.4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35 24575,'6'-4'0,"-1"0"0,0 0 0,1 0 0,0 1 0,0 0 0,0 0 0,0 0 0,11-2 0,-14 4 0,1 1 0,-1-1 0,1 1 0,0 0 0,-1 0 0,1 0 0,-1 1 0,1-1 0,-1 1 0,1 0 0,-1 0 0,0 0 0,1 1 0,-1-1 0,0 1 0,0-1 0,0 1 0,3 3 0,6 4 0,0 2 0,-1 0 0,0 0 0,0 1 0,-1 0 0,12 21 0,43 88 0,-39-71 0,-22-43 0,-1 0 0,0 0 0,0 1 0,0-1 0,2 13 0,-5-19 0,0 1 0,1 0 0,-1-1 0,0 1 0,0 0 0,0-1 0,-1 1 0,1 0 0,0-1 0,-1 1 0,1 0 0,-1-1 0,1 1 0,-1-1 0,0 1 0,0-1 0,1 1 0,-1-1 0,0 1 0,0-1 0,-1 0 0,1 0 0,0 1 0,0-1 0,-1 0 0,1 0 0,0 0 0,-1-1 0,1 1 0,-1 0 0,-2 1 0,-1-1 0,0 1 0,1-1 0,-1-1 0,0 1 0,0 0 0,0-1 0,0 0 0,0 0 0,0-1 0,0 1 0,0-1 0,0 0 0,0-1 0,-5-1 0,-10-5 0,1 0 0,-19-12 0,24 13 0,-22-13 0,1-2 0,-43-34 0,72 51 10,1 0 0,0 0 0,0-1 0,1 0 0,-1 1 0,1-1 0,0-1 0,1 1 0,0 0 0,0-1 0,-4-11 0,6 15-75,0-1 1,0 0-1,1 1 1,-1-1-1,1 0 1,0 0-1,0 0 0,0 0 1,0 0-1,0 1 1,1-1-1,0 0 1,0 0-1,0 1 0,0-1 1,1 0-1,-1 1 1,1-1-1,0 1 1,0 0-1,0 0 1,6-6-1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30.7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170 1 24575,'-27'2'0,"-11"2"0,-2 1 0,4 1 0,7-1-8191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31.2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24575,'39'17'0,"-2"3"0,-1 1 0,0 1 0,-2 2 0,-1 2 0,36 34 0,-55-45 0,-1 0 0,0 0 0,-1 2 0,-1-1 0,-1 2 0,12 24 0,-16-28 0,-1 0 0,-1 0 0,0 0 0,-1 0 0,-1 1 0,0-1 0,-1 1 0,0 0 0,-3 24 0,1-30-91,0 0 0,-1 1 0,0-1 0,0 0 0,-1 0 0,-1-1 0,1 1 0,-1-1 0,-1 1 0,1-1 0,-2 0 0,1-1 0,-1 1 0,-11 10 0,2-3-6735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32.4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 24575,'2'-2'0,"0"1"0,1-1 0,0 0 0,-1 1 0,1 0 0,0 0 0,0 0 0,0 0 0,-1 0 0,1 1 0,0-1 0,5 0 0,37 1 0,-38 1 0,-1 0 0,0 0 0,1 1 0,-1-1 0,0 1 0,0 1 0,0-1 0,0 1 0,0 0 0,-1 0 0,1 1 0,-1 0 0,0 0 0,0 0 0,0 0 0,-1 1 0,1 0 0,-1 0 0,0 0 0,-1 0 0,1 1 0,-1-1 0,0 1 0,-1 0 0,1 0 0,-1 0 0,2 10 0,-2-8 0,0-1 0,-1 1 0,0-1 0,-1 1 0,0-1 0,0 1 0,0-1 0,-3 15 0,-1-10 0,1 1 0,-2-1 0,0 0 0,-8 16 0,8-19 0,0 2 0,0-1 0,1 0 0,1 1 0,-4 18 0,6-27 0,1 1 0,0 0 0,0 0 0,0-1 0,0 1 0,0 0 0,1 0 0,-1-1 0,1 1 0,-1 0 0,1-1 0,2 4 0,-2-4 0,0 0 0,0-1 0,1 1 0,-1 0 0,1-1 0,-1 1 0,1-1 0,0 0 0,-1 1 0,1-1 0,0 0 0,0 0 0,0 0 0,0 0 0,0-1 0,0 1 0,0-1 0,2 1 0,5 1-114,1-1 1,-1 0-1,0 0 0,0-1 0,1-1 1,-1 1-1,0-2 0,0 1 0,0-1 1,0 0-1,17-8 0,-16 5-6712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32.6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292 16 24575,'-27'-3'0,"-11"0"0,-5 0 0,4 0 0,5 1 0,6 1 0,5 1 0,5-1 0,2 1 0,2 1 0,3-1-8191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301 16 24575,'-27'-3'0,"-13"0"0,-4 0 0,5 0 0,3 2 0,6-1 0,5 2 0,2 0 0,2 2 0,6 1-8191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33.2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24575,'2'25'0,"4"12"0,0 4 0,0-2 0,-2-4 0,-1-6 0,-1-5 0,-2-5 0,1-5-8191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34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24575,'3'27'0,"3"12"0,0 1 0,2-2 0,0-3 0,-2-7 0,0-5 0,0-4 0,-1-2 0,0-3 0,0 0 0,-1-1 0,-1-2-8191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34.8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348 15 24575,'-30'-2'0,"-14"-2"0,-2 1 0,2 1 0,5 0 0,8 1 0,6 0 0,5 1 0,3 0 0,3 0 0,1 3 0,-1 0 0,4 0-8191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35.6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114 176 24575,'69'-76'0,"-67"75"0,-1-1 0,1 1 0,-1-1 0,0 1 0,0-1 0,1 0 0,-1 1 0,0-1 0,0 0 0,-1 0 0,1 0 0,0 0 0,-1 0 0,1 0 0,-1 0 0,1 0 0,-1 0 0,0 0 0,0 0 0,0 0 0,0 0 0,0 0 0,-1 0 0,1 0 0,0 0 0,-1 0 0,0 0 0,1 0 0,-1 0 0,0 0 0,0 1 0,-2-4 0,0 2 0,1 0 0,-1 0 0,0 0 0,0 1 0,0-1 0,0 1 0,0 0 0,-1 0 0,1 0 0,-1 1 0,1-1 0,-1 1 0,0-1 0,1 1 0,-1 0 0,-6 0 0,4 0 0,1 1 0,-1 0 0,1 0 0,-1 0 0,1 0 0,-1 1 0,1 0 0,-1 0 0,1 1 0,-7 2 0,8-2 0,1 0 0,0 0 0,0 0 0,0 1 0,0-1 0,0 1 0,0 0 0,1 0 0,-1-1 0,1 2 0,0-1 0,0 0 0,0 0 0,0 1 0,-2 5 0,0 0 0,1-1 0,1 1 0,-1-1 0,1 1 0,1 0 0,-2 10 0,3-16 0,0 1 0,1-1 0,-1 0 0,0 1 0,1-1 0,0 0 0,0 0 0,0 0 0,0 0 0,0 0 0,1 0 0,-1 0 0,1 0 0,0 0 0,0-1 0,0 1 0,0-1 0,0 1 0,1-1 0,2 3 0,32 27 0,37 42 0,-28-25 0,-36-40 0,-1 1 0,-1 1 0,0 0 0,0 0 0,-1 1 0,-1-1 0,0 1 0,0 1 0,-1-1 0,4 20 0,-8-29 0,0 0 0,-1-1 0,1 1 0,-1 0 0,0-1 0,0 1 0,0 0 0,0 0 0,-1-1 0,1 1 0,-1 0 0,1-1 0,-1 1 0,0-1 0,0 1 0,0-1 0,0 1 0,-1-1 0,1 0 0,-1 1 0,1-1 0,-1 0 0,-3 3 0,1-2 0,1 0 0,-1-1 0,0 0 0,0 0 0,0 0 0,0 0 0,0-1 0,0 1 0,0-1 0,-1 0 0,1 0 0,0-1 0,-9 1 0,5-1-341,1 0 0,-1 0-1,-12-3 1,7 0-6485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36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 24575,'31'-5'0,"34"-1"0,-54 6 0,0 0 0,0 0 0,0 1 0,-1 1 0,1 0 0,18 6 0,-25-7 0,3 2 0,0-1 0,0 1 0,0 1 0,-1-1 0,8 5 0,-13-7 0,1 1 0,-1-1 0,0 0 0,1 1 0,-1-1 0,0 1 0,0 0 0,1-1 0,-1 1 0,-1 0 0,1-1 0,0 1 0,0 0 0,-1 0 0,1 0 0,-1 0 0,1 0 0,-1 0 0,0 0 0,0 0 0,0 0 0,0 0 0,0 0 0,-1 2 0,0 0 0,0 1 0,0-1 0,0 0 0,-1 0 0,1 0 0,-1 0 0,0 0 0,-1-1 0,-2 5 0,-26 27 0,26-31 0,0 1 0,0 0 0,0 0 0,1 0 0,0 1 0,0-1 0,1 1 0,-1 0 0,1 0 0,-2 7 0,4-11 0,1-1 0,0 1 0,-1-1 0,1 1 0,0-1 0,0 1 0,0-1 0,0 0 0,0 1 0,0-1 0,1 1 0,-1-1 0,0 1 0,1-1 0,-1 0 0,1 1 0,-1-1 0,1 0 0,1 3 0,0-2 0,0 0 0,0-1 0,-1 1 0,1 0 0,0-1 0,1 0 0,-1 1 0,0-1 0,0 0 0,5 2 0,2-1 0,1 1 0,-1-2 0,1 1 0,18 0 0,-9-2-118,-1 1-194,0-1 0,0 0 1,25-5-1,-30 2-6514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36.8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69 24575,'7'-5'0,"11"-6"0,0 0 0,0 1 0,37-13 0,-50 21 0,-1 0 0,1 1 0,0 0 0,-1 0 0,1 0 0,0 1 0,0 0 0,0 0 0,0 0 0,0 0 0,-1 1 0,1 0 0,0 0 0,0 0 0,-1 0 0,1 1 0,-1 0 0,1 0 0,-1 0 0,0 0 0,0 1 0,6 4 0,-7-4 0,0 0 0,0 0 0,-1 0 0,1 1 0,-1-1 0,0 1 0,0 0 0,0-1 0,0 1 0,-1 0 0,0 0 0,1 0 0,-1 0 0,-1 0 0,1 0 0,0 8 0,-1-6 0,0 0 0,-1 0 0,1 0 0,-1 0 0,0 0 0,-1 0 0,0 0 0,0 0 0,0 0 0,-5 8 0,-5 7 0,-17 41 0,26-54 0,0 0 0,1 1 0,0-1 0,1 1 0,-1-1 0,2 1 0,-1 0 0,2 13 0,0-19 0,-1 0 0,1 0 0,0 0 0,0 1 0,0-2 0,1 1 0,-1 0 0,1 0 0,0 0 0,-1-1 0,1 1 0,0-1 0,1 1 0,-1-1 0,0 0 0,1 0 0,-1 0 0,1 0 0,0 0 0,-1 0 0,1-1 0,0 0 0,6 3 0,0-1 0,0 0 0,1-1 0,-1 0 0,1 0 0,0-1 0,15 0 0,-16-1-103,7 0 221,22-3 0,-34 3-268,0-1 0,1 0 1,-1 0-1,0 0 0,0-1 0,0 0 0,0 1 1,0-2-1,6-3 0,0-3-6676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37.1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344 70 24575,'-27'-13'0,"-11"-3"0,-2 0 0,1 4 0,5 3 0,3 6 0,4 3 0,3 5 0,-1 0 0,2 3 0,3 0 0,4-2-8191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37.7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0 24575,'-10'0'0,"-5"0"0,-1 3 0,0 0 0,1 3 0,0-1 0,0 3 0,0-1 0,1-2 0,-3-1 0,-1-2 0,1 0 0,0-2 0,3 0-8191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38.3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33 24575,'12'-3'0,"9"-4"0,1 1 0,0 0 0,0 2 0,38-3 0,-58 7 0,0 0 0,1 1 0,-1-1 0,0 0 0,1 1 0,-1-1 0,0 1 0,1-1 0,-1 1 0,0 0 0,0 0 0,0 0 0,0 1 0,0-1 0,0 0 0,0 1 0,2 2 0,-3-3 0,0 0 0,0 1 0,0-1 0,0 1 0,0 0 0,-1-1 0,1 1 0,0 0 0,-1-1 0,0 1 0,1 0 0,-1 0 0,0-1 0,0 1 0,0 0 0,0 0 0,0 0 0,0-1 0,-1 1 0,1 0 0,-1 0 0,1-1 0,-2 3 0,0 2 0,-1 0 0,0 0 0,0-1 0,-1 1 0,0-1 0,0 0 0,0 0 0,-8 7 0,-6 3 0,-21 14 0,-9 9 0,47-38 0,0 0 0,1 1 0,-1-1 0,1 1 0,-1-1 0,1 1 0,-1-1 0,1 1 0,-1-1 0,1 1 0,0-1 0,-1 1 0,1-1 0,0 1 0,-1 0 0,1-1 0,0 1 0,0 0 0,0-1 0,0 1 0,-1 0 0,1-1 0,0 1 0,0 0 0,0 0 0,1 0 0,-1 0 0,1-1 0,-1 1 0,1-1 0,0 1 0,-1-1 0,1 1 0,-1-1 0,1 1 0,0-1 0,-1 0 0,1 1 0,0-1 0,0 0 0,-1 0 0,1 1 0,0-1 0,1 0 0,7 1 0,-1 0 0,18-1 0,-22 0 0,20 1 0,29 5 0,8 0 0,-25-2-1365,-21-1-5461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41.1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9322 144 24575,'0'-1'0,"-1"1"0,1 0 0,0-1 0,-1 1 0,1 0 0,0 0 0,-1-1 0,1 1 0,-1 0 0,1 0 0,0 0 0,-1-1 0,1 1 0,-1 0 0,1 0 0,-1 0 0,1 0 0,-1 0 0,1 0 0,-1 0 0,1 0 0,0 0 0,-1 0 0,1 0 0,-1 0 0,1 0 0,-1 1 0,1-1 0,-1 0 0,1 0 0,-1 1 0,-19 5 0,18-5 0,-10 2 0,-1 0 0,1-1 0,-24 2 0,-2-1 0,-35 4 0,-130-4 0,108-5 0,42 3 0,-25-1 0,-79-9 0,82 3 0,-104 5 0,84 2 0,75-1 0,-11 1 0,1-2 0,-49-8 0,46 5 0,0 1 0,0 2 0,-35 2 0,6 1 0,15-2 0,-72-9 0,86 5 0,-41 2 0,44 1 0,-58-7 0,61 3 0,0 0 0,-1 0 0,-40 0 0,36 3 0,-60-11 0,59 7 0,-55-2 0,-251 8 0,152 0 0,165-1 0,-30-5 0,30 3 0,-29-2 0,32 4 0,-26-5 0,26 3 0,-27-1 0,-315 5 0,225 7 0,66-1 0,7-1 0,-43 2 0,83-7 0,-31 5 0,31-2 0,-27-1 0,40-3 0,-16 0 0,-1 1 0,-35 7 0,29-4 0,0-1 0,0-2 0,-34-2 0,6-1 0,-12 2 0,-109-14 0,-418-53 0,383 52 0,185 13 0,-1 0 0,-1 3 0,1 1 0,-56 10 0,-13 10 0,-153 27 0,218-44 0,7-1 0,-47 2 0,-153-15 0,126-3 0,-110-9 0,123 15 0,-111-5 0,165 13 0,-71 14 0,52-7 0,-217 23 0,188-26 0,-65 2 0,109-8 0,-27 0 0,-80 8 0,94-3 0,-78-4 0,1 0 0,62 5 0,-16 2 0,11-1 0,49-3 0,-28 0 0,-88 4 0,116-5 0,-1-1 0,1-1 0,-1-1 0,1-2 0,-34-5 0,35 3 0,-25 0 0,-21-3 0,50 4 24,0 0 0,0 2 0,0 0 0,-27 3 0,36-1-189,-1 0 0,0 1 0,1 1 0,-1 0 0,1 1 0,0 0 0,0 0 0,-17 11 0,17-8-6661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4:43.0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140 241 24575,'-13'-15'0,"13"15"0,-1 0 0,1 0 0,0 0 0,0-1 0,-1 1 0,1 0 0,0 0 0,-1 0 0,1 0 0,0 0 0,-1 0 0,1 0 0,0 0 0,-1 0 0,1 0 0,0 0 0,-1 0 0,1 0 0,0 0 0,-1 0 0,1 0 0,0 0 0,-1 0 0,1 0 0,0 0 0,-1 1 0,1-1 0,0 0 0,-1 0 0,1 0 0,0 1 0,0-1 0,-1 0 0,1 0 0,0 1 0,0-1 0,0 0 0,-1 0 0,1 1 0,0-1 0,0 0 0,0 1 0,0-1 0,0 0 0,-1 1 0,1-1 0,0 0 0,0 1 0,0-1 0,0 0 0,0 1 0,0-1 0,0 1 0,-1 4 0,1 1 0,-1 0 0,1 0 0,0 0 0,0-1 0,1 1 0,0 0 0,0 0 0,3 10 0,3 2 0,12 29 0,44 63 0,-55-98 0,5 3 0,-13-15 0,0 0 0,0 0 0,0 0 0,1 1 0,-1-1 0,0 0 0,0 0 0,0 0 0,0 0 0,0 0 0,0 0 0,0 0 0,0 0 0,1 0 0,-1 0 0,0 0 0,0 0 0,0 0 0,0 0 0,0 0 0,0 0 0,0 0 0,0 0 0,1 0 0,-1 0 0,0 0 0,0 0 0,0 0 0,0 0 0,0 0 0,0 0 0,0 0 0,0 0 0,1 0 0,-1 0 0,0 0 0,0-1 0,0 1 0,0 0 0,0 0 0,0 0 0,0 0 0,0 0 0,0 0 0,0-11 0,-9-25 0,-27-66 0,-25-30 0,37 80 0,-9-19 0,50 126 0,27 51 0,30 77 0,-73-181 0,5 15 0,-6-17 0,1 1 0,-1-1 0,0 1 0,0 0 0,1-1 0,-1 1 0,0-1 0,1 1 0,-1-1 0,1 1 0,-1-1 0,0 0 0,1 1 0,-1-1 0,1 1 0,-1-1 0,1 0 0,0 1 0,-1-1 0,1 0 0,0 1 0,-1-2 0,1 1 0,-1 0 0,0-1 0,1 1 0,-1 0 0,0-1 0,1 1 0,-1 0 0,0-1 0,1 1 0,-1-1 0,0 1 0,0-1 0,0 1 0,1 0 0,-1-1 0,0 1 0,0-1 0,0 1 0,0-1 0,0 1 0,0-1 0,0 1 0,0-1 0,0 1 0,0-1 0,0 0 0,-2-16 0,2 16 0,-3-16 0,0-1 0,-2 1 0,-11-30 0,-29-49 0,18 40 0,9 19 0,-2 0 0,-42-59 0,44 77 0,18 19 0,-1 0 0,1 0 0,0 0 0,0 0 0,0-1 0,0 1 0,-1 0 0,1 0 0,0 0 0,0 0 0,-1 0 0,1 0 0,0 0 0,0-1 0,0 1 0,-1 0 0,1 0 0,0 0 0,0 0 0,-1 0 0,1 0 0,0 0 0,0 0 0,-1 0 0,1 0 0,0 0 0,0 0 0,-1 1 0,1-1 0,0 1 0,0 0 0,0 0 0,0-1 0,0 1 0,0 0 0,0-1 0,0 1 0,0 0 0,0-1 0,0 1 0,1 0 0,-1 0 0,0-1 0,1 2 0,17 43 0,37 67 0,34 38 0,-66-114 0,-10-15-119,71 111-1127,-70-113-5580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5:54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24575,'167'6'0,"-141"-3"0,0 1 0,0 1 0,-1 2 0,33 11 0,-55-17 0,1 1 0,-1-1 0,0 1 0,0 0 0,0-1 0,0 1 0,0 1 0,0-1 0,-1 0 0,1 1 0,2 3 0,-4-4 0,1 0 0,-1 0 0,-1 0 0,1 0 0,0 0 0,0 0 0,-1 0 0,1 0 0,-1 0 0,0 1 0,1-1 0,-1 0 0,0 0 0,0 0 0,-1 1 0,1-1 0,0 0 0,-1 0 0,0 3 0,-5 9 0,0 1 0,-1-1 0,0 0 0,-1 0 0,-1-1 0,-15 18 0,10-12 0,-22 36 0,28-40 0,-13 27 0,19-39 0,1 0 0,0 0 0,0 0 0,1-1 0,-1 1 0,1 0 0,-1 0 0,1 0 0,0 0 0,0 0 0,1 6 0,-1-8 0,1 0 0,-1 0 0,1 0 0,-1 0 0,1 0 0,-1 0 0,1 0 0,0 0 0,0 0 0,-1-1 0,1 1 0,0 0 0,0 0 0,0-1 0,0 1 0,0-1 0,0 1 0,0-1 0,0 1 0,0-1 0,0 0 0,0 1 0,0-1 0,0 0 0,1 0 0,-1 0 0,0 0 0,1 0 0,5 0 0,0 0 0,0 0 0,9-3 0,-13 3 0,196-29 0,-179 26-83,-1 1-558,22-6 0,-28 3-6185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5:54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24575,'29'0'0,"15"0"0,3 0 0,-5 0 0,-7 0 0,-7 0 0,-5 0 0,-5 0 0,-5 0-8191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5:55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24575,'34'87'0,"-4"2"0,28 143 0,-49-194 0,-5-24 0,-1-1 0,-1 1 0,2 21 0,-4-34-44,0 0 0,0 1 0,0-1 0,0 1 0,0-1 0,-1 1 0,1-1 0,0 1 0,-1-1 0,1 1 0,-1-1 0,1 0 0,-1 1 0,0-1 0,1 0 0,-1 0 0,0 1 0,0-1-1,0 0 1,0 0 0,0 0 0,0 0 0,0 0 0,-1 0 0,1-1 0,0 1 0,0 0 0,-1 0 0,1-1 0,-2 1 0,-5-1-6782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5:55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1242 1 24575,'-8'1'0,"0"0"0,0 1 0,1 0 0,-1 0 0,1 0 0,-1 1 0,1 1 0,-12 6 0,9-4 0,0-1 0,-1-1 0,-15 5 0,-1-4 0,-1-2 0,0-1 0,0-1 0,-32-3 0,2 0 0,-41 1 0,-195 2 0,-38 34 0,290-29 0,-64 11 0,103-17-1365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5:55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24575,'-9'32'0,"2"0"0,-6 63 0,12-82 0,1 1 0,0 0 0,1 0 0,1-1 0,0 1 0,1 0 0,1-1 0,0 0 0,10 22 0,33 45 0,-34-61 0,0 1 0,-2 1 0,13 30 0,-23-47-80,1 0 0,-1-1-1,0 1 1,0 0 0,-1 0-1,1 0 1,-1 0 0,0 0-1,0 0 1,0 0 0,0 0 0,-1 0-1,0 0 1,1 0 0,-1 0-1,-2 3 1,-4 6-6746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6:45:56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1023 1 24575,'-3'0'0,"-1"1"0,0-1 0,1 1 0,-1 0 0,-4 2 0,-8 2 0,-20 2 0,-1-1 0,-45 0 0,-75-6 0,-22 1 0,175-1 0,-203 17 0,159-11 0,-1 3 0,-56 17 0,43-6-1365,47-16-5461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519672"/>
            <a:ext cx="11247120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DSP + ML • Oppenheim &amp; Schafer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9.xml"/><Relationship Id="rId21" Type="http://schemas.openxmlformats.org/officeDocument/2006/relationships/customXml" Target="../ink/ink10.xml"/><Relationship Id="rId63" Type="http://schemas.openxmlformats.org/officeDocument/2006/relationships/image" Target="../media/image32.png"/><Relationship Id="rId159" Type="http://schemas.openxmlformats.org/officeDocument/2006/relationships/customXml" Target="../ink/ink80.xml"/><Relationship Id="rId170" Type="http://schemas.openxmlformats.org/officeDocument/2006/relationships/image" Target="../media/image85.png"/><Relationship Id="rId226" Type="http://schemas.openxmlformats.org/officeDocument/2006/relationships/image" Target="../media/image113.png"/><Relationship Id="rId268" Type="http://schemas.openxmlformats.org/officeDocument/2006/relationships/image" Target="../media/image134.png"/><Relationship Id="rId32" Type="http://schemas.openxmlformats.org/officeDocument/2006/relationships/image" Target="../media/image17.png"/><Relationship Id="rId74" Type="http://schemas.openxmlformats.org/officeDocument/2006/relationships/customXml" Target="../ink/ink37.xml"/><Relationship Id="rId128" Type="http://schemas.openxmlformats.org/officeDocument/2006/relationships/image" Target="../media/image64.png"/><Relationship Id="rId5" Type="http://schemas.openxmlformats.org/officeDocument/2006/relationships/customXml" Target="../ink/ink2.xml"/><Relationship Id="rId181" Type="http://schemas.openxmlformats.org/officeDocument/2006/relationships/customXml" Target="../ink/ink91.xml"/><Relationship Id="rId237" Type="http://schemas.openxmlformats.org/officeDocument/2006/relationships/customXml" Target="../ink/ink119.xml"/><Relationship Id="rId279" Type="http://schemas.openxmlformats.org/officeDocument/2006/relationships/customXml" Target="../ink/ink140.xml"/><Relationship Id="rId43" Type="http://schemas.openxmlformats.org/officeDocument/2006/relationships/image" Target="../media/image22.png"/><Relationship Id="rId139" Type="http://schemas.openxmlformats.org/officeDocument/2006/relationships/customXml" Target="../ink/ink70.xml"/><Relationship Id="rId290" Type="http://schemas.openxmlformats.org/officeDocument/2006/relationships/image" Target="../media/image145.png"/><Relationship Id="rId85" Type="http://schemas.openxmlformats.org/officeDocument/2006/relationships/image" Target="../media/image43.png"/><Relationship Id="rId150" Type="http://schemas.openxmlformats.org/officeDocument/2006/relationships/image" Target="../media/image75.png"/><Relationship Id="rId192" Type="http://schemas.openxmlformats.org/officeDocument/2006/relationships/image" Target="../media/image96.png"/><Relationship Id="rId206" Type="http://schemas.openxmlformats.org/officeDocument/2006/relationships/image" Target="../media/image103.png"/><Relationship Id="rId248" Type="http://schemas.openxmlformats.org/officeDocument/2006/relationships/image" Target="../media/image124.png"/><Relationship Id="rId269" Type="http://schemas.openxmlformats.org/officeDocument/2006/relationships/customXml" Target="../ink/ink135.xml"/><Relationship Id="rId12" Type="http://schemas.openxmlformats.org/officeDocument/2006/relationships/image" Target="../media/image7.png"/><Relationship Id="rId33" Type="http://schemas.openxmlformats.org/officeDocument/2006/relationships/customXml" Target="../ink/ink16.xml"/><Relationship Id="rId108" Type="http://schemas.openxmlformats.org/officeDocument/2006/relationships/image" Target="../media/image54.png"/><Relationship Id="rId129" Type="http://schemas.openxmlformats.org/officeDocument/2006/relationships/customXml" Target="../ink/ink65.xml"/><Relationship Id="rId280" Type="http://schemas.openxmlformats.org/officeDocument/2006/relationships/image" Target="../media/image140.png"/><Relationship Id="rId54" Type="http://schemas.openxmlformats.org/officeDocument/2006/relationships/customXml" Target="../ink/ink27.xml"/><Relationship Id="rId75" Type="http://schemas.openxmlformats.org/officeDocument/2006/relationships/image" Target="../media/image38.png"/><Relationship Id="rId96" Type="http://schemas.openxmlformats.org/officeDocument/2006/relationships/customXml" Target="../ink/ink48.xml"/><Relationship Id="rId140" Type="http://schemas.openxmlformats.org/officeDocument/2006/relationships/image" Target="../media/image70.png"/><Relationship Id="rId161" Type="http://schemas.openxmlformats.org/officeDocument/2006/relationships/customXml" Target="../ink/ink81.xml"/><Relationship Id="rId182" Type="http://schemas.openxmlformats.org/officeDocument/2006/relationships/image" Target="../media/image91.png"/><Relationship Id="rId217" Type="http://schemas.openxmlformats.org/officeDocument/2006/relationships/customXml" Target="../ink/ink109.xml"/><Relationship Id="rId6" Type="http://schemas.openxmlformats.org/officeDocument/2006/relationships/image" Target="../media/image4.png"/><Relationship Id="rId238" Type="http://schemas.openxmlformats.org/officeDocument/2006/relationships/image" Target="../media/image119.png"/><Relationship Id="rId259" Type="http://schemas.openxmlformats.org/officeDocument/2006/relationships/customXml" Target="../ink/ink130.xml"/><Relationship Id="rId23" Type="http://schemas.openxmlformats.org/officeDocument/2006/relationships/customXml" Target="../ink/ink11.xml"/><Relationship Id="rId119" Type="http://schemas.openxmlformats.org/officeDocument/2006/relationships/customXml" Target="../ink/ink60.xml"/><Relationship Id="rId270" Type="http://schemas.openxmlformats.org/officeDocument/2006/relationships/image" Target="../media/image135.png"/><Relationship Id="rId44" Type="http://schemas.openxmlformats.org/officeDocument/2006/relationships/customXml" Target="../ink/ink22.xml"/><Relationship Id="rId65" Type="http://schemas.openxmlformats.org/officeDocument/2006/relationships/image" Target="../media/image33.png"/><Relationship Id="rId86" Type="http://schemas.openxmlformats.org/officeDocument/2006/relationships/customXml" Target="../ink/ink43.xml"/><Relationship Id="rId130" Type="http://schemas.openxmlformats.org/officeDocument/2006/relationships/image" Target="../media/image65.png"/><Relationship Id="rId151" Type="http://schemas.openxmlformats.org/officeDocument/2006/relationships/customXml" Target="../ink/ink76.xml"/><Relationship Id="rId172" Type="http://schemas.openxmlformats.org/officeDocument/2006/relationships/image" Target="../media/image86.png"/><Relationship Id="rId193" Type="http://schemas.openxmlformats.org/officeDocument/2006/relationships/customXml" Target="../ink/ink97.xml"/><Relationship Id="rId207" Type="http://schemas.openxmlformats.org/officeDocument/2006/relationships/customXml" Target="../ink/ink104.xml"/><Relationship Id="rId228" Type="http://schemas.openxmlformats.org/officeDocument/2006/relationships/image" Target="../media/image114.png"/><Relationship Id="rId249" Type="http://schemas.openxmlformats.org/officeDocument/2006/relationships/customXml" Target="../ink/ink125.xml"/><Relationship Id="rId13" Type="http://schemas.openxmlformats.org/officeDocument/2006/relationships/customXml" Target="../ink/ink6.xml"/><Relationship Id="rId109" Type="http://schemas.openxmlformats.org/officeDocument/2006/relationships/customXml" Target="../ink/ink55.xml"/><Relationship Id="rId260" Type="http://schemas.openxmlformats.org/officeDocument/2006/relationships/image" Target="../media/image130.png"/><Relationship Id="rId281" Type="http://schemas.openxmlformats.org/officeDocument/2006/relationships/customXml" Target="../ink/ink141.xml"/><Relationship Id="rId34" Type="http://schemas.openxmlformats.org/officeDocument/2006/relationships/image" Target="../media/image18.png"/><Relationship Id="rId55" Type="http://schemas.openxmlformats.org/officeDocument/2006/relationships/image" Target="../media/image28.png"/><Relationship Id="rId76" Type="http://schemas.openxmlformats.org/officeDocument/2006/relationships/customXml" Target="../ink/ink38.xml"/><Relationship Id="rId97" Type="http://schemas.openxmlformats.org/officeDocument/2006/relationships/image" Target="../media/image49.png"/><Relationship Id="rId120" Type="http://schemas.openxmlformats.org/officeDocument/2006/relationships/image" Target="../media/image60.png"/><Relationship Id="rId141" Type="http://schemas.openxmlformats.org/officeDocument/2006/relationships/customXml" Target="../ink/ink71.xml"/><Relationship Id="rId7" Type="http://schemas.openxmlformats.org/officeDocument/2006/relationships/customXml" Target="../ink/ink3.xml"/><Relationship Id="rId162" Type="http://schemas.openxmlformats.org/officeDocument/2006/relationships/image" Target="../media/image81.png"/><Relationship Id="rId183" Type="http://schemas.openxmlformats.org/officeDocument/2006/relationships/customXml" Target="../ink/ink92.xml"/><Relationship Id="rId218" Type="http://schemas.openxmlformats.org/officeDocument/2006/relationships/image" Target="../media/image109.png"/><Relationship Id="rId239" Type="http://schemas.openxmlformats.org/officeDocument/2006/relationships/customXml" Target="../ink/ink120.xml"/><Relationship Id="rId250" Type="http://schemas.openxmlformats.org/officeDocument/2006/relationships/image" Target="../media/image125.png"/><Relationship Id="rId271" Type="http://schemas.openxmlformats.org/officeDocument/2006/relationships/customXml" Target="../ink/ink136.xml"/><Relationship Id="rId24" Type="http://schemas.openxmlformats.org/officeDocument/2006/relationships/image" Target="../media/image13.png"/><Relationship Id="rId45" Type="http://schemas.openxmlformats.org/officeDocument/2006/relationships/image" Target="../media/image23.png"/><Relationship Id="rId66" Type="http://schemas.openxmlformats.org/officeDocument/2006/relationships/customXml" Target="../ink/ink33.xml"/><Relationship Id="rId87" Type="http://schemas.openxmlformats.org/officeDocument/2006/relationships/image" Target="../media/image44.png"/><Relationship Id="rId110" Type="http://schemas.openxmlformats.org/officeDocument/2006/relationships/image" Target="../media/image55.png"/><Relationship Id="rId131" Type="http://schemas.openxmlformats.org/officeDocument/2006/relationships/customXml" Target="../ink/ink66.xml"/><Relationship Id="rId152" Type="http://schemas.openxmlformats.org/officeDocument/2006/relationships/image" Target="../media/image76.png"/><Relationship Id="rId173" Type="http://schemas.openxmlformats.org/officeDocument/2006/relationships/customXml" Target="../ink/ink87.xml"/><Relationship Id="rId194" Type="http://schemas.openxmlformats.org/officeDocument/2006/relationships/image" Target="../media/image97.png"/><Relationship Id="rId208" Type="http://schemas.openxmlformats.org/officeDocument/2006/relationships/image" Target="../media/image104.png"/><Relationship Id="rId229" Type="http://schemas.openxmlformats.org/officeDocument/2006/relationships/customXml" Target="../ink/ink115.xml"/><Relationship Id="rId240" Type="http://schemas.openxmlformats.org/officeDocument/2006/relationships/image" Target="../media/image120.png"/><Relationship Id="rId261" Type="http://schemas.openxmlformats.org/officeDocument/2006/relationships/customXml" Target="../ink/ink131.xml"/><Relationship Id="rId14" Type="http://schemas.openxmlformats.org/officeDocument/2006/relationships/image" Target="../media/image8.png"/><Relationship Id="rId35" Type="http://schemas.openxmlformats.org/officeDocument/2006/relationships/customXml" Target="../ink/ink17.xml"/><Relationship Id="rId56" Type="http://schemas.openxmlformats.org/officeDocument/2006/relationships/customXml" Target="../ink/ink28.xml"/><Relationship Id="rId77" Type="http://schemas.openxmlformats.org/officeDocument/2006/relationships/image" Target="../media/image39.png"/><Relationship Id="rId100" Type="http://schemas.openxmlformats.org/officeDocument/2006/relationships/image" Target="../media/image50.png"/><Relationship Id="rId282" Type="http://schemas.openxmlformats.org/officeDocument/2006/relationships/image" Target="../media/image141.png"/><Relationship Id="rId8" Type="http://schemas.openxmlformats.org/officeDocument/2006/relationships/image" Target="../media/image5.png"/><Relationship Id="rId98" Type="http://schemas.openxmlformats.org/officeDocument/2006/relationships/customXml" Target="../ink/ink49.xml"/><Relationship Id="rId121" Type="http://schemas.openxmlformats.org/officeDocument/2006/relationships/customXml" Target="../ink/ink61.xml"/><Relationship Id="rId142" Type="http://schemas.openxmlformats.org/officeDocument/2006/relationships/image" Target="../media/image71.png"/><Relationship Id="rId163" Type="http://schemas.openxmlformats.org/officeDocument/2006/relationships/customXml" Target="../ink/ink82.xml"/><Relationship Id="rId184" Type="http://schemas.openxmlformats.org/officeDocument/2006/relationships/image" Target="../media/image92.png"/><Relationship Id="rId219" Type="http://schemas.openxmlformats.org/officeDocument/2006/relationships/customXml" Target="../ink/ink110.xml"/><Relationship Id="rId230" Type="http://schemas.openxmlformats.org/officeDocument/2006/relationships/image" Target="../media/image115.png"/><Relationship Id="rId251" Type="http://schemas.openxmlformats.org/officeDocument/2006/relationships/customXml" Target="../ink/ink126.xml"/><Relationship Id="rId25" Type="http://schemas.openxmlformats.org/officeDocument/2006/relationships/customXml" Target="../ink/ink12.xml"/><Relationship Id="rId46" Type="http://schemas.openxmlformats.org/officeDocument/2006/relationships/customXml" Target="../ink/ink23.xml"/><Relationship Id="rId67" Type="http://schemas.openxmlformats.org/officeDocument/2006/relationships/image" Target="../media/image34.png"/><Relationship Id="rId272" Type="http://schemas.openxmlformats.org/officeDocument/2006/relationships/image" Target="../media/image136.png"/><Relationship Id="rId88" Type="http://schemas.openxmlformats.org/officeDocument/2006/relationships/customXml" Target="../ink/ink44.xml"/><Relationship Id="rId111" Type="http://schemas.openxmlformats.org/officeDocument/2006/relationships/customXml" Target="../ink/ink56.xml"/><Relationship Id="rId132" Type="http://schemas.openxmlformats.org/officeDocument/2006/relationships/image" Target="../media/image66.png"/><Relationship Id="rId153" Type="http://schemas.openxmlformats.org/officeDocument/2006/relationships/customXml" Target="../ink/ink77.xml"/><Relationship Id="rId174" Type="http://schemas.openxmlformats.org/officeDocument/2006/relationships/image" Target="../media/image87.png"/><Relationship Id="rId195" Type="http://schemas.openxmlformats.org/officeDocument/2006/relationships/customXml" Target="../ink/ink98.xml"/><Relationship Id="rId209" Type="http://schemas.openxmlformats.org/officeDocument/2006/relationships/customXml" Target="../ink/ink105.xml"/><Relationship Id="rId220" Type="http://schemas.openxmlformats.org/officeDocument/2006/relationships/image" Target="../media/image110.png"/><Relationship Id="rId241" Type="http://schemas.openxmlformats.org/officeDocument/2006/relationships/customXml" Target="../ink/ink121.xml"/><Relationship Id="rId15" Type="http://schemas.openxmlformats.org/officeDocument/2006/relationships/customXml" Target="../ink/ink7.xml"/><Relationship Id="rId36" Type="http://schemas.openxmlformats.org/officeDocument/2006/relationships/image" Target="../media/image19.png"/><Relationship Id="rId57" Type="http://schemas.openxmlformats.org/officeDocument/2006/relationships/image" Target="../media/image29.png"/><Relationship Id="rId262" Type="http://schemas.openxmlformats.org/officeDocument/2006/relationships/image" Target="../media/image131.png"/><Relationship Id="rId283" Type="http://schemas.openxmlformats.org/officeDocument/2006/relationships/customXml" Target="../ink/ink142.xml"/><Relationship Id="rId78" Type="http://schemas.openxmlformats.org/officeDocument/2006/relationships/customXml" Target="../ink/ink39.xml"/><Relationship Id="rId99" Type="http://schemas.openxmlformats.org/officeDocument/2006/relationships/customXml" Target="../ink/ink50.xml"/><Relationship Id="rId101" Type="http://schemas.openxmlformats.org/officeDocument/2006/relationships/customXml" Target="../ink/ink51.xml"/><Relationship Id="rId122" Type="http://schemas.openxmlformats.org/officeDocument/2006/relationships/image" Target="../media/image61.png"/><Relationship Id="rId143" Type="http://schemas.openxmlformats.org/officeDocument/2006/relationships/customXml" Target="../ink/ink72.xml"/><Relationship Id="rId164" Type="http://schemas.openxmlformats.org/officeDocument/2006/relationships/image" Target="../media/image82.png"/><Relationship Id="rId185" Type="http://schemas.openxmlformats.org/officeDocument/2006/relationships/customXml" Target="../ink/ink93.xml"/><Relationship Id="rId9" Type="http://schemas.openxmlformats.org/officeDocument/2006/relationships/customXml" Target="../ink/ink4.xml"/><Relationship Id="rId210" Type="http://schemas.openxmlformats.org/officeDocument/2006/relationships/image" Target="../media/image105.png"/><Relationship Id="rId26" Type="http://schemas.openxmlformats.org/officeDocument/2006/relationships/image" Target="../media/image14.png"/><Relationship Id="rId231" Type="http://schemas.openxmlformats.org/officeDocument/2006/relationships/customXml" Target="../ink/ink116.xml"/><Relationship Id="rId252" Type="http://schemas.openxmlformats.org/officeDocument/2006/relationships/image" Target="../media/image126.png"/><Relationship Id="rId273" Type="http://schemas.openxmlformats.org/officeDocument/2006/relationships/customXml" Target="../ink/ink137.xml"/><Relationship Id="rId47" Type="http://schemas.openxmlformats.org/officeDocument/2006/relationships/image" Target="../media/image24.png"/><Relationship Id="rId68" Type="http://schemas.openxmlformats.org/officeDocument/2006/relationships/customXml" Target="../ink/ink34.xml"/><Relationship Id="rId89" Type="http://schemas.openxmlformats.org/officeDocument/2006/relationships/image" Target="../media/image45.png"/><Relationship Id="rId112" Type="http://schemas.openxmlformats.org/officeDocument/2006/relationships/image" Target="../media/image56.png"/><Relationship Id="rId133" Type="http://schemas.openxmlformats.org/officeDocument/2006/relationships/customXml" Target="../ink/ink67.xml"/><Relationship Id="rId154" Type="http://schemas.openxmlformats.org/officeDocument/2006/relationships/image" Target="../media/image77.png"/><Relationship Id="rId175" Type="http://schemas.openxmlformats.org/officeDocument/2006/relationships/customXml" Target="../ink/ink88.xml"/><Relationship Id="rId196" Type="http://schemas.openxmlformats.org/officeDocument/2006/relationships/image" Target="../media/image98.png"/><Relationship Id="rId200" Type="http://schemas.openxmlformats.org/officeDocument/2006/relationships/image" Target="../media/image100.png"/><Relationship Id="rId16" Type="http://schemas.openxmlformats.org/officeDocument/2006/relationships/image" Target="../media/image9.png"/><Relationship Id="rId221" Type="http://schemas.openxmlformats.org/officeDocument/2006/relationships/customXml" Target="../ink/ink111.xml"/><Relationship Id="rId242" Type="http://schemas.openxmlformats.org/officeDocument/2006/relationships/image" Target="../media/image121.png"/><Relationship Id="rId263" Type="http://schemas.openxmlformats.org/officeDocument/2006/relationships/customXml" Target="../ink/ink132.xml"/><Relationship Id="rId284" Type="http://schemas.openxmlformats.org/officeDocument/2006/relationships/image" Target="../media/image142.png"/><Relationship Id="rId37" Type="http://schemas.openxmlformats.org/officeDocument/2006/relationships/customXml" Target="../ink/ink18.xml"/><Relationship Id="rId58" Type="http://schemas.openxmlformats.org/officeDocument/2006/relationships/customXml" Target="../ink/ink29.xml"/><Relationship Id="rId79" Type="http://schemas.openxmlformats.org/officeDocument/2006/relationships/image" Target="../media/image40.png"/><Relationship Id="rId102" Type="http://schemas.openxmlformats.org/officeDocument/2006/relationships/image" Target="../media/image51.png"/><Relationship Id="rId123" Type="http://schemas.openxmlformats.org/officeDocument/2006/relationships/customXml" Target="../ink/ink62.xml"/><Relationship Id="rId144" Type="http://schemas.openxmlformats.org/officeDocument/2006/relationships/image" Target="../media/image72.png"/><Relationship Id="rId90" Type="http://schemas.openxmlformats.org/officeDocument/2006/relationships/customXml" Target="../ink/ink45.xml"/><Relationship Id="rId165" Type="http://schemas.openxmlformats.org/officeDocument/2006/relationships/customXml" Target="../ink/ink83.xml"/><Relationship Id="rId186" Type="http://schemas.openxmlformats.org/officeDocument/2006/relationships/image" Target="../media/image93.png"/><Relationship Id="rId211" Type="http://schemas.openxmlformats.org/officeDocument/2006/relationships/customXml" Target="../ink/ink106.xml"/><Relationship Id="rId232" Type="http://schemas.openxmlformats.org/officeDocument/2006/relationships/image" Target="../media/image116.png"/><Relationship Id="rId253" Type="http://schemas.openxmlformats.org/officeDocument/2006/relationships/customXml" Target="../ink/ink127.xml"/><Relationship Id="rId274" Type="http://schemas.openxmlformats.org/officeDocument/2006/relationships/image" Target="../media/image137.png"/><Relationship Id="rId27" Type="http://schemas.openxmlformats.org/officeDocument/2006/relationships/customXml" Target="../ink/ink13.xml"/><Relationship Id="rId48" Type="http://schemas.openxmlformats.org/officeDocument/2006/relationships/customXml" Target="../ink/ink24.xml"/><Relationship Id="rId69" Type="http://schemas.openxmlformats.org/officeDocument/2006/relationships/image" Target="../media/image35.png"/><Relationship Id="rId113" Type="http://schemas.openxmlformats.org/officeDocument/2006/relationships/customXml" Target="../ink/ink57.xml"/><Relationship Id="rId134" Type="http://schemas.openxmlformats.org/officeDocument/2006/relationships/image" Target="../media/image67.png"/><Relationship Id="rId80" Type="http://schemas.openxmlformats.org/officeDocument/2006/relationships/customXml" Target="../ink/ink40.xml"/><Relationship Id="rId155" Type="http://schemas.openxmlformats.org/officeDocument/2006/relationships/customXml" Target="../ink/ink78.xml"/><Relationship Id="rId176" Type="http://schemas.openxmlformats.org/officeDocument/2006/relationships/image" Target="../media/image88.png"/><Relationship Id="rId197" Type="http://schemas.openxmlformats.org/officeDocument/2006/relationships/customXml" Target="../ink/ink99.xml"/><Relationship Id="rId201" Type="http://schemas.openxmlformats.org/officeDocument/2006/relationships/customXml" Target="../ink/ink101.xml"/><Relationship Id="rId222" Type="http://schemas.openxmlformats.org/officeDocument/2006/relationships/image" Target="../media/image111.png"/><Relationship Id="rId243" Type="http://schemas.openxmlformats.org/officeDocument/2006/relationships/customXml" Target="../ink/ink122.xml"/><Relationship Id="rId264" Type="http://schemas.openxmlformats.org/officeDocument/2006/relationships/image" Target="../media/image132.png"/><Relationship Id="rId285" Type="http://schemas.openxmlformats.org/officeDocument/2006/relationships/customXml" Target="../ink/ink143.xml"/><Relationship Id="rId17" Type="http://schemas.openxmlformats.org/officeDocument/2006/relationships/customXml" Target="../ink/ink8.xml"/><Relationship Id="rId38" Type="http://schemas.openxmlformats.org/officeDocument/2006/relationships/image" Target="../media/image20.png"/><Relationship Id="rId59" Type="http://schemas.openxmlformats.org/officeDocument/2006/relationships/image" Target="../media/image30.png"/><Relationship Id="rId103" Type="http://schemas.openxmlformats.org/officeDocument/2006/relationships/customXml" Target="../ink/ink52.xml"/><Relationship Id="rId124" Type="http://schemas.openxmlformats.org/officeDocument/2006/relationships/image" Target="../media/image62.png"/><Relationship Id="rId70" Type="http://schemas.openxmlformats.org/officeDocument/2006/relationships/customXml" Target="../ink/ink35.xml"/><Relationship Id="rId91" Type="http://schemas.openxmlformats.org/officeDocument/2006/relationships/image" Target="../media/image46.png"/><Relationship Id="rId145" Type="http://schemas.openxmlformats.org/officeDocument/2006/relationships/customXml" Target="../ink/ink73.xml"/><Relationship Id="rId166" Type="http://schemas.openxmlformats.org/officeDocument/2006/relationships/image" Target="../media/image83.png"/><Relationship Id="rId187" Type="http://schemas.openxmlformats.org/officeDocument/2006/relationships/customXml" Target="../ink/ink94.xml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106.png"/><Relationship Id="rId233" Type="http://schemas.openxmlformats.org/officeDocument/2006/relationships/customXml" Target="../ink/ink117.xml"/><Relationship Id="rId254" Type="http://schemas.openxmlformats.org/officeDocument/2006/relationships/image" Target="../media/image127.png"/><Relationship Id="rId28" Type="http://schemas.openxmlformats.org/officeDocument/2006/relationships/image" Target="../media/image15.png"/><Relationship Id="rId49" Type="http://schemas.openxmlformats.org/officeDocument/2006/relationships/image" Target="../media/image25.png"/><Relationship Id="rId114" Type="http://schemas.openxmlformats.org/officeDocument/2006/relationships/image" Target="../media/image57.png"/><Relationship Id="rId275" Type="http://schemas.openxmlformats.org/officeDocument/2006/relationships/customXml" Target="../ink/ink138.xml"/><Relationship Id="rId60" Type="http://schemas.openxmlformats.org/officeDocument/2006/relationships/customXml" Target="../ink/ink30.xml"/><Relationship Id="rId81" Type="http://schemas.openxmlformats.org/officeDocument/2006/relationships/image" Target="../media/image41.png"/><Relationship Id="rId135" Type="http://schemas.openxmlformats.org/officeDocument/2006/relationships/customXml" Target="../ink/ink68.xml"/><Relationship Id="rId156" Type="http://schemas.openxmlformats.org/officeDocument/2006/relationships/image" Target="../media/image78.png"/><Relationship Id="rId177" Type="http://schemas.openxmlformats.org/officeDocument/2006/relationships/customXml" Target="../ink/ink89.xml"/><Relationship Id="rId198" Type="http://schemas.openxmlformats.org/officeDocument/2006/relationships/image" Target="../media/image99.png"/><Relationship Id="rId202" Type="http://schemas.openxmlformats.org/officeDocument/2006/relationships/image" Target="../media/image101.png"/><Relationship Id="rId223" Type="http://schemas.openxmlformats.org/officeDocument/2006/relationships/customXml" Target="../ink/ink112.xml"/><Relationship Id="rId244" Type="http://schemas.openxmlformats.org/officeDocument/2006/relationships/image" Target="../media/image122.png"/><Relationship Id="rId18" Type="http://schemas.openxmlformats.org/officeDocument/2006/relationships/image" Target="../media/image10.png"/><Relationship Id="rId39" Type="http://schemas.openxmlformats.org/officeDocument/2006/relationships/customXml" Target="../ink/ink19.xml"/><Relationship Id="rId265" Type="http://schemas.openxmlformats.org/officeDocument/2006/relationships/customXml" Target="../ink/ink133.xml"/><Relationship Id="rId286" Type="http://schemas.openxmlformats.org/officeDocument/2006/relationships/image" Target="../media/image143.png"/><Relationship Id="rId50" Type="http://schemas.openxmlformats.org/officeDocument/2006/relationships/customXml" Target="../ink/ink25.xml"/><Relationship Id="rId104" Type="http://schemas.openxmlformats.org/officeDocument/2006/relationships/image" Target="../media/image52.png"/><Relationship Id="rId125" Type="http://schemas.openxmlformats.org/officeDocument/2006/relationships/customXml" Target="../ink/ink63.xml"/><Relationship Id="rId146" Type="http://schemas.openxmlformats.org/officeDocument/2006/relationships/image" Target="../media/image73.png"/><Relationship Id="rId167" Type="http://schemas.openxmlformats.org/officeDocument/2006/relationships/customXml" Target="../ink/ink84.xml"/><Relationship Id="rId188" Type="http://schemas.openxmlformats.org/officeDocument/2006/relationships/image" Target="../media/image94.png"/><Relationship Id="rId71" Type="http://schemas.openxmlformats.org/officeDocument/2006/relationships/image" Target="../media/image36.png"/><Relationship Id="rId92" Type="http://schemas.openxmlformats.org/officeDocument/2006/relationships/customXml" Target="../ink/ink46.xml"/><Relationship Id="rId213" Type="http://schemas.openxmlformats.org/officeDocument/2006/relationships/customXml" Target="../ink/ink107.xml"/><Relationship Id="rId234" Type="http://schemas.openxmlformats.org/officeDocument/2006/relationships/image" Target="../media/image117.png"/><Relationship Id="rId2" Type="http://schemas.openxmlformats.org/officeDocument/2006/relationships/image" Target="../media/image2.png"/><Relationship Id="rId29" Type="http://schemas.openxmlformats.org/officeDocument/2006/relationships/customXml" Target="../ink/ink14.xml"/><Relationship Id="rId255" Type="http://schemas.openxmlformats.org/officeDocument/2006/relationships/customXml" Target="../ink/ink128.xml"/><Relationship Id="rId276" Type="http://schemas.openxmlformats.org/officeDocument/2006/relationships/image" Target="../media/image138.png"/><Relationship Id="rId40" Type="http://schemas.openxmlformats.org/officeDocument/2006/relationships/image" Target="../media/image21.png"/><Relationship Id="rId115" Type="http://schemas.openxmlformats.org/officeDocument/2006/relationships/customXml" Target="../ink/ink58.xml"/><Relationship Id="rId136" Type="http://schemas.openxmlformats.org/officeDocument/2006/relationships/image" Target="../media/image68.png"/><Relationship Id="rId157" Type="http://schemas.openxmlformats.org/officeDocument/2006/relationships/customXml" Target="../ink/ink79.xml"/><Relationship Id="rId178" Type="http://schemas.openxmlformats.org/officeDocument/2006/relationships/image" Target="../media/image89.png"/><Relationship Id="rId61" Type="http://schemas.openxmlformats.org/officeDocument/2006/relationships/image" Target="../media/image31.png"/><Relationship Id="rId82" Type="http://schemas.openxmlformats.org/officeDocument/2006/relationships/customXml" Target="../ink/ink41.xml"/><Relationship Id="rId199" Type="http://schemas.openxmlformats.org/officeDocument/2006/relationships/customXml" Target="../ink/ink100.xml"/><Relationship Id="rId203" Type="http://schemas.openxmlformats.org/officeDocument/2006/relationships/customXml" Target="../ink/ink102.xml"/><Relationship Id="rId19" Type="http://schemas.openxmlformats.org/officeDocument/2006/relationships/customXml" Target="../ink/ink9.xml"/><Relationship Id="rId224" Type="http://schemas.openxmlformats.org/officeDocument/2006/relationships/image" Target="../media/image112.png"/><Relationship Id="rId245" Type="http://schemas.openxmlformats.org/officeDocument/2006/relationships/customXml" Target="../ink/ink123.xml"/><Relationship Id="rId266" Type="http://schemas.openxmlformats.org/officeDocument/2006/relationships/image" Target="../media/image133.png"/><Relationship Id="rId287" Type="http://schemas.openxmlformats.org/officeDocument/2006/relationships/customXml" Target="../ink/ink144.xml"/><Relationship Id="rId30" Type="http://schemas.openxmlformats.org/officeDocument/2006/relationships/image" Target="../media/image16.png"/><Relationship Id="rId105" Type="http://schemas.openxmlformats.org/officeDocument/2006/relationships/customXml" Target="../ink/ink53.xml"/><Relationship Id="rId126" Type="http://schemas.openxmlformats.org/officeDocument/2006/relationships/image" Target="../media/image63.png"/><Relationship Id="rId147" Type="http://schemas.openxmlformats.org/officeDocument/2006/relationships/customXml" Target="../ink/ink74.xml"/><Relationship Id="rId168" Type="http://schemas.openxmlformats.org/officeDocument/2006/relationships/image" Target="../media/image84.png"/><Relationship Id="rId51" Type="http://schemas.openxmlformats.org/officeDocument/2006/relationships/image" Target="../media/image26.png"/><Relationship Id="rId72" Type="http://schemas.openxmlformats.org/officeDocument/2006/relationships/customXml" Target="../ink/ink36.xml"/><Relationship Id="rId93" Type="http://schemas.openxmlformats.org/officeDocument/2006/relationships/image" Target="../media/image47.png"/><Relationship Id="rId189" Type="http://schemas.openxmlformats.org/officeDocument/2006/relationships/customXml" Target="../ink/ink95.xml"/><Relationship Id="rId3" Type="http://schemas.openxmlformats.org/officeDocument/2006/relationships/customXml" Target="../ink/ink1.xml"/><Relationship Id="rId214" Type="http://schemas.openxmlformats.org/officeDocument/2006/relationships/image" Target="../media/image107.png"/><Relationship Id="rId235" Type="http://schemas.openxmlformats.org/officeDocument/2006/relationships/customXml" Target="../ink/ink118.xml"/><Relationship Id="rId256" Type="http://schemas.openxmlformats.org/officeDocument/2006/relationships/image" Target="../media/image128.png"/><Relationship Id="rId277" Type="http://schemas.openxmlformats.org/officeDocument/2006/relationships/customXml" Target="../ink/ink139.xml"/><Relationship Id="rId116" Type="http://schemas.openxmlformats.org/officeDocument/2006/relationships/image" Target="../media/image58.png"/><Relationship Id="rId137" Type="http://schemas.openxmlformats.org/officeDocument/2006/relationships/customXml" Target="../ink/ink69.xml"/><Relationship Id="rId158" Type="http://schemas.openxmlformats.org/officeDocument/2006/relationships/image" Target="../media/image79.png"/><Relationship Id="rId20" Type="http://schemas.openxmlformats.org/officeDocument/2006/relationships/image" Target="../media/image11.png"/><Relationship Id="rId41" Type="http://schemas.openxmlformats.org/officeDocument/2006/relationships/customXml" Target="../ink/ink20.xml"/><Relationship Id="rId62" Type="http://schemas.openxmlformats.org/officeDocument/2006/relationships/customXml" Target="../ink/ink31.xml"/><Relationship Id="rId83" Type="http://schemas.openxmlformats.org/officeDocument/2006/relationships/image" Target="../media/image42.png"/><Relationship Id="rId179" Type="http://schemas.openxmlformats.org/officeDocument/2006/relationships/customXml" Target="../ink/ink90.xml"/><Relationship Id="rId190" Type="http://schemas.openxmlformats.org/officeDocument/2006/relationships/image" Target="../media/image95.png"/><Relationship Id="rId204" Type="http://schemas.openxmlformats.org/officeDocument/2006/relationships/image" Target="../media/image102.png"/><Relationship Id="rId225" Type="http://schemas.openxmlformats.org/officeDocument/2006/relationships/customXml" Target="../ink/ink113.xml"/><Relationship Id="rId246" Type="http://schemas.openxmlformats.org/officeDocument/2006/relationships/image" Target="../media/image123.png"/><Relationship Id="rId267" Type="http://schemas.openxmlformats.org/officeDocument/2006/relationships/customXml" Target="../ink/ink134.xml"/><Relationship Id="rId288" Type="http://schemas.openxmlformats.org/officeDocument/2006/relationships/image" Target="../media/image144.png"/><Relationship Id="rId106" Type="http://schemas.openxmlformats.org/officeDocument/2006/relationships/image" Target="../media/image53.png"/><Relationship Id="rId127" Type="http://schemas.openxmlformats.org/officeDocument/2006/relationships/customXml" Target="../ink/ink64.xml"/><Relationship Id="rId10" Type="http://schemas.openxmlformats.org/officeDocument/2006/relationships/image" Target="../media/image6.png"/><Relationship Id="rId31" Type="http://schemas.openxmlformats.org/officeDocument/2006/relationships/customXml" Target="../ink/ink15.xml"/><Relationship Id="rId52" Type="http://schemas.openxmlformats.org/officeDocument/2006/relationships/customXml" Target="../ink/ink26.xml"/><Relationship Id="rId73" Type="http://schemas.openxmlformats.org/officeDocument/2006/relationships/image" Target="../media/image37.png"/><Relationship Id="rId94" Type="http://schemas.openxmlformats.org/officeDocument/2006/relationships/customXml" Target="../ink/ink47.xml"/><Relationship Id="rId148" Type="http://schemas.openxmlformats.org/officeDocument/2006/relationships/image" Target="../media/image74.png"/><Relationship Id="rId169" Type="http://schemas.openxmlformats.org/officeDocument/2006/relationships/customXml" Target="../ink/ink85.xml"/><Relationship Id="rId4" Type="http://schemas.openxmlformats.org/officeDocument/2006/relationships/image" Target="../media/image3.png"/><Relationship Id="rId180" Type="http://schemas.openxmlformats.org/officeDocument/2006/relationships/image" Target="../media/image90.png"/><Relationship Id="rId215" Type="http://schemas.openxmlformats.org/officeDocument/2006/relationships/customXml" Target="../ink/ink108.xml"/><Relationship Id="rId236" Type="http://schemas.openxmlformats.org/officeDocument/2006/relationships/image" Target="../media/image118.png"/><Relationship Id="rId257" Type="http://schemas.openxmlformats.org/officeDocument/2006/relationships/customXml" Target="../ink/ink129.xml"/><Relationship Id="rId278" Type="http://schemas.openxmlformats.org/officeDocument/2006/relationships/image" Target="../media/image139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image" Target="../media/image69.png"/><Relationship Id="rId191" Type="http://schemas.openxmlformats.org/officeDocument/2006/relationships/customXml" Target="../ink/ink96.xml"/><Relationship Id="rId205" Type="http://schemas.openxmlformats.org/officeDocument/2006/relationships/customXml" Target="../ink/ink103.xml"/><Relationship Id="rId247" Type="http://schemas.openxmlformats.org/officeDocument/2006/relationships/customXml" Target="../ink/ink124.xml"/><Relationship Id="rId107" Type="http://schemas.openxmlformats.org/officeDocument/2006/relationships/customXml" Target="../ink/ink54.xml"/><Relationship Id="rId289" Type="http://schemas.openxmlformats.org/officeDocument/2006/relationships/customXml" Target="../ink/ink145.xml"/><Relationship Id="rId11" Type="http://schemas.openxmlformats.org/officeDocument/2006/relationships/customXml" Target="../ink/ink5.xml"/><Relationship Id="rId53" Type="http://schemas.openxmlformats.org/officeDocument/2006/relationships/image" Target="../media/image27.png"/><Relationship Id="rId149" Type="http://schemas.openxmlformats.org/officeDocument/2006/relationships/customXml" Target="../ink/ink75.xml"/><Relationship Id="rId95" Type="http://schemas.openxmlformats.org/officeDocument/2006/relationships/image" Target="../media/image48.png"/><Relationship Id="rId160" Type="http://schemas.openxmlformats.org/officeDocument/2006/relationships/image" Target="../media/image80.png"/><Relationship Id="rId216" Type="http://schemas.openxmlformats.org/officeDocument/2006/relationships/image" Target="../media/image108.png"/><Relationship Id="rId258" Type="http://schemas.openxmlformats.org/officeDocument/2006/relationships/image" Target="../media/image129.png"/><Relationship Id="rId22" Type="http://schemas.openxmlformats.org/officeDocument/2006/relationships/image" Target="../media/image12.png"/><Relationship Id="rId64" Type="http://schemas.openxmlformats.org/officeDocument/2006/relationships/customXml" Target="../ink/ink32.xml"/><Relationship Id="rId118" Type="http://schemas.openxmlformats.org/officeDocument/2006/relationships/image" Target="../media/image59.png"/><Relationship Id="rId171" Type="http://schemas.openxmlformats.org/officeDocument/2006/relationships/customXml" Target="../ink/ink86.xml"/><Relationship Id="rId227" Type="http://schemas.openxmlformats.org/officeDocument/2006/relationships/customXml" Target="../ink/ink114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03.xml"/><Relationship Id="rId21" Type="http://schemas.openxmlformats.org/officeDocument/2006/relationships/customXml" Target="../ink/ink155.xml"/><Relationship Id="rId42" Type="http://schemas.openxmlformats.org/officeDocument/2006/relationships/image" Target="../media/image166.png"/><Relationship Id="rId63" Type="http://schemas.openxmlformats.org/officeDocument/2006/relationships/customXml" Target="../ink/ink176.xml"/><Relationship Id="rId84" Type="http://schemas.openxmlformats.org/officeDocument/2006/relationships/image" Target="../media/image187.png"/><Relationship Id="rId138" Type="http://schemas.openxmlformats.org/officeDocument/2006/relationships/image" Target="../media/image214.png"/><Relationship Id="rId159" Type="http://schemas.openxmlformats.org/officeDocument/2006/relationships/customXml" Target="../ink/ink224.xml"/><Relationship Id="rId170" Type="http://schemas.openxmlformats.org/officeDocument/2006/relationships/image" Target="../media/image230.png"/><Relationship Id="rId191" Type="http://schemas.openxmlformats.org/officeDocument/2006/relationships/customXml" Target="../ink/ink240.xml"/><Relationship Id="rId205" Type="http://schemas.openxmlformats.org/officeDocument/2006/relationships/customXml" Target="../ink/ink247.xml"/><Relationship Id="rId226" Type="http://schemas.openxmlformats.org/officeDocument/2006/relationships/image" Target="../media/image258.png"/><Relationship Id="rId107" Type="http://schemas.openxmlformats.org/officeDocument/2006/relationships/customXml" Target="../ink/ink198.xml"/><Relationship Id="rId11" Type="http://schemas.openxmlformats.org/officeDocument/2006/relationships/customXml" Target="../ink/ink150.xml"/><Relationship Id="rId32" Type="http://schemas.openxmlformats.org/officeDocument/2006/relationships/image" Target="../media/image161.png"/><Relationship Id="rId53" Type="http://schemas.openxmlformats.org/officeDocument/2006/relationships/customXml" Target="../ink/ink171.xml"/><Relationship Id="rId74" Type="http://schemas.openxmlformats.org/officeDocument/2006/relationships/image" Target="../media/image182.png"/><Relationship Id="rId128" Type="http://schemas.openxmlformats.org/officeDocument/2006/relationships/image" Target="../media/image209.png"/><Relationship Id="rId149" Type="http://schemas.openxmlformats.org/officeDocument/2006/relationships/customXml" Target="../ink/ink219.xml"/><Relationship Id="rId5" Type="http://schemas.openxmlformats.org/officeDocument/2006/relationships/customXml" Target="../ink/ink147.xml"/><Relationship Id="rId95" Type="http://schemas.openxmlformats.org/officeDocument/2006/relationships/customXml" Target="../ink/ink192.xml"/><Relationship Id="rId160" Type="http://schemas.openxmlformats.org/officeDocument/2006/relationships/image" Target="../media/image225.png"/><Relationship Id="rId181" Type="http://schemas.openxmlformats.org/officeDocument/2006/relationships/customXml" Target="../ink/ink235.xml"/><Relationship Id="rId216" Type="http://schemas.openxmlformats.org/officeDocument/2006/relationships/image" Target="../media/image253.png"/><Relationship Id="rId237" Type="http://schemas.openxmlformats.org/officeDocument/2006/relationships/customXml" Target="../ink/ink263.xml"/><Relationship Id="rId22" Type="http://schemas.openxmlformats.org/officeDocument/2006/relationships/image" Target="../media/image156.png"/><Relationship Id="rId43" Type="http://schemas.openxmlformats.org/officeDocument/2006/relationships/customXml" Target="../ink/ink166.xml"/><Relationship Id="rId64" Type="http://schemas.openxmlformats.org/officeDocument/2006/relationships/image" Target="../media/image177.png"/><Relationship Id="rId118" Type="http://schemas.openxmlformats.org/officeDocument/2006/relationships/image" Target="../media/image204.png"/><Relationship Id="rId139" Type="http://schemas.openxmlformats.org/officeDocument/2006/relationships/customXml" Target="../ink/ink214.xml"/><Relationship Id="rId85" Type="http://schemas.openxmlformats.org/officeDocument/2006/relationships/customXml" Target="../ink/ink187.xml"/><Relationship Id="rId150" Type="http://schemas.openxmlformats.org/officeDocument/2006/relationships/image" Target="../media/image220.png"/><Relationship Id="rId171" Type="http://schemas.openxmlformats.org/officeDocument/2006/relationships/customXml" Target="../ink/ink230.xml"/><Relationship Id="rId192" Type="http://schemas.openxmlformats.org/officeDocument/2006/relationships/image" Target="../media/image241.png"/><Relationship Id="rId206" Type="http://schemas.openxmlformats.org/officeDocument/2006/relationships/image" Target="../media/image248.png"/><Relationship Id="rId227" Type="http://schemas.openxmlformats.org/officeDocument/2006/relationships/customXml" Target="../ink/ink258.xml"/><Relationship Id="rId12" Type="http://schemas.openxmlformats.org/officeDocument/2006/relationships/image" Target="../media/image151.png"/><Relationship Id="rId33" Type="http://schemas.openxmlformats.org/officeDocument/2006/relationships/customXml" Target="../ink/ink161.xml"/><Relationship Id="rId108" Type="http://schemas.openxmlformats.org/officeDocument/2006/relationships/image" Target="../media/image199.png"/><Relationship Id="rId129" Type="http://schemas.openxmlformats.org/officeDocument/2006/relationships/customXml" Target="../ink/ink209.xml"/><Relationship Id="rId54" Type="http://schemas.openxmlformats.org/officeDocument/2006/relationships/image" Target="../media/image172.png"/><Relationship Id="rId75" Type="http://schemas.openxmlformats.org/officeDocument/2006/relationships/customXml" Target="../ink/ink182.xml"/><Relationship Id="rId96" Type="http://schemas.openxmlformats.org/officeDocument/2006/relationships/image" Target="../media/image193.png"/><Relationship Id="rId140" Type="http://schemas.openxmlformats.org/officeDocument/2006/relationships/image" Target="../media/image215.png"/><Relationship Id="rId161" Type="http://schemas.openxmlformats.org/officeDocument/2006/relationships/customXml" Target="../ink/ink225.xml"/><Relationship Id="rId182" Type="http://schemas.openxmlformats.org/officeDocument/2006/relationships/image" Target="../media/image236.png"/><Relationship Id="rId217" Type="http://schemas.openxmlformats.org/officeDocument/2006/relationships/customXml" Target="../ink/ink253.xml"/><Relationship Id="rId6" Type="http://schemas.openxmlformats.org/officeDocument/2006/relationships/image" Target="../media/image148.png"/><Relationship Id="rId238" Type="http://schemas.openxmlformats.org/officeDocument/2006/relationships/image" Target="../media/image264.png"/><Relationship Id="rId23" Type="http://schemas.openxmlformats.org/officeDocument/2006/relationships/customXml" Target="../ink/ink156.xml"/><Relationship Id="rId119" Type="http://schemas.openxmlformats.org/officeDocument/2006/relationships/customXml" Target="../ink/ink204.xml"/><Relationship Id="rId44" Type="http://schemas.openxmlformats.org/officeDocument/2006/relationships/image" Target="../media/image167.png"/><Relationship Id="rId65" Type="http://schemas.openxmlformats.org/officeDocument/2006/relationships/customXml" Target="../ink/ink177.xml"/><Relationship Id="rId86" Type="http://schemas.openxmlformats.org/officeDocument/2006/relationships/image" Target="../media/image188.png"/><Relationship Id="rId130" Type="http://schemas.openxmlformats.org/officeDocument/2006/relationships/image" Target="../media/image210.png"/><Relationship Id="rId151" Type="http://schemas.openxmlformats.org/officeDocument/2006/relationships/customXml" Target="../ink/ink220.xml"/><Relationship Id="rId172" Type="http://schemas.openxmlformats.org/officeDocument/2006/relationships/image" Target="../media/image231.png"/><Relationship Id="rId193" Type="http://schemas.openxmlformats.org/officeDocument/2006/relationships/customXml" Target="../ink/ink241.xml"/><Relationship Id="rId207" Type="http://schemas.openxmlformats.org/officeDocument/2006/relationships/customXml" Target="../ink/ink248.xml"/><Relationship Id="rId228" Type="http://schemas.openxmlformats.org/officeDocument/2006/relationships/image" Target="../media/image259.png"/><Relationship Id="rId13" Type="http://schemas.openxmlformats.org/officeDocument/2006/relationships/customXml" Target="../ink/ink151.xml"/><Relationship Id="rId109" Type="http://schemas.openxmlformats.org/officeDocument/2006/relationships/customXml" Target="../ink/ink199.xml"/><Relationship Id="rId34" Type="http://schemas.openxmlformats.org/officeDocument/2006/relationships/image" Target="../media/image162.png"/><Relationship Id="rId55" Type="http://schemas.openxmlformats.org/officeDocument/2006/relationships/customXml" Target="../ink/ink172.xml"/><Relationship Id="rId76" Type="http://schemas.openxmlformats.org/officeDocument/2006/relationships/image" Target="../media/image183.png"/><Relationship Id="rId97" Type="http://schemas.openxmlformats.org/officeDocument/2006/relationships/customXml" Target="../ink/ink193.xml"/><Relationship Id="rId120" Type="http://schemas.openxmlformats.org/officeDocument/2006/relationships/image" Target="../media/image205.png"/><Relationship Id="rId141" Type="http://schemas.openxmlformats.org/officeDocument/2006/relationships/customXml" Target="../ink/ink215.xml"/><Relationship Id="rId7" Type="http://schemas.openxmlformats.org/officeDocument/2006/relationships/customXml" Target="../ink/ink148.xml"/><Relationship Id="rId162" Type="http://schemas.openxmlformats.org/officeDocument/2006/relationships/image" Target="../media/image226.png"/><Relationship Id="rId183" Type="http://schemas.openxmlformats.org/officeDocument/2006/relationships/customXml" Target="../ink/ink236.xml"/><Relationship Id="rId218" Type="http://schemas.openxmlformats.org/officeDocument/2006/relationships/image" Target="../media/image254.png"/><Relationship Id="rId239" Type="http://schemas.openxmlformats.org/officeDocument/2006/relationships/customXml" Target="../ink/ink264.xml"/><Relationship Id="rId24" Type="http://schemas.openxmlformats.org/officeDocument/2006/relationships/image" Target="../media/image157.png"/><Relationship Id="rId45" Type="http://schemas.openxmlformats.org/officeDocument/2006/relationships/customXml" Target="../ink/ink167.xml"/><Relationship Id="rId66" Type="http://schemas.openxmlformats.org/officeDocument/2006/relationships/image" Target="../media/image178.png"/><Relationship Id="rId87" Type="http://schemas.openxmlformats.org/officeDocument/2006/relationships/customXml" Target="../ink/ink188.xml"/><Relationship Id="rId110" Type="http://schemas.openxmlformats.org/officeDocument/2006/relationships/image" Target="../media/image200.png"/><Relationship Id="rId131" Type="http://schemas.openxmlformats.org/officeDocument/2006/relationships/customXml" Target="../ink/ink210.xml"/><Relationship Id="rId152" Type="http://schemas.openxmlformats.org/officeDocument/2006/relationships/image" Target="../media/image221.png"/><Relationship Id="rId173" Type="http://schemas.openxmlformats.org/officeDocument/2006/relationships/customXml" Target="../ink/ink231.xml"/><Relationship Id="rId194" Type="http://schemas.openxmlformats.org/officeDocument/2006/relationships/image" Target="../media/image242.png"/><Relationship Id="rId208" Type="http://schemas.openxmlformats.org/officeDocument/2006/relationships/image" Target="../media/image249.png"/><Relationship Id="rId229" Type="http://schemas.openxmlformats.org/officeDocument/2006/relationships/customXml" Target="../ink/ink259.xml"/><Relationship Id="rId240" Type="http://schemas.openxmlformats.org/officeDocument/2006/relationships/image" Target="../media/image265.png"/><Relationship Id="rId14" Type="http://schemas.openxmlformats.org/officeDocument/2006/relationships/image" Target="../media/image152.png"/><Relationship Id="rId35" Type="http://schemas.openxmlformats.org/officeDocument/2006/relationships/customXml" Target="../ink/ink162.xml"/><Relationship Id="rId56" Type="http://schemas.openxmlformats.org/officeDocument/2006/relationships/image" Target="../media/image173.png"/><Relationship Id="rId77" Type="http://schemas.openxmlformats.org/officeDocument/2006/relationships/customXml" Target="../ink/ink183.xml"/><Relationship Id="rId100" Type="http://schemas.openxmlformats.org/officeDocument/2006/relationships/image" Target="../media/image195.png"/><Relationship Id="rId8" Type="http://schemas.openxmlformats.org/officeDocument/2006/relationships/image" Target="../media/image149.png"/><Relationship Id="rId98" Type="http://schemas.openxmlformats.org/officeDocument/2006/relationships/image" Target="../media/image194.png"/><Relationship Id="rId121" Type="http://schemas.openxmlformats.org/officeDocument/2006/relationships/customXml" Target="../ink/ink205.xml"/><Relationship Id="rId142" Type="http://schemas.openxmlformats.org/officeDocument/2006/relationships/image" Target="../media/image216.png"/><Relationship Id="rId163" Type="http://schemas.openxmlformats.org/officeDocument/2006/relationships/customXml" Target="../ink/ink226.xml"/><Relationship Id="rId184" Type="http://schemas.openxmlformats.org/officeDocument/2006/relationships/image" Target="../media/image237.png"/><Relationship Id="rId219" Type="http://schemas.openxmlformats.org/officeDocument/2006/relationships/customXml" Target="../ink/ink254.xml"/><Relationship Id="rId230" Type="http://schemas.openxmlformats.org/officeDocument/2006/relationships/image" Target="../media/image260.png"/><Relationship Id="rId25" Type="http://schemas.openxmlformats.org/officeDocument/2006/relationships/customXml" Target="../ink/ink157.xml"/><Relationship Id="rId46" Type="http://schemas.openxmlformats.org/officeDocument/2006/relationships/image" Target="../media/image168.png"/><Relationship Id="rId67" Type="http://schemas.openxmlformats.org/officeDocument/2006/relationships/customXml" Target="../ink/ink178.xml"/><Relationship Id="rId88" Type="http://schemas.openxmlformats.org/officeDocument/2006/relationships/image" Target="../media/image189.png"/><Relationship Id="rId111" Type="http://schemas.openxmlformats.org/officeDocument/2006/relationships/customXml" Target="../ink/ink200.xml"/><Relationship Id="rId132" Type="http://schemas.openxmlformats.org/officeDocument/2006/relationships/image" Target="../media/image211.png"/><Relationship Id="rId153" Type="http://schemas.openxmlformats.org/officeDocument/2006/relationships/customXml" Target="../ink/ink221.xml"/><Relationship Id="rId174" Type="http://schemas.openxmlformats.org/officeDocument/2006/relationships/image" Target="../media/image232.png"/><Relationship Id="rId195" Type="http://schemas.openxmlformats.org/officeDocument/2006/relationships/customXml" Target="../ink/ink242.xml"/><Relationship Id="rId209" Type="http://schemas.openxmlformats.org/officeDocument/2006/relationships/customXml" Target="../ink/ink249.xml"/><Relationship Id="rId190" Type="http://schemas.openxmlformats.org/officeDocument/2006/relationships/image" Target="../media/image240.png"/><Relationship Id="rId204" Type="http://schemas.openxmlformats.org/officeDocument/2006/relationships/image" Target="../media/image247.png"/><Relationship Id="rId220" Type="http://schemas.openxmlformats.org/officeDocument/2006/relationships/image" Target="../media/image255.png"/><Relationship Id="rId225" Type="http://schemas.openxmlformats.org/officeDocument/2006/relationships/customXml" Target="../ink/ink257.xml"/><Relationship Id="rId15" Type="http://schemas.openxmlformats.org/officeDocument/2006/relationships/customXml" Target="../ink/ink152.xml"/><Relationship Id="rId36" Type="http://schemas.openxmlformats.org/officeDocument/2006/relationships/image" Target="../media/image163.png"/><Relationship Id="rId57" Type="http://schemas.openxmlformats.org/officeDocument/2006/relationships/customXml" Target="../ink/ink173.xml"/><Relationship Id="rId106" Type="http://schemas.openxmlformats.org/officeDocument/2006/relationships/image" Target="../media/image198.png"/><Relationship Id="rId127" Type="http://schemas.openxmlformats.org/officeDocument/2006/relationships/customXml" Target="../ink/ink208.xml"/><Relationship Id="rId10" Type="http://schemas.openxmlformats.org/officeDocument/2006/relationships/image" Target="../media/image150.png"/><Relationship Id="rId31" Type="http://schemas.openxmlformats.org/officeDocument/2006/relationships/customXml" Target="../ink/ink160.xml"/><Relationship Id="rId52" Type="http://schemas.openxmlformats.org/officeDocument/2006/relationships/image" Target="../media/image171.png"/><Relationship Id="rId73" Type="http://schemas.openxmlformats.org/officeDocument/2006/relationships/customXml" Target="../ink/ink181.xml"/><Relationship Id="rId78" Type="http://schemas.openxmlformats.org/officeDocument/2006/relationships/image" Target="../media/image184.png"/><Relationship Id="rId94" Type="http://schemas.openxmlformats.org/officeDocument/2006/relationships/image" Target="../media/image192.png"/><Relationship Id="rId99" Type="http://schemas.openxmlformats.org/officeDocument/2006/relationships/customXml" Target="../ink/ink194.xml"/><Relationship Id="rId101" Type="http://schemas.openxmlformats.org/officeDocument/2006/relationships/customXml" Target="../ink/ink195.xml"/><Relationship Id="rId122" Type="http://schemas.openxmlformats.org/officeDocument/2006/relationships/image" Target="../media/image206.png"/><Relationship Id="rId143" Type="http://schemas.openxmlformats.org/officeDocument/2006/relationships/customXml" Target="../ink/ink216.xml"/><Relationship Id="rId148" Type="http://schemas.openxmlformats.org/officeDocument/2006/relationships/image" Target="../media/image219.png"/><Relationship Id="rId164" Type="http://schemas.openxmlformats.org/officeDocument/2006/relationships/image" Target="../media/image227.png"/><Relationship Id="rId169" Type="http://schemas.openxmlformats.org/officeDocument/2006/relationships/customXml" Target="../ink/ink229.xml"/><Relationship Id="rId185" Type="http://schemas.openxmlformats.org/officeDocument/2006/relationships/customXml" Target="../ink/ink237.xml"/><Relationship Id="rId4" Type="http://schemas.openxmlformats.org/officeDocument/2006/relationships/image" Target="../media/image147.png"/><Relationship Id="rId9" Type="http://schemas.openxmlformats.org/officeDocument/2006/relationships/customXml" Target="../ink/ink149.xml"/><Relationship Id="rId180" Type="http://schemas.openxmlformats.org/officeDocument/2006/relationships/image" Target="../media/image235.png"/><Relationship Id="rId210" Type="http://schemas.openxmlformats.org/officeDocument/2006/relationships/image" Target="../media/image250.png"/><Relationship Id="rId215" Type="http://schemas.openxmlformats.org/officeDocument/2006/relationships/customXml" Target="../ink/ink252.xml"/><Relationship Id="rId236" Type="http://schemas.openxmlformats.org/officeDocument/2006/relationships/image" Target="../media/image263.png"/><Relationship Id="rId26" Type="http://schemas.openxmlformats.org/officeDocument/2006/relationships/image" Target="../media/image158.png"/><Relationship Id="rId231" Type="http://schemas.openxmlformats.org/officeDocument/2006/relationships/customXml" Target="../ink/ink260.xml"/><Relationship Id="rId47" Type="http://schemas.openxmlformats.org/officeDocument/2006/relationships/customXml" Target="../ink/ink168.xml"/><Relationship Id="rId68" Type="http://schemas.openxmlformats.org/officeDocument/2006/relationships/image" Target="../media/image179.png"/><Relationship Id="rId89" Type="http://schemas.openxmlformats.org/officeDocument/2006/relationships/customXml" Target="../ink/ink189.xml"/><Relationship Id="rId112" Type="http://schemas.openxmlformats.org/officeDocument/2006/relationships/image" Target="../media/image201.png"/><Relationship Id="rId133" Type="http://schemas.openxmlformats.org/officeDocument/2006/relationships/customXml" Target="../ink/ink211.xml"/><Relationship Id="rId154" Type="http://schemas.openxmlformats.org/officeDocument/2006/relationships/image" Target="../media/image222.png"/><Relationship Id="rId175" Type="http://schemas.openxmlformats.org/officeDocument/2006/relationships/customXml" Target="../ink/ink232.xml"/><Relationship Id="rId196" Type="http://schemas.openxmlformats.org/officeDocument/2006/relationships/image" Target="../media/image243.png"/><Relationship Id="rId200" Type="http://schemas.openxmlformats.org/officeDocument/2006/relationships/image" Target="../media/image245.png"/><Relationship Id="rId16" Type="http://schemas.openxmlformats.org/officeDocument/2006/relationships/image" Target="../media/image153.png"/><Relationship Id="rId221" Type="http://schemas.openxmlformats.org/officeDocument/2006/relationships/customXml" Target="../ink/ink255.xml"/><Relationship Id="rId37" Type="http://schemas.openxmlformats.org/officeDocument/2006/relationships/customXml" Target="../ink/ink163.xml"/><Relationship Id="rId58" Type="http://schemas.openxmlformats.org/officeDocument/2006/relationships/image" Target="../media/image174.png"/><Relationship Id="rId79" Type="http://schemas.openxmlformats.org/officeDocument/2006/relationships/customXml" Target="../ink/ink184.xml"/><Relationship Id="rId102" Type="http://schemas.openxmlformats.org/officeDocument/2006/relationships/image" Target="../media/image196.png"/><Relationship Id="rId123" Type="http://schemas.openxmlformats.org/officeDocument/2006/relationships/customXml" Target="../ink/ink206.xml"/><Relationship Id="rId144" Type="http://schemas.openxmlformats.org/officeDocument/2006/relationships/image" Target="../media/image217.png"/><Relationship Id="rId90" Type="http://schemas.openxmlformats.org/officeDocument/2006/relationships/image" Target="../media/image190.png"/><Relationship Id="rId165" Type="http://schemas.openxmlformats.org/officeDocument/2006/relationships/customXml" Target="../ink/ink227.xml"/><Relationship Id="rId186" Type="http://schemas.openxmlformats.org/officeDocument/2006/relationships/image" Target="../media/image238.png"/><Relationship Id="rId211" Type="http://schemas.openxmlformats.org/officeDocument/2006/relationships/customXml" Target="../ink/ink250.xml"/><Relationship Id="rId232" Type="http://schemas.openxmlformats.org/officeDocument/2006/relationships/image" Target="../media/image261.png"/><Relationship Id="rId27" Type="http://schemas.openxmlformats.org/officeDocument/2006/relationships/customXml" Target="../ink/ink158.xml"/><Relationship Id="rId48" Type="http://schemas.openxmlformats.org/officeDocument/2006/relationships/image" Target="../media/image169.png"/><Relationship Id="rId69" Type="http://schemas.openxmlformats.org/officeDocument/2006/relationships/customXml" Target="../ink/ink179.xml"/><Relationship Id="rId113" Type="http://schemas.openxmlformats.org/officeDocument/2006/relationships/customXml" Target="../ink/ink201.xml"/><Relationship Id="rId134" Type="http://schemas.openxmlformats.org/officeDocument/2006/relationships/image" Target="../media/image212.png"/><Relationship Id="rId80" Type="http://schemas.openxmlformats.org/officeDocument/2006/relationships/image" Target="../media/image185.png"/><Relationship Id="rId155" Type="http://schemas.openxmlformats.org/officeDocument/2006/relationships/customXml" Target="../ink/ink222.xml"/><Relationship Id="rId176" Type="http://schemas.openxmlformats.org/officeDocument/2006/relationships/image" Target="../media/image233.png"/><Relationship Id="rId197" Type="http://schemas.openxmlformats.org/officeDocument/2006/relationships/customXml" Target="../ink/ink243.xml"/><Relationship Id="rId201" Type="http://schemas.openxmlformats.org/officeDocument/2006/relationships/customXml" Target="../ink/ink245.xml"/><Relationship Id="rId222" Type="http://schemas.openxmlformats.org/officeDocument/2006/relationships/image" Target="../media/image256.png"/><Relationship Id="rId17" Type="http://schemas.openxmlformats.org/officeDocument/2006/relationships/customXml" Target="../ink/ink153.xml"/><Relationship Id="rId38" Type="http://schemas.openxmlformats.org/officeDocument/2006/relationships/image" Target="../media/image164.png"/><Relationship Id="rId59" Type="http://schemas.openxmlformats.org/officeDocument/2006/relationships/customXml" Target="../ink/ink174.xml"/><Relationship Id="rId103" Type="http://schemas.openxmlformats.org/officeDocument/2006/relationships/customXml" Target="../ink/ink196.xml"/><Relationship Id="rId124" Type="http://schemas.openxmlformats.org/officeDocument/2006/relationships/image" Target="../media/image207.png"/><Relationship Id="rId70" Type="http://schemas.openxmlformats.org/officeDocument/2006/relationships/image" Target="../media/image180.png"/><Relationship Id="rId91" Type="http://schemas.openxmlformats.org/officeDocument/2006/relationships/customXml" Target="../ink/ink190.xml"/><Relationship Id="rId145" Type="http://schemas.openxmlformats.org/officeDocument/2006/relationships/customXml" Target="../ink/ink217.xml"/><Relationship Id="rId166" Type="http://schemas.openxmlformats.org/officeDocument/2006/relationships/image" Target="../media/image228.png"/><Relationship Id="rId187" Type="http://schemas.openxmlformats.org/officeDocument/2006/relationships/customXml" Target="../ink/ink238.xml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251.png"/><Relationship Id="rId233" Type="http://schemas.openxmlformats.org/officeDocument/2006/relationships/customXml" Target="../ink/ink261.xml"/><Relationship Id="rId28" Type="http://schemas.openxmlformats.org/officeDocument/2006/relationships/image" Target="../media/image159.png"/><Relationship Id="rId49" Type="http://schemas.openxmlformats.org/officeDocument/2006/relationships/customXml" Target="../ink/ink169.xml"/><Relationship Id="rId114" Type="http://schemas.openxmlformats.org/officeDocument/2006/relationships/image" Target="../media/image202.png"/><Relationship Id="rId60" Type="http://schemas.openxmlformats.org/officeDocument/2006/relationships/image" Target="../media/image175.png"/><Relationship Id="rId81" Type="http://schemas.openxmlformats.org/officeDocument/2006/relationships/customXml" Target="../ink/ink185.xml"/><Relationship Id="rId135" Type="http://schemas.openxmlformats.org/officeDocument/2006/relationships/customXml" Target="../ink/ink212.xml"/><Relationship Id="rId156" Type="http://schemas.openxmlformats.org/officeDocument/2006/relationships/image" Target="../media/image223.png"/><Relationship Id="rId177" Type="http://schemas.openxmlformats.org/officeDocument/2006/relationships/customXml" Target="../ink/ink233.xml"/><Relationship Id="rId198" Type="http://schemas.openxmlformats.org/officeDocument/2006/relationships/image" Target="../media/image244.png"/><Relationship Id="rId202" Type="http://schemas.openxmlformats.org/officeDocument/2006/relationships/image" Target="../media/image246.png"/><Relationship Id="rId223" Type="http://schemas.openxmlformats.org/officeDocument/2006/relationships/customXml" Target="../ink/ink256.xml"/><Relationship Id="rId18" Type="http://schemas.openxmlformats.org/officeDocument/2006/relationships/image" Target="../media/image154.png"/><Relationship Id="rId39" Type="http://schemas.openxmlformats.org/officeDocument/2006/relationships/customXml" Target="../ink/ink164.xml"/><Relationship Id="rId50" Type="http://schemas.openxmlformats.org/officeDocument/2006/relationships/image" Target="../media/image170.png"/><Relationship Id="rId104" Type="http://schemas.openxmlformats.org/officeDocument/2006/relationships/image" Target="../media/image197.png"/><Relationship Id="rId125" Type="http://schemas.openxmlformats.org/officeDocument/2006/relationships/customXml" Target="../ink/ink207.xml"/><Relationship Id="rId146" Type="http://schemas.openxmlformats.org/officeDocument/2006/relationships/image" Target="../media/image218.png"/><Relationship Id="rId167" Type="http://schemas.openxmlformats.org/officeDocument/2006/relationships/customXml" Target="../ink/ink228.xml"/><Relationship Id="rId188" Type="http://schemas.openxmlformats.org/officeDocument/2006/relationships/image" Target="../media/image239.png"/><Relationship Id="rId71" Type="http://schemas.openxmlformats.org/officeDocument/2006/relationships/customXml" Target="../ink/ink180.xml"/><Relationship Id="rId92" Type="http://schemas.openxmlformats.org/officeDocument/2006/relationships/image" Target="../media/image191.png"/><Relationship Id="rId213" Type="http://schemas.openxmlformats.org/officeDocument/2006/relationships/customXml" Target="../ink/ink251.xml"/><Relationship Id="rId234" Type="http://schemas.openxmlformats.org/officeDocument/2006/relationships/image" Target="../media/image262.png"/><Relationship Id="rId2" Type="http://schemas.openxmlformats.org/officeDocument/2006/relationships/image" Target="../media/image146.png"/><Relationship Id="rId29" Type="http://schemas.openxmlformats.org/officeDocument/2006/relationships/customXml" Target="../ink/ink159.xml"/><Relationship Id="rId40" Type="http://schemas.openxmlformats.org/officeDocument/2006/relationships/image" Target="../media/image165.png"/><Relationship Id="rId115" Type="http://schemas.openxmlformats.org/officeDocument/2006/relationships/customXml" Target="../ink/ink202.xml"/><Relationship Id="rId136" Type="http://schemas.openxmlformats.org/officeDocument/2006/relationships/image" Target="../media/image213.png"/><Relationship Id="rId157" Type="http://schemas.openxmlformats.org/officeDocument/2006/relationships/customXml" Target="../ink/ink223.xml"/><Relationship Id="rId178" Type="http://schemas.openxmlformats.org/officeDocument/2006/relationships/image" Target="../media/image234.png"/><Relationship Id="rId61" Type="http://schemas.openxmlformats.org/officeDocument/2006/relationships/customXml" Target="../ink/ink175.xml"/><Relationship Id="rId82" Type="http://schemas.openxmlformats.org/officeDocument/2006/relationships/image" Target="../media/image186.png"/><Relationship Id="rId199" Type="http://schemas.openxmlformats.org/officeDocument/2006/relationships/customXml" Target="../ink/ink244.xml"/><Relationship Id="rId203" Type="http://schemas.openxmlformats.org/officeDocument/2006/relationships/customXml" Target="../ink/ink246.xml"/><Relationship Id="rId19" Type="http://schemas.openxmlformats.org/officeDocument/2006/relationships/customXml" Target="../ink/ink154.xml"/><Relationship Id="rId224" Type="http://schemas.openxmlformats.org/officeDocument/2006/relationships/image" Target="../media/image257.png"/><Relationship Id="rId30" Type="http://schemas.openxmlformats.org/officeDocument/2006/relationships/image" Target="../media/image160.png"/><Relationship Id="rId105" Type="http://schemas.openxmlformats.org/officeDocument/2006/relationships/customXml" Target="../ink/ink197.xml"/><Relationship Id="rId126" Type="http://schemas.openxmlformats.org/officeDocument/2006/relationships/image" Target="../media/image208.png"/><Relationship Id="rId147" Type="http://schemas.openxmlformats.org/officeDocument/2006/relationships/customXml" Target="../ink/ink218.xml"/><Relationship Id="rId168" Type="http://schemas.openxmlformats.org/officeDocument/2006/relationships/image" Target="../media/image229.png"/><Relationship Id="rId51" Type="http://schemas.openxmlformats.org/officeDocument/2006/relationships/customXml" Target="../ink/ink170.xml"/><Relationship Id="rId72" Type="http://schemas.openxmlformats.org/officeDocument/2006/relationships/image" Target="../media/image181.png"/><Relationship Id="rId93" Type="http://schemas.openxmlformats.org/officeDocument/2006/relationships/customXml" Target="../ink/ink191.xml"/><Relationship Id="rId189" Type="http://schemas.openxmlformats.org/officeDocument/2006/relationships/customXml" Target="../ink/ink239.xml"/><Relationship Id="rId3" Type="http://schemas.openxmlformats.org/officeDocument/2006/relationships/customXml" Target="../ink/ink146.xml"/><Relationship Id="rId214" Type="http://schemas.openxmlformats.org/officeDocument/2006/relationships/image" Target="../media/image252.png"/><Relationship Id="rId235" Type="http://schemas.openxmlformats.org/officeDocument/2006/relationships/customXml" Target="../ink/ink262.xml"/><Relationship Id="rId116" Type="http://schemas.openxmlformats.org/officeDocument/2006/relationships/image" Target="../media/image203.png"/><Relationship Id="rId137" Type="http://schemas.openxmlformats.org/officeDocument/2006/relationships/customXml" Target="../ink/ink213.xml"/><Relationship Id="rId158" Type="http://schemas.openxmlformats.org/officeDocument/2006/relationships/image" Target="../media/image224.png"/><Relationship Id="rId20" Type="http://schemas.openxmlformats.org/officeDocument/2006/relationships/image" Target="../media/image155.png"/><Relationship Id="rId41" Type="http://schemas.openxmlformats.org/officeDocument/2006/relationships/customXml" Target="../ink/ink165.xml"/><Relationship Id="rId62" Type="http://schemas.openxmlformats.org/officeDocument/2006/relationships/image" Target="../media/image176.png"/><Relationship Id="rId83" Type="http://schemas.openxmlformats.org/officeDocument/2006/relationships/customXml" Target="../ink/ink186.xml"/><Relationship Id="rId179" Type="http://schemas.openxmlformats.org/officeDocument/2006/relationships/customXml" Target="../ink/ink234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22.xml"/><Relationship Id="rId21" Type="http://schemas.openxmlformats.org/officeDocument/2006/relationships/customXml" Target="../ink/ink274.xml"/><Relationship Id="rId42" Type="http://schemas.openxmlformats.org/officeDocument/2006/relationships/image" Target="../media/image286.png"/><Relationship Id="rId63" Type="http://schemas.openxmlformats.org/officeDocument/2006/relationships/customXml" Target="../ink/ink295.xml"/><Relationship Id="rId84" Type="http://schemas.openxmlformats.org/officeDocument/2006/relationships/image" Target="../media/image307.png"/><Relationship Id="rId138" Type="http://schemas.openxmlformats.org/officeDocument/2006/relationships/image" Target="../media/image334.png"/><Relationship Id="rId159" Type="http://schemas.openxmlformats.org/officeDocument/2006/relationships/customXml" Target="../ink/ink343.xml"/><Relationship Id="rId170" Type="http://schemas.openxmlformats.org/officeDocument/2006/relationships/image" Target="../media/image350.png"/><Relationship Id="rId191" Type="http://schemas.openxmlformats.org/officeDocument/2006/relationships/customXml" Target="../ink/ink359.xml"/><Relationship Id="rId205" Type="http://schemas.openxmlformats.org/officeDocument/2006/relationships/customXml" Target="../ink/ink366.xml"/><Relationship Id="rId107" Type="http://schemas.openxmlformats.org/officeDocument/2006/relationships/customXml" Target="../ink/ink317.xml"/><Relationship Id="rId11" Type="http://schemas.openxmlformats.org/officeDocument/2006/relationships/customXml" Target="../ink/ink269.xml"/><Relationship Id="rId32" Type="http://schemas.openxmlformats.org/officeDocument/2006/relationships/image" Target="../media/image281.png"/><Relationship Id="rId53" Type="http://schemas.openxmlformats.org/officeDocument/2006/relationships/customXml" Target="../ink/ink290.xml"/><Relationship Id="rId74" Type="http://schemas.openxmlformats.org/officeDocument/2006/relationships/image" Target="../media/image302.png"/><Relationship Id="rId128" Type="http://schemas.openxmlformats.org/officeDocument/2006/relationships/image" Target="../media/image329.png"/><Relationship Id="rId149" Type="http://schemas.openxmlformats.org/officeDocument/2006/relationships/customXml" Target="../ink/ink338.xml"/><Relationship Id="rId5" Type="http://schemas.openxmlformats.org/officeDocument/2006/relationships/customXml" Target="../ink/ink266.xml"/><Relationship Id="rId95" Type="http://schemas.openxmlformats.org/officeDocument/2006/relationships/customXml" Target="../ink/ink311.xml"/><Relationship Id="rId160" Type="http://schemas.openxmlformats.org/officeDocument/2006/relationships/image" Target="../media/image345.png"/><Relationship Id="rId181" Type="http://schemas.openxmlformats.org/officeDocument/2006/relationships/customXml" Target="../ink/ink354.xml"/><Relationship Id="rId22" Type="http://schemas.openxmlformats.org/officeDocument/2006/relationships/image" Target="../media/image276.png"/><Relationship Id="rId43" Type="http://schemas.openxmlformats.org/officeDocument/2006/relationships/customXml" Target="../ink/ink285.xml"/><Relationship Id="rId64" Type="http://schemas.openxmlformats.org/officeDocument/2006/relationships/image" Target="../media/image297.png"/><Relationship Id="rId118" Type="http://schemas.openxmlformats.org/officeDocument/2006/relationships/image" Target="../media/image324.png"/><Relationship Id="rId139" Type="http://schemas.openxmlformats.org/officeDocument/2006/relationships/customXml" Target="../ink/ink333.xml"/><Relationship Id="rId85" Type="http://schemas.openxmlformats.org/officeDocument/2006/relationships/customXml" Target="../ink/ink306.xml"/><Relationship Id="rId150" Type="http://schemas.openxmlformats.org/officeDocument/2006/relationships/image" Target="../media/image340.png"/><Relationship Id="rId171" Type="http://schemas.openxmlformats.org/officeDocument/2006/relationships/customXml" Target="../ink/ink349.xml"/><Relationship Id="rId192" Type="http://schemas.openxmlformats.org/officeDocument/2006/relationships/image" Target="../media/image361.png"/><Relationship Id="rId206" Type="http://schemas.openxmlformats.org/officeDocument/2006/relationships/image" Target="../media/image368.png"/><Relationship Id="rId12" Type="http://schemas.openxmlformats.org/officeDocument/2006/relationships/image" Target="../media/image271.png"/><Relationship Id="rId33" Type="http://schemas.openxmlformats.org/officeDocument/2006/relationships/customXml" Target="../ink/ink280.xml"/><Relationship Id="rId108" Type="http://schemas.openxmlformats.org/officeDocument/2006/relationships/image" Target="../media/image319.png"/><Relationship Id="rId129" Type="http://schemas.openxmlformats.org/officeDocument/2006/relationships/customXml" Target="../ink/ink328.xml"/><Relationship Id="rId54" Type="http://schemas.openxmlformats.org/officeDocument/2006/relationships/image" Target="../media/image292.png"/><Relationship Id="rId75" Type="http://schemas.openxmlformats.org/officeDocument/2006/relationships/customXml" Target="../ink/ink301.xml"/><Relationship Id="rId96" Type="http://schemas.openxmlformats.org/officeDocument/2006/relationships/image" Target="../media/image313.png"/><Relationship Id="rId140" Type="http://schemas.openxmlformats.org/officeDocument/2006/relationships/image" Target="../media/image335.png"/><Relationship Id="rId161" Type="http://schemas.openxmlformats.org/officeDocument/2006/relationships/customXml" Target="../ink/ink344.xml"/><Relationship Id="rId182" Type="http://schemas.openxmlformats.org/officeDocument/2006/relationships/image" Target="../media/image356.png"/><Relationship Id="rId6" Type="http://schemas.openxmlformats.org/officeDocument/2006/relationships/image" Target="../media/image268.png"/><Relationship Id="rId23" Type="http://schemas.openxmlformats.org/officeDocument/2006/relationships/customXml" Target="../ink/ink275.xml"/><Relationship Id="rId119" Type="http://schemas.openxmlformats.org/officeDocument/2006/relationships/customXml" Target="../ink/ink323.xml"/><Relationship Id="rId44" Type="http://schemas.openxmlformats.org/officeDocument/2006/relationships/image" Target="../media/image287.png"/><Relationship Id="rId65" Type="http://schemas.openxmlformats.org/officeDocument/2006/relationships/customXml" Target="../ink/ink296.xml"/><Relationship Id="rId86" Type="http://schemas.openxmlformats.org/officeDocument/2006/relationships/image" Target="../media/image308.png"/><Relationship Id="rId130" Type="http://schemas.openxmlformats.org/officeDocument/2006/relationships/image" Target="../media/image330.png"/><Relationship Id="rId151" Type="http://schemas.openxmlformats.org/officeDocument/2006/relationships/customXml" Target="../ink/ink339.xml"/><Relationship Id="rId172" Type="http://schemas.openxmlformats.org/officeDocument/2006/relationships/image" Target="../media/image351.png"/><Relationship Id="rId193" Type="http://schemas.openxmlformats.org/officeDocument/2006/relationships/customXml" Target="../ink/ink360.xml"/><Relationship Id="rId207" Type="http://schemas.openxmlformats.org/officeDocument/2006/relationships/customXml" Target="../ink/ink367.xml"/><Relationship Id="rId13" Type="http://schemas.openxmlformats.org/officeDocument/2006/relationships/customXml" Target="../ink/ink270.xml"/><Relationship Id="rId109" Type="http://schemas.openxmlformats.org/officeDocument/2006/relationships/customXml" Target="../ink/ink318.xml"/><Relationship Id="rId34" Type="http://schemas.openxmlformats.org/officeDocument/2006/relationships/image" Target="../media/image282.png"/><Relationship Id="rId55" Type="http://schemas.openxmlformats.org/officeDocument/2006/relationships/customXml" Target="../ink/ink291.xml"/><Relationship Id="rId76" Type="http://schemas.openxmlformats.org/officeDocument/2006/relationships/image" Target="../media/image303.png"/><Relationship Id="rId97" Type="http://schemas.openxmlformats.org/officeDocument/2006/relationships/customXml" Target="../ink/ink312.xml"/><Relationship Id="rId120" Type="http://schemas.openxmlformats.org/officeDocument/2006/relationships/image" Target="../media/image325.png"/><Relationship Id="rId141" Type="http://schemas.openxmlformats.org/officeDocument/2006/relationships/customXml" Target="../ink/ink334.xml"/><Relationship Id="rId7" Type="http://schemas.openxmlformats.org/officeDocument/2006/relationships/customXml" Target="../ink/ink267.xml"/><Relationship Id="rId162" Type="http://schemas.openxmlformats.org/officeDocument/2006/relationships/image" Target="../media/image346.png"/><Relationship Id="rId183" Type="http://schemas.openxmlformats.org/officeDocument/2006/relationships/customXml" Target="../ink/ink355.xml"/><Relationship Id="rId24" Type="http://schemas.openxmlformats.org/officeDocument/2006/relationships/image" Target="../media/image277.png"/><Relationship Id="rId45" Type="http://schemas.openxmlformats.org/officeDocument/2006/relationships/customXml" Target="../ink/ink286.xml"/><Relationship Id="rId66" Type="http://schemas.openxmlformats.org/officeDocument/2006/relationships/image" Target="../media/image298.png"/><Relationship Id="rId87" Type="http://schemas.openxmlformats.org/officeDocument/2006/relationships/customXml" Target="../ink/ink307.xml"/><Relationship Id="rId110" Type="http://schemas.openxmlformats.org/officeDocument/2006/relationships/image" Target="../media/image320.png"/><Relationship Id="rId131" Type="http://schemas.openxmlformats.org/officeDocument/2006/relationships/customXml" Target="../ink/ink329.xml"/><Relationship Id="rId152" Type="http://schemas.openxmlformats.org/officeDocument/2006/relationships/image" Target="../media/image341.png"/><Relationship Id="rId173" Type="http://schemas.openxmlformats.org/officeDocument/2006/relationships/customXml" Target="../ink/ink350.xml"/><Relationship Id="rId194" Type="http://schemas.openxmlformats.org/officeDocument/2006/relationships/image" Target="../media/image362.png"/><Relationship Id="rId208" Type="http://schemas.openxmlformats.org/officeDocument/2006/relationships/image" Target="../media/image369.png"/><Relationship Id="rId19" Type="http://schemas.openxmlformats.org/officeDocument/2006/relationships/customXml" Target="../ink/ink273.xml"/><Relationship Id="rId14" Type="http://schemas.openxmlformats.org/officeDocument/2006/relationships/image" Target="../media/image272.png"/><Relationship Id="rId30" Type="http://schemas.openxmlformats.org/officeDocument/2006/relationships/image" Target="../media/image280.png"/><Relationship Id="rId35" Type="http://schemas.openxmlformats.org/officeDocument/2006/relationships/customXml" Target="../ink/ink281.xml"/><Relationship Id="rId56" Type="http://schemas.openxmlformats.org/officeDocument/2006/relationships/image" Target="../media/image293.png"/><Relationship Id="rId77" Type="http://schemas.openxmlformats.org/officeDocument/2006/relationships/customXml" Target="../ink/ink302.xml"/><Relationship Id="rId100" Type="http://schemas.openxmlformats.org/officeDocument/2006/relationships/image" Target="../media/image315.png"/><Relationship Id="rId105" Type="http://schemas.openxmlformats.org/officeDocument/2006/relationships/customXml" Target="../ink/ink316.xml"/><Relationship Id="rId126" Type="http://schemas.openxmlformats.org/officeDocument/2006/relationships/image" Target="../media/image328.png"/><Relationship Id="rId147" Type="http://schemas.openxmlformats.org/officeDocument/2006/relationships/customXml" Target="../ink/ink337.xml"/><Relationship Id="rId168" Type="http://schemas.openxmlformats.org/officeDocument/2006/relationships/image" Target="../media/image349.png"/><Relationship Id="rId8" Type="http://schemas.openxmlformats.org/officeDocument/2006/relationships/image" Target="../media/image269.png"/><Relationship Id="rId51" Type="http://schemas.openxmlformats.org/officeDocument/2006/relationships/customXml" Target="../ink/ink289.xml"/><Relationship Id="rId72" Type="http://schemas.openxmlformats.org/officeDocument/2006/relationships/image" Target="../media/image301.png"/><Relationship Id="rId93" Type="http://schemas.openxmlformats.org/officeDocument/2006/relationships/customXml" Target="../ink/ink310.xml"/><Relationship Id="rId98" Type="http://schemas.openxmlformats.org/officeDocument/2006/relationships/image" Target="../media/image314.png"/><Relationship Id="rId121" Type="http://schemas.openxmlformats.org/officeDocument/2006/relationships/customXml" Target="../ink/ink324.xml"/><Relationship Id="rId142" Type="http://schemas.openxmlformats.org/officeDocument/2006/relationships/image" Target="../media/image336.png"/><Relationship Id="rId163" Type="http://schemas.openxmlformats.org/officeDocument/2006/relationships/customXml" Target="../ink/ink345.xml"/><Relationship Id="rId184" Type="http://schemas.openxmlformats.org/officeDocument/2006/relationships/image" Target="../media/image357.png"/><Relationship Id="rId189" Type="http://schemas.openxmlformats.org/officeDocument/2006/relationships/customXml" Target="../ink/ink358.xml"/><Relationship Id="rId3" Type="http://schemas.openxmlformats.org/officeDocument/2006/relationships/customXml" Target="../ink/ink265.xml"/><Relationship Id="rId214" Type="http://schemas.openxmlformats.org/officeDocument/2006/relationships/image" Target="../media/image372.png"/><Relationship Id="rId25" Type="http://schemas.openxmlformats.org/officeDocument/2006/relationships/customXml" Target="../ink/ink276.xml"/><Relationship Id="rId46" Type="http://schemas.openxmlformats.org/officeDocument/2006/relationships/image" Target="../media/image288.png"/><Relationship Id="rId67" Type="http://schemas.openxmlformats.org/officeDocument/2006/relationships/customXml" Target="../ink/ink297.xml"/><Relationship Id="rId116" Type="http://schemas.openxmlformats.org/officeDocument/2006/relationships/image" Target="../media/image323.png"/><Relationship Id="rId137" Type="http://schemas.openxmlformats.org/officeDocument/2006/relationships/customXml" Target="../ink/ink332.xml"/><Relationship Id="rId158" Type="http://schemas.openxmlformats.org/officeDocument/2006/relationships/image" Target="../media/image344.png"/><Relationship Id="rId20" Type="http://schemas.openxmlformats.org/officeDocument/2006/relationships/image" Target="../media/image275.png"/><Relationship Id="rId41" Type="http://schemas.openxmlformats.org/officeDocument/2006/relationships/customXml" Target="../ink/ink284.xml"/><Relationship Id="rId62" Type="http://schemas.openxmlformats.org/officeDocument/2006/relationships/image" Target="../media/image296.png"/><Relationship Id="rId83" Type="http://schemas.openxmlformats.org/officeDocument/2006/relationships/customXml" Target="../ink/ink305.xml"/><Relationship Id="rId88" Type="http://schemas.openxmlformats.org/officeDocument/2006/relationships/image" Target="../media/image309.png"/><Relationship Id="rId111" Type="http://schemas.openxmlformats.org/officeDocument/2006/relationships/customXml" Target="../ink/ink319.xml"/><Relationship Id="rId132" Type="http://schemas.openxmlformats.org/officeDocument/2006/relationships/image" Target="../media/image331.png"/><Relationship Id="rId153" Type="http://schemas.openxmlformats.org/officeDocument/2006/relationships/customXml" Target="../ink/ink340.xml"/><Relationship Id="rId174" Type="http://schemas.openxmlformats.org/officeDocument/2006/relationships/image" Target="../media/image352.png"/><Relationship Id="rId179" Type="http://schemas.openxmlformats.org/officeDocument/2006/relationships/customXml" Target="../ink/ink353.xml"/><Relationship Id="rId195" Type="http://schemas.openxmlformats.org/officeDocument/2006/relationships/customXml" Target="../ink/ink361.xml"/><Relationship Id="rId209" Type="http://schemas.openxmlformats.org/officeDocument/2006/relationships/customXml" Target="../ink/ink368.xml"/><Relationship Id="rId190" Type="http://schemas.openxmlformats.org/officeDocument/2006/relationships/image" Target="../media/image360.png"/><Relationship Id="rId204" Type="http://schemas.openxmlformats.org/officeDocument/2006/relationships/image" Target="../media/image367.png"/><Relationship Id="rId15" Type="http://schemas.openxmlformats.org/officeDocument/2006/relationships/customXml" Target="../ink/ink271.xml"/><Relationship Id="rId36" Type="http://schemas.openxmlformats.org/officeDocument/2006/relationships/image" Target="../media/image283.png"/><Relationship Id="rId57" Type="http://schemas.openxmlformats.org/officeDocument/2006/relationships/customXml" Target="../ink/ink292.xml"/><Relationship Id="rId106" Type="http://schemas.openxmlformats.org/officeDocument/2006/relationships/image" Target="../media/image318.png"/><Relationship Id="rId127" Type="http://schemas.openxmlformats.org/officeDocument/2006/relationships/customXml" Target="../ink/ink327.xml"/><Relationship Id="rId10" Type="http://schemas.openxmlformats.org/officeDocument/2006/relationships/image" Target="../media/image270.png"/><Relationship Id="rId31" Type="http://schemas.openxmlformats.org/officeDocument/2006/relationships/customXml" Target="../ink/ink279.xml"/><Relationship Id="rId52" Type="http://schemas.openxmlformats.org/officeDocument/2006/relationships/image" Target="../media/image291.png"/><Relationship Id="rId73" Type="http://schemas.openxmlformats.org/officeDocument/2006/relationships/customXml" Target="../ink/ink300.xml"/><Relationship Id="rId78" Type="http://schemas.openxmlformats.org/officeDocument/2006/relationships/image" Target="../media/image304.png"/><Relationship Id="rId94" Type="http://schemas.openxmlformats.org/officeDocument/2006/relationships/image" Target="../media/image312.png"/><Relationship Id="rId99" Type="http://schemas.openxmlformats.org/officeDocument/2006/relationships/customXml" Target="../ink/ink313.xml"/><Relationship Id="rId101" Type="http://schemas.openxmlformats.org/officeDocument/2006/relationships/customXml" Target="../ink/ink314.xml"/><Relationship Id="rId122" Type="http://schemas.openxmlformats.org/officeDocument/2006/relationships/image" Target="../media/image326.png"/><Relationship Id="rId143" Type="http://schemas.openxmlformats.org/officeDocument/2006/relationships/customXml" Target="../ink/ink335.xml"/><Relationship Id="rId148" Type="http://schemas.openxmlformats.org/officeDocument/2006/relationships/image" Target="../media/image339.png"/><Relationship Id="rId164" Type="http://schemas.openxmlformats.org/officeDocument/2006/relationships/image" Target="../media/image347.png"/><Relationship Id="rId169" Type="http://schemas.openxmlformats.org/officeDocument/2006/relationships/customXml" Target="../ink/ink348.xml"/><Relationship Id="rId185" Type="http://schemas.openxmlformats.org/officeDocument/2006/relationships/customXml" Target="../ink/ink356.xml"/><Relationship Id="rId4" Type="http://schemas.openxmlformats.org/officeDocument/2006/relationships/image" Target="../media/image267.png"/><Relationship Id="rId9" Type="http://schemas.openxmlformats.org/officeDocument/2006/relationships/customXml" Target="../ink/ink268.xml"/><Relationship Id="rId180" Type="http://schemas.openxmlformats.org/officeDocument/2006/relationships/image" Target="../media/image355.png"/><Relationship Id="rId210" Type="http://schemas.openxmlformats.org/officeDocument/2006/relationships/image" Target="../media/image370.png"/><Relationship Id="rId26" Type="http://schemas.openxmlformats.org/officeDocument/2006/relationships/image" Target="../media/image278.png"/><Relationship Id="rId47" Type="http://schemas.openxmlformats.org/officeDocument/2006/relationships/customXml" Target="../ink/ink287.xml"/><Relationship Id="rId68" Type="http://schemas.openxmlformats.org/officeDocument/2006/relationships/image" Target="../media/image299.png"/><Relationship Id="rId89" Type="http://schemas.openxmlformats.org/officeDocument/2006/relationships/customXml" Target="../ink/ink308.xml"/><Relationship Id="rId112" Type="http://schemas.openxmlformats.org/officeDocument/2006/relationships/image" Target="../media/image321.png"/><Relationship Id="rId133" Type="http://schemas.openxmlformats.org/officeDocument/2006/relationships/customXml" Target="../ink/ink330.xml"/><Relationship Id="rId154" Type="http://schemas.openxmlformats.org/officeDocument/2006/relationships/image" Target="../media/image342.png"/><Relationship Id="rId175" Type="http://schemas.openxmlformats.org/officeDocument/2006/relationships/customXml" Target="../ink/ink351.xml"/><Relationship Id="rId196" Type="http://schemas.openxmlformats.org/officeDocument/2006/relationships/image" Target="../media/image363.png"/><Relationship Id="rId200" Type="http://schemas.openxmlformats.org/officeDocument/2006/relationships/image" Target="../media/image365.png"/><Relationship Id="rId16" Type="http://schemas.openxmlformats.org/officeDocument/2006/relationships/image" Target="../media/image273.png"/><Relationship Id="rId37" Type="http://schemas.openxmlformats.org/officeDocument/2006/relationships/customXml" Target="../ink/ink282.xml"/><Relationship Id="rId58" Type="http://schemas.openxmlformats.org/officeDocument/2006/relationships/image" Target="../media/image294.png"/><Relationship Id="rId79" Type="http://schemas.openxmlformats.org/officeDocument/2006/relationships/customXml" Target="../ink/ink303.xml"/><Relationship Id="rId102" Type="http://schemas.openxmlformats.org/officeDocument/2006/relationships/image" Target="../media/image316.png"/><Relationship Id="rId123" Type="http://schemas.openxmlformats.org/officeDocument/2006/relationships/customXml" Target="../ink/ink325.xml"/><Relationship Id="rId144" Type="http://schemas.openxmlformats.org/officeDocument/2006/relationships/image" Target="../media/image337.png"/><Relationship Id="rId90" Type="http://schemas.openxmlformats.org/officeDocument/2006/relationships/image" Target="../media/image310.png"/><Relationship Id="rId165" Type="http://schemas.openxmlformats.org/officeDocument/2006/relationships/customXml" Target="../ink/ink346.xml"/><Relationship Id="rId186" Type="http://schemas.openxmlformats.org/officeDocument/2006/relationships/image" Target="../media/image358.png"/><Relationship Id="rId211" Type="http://schemas.openxmlformats.org/officeDocument/2006/relationships/customXml" Target="../ink/ink369.xml"/><Relationship Id="rId27" Type="http://schemas.openxmlformats.org/officeDocument/2006/relationships/customXml" Target="../ink/ink277.xml"/><Relationship Id="rId48" Type="http://schemas.openxmlformats.org/officeDocument/2006/relationships/image" Target="../media/image289.png"/><Relationship Id="rId69" Type="http://schemas.openxmlformats.org/officeDocument/2006/relationships/customXml" Target="../ink/ink298.xml"/><Relationship Id="rId113" Type="http://schemas.openxmlformats.org/officeDocument/2006/relationships/customXml" Target="../ink/ink320.xml"/><Relationship Id="rId134" Type="http://schemas.openxmlformats.org/officeDocument/2006/relationships/image" Target="../media/image332.png"/><Relationship Id="rId80" Type="http://schemas.openxmlformats.org/officeDocument/2006/relationships/image" Target="../media/image305.png"/><Relationship Id="rId155" Type="http://schemas.openxmlformats.org/officeDocument/2006/relationships/customXml" Target="../ink/ink341.xml"/><Relationship Id="rId176" Type="http://schemas.openxmlformats.org/officeDocument/2006/relationships/image" Target="../media/image353.png"/><Relationship Id="rId197" Type="http://schemas.openxmlformats.org/officeDocument/2006/relationships/customXml" Target="../ink/ink362.xml"/><Relationship Id="rId201" Type="http://schemas.openxmlformats.org/officeDocument/2006/relationships/customXml" Target="../ink/ink364.xml"/><Relationship Id="rId17" Type="http://schemas.openxmlformats.org/officeDocument/2006/relationships/customXml" Target="../ink/ink272.xml"/><Relationship Id="rId38" Type="http://schemas.openxmlformats.org/officeDocument/2006/relationships/image" Target="../media/image284.png"/><Relationship Id="rId59" Type="http://schemas.openxmlformats.org/officeDocument/2006/relationships/customXml" Target="../ink/ink293.xml"/><Relationship Id="rId103" Type="http://schemas.openxmlformats.org/officeDocument/2006/relationships/customXml" Target="../ink/ink315.xml"/><Relationship Id="rId124" Type="http://schemas.openxmlformats.org/officeDocument/2006/relationships/image" Target="../media/image327.png"/><Relationship Id="rId70" Type="http://schemas.openxmlformats.org/officeDocument/2006/relationships/image" Target="../media/image300.png"/><Relationship Id="rId91" Type="http://schemas.openxmlformats.org/officeDocument/2006/relationships/customXml" Target="../ink/ink309.xml"/><Relationship Id="rId145" Type="http://schemas.openxmlformats.org/officeDocument/2006/relationships/customXml" Target="../ink/ink336.xml"/><Relationship Id="rId166" Type="http://schemas.openxmlformats.org/officeDocument/2006/relationships/image" Target="../media/image348.png"/><Relationship Id="rId187" Type="http://schemas.openxmlformats.org/officeDocument/2006/relationships/customXml" Target="../ink/ink357.xml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371.png"/><Relationship Id="rId28" Type="http://schemas.openxmlformats.org/officeDocument/2006/relationships/image" Target="../media/image279.png"/><Relationship Id="rId49" Type="http://schemas.openxmlformats.org/officeDocument/2006/relationships/customXml" Target="../ink/ink288.xml"/><Relationship Id="rId114" Type="http://schemas.openxmlformats.org/officeDocument/2006/relationships/image" Target="../media/image322.png"/><Relationship Id="rId60" Type="http://schemas.openxmlformats.org/officeDocument/2006/relationships/image" Target="../media/image295.png"/><Relationship Id="rId81" Type="http://schemas.openxmlformats.org/officeDocument/2006/relationships/customXml" Target="../ink/ink304.xml"/><Relationship Id="rId135" Type="http://schemas.openxmlformats.org/officeDocument/2006/relationships/customXml" Target="../ink/ink331.xml"/><Relationship Id="rId156" Type="http://schemas.openxmlformats.org/officeDocument/2006/relationships/image" Target="../media/image343.png"/><Relationship Id="rId177" Type="http://schemas.openxmlformats.org/officeDocument/2006/relationships/customXml" Target="../ink/ink352.xml"/><Relationship Id="rId198" Type="http://schemas.openxmlformats.org/officeDocument/2006/relationships/image" Target="../media/image364.png"/><Relationship Id="rId202" Type="http://schemas.openxmlformats.org/officeDocument/2006/relationships/image" Target="../media/image366.png"/><Relationship Id="rId18" Type="http://schemas.openxmlformats.org/officeDocument/2006/relationships/image" Target="../media/image274.png"/><Relationship Id="rId39" Type="http://schemas.openxmlformats.org/officeDocument/2006/relationships/customXml" Target="../ink/ink283.xml"/><Relationship Id="rId50" Type="http://schemas.openxmlformats.org/officeDocument/2006/relationships/image" Target="../media/image290.png"/><Relationship Id="rId104" Type="http://schemas.openxmlformats.org/officeDocument/2006/relationships/image" Target="../media/image317.png"/><Relationship Id="rId125" Type="http://schemas.openxmlformats.org/officeDocument/2006/relationships/customXml" Target="../ink/ink326.xml"/><Relationship Id="rId146" Type="http://schemas.openxmlformats.org/officeDocument/2006/relationships/image" Target="../media/image338.png"/><Relationship Id="rId167" Type="http://schemas.openxmlformats.org/officeDocument/2006/relationships/customXml" Target="../ink/ink347.xml"/><Relationship Id="rId188" Type="http://schemas.openxmlformats.org/officeDocument/2006/relationships/image" Target="../media/image359.png"/><Relationship Id="rId71" Type="http://schemas.openxmlformats.org/officeDocument/2006/relationships/customXml" Target="../ink/ink299.xml"/><Relationship Id="rId92" Type="http://schemas.openxmlformats.org/officeDocument/2006/relationships/image" Target="../media/image311.png"/><Relationship Id="rId213" Type="http://schemas.openxmlformats.org/officeDocument/2006/relationships/customXml" Target="../ink/ink370.xml"/><Relationship Id="rId2" Type="http://schemas.openxmlformats.org/officeDocument/2006/relationships/image" Target="../media/image266.png"/><Relationship Id="rId29" Type="http://schemas.openxmlformats.org/officeDocument/2006/relationships/customXml" Target="../ink/ink278.xml"/><Relationship Id="rId40" Type="http://schemas.openxmlformats.org/officeDocument/2006/relationships/image" Target="../media/image285.png"/><Relationship Id="rId115" Type="http://schemas.openxmlformats.org/officeDocument/2006/relationships/customXml" Target="../ink/ink321.xml"/><Relationship Id="rId136" Type="http://schemas.openxmlformats.org/officeDocument/2006/relationships/image" Target="../media/image333.png"/><Relationship Id="rId157" Type="http://schemas.openxmlformats.org/officeDocument/2006/relationships/customXml" Target="../ink/ink342.xml"/><Relationship Id="rId178" Type="http://schemas.openxmlformats.org/officeDocument/2006/relationships/image" Target="../media/image354.png"/><Relationship Id="rId61" Type="http://schemas.openxmlformats.org/officeDocument/2006/relationships/customXml" Target="../ink/ink294.xml"/><Relationship Id="rId82" Type="http://schemas.openxmlformats.org/officeDocument/2006/relationships/image" Target="../media/image306.png"/><Relationship Id="rId199" Type="http://schemas.openxmlformats.org/officeDocument/2006/relationships/customXml" Target="../ink/ink363.xml"/><Relationship Id="rId203" Type="http://schemas.openxmlformats.org/officeDocument/2006/relationships/customXml" Target="../ink/ink365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30.png"/><Relationship Id="rId21" Type="http://schemas.openxmlformats.org/officeDocument/2006/relationships/image" Target="../media/image382.png"/><Relationship Id="rId42" Type="http://schemas.openxmlformats.org/officeDocument/2006/relationships/customXml" Target="../ink/ink390.xml"/><Relationship Id="rId63" Type="http://schemas.openxmlformats.org/officeDocument/2006/relationships/image" Target="../media/image403.png"/><Relationship Id="rId84" Type="http://schemas.openxmlformats.org/officeDocument/2006/relationships/customXml" Target="../ink/ink411.xml"/><Relationship Id="rId138" Type="http://schemas.openxmlformats.org/officeDocument/2006/relationships/customXml" Target="../ink/ink438.xml"/><Relationship Id="rId107" Type="http://schemas.openxmlformats.org/officeDocument/2006/relationships/image" Target="../media/image425.png"/><Relationship Id="rId11" Type="http://schemas.openxmlformats.org/officeDocument/2006/relationships/image" Target="../media/image377.png"/><Relationship Id="rId32" Type="http://schemas.openxmlformats.org/officeDocument/2006/relationships/customXml" Target="../ink/ink385.xml"/><Relationship Id="rId37" Type="http://schemas.openxmlformats.org/officeDocument/2006/relationships/image" Target="../media/image390.png"/><Relationship Id="rId53" Type="http://schemas.openxmlformats.org/officeDocument/2006/relationships/image" Target="../media/image398.png"/><Relationship Id="rId58" Type="http://schemas.openxmlformats.org/officeDocument/2006/relationships/customXml" Target="../ink/ink398.xml"/><Relationship Id="rId74" Type="http://schemas.openxmlformats.org/officeDocument/2006/relationships/customXml" Target="../ink/ink406.xml"/><Relationship Id="rId79" Type="http://schemas.openxmlformats.org/officeDocument/2006/relationships/image" Target="../media/image411.png"/><Relationship Id="rId102" Type="http://schemas.openxmlformats.org/officeDocument/2006/relationships/customXml" Target="../ink/ink420.xml"/><Relationship Id="rId123" Type="http://schemas.openxmlformats.org/officeDocument/2006/relationships/image" Target="../media/image433.png"/><Relationship Id="rId128" Type="http://schemas.openxmlformats.org/officeDocument/2006/relationships/customXml" Target="../ink/ink433.xml"/><Relationship Id="rId5" Type="http://schemas.openxmlformats.org/officeDocument/2006/relationships/image" Target="../media/image374.png"/><Relationship Id="rId90" Type="http://schemas.openxmlformats.org/officeDocument/2006/relationships/customXml" Target="../ink/ink414.xml"/><Relationship Id="rId95" Type="http://schemas.openxmlformats.org/officeDocument/2006/relationships/image" Target="../media/image419.png"/><Relationship Id="rId22" Type="http://schemas.openxmlformats.org/officeDocument/2006/relationships/customXml" Target="../ink/ink380.xml"/><Relationship Id="rId27" Type="http://schemas.openxmlformats.org/officeDocument/2006/relationships/image" Target="../media/image385.png"/><Relationship Id="rId43" Type="http://schemas.openxmlformats.org/officeDocument/2006/relationships/image" Target="../media/image393.png"/><Relationship Id="rId48" Type="http://schemas.openxmlformats.org/officeDocument/2006/relationships/customXml" Target="../ink/ink393.xml"/><Relationship Id="rId64" Type="http://schemas.openxmlformats.org/officeDocument/2006/relationships/customXml" Target="../ink/ink401.xml"/><Relationship Id="rId69" Type="http://schemas.openxmlformats.org/officeDocument/2006/relationships/image" Target="../media/image406.png"/><Relationship Id="rId113" Type="http://schemas.openxmlformats.org/officeDocument/2006/relationships/image" Target="../media/image428.png"/><Relationship Id="rId118" Type="http://schemas.openxmlformats.org/officeDocument/2006/relationships/customXml" Target="../ink/ink428.xml"/><Relationship Id="rId134" Type="http://schemas.openxmlformats.org/officeDocument/2006/relationships/customXml" Target="../ink/ink436.xml"/><Relationship Id="rId139" Type="http://schemas.openxmlformats.org/officeDocument/2006/relationships/image" Target="../media/image441.png"/><Relationship Id="rId80" Type="http://schemas.openxmlformats.org/officeDocument/2006/relationships/customXml" Target="../ink/ink409.xml"/><Relationship Id="rId85" Type="http://schemas.openxmlformats.org/officeDocument/2006/relationships/image" Target="../media/image414.png"/><Relationship Id="rId12" Type="http://schemas.openxmlformats.org/officeDocument/2006/relationships/customXml" Target="../ink/ink375.xml"/><Relationship Id="rId17" Type="http://schemas.openxmlformats.org/officeDocument/2006/relationships/image" Target="../media/image380.png"/><Relationship Id="rId33" Type="http://schemas.openxmlformats.org/officeDocument/2006/relationships/image" Target="../media/image388.png"/><Relationship Id="rId38" Type="http://schemas.openxmlformats.org/officeDocument/2006/relationships/customXml" Target="../ink/ink388.xml"/><Relationship Id="rId59" Type="http://schemas.openxmlformats.org/officeDocument/2006/relationships/image" Target="../media/image401.png"/><Relationship Id="rId103" Type="http://schemas.openxmlformats.org/officeDocument/2006/relationships/image" Target="../media/image423.png"/><Relationship Id="rId108" Type="http://schemas.openxmlformats.org/officeDocument/2006/relationships/customXml" Target="../ink/ink423.xml"/><Relationship Id="rId124" Type="http://schemas.openxmlformats.org/officeDocument/2006/relationships/customXml" Target="../ink/ink431.xml"/><Relationship Id="rId129" Type="http://schemas.openxmlformats.org/officeDocument/2006/relationships/image" Target="../media/image436.png"/><Relationship Id="rId54" Type="http://schemas.openxmlformats.org/officeDocument/2006/relationships/customXml" Target="../ink/ink396.xml"/><Relationship Id="rId70" Type="http://schemas.openxmlformats.org/officeDocument/2006/relationships/customXml" Target="../ink/ink404.xml"/><Relationship Id="rId75" Type="http://schemas.openxmlformats.org/officeDocument/2006/relationships/image" Target="../media/image409.png"/><Relationship Id="rId91" Type="http://schemas.openxmlformats.org/officeDocument/2006/relationships/image" Target="../media/image417.png"/><Relationship Id="rId96" Type="http://schemas.openxmlformats.org/officeDocument/2006/relationships/customXml" Target="../ink/ink417.xml"/><Relationship Id="rId140" Type="http://schemas.openxmlformats.org/officeDocument/2006/relationships/customXml" Target="../ink/ink439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72.xml"/><Relationship Id="rId23" Type="http://schemas.openxmlformats.org/officeDocument/2006/relationships/image" Target="../media/image383.png"/><Relationship Id="rId28" Type="http://schemas.openxmlformats.org/officeDocument/2006/relationships/customXml" Target="../ink/ink383.xml"/><Relationship Id="rId49" Type="http://schemas.openxmlformats.org/officeDocument/2006/relationships/image" Target="../media/image396.png"/><Relationship Id="rId114" Type="http://schemas.openxmlformats.org/officeDocument/2006/relationships/customXml" Target="../ink/ink426.xml"/><Relationship Id="rId119" Type="http://schemas.openxmlformats.org/officeDocument/2006/relationships/image" Target="../media/image431.png"/><Relationship Id="rId44" Type="http://schemas.openxmlformats.org/officeDocument/2006/relationships/customXml" Target="../ink/ink391.xml"/><Relationship Id="rId60" Type="http://schemas.openxmlformats.org/officeDocument/2006/relationships/customXml" Target="../ink/ink399.xml"/><Relationship Id="rId65" Type="http://schemas.openxmlformats.org/officeDocument/2006/relationships/image" Target="../media/image404.png"/><Relationship Id="rId81" Type="http://schemas.openxmlformats.org/officeDocument/2006/relationships/image" Target="../media/image412.png"/><Relationship Id="rId86" Type="http://schemas.openxmlformats.org/officeDocument/2006/relationships/customXml" Target="../ink/ink412.xml"/><Relationship Id="rId130" Type="http://schemas.openxmlformats.org/officeDocument/2006/relationships/customXml" Target="../ink/ink434.xml"/><Relationship Id="rId135" Type="http://schemas.openxmlformats.org/officeDocument/2006/relationships/image" Target="../media/image439.png"/><Relationship Id="rId13" Type="http://schemas.openxmlformats.org/officeDocument/2006/relationships/image" Target="../media/image378.png"/><Relationship Id="rId18" Type="http://schemas.openxmlformats.org/officeDocument/2006/relationships/customXml" Target="../ink/ink378.xml"/><Relationship Id="rId39" Type="http://schemas.openxmlformats.org/officeDocument/2006/relationships/image" Target="../media/image391.png"/><Relationship Id="rId109" Type="http://schemas.openxmlformats.org/officeDocument/2006/relationships/image" Target="../media/image426.png"/><Relationship Id="rId34" Type="http://schemas.openxmlformats.org/officeDocument/2006/relationships/customXml" Target="../ink/ink386.xml"/><Relationship Id="rId50" Type="http://schemas.openxmlformats.org/officeDocument/2006/relationships/customXml" Target="../ink/ink394.xml"/><Relationship Id="rId55" Type="http://schemas.openxmlformats.org/officeDocument/2006/relationships/image" Target="../media/image399.png"/><Relationship Id="rId76" Type="http://schemas.openxmlformats.org/officeDocument/2006/relationships/customXml" Target="../ink/ink407.xml"/><Relationship Id="rId97" Type="http://schemas.openxmlformats.org/officeDocument/2006/relationships/image" Target="../media/image420.png"/><Relationship Id="rId104" Type="http://schemas.openxmlformats.org/officeDocument/2006/relationships/customXml" Target="../ink/ink421.xml"/><Relationship Id="rId120" Type="http://schemas.openxmlformats.org/officeDocument/2006/relationships/customXml" Target="../ink/ink429.xml"/><Relationship Id="rId125" Type="http://schemas.openxmlformats.org/officeDocument/2006/relationships/image" Target="../media/image434.png"/><Relationship Id="rId141" Type="http://schemas.openxmlformats.org/officeDocument/2006/relationships/image" Target="../media/image442.png"/><Relationship Id="rId7" Type="http://schemas.openxmlformats.org/officeDocument/2006/relationships/image" Target="../media/image375.png"/><Relationship Id="rId71" Type="http://schemas.openxmlformats.org/officeDocument/2006/relationships/image" Target="../media/image407.png"/><Relationship Id="rId92" Type="http://schemas.openxmlformats.org/officeDocument/2006/relationships/customXml" Target="../ink/ink415.xml"/><Relationship Id="rId2" Type="http://schemas.openxmlformats.org/officeDocument/2006/relationships/image" Target="../media/image373.png"/><Relationship Id="rId29" Type="http://schemas.openxmlformats.org/officeDocument/2006/relationships/image" Target="../media/image386.png"/><Relationship Id="rId24" Type="http://schemas.openxmlformats.org/officeDocument/2006/relationships/customXml" Target="../ink/ink381.xml"/><Relationship Id="rId40" Type="http://schemas.openxmlformats.org/officeDocument/2006/relationships/customXml" Target="../ink/ink389.xml"/><Relationship Id="rId45" Type="http://schemas.openxmlformats.org/officeDocument/2006/relationships/image" Target="../media/image394.png"/><Relationship Id="rId66" Type="http://schemas.openxmlformats.org/officeDocument/2006/relationships/customXml" Target="../ink/ink402.xml"/><Relationship Id="rId87" Type="http://schemas.openxmlformats.org/officeDocument/2006/relationships/image" Target="../media/image415.png"/><Relationship Id="rId110" Type="http://schemas.openxmlformats.org/officeDocument/2006/relationships/customXml" Target="../ink/ink424.xml"/><Relationship Id="rId115" Type="http://schemas.openxmlformats.org/officeDocument/2006/relationships/image" Target="../media/image429.png"/><Relationship Id="rId131" Type="http://schemas.openxmlformats.org/officeDocument/2006/relationships/image" Target="../media/image437.png"/><Relationship Id="rId136" Type="http://schemas.openxmlformats.org/officeDocument/2006/relationships/customXml" Target="../ink/ink437.xml"/><Relationship Id="rId61" Type="http://schemas.openxmlformats.org/officeDocument/2006/relationships/image" Target="../media/image402.png"/><Relationship Id="rId82" Type="http://schemas.openxmlformats.org/officeDocument/2006/relationships/customXml" Target="../ink/ink410.xml"/><Relationship Id="rId19" Type="http://schemas.openxmlformats.org/officeDocument/2006/relationships/image" Target="../media/image381.png"/><Relationship Id="rId14" Type="http://schemas.openxmlformats.org/officeDocument/2006/relationships/customXml" Target="../ink/ink376.xml"/><Relationship Id="rId30" Type="http://schemas.openxmlformats.org/officeDocument/2006/relationships/customXml" Target="../ink/ink384.xml"/><Relationship Id="rId35" Type="http://schemas.openxmlformats.org/officeDocument/2006/relationships/image" Target="../media/image389.png"/><Relationship Id="rId56" Type="http://schemas.openxmlformats.org/officeDocument/2006/relationships/customXml" Target="../ink/ink397.xml"/><Relationship Id="rId77" Type="http://schemas.openxmlformats.org/officeDocument/2006/relationships/image" Target="../media/image410.png"/><Relationship Id="rId100" Type="http://schemas.openxmlformats.org/officeDocument/2006/relationships/customXml" Target="../ink/ink419.xml"/><Relationship Id="rId105" Type="http://schemas.openxmlformats.org/officeDocument/2006/relationships/image" Target="../media/image424.png"/><Relationship Id="rId126" Type="http://schemas.openxmlformats.org/officeDocument/2006/relationships/customXml" Target="../ink/ink432.xml"/><Relationship Id="rId8" Type="http://schemas.openxmlformats.org/officeDocument/2006/relationships/customXml" Target="../ink/ink373.xml"/><Relationship Id="rId51" Type="http://schemas.openxmlformats.org/officeDocument/2006/relationships/image" Target="../media/image397.png"/><Relationship Id="rId72" Type="http://schemas.openxmlformats.org/officeDocument/2006/relationships/customXml" Target="../ink/ink405.xml"/><Relationship Id="rId93" Type="http://schemas.openxmlformats.org/officeDocument/2006/relationships/image" Target="../media/image418.png"/><Relationship Id="rId98" Type="http://schemas.openxmlformats.org/officeDocument/2006/relationships/customXml" Target="../ink/ink418.xml"/><Relationship Id="rId121" Type="http://schemas.openxmlformats.org/officeDocument/2006/relationships/image" Target="../media/image432.png"/><Relationship Id="rId3" Type="http://schemas.openxmlformats.org/officeDocument/2006/relationships/image" Target="../media/image146.png"/><Relationship Id="rId25" Type="http://schemas.openxmlformats.org/officeDocument/2006/relationships/image" Target="../media/image384.png"/><Relationship Id="rId46" Type="http://schemas.openxmlformats.org/officeDocument/2006/relationships/customXml" Target="../ink/ink392.xml"/><Relationship Id="rId67" Type="http://schemas.openxmlformats.org/officeDocument/2006/relationships/image" Target="../media/image405.png"/><Relationship Id="rId116" Type="http://schemas.openxmlformats.org/officeDocument/2006/relationships/customXml" Target="../ink/ink427.xml"/><Relationship Id="rId137" Type="http://schemas.openxmlformats.org/officeDocument/2006/relationships/image" Target="../media/image440.png"/><Relationship Id="rId20" Type="http://schemas.openxmlformats.org/officeDocument/2006/relationships/customXml" Target="../ink/ink379.xml"/><Relationship Id="rId41" Type="http://schemas.openxmlformats.org/officeDocument/2006/relationships/image" Target="../media/image392.png"/><Relationship Id="rId62" Type="http://schemas.openxmlformats.org/officeDocument/2006/relationships/customXml" Target="../ink/ink400.xml"/><Relationship Id="rId83" Type="http://schemas.openxmlformats.org/officeDocument/2006/relationships/image" Target="../media/image413.png"/><Relationship Id="rId88" Type="http://schemas.openxmlformats.org/officeDocument/2006/relationships/customXml" Target="../ink/ink413.xml"/><Relationship Id="rId111" Type="http://schemas.openxmlformats.org/officeDocument/2006/relationships/image" Target="../media/image427.png"/><Relationship Id="rId132" Type="http://schemas.openxmlformats.org/officeDocument/2006/relationships/customXml" Target="../ink/ink435.xml"/><Relationship Id="rId15" Type="http://schemas.openxmlformats.org/officeDocument/2006/relationships/image" Target="../media/image379.png"/><Relationship Id="rId36" Type="http://schemas.openxmlformats.org/officeDocument/2006/relationships/customXml" Target="../ink/ink387.xml"/><Relationship Id="rId57" Type="http://schemas.openxmlformats.org/officeDocument/2006/relationships/image" Target="../media/image400.png"/><Relationship Id="rId106" Type="http://schemas.openxmlformats.org/officeDocument/2006/relationships/customXml" Target="../ink/ink422.xml"/><Relationship Id="rId127" Type="http://schemas.openxmlformats.org/officeDocument/2006/relationships/image" Target="../media/image435.png"/><Relationship Id="rId10" Type="http://schemas.openxmlformats.org/officeDocument/2006/relationships/customXml" Target="../ink/ink374.xml"/><Relationship Id="rId31" Type="http://schemas.openxmlformats.org/officeDocument/2006/relationships/image" Target="../media/image387.png"/><Relationship Id="rId52" Type="http://schemas.openxmlformats.org/officeDocument/2006/relationships/customXml" Target="../ink/ink395.xml"/><Relationship Id="rId73" Type="http://schemas.openxmlformats.org/officeDocument/2006/relationships/image" Target="../media/image408.png"/><Relationship Id="rId78" Type="http://schemas.openxmlformats.org/officeDocument/2006/relationships/customXml" Target="../ink/ink408.xml"/><Relationship Id="rId94" Type="http://schemas.openxmlformats.org/officeDocument/2006/relationships/customXml" Target="../ink/ink416.xml"/><Relationship Id="rId99" Type="http://schemas.openxmlformats.org/officeDocument/2006/relationships/image" Target="../media/image421.png"/><Relationship Id="rId101" Type="http://schemas.openxmlformats.org/officeDocument/2006/relationships/image" Target="../media/image422.png"/><Relationship Id="rId122" Type="http://schemas.openxmlformats.org/officeDocument/2006/relationships/customXml" Target="../ink/ink430.xml"/><Relationship Id="rId4" Type="http://schemas.openxmlformats.org/officeDocument/2006/relationships/customXml" Target="../ink/ink371.xml"/><Relationship Id="rId9" Type="http://schemas.openxmlformats.org/officeDocument/2006/relationships/image" Target="../media/image376.png"/><Relationship Id="rId26" Type="http://schemas.openxmlformats.org/officeDocument/2006/relationships/customXml" Target="../ink/ink382.xml"/><Relationship Id="rId47" Type="http://schemas.openxmlformats.org/officeDocument/2006/relationships/image" Target="../media/image395.png"/><Relationship Id="rId68" Type="http://schemas.openxmlformats.org/officeDocument/2006/relationships/customXml" Target="../ink/ink403.xml"/><Relationship Id="rId89" Type="http://schemas.openxmlformats.org/officeDocument/2006/relationships/image" Target="../media/image416.png"/><Relationship Id="rId112" Type="http://schemas.openxmlformats.org/officeDocument/2006/relationships/customXml" Target="../ink/ink425.xml"/><Relationship Id="rId133" Type="http://schemas.openxmlformats.org/officeDocument/2006/relationships/image" Target="../media/image438.png"/><Relationship Id="rId16" Type="http://schemas.openxmlformats.org/officeDocument/2006/relationships/customXml" Target="../ink/ink377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97.xml"/><Relationship Id="rId21" Type="http://schemas.openxmlformats.org/officeDocument/2006/relationships/customXml" Target="../ink/ink449.xml"/><Relationship Id="rId42" Type="http://schemas.openxmlformats.org/officeDocument/2006/relationships/image" Target="../media/image463.png"/><Relationship Id="rId63" Type="http://schemas.openxmlformats.org/officeDocument/2006/relationships/customXml" Target="../ink/ink470.xml"/><Relationship Id="rId84" Type="http://schemas.openxmlformats.org/officeDocument/2006/relationships/image" Target="../media/image484.png"/><Relationship Id="rId138" Type="http://schemas.openxmlformats.org/officeDocument/2006/relationships/image" Target="../media/image511.png"/><Relationship Id="rId107" Type="http://schemas.openxmlformats.org/officeDocument/2006/relationships/customXml" Target="../ink/ink492.xml"/><Relationship Id="rId11" Type="http://schemas.openxmlformats.org/officeDocument/2006/relationships/customXml" Target="../ink/ink444.xml"/><Relationship Id="rId32" Type="http://schemas.openxmlformats.org/officeDocument/2006/relationships/image" Target="../media/image458.png"/><Relationship Id="rId53" Type="http://schemas.openxmlformats.org/officeDocument/2006/relationships/customXml" Target="../ink/ink465.xml"/><Relationship Id="rId74" Type="http://schemas.openxmlformats.org/officeDocument/2006/relationships/image" Target="../media/image479.png"/><Relationship Id="rId128" Type="http://schemas.openxmlformats.org/officeDocument/2006/relationships/image" Target="../media/image506.png"/><Relationship Id="rId149" Type="http://schemas.openxmlformats.org/officeDocument/2006/relationships/customXml" Target="../ink/ink513.xml"/><Relationship Id="rId5" Type="http://schemas.openxmlformats.org/officeDocument/2006/relationships/customXml" Target="../ink/ink441.xml"/><Relationship Id="rId95" Type="http://schemas.openxmlformats.org/officeDocument/2006/relationships/customXml" Target="../ink/ink486.xml"/><Relationship Id="rId22" Type="http://schemas.openxmlformats.org/officeDocument/2006/relationships/image" Target="../media/image453.png"/><Relationship Id="rId27" Type="http://schemas.openxmlformats.org/officeDocument/2006/relationships/customXml" Target="../ink/ink452.xml"/><Relationship Id="rId43" Type="http://schemas.openxmlformats.org/officeDocument/2006/relationships/customXml" Target="../ink/ink460.xml"/><Relationship Id="rId48" Type="http://schemas.openxmlformats.org/officeDocument/2006/relationships/image" Target="../media/image466.png"/><Relationship Id="rId64" Type="http://schemas.openxmlformats.org/officeDocument/2006/relationships/image" Target="../media/image474.png"/><Relationship Id="rId69" Type="http://schemas.openxmlformats.org/officeDocument/2006/relationships/customXml" Target="../ink/ink473.xml"/><Relationship Id="rId113" Type="http://schemas.openxmlformats.org/officeDocument/2006/relationships/customXml" Target="../ink/ink495.xml"/><Relationship Id="rId118" Type="http://schemas.openxmlformats.org/officeDocument/2006/relationships/image" Target="../media/image501.png"/><Relationship Id="rId134" Type="http://schemas.openxmlformats.org/officeDocument/2006/relationships/image" Target="../media/image509.png"/><Relationship Id="rId139" Type="http://schemas.openxmlformats.org/officeDocument/2006/relationships/customXml" Target="../ink/ink508.xml"/><Relationship Id="rId80" Type="http://schemas.openxmlformats.org/officeDocument/2006/relationships/image" Target="../media/image482.png"/><Relationship Id="rId85" Type="http://schemas.openxmlformats.org/officeDocument/2006/relationships/customXml" Target="../ink/ink481.xml"/><Relationship Id="rId150" Type="http://schemas.openxmlformats.org/officeDocument/2006/relationships/image" Target="../media/image517.png"/><Relationship Id="rId12" Type="http://schemas.openxmlformats.org/officeDocument/2006/relationships/image" Target="../media/image448.png"/><Relationship Id="rId17" Type="http://schemas.openxmlformats.org/officeDocument/2006/relationships/customXml" Target="../ink/ink447.xml"/><Relationship Id="rId33" Type="http://schemas.openxmlformats.org/officeDocument/2006/relationships/customXml" Target="../ink/ink455.xml"/><Relationship Id="rId38" Type="http://schemas.openxmlformats.org/officeDocument/2006/relationships/image" Target="../media/image461.png"/><Relationship Id="rId59" Type="http://schemas.openxmlformats.org/officeDocument/2006/relationships/customXml" Target="../ink/ink468.xml"/><Relationship Id="rId103" Type="http://schemas.openxmlformats.org/officeDocument/2006/relationships/customXml" Target="../ink/ink490.xml"/><Relationship Id="rId108" Type="http://schemas.openxmlformats.org/officeDocument/2006/relationships/image" Target="../media/image496.png"/><Relationship Id="rId124" Type="http://schemas.openxmlformats.org/officeDocument/2006/relationships/image" Target="../media/image504.png"/><Relationship Id="rId129" Type="http://schemas.openxmlformats.org/officeDocument/2006/relationships/customXml" Target="../ink/ink503.xml"/><Relationship Id="rId54" Type="http://schemas.openxmlformats.org/officeDocument/2006/relationships/image" Target="../media/image469.png"/><Relationship Id="rId70" Type="http://schemas.openxmlformats.org/officeDocument/2006/relationships/image" Target="../media/image477.png"/><Relationship Id="rId75" Type="http://schemas.openxmlformats.org/officeDocument/2006/relationships/customXml" Target="../ink/ink476.xml"/><Relationship Id="rId91" Type="http://schemas.openxmlformats.org/officeDocument/2006/relationships/customXml" Target="../ink/ink484.xml"/><Relationship Id="rId96" Type="http://schemas.openxmlformats.org/officeDocument/2006/relationships/image" Target="../media/image490.png"/><Relationship Id="rId140" Type="http://schemas.openxmlformats.org/officeDocument/2006/relationships/image" Target="../media/image512.png"/><Relationship Id="rId145" Type="http://schemas.openxmlformats.org/officeDocument/2006/relationships/customXml" Target="../ink/ink5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5.png"/><Relationship Id="rId23" Type="http://schemas.openxmlformats.org/officeDocument/2006/relationships/customXml" Target="../ink/ink450.xml"/><Relationship Id="rId28" Type="http://schemas.openxmlformats.org/officeDocument/2006/relationships/image" Target="../media/image456.png"/><Relationship Id="rId49" Type="http://schemas.openxmlformats.org/officeDocument/2006/relationships/customXml" Target="../ink/ink463.xml"/><Relationship Id="rId114" Type="http://schemas.openxmlformats.org/officeDocument/2006/relationships/image" Target="../media/image499.png"/><Relationship Id="rId119" Type="http://schemas.openxmlformats.org/officeDocument/2006/relationships/customXml" Target="../ink/ink498.xml"/><Relationship Id="rId44" Type="http://schemas.openxmlformats.org/officeDocument/2006/relationships/image" Target="../media/image464.png"/><Relationship Id="rId60" Type="http://schemas.openxmlformats.org/officeDocument/2006/relationships/image" Target="../media/image472.png"/><Relationship Id="rId65" Type="http://schemas.openxmlformats.org/officeDocument/2006/relationships/customXml" Target="../ink/ink471.xml"/><Relationship Id="rId81" Type="http://schemas.openxmlformats.org/officeDocument/2006/relationships/customXml" Target="../ink/ink479.xml"/><Relationship Id="rId86" Type="http://schemas.openxmlformats.org/officeDocument/2006/relationships/image" Target="../media/image485.png"/><Relationship Id="rId130" Type="http://schemas.openxmlformats.org/officeDocument/2006/relationships/image" Target="../media/image507.png"/><Relationship Id="rId135" Type="http://schemas.openxmlformats.org/officeDocument/2006/relationships/customXml" Target="../ink/ink506.xml"/><Relationship Id="rId13" Type="http://schemas.openxmlformats.org/officeDocument/2006/relationships/customXml" Target="../ink/ink445.xml"/><Relationship Id="rId18" Type="http://schemas.openxmlformats.org/officeDocument/2006/relationships/image" Target="../media/image451.png"/><Relationship Id="rId39" Type="http://schemas.openxmlformats.org/officeDocument/2006/relationships/customXml" Target="../ink/ink458.xml"/><Relationship Id="rId109" Type="http://schemas.openxmlformats.org/officeDocument/2006/relationships/customXml" Target="../ink/ink493.xml"/><Relationship Id="rId34" Type="http://schemas.openxmlformats.org/officeDocument/2006/relationships/image" Target="../media/image459.png"/><Relationship Id="rId50" Type="http://schemas.openxmlformats.org/officeDocument/2006/relationships/image" Target="../media/image467.png"/><Relationship Id="rId55" Type="http://schemas.openxmlformats.org/officeDocument/2006/relationships/customXml" Target="../ink/ink466.xml"/><Relationship Id="rId76" Type="http://schemas.openxmlformats.org/officeDocument/2006/relationships/image" Target="../media/image480.png"/><Relationship Id="rId97" Type="http://schemas.openxmlformats.org/officeDocument/2006/relationships/customXml" Target="../ink/ink487.xml"/><Relationship Id="rId104" Type="http://schemas.openxmlformats.org/officeDocument/2006/relationships/image" Target="../media/image494.png"/><Relationship Id="rId120" Type="http://schemas.openxmlformats.org/officeDocument/2006/relationships/image" Target="../media/image502.png"/><Relationship Id="rId125" Type="http://schemas.openxmlformats.org/officeDocument/2006/relationships/customXml" Target="../ink/ink501.xml"/><Relationship Id="rId141" Type="http://schemas.openxmlformats.org/officeDocument/2006/relationships/customXml" Target="../ink/ink509.xml"/><Relationship Id="rId146" Type="http://schemas.openxmlformats.org/officeDocument/2006/relationships/image" Target="../media/image515.png"/><Relationship Id="rId7" Type="http://schemas.openxmlformats.org/officeDocument/2006/relationships/customXml" Target="../ink/ink442.xml"/><Relationship Id="rId71" Type="http://schemas.openxmlformats.org/officeDocument/2006/relationships/customXml" Target="../ink/ink474.xml"/><Relationship Id="rId92" Type="http://schemas.openxmlformats.org/officeDocument/2006/relationships/image" Target="../media/image488.png"/><Relationship Id="rId2" Type="http://schemas.openxmlformats.org/officeDocument/2006/relationships/image" Target="../media/image443.png"/><Relationship Id="rId29" Type="http://schemas.openxmlformats.org/officeDocument/2006/relationships/customXml" Target="../ink/ink453.xml"/><Relationship Id="rId24" Type="http://schemas.openxmlformats.org/officeDocument/2006/relationships/image" Target="../media/image454.png"/><Relationship Id="rId40" Type="http://schemas.openxmlformats.org/officeDocument/2006/relationships/image" Target="../media/image462.png"/><Relationship Id="rId45" Type="http://schemas.openxmlformats.org/officeDocument/2006/relationships/customXml" Target="../ink/ink461.xml"/><Relationship Id="rId66" Type="http://schemas.openxmlformats.org/officeDocument/2006/relationships/image" Target="../media/image475.png"/><Relationship Id="rId87" Type="http://schemas.openxmlformats.org/officeDocument/2006/relationships/customXml" Target="../ink/ink482.xml"/><Relationship Id="rId110" Type="http://schemas.openxmlformats.org/officeDocument/2006/relationships/image" Target="../media/image497.png"/><Relationship Id="rId115" Type="http://schemas.openxmlformats.org/officeDocument/2006/relationships/customXml" Target="../ink/ink496.xml"/><Relationship Id="rId131" Type="http://schemas.openxmlformats.org/officeDocument/2006/relationships/customXml" Target="../ink/ink504.xml"/><Relationship Id="rId136" Type="http://schemas.openxmlformats.org/officeDocument/2006/relationships/image" Target="../media/image510.png"/><Relationship Id="rId61" Type="http://schemas.openxmlformats.org/officeDocument/2006/relationships/customXml" Target="../ink/ink469.xml"/><Relationship Id="rId82" Type="http://schemas.openxmlformats.org/officeDocument/2006/relationships/image" Target="../media/image483.png"/><Relationship Id="rId19" Type="http://schemas.openxmlformats.org/officeDocument/2006/relationships/customXml" Target="../ink/ink448.xml"/><Relationship Id="rId14" Type="http://schemas.openxmlformats.org/officeDocument/2006/relationships/image" Target="../media/image449.png"/><Relationship Id="rId30" Type="http://schemas.openxmlformats.org/officeDocument/2006/relationships/image" Target="../media/image457.png"/><Relationship Id="rId35" Type="http://schemas.openxmlformats.org/officeDocument/2006/relationships/customXml" Target="../ink/ink456.xml"/><Relationship Id="rId56" Type="http://schemas.openxmlformats.org/officeDocument/2006/relationships/image" Target="../media/image470.png"/><Relationship Id="rId77" Type="http://schemas.openxmlformats.org/officeDocument/2006/relationships/customXml" Target="../ink/ink477.xml"/><Relationship Id="rId100" Type="http://schemas.openxmlformats.org/officeDocument/2006/relationships/image" Target="../media/image492.png"/><Relationship Id="rId105" Type="http://schemas.openxmlformats.org/officeDocument/2006/relationships/customXml" Target="../ink/ink491.xml"/><Relationship Id="rId126" Type="http://schemas.openxmlformats.org/officeDocument/2006/relationships/image" Target="../media/image505.png"/><Relationship Id="rId147" Type="http://schemas.openxmlformats.org/officeDocument/2006/relationships/customXml" Target="../ink/ink512.xml"/><Relationship Id="rId8" Type="http://schemas.openxmlformats.org/officeDocument/2006/relationships/image" Target="../media/image446.png"/><Relationship Id="rId51" Type="http://schemas.openxmlformats.org/officeDocument/2006/relationships/customXml" Target="../ink/ink464.xml"/><Relationship Id="rId72" Type="http://schemas.openxmlformats.org/officeDocument/2006/relationships/image" Target="../media/image478.png"/><Relationship Id="rId93" Type="http://schemas.openxmlformats.org/officeDocument/2006/relationships/customXml" Target="../ink/ink485.xml"/><Relationship Id="rId98" Type="http://schemas.openxmlformats.org/officeDocument/2006/relationships/image" Target="../media/image491.png"/><Relationship Id="rId121" Type="http://schemas.openxmlformats.org/officeDocument/2006/relationships/customXml" Target="../ink/ink499.xml"/><Relationship Id="rId142" Type="http://schemas.openxmlformats.org/officeDocument/2006/relationships/image" Target="../media/image513.png"/><Relationship Id="rId3" Type="http://schemas.openxmlformats.org/officeDocument/2006/relationships/customXml" Target="../ink/ink440.xml"/><Relationship Id="rId25" Type="http://schemas.openxmlformats.org/officeDocument/2006/relationships/customXml" Target="../ink/ink451.xml"/><Relationship Id="rId46" Type="http://schemas.openxmlformats.org/officeDocument/2006/relationships/image" Target="../media/image465.png"/><Relationship Id="rId67" Type="http://schemas.openxmlformats.org/officeDocument/2006/relationships/customXml" Target="../ink/ink472.xml"/><Relationship Id="rId116" Type="http://schemas.openxmlformats.org/officeDocument/2006/relationships/image" Target="../media/image500.png"/><Relationship Id="rId137" Type="http://schemas.openxmlformats.org/officeDocument/2006/relationships/customXml" Target="../ink/ink507.xml"/><Relationship Id="rId20" Type="http://schemas.openxmlformats.org/officeDocument/2006/relationships/image" Target="../media/image452.png"/><Relationship Id="rId41" Type="http://schemas.openxmlformats.org/officeDocument/2006/relationships/customXml" Target="../ink/ink459.xml"/><Relationship Id="rId62" Type="http://schemas.openxmlformats.org/officeDocument/2006/relationships/image" Target="../media/image473.png"/><Relationship Id="rId83" Type="http://schemas.openxmlformats.org/officeDocument/2006/relationships/customXml" Target="../ink/ink480.xml"/><Relationship Id="rId88" Type="http://schemas.openxmlformats.org/officeDocument/2006/relationships/image" Target="../media/image486.png"/><Relationship Id="rId111" Type="http://schemas.openxmlformats.org/officeDocument/2006/relationships/customXml" Target="../ink/ink494.xml"/><Relationship Id="rId132" Type="http://schemas.openxmlformats.org/officeDocument/2006/relationships/image" Target="../media/image508.png"/><Relationship Id="rId15" Type="http://schemas.openxmlformats.org/officeDocument/2006/relationships/customXml" Target="../ink/ink446.xml"/><Relationship Id="rId36" Type="http://schemas.openxmlformats.org/officeDocument/2006/relationships/image" Target="../media/image460.png"/><Relationship Id="rId57" Type="http://schemas.openxmlformats.org/officeDocument/2006/relationships/customXml" Target="../ink/ink467.xml"/><Relationship Id="rId106" Type="http://schemas.openxmlformats.org/officeDocument/2006/relationships/image" Target="../media/image495.png"/><Relationship Id="rId127" Type="http://schemas.openxmlformats.org/officeDocument/2006/relationships/customXml" Target="../ink/ink502.xml"/><Relationship Id="rId10" Type="http://schemas.openxmlformats.org/officeDocument/2006/relationships/image" Target="../media/image447.png"/><Relationship Id="rId31" Type="http://schemas.openxmlformats.org/officeDocument/2006/relationships/customXml" Target="../ink/ink454.xml"/><Relationship Id="rId52" Type="http://schemas.openxmlformats.org/officeDocument/2006/relationships/image" Target="../media/image468.png"/><Relationship Id="rId73" Type="http://schemas.openxmlformats.org/officeDocument/2006/relationships/customXml" Target="../ink/ink475.xml"/><Relationship Id="rId78" Type="http://schemas.openxmlformats.org/officeDocument/2006/relationships/image" Target="../media/image481.png"/><Relationship Id="rId94" Type="http://schemas.openxmlformats.org/officeDocument/2006/relationships/image" Target="../media/image489.png"/><Relationship Id="rId99" Type="http://schemas.openxmlformats.org/officeDocument/2006/relationships/customXml" Target="../ink/ink488.xml"/><Relationship Id="rId101" Type="http://schemas.openxmlformats.org/officeDocument/2006/relationships/customXml" Target="../ink/ink489.xml"/><Relationship Id="rId122" Type="http://schemas.openxmlformats.org/officeDocument/2006/relationships/image" Target="../media/image503.png"/><Relationship Id="rId143" Type="http://schemas.openxmlformats.org/officeDocument/2006/relationships/customXml" Target="../ink/ink510.xml"/><Relationship Id="rId148" Type="http://schemas.openxmlformats.org/officeDocument/2006/relationships/image" Target="../media/image516.png"/><Relationship Id="rId4" Type="http://schemas.openxmlformats.org/officeDocument/2006/relationships/image" Target="../media/image444.png"/><Relationship Id="rId9" Type="http://schemas.openxmlformats.org/officeDocument/2006/relationships/customXml" Target="../ink/ink443.xml"/><Relationship Id="rId26" Type="http://schemas.openxmlformats.org/officeDocument/2006/relationships/image" Target="../media/image455.png"/><Relationship Id="rId47" Type="http://schemas.openxmlformats.org/officeDocument/2006/relationships/customXml" Target="../ink/ink462.xml"/><Relationship Id="rId68" Type="http://schemas.openxmlformats.org/officeDocument/2006/relationships/image" Target="../media/image476.png"/><Relationship Id="rId89" Type="http://schemas.openxmlformats.org/officeDocument/2006/relationships/customXml" Target="../ink/ink483.xml"/><Relationship Id="rId112" Type="http://schemas.openxmlformats.org/officeDocument/2006/relationships/image" Target="../media/image498.png"/><Relationship Id="rId133" Type="http://schemas.openxmlformats.org/officeDocument/2006/relationships/customXml" Target="../ink/ink505.xml"/><Relationship Id="rId16" Type="http://schemas.openxmlformats.org/officeDocument/2006/relationships/image" Target="../media/image450.png"/><Relationship Id="rId37" Type="http://schemas.openxmlformats.org/officeDocument/2006/relationships/customXml" Target="../ink/ink457.xml"/><Relationship Id="rId58" Type="http://schemas.openxmlformats.org/officeDocument/2006/relationships/image" Target="../media/image471.png"/><Relationship Id="rId79" Type="http://schemas.openxmlformats.org/officeDocument/2006/relationships/customXml" Target="../ink/ink478.xml"/><Relationship Id="rId102" Type="http://schemas.openxmlformats.org/officeDocument/2006/relationships/image" Target="../media/image493.png"/><Relationship Id="rId123" Type="http://schemas.openxmlformats.org/officeDocument/2006/relationships/customXml" Target="../ink/ink500.xml"/><Relationship Id="rId144" Type="http://schemas.openxmlformats.org/officeDocument/2006/relationships/image" Target="../media/image514.png"/><Relationship Id="rId90" Type="http://schemas.openxmlformats.org/officeDocument/2006/relationships/image" Target="../media/image487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75.png"/><Relationship Id="rId21" Type="http://schemas.openxmlformats.org/officeDocument/2006/relationships/image" Target="../media/image527.png"/><Relationship Id="rId324" Type="http://schemas.openxmlformats.org/officeDocument/2006/relationships/customXml" Target="../ink/ink675.xml"/><Relationship Id="rId531" Type="http://schemas.openxmlformats.org/officeDocument/2006/relationships/image" Target="../media/image781.png"/><Relationship Id="rId629" Type="http://schemas.openxmlformats.org/officeDocument/2006/relationships/image" Target="../media/image830.png"/><Relationship Id="rId170" Type="http://schemas.openxmlformats.org/officeDocument/2006/relationships/customXml" Target="../ink/ink598.xml"/><Relationship Id="rId268" Type="http://schemas.openxmlformats.org/officeDocument/2006/relationships/customXml" Target="../ink/ink647.xml"/><Relationship Id="rId475" Type="http://schemas.openxmlformats.org/officeDocument/2006/relationships/image" Target="../media/image753.png"/><Relationship Id="rId32" Type="http://schemas.openxmlformats.org/officeDocument/2006/relationships/customXml" Target="../ink/ink529.xml"/><Relationship Id="rId128" Type="http://schemas.openxmlformats.org/officeDocument/2006/relationships/customXml" Target="../ink/ink577.xml"/><Relationship Id="rId335" Type="http://schemas.openxmlformats.org/officeDocument/2006/relationships/image" Target="../media/image683.png"/><Relationship Id="rId542" Type="http://schemas.openxmlformats.org/officeDocument/2006/relationships/customXml" Target="../ink/ink784.xml"/><Relationship Id="rId181" Type="http://schemas.openxmlformats.org/officeDocument/2006/relationships/image" Target="../media/image607.png"/><Relationship Id="rId402" Type="http://schemas.openxmlformats.org/officeDocument/2006/relationships/customXml" Target="../ink/ink714.xml"/><Relationship Id="rId279" Type="http://schemas.openxmlformats.org/officeDocument/2006/relationships/image" Target="../media/image655.png"/><Relationship Id="rId486" Type="http://schemas.openxmlformats.org/officeDocument/2006/relationships/customXml" Target="../ink/ink756.xml"/><Relationship Id="rId43" Type="http://schemas.openxmlformats.org/officeDocument/2006/relationships/image" Target="../media/image538.png"/><Relationship Id="rId139" Type="http://schemas.openxmlformats.org/officeDocument/2006/relationships/image" Target="../media/image586.png"/><Relationship Id="rId346" Type="http://schemas.openxmlformats.org/officeDocument/2006/relationships/customXml" Target="../ink/ink686.xml"/><Relationship Id="rId553" Type="http://schemas.openxmlformats.org/officeDocument/2006/relationships/image" Target="../media/image792.png"/><Relationship Id="rId192" Type="http://schemas.openxmlformats.org/officeDocument/2006/relationships/customXml" Target="../ink/ink609.xml"/><Relationship Id="rId206" Type="http://schemas.openxmlformats.org/officeDocument/2006/relationships/customXml" Target="../ink/ink616.xml"/><Relationship Id="rId413" Type="http://schemas.openxmlformats.org/officeDocument/2006/relationships/image" Target="../media/image722.png"/><Relationship Id="rId497" Type="http://schemas.openxmlformats.org/officeDocument/2006/relationships/image" Target="../media/image764.png"/><Relationship Id="rId620" Type="http://schemas.openxmlformats.org/officeDocument/2006/relationships/customXml" Target="../ink/ink823.xml"/><Relationship Id="rId357" Type="http://schemas.openxmlformats.org/officeDocument/2006/relationships/image" Target="../media/image694.png"/><Relationship Id="rId54" Type="http://schemas.openxmlformats.org/officeDocument/2006/relationships/customXml" Target="../ink/ink540.xml"/><Relationship Id="rId217" Type="http://schemas.openxmlformats.org/officeDocument/2006/relationships/image" Target="../media/image624.png"/><Relationship Id="rId564" Type="http://schemas.openxmlformats.org/officeDocument/2006/relationships/customXml" Target="../ink/ink795.xml"/><Relationship Id="rId424" Type="http://schemas.openxmlformats.org/officeDocument/2006/relationships/customXml" Target="../ink/ink725.xml"/><Relationship Id="rId631" Type="http://schemas.openxmlformats.org/officeDocument/2006/relationships/image" Target="../media/image831.png"/><Relationship Id="rId270" Type="http://schemas.openxmlformats.org/officeDocument/2006/relationships/customXml" Target="../ink/ink648.xml"/><Relationship Id="rId65" Type="http://schemas.openxmlformats.org/officeDocument/2006/relationships/image" Target="../media/image549.png"/><Relationship Id="rId130" Type="http://schemas.openxmlformats.org/officeDocument/2006/relationships/customXml" Target="../ink/ink578.xml"/><Relationship Id="rId368" Type="http://schemas.openxmlformats.org/officeDocument/2006/relationships/customXml" Target="../ink/ink697.xml"/><Relationship Id="rId575" Type="http://schemas.openxmlformats.org/officeDocument/2006/relationships/image" Target="../media/image803.png"/><Relationship Id="rId228" Type="http://schemas.openxmlformats.org/officeDocument/2006/relationships/customXml" Target="../ink/ink627.xml"/><Relationship Id="rId435" Type="http://schemas.openxmlformats.org/officeDocument/2006/relationships/image" Target="../media/image733.png"/><Relationship Id="rId281" Type="http://schemas.openxmlformats.org/officeDocument/2006/relationships/image" Target="../media/image656.png"/><Relationship Id="rId502" Type="http://schemas.openxmlformats.org/officeDocument/2006/relationships/customXml" Target="../ink/ink764.xml"/><Relationship Id="rId76" Type="http://schemas.openxmlformats.org/officeDocument/2006/relationships/customXml" Target="../ink/ink551.xml"/><Relationship Id="rId141" Type="http://schemas.openxmlformats.org/officeDocument/2006/relationships/image" Target="../media/image587.png"/><Relationship Id="rId379" Type="http://schemas.openxmlformats.org/officeDocument/2006/relationships/image" Target="../media/image705.png"/><Relationship Id="rId586" Type="http://schemas.openxmlformats.org/officeDocument/2006/relationships/customXml" Target="../ink/ink806.xml"/><Relationship Id="rId7" Type="http://schemas.openxmlformats.org/officeDocument/2006/relationships/image" Target="../media/image520.png"/><Relationship Id="rId239" Type="http://schemas.openxmlformats.org/officeDocument/2006/relationships/image" Target="../media/image635.png"/><Relationship Id="rId446" Type="http://schemas.openxmlformats.org/officeDocument/2006/relationships/customXml" Target="../ink/ink736.xml"/><Relationship Id="rId292" Type="http://schemas.openxmlformats.org/officeDocument/2006/relationships/customXml" Target="../ink/ink659.xml"/><Relationship Id="rId306" Type="http://schemas.openxmlformats.org/officeDocument/2006/relationships/customXml" Target="../ink/ink666.xml"/><Relationship Id="rId87" Type="http://schemas.openxmlformats.org/officeDocument/2006/relationships/image" Target="../media/image560.png"/><Relationship Id="rId513" Type="http://schemas.openxmlformats.org/officeDocument/2006/relationships/image" Target="../media/image772.png"/><Relationship Id="rId597" Type="http://schemas.openxmlformats.org/officeDocument/2006/relationships/image" Target="../media/image814.png"/><Relationship Id="rId152" Type="http://schemas.openxmlformats.org/officeDocument/2006/relationships/customXml" Target="../ink/ink589.xml"/><Relationship Id="rId457" Type="http://schemas.openxmlformats.org/officeDocument/2006/relationships/image" Target="../media/image744.png"/><Relationship Id="rId14" Type="http://schemas.openxmlformats.org/officeDocument/2006/relationships/customXml" Target="../ink/ink520.xml"/><Relationship Id="rId317" Type="http://schemas.openxmlformats.org/officeDocument/2006/relationships/image" Target="../media/image674.png"/><Relationship Id="rId524" Type="http://schemas.openxmlformats.org/officeDocument/2006/relationships/customXml" Target="../ink/ink775.xml"/><Relationship Id="rId98" Type="http://schemas.openxmlformats.org/officeDocument/2006/relationships/customXml" Target="../ink/ink562.xml"/><Relationship Id="rId163" Type="http://schemas.openxmlformats.org/officeDocument/2006/relationships/image" Target="../media/image598.png"/><Relationship Id="rId370" Type="http://schemas.openxmlformats.org/officeDocument/2006/relationships/customXml" Target="../ink/ink698.xml"/><Relationship Id="rId230" Type="http://schemas.openxmlformats.org/officeDocument/2006/relationships/customXml" Target="../ink/ink628.xml"/><Relationship Id="rId468" Type="http://schemas.openxmlformats.org/officeDocument/2006/relationships/customXml" Target="../ink/ink747.xml"/><Relationship Id="rId25" Type="http://schemas.openxmlformats.org/officeDocument/2006/relationships/image" Target="../media/image529.png"/><Relationship Id="rId328" Type="http://schemas.openxmlformats.org/officeDocument/2006/relationships/customXml" Target="../ink/ink677.xml"/><Relationship Id="rId535" Type="http://schemas.openxmlformats.org/officeDocument/2006/relationships/image" Target="../media/image783.png"/><Relationship Id="rId174" Type="http://schemas.openxmlformats.org/officeDocument/2006/relationships/customXml" Target="../ink/ink600.xml"/><Relationship Id="rId381" Type="http://schemas.openxmlformats.org/officeDocument/2006/relationships/image" Target="../media/image706.png"/><Relationship Id="rId602" Type="http://schemas.openxmlformats.org/officeDocument/2006/relationships/customXml" Target="../ink/ink814.xml"/><Relationship Id="rId241" Type="http://schemas.openxmlformats.org/officeDocument/2006/relationships/image" Target="../media/image636.png"/><Relationship Id="rId479" Type="http://schemas.openxmlformats.org/officeDocument/2006/relationships/image" Target="../media/image755.png"/><Relationship Id="rId36" Type="http://schemas.openxmlformats.org/officeDocument/2006/relationships/customXml" Target="../ink/ink531.xml"/><Relationship Id="rId339" Type="http://schemas.openxmlformats.org/officeDocument/2006/relationships/image" Target="../media/image685.png"/><Relationship Id="rId546" Type="http://schemas.openxmlformats.org/officeDocument/2006/relationships/customXml" Target="../ink/ink786.xml"/><Relationship Id="rId101" Type="http://schemas.openxmlformats.org/officeDocument/2006/relationships/image" Target="../media/image567.png"/><Relationship Id="rId185" Type="http://schemas.openxmlformats.org/officeDocument/2006/relationships/image" Target="../media/image609.png"/><Relationship Id="rId406" Type="http://schemas.openxmlformats.org/officeDocument/2006/relationships/customXml" Target="../ink/ink716.xml"/><Relationship Id="rId392" Type="http://schemas.openxmlformats.org/officeDocument/2006/relationships/customXml" Target="../ink/ink709.xml"/><Relationship Id="rId613" Type="http://schemas.openxmlformats.org/officeDocument/2006/relationships/image" Target="../media/image822.png"/><Relationship Id="rId252" Type="http://schemas.openxmlformats.org/officeDocument/2006/relationships/customXml" Target="../ink/ink639.xml"/><Relationship Id="rId294" Type="http://schemas.openxmlformats.org/officeDocument/2006/relationships/customXml" Target="../ink/ink660.xml"/><Relationship Id="rId308" Type="http://schemas.openxmlformats.org/officeDocument/2006/relationships/customXml" Target="../ink/ink667.xml"/><Relationship Id="rId515" Type="http://schemas.openxmlformats.org/officeDocument/2006/relationships/image" Target="../media/image773.png"/><Relationship Id="rId47" Type="http://schemas.openxmlformats.org/officeDocument/2006/relationships/image" Target="../media/image540.png"/><Relationship Id="rId89" Type="http://schemas.openxmlformats.org/officeDocument/2006/relationships/image" Target="../media/image561.png"/><Relationship Id="rId112" Type="http://schemas.openxmlformats.org/officeDocument/2006/relationships/customXml" Target="../ink/ink569.xml"/><Relationship Id="rId154" Type="http://schemas.openxmlformats.org/officeDocument/2006/relationships/customXml" Target="../ink/ink590.xml"/><Relationship Id="rId361" Type="http://schemas.openxmlformats.org/officeDocument/2006/relationships/image" Target="../media/image696.png"/><Relationship Id="rId557" Type="http://schemas.openxmlformats.org/officeDocument/2006/relationships/image" Target="../media/image794.png"/><Relationship Id="rId599" Type="http://schemas.openxmlformats.org/officeDocument/2006/relationships/image" Target="../media/image815.png"/><Relationship Id="rId196" Type="http://schemas.openxmlformats.org/officeDocument/2006/relationships/customXml" Target="../ink/ink611.xml"/><Relationship Id="rId417" Type="http://schemas.openxmlformats.org/officeDocument/2006/relationships/image" Target="../media/image724.png"/><Relationship Id="rId459" Type="http://schemas.openxmlformats.org/officeDocument/2006/relationships/image" Target="../media/image745.png"/><Relationship Id="rId624" Type="http://schemas.openxmlformats.org/officeDocument/2006/relationships/customXml" Target="../ink/ink825.xml"/><Relationship Id="rId16" Type="http://schemas.openxmlformats.org/officeDocument/2006/relationships/customXml" Target="../ink/ink521.xml"/><Relationship Id="rId221" Type="http://schemas.openxmlformats.org/officeDocument/2006/relationships/image" Target="../media/image626.png"/><Relationship Id="rId263" Type="http://schemas.openxmlformats.org/officeDocument/2006/relationships/image" Target="../media/image647.png"/><Relationship Id="rId319" Type="http://schemas.openxmlformats.org/officeDocument/2006/relationships/image" Target="../media/image675.png"/><Relationship Id="rId470" Type="http://schemas.openxmlformats.org/officeDocument/2006/relationships/customXml" Target="../ink/ink748.xml"/><Relationship Id="rId526" Type="http://schemas.openxmlformats.org/officeDocument/2006/relationships/customXml" Target="../ink/ink776.xml"/><Relationship Id="rId58" Type="http://schemas.openxmlformats.org/officeDocument/2006/relationships/customXml" Target="../ink/ink542.xml"/><Relationship Id="rId123" Type="http://schemas.openxmlformats.org/officeDocument/2006/relationships/image" Target="../media/image578.png"/><Relationship Id="rId330" Type="http://schemas.openxmlformats.org/officeDocument/2006/relationships/customXml" Target="../ink/ink678.xml"/><Relationship Id="rId568" Type="http://schemas.openxmlformats.org/officeDocument/2006/relationships/customXml" Target="../ink/ink797.xml"/><Relationship Id="rId165" Type="http://schemas.openxmlformats.org/officeDocument/2006/relationships/image" Target="../media/image599.png"/><Relationship Id="rId372" Type="http://schemas.openxmlformats.org/officeDocument/2006/relationships/customXml" Target="../ink/ink699.xml"/><Relationship Id="rId428" Type="http://schemas.openxmlformats.org/officeDocument/2006/relationships/customXml" Target="../ink/ink727.xml"/><Relationship Id="rId635" Type="http://schemas.openxmlformats.org/officeDocument/2006/relationships/image" Target="../media/image833.png"/><Relationship Id="rId232" Type="http://schemas.openxmlformats.org/officeDocument/2006/relationships/customXml" Target="../ink/ink629.xml"/><Relationship Id="rId274" Type="http://schemas.openxmlformats.org/officeDocument/2006/relationships/customXml" Target="../ink/ink650.xml"/><Relationship Id="rId481" Type="http://schemas.openxmlformats.org/officeDocument/2006/relationships/image" Target="../media/image756.png"/><Relationship Id="rId27" Type="http://schemas.openxmlformats.org/officeDocument/2006/relationships/image" Target="../media/image530.png"/><Relationship Id="rId69" Type="http://schemas.openxmlformats.org/officeDocument/2006/relationships/image" Target="../media/image551.png"/><Relationship Id="rId134" Type="http://schemas.openxmlformats.org/officeDocument/2006/relationships/customXml" Target="../ink/ink580.xml"/><Relationship Id="rId537" Type="http://schemas.openxmlformats.org/officeDocument/2006/relationships/image" Target="../media/image784.png"/><Relationship Id="rId579" Type="http://schemas.openxmlformats.org/officeDocument/2006/relationships/image" Target="../media/image805.png"/><Relationship Id="rId80" Type="http://schemas.openxmlformats.org/officeDocument/2006/relationships/customXml" Target="../ink/ink553.xml"/><Relationship Id="rId176" Type="http://schemas.openxmlformats.org/officeDocument/2006/relationships/customXml" Target="../ink/ink601.xml"/><Relationship Id="rId341" Type="http://schemas.openxmlformats.org/officeDocument/2006/relationships/image" Target="../media/image686.png"/><Relationship Id="rId383" Type="http://schemas.openxmlformats.org/officeDocument/2006/relationships/image" Target="../media/image707.png"/><Relationship Id="rId439" Type="http://schemas.openxmlformats.org/officeDocument/2006/relationships/image" Target="../media/image735.png"/><Relationship Id="rId590" Type="http://schemas.openxmlformats.org/officeDocument/2006/relationships/customXml" Target="../ink/ink808.xml"/><Relationship Id="rId604" Type="http://schemas.openxmlformats.org/officeDocument/2006/relationships/customXml" Target="../ink/ink815.xml"/><Relationship Id="rId201" Type="http://schemas.openxmlformats.org/officeDocument/2006/relationships/image" Target="../media/image617.png"/><Relationship Id="rId243" Type="http://schemas.openxmlformats.org/officeDocument/2006/relationships/image" Target="../media/image637.png"/><Relationship Id="rId285" Type="http://schemas.openxmlformats.org/officeDocument/2006/relationships/image" Target="../media/image658.png"/><Relationship Id="rId450" Type="http://schemas.openxmlformats.org/officeDocument/2006/relationships/customXml" Target="../ink/ink738.xml"/><Relationship Id="rId506" Type="http://schemas.openxmlformats.org/officeDocument/2006/relationships/customXml" Target="../ink/ink766.xml"/><Relationship Id="rId38" Type="http://schemas.openxmlformats.org/officeDocument/2006/relationships/customXml" Target="../ink/ink532.xml"/><Relationship Id="rId103" Type="http://schemas.openxmlformats.org/officeDocument/2006/relationships/image" Target="../media/image568.png"/><Relationship Id="rId310" Type="http://schemas.openxmlformats.org/officeDocument/2006/relationships/customXml" Target="../ink/ink668.xml"/><Relationship Id="rId492" Type="http://schemas.openxmlformats.org/officeDocument/2006/relationships/customXml" Target="../ink/ink759.xml"/><Relationship Id="rId548" Type="http://schemas.openxmlformats.org/officeDocument/2006/relationships/customXml" Target="../ink/ink787.xml"/><Relationship Id="rId91" Type="http://schemas.openxmlformats.org/officeDocument/2006/relationships/image" Target="../media/image562.png"/><Relationship Id="rId145" Type="http://schemas.openxmlformats.org/officeDocument/2006/relationships/image" Target="../media/image589.png"/><Relationship Id="rId187" Type="http://schemas.openxmlformats.org/officeDocument/2006/relationships/image" Target="../media/image610.png"/><Relationship Id="rId352" Type="http://schemas.openxmlformats.org/officeDocument/2006/relationships/customXml" Target="../ink/ink689.xml"/><Relationship Id="rId394" Type="http://schemas.openxmlformats.org/officeDocument/2006/relationships/customXml" Target="../ink/ink710.xml"/><Relationship Id="rId408" Type="http://schemas.openxmlformats.org/officeDocument/2006/relationships/customXml" Target="../ink/ink717.xml"/><Relationship Id="rId615" Type="http://schemas.openxmlformats.org/officeDocument/2006/relationships/image" Target="../media/image823.png"/><Relationship Id="rId212" Type="http://schemas.openxmlformats.org/officeDocument/2006/relationships/customXml" Target="../ink/ink619.xml"/><Relationship Id="rId254" Type="http://schemas.openxmlformats.org/officeDocument/2006/relationships/customXml" Target="../ink/ink640.xml"/><Relationship Id="rId49" Type="http://schemas.openxmlformats.org/officeDocument/2006/relationships/image" Target="../media/image541.png"/><Relationship Id="rId114" Type="http://schemas.openxmlformats.org/officeDocument/2006/relationships/customXml" Target="../ink/ink570.xml"/><Relationship Id="rId296" Type="http://schemas.openxmlformats.org/officeDocument/2006/relationships/customXml" Target="../ink/ink661.xml"/><Relationship Id="rId461" Type="http://schemas.openxmlformats.org/officeDocument/2006/relationships/image" Target="../media/image746.png"/><Relationship Id="rId517" Type="http://schemas.openxmlformats.org/officeDocument/2006/relationships/image" Target="../media/image774.png"/><Relationship Id="rId559" Type="http://schemas.openxmlformats.org/officeDocument/2006/relationships/image" Target="../media/image795.png"/><Relationship Id="rId60" Type="http://schemas.openxmlformats.org/officeDocument/2006/relationships/customXml" Target="../ink/ink543.xml"/><Relationship Id="rId156" Type="http://schemas.openxmlformats.org/officeDocument/2006/relationships/customXml" Target="../ink/ink591.xml"/><Relationship Id="rId198" Type="http://schemas.openxmlformats.org/officeDocument/2006/relationships/customXml" Target="../ink/ink612.xml"/><Relationship Id="rId321" Type="http://schemas.openxmlformats.org/officeDocument/2006/relationships/image" Target="../media/image676.png"/><Relationship Id="rId363" Type="http://schemas.openxmlformats.org/officeDocument/2006/relationships/image" Target="../media/image697.png"/><Relationship Id="rId419" Type="http://schemas.openxmlformats.org/officeDocument/2006/relationships/image" Target="../media/image725.png"/><Relationship Id="rId570" Type="http://schemas.openxmlformats.org/officeDocument/2006/relationships/customXml" Target="../ink/ink798.xml"/><Relationship Id="rId626" Type="http://schemas.openxmlformats.org/officeDocument/2006/relationships/customXml" Target="../ink/ink826.xml"/><Relationship Id="rId223" Type="http://schemas.openxmlformats.org/officeDocument/2006/relationships/image" Target="../media/image627.png"/><Relationship Id="rId430" Type="http://schemas.openxmlformats.org/officeDocument/2006/relationships/customXml" Target="../ink/ink728.xml"/><Relationship Id="rId18" Type="http://schemas.openxmlformats.org/officeDocument/2006/relationships/customXml" Target="../ink/ink522.xml"/><Relationship Id="rId265" Type="http://schemas.openxmlformats.org/officeDocument/2006/relationships/image" Target="../media/image648.png"/><Relationship Id="rId472" Type="http://schemas.openxmlformats.org/officeDocument/2006/relationships/customXml" Target="../ink/ink749.xml"/><Relationship Id="rId528" Type="http://schemas.openxmlformats.org/officeDocument/2006/relationships/customXml" Target="../ink/ink777.xml"/><Relationship Id="rId125" Type="http://schemas.openxmlformats.org/officeDocument/2006/relationships/image" Target="../media/image579.png"/><Relationship Id="rId167" Type="http://schemas.openxmlformats.org/officeDocument/2006/relationships/image" Target="../media/image600.png"/><Relationship Id="rId332" Type="http://schemas.openxmlformats.org/officeDocument/2006/relationships/customXml" Target="../ink/ink679.xml"/><Relationship Id="rId374" Type="http://schemas.openxmlformats.org/officeDocument/2006/relationships/customXml" Target="../ink/ink700.xml"/><Relationship Id="rId581" Type="http://schemas.openxmlformats.org/officeDocument/2006/relationships/image" Target="../media/image806.png"/><Relationship Id="rId71" Type="http://schemas.openxmlformats.org/officeDocument/2006/relationships/image" Target="../media/image552.png"/><Relationship Id="rId234" Type="http://schemas.openxmlformats.org/officeDocument/2006/relationships/customXml" Target="../ink/ink630.xml"/><Relationship Id="rId637" Type="http://schemas.openxmlformats.org/officeDocument/2006/relationships/image" Target="../media/image834.png"/><Relationship Id="rId2" Type="http://schemas.openxmlformats.org/officeDocument/2006/relationships/customXml" Target="../ink/ink514.xml"/><Relationship Id="rId29" Type="http://schemas.openxmlformats.org/officeDocument/2006/relationships/image" Target="../media/image531.png"/><Relationship Id="rId276" Type="http://schemas.openxmlformats.org/officeDocument/2006/relationships/customXml" Target="../ink/ink651.xml"/><Relationship Id="rId441" Type="http://schemas.openxmlformats.org/officeDocument/2006/relationships/image" Target="../media/image736.png"/><Relationship Id="rId483" Type="http://schemas.openxmlformats.org/officeDocument/2006/relationships/image" Target="../media/image757.png"/><Relationship Id="rId539" Type="http://schemas.openxmlformats.org/officeDocument/2006/relationships/image" Target="../media/image785.png"/><Relationship Id="rId40" Type="http://schemas.openxmlformats.org/officeDocument/2006/relationships/customXml" Target="../ink/ink533.xml"/><Relationship Id="rId136" Type="http://schemas.openxmlformats.org/officeDocument/2006/relationships/customXml" Target="../ink/ink581.xml"/><Relationship Id="rId178" Type="http://schemas.openxmlformats.org/officeDocument/2006/relationships/customXml" Target="../ink/ink602.xml"/><Relationship Id="rId301" Type="http://schemas.openxmlformats.org/officeDocument/2006/relationships/image" Target="../media/image666.png"/><Relationship Id="rId343" Type="http://schemas.openxmlformats.org/officeDocument/2006/relationships/image" Target="../media/image687.png"/><Relationship Id="rId550" Type="http://schemas.openxmlformats.org/officeDocument/2006/relationships/customXml" Target="../ink/ink788.xml"/><Relationship Id="rId82" Type="http://schemas.openxmlformats.org/officeDocument/2006/relationships/customXml" Target="../ink/ink554.xml"/><Relationship Id="rId203" Type="http://schemas.openxmlformats.org/officeDocument/2006/relationships/image" Target="../media/image618.png"/><Relationship Id="rId385" Type="http://schemas.openxmlformats.org/officeDocument/2006/relationships/image" Target="../media/image708.png"/><Relationship Id="rId592" Type="http://schemas.openxmlformats.org/officeDocument/2006/relationships/customXml" Target="../ink/ink809.xml"/><Relationship Id="rId606" Type="http://schemas.openxmlformats.org/officeDocument/2006/relationships/customXml" Target="../ink/ink816.xml"/><Relationship Id="rId245" Type="http://schemas.openxmlformats.org/officeDocument/2006/relationships/image" Target="../media/image638.png"/><Relationship Id="rId287" Type="http://schemas.openxmlformats.org/officeDocument/2006/relationships/image" Target="../media/image659.png"/><Relationship Id="rId410" Type="http://schemas.openxmlformats.org/officeDocument/2006/relationships/customXml" Target="../ink/ink718.xml"/><Relationship Id="rId452" Type="http://schemas.openxmlformats.org/officeDocument/2006/relationships/customXml" Target="../ink/ink739.xml"/><Relationship Id="rId494" Type="http://schemas.openxmlformats.org/officeDocument/2006/relationships/customXml" Target="../ink/ink760.xml"/><Relationship Id="rId508" Type="http://schemas.openxmlformats.org/officeDocument/2006/relationships/customXml" Target="../ink/ink767.xml"/><Relationship Id="rId105" Type="http://schemas.openxmlformats.org/officeDocument/2006/relationships/image" Target="../media/image569.png"/><Relationship Id="rId147" Type="http://schemas.openxmlformats.org/officeDocument/2006/relationships/image" Target="../media/image590.png"/><Relationship Id="rId312" Type="http://schemas.openxmlformats.org/officeDocument/2006/relationships/customXml" Target="../ink/ink669.xml"/><Relationship Id="rId354" Type="http://schemas.openxmlformats.org/officeDocument/2006/relationships/customXml" Target="../ink/ink690.xml"/><Relationship Id="rId51" Type="http://schemas.openxmlformats.org/officeDocument/2006/relationships/image" Target="../media/image542.png"/><Relationship Id="rId93" Type="http://schemas.openxmlformats.org/officeDocument/2006/relationships/image" Target="../media/image563.png"/><Relationship Id="rId189" Type="http://schemas.openxmlformats.org/officeDocument/2006/relationships/image" Target="../media/image611.png"/><Relationship Id="rId396" Type="http://schemas.openxmlformats.org/officeDocument/2006/relationships/customXml" Target="../ink/ink711.xml"/><Relationship Id="rId561" Type="http://schemas.openxmlformats.org/officeDocument/2006/relationships/image" Target="../media/image796.png"/><Relationship Id="rId617" Type="http://schemas.openxmlformats.org/officeDocument/2006/relationships/image" Target="../media/image824.png"/><Relationship Id="rId214" Type="http://schemas.openxmlformats.org/officeDocument/2006/relationships/customXml" Target="../ink/ink620.xml"/><Relationship Id="rId256" Type="http://schemas.openxmlformats.org/officeDocument/2006/relationships/customXml" Target="../ink/ink641.xml"/><Relationship Id="rId298" Type="http://schemas.openxmlformats.org/officeDocument/2006/relationships/customXml" Target="../ink/ink662.xml"/><Relationship Id="rId421" Type="http://schemas.openxmlformats.org/officeDocument/2006/relationships/image" Target="../media/image726.png"/><Relationship Id="rId463" Type="http://schemas.openxmlformats.org/officeDocument/2006/relationships/image" Target="../media/image747.png"/><Relationship Id="rId519" Type="http://schemas.openxmlformats.org/officeDocument/2006/relationships/image" Target="../media/image775.png"/><Relationship Id="rId116" Type="http://schemas.openxmlformats.org/officeDocument/2006/relationships/customXml" Target="../ink/ink571.xml"/><Relationship Id="rId158" Type="http://schemas.openxmlformats.org/officeDocument/2006/relationships/customXml" Target="../ink/ink592.xml"/><Relationship Id="rId323" Type="http://schemas.openxmlformats.org/officeDocument/2006/relationships/image" Target="../media/image677.png"/><Relationship Id="rId530" Type="http://schemas.openxmlformats.org/officeDocument/2006/relationships/customXml" Target="../ink/ink778.xml"/><Relationship Id="rId20" Type="http://schemas.openxmlformats.org/officeDocument/2006/relationships/customXml" Target="../ink/ink523.xml"/><Relationship Id="rId62" Type="http://schemas.openxmlformats.org/officeDocument/2006/relationships/customXml" Target="../ink/ink544.xml"/><Relationship Id="rId365" Type="http://schemas.openxmlformats.org/officeDocument/2006/relationships/image" Target="../media/image698.png"/><Relationship Id="rId572" Type="http://schemas.openxmlformats.org/officeDocument/2006/relationships/customXml" Target="../ink/ink799.xml"/><Relationship Id="rId628" Type="http://schemas.openxmlformats.org/officeDocument/2006/relationships/customXml" Target="../ink/ink827.xml"/><Relationship Id="rId225" Type="http://schemas.openxmlformats.org/officeDocument/2006/relationships/image" Target="../media/image628.png"/><Relationship Id="rId267" Type="http://schemas.openxmlformats.org/officeDocument/2006/relationships/image" Target="../media/image649.png"/><Relationship Id="rId432" Type="http://schemas.openxmlformats.org/officeDocument/2006/relationships/customXml" Target="../ink/ink729.xml"/><Relationship Id="rId474" Type="http://schemas.openxmlformats.org/officeDocument/2006/relationships/customXml" Target="../ink/ink750.xml"/><Relationship Id="rId127" Type="http://schemas.openxmlformats.org/officeDocument/2006/relationships/image" Target="../media/image580.png"/><Relationship Id="rId31" Type="http://schemas.openxmlformats.org/officeDocument/2006/relationships/image" Target="../media/image532.png"/><Relationship Id="rId73" Type="http://schemas.openxmlformats.org/officeDocument/2006/relationships/image" Target="../media/image553.png"/><Relationship Id="rId169" Type="http://schemas.openxmlformats.org/officeDocument/2006/relationships/image" Target="../media/image601.png"/><Relationship Id="rId334" Type="http://schemas.openxmlformats.org/officeDocument/2006/relationships/customXml" Target="../ink/ink680.xml"/><Relationship Id="rId376" Type="http://schemas.openxmlformats.org/officeDocument/2006/relationships/customXml" Target="../ink/ink701.xml"/><Relationship Id="rId541" Type="http://schemas.openxmlformats.org/officeDocument/2006/relationships/image" Target="../media/image786.png"/><Relationship Id="rId583" Type="http://schemas.openxmlformats.org/officeDocument/2006/relationships/image" Target="../media/image807.png"/><Relationship Id="rId4" Type="http://schemas.openxmlformats.org/officeDocument/2006/relationships/customXml" Target="../ink/ink515.xml"/><Relationship Id="rId180" Type="http://schemas.openxmlformats.org/officeDocument/2006/relationships/customXml" Target="../ink/ink603.xml"/><Relationship Id="rId236" Type="http://schemas.openxmlformats.org/officeDocument/2006/relationships/customXml" Target="../ink/ink631.xml"/><Relationship Id="rId278" Type="http://schemas.openxmlformats.org/officeDocument/2006/relationships/customXml" Target="../ink/ink652.xml"/><Relationship Id="rId401" Type="http://schemas.openxmlformats.org/officeDocument/2006/relationships/image" Target="../media/image716.png"/><Relationship Id="rId443" Type="http://schemas.openxmlformats.org/officeDocument/2006/relationships/image" Target="../media/image737.png"/><Relationship Id="rId303" Type="http://schemas.openxmlformats.org/officeDocument/2006/relationships/image" Target="../media/image667.png"/><Relationship Id="rId485" Type="http://schemas.openxmlformats.org/officeDocument/2006/relationships/image" Target="../media/image758.png"/><Relationship Id="rId42" Type="http://schemas.openxmlformats.org/officeDocument/2006/relationships/customXml" Target="../ink/ink534.xml"/><Relationship Id="rId84" Type="http://schemas.openxmlformats.org/officeDocument/2006/relationships/customXml" Target="../ink/ink555.xml"/><Relationship Id="rId138" Type="http://schemas.openxmlformats.org/officeDocument/2006/relationships/customXml" Target="../ink/ink582.xml"/><Relationship Id="rId345" Type="http://schemas.openxmlformats.org/officeDocument/2006/relationships/image" Target="../media/image688.png"/><Relationship Id="rId387" Type="http://schemas.openxmlformats.org/officeDocument/2006/relationships/image" Target="../media/image709.png"/><Relationship Id="rId510" Type="http://schemas.openxmlformats.org/officeDocument/2006/relationships/customXml" Target="../ink/ink768.xml"/><Relationship Id="rId552" Type="http://schemas.openxmlformats.org/officeDocument/2006/relationships/customXml" Target="../ink/ink789.xml"/><Relationship Id="rId594" Type="http://schemas.openxmlformats.org/officeDocument/2006/relationships/customXml" Target="../ink/ink810.xml"/><Relationship Id="rId608" Type="http://schemas.openxmlformats.org/officeDocument/2006/relationships/customXml" Target="../ink/ink817.xml"/><Relationship Id="rId191" Type="http://schemas.openxmlformats.org/officeDocument/2006/relationships/image" Target="../media/image612.png"/><Relationship Id="rId205" Type="http://schemas.openxmlformats.org/officeDocument/2006/relationships/image" Target="../media/image619.png"/><Relationship Id="rId247" Type="http://schemas.openxmlformats.org/officeDocument/2006/relationships/image" Target="../media/image639.png"/><Relationship Id="rId412" Type="http://schemas.openxmlformats.org/officeDocument/2006/relationships/customXml" Target="../ink/ink719.xml"/><Relationship Id="rId107" Type="http://schemas.openxmlformats.org/officeDocument/2006/relationships/image" Target="../media/image570.png"/><Relationship Id="rId289" Type="http://schemas.openxmlformats.org/officeDocument/2006/relationships/image" Target="../media/image660.png"/><Relationship Id="rId454" Type="http://schemas.openxmlformats.org/officeDocument/2006/relationships/customXml" Target="../ink/ink740.xml"/><Relationship Id="rId496" Type="http://schemas.openxmlformats.org/officeDocument/2006/relationships/customXml" Target="../ink/ink761.xml"/><Relationship Id="rId11" Type="http://schemas.openxmlformats.org/officeDocument/2006/relationships/image" Target="../media/image522.png"/><Relationship Id="rId53" Type="http://schemas.openxmlformats.org/officeDocument/2006/relationships/image" Target="../media/image543.png"/><Relationship Id="rId149" Type="http://schemas.openxmlformats.org/officeDocument/2006/relationships/image" Target="../media/image591.png"/><Relationship Id="rId314" Type="http://schemas.openxmlformats.org/officeDocument/2006/relationships/customXml" Target="../ink/ink670.xml"/><Relationship Id="rId356" Type="http://schemas.openxmlformats.org/officeDocument/2006/relationships/customXml" Target="../ink/ink691.xml"/><Relationship Id="rId398" Type="http://schemas.openxmlformats.org/officeDocument/2006/relationships/customXml" Target="../ink/ink712.xml"/><Relationship Id="rId521" Type="http://schemas.openxmlformats.org/officeDocument/2006/relationships/image" Target="../media/image776.png"/><Relationship Id="rId563" Type="http://schemas.openxmlformats.org/officeDocument/2006/relationships/image" Target="../media/image797.png"/><Relationship Id="rId619" Type="http://schemas.openxmlformats.org/officeDocument/2006/relationships/image" Target="../media/image825.png"/><Relationship Id="rId95" Type="http://schemas.openxmlformats.org/officeDocument/2006/relationships/image" Target="../media/image564.png"/><Relationship Id="rId160" Type="http://schemas.openxmlformats.org/officeDocument/2006/relationships/customXml" Target="../ink/ink593.xml"/><Relationship Id="rId216" Type="http://schemas.openxmlformats.org/officeDocument/2006/relationships/customXml" Target="../ink/ink621.xml"/><Relationship Id="rId423" Type="http://schemas.openxmlformats.org/officeDocument/2006/relationships/image" Target="../media/image727.png"/><Relationship Id="rId258" Type="http://schemas.openxmlformats.org/officeDocument/2006/relationships/customXml" Target="../ink/ink642.xml"/><Relationship Id="rId465" Type="http://schemas.openxmlformats.org/officeDocument/2006/relationships/image" Target="../media/image748.png"/><Relationship Id="rId630" Type="http://schemas.openxmlformats.org/officeDocument/2006/relationships/customXml" Target="../ink/ink828.xml"/><Relationship Id="rId22" Type="http://schemas.openxmlformats.org/officeDocument/2006/relationships/customXml" Target="../ink/ink524.xml"/><Relationship Id="rId64" Type="http://schemas.openxmlformats.org/officeDocument/2006/relationships/customXml" Target="../ink/ink545.xml"/><Relationship Id="rId118" Type="http://schemas.openxmlformats.org/officeDocument/2006/relationships/customXml" Target="../ink/ink572.xml"/><Relationship Id="rId325" Type="http://schemas.openxmlformats.org/officeDocument/2006/relationships/image" Target="../media/image678.png"/><Relationship Id="rId367" Type="http://schemas.openxmlformats.org/officeDocument/2006/relationships/image" Target="../media/image699.png"/><Relationship Id="rId532" Type="http://schemas.openxmlformats.org/officeDocument/2006/relationships/customXml" Target="../ink/ink779.xml"/><Relationship Id="rId574" Type="http://schemas.openxmlformats.org/officeDocument/2006/relationships/customXml" Target="../ink/ink800.xml"/><Relationship Id="rId171" Type="http://schemas.openxmlformats.org/officeDocument/2006/relationships/image" Target="../media/image602.png"/><Relationship Id="rId227" Type="http://schemas.openxmlformats.org/officeDocument/2006/relationships/image" Target="../media/image629.png"/><Relationship Id="rId269" Type="http://schemas.openxmlformats.org/officeDocument/2006/relationships/image" Target="../media/image650.png"/><Relationship Id="rId434" Type="http://schemas.openxmlformats.org/officeDocument/2006/relationships/customXml" Target="../ink/ink730.xml"/><Relationship Id="rId476" Type="http://schemas.openxmlformats.org/officeDocument/2006/relationships/customXml" Target="../ink/ink751.xml"/><Relationship Id="rId33" Type="http://schemas.openxmlformats.org/officeDocument/2006/relationships/image" Target="../media/image533.png"/><Relationship Id="rId129" Type="http://schemas.openxmlformats.org/officeDocument/2006/relationships/image" Target="../media/image581.png"/><Relationship Id="rId280" Type="http://schemas.openxmlformats.org/officeDocument/2006/relationships/customXml" Target="../ink/ink653.xml"/><Relationship Id="rId336" Type="http://schemas.openxmlformats.org/officeDocument/2006/relationships/customXml" Target="../ink/ink681.xml"/><Relationship Id="rId501" Type="http://schemas.openxmlformats.org/officeDocument/2006/relationships/image" Target="../media/image766.png"/><Relationship Id="rId543" Type="http://schemas.openxmlformats.org/officeDocument/2006/relationships/image" Target="../media/image787.png"/><Relationship Id="rId75" Type="http://schemas.openxmlformats.org/officeDocument/2006/relationships/image" Target="../media/image554.png"/><Relationship Id="rId140" Type="http://schemas.openxmlformats.org/officeDocument/2006/relationships/customXml" Target="../ink/ink583.xml"/><Relationship Id="rId182" Type="http://schemas.openxmlformats.org/officeDocument/2006/relationships/customXml" Target="../ink/ink604.xml"/><Relationship Id="rId378" Type="http://schemas.openxmlformats.org/officeDocument/2006/relationships/customXml" Target="../ink/ink702.xml"/><Relationship Id="rId403" Type="http://schemas.openxmlformats.org/officeDocument/2006/relationships/image" Target="../media/image717.png"/><Relationship Id="rId585" Type="http://schemas.openxmlformats.org/officeDocument/2006/relationships/image" Target="../media/image808.png"/><Relationship Id="rId6" Type="http://schemas.openxmlformats.org/officeDocument/2006/relationships/customXml" Target="../ink/ink516.xml"/><Relationship Id="rId238" Type="http://schemas.openxmlformats.org/officeDocument/2006/relationships/customXml" Target="../ink/ink632.xml"/><Relationship Id="rId445" Type="http://schemas.openxmlformats.org/officeDocument/2006/relationships/image" Target="../media/image738.png"/><Relationship Id="rId487" Type="http://schemas.openxmlformats.org/officeDocument/2006/relationships/image" Target="../media/image759.png"/><Relationship Id="rId610" Type="http://schemas.openxmlformats.org/officeDocument/2006/relationships/customXml" Target="../ink/ink818.xml"/><Relationship Id="rId291" Type="http://schemas.openxmlformats.org/officeDocument/2006/relationships/image" Target="../media/image661.png"/><Relationship Id="rId305" Type="http://schemas.openxmlformats.org/officeDocument/2006/relationships/image" Target="../media/image668.png"/><Relationship Id="rId347" Type="http://schemas.openxmlformats.org/officeDocument/2006/relationships/image" Target="../media/image689.png"/><Relationship Id="rId512" Type="http://schemas.openxmlformats.org/officeDocument/2006/relationships/customXml" Target="../ink/ink769.xml"/><Relationship Id="rId44" Type="http://schemas.openxmlformats.org/officeDocument/2006/relationships/customXml" Target="../ink/ink535.xml"/><Relationship Id="rId86" Type="http://schemas.openxmlformats.org/officeDocument/2006/relationships/customXml" Target="../ink/ink556.xml"/><Relationship Id="rId151" Type="http://schemas.openxmlformats.org/officeDocument/2006/relationships/image" Target="../media/image592.png"/><Relationship Id="rId389" Type="http://schemas.openxmlformats.org/officeDocument/2006/relationships/image" Target="../media/image710.png"/><Relationship Id="rId554" Type="http://schemas.openxmlformats.org/officeDocument/2006/relationships/customXml" Target="../ink/ink790.xml"/><Relationship Id="rId596" Type="http://schemas.openxmlformats.org/officeDocument/2006/relationships/customXml" Target="../ink/ink811.xml"/><Relationship Id="rId193" Type="http://schemas.openxmlformats.org/officeDocument/2006/relationships/image" Target="../media/image613.png"/><Relationship Id="rId207" Type="http://schemas.openxmlformats.org/officeDocument/2006/relationships/image" Target="../media/image20.png"/><Relationship Id="rId249" Type="http://schemas.openxmlformats.org/officeDocument/2006/relationships/image" Target="../media/image640.png"/><Relationship Id="rId414" Type="http://schemas.openxmlformats.org/officeDocument/2006/relationships/customXml" Target="../ink/ink720.xml"/><Relationship Id="rId456" Type="http://schemas.openxmlformats.org/officeDocument/2006/relationships/customXml" Target="../ink/ink741.xml"/><Relationship Id="rId498" Type="http://schemas.openxmlformats.org/officeDocument/2006/relationships/customXml" Target="../ink/ink762.xml"/><Relationship Id="rId621" Type="http://schemas.openxmlformats.org/officeDocument/2006/relationships/image" Target="../media/image826.png"/><Relationship Id="rId13" Type="http://schemas.openxmlformats.org/officeDocument/2006/relationships/image" Target="../media/image523.png"/><Relationship Id="rId109" Type="http://schemas.openxmlformats.org/officeDocument/2006/relationships/image" Target="../media/image571.png"/><Relationship Id="rId260" Type="http://schemas.openxmlformats.org/officeDocument/2006/relationships/customXml" Target="../ink/ink643.xml"/><Relationship Id="rId316" Type="http://schemas.openxmlformats.org/officeDocument/2006/relationships/customXml" Target="../ink/ink671.xml"/><Relationship Id="rId523" Type="http://schemas.openxmlformats.org/officeDocument/2006/relationships/image" Target="../media/image777.png"/><Relationship Id="rId55" Type="http://schemas.openxmlformats.org/officeDocument/2006/relationships/image" Target="../media/image544.png"/><Relationship Id="rId97" Type="http://schemas.openxmlformats.org/officeDocument/2006/relationships/image" Target="../media/image565.png"/><Relationship Id="rId120" Type="http://schemas.openxmlformats.org/officeDocument/2006/relationships/customXml" Target="../ink/ink573.xml"/><Relationship Id="rId358" Type="http://schemas.openxmlformats.org/officeDocument/2006/relationships/customXml" Target="../ink/ink692.xml"/><Relationship Id="rId565" Type="http://schemas.openxmlformats.org/officeDocument/2006/relationships/image" Target="../media/image798.png"/><Relationship Id="rId162" Type="http://schemas.openxmlformats.org/officeDocument/2006/relationships/customXml" Target="../ink/ink594.xml"/><Relationship Id="rId218" Type="http://schemas.openxmlformats.org/officeDocument/2006/relationships/customXml" Target="../ink/ink622.xml"/><Relationship Id="rId425" Type="http://schemas.openxmlformats.org/officeDocument/2006/relationships/image" Target="../media/image728.png"/><Relationship Id="rId467" Type="http://schemas.openxmlformats.org/officeDocument/2006/relationships/image" Target="../media/image749.png"/><Relationship Id="rId632" Type="http://schemas.openxmlformats.org/officeDocument/2006/relationships/customXml" Target="../ink/ink829.xml"/><Relationship Id="rId271" Type="http://schemas.openxmlformats.org/officeDocument/2006/relationships/image" Target="../media/image651.png"/><Relationship Id="rId24" Type="http://schemas.openxmlformats.org/officeDocument/2006/relationships/customXml" Target="../ink/ink525.xml"/><Relationship Id="rId66" Type="http://schemas.openxmlformats.org/officeDocument/2006/relationships/customXml" Target="../ink/ink546.xml"/><Relationship Id="rId131" Type="http://schemas.openxmlformats.org/officeDocument/2006/relationships/image" Target="../media/image582.png"/><Relationship Id="rId327" Type="http://schemas.openxmlformats.org/officeDocument/2006/relationships/image" Target="../media/image679.png"/><Relationship Id="rId369" Type="http://schemas.openxmlformats.org/officeDocument/2006/relationships/image" Target="../media/image700.png"/><Relationship Id="rId534" Type="http://schemas.openxmlformats.org/officeDocument/2006/relationships/customXml" Target="../ink/ink780.xml"/><Relationship Id="rId576" Type="http://schemas.openxmlformats.org/officeDocument/2006/relationships/customXml" Target="../ink/ink801.xml"/><Relationship Id="rId173" Type="http://schemas.openxmlformats.org/officeDocument/2006/relationships/image" Target="../media/image603.png"/><Relationship Id="rId229" Type="http://schemas.openxmlformats.org/officeDocument/2006/relationships/image" Target="../media/image630.png"/><Relationship Id="rId380" Type="http://schemas.openxmlformats.org/officeDocument/2006/relationships/customXml" Target="../ink/ink703.xml"/><Relationship Id="rId436" Type="http://schemas.openxmlformats.org/officeDocument/2006/relationships/customXml" Target="../ink/ink731.xml"/><Relationship Id="rId601" Type="http://schemas.openxmlformats.org/officeDocument/2006/relationships/image" Target="../media/image816.png"/><Relationship Id="rId240" Type="http://schemas.openxmlformats.org/officeDocument/2006/relationships/customXml" Target="../ink/ink633.xml"/><Relationship Id="rId478" Type="http://schemas.openxmlformats.org/officeDocument/2006/relationships/customXml" Target="../ink/ink752.xml"/><Relationship Id="rId35" Type="http://schemas.openxmlformats.org/officeDocument/2006/relationships/image" Target="../media/image534.png"/><Relationship Id="rId77" Type="http://schemas.openxmlformats.org/officeDocument/2006/relationships/image" Target="../media/image555.png"/><Relationship Id="rId100" Type="http://schemas.openxmlformats.org/officeDocument/2006/relationships/customXml" Target="../ink/ink563.xml"/><Relationship Id="rId282" Type="http://schemas.openxmlformats.org/officeDocument/2006/relationships/customXml" Target="../ink/ink654.xml"/><Relationship Id="rId338" Type="http://schemas.openxmlformats.org/officeDocument/2006/relationships/customXml" Target="../ink/ink682.xml"/><Relationship Id="rId503" Type="http://schemas.openxmlformats.org/officeDocument/2006/relationships/image" Target="../media/image767.png"/><Relationship Id="rId545" Type="http://schemas.openxmlformats.org/officeDocument/2006/relationships/image" Target="../media/image788.png"/><Relationship Id="rId587" Type="http://schemas.openxmlformats.org/officeDocument/2006/relationships/image" Target="../media/image809.png"/><Relationship Id="rId8" Type="http://schemas.openxmlformats.org/officeDocument/2006/relationships/customXml" Target="../ink/ink517.xml"/><Relationship Id="rId142" Type="http://schemas.openxmlformats.org/officeDocument/2006/relationships/customXml" Target="../ink/ink584.xml"/><Relationship Id="rId184" Type="http://schemas.openxmlformats.org/officeDocument/2006/relationships/customXml" Target="../ink/ink605.xml"/><Relationship Id="rId391" Type="http://schemas.openxmlformats.org/officeDocument/2006/relationships/image" Target="../media/image711.png"/><Relationship Id="rId405" Type="http://schemas.openxmlformats.org/officeDocument/2006/relationships/image" Target="../media/image718.png"/><Relationship Id="rId447" Type="http://schemas.openxmlformats.org/officeDocument/2006/relationships/image" Target="../media/image739.png"/><Relationship Id="rId612" Type="http://schemas.openxmlformats.org/officeDocument/2006/relationships/customXml" Target="../ink/ink819.xml"/><Relationship Id="rId251" Type="http://schemas.openxmlformats.org/officeDocument/2006/relationships/image" Target="../media/image641.png"/><Relationship Id="rId489" Type="http://schemas.openxmlformats.org/officeDocument/2006/relationships/image" Target="../media/image760.png"/><Relationship Id="rId46" Type="http://schemas.openxmlformats.org/officeDocument/2006/relationships/customXml" Target="../ink/ink536.xml"/><Relationship Id="rId293" Type="http://schemas.openxmlformats.org/officeDocument/2006/relationships/image" Target="../media/image662.png"/><Relationship Id="rId307" Type="http://schemas.openxmlformats.org/officeDocument/2006/relationships/image" Target="../media/image669.png"/><Relationship Id="rId349" Type="http://schemas.openxmlformats.org/officeDocument/2006/relationships/image" Target="../media/image690.png"/><Relationship Id="rId514" Type="http://schemas.openxmlformats.org/officeDocument/2006/relationships/customXml" Target="../ink/ink770.xml"/><Relationship Id="rId556" Type="http://schemas.openxmlformats.org/officeDocument/2006/relationships/customXml" Target="../ink/ink791.xml"/><Relationship Id="rId88" Type="http://schemas.openxmlformats.org/officeDocument/2006/relationships/customXml" Target="../ink/ink557.xml"/><Relationship Id="rId111" Type="http://schemas.openxmlformats.org/officeDocument/2006/relationships/image" Target="../media/image572.png"/><Relationship Id="rId153" Type="http://schemas.openxmlformats.org/officeDocument/2006/relationships/image" Target="../media/image593.png"/><Relationship Id="rId195" Type="http://schemas.openxmlformats.org/officeDocument/2006/relationships/image" Target="../media/image614.png"/><Relationship Id="rId209" Type="http://schemas.openxmlformats.org/officeDocument/2006/relationships/image" Target="../media/image620.png"/><Relationship Id="rId360" Type="http://schemas.openxmlformats.org/officeDocument/2006/relationships/customXml" Target="../ink/ink693.xml"/><Relationship Id="rId416" Type="http://schemas.openxmlformats.org/officeDocument/2006/relationships/customXml" Target="../ink/ink721.xml"/><Relationship Id="rId598" Type="http://schemas.openxmlformats.org/officeDocument/2006/relationships/customXml" Target="../ink/ink812.xml"/><Relationship Id="rId220" Type="http://schemas.openxmlformats.org/officeDocument/2006/relationships/customXml" Target="../ink/ink623.xml"/><Relationship Id="rId458" Type="http://schemas.openxmlformats.org/officeDocument/2006/relationships/customXml" Target="../ink/ink742.xml"/><Relationship Id="rId623" Type="http://schemas.openxmlformats.org/officeDocument/2006/relationships/image" Target="../media/image827.png"/><Relationship Id="rId15" Type="http://schemas.openxmlformats.org/officeDocument/2006/relationships/image" Target="../media/image524.png"/><Relationship Id="rId57" Type="http://schemas.openxmlformats.org/officeDocument/2006/relationships/image" Target="../media/image545.png"/><Relationship Id="rId262" Type="http://schemas.openxmlformats.org/officeDocument/2006/relationships/customXml" Target="../ink/ink644.xml"/><Relationship Id="rId318" Type="http://schemas.openxmlformats.org/officeDocument/2006/relationships/customXml" Target="../ink/ink672.xml"/><Relationship Id="rId525" Type="http://schemas.openxmlformats.org/officeDocument/2006/relationships/image" Target="../media/image778.png"/><Relationship Id="rId567" Type="http://schemas.openxmlformats.org/officeDocument/2006/relationships/image" Target="../media/image799.png"/><Relationship Id="rId99" Type="http://schemas.openxmlformats.org/officeDocument/2006/relationships/image" Target="../media/image566.png"/><Relationship Id="rId122" Type="http://schemas.openxmlformats.org/officeDocument/2006/relationships/customXml" Target="../ink/ink574.xml"/><Relationship Id="rId164" Type="http://schemas.openxmlformats.org/officeDocument/2006/relationships/customXml" Target="../ink/ink595.xml"/><Relationship Id="rId371" Type="http://schemas.openxmlformats.org/officeDocument/2006/relationships/image" Target="../media/image701.png"/><Relationship Id="rId427" Type="http://schemas.openxmlformats.org/officeDocument/2006/relationships/image" Target="../media/image729.png"/><Relationship Id="rId469" Type="http://schemas.openxmlformats.org/officeDocument/2006/relationships/image" Target="../media/image750.png"/><Relationship Id="rId634" Type="http://schemas.openxmlformats.org/officeDocument/2006/relationships/customXml" Target="../ink/ink830.xml"/><Relationship Id="rId26" Type="http://schemas.openxmlformats.org/officeDocument/2006/relationships/customXml" Target="../ink/ink526.xml"/><Relationship Id="rId231" Type="http://schemas.openxmlformats.org/officeDocument/2006/relationships/image" Target="../media/image631.png"/><Relationship Id="rId273" Type="http://schemas.openxmlformats.org/officeDocument/2006/relationships/image" Target="../media/image652.png"/><Relationship Id="rId329" Type="http://schemas.openxmlformats.org/officeDocument/2006/relationships/image" Target="../media/image680.png"/><Relationship Id="rId480" Type="http://schemas.openxmlformats.org/officeDocument/2006/relationships/customXml" Target="../ink/ink753.xml"/><Relationship Id="rId536" Type="http://schemas.openxmlformats.org/officeDocument/2006/relationships/customXml" Target="../ink/ink781.xml"/><Relationship Id="rId68" Type="http://schemas.openxmlformats.org/officeDocument/2006/relationships/customXml" Target="../ink/ink547.xml"/><Relationship Id="rId133" Type="http://schemas.openxmlformats.org/officeDocument/2006/relationships/image" Target="../media/image583.png"/><Relationship Id="rId175" Type="http://schemas.openxmlformats.org/officeDocument/2006/relationships/image" Target="../media/image604.png"/><Relationship Id="rId340" Type="http://schemas.openxmlformats.org/officeDocument/2006/relationships/customXml" Target="../ink/ink683.xml"/><Relationship Id="rId578" Type="http://schemas.openxmlformats.org/officeDocument/2006/relationships/customXml" Target="../ink/ink802.xml"/><Relationship Id="rId200" Type="http://schemas.openxmlformats.org/officeDocument/2006/relationships/customXml" Target="../ink/ink613.xml"/><Relationship Id="rId382" Type="http://schemas.openxmlformats.org/officeDocument/2006/relationships/customXml" Target="../ink/ink704.xml"/><Relationship Id="rId438" Type="http://schemas.openxmlformats.org/officeDocument/2006/relationships/customXml" Target="../ink/ink732.xml"/><Relationship Id="rId603" Type="http://schemas.openxmlformats.org/officeDocument/2006/relationships/image" Target="../media/image817.png"/><Relationship Id="rId242" Type="http://schemas.openxmlformats.org/officeDocument/2006/relationships/customXml" Target="../ink/ink634.xml"/><Relationship Id="rId284" Type="http://schemas.openxmlformats.org/officeDocument/2006/relationships/customXml" Target="../ink/ink655.xml"/><Relationship Id="rId491" Type="http://schemas.openxmlformats.org/officeDocument/2006/relationships/image" Target="../media/image761.png"/><Relationship Id="rId505" Type="http://schemas.openxmlformats.org/officeDocument/2006/relationships/image" Target="../media/image768.png"/><Relationship Id="rId37" Type="http://schemas.openxmlformats.org/officeDocument/2006/relationships/image" Target="../media/image535.png"/><Relationship Id="rId79" Type="http://schemas.openxmlformats.org/officeDocument/2006/relationships/image" Target="../media/image556.png"/><Relationship Id="rId102" Type="http://schemas.openxmlformats.org/officeDocument/2006/relationships/customXml" Target="../ink/ink564.xml"/><Relationship Id="rId144" Type="http://schemas.openxmlformats.org/officeDocument/2006/relationships/customXml" Target="../ink/ink585.xml"/><Relationship Id="rId547" Type="http://schemas.openxmlformats.org/officeDocument/2006/relationships/image" Target="../media/image789.png"/><Relationship Id="rId589" Type="http://schemas.openxmlformats.org/officeDocument/2006/relationships/image" Target="../media/image810.png"/><Relationship Id="rId90" Type="http://schemas.openxmlformats.org/officeDocument/2006/relationships/customXml" Target="../ink/ink558.xml"/><Relationship Id="rId186" Type="http://schemas.openxmlformats.org/officeDocument/2006/relationships/customXml" Target="../ink/ink606.xml"/><Relationship Id="rId351" Type="http://schemas.openxmlformats.org/officeDocument/2006/relationships/image" Target="../media/image691.png"/><Relationship Id="rId393" Type="http://schemas.openxmlformats.org/officeDocument/2006/relationships/image" Target="../media/image712.png"/><Relationship Id="rId407" Type="http://schemas.openxmlformats.org/officeDocument/2006/relationships/image" Target="../media/image719.png"/><Relationship Id="rId449" Type="http://schemas.openxmlformats.org/officeDocument/2006/relationships/image" Target="../media/image740.png"/><Relationship Id="rId614" Type="http://schemas.openxmlformats.org/officeDocument/2006/relationships/customXml" Target="../ink/ink820.xml"/><Relationship Id="rId211" Type="http://schemas.openxmlformats.org/officeDocument/2006/relationships/image" Target="../media/image621.png"/><Relationship Id="rId253" Type="http://schemas.openxmlformats.org/officeDocument/2006/relationships/image" Target="../media/image642.png"/><Relationship Id="rId295" Type="http://schemas.openxmlformats.org/officeDocument/2006/relationships/image" Target="../media/image663.png"/><Relationship Id="rId309" Type="http://schemas.openxmlformats.org/officeDocument/2006/relationships/image" Target="../media/image670.png"/><Relationship Id="rId460" Type="http://schemas.openxmlformats.org/officeDocument/2006/relationships/customXml" Target="../ink/ink743.xml"/><Relationship Id="rId516" Type="http://schemas.openxmlformats.org/officeDocument/2006/relationships/customXml" Target="../ink/ink771.xml"/><Relationship Id="rId48" Type="http://schemas.openxmlformats.org/officeDocument/2006/relationships/customXml" Target="../ink/ink537.xml"/><Relationship Id="rId113" Type="http://schemas.openxmlformats.org/officeDocument/2006/relationships/image" Target="../media/image573.png"/><Relationship Id="rId320" Type="http://schemas.openxmlformats.org/officeDocument/2006/relationships/customXml" Target="../ink/ink673.xml"/><Relationship Id="rId558" Type="http://schemas.openxmlformats.org/officeDocument/2006/relationships/customXml" Target="../ink/ink792.xml"/><Relationship Id="rId155" Type="http://schemas.openxmlformats.org/officeDocument/2006/relationships/image" Target="../media/image594.png"/><Relationship Id="rId197" Type="http://schemas.openxmlformats.org/officeDocument/2006/relationships/image" Target="../media/image615.png"/><Relationship Id="rId362" Type="http://schemas.openxmlformats.org/officeDocument/2006/relationships/customXml" Target="../ink/ink694.xml"/><Relationship Id="rId418" Type="http://schemas.openxmlformats.org/officeDocument/2006/relationships/customXml" Target="../ink/ink722.xml"/><Relationship Id="rId625" Type="http://schemas.openxmlformats.org/officeDocument/2006/relationships/image" Target="../media/image828.png"/><Relationship Id="rId222" Type="http://schemas.openxmlformats.org/officeDocument/2006/relationships/customXml" Target="../ink/ink624.xml"/><Relationship Id="rId264" Type="http://schemas.openxmlformats.org/officeDocument/2006/relationships/customXml" Target="../ink/ink645.xml"/><Relationship Id="rId471" Type="http://schemas.openxmlformats.org/officeDocument/2006/relationships/image" Target="../media/image751.png"/><Relationship Id="rId17" Type="http://schemas.openxmlformats.org/officeDocument/2006/relationships/image" Target="../media/image525.png"/><Relationship Id="rId59" Type="http://schemas.openxmlformats.org/officeDocument/2006/relationships/image" Target="../media/image546.png"/><Relationship Id="rId124" Type="http://schemas.openxmlformats.org/officeDocument/2006/relationships/customXml" Target="../ink/ink575.xml"/><Relationship Id="rId527" Type="http://schemas.openxmlformats.org/officeDocument/2006/relationships/image" Target="../media/image779.png"/><Relationship Id="rId569" Type="http://schemas.openxmlformats.org/officeDocument/2006/relationships/image" Target="../media/image800.png"/><Relationship Id="rId70" Type="http://schemas.openxmlformats.org/officeDocument/2006/relationships/customXml" Target="../ink/ink548.xml"/><Relationship Id="rId166" Type="http://schemas.openxmlformats.org/officeDocument/2006/relationships/customXml" Target="../ink/ink596.xml"/><Relationship Id="rId331" Type="http://schemas.openxmlformats.org/officeDocument/2006/relationships/image" Target="../media/image681.png"/><Relationship Id="rId373" Type="http://schemas.openxmlformats.org/officeDocument/2006/relationships/image" Target="../media/image702.png"/><Relationship Id="rId429" Type="http://schemas.openxmlformats.org/officeDocument/2006/relationships/image" Target="../media/image730.png"/><Relationship Id="rId580" Type="http://schemas.openxmlformats.org/officeDocument/2006/relationships/customXml" Target="../ink/ink803.xml"/><Relationship Id="rId636" Type="http://schemas.openxmlformats.org/officeDocument/2006/relationships/customXml" Target="../ink/ink831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632.png"/><Relationship Id="rId440" Type="http://schemas.openxmlformats.org/officeDocument/2006/relationships/customXml" Target="../ink/ink733.xml"/><Relationship Id="rId28" Type="http://schemas.openxmlformats.org/officeDocument/2006/relationships/customXml" Target="../ink/ink527.xml"/><Relationship Id="rId275" Type="http://schemas.openxmlformats.org/officeDocument/2006/relationships/image" Target="../media/image653.png"/><Relationship Id="rId300" Type="http://schemas.openxmlformats.org/officeDocument/2006/relationships/customXml" Target="../ink/ink663.xml"/><Relationship Id="rId482" Type="http://schemas.openxmlformats.org/officeDocument/2006/relationships/customXml" Target="../ink/ink754.xml"/><Relationship Id="rId538" Type="http://schemas.openxmlformats.org/officeDocument/2006/relationships/customXml" Target="../ink/ink782.xml"/><Relationship Id="rId81" Type="http://schemas.openxmlformats.org/officeDocument/2006/relationships/image" Target="../media/image557.png"/><Relationship Id="rId135" Type="http://schemas.openxmlformats.org/officeDocument/2006/relationships/image" Target="../media/image584.png"/><Relationship Id="rId177" Type="http://schemas.openxmlformats.org/officeDocument/2006/relationships/image" Target="../media/image605.png"/><Relationship Id="rId342" Type="http://schemas.openxmlformats.org/officeDocument/2006/relationships/customXml" Target="../ink/ink684.xml"/><Relationship Id="rId384" Type="http://schemas.openxmlformats.org/officeDocument/2006/relationships/customXml" Target="../ink/ink705.xml"/><Relationship Id="rId591" Type="http://schemas.openxmlformats.org/officeDocument/2006/relationships/image" Target="../media/image811.png"/><Relationship Id="rId605" Type="http://schemas.openxmlformats.org/officeDocument/2006/relationships/image" Target="../media/image818.png"/><Relationship Id="rId202" Type="http://schemas.openxmlformats.org/officeDocument/2006/relationships/customXml" Target="../ink/ink614.xml"/><Relationship Id="rId244" Type="http://schemas.openxmlformats.org/officeDocument/2006/relationships/customXml" Target="../ink/ink635.xml"/><Relationship Id="rId39" Type="http://schemas.openxmlformats.org/officeDocument/2006/relationships/image" Target="../media/image536.png"/><Relationship Id="rId286" Type="http://schemas.openxmlformats.org/officeDocument/2006/relationships/customXml" Target="../ink/ink656.xml"/><Relationship Id="rId451" Type="http://schemas.openxmlformats.org/officeDocument/2006/relationships/image" Target="../media/image741.png"/><Relationship Id="rId493" Type="http://schemas.openxmlformats.org/officeDocument/2006/relationships/image" Target="../media/image762.png"/><Relationship Id="rId507" Type="http://schemas.openxmlformats.org/officeDocument/2006/relationships/image" Target="../media/image769.png"/><Relationship Id="rId549" Type="http://schemas.openxmlformats.org/officeDocument/2006/relationships/image" Target="../media/image790.png"/><Relationship Id="rId50" Type="http://schemas.openxmlformats.org/officeDocument/2006/relationships/customXml" Target="../ink/ink538.xml"/><Relationship Id="rId104" Type="http://schemas.openxmlformats.org/officeDocument/2006/relationships/customXml" Target="../ink/ink565.xml"/><Relationship Id="rId146" Type="http://schemas.openxmlformats.org/officeDocument/2006/relationships/customXml" Target="../ink/ink586.xml"/><Relationship Id="rId188" Type="http://schemas.openxmlformats.org/officeDocument/2006/relationships/customXml" Target="../ink/ink607.xml"/><Relationship Id="rId311" Type="http://schemas.openxmlformats.org/officeDocument/2006/relationships/image" Target="../media/image671.png"/><Relationship Id="rId353" Type="http://schemas.openxmlformats.org/officeDocument/2006/relationships/image" Target="../media/image692.png"/><Relationship Id="rId395" Type="http://schemas.openxmlformats.org/officeDocument/2006/relationships/image" Target="../media/image713.png"/><Relationship Id="rId409" Type="http://schemas.openxmlformats.org/officeDocument/2006/relationships/image" Target="../media/image720.png"/><Relationship Id="rId560" Type="http://schemas.openxmlformats.org/officeDocument/2006/relationships/customXml" Target="../ink/ink793.xml"/><Relationship Id="rId92" Type="http://schemas.openxmlformats.org/officeDocument/2006/relationships/customXml" Target="../ink/ink559.xml"/><Relationship Id="rId213" Type="http://schemas.openxmlformats.org/officeDocument/2006/relationships/image" Target="../media/image622.png"/><Relationship Id="rId420" Type="http://schemas.openxmlformats.org/officeDocument/2006/relationships/customXml" Target="../ink/ink723.xml"/><Relationship Id="rId616" Type="http://schemas.openxmlformats.org/officeDocument/2006/relationships/customXml" Target="../ink/ink821.xml"/><Relationship Id="rId255" Type="http://schemas.openxmlformats.org/officeDocument/2006/relationships/image" Target="../media/image643.png"/><Relationship Id="rId297" Type="http://schemas.openxmlformats.org/officeDocument/2006/relationships/image" Target="../media/image664.png"/><Relationship Id="rId462" Type="http://schemas.openxmlformats.org/officeDocument/2006/relationships/customXml" Target="../ink/ink744.xml"/><Relationship Id="rId518" Type="http://schemas.openxmlformats.org/officeDocument/2006/relationships/customXml" Target="../ink/ink772.xml"/><Relationship Id="rId115" Type="http://schemas.openxmlformats.org/officeDocument/2006/relationships/image" Target="../media/image574.png"/><Relationship Id="rId157" Type="http://schemas.openxmlformats.org/officeDocument/2006/relationships/image" Target="../media/image595.png"/><Relationship Id="rId322" Type="http://schemas.openxmlformats.org/officeDocument/2006/relationships/customXml" Target="../ink/ink674.xml"/><Relationship Id="rId364" Type="http://schemas.openxmlformats.org/officeDocument/2006/relationships/customXml" Target="../ink/ink695.xml"/><Relationship Id="rId61" Type="http://schemas.openxmlformats.org/officeDocument/2006/relationships/image" Target="../media/image547.png"/><Relationship Id="rId199" Type="http://schemas.openxmlformats.org/officeDocument/2006/relationships/image" Target="../media/image616.png"/><Relationship Id="rId571" Type="http://schemas.openxmlformats.org/officeDocument/2006/relationships/image" Target="../media/image801.png"/><Relationship Id="rId627" Type="http://schemas.openxmlformats.org/officeDocument/2006/relationships/image" Target="../media/image829.png"/><Relationship Id="rId19" Type="http://schemas.openxmlformats.org/officeDocument/2006/relationships/image" Target="../media/image526.png"/><Relationship Id="rId224" Type="http://schemas.openxmlformats.org/officeDocument/2006/relationships/customXml" Target="../ink/ink625.xml"/><Relationship Id="rId266" Type="http://schemas.openxmlformats.org/officeDocument/2006/relationships/customXml" Target="../ink/ink646.xml"/><Relationship Id="rId431" Type="http://schemas.openxmlformats.org/officeDocument/2006/relationships/image" Target="../media/image731.png"/><Relationship Id="rId473" Type="http://schemas.openxmlformats.org/officeDocument/2006/relationships/image" Target="../media/image752.png"/><Relationship Id="rId529" Type="http://schemas.openxmlformats.org/officeDocument/2006/relationships/image" Target="../media/image780.png"/><Relationship Id="rId30" Type="http://schemas.openxmlformats.org/officeDocument/2006/relationships/customXml" Target="../ink/ink528.xml"/><Relationship Id="rId126" Type="http://schemas.openxmlformats.org/officeDocument/2006/relationships/customXml" Target="../ink/ink576.xml"/><Relationship Id="rId168" Type="http://schemas.openxmlformats.org/officeDocument/2006/relationships/customXml" Target="../ink/ink597.xml"/><Relationship Id="rId333" Type="http://schemas.openxmlformats.org/officeDocument/2006/relationships/image" Target="../media/image682.png"/><Relationship Id="rId540" Type="http://schemas.openxmlformats.org/officeDocument/2006/relationships/customXml" Target="../ink/ink783.xml"/><Relationship Id="rId72" Type="http://schemas.openxmlformats.org/officeDocument/2006/relationships/customXml" Target="../ink/ink549.xml"/><Relationship Id="rId375" Type="http://schemas.openxmlformats.org/officeDocument/2006/relationships/image" Target="../media/image703.png"/><Relationship Id="rId582" Type="http://schemas.openxmlformats.org/officeDocument/2006/relationships/customXml" Target="../ink/ink804.xml"/><Relationship Id="rId3" Type="http://schemas.openxmlformats.org/officeDocument/2006/relationships/image" Target="../media/image518.png"/><Relationship Id="rId235" Type="http://schemas.openxmlformats.org/officeDocument/2006/relationships/image" Target="../media/image633.png"/><Relationship Id="rId277" Type="http://schemas.openxmlformats.org/officeDocument/2006/relationships/image" Target="../media/image654.png"/><Relationship Id="rId400" Type="http://schemas.openxmlformats.org/officeDocument/2006/relationships/customXml" Target="../ink/ink713.xml"/><Relationship Id="rId442" Type="http://schemas.openxmlformats.org/officeDocument/2006/relationships/customXml" Target="../ink/ink734.xml"/><Relationship Id="rId484" Type="http://schemas.openxmlformats.org/officeDocument/2006/relationships/customXml" Target="../ink/ink755.xml"/><Relationship Id="rId137" Type="http://schemas.openxmlformats.org/officeDocument/2006/relationships/image" Target="../media/image585.png"/><Relationship Id="rId302" Type="http://schemas.openxmlformats.org/officeDocument/2006/relationships/customXml" Target="../ink/ink664.xml"/><Relationship Id="rId344" Type="http://schemas.openxmlformats.org/officeDocument/2006/relationships/customXml" Target="../ink/ink685.xml"/><Relationship Id="rId41" Type="http://schemas.openxmlformats.org/officeDocument/2006/relationships/image" Target="../media/image537.png"/><Relationship Id="rId83" Type="http://schemas.openxmlformats.org/officeDocument/2006/relationships/image" Target="../media/image558.png"/><Relationship Id="rId179" Type="http://schemas.openxmlformats.org/officeDocument/2006/relationships/image" Target="../media/image606.png"/><Relationship Id="rId386" Type="http://schemas.openxmlformats.org/officeDocument/2006/relationships/customXml" Target="../ink/ink706.xml"/><Relationship Id="rId551" Type="http://schemas.openxmlformats.org/officeDocument/2006/relationships/image" Target="../media/image791.png"/><Relationship Id="rId593" Type="http://schemas.openxmlformats.org/officeDocument/2006/relationships/image" Target="../media/image812.png"/><Relationship Id="rId607" Type="http://schemas.openxmlformats.org/officeDocument/2006/relationships/image" Target="../media/image819.png"/><Relationship Id="rId190" Type="http://schemas.openxmlformats.org/officeDocument/2006/relationships/customXml" Target="../ink/ink608.xml"/><Relationship Id="rId204" Type="http://schemas.openxmlformats.org/officeDocument/2006/relationships/customXml" Target="../ink/ink615.xml"/><Relationship Id="rId246" Type="http://schemas.openxmlformats.org/officeDocument/2006/relationships/customXml" Target="../ink/ink636.xml"/><Relationship Id="rId288" Type="http://schemas.openxmlformats.org/officeDocument/2006/relationships/customXml" Target="../ink/ink657.xml"/><Relationship Id="rId411" Type="http://schemas.openxmlformats.org/officeDocument/2006/relationships/image" Target="../media/image721.png"/><Relationship Id="rId453" Type="http://schemas.openxmlformats.org/officeDocument/2006/relationships/image" Target="../media/image742.png"/><Relationship Id="rId509" Type="http://schemas.openxmlformats.org/officeDocument/2006/relationships/image" Target="../media/image770.png"/><Relationship Id="rId106" Type="http://schemas.openxmlformats.org/officeDocument/2006/relationships/customXml" Target="../ink/ink566.xml"/><Relationship Id="rId313" Type="http://schemas.openxmlformats.org/officeDocument/2006/relationships/image" Target="../media/image672.png"/><Relationship Id="rId495" Type="http://schemas.openxmlformats.org/officeDocument/2006/relationships/image" Target="../media/image763.png"/><Relationship Id="rId10" Type="http://schemas.openxmlformats.org/officeDocument/2006/relationships/customXml" Target="../ink/ink518.xml"/><Relationship Id="rId52" Type="http://schemas.openxmlformats.org/officeDocument/2006/relationships/customXml" Target="../ink/ink539.xml"/><Relationship Id="rId94" Type="http://schemas.openxmlformats.org/officeDocument/2006/relationships/customXml" Target="../ink/ink560.xml"/><Relationship Id="rId148" Type="http://schemas.openxmlformats.org/officeDocument/2006/relationships/customXml" Target="../ink/ink587.xml"/><Relationship Id="rId355" Type="http://schemas.openxmlformats.org/officeDocument/2006/relationships/image" Target="../media/image693.png"/><Relationship Id="rId397" Type="http://schemas.openxmlformats.org/officeDocument/2006/relationships/image" Target="../media/image714.png"/><Relationship Id="rId520" Type="http://schemas.openxmlformats.org/officeDocument/2006/relationships/customXml" Target="../ink/ink773.xml"/><Relationship Id="rId562" Type="http://schemas.openxmlformats.org/officeDocument/2006/relationships/customXml" Target="../ink/ink794.xml"/><Relationship Id="rId618" Type="http://schemas.openxmlformats.org/officeDocument/2006/relationships/customXml" Target="../ink/ink822.xml"/><Relationship Id="rId215" Type="http://schemas.openxmlformats.org/officeDocument/2006/relationships/image" Target="../media/image623.png"/><Relationship Id="rId257" Type="http://schemas.openxmlformats.org/officeDocument/2006/relationships/image" Target="../media/image644.png"/><Relationship Id="rId422" Type="http://schemas.openxmlformats.org/officeDocument/2006/relationships/customXml" Target="../ink/ink724.xml"/><Relationship Id="rId464" Type="http://schemas.openxmlformats.org/officeDocument/2006/relationships/customXml" Target="../ink/ink745.xml"/><Relationship Id="rId299" Type="http://schemas.openxmlformats.org/officeDocument/2006/relationships/image" Target="../media/image665.png"/><Relationship Id="rId63" Type="http://schemas.openxmlformats.org/officeDocument/2006/relationships/image" Target="../media/image548.png"/><Relationship Id="rId159" Type="http://schemas.openxmlformats.org/officeDocument/2006/relationships/image" Target="../media/image596.png"/><Relationship Id="rId366" Type="http://schemas.openxmlformats.org/officeDocument/2006/relationships/customXml" Target="../ink/ink696.xml"/><Relationship Id="rId573" Type="http://schemas.openxmlformats.org/officeDocument/2006/relationships/image" Target="../media/image802.png"/><Relationship Id="rId226" Type="http://schemas.openxmlformats.org/officeDocument/2006/relationships/customXml" Target="../ink/ink626.xml"/><Relationship Id="rId433" Type="http://schemas.openxmlformats.org/officeDocument/2006/relationships/image" Target="../media/image732.png"/><Relationship Id="rId74" Type="http://schemas.openxmlformats.org/officeDocument/2006/relationships/customXml" Target="../ink/ink550.xml"/><Relationship Id="rId377" Type="http://schemas.openxmlformats.org/officeDocument/2006/relationships/image" Target="../media/image704.png"/><Relationship Id="rId500" Type="http://schemas.openxmlformats.org/officeDocument/2006/relationships/customXml" Target="../ink/ink763.xml"/><Relationship Id="rId584" Type="http://schemas.openxmlformats.org/officeDocument/2006/relationships/customXml" Target="../ink/ink805.xml"/><Relationship Id="rId5" Type="http://schemas.openxmlformats.org/officeDocument/2006/relationships/image" Target="../media/image519.png"/><Relationship Id="rId237" Type="http://schemas.openxmlformats.org/officeDocument/2006/relationships/image" Target="../media/image634.png"/><Relationship Id="rId444" Type="http://schemas.openxmlformats.org/officeDocument/2006/relationships/customXml" Target="../ink/ink735.xml"/><Relationship Id="rId290" Type="http://schemas.openxmlformats.org/officeDocument/2006/relationships/customXml" Target="../ink/ink658.xml"/><Relationship Id="rId304" Type="http://schemas.openxmlformats.org/officeDocument/2006/relationships/customXml" Target="../ink/ink665.xml"/><Relationship Id="rId388" Type="http://schemas.openxmlformats.org/officeDocument/2006/relationships/customXml" Target="../ink/ink707.xml"/><Relationship Id="rId511" Type="http://schemas.openxmlformats.org/officeDocument/2006/relationships/image" Target="../media/image771.png"/><Relationship Id="rId609" Type="http://schemas.openxmlformats.org/officeDocument/2006/relationships/image" Target="../media/image820.png"/><Relationship Id="rId85" Type="http://schemas.openxmlformats.org/officeDocument/2006/relationships/image" Target="../media/image559.png"/><Relationship Id="rId150" Type="http://schemas.openxmlformats.org/officeDocument/2006/relationships/customXml" Target="../ink/ink588.xml"/><Relationship Id="rId595" Type="http://schemas.openxmlformats.org/officeDocument/2006/relationships/image" Target="../media/image813.png"/><Relationship Id="rId248" Type="http://schemas.openxmlformats.org/officeDocument/2006/relationships/customXml" Target="../ink/ink637.xml"/><Relationship Id="rId455" Type="http://schemas.openxmlformats.org/officeDocument/2006/relationships/image" Target="../media/image743.png"/><Relationship Id="rId12" Type="http://schemas.openxmlformats.org/officeDocument/2006/relationships/customXml" Target="../ink/ink519.xml"/><Relationship Id="rId108" Type="http://schemas.openxmlformats.org/officeDocument/2006/relationships/customXml" Target="../ink/ink567.xml"/><Relationship Id="rId315" Type="http://schemas.openxmlformats.org/officeDocument/2006/relationships/image" Target="../media/image673.png"/><Relationship Id="rId522" Type="http://schemas.openxmlformats.org/officeDocument/2006/relationships/customXml" Target="../ink/ink774.xml"/><Relationship Id="rId96" Type="http://schemas.openxmlformats.org/officeDocument/2006/relationships/customXml" Target="../ink/ink561.xml"/><Relationship Id="rId161" Type="http://schemas.openxmlformats.org/officeDocument/2006/relationships/image" Target="../media/image597.png"/><Relationship Id="rId399" Type="http://schemas.openxmlformats.org/officeDocument/2006/relationships/image" Target="../media/image715.png"/><Relationship Id="rId259" Type="http://schemas.openxmlformats.org/officeDocument/2006/relationships/image" Target="../media/image645.png"/><Relationship Id="rId466" Type="http://schemas.openxmlformats.org/officeDocument/2006/relationships/customXml" Target="../ink/ink746.xml"/><Relationship Id="rId23" Type="http://schemas.openxmlformats.org/officeDocument/2006/relationships/image" Target="../media/image528.png"/><Relationship Id="rId119" Type="http://schemas.openxmlformats.org/officeDocument/2006/relationships/image" Target="../media/image576.png"/><Relationship Id="rId326" Type="http://schemas.openxmlformats.org/officeDocument/2006/relationships/customXml" Target="../ink/ink676.xml"/><Relationship Id="rId533" Type="http://schemas.openxmlformats.org/officeDocument/2006/relationships/image" Target="../media/image782.png"/><Relationship Id="rId172" Type="http://schemas.openxmlformats.org/officeDocument/2006/relationships/customXml" Target="../ink/ink599.xml"/><Relationship Id="rId477" Type="http://schemas.openxmlformats.org/officeDocument/2006/relationships/image" Target="../media/image754.png"/><Relationship Id="rId600" Type="http://schemas.openxmlformats.org/officeDocument/2006/relationships/customXml" Target="../ink/ink813.xml"/><Relationship Id="rId337" Type="http://schemas.openxmlformats.org/officeDocument/2006/relationships/image" Target="../media/image684.png"/><Relationship Id="rId34" Type="http://schemas.openxmlformats.org/officeDocument/2006/relationships/customXml" Target="../ink/ink530.xml"/><Relationship Id="rId544" Type="http://schemas.openxmlformats.org/officeDocument/2006/relationships/customXml" Target="../ink/ink785.xml"/><Relationship Id="rId183" Type="http://schemas.openxmlformats.org/officeDocument/2006/relationships/image" Target="../media/image608.png"/><Relationship Id="rId390" Type="http://schemas.openxmlformats.org/officeDocument/2006/relationships/customXml" Target="../ink/ink708.xml"/><Relationship Id="rId404" Type="http://schemas.openxmlformats.org/officeDocument/2006/relationships/customXml" Target="../ink/ink715.xml"/><Relationship Id="rId611" Type="http://schemas.openxmlformats.org/officeDocument/2006/relationships/image" Target="../media/image821.png"/><Relationship Id="rId250" Type="http://schemas.openxmlformats.org/officeDocument/2006/relationships/customXml" Target="../ink/ink638.xml"/><Relationship Id="rId488" Type="http://schemas.openxmlformats.org/officeDocument/2006/relationships/customXml" Target="../ink/ink757.xml"/><Relationship Id="rId45" Type="http://schemas.openxmlformats.org/officeDocument/2006/relationships/image" Target="../media/image539.png"/><Relationship Id="rId110" Type="http://schemas.openxmlformats.org/officeDocument/2006/relationships/customXml" Target="../ink/ink568.xml"/><Relationship Id="rId348" Type="http://schemas.openxmlformats.org/officeDocument/2006/relationships/customXml" Target="../ink/ink687.xml"/><Relationship Id="rId555" Type="http://schemas.openxmlformats.org/officeDocument/2006/relationships/image" Target="../media/image793.png"/><Relationship Id="rId194" Type="http://schemas.openxmlformats.org/officeDocument/2006/relationships/customXml" Target="../ink/ink610.xml"/><Relationship Id="rId208" Type="http://schemas.openxmlformats.org/officeDocument/2006/relationships/customXml" Target="../ink/ink617.xml"/><Relationship Id="rId415" Type="http://schemas.openxmlformats.org/officeDocument/2006/relationships/image" Target="../media/image723.png"/><Relationship Id="rId622" Type="http://schemas.openxmlformats.org/officeDocument/2006/relationships/customXml" Target="../ink/ink824.xml"/><Relationship Id="rId261" Type="http://schemas.openxmlformats.org/officeDocument/2006/relationships/image" Target="../media/image646.png"/><Relationship Id="rId499" Type="http://schemas.openxmlformats.org/officeDocument/2006/relationships/image" Target="../media/image765.png"/><Relationship Id="rId56" Type="http://schemas.openxmlformats.org/officeDocument/2006/relationships/customXml" Target="../ink/ink541.xml"/><Relationship Id="rId359" Type="http://schemas.openxmlformats.org/officeDocument/2006/relationships/image" Target="../media/image695.png"/><Relationship Id="rId566" Type="http://schemas.openxmlformats.org/officeDocument/2006/relationships/customXml" Target="../ink/ink796.xml"/><Relationship Id="rId121" Type="http://schemas.openxmlformats.org/officeDocument/2006/relationships/image" Target="../media/image577.png"/><Relationship Id="rId219" Type="http://schemas.openxmlformats.org/officeDocument/2006/relationships/image" Target="../media/image625.png"/><Relationship Id="rId426" Type="http://schemas.openxmlformats.org/officeDocument/2006/relationships/customXml" Target="../ink/ink726.xml"/><Relationship Id="rId633" Type="http://schemas.openxmlformats.org/officeDocument/2006/relationships/image" Target="../media/image832.png"/><Relationship Id="rId67" Type="http://schemas.openxmlformats.org/officeDocument/2006/relationships/image" Target="../media/image550.png"/><Relationship Id="rId272" Type="http://schemas.openxmlformats.org/officeDocument/2006/relationships/customXml" Target="../ink/ink649.xml"/><Relationship Id="rId577" Type="http://schemas.openxmlformats.org/officeDocument/2006/relationships/image" Target="../media/image804.png"/><Relationship Id="rId132" Type="http://schemas.openxmlformats.org/officeDocument/2006/relationships/customXml" Target="../ink/ink579.xml"/><Relationship Id="rId437" Type="http://schemas.openxmlformats.org/officeDocument/2006/relationships/image" Target="../media/image734.png"/><Relationship Id="rId283" Type="http://schemas.openxmlformats.org/officeDocument/2006/relationships/image" Target="../media/image657.png"/><Relationship Id="rId490" Type="http://schemas.openxmlformats.org/officeDocument/2006/relationships/customXml" Target="../ink/ink758.xml"/><Relationship Id="rId504" Type="http://schemas.openxmlformats.org/officeDocument/2006/relationships/customXml" Target="../ink/ink765.xml"/><Relationship Id="rId78" Type="http://schemas.openxmlformats.org/officeDocument/2006/relationships/customXml" Target="../ink/ink552.xml"/><Relationship Id="rId143" Type="http://schemas.openxmlformats.org/officeDocument/2006/relationships/image" Target="../media/image588.png"/><Relationship Id="rId350" Type="http://schemas.openxmlformats.org/officeDocument/2006/relationships/customXml" Target="../ink/ink688.xml"/><Relationship Id="rId588" Type="http://schemas.openxmlformats.org/officeDocument/2006/relationships/customXml" Target="../ink/ink807.xml"/><Relationship Id="rId9" Type="http://schemas.openxmlformats.org/officeDocument/2006/relationships/image" Target="../media/image521.png"/><Relationship Id="rId210" Type="http://schemas.openxmlformats.org/officeDocument/2006/relationships/customXml" Target="../ink/ink618.xml"/><Relationship Id="rId448" Type="http://schemas.openxmlformats.org/officeDocument/2006/relationships/customXml" Target="../ink/ink737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37.xml"/><Relationship Id="rId18" Type="http://schemas.openxmlformats.org/officeDocument/2006/relationships/image" Target="../media/image843.png"/><Relationship Id="rId26" Type="http://schemas.openxmlformats.org/officeDocument/2006/relationships/image" Target="../media/image847.png"/><Relationship Id="rId39" Type="http://schemas.openxmlformats.org/officeDocument/2006/relationships/customXml" Target="../ink/ink850.xml"/><Relationship Id="rId21" Type="http://schemas.openxmlformats.org/officeDocument/2006/relationships/customXml" Target="../ink/ink841.xml"/><Relationship Id="rId34" Type="http://schemas.openxmlformats.org/officeDocument/2006/relationships/image" Target="../media/image851.png"/><Relationship Id="rId42" Type="http://schemas.openxmlformats.org/officeDocument/2006/relationships/image" Target="../media/image855.png"/><Relationship Id="rId47" Type="http://schemas.openxmlformats.org/officeDocument/2006/relationships/customXml" Target="../ink/ink854.xml"/><Relationship Id="rId50" Type="http://schemas.openxmlformats.org/officeDocument/2006/relationships/image" Target="../media/image859.png"/><Relationship Id="rId55" Type="http://schemas.openxmlformats.org/officeDocument/2006/relationships/customXml" Target="../ink/ink858.xml"/><Relationship Id="rId7" Type="http://schemas.openxmlformats.org/officeDocument/2006/relationships/customXml" Target="../ink/ink834.xml"/><Relationship Id="rId2" Type="http://schemas.openxmlformats.org/officeDocument/2006/relationships/image" Target="../media/image835.png"/><Relationship Id="rId16" Type="http://schemas.openxmlformats.org/officeDocument/2006/relationships/image" Target="../media/image842.png"/><Relationship Id="rId29" Type="http://schemas.openxmlformats.org/officeDocument/2006/relationships/customXml" Target="../ink/ink845.xml"/><Relationship Id="rId11" Type="http://schemas.openxmlformats.org/officeDocument/2006/relationships/customXml" Target="../ink/ink836.xml"/><Relationship Id="rId24" Type="http://schemas.openxmlformats.org/officeDocument/2006/relationships/image" Target="../media/image846.png"/><Relationship Id="rId32" Type="http://schemas.openxmlformats.org/officeDocument/2006/relationships/image" Target="../media/image850.png"/><Relationship Id="rId37" Type="http://schemas.openxmlformats.org/officeDocument/2006/relationships/customXml" Target="../ink/ink849.xml"/><Relationship Id="rId40" Type="http://schemas.openxmlformats.org/officeDocument/2006/relationships/image" Target="../media/image854.png"/><Relationship Id="rId45" Type="http://schemas.openxmlformats.org/officeDocument/2006/relationships/customXml" Target="../ink/ink853.xml"/><Relationship Id="rId53" Type="http://schemas.openxmlformats.org/officeDocument/2006/relationships/customXml" Target="../ink/ink857.xml"/><Relationship Id="rId58" Type="http://schemas.openxmlformats.org/officeDocument/2006/relationships/image" Target="../media/image863.png"/><Relationship Id="rId5" Type="http://schemas.openxmlformats.org/officeDocument/2006/relationships/customXml" Target="../ink/ink833.xml"/><Relationship Id="rId19" Type="http://schemas.openxmlformats.org/officeDocument/2006/relationships/customXml" Target="../ink/ink840.xml"/><Relationship Id="rId4" Type="http://schemas.openxmlformats.org/officeDocument/2006/relationships/image" Target="../media/image836.png"/><Relationship Id="rId9" Type="http://schemas.openxmlformats.org/officeDocument/2006/relationships/customXml" Target="../ink/ink835.xml"/><Relationship Id="rId14" Type="http://schemas.openxmlformats.org/officeDocument/2006/relationships/image" Target="../media/image841.png"/><Relationship Id="rId22" Type="http://schemas.openxmlformats.org/officeDocument/2006/relationships/image" Target="../media/image845.png"/><Relationship Id="rId27" Type="http://schemas.openxmlformats.org/officeDocument/2006/relationships/customXml" Target="../ink/ink844.xml"/><Relationship Id="rId30" Type="http://schemas.openxmlformats.org/officeDocument/2006/relationships/image" Target="../media/image849.png"/><Relationship Id="rId35" Type="http://schemas.openxmlformats.org/officeDocument/2006/relationships/customXml" Target="../ink/ink848.xml"/><Relationship Id="rId43" Type="http://schemas.openxmlformats.org/officeDocument/2006/relationships/customXml" Target="../ink/ink852.xml"/><Relationship Id="rId48" Type="http://schemas.openxmlformats.org/officeDocument/2006/relationships/image" Target="../media/image858.png"/><Relationship Id="rId56" Type="http://schemas.openxmlformats.org/officeDocument/2006/relationships/image" Target="../media/image862.png"/><Relationship Id="rId8" Type="http://schemas.openxmlformats.org/officeDocument/2006/relationships/image" Target="../media/image838.png"/><Relationship Id="rId51" Type="http://schemas.openxmlformats.org/officeDocument/2006/relationships/customXml" Target="../ink/ink856.xml"/><Relationship Id="rId3" Type="http://schemas.openxmlformats.org/officeDocument/2006/relationships/customXml" Target="../ink/ink832.xml"/><Relationship Id="rId12" Type="http://schemas.openxmlformats.org/officeDocument/2006/relationships/image" Target="../media/image840.png"/><Relationship Id="rId17" Type="http://schemas.openxmlformats.org/officeDocument/2006/relationships/customXml" Target="../ink/ink839.xml"/><Relationship Id="rId25" Type="http://schemas.openxmlformats.org/officeDocument/2006/relationships/customXml" Target="../ink/ink843.xml"/><Relationship Id="rId33" Type="http://schemas.openxmlformats.org/officeDocument/2006/relationships/customXml" Target="../ink/ink847.xml"/><Relationship Id="rId38" Type="http://schemas.openxmlformats.org/officeDocument/2006/relationships/image" Target="../media/image853.png"/><Relationship Id="rId46" Type="http://schemas.openxmlformats.org/officeDocument/2006/relationships/image" Target="../media/image857.png"/><Relationship Id="rId59" Type="http://schemas.openxmlformats.org/officeDocument/2006/relationships/customXml" Target="../ink/ink860.xml"/><Relationship Id="rId20" Type="http://schemas.openxmlformats.org/officeDocument/2006/relationships/image" Target="../media/image844.png"/><Relationship Id="rId41" Type="http://schemas.openxmlformats.org/officeDocument/2006/relationships/customXml" Target="../ink/ink851.xml"/><Relationship Id="rId54" Type="http://schemas.openxmlformats.org/officeDocument/2006/relationships/image" Target="../media/image8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7.png"/><Relationship Id="rId15" Type="http://schemas.openxmlformats.org/officeDocument/2006/relationships/customXml" Target="../ink/ink838.xml"/><Relationship Id="rId23" Type="http://schemas.openxmlformats.org/officeDocument/2006/relationships/customXml" Target="../ink/ink842.xml"/><Relationship Id="rId28" Type="http://schemas.openxmlformats.org/officeDocument/2006/relationships/image" Target="../media/image848.png"/><Relationship Id="rId36" Type="http://schemas.openxmlformats.org/officeDocument/2006/relationships/image" Target="../media/image852.png"/><Relationship Id="rId49" Type="http://schemas.openxmlformats.org/officeDocument/2006/relationships/customXml" Target="../ink/ink855.xml"/><Relationship Id="rId57" Type="http://schemas.openxmlformats.org/officeDocument/2006/relationships/customXml" Target="../ink/ink859.xml"/><Relationship Id="rId10" Type="http://schemas.openxmlformats.org/officeDocument/2006/relationships/image" Target="../media/image839.png"/><Relationship Id="rId31" Type="http://schemas.openxmlformats.org/officeDocument/2006/relationships/customXml" Target="../ink/ink846.xml"/><Relationship Id="rId44" Type="http://schemas.openxmlformats.org/officeDocument/2006/relationships/image" Target="../media/image856.png"/><Relationship Id="rId52" Type="http://schemas.openxmlformats.org/officeDocument/2006/relationships/image" Target="../media/image860.png"/><Relationship Id="rId60" Type="http://schemas.openxmlformats.org/officeDocument/2006/relationships/image" Target="../media/image864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22.png"/><Relationship Id="rId671" Type="http://schemas.openxmlformats.org/officeDocument/2006/relationships/image" Target="../media/image1199.png"/><Relationship Id="rId21" Type="http://schemas.openxmlformats.org/officeDocument/2006/relationships/image" Target="../media/image874.png"/><Relationship Id="rId324" Type="http://schemas.openxmlformats.org/officeDocument/2006/relationships/customXml" Target="../ink/ink1022.xml"/><Relationship Id="rId531" Type="http://schemas.openxmlformats.org/officeDocument/2006/relationships/image" Target="../media/image1129.png"/><Relationship Id="rId629" Type="http://schemas.openxmlformats.org/officeDocument/2006/relationships/image" Target="../media/image1178.png"/><Relationship Id="rId170" Type="http://schemas.openxmlformats.org/officeDocument/2006/relationships/customXml" Target="../ink/ink945.xml"/><Relationship Id="rId268" Type="http://schemas.openxmlformats.org/officeDocument/2006/relationships/customXml" Target="../ink/ink994.xml"/><Relationship Id="rId475" Type="http://schemas.openxmlformats.org/officeDocument/2006/relationships/image" Target="../media/image1101.png"/><Relationship Id="rId682" Type="http://schemas.openxmlformats.org/officeDocument/2006/relationships/customXml" Target="../ink/ink1201.xml"/><Relationship Id="rId32" Type="http://schemas.openxmlformats.org/officeDocument/2006/relationships/customXml" Target="../ink/ink876.xml"/><Relationship Id="rId128" Type="http://schemas.openxmlformats.org/officeDocument/2006/relationships/customXml" Target="../ink/ink924.xml"/><Relationship Id="rId335" Type="http://schemas.openxmlformats.org/officeDocument/2006/relationships/image" Target="../media/image1031.png"/><Relationship Id="rId542" Type="http://schemas.openxmlformats.org/officeDocument/2006/relationships/customXml" Target="../ink/ink1131.xml"/><Relationship Id="rId181" Type="http://schemas.openxmlformats.org/officeDocument/2006/relationships/image" Target="../media/image954.png"/><Relationship Id="rId402" Type="http://schemas.openxmlformats.org/officeDocument/2006/relationships/customXml" Target="../ink/ink1061.xml"/><Relationship Id="rId279" Type="http://schemas.openxmlformats.org/officeDocument/2006/relationships/image" Target="../media/image1003.png"/><Relationship Id="rId486" Type="http://schemas.openxmlformats.org/officeDocument/2006/relationships/customXml" Target="../ink/ink1103.xml"/><Relationship Id="rId693" Type="http://schemas.openxmlformats.org/officeDocument/2006/relationships/image" Target="../media/image1210.png"/><Relationship Id="rId707" Type="http://schemas.openxmlformats.org/officeDocument/2006/relationships/image" Target="../media/image1217.png"/><Relationship Id="rId43" Type="http://schemas.openxmlformats.org/officeDocument/2006/relationships/image" Target="../media/image885.png"/><Relationship Id="rId139" Type="http://schemas.openxmlformats.org/officeDocument/2006/relationships/image" Target="../media/image933.png"/><Relationship Id="rId346" Type="http://schemas.openxmlformats.org/officeDocument/2006/relationships/customXml" Target="../ink/ink1033.xml"/><Relationship Id="rId553" Type="http://schemas.openxmlformats.org/officeDocument/2006/relationships/image" Target="../media/image1140.png"/><Relationship Id="rId192" Type="http://schemas.openxmlformats.org/officeDocument/2006/relationships/customXml" Target="../ink/ink956.xml"/><Relationship Id="rId206" Type="http://schemas.openxmlformats.org/officeDocument/2006/relationships/customXml" Target="../ink/ink963.xml"/><Relationship Id="rId413" Type="http://schemas.openxmlformats.org/officeDocument/2006/relationships/image" Target="../media/image1070.png"/><Relationship Id="rId497" Type="http://schemas.openxmlformats.org/officeDocument/2006/relationships/image" Target="../media/image1112.png"/><Relationship Id="rId620" Type="http://schemas.openxmlformats.org/officeDocument/2006/relationships/customXml" Target="../ink/ink1170.xml"/><Relationship Id="rId718" Type="http://schemas.openxmlformats.org/officeDocument/2006/relationships/customXml" Target="../ink/ink1219.xml"/><Relationship Id="rId357" Type="http://schemas.openxmlformats.org/officeDocument/2006/relationships/image" Target="../media/image1042.png"/><Relationship Id="rId54" Type="http://schemas.openxmlformats.org/officeDocument/2006/relationships/customXml" Target="../ink/ink887.xml"/><Relationship Id="rId217" Type="http://schemas.openxmlformats.org/officeDocument/2006/relationships/image" Target="../media/image972.png"/><Relationship Id="rId564" Type="http://schemas.openxmlformats.org/officeDocument/2006/relationships/customXml" Target="../ink/ink1142.xml"/><Relationship Id="rId424" Type="http://schemas.openxmlformats.org/officeDocument/2006/relationships/customXml" Target="../ink/ink1072.xml"/><Relationship Id="rId631" Type="http://schemas.openxmlformats.org/officeDocument/2006/relationships/image" Target="../media/image1179.png"/><Relationship Id="rId729" Type="http://schemas.openxmlformats.org/officeDocument/2006/relationships/image" Target="../media/image1228.png"/><Relationship Id="rId270" Type="http://schemas.openxmlformats.org/officeDocument/2006/relationships/customXml" Target="../ink/ink995.xml"/><Relationship Id="rId65" Type="http://schemas.openxmlformats.org/officeDocument/2006/relationships/image" Target="../media/image896.png"/><Relationship Id="rId130" Type="http://schemas.openxmlformats.org/officeDocument/2006/relationships/customXml" Target="../ink/ink925.xml"/><Relationship Id="rId368" Type="http://schemas.openxmlformats.org/officeDocument/2006/relationships/customXml" Target="../ink/ink1044.xml"/><Relationship Id="rId575" Type="http://schemas.openxmlformats.org/officeDocument/2006/relationships/image" Target="../media/image1151.png"/><Relationship Id="rId228" Type="http://schemas.openxmlformats.org/officeDocument/2006/relationships/customXml" Target="../ink/ink974.xml"/><Relationship Id="rId435" Type="http://schemas.openxmlformats.org/officeDocument/2006/relationships/image" Target="../media/image1081.png"/><Relationship Id="rId642" Type="http://schemas.openxmlformats.org/officeDocument/2006/relationships/customXml" Target="../ink/ink1181.xml"/><Relationship Id="rId281" Type="http://schemas.openxmlformats.org/officeDocument/2006/relationships/image" Target="../media/image1004.png"/><Relationship Id="rId502" Type="http://schemas.openxmlformats.org/officeDocument/2006/relationships/customXml" Target="../ink/ink1111.xml"/><Relationship Id="rId76" Type="http://schemas.openxmlformats.org/officeDocument/2006/relationships/customXml" Target="../ink/ink898.xml"/><Relationship Id="rId141" Type="http://schemas.openxmlformats.org/officeDocument/2006/relationships/image" Target="../media/image934.png"/><Relationship Id="rId379" Type="http://schemas.openxmlformats.org/officeDocument/2006/relationships/image" Target="../media/image1053.png"/><Relationship Id="rId586" Type="http://schemas.openxmlformats.org/officeDocument/2006/relationships/customXml" Target="../ink/ink1153.xml"/><Relationship Id="rId7" Type="http://schemas.openxmlformats.org/officeDocument/2006/relationships/image" Target="../media/image867.png"/><Relationship Id="rId239" Type="http://schemas.openxmlformats.org/officeDocument/2006/relationships/image" Target="../media/image983.png"/><Relationship Id="rId446" Type="http://schemas.openxmlformats.org/officeDocument/2006/relationships/customXml" Target="../ink/ink1083.xml"/><Relationship Id="rId653" Type="http://schemas.openxmlformats.org/officeDocument/2006/relationships/image" Target="../media/image1190.png"/><Relationship Id="rId292" Type="http://schemas.openxmlformats.org/officeDocument/2006/relationships/customXml" Target="../ink/ink1006.xml"/><Relationship Id="rId306" Type="http://schemas.openxmlformats.org/officeDocument/2006/relationships/customXml" Target="../ink/ink1013.xml"/><Relationship Id="rId87" Type="http://schemas.openxmlformats.org/officeDocument/2006/relationships/image" Target="../media/image907.png"/><Relationship Id="rId513" Type="http://schemas.openxmlformats.org/officeDocument/2006/relationships/image" Target="../media/image1120.png"/><Relationship Id="rId597" Type="http://schemas.openxmlformats.org/officeDocument/2006/relationships/image" Target="../media/image1162.png"/><Relationship Id="rId720" Type="http://schemas.openxmlformats.org/officeDocument/2006/relationships/customXml" Target="../ink/ink1220.xml"/><Relationship Id="rId152" Type="http://schemas.openxmlformats.org/officeDocument/2006/relationships/customXml" Target="../ink/ink936.xml"/><Relationship Id="rId457" Type="http://schemas.openxmlformats.org/officeDocument/2006/relationships/image" Target="../media/image1092.png"/><Relationship Id="rId664" Type="http://schemas.openxmlformats.org/officeDocument/2006/relationships/customXml" Target="../ink/ink1192.xml"/><Relationship Id="rId14" Type="http://schemas.openxmlformats.org/officeDocument/2006/relationships/customXml" Target="../ink/ink867.xml"/><Relationship Id="rId317" Type="http://schemas.openxmlformats.org/officeDocument/2006/relationships/image" Target="../media/image1022.png"/><Relationship Id="rId524" Type="http://schemas.openxmlformats.org/officeDocument/2006/relationships/customXml" Target="../ink/ink1122.xml"/><Relationship Id="rId731" Type="http://schemas.openxmlformats.org/officeDocument/2006/relationships/image" Target="../media/image1229.png"/><Relationship Id="rId98" Type="http://schemas.openxmlformats.org/officeDocument/2006/relationships/customXml" Target="../ink/ink909.xml"/><Relationship Id="rId163" Type="http://schemas.openxmlformats.org/officeDocument/2006/relationships/image" Target="../media/image945.png"/><Relationship Id="rId370" Type="http://schemas.openxmlformats.org/officeDocument/2006/relationships/customXml" Target="../ink/ink1045.xml"/><Relationship Id="rId230" Type="http://schemas.openxmlformats.org/officeDocument/2006/relationships/customXml" Target="../ink/ink975.xml"/><Relationship Id="rId468" Type="http://schemas.openxmlformats.org/officeDocument/2006/relationships/customXml" Target="../ink/ink1094.xml"/><Relationship Id="rId675" Type="http://schemas.openxmlformats.org/officeDocument/2006/relationships/image" Target="../media/image1201.png"/><Relationship Id="rId25" Type="http://schemas.openxmlformats.org/officeDocument/2006/relationships/image" Target="../media/image876.png"/><Relationship Id="rId328" Type="http://schemas.openxmlformats.org/officeDocument/2006/relationships/customXml" Target="../ink/ink1024.xml"/><Relationship Id="rId535" Type="http://schemas.openxmlformats.org/officeDocument/2006/relationships/image" Target="../media/image1131.png"/><Relationship Id="rId174" Type="http://schemas.openxmlformats.org/officeDocument/2006/relationships/customXml" Target="../ink/ink947.xml"/><Relationship Id="rId381" Type="http://schemas.openxmlformats.org/officeDocument/2006/relationships/image" Target="../media/image1054.png"/><Relationship Id="rId602" Type="http://schemas.openxmlformats.org/officeDocument/2006/relationships/customXml" Target="../ink/ink1161.xml"/><Relationship Id="rId241" Type="http://schemas.openxmlformats.org/officeDocument/2006/relationships/image" Target="../media/image984.png"/><Relationship Id="rId479" Type="http://schemas.openxmlformats.org/officeDocument/2006/relationships/image" Target="../media/image1103.png"/><Relationship Id="rId686" Type="http://schemas.openxmlformats.org/officeDocument/2006/relationships/customXml" Target="../ink/ink1203.xml"/><Relationship Id="rId36" Type="http://schemas.openxmlformats.org/officeDocument/2006/relationships/customXml" Target="../ink/ink878.xml"/><Relationship Id="rId339" Type="http://schemas.openxmlformats.org/officeDocument/2006/relationships/image" Target="../media/image1033.png"/><Relationship Id="rId546" Type="http://schemas.openxmlformats.org/officeDocument/2006/relationships/customXml" Target="../ink/ink1133.xml"/><Relationship Id="rId101" Type="http://schemas.openxmlformats.org/officeDocument/2006/relationships/image" Target="../media/image914.png"/><Relationship Id="rId185" Type="http://schemas.openxmlformats.org/officeDocument/2006/relationships/image" Target="../media/image956.png"/><Relationship Id="rId406" Type="http://schemas.openxmlformats.org/officeDocument/2006/relationships/customXml" Target="../ink/ink1063.xml"/><Relationship Id="rId392" Type="http://schemas.openxmlformats.org/officeDocument/2006/relationships/customXml" Target="../ink/ink1056.xml"/><Relationship Id="rId613" Type="http://schemas.openxmlformats.org/officeDocument/2006/relationships/image" Target="../media/image1170.png"/><Relationship Id="rId697" Type="http://schemas.openxmlformats.org/officeDocument/2006/relationships/image" Target="../media/image1212.png"/><Relationship Id="rId252" Type="http://schemas.openxmlformats.org/officeDocument/2006/relationships/customXml" Target="../ink/ink986.xml"/><Relationship Id="rId47" Type="http://schemas.openxmlformats.org/officeDocument/2006/relationships/image" Target="../media/image887.png"/><Relationship Id="rId112" Type="http://schemas.openxmlformats.org/officeDocument/2006/relationships/customXml" Target="../ink/ink916.xml"/><Relationship Id="rId557" Type="http://schemas.openxmlformats.org/officeDocument/2006/relationships/image" Target="../media/image1142.png"/><Relationship Id="rId196" Type="http://schemas.openxmlformats.org/officeDocument/2006/relationships/customXml" Target="../ink/ink958.xml"/><Relationship Id="rId417" Type="http://schemas.openxmlformats.org/officeDocument/2006/relationships/image" Target="../media/image1072.png"/><Relationship Id="rId624" Type="http://schemas.openxmlformats.org/officeDocument/2006/relationships/customXml" Target="../ink/ink1172.xml"/><Relationship Id="rId263" Type="http://schemas.openxmlformats.org/officeDocument/2006/relationships/image" Target="../media/image995.png"/><Relationship Id="rId470" Type="http://schemas.openxmlformats.org/officeDocument/2006/relationships/customXml" Target="../ink/ink1095.xml"/><Relationship Id="rId58" Type="http://schemas.openxmlformats.org/officeDocument/2006/relationships/customXml" Target="../ink/ink889.xml"/><Relationship Id="rId123" Type="http://schemas.openxmlformats.org/officeDocument/2006/relationships/image" Target="../media/image925.png"/><Relationship Id="rId330" Type="http://schemas.openxmlformats.org/officeDocument/2006/relationships/customXml" Target="../ink/ink1025.xml"/><Relationship Id="rId568" Type="http://schemas.openxmlformats.org/officeDocument/2006/relationships/customXml" Target="../ink/ink1144.xml"/><Relationship Id="rId428" Type="http://schemas.openxmlformats.org/officeDocument/2006/relationships/customXml" Target="../ink/ink1074.xml"/><Relationship Id="rId635" Type="http://schemas.openxmlformats.org/officeDocument/2006/relationships/image" Target="../media/image1181.png"/><Relationship Id="rId274" Type="http://schemas.openxmlformats.org/officeDocument/2006/relationships/customXml" Target="../ink/ink997.xml"/><Relationship Id="rId481" Type="http://schemas.openxmlformats.org/officeDocument/2006/relationships/image" Target="../media/image1104.png"/><Relationship Id="rId702" Type="http://schemas.openxmlformats.org/officeDocument/2006/relationships/customXml" Target="../ink/ink1211.xml"/><Relationship Id="rId69" Type="http://schemas.openxmlformats.org/officeDocument/2006/relationships/image" Target="../media/image898.png"/><Relationship Id="rId134" Type="http://schemas.openxmlformats.org/officeDocument/2006/relationships/customXml" Target="../ink/ink927.xml"/><Relationship Id="rId579" Type="http://schemas.openxmlformats.org/officeDocument/2006/relationships/image" Target="../media/image1153.png"/><Relationship Id="rId341" Type="http://schemas.openxmlformats.org/officeDocument/2006/relationships/image" Target="../media/image1034.png"/><Relationship Id="rId439" Type="http://schemas.openxmlformats.org/officeDocument/2006/relationships/image" Target="../media/image1083.png"/><Relationship Id="rId646" Type="http://schemas.openxmlformats.org/officeDocument/2006/relationships/customXml" Target="../ink/ink1183.xml"/><Relationship Id="rId201" Type="http://schemas.openxmlformats.org/officeDocument/2006/relationships/image" Target="../media/image964.png"/><Relationship Id="rId285" Type="http://schemas.openxmlformats.org/officeDocument/2006/relationships/image" Target="../media/image1006.png"/><Relationship Id="rId506" Type="http://schemas.openxmlformats.org/officeDocument/2006/relationships/customXml" Target="../ink/ink1113.xml"/><Relationship Id="rId492" Type="http://schemas.openxmlformats.org/officeDocument/2006/relationships/customXml" Target="../ink/ink1106.xml"/><Relationship Id="rId713" Type="http://schemas.openxmlformats.org/officeDocument/2006/relationships/image" Target="../media/image1220.png"/><Relationship Id="rId145" Type="http://schemas.openxmlformats.org/officeDocument/2006/relationships/image" Target="../media/image936.png"/><Relationship Id="rId352" Type="http://schemas.openxmlformats.org/officeDocument/2006/relationships/customXml" Target="../ink/ink1036.xml"/><Relationship Id="rId212" Type="http://schemas.openxmlformats.org/officeDocument/2006/relationships/customXml" Target="../ink/ink966.xml"/><Relationship Id="rId657" Type="http://schemas.openxmlformats.org/officeDocument/2006/relationships/image" Target="../media/image1192.png"/><Relationship Id="rId296" Type="http://schemas.openxmlformats.org/officeDocument/2006/relationships/customXml" Target="../ink/ink1008.xml"/><Relationship Id="rId517" Type="http://schemas.openxmlformats.org/officeDocument/2006/relationships/image" Target="../media/image1122.png"/><Relationship Id="rId724" Type="http://schemas.openxmlformats.org/officeDocument/2006/relationships/customXml" Target="../ink/ink1222.xml"/><Relationship Id="rId60" Type="http://schemas.openxmlformats.org/officeDocument/2006/relationships/customXml" Target="../ink/ink890.xml"/><Relationship Id="rId156" Type="http://schemas.openxmlformats.org/officeDocument/2006/relationships/customXml" Target="../ink/ink938.xml"/><Relationship Id="rId363" Type="http://schemas.openxmlformats.org/officeDocument/2006/relationships/image" Target="../media/image1045.png"/><Relationship Id="rId570" Type="http://schemas.openxmlformats.org/officeDocument/2006/relationships/customXml" Target="../ink/ink1145.xml"/><Relationship Id="rId223" Type="http://schemas.openxmlformats.org/officeDocument/2006/relationships/image" Target="../media/image975.png"/><Relationship Id="rId430" Type="http://schemas.openxmlformats.org/officeDocument/2006/relationships/customXml" Target="../ink/ink1075.xml"/><Relationship Id="rId668" Type="http://schemas.openxmlformats.org/officeDocument/2006/relationships/customXml" Target="../ink/ink1194.xml"/><Relationship Id="rId18" Type="http://schemas.openxmlformats.org/officeDocument/2006/relationships/customXml" Target="../ink/ink869.xml"/><Relationship Id="rId528" Type="http://schemas.openxmlformats.org/officeDocument/2006/relationships/customXml" Target="../ink/ink1124.xml"/><Relationship Id="rId735" Type="http://schemas.openxmlformats.org/officeDocument/2006/relationships/image" Target="../media/image1231.png"/><Relationship Id="rId167" Type="http://schemas.openxmlformats.org/officeDocument/2006/relationships/image" Target="../media/image947.png"/><Relationship Id="rId374" Type="http://schemas.openxmlformats.org/officeDocument/2006/relationships/customXml" Target="../ink/ink1047.xml"/><Relationship Id="rId581" Type="http://schemas.openxmlformats.org/officeDocument/2006/relationships/image" Target="../media/image1154.png"/><Relationship Id="rId71" Type="http://schemas.openxmlformats.org/officeDocument/2006/relationships/image" Target="../media/image899.png"/><Relationship Id="rId234" Type="http://schemas.openxmlformats.org/officeDocument/2006/relationships/customXml" Target="../ink/ink977.xml"/><Relationship Id="rId679" Type="http://schemas.openxmlformats.org/officeDocument/2006/relationships/image" Target="../media/image1203.png"/><Relationship Id="rId2" Type="http://schemas.openxmlformats.org/officeDocument/2006/relationships/customXml" Target="../ink/ink861.xml"/><Relationship Id="rId29" Type="http://schemas.openxmlformats.org/officeDocument/2006/relationships/image" Target="../media/image878.png"/><Relationship Id="rId441" Type="http://schemas.openxmlformats.org/officeDocument/2006/relationships/image" Target="../media/image1084.png"/><Relationship Id="rId539" Type="http://schemas.openxmlformats.org/officeDocument/2006/relationships/image" Target="../media/image1133.png"/><Relationship Id="rId178" Type="http://schemas.openxmlformats.org/officeDocument/2006/relationships/customXml" Target="../ink/ink949.xml"/><Relationship Id="rId301" Type="http://schemas.openxmlformats.org/officeDocument/2006/relationships/image" Target="../media/image1014.png"/><Relationship Id="rId82" Type="http://schemas.openxmlformats.org/officeDocument/2006/relationships/customXml" Target="../ink/ink901.xml"/><Relationship Id="rId385" Type="http://schemas.openxmlformats.org/officeDocument/2006/relationships/image" Target="../media/image1056.png"/><Relationship Id="rId592" Type="http://schemas.openxmlformats.org/officeDocument/2006/relationships/customXml" Target="../ink/ink1156.xml"/><Relationship Id="rId606" Type="http://schemas.openxmlformats.org/officeDocument/2006/relationships/customXml" Target="../ink/ink1163.xml"/><Relationship Id="rId245" Type="http://schemas.openxmlformats.org/officeDocument/2006/relationships/image" Target="../media/image986.png"/><Relationship Id="rId452" Type="http://schemas.openxmlformats.org/officeDocument/2006/relationships/customXml" Target="../ink/ink1086.xml"/><Relationship Id="rId105" Type="http://schemas.openxmlformats.org/officeDocument/2006/relationships/image" Target="../media/image916.png"/><Relationship Id="rId312" Type="http://schemas.openxmlformats.org/officeDocument/2006/relationships/customXml" Target="../ink/ink1016.xml"/><Relationship Id="rId93" Type="http://schemas.openxmlformats.org/officeDocument/2006/relationships/image" Target="../media/image910.png"/><Relationship Id="rId189" Type="http://schemas.openxmlformats.org/officeDocument/2006/relationships/image" Target="../media/image958.png"/><Relationship Id="rId396" Type="http://schemas.openxmlformats.org/officeDocument/2006/relationships/customXml" Target="../ink/ink1058.xml"/><Relationship Id="rId617" Type="http://schemas.openxmlformats.org/officeDocument/2006/relationships/image" Target="../media/image1172.png"/><Relationship Id="rId256" Type="http://schemas.openxmlformats.org/officeDocument/2006/relationships/customXml" Target="../ink/ink988.xml"/><Relationship Id="rId463" Type="http://schemas.openxmlformats.org/officeDocument/2006/relationships/image" Target="../media/image1095.png"/><Relationship Id="rId670" Type="http://schemas.openxmlformats.org/officeDocument/2006/relationships/customXml" Target="../ink/ink1195.xml"/><Relationship Id="rId116" Type="http://schemas.openxmlformats.org/officeDocument/2006/relationships/customXml" Target="../ink/ink918.xml"/><Relationship Id="rId158" Type="http://schemas.openxmlformats.org/officeDocument/2006/relationships/customXml" Target="../ink/ink939.xml"/><Relationship Id="rId323" Type="http://schemas.openxmlformats.org/officeDocument/2006/relationships/image" Target="../media/image1025.png"/><Relationship Id="rId530" Type="http://schemas.openxmlformats.org/officeDocument/2006/relationships/customXml" Target="../ink/ink1125.xml"/><Relationship Id="rId726" Type="http://schemas.openxmlformats.org/officeDocument/2006/relationships/customXml" Target="../ink/ink1223.xml"/><Relationship Id="rId20" Type="http://schemas.openxmlformats.org/officeDocument/2006/relationships/customXml" Target="../ink/ink870.xml"/><Relationship Id="rId62" Type="http://schemas.openxmlformats.org/officeDocument/2006/relationships/customXml" Target="../ink/ink891.xml"/><Relationship Id="rId365" Type="http://schemas.openxmlformats.org/officeDocument/2006/relationships/image" Target="../media/image1046.png"/><Relationship Id="rId572" Type="http://schemas.openxmlformats.org/officeDocument/2006/relationships/customXml" Target="../ink/ink1146.xml"/><Relationship Id="rId628" Type="http://schemas.openxmlformats.org/officeDocument/2006/relationships/customXml" Target="../ink/ink1174.xml"/><Relationship Id="rId225" Type="http://schemas.openxmlformats.org/officeDocument/2006/relationships/image" Target="../media/image976.png"/><Relationship Id="rId267" Type="http://schemas.openxmlformats.org/officeDocument/2006/relationships/image" Target="../media/image997.png"/><Relationship Id="rId432" Type="http://schemas.openxmlformats.org/officeDocument/2006/relationships/customXml" Target="../ink/ink1076.xml"/><Relationship Id="rId474" Type="http://schemas.openxmlformats.org/officeDocument/2006/relationships/customXml" Target="../ink/ink1097.xml"/><Relationship Id="rId127" Type="http://schemas.openxmlformats.org/officeDocument/2006/relationships/image" Target="../media/image927.png"/><Relationship Id="rId681" Type="http://schemas.openxmlformats.org/officeDocument/2006/relationships/image" Target="../media/image1204.png"/><Relationship Id="rId737" Type="http://schemas.openxmlformats.org/officeDocument/2006/relationships/image" Target="../media/image1232.png"/><Relationship Id="rId31" Type="http://schemas.openxmlformats.org/officeDocument/2006/relationships/image" Target="../media/image879.png"/><Relationship Id="rId73" Type="http://schemas.openxmlformats.org/officeDocument/2006/relationships/image" Target="../media/image900.png"/><Relationship Id="rId169" Type="http://schemas.openxmlformats.org/officeDocument/2006/relationships/image" Target="../media/image948.png"/><Relationship Id="rId334" Type="http://schemas.openxmlformats.org/officeDocument/2006/relationships/customXml" Target="../ink/ink1027.xml"/><Relationship Id="rId376" Type="http://schemas.openxmlformats.org/officeDocument/2006/relationships/customXml" Target="../ink/ink1048.xml"/><Relationship Id="rId541" Type="http://schemas.openxmlformats.org/officeDocument/2006/relationships/image" Target="../media/image1134.png"/><Relationship Id="rId583" Type="http://schemas.openxmlformats.org/officeDocument/2006/relationships/image" Target="../media/image1155.png"/><Relationship Id="rId639" Type="http://schemas.openxmlformats.org/officeDocument/2006/relationships/image" Target="../media/image1183.png"/><Relationship Id="rId4" Type="http://schemas.openxmlformats.org/officeDocument/2006/relationships/customXml" Target="../ink/ink862.xml"/><Relationship Id="rId180" Type="http://schemas.openxmlformats.org/officeDocument/2006/relationships/customXml" Target="../ink/ink950.xml"/><Relationship Id="rId236" Type="http://schemas.openxmlformats.org/officeDocument/2006/relationships/customXml" Target="../ink/ink978.xml"/><Relationship Id="rId278" Type="http://schemas.openxmlformats.org/officeDocument/2006/relationships/customXml" Target="../ink/ink999.xml"/><Relationship Id="rId401" Type="http://schemas.openxmlformats.org/officeDocument/2006/relationships/image" Target="../media/image1064.png"/><Relationship Id="rId443" Type="http://schemas.openxmlformats.org/officeDocument/2006/relationships/image" Target="../media/image1085.png"/><Relationship Id="rId650" Type="http://schemas.openxmlformats.org/officeDocument/2006/relationships/customXml" Target="../ink/ink1185.xml"/><Relationship Id="rId303" Type="http://schemas.openxmlformats.org/officeDocument/2006/relationships/image" Target="../media/image1015.png"/><Relationship Id="rId485" Type="http://schemas.openxmlformats.org/officeDocument/2006/relationships/image" Target="../media/image1106.png"/><Relationship Id="rId692" Type="http://schemas.openxmlformats.org/officeDocument/2006/relationships/customXml" Target="../ink/ink1206.xml"/><Relationship Id="rId706" Type="http://schemas.openxmlformats.org/officeDocument/2006/relationships/customXml" Target="../ink/ink1213.xml"/><Relationship Id="rId42" Type="http://schemas.openxmlformats.org/officeDocument/2006/relationships/customXml" Target="../ink/ink881.xml"/><Relationship Id="rId84" Type="http://schemas.openxmlformats.org/officeDocument/2006/relationships/customXml" Target="../ink/ink902.xml"/><Relationship Id="rId138" Type="http://schemas.openxmlformats.org/officeDocument/2006/relationships/customXml" Target="../ink/ink929.xml"/><Relationship Id="rId345" Type="http://schemas.openxmlformats.org/officeDocument/2006/relationships/image" Target="../media/image1036.png"/><Relationship Id="rId387" Type="http://schemas.openxmlformats.org/officeDocument/2006/relationships/image" Target="../media/image1057.png"/><Relationship Id="rId510" Type="http://schemas.openxmlformats.org/officeDocument/2006/relationships/customXml" Target="../ink/ink1115.xml"/><Relationship Id="rId552" Type="http://schemas.openxmlformats.org/officeDocument/2006/relationships/customXml" Target="../ink/ink1136.xml"/><Relationship Id="rId594" Type="http://schemas.openxmlformats.org/officeDocument/2006/relationships/customXml" Target="../ink/ink1157.xml"/><Relationship Id="rId608" Type="http://schemas.openxmlformats.org/officeDocument/2006/relationships/customXml" Target="../ink/ink1164.xml"/><Relationship Id="rId191" Type="http://schemas.openxmlformats.org/officeDocument/2006/relationships/image" Target="../media/image959.png"/><Relationship Id="rId205" Type="http://schemas.openxmlformats.org/officeDocument/2006/relationships/image" Target="../media/image966.png"/><Relationship Id="rId247" Type="http://schemas.openxmlformats.org/officeDocument/2006/relationships/image" Target="../media/image987.png"/><Relationship Id="rId412" Type="http://schemas.openxmlformats.org/officeDocument/2006/relationships/customXml" Target="../ink/ink1066.xml"/><Relationship Id="rId107" Type="http://schemas.openxmlformats.org/officeDocument/2006/relationships/image" Target="../media/image917.png"/><Relationship Id="rId289" Type="http://schemas.openxmlformats.org/officeDocument/2006/relationships/image" Target="../media/image1008.png"/><Relationship Id="rId454" Type="http://schemas.openxmlformats.org/officeDocument/2006/relationships/customXml" Target="../ink/ink1087.xml"/><Relationship Id="rId496" Type="http://schemas.openxmlformats.org/officeDocument/2006/relationships/customXml" Target="../ink/ink1108.xml"/><Relationship Id="rId661" Type="http://schemas.openxmlformats.org/officeDocument/2006/relationships/image" Target="../media/image1194.png"/><Relationship Id="rId717" Type="http://schemas.openxmlformats.org/officeDocument/2006/relationships/image" Target="../media/image1222.png"/><Relationship Id="rId11" Type="http://schemas.openxmlformats.org/officeDocument/2006/relationships/image" Target="../media/image869.png"/><Relationship Id="rId53" Type="http://schemas.openxmlformats.org/officeDocument/2006/relationships/image" Target="../media/image890.png"/><Relationship Id="rId149" Type="http://schemas.openxmlformats.org/officeDocument/2006/relationships/image" Target="../media/image938.png"/><Relationship Id="rId314" Type="http://schemas.openxmlformats.org/officeDocument/2006/relationships/customXml" Target="../ink/ink1017.xml"/><Relationship Id="rId356" Type="http://schemas.openxmlformats.org/officeDocument/2006/relationships/customXml" Target="../ink/ink1038.xml"/><Relationship Id="rId398" Type="http://schemas.openxmlformats.org/officeDocument/2006/relationships/customXml" Target="../ink/ink1059.xml"/><Relationship Id="rId521" Type="http://schemas.openxmlformats.org/officeDocument/2006/relationships/image" Target="../media/image1124.png"/><Relationship Id="rId563" Type="http://schemas.openxmlformats.org/officeDocument/2006/relationships/image" Target="../media/image1145.png"/><Relationship Id="rId619" Type="http://schemas.openxmlformats.org/officeDocument/2006/relationships/image" Target="../media/image1173.png"/><Relationship Id="rId95" Type="http://schemas.openxmlformats.org/officeDocument/2006/relationships/image" Target="../media/image911.png"/><Relationship Id="rId160" Type="http://schemas.openxmlformats.org/officeDocument/2006/relationships/customXml" Target="../ink/ink940.xml"/><Relationship Id="rId216" Type="http://schemas.openxmlformats.org/officeDocument/2006/relationships/customXml" Target="../ink/ink968.xml"/><Relationship Id="rId423" Type="http://schemas.openxmlformats.org/officeDocument/2006/relationships/image" Target="../media/image1075.png"/><Relationship Id="rId258" Type="http://schemas.openxmlformats.org/officeDocument/2006/relationships/customXml" Target="../ink/ink989.xml"/><Relationship Id="rId465" Type="http://schemas.openxmlformats.org/officeDocument/2006/relationships/image" Target="../media/image1096.png"/><Relationship Id="rId630" Type="http://schemas.openxmlformats.org/officeDocument/2006/relationships/customXml" Target="../ink/ink1175.xml"/><Relationship Id="rId672" Type="http://schemas.openxmlformats.org/officeDocument/2006/relationships/customXml" Target="../ink/ink1196.xml"/><Relationship Id="rId728" Type="http://schemas.openxmlformats.org/officeDocument/2006/relationships/customXml" Target="../ink/ink1224.xml"/><Relationship Id="rId22" Type="http://schemas.openxmlformats.org/officeDocument/2006/relationships/customXml" Target="../ink/ink871.xml"/><Relationship Id="rId64" Type="http://schemas.openxmlformats.org/officeDocument/2006/relationships/customXml" Target="../ink/ink892.xml"/><Relationship Id="rId118" Type="http://schemas.openxmlformats.org/officeDocument/2006/relationships/customXml" Target="../ink/ink919.xml"/><Relationship Id="rId325" Type="http://schemas.openxmlformats.org/officeDocument/2006/relationships/image" Target="../media/image1026.png"/><Relationship Id="rId367" Type="http://schemas.openxmlformats.org/officeDocument/2006/relationships/image" Target="../media/image1047.png"/><Relationship Id="rId532" Type="http://schemas.openxmlformats.org/officeDocument/2006/relationships/customXml" Target="../ink/ink1126.xml"/><Relationship Id="rId574" Type="http://schemas.openxmlformats.org/officeDocument/2006/relationships/customXml" Target="../ink/ink1147.xml"/><Relationship Id="rId171" Type="http://schemas.openxmlformats.org/officeDocument/2006/relationships/image" Target="../media/image949.png"/><Relationship Id="rId227" Type="http://schemas.openxmlformats.org/officeDocument/2006/relationships/image" Target="../media/image977.png"/><Relationship Id="rId269" Type="http://schemas.openxmlformats.org/officeDocument/2006/relationships/image" Target="../media/image998.png"/><Relationship Id="rId434" Type="http://schemas.openxmlformats.org/officeDocument/2006/relationships/customXml" Target="../ink/ink1077.xml"/><Relationship Id="rId476" Type="http://schemas.openxmlformats.org/officeDocument/2006/relationships/customXml" Target="../ink/ink1098.xml"/><Relationship Id="rId641" Type="http://schemas.openxmlformats.org/officeDocument/2006/relationships/image" Target="../media/image1184.png"/><Relationship Id="rId683" Type="http://schemas.openxmlformats.org/officeDocument/2006/relationships/image" Target="../media/image1205.png"/><Relationship Id="rId739" Type="http://schemas.openxmlformats.org/officeDocument/2006/relationships/image" Target="../media/image1233.png"/><Relationship Id="rId33" Type="http://schemas.openxmlformats.org/officeDocument/2006/relationships/image" Target="../media/image880.png"/><Relationship Id="rId129" Type="http://schemas.openxmlformats.org/officeDocument/2006/relationships/image" Target="../media/image928.png"/><Relationship Id="rId280" Type="http://schemas.openxmlformats.org/officeDocument/2006/relationships/customXml" Target="../ink/ink1000.xml"/><Relationship Id="rId336" Type="http://schemas.openxmlformats.org/officeDocument/2006/relationships/customXml" Target="../ink/ink1028.xml"/><Relationship Id="rId501" Type="http://schemas.openxmlformats.org/officeDocument/2006/relationships/image" Target="../media/image1114.png"/><Relationship Id="rId543" Type="http://schemas.openxmlformats.org/officeDocument/2006/relationships/image" Target="../media/image1135.png"/><Relationship Id="rId75" Type="http://schemas.openxmlformats.org/officeDocument/2006/relationships/image" Target="../media/image901.png"/><Relationship Id="rId140" Type="http://schemas.openxmlformats.org/officeDocument/2006/relationships/customXml" Target="../ink/ink930.xml"/><Relationship Id="rId182" Type="http://schemas.openxmlformats.org/officeDocument/2006/relationships/customXml" Target="../ink/ink951.xml"/><Relationship Id="rId378" Type="http://schemas.openxmlformats.org/officeDocument/2006/relationships/customXml" Target="../ink/ink1049.xml"/><Relationship Id="rId403" Type="http://schemas.openxmlformats.org/officeDocument/2006/relationships/image" Target="../media/image1065.png"/><Relationship Id="rId585" Type="http://schemas.openxmlformats.org/officeDocument/2006/relationships/image" Target="../media/image1156.png"/><Relationship Id="rId6" Type="http://schemas.openxmlformats.org/officeDocument/2006/relationships/customXml" Target="../ink/ink863.xml"/><Relationship Id="rId238" Type="http://schemas.openxmlformats.org/officeDocument/2006/relationships/customXml" Target="../ink/ink979.xml"/><Relationship Id="rId445" Type="http://schemas.openxmlformats.org/officeDocument/2006/relationships/image" Target="../media/image1086.png"/><Relationship Id="rId487" Type="http://schemas.openxmlformats.org/officeDocument/2006/relationships/image" Target="../media/image1107.png"/><Relationship Id="rId610" Type="http://schemas.openxmlformats.org/officeDocument/2006/relationships/customXml" Target="../ink/ink1165.xml"/><Relationship Id="rId652" Type="http://schemas.openxmlformats.org/officeDocument/2006/relationships/customXml" Target="../ink/ink1186.xml"/><Relationship Id="rId694" Type="http://schemas.openxmlformats.org/officeDocument/2006/relationships/customXml" Target="../ink/ink1207.xml"/><Relationship Id="rId708" Type="http://schemas.openxmlformats.org/officeDocument/2006/relationships/customXml" Target="../ink/ink1214.xml"/><Relationship Id="rId291" Type="http://schemas.openxmlformats.org/officeDocument/2006/relationships/image" Target="../media/image1009.png"/><Relationship Id="rId305" Type="http://schemas.openxmlformats.org/officeDocument/2006/relationships/image" Target="../media/image1016.png"/><Relationship Id="rId347" Type="http://schemas.openxmlformats.org/officeDocument/2006/relationships/image" Target="../media/image1037.png"/><Relationship Id="rId512" Type="http://schemas.openxmlformats.org/officeDocument/2006/relationships/customXml" Target="../ink/ink1116.xml"/><Relationship Id="rId44" Type="http://schemas.openxmlformats.org/officeDocument/2006/relationships/customXml" Target="../ink/ink882.xml"/><Relationship Id="rId86" Type="http://schemas.openxmlformats.org/officeDocument/2006/relationships/customXml" Target="../ink/ink903.xml"/><Relationship Id="rId151" Type="http://schemas.openxmlformats.org/officeDocument/2006/relationships/image" Target="../media/image939.png"/><Relationship Id="rId389" Type="http://schemas.openxmlformats.org/officeDocument/2006/relationships/image" Target="../media/image1058.png"/><Relationship Id="rId554" Type="http://schemas.openxmlformats.org/officeDocument/2006/relationships/customXml" Target="../ink/ink1137.xml"/><Relationship Id="rId596" Type="http://schemas.openxmlformats.org/officeDocument/2006/relationships/customXml" Target="../ink/ink1158.xml"/><Relationship Id="rId193" Type="http://schemas.openxmlformats.org/officeDocument/2006/relationships/image" Target="../media/image960.png"/><Relationship Id="rId207" Type="http://schemas.openxmlformats.org/officeDocument/2006/relationships/image" Target="../media/image967.png"/><Relationship Id="rId249" Type="http://schemas.openxmlformats.org/officeDocument/2006/relationships/image" Target="../media/image988.png"/><Relationship Id="rId414" Type="http://schemas.openxmlformats.org/officeDocument/2006/relationships/customXml" Target="../ink/ink1067.xml"/><Relationship Id="rId456" Type="http://schemas.openxmlformats.org/officeDocument/2006/relationships/customXml" Target="../ink/ink1088.xml"/><Relationship Id="rId498" Type="http://schemas.openxmlformats.org/officeDocument/2006/relationships/customXml" Target="../ink/ink1109.xml"/><Relationship Id="rId621" Type="http://schemas.openxmlformats.org/officeDocument/2006/relationships/image" Target="../media/image1174.png"/><Relationship Id="rId663" Type="http://schemas.openxmlformats.org/officeDocument/2006/relationships/image" Target="../media/image1195.png"/><Relationship Id="rId13" Type="http://schemas.openxmlformats.org/officeDocument/2006/relationships/image" Target="../media/image870.png"/><Relationship Id="rId109" Type="http://schemas.openxmlformats.org/officeDocument/2006/relationships/image" Target="../media/image918.png"/><Relationship Id="rId260" Type="http://schemas.openxmlformats.org/officeDocument/2006/relationships/customXml" Target="../ink/ink990.xml"/><Relationship Id="rId316" Type="http://schemas.openxmlformats.org/officeDocument/2006/relationships/customXml" Target="../ink/ink1018.xml"/><Relationship Id="rId523" Type="http://schemas.openxmlformats.org/officeDocument/2006/relationships/image" Target="../media/image1125.png"/><Relationship Id="rId719" Type="http://schemas.openxmlformats.org/officeDocument/2006/relationships/image" Target="../media/image1223.png"/><Relationship Id="rId55" Type="http://schemas.openxmlformats.org/officeDocument/2006/relationships/image" Target="../media/image891.png"/><Relationship Id="rId97" Type="http://schemas.openxmlformats.org/officeDocument/2006/relationships/image" Target="../media/image912.png"/><Relationship Id="rId120" Type="http://schemas.openxmlformats.org/officeDocument/2006/relationships/customXml" Target="../ink/ink920.xml"/><Relationship Id="rId358" Type="http://schemas.openxmlformats.org/officeDocument/2006/relationships/customXml" Target="../ink/ink1039.xml"/><Relationship Id="rId565" Type="http://schemas.openxmlformats.org/officeDocument/2006/relationships/image" Target="../media/image1146.png"/><Relationship Id="rId730" Type="http://schemas.openxmlformats.org/officeDocument/2006/relationships/customXml" Target="../ink/ink1225.xml"/><Relationship Id="rId162" Type="http://schemas.openxmlformats.org/officeDocument/2006/relationships/customXml" Target="../ink/ink941.xml"/><Relationship Id="rId218" Type="http://schemas.openxmlformats.org/officeDocument/2006/relationships/customXml" Target="../ink/ink969.xml"/><Relationship Id="rId425" Type="http://schemas.openxmlformats.org/officeDocument/2006/relationships/image" Target="../media/image1076.png"/><Relationship Id="rId467" Type="http://schemas.openxmlformats.org/officeDocument/2006/relationships/image" Target="../media/image1097.png"/><Relationship Id="rId632" Type="http://schemas.openxmlformats.org/officeDocument/2006/relationships/customXml" Target="../ink/ink1176.xml"/><Relationship Id="rId271" Type="http://schemas.openxmlformats.org/officeDocument/2006/relationships/image" Target="../media/image999.png"/><Relationship Id="rId674" Type="http://schemas.openxmlformats.org/officeDocument/2006/relationships/customXml" Target="../ink/ink1197.xml"/><Relationship Id="rId24" Type="http://schemas.openxmlformats.org/officeDocument/2006/relationships/customXml" Target="../ink/ink872.xml"/><Relationship Id="rId66" Type="http://schemas.openxmlformats.org/officeDocument/2006/relationships/customXml" Target="../ink/ink893.xml"/><Relationship Id="rId131" Type="http://schemas.openxmlformats.org/officeDocument/2006/relationships/image" Target="../media/image929.png"/><Relationship Id="rId327" Type="http://schemas.openxmlformats.org/officeDocument/2006/relationships/image" Target="../media/image1027.png"/><Relationship Id="rId369" Type="http://schemas.openxmlformats.org/officeDocument/2006/relationships/image" Target="../media/image1048.png"/><Relationship Id="rId534" Type="http://schemas.openxmlformats.org/officeDocument/2006/relationships/customXml" Target="../ink/ink1127.xml"/><Relationship Id="rId576" Type="http://schemas.openxmlformats.org/officeDocument/2006/relationships/customXml" Target="../ink/ink1148.xml"/><Relationship Id="rId741" Type="http://schemas.openxmlformats.org/officeDocument/2006/relationships/image" Target="../media/image1234.png"/><Relationship Id="rId173" Type="http://schemas.openxmlformats.org/officeDocument/2006/relationships/image" Target="../media/image950.png"/><Relationship Id="rId229" Type="http://schemas.openxmlformats.org/officeDocument/2006/relationships/image" Target="../media/image978.png"/><Relationship Id="rId380" Type="http://schemas.openxmlformats.org/officeDocument/2006/relationships/customXml" Target="../ink/ink1050.xml"/><Relationship Id="rId436" Type="http://schemas.openxmlformats.org/officeDocument/2006/relationships/customXml" Target="../ink/ink1078.xml"/><Relationship Id="rId601" Type="http://schemas.openxmlformats.org/officeDocument/2006/relationships/image" Target="../media/image1164.png"/><Relationship Id="rId643" Type="http://schemas.openxmlformats.org/officeDocument/2006/relationships/image" Target="../media/image1185.png"/><Relationship Id="rId240" Type="http://schemas.openxmlformats.org/officeDocument/2006/relationships/customXml" Target="../ink/ink980.xml"/><Relationship Id="rId478" Type="http://schemas.openxmlformats.org/officeDocument/2006/relationships/customXml" Target="../ink/ink1099.xml"/><Relationship Id="rId685" Type="http://schemas.openxmlformats.org/officeDocument/2006/relationships/image" Target="../media/image1206.png"/><Relationship Id="rId35" Type="http://schemas.openxmlformats.org/officeDocument/2006/relationships/image" Target="../media/image881.png"/><Relationship Id="rId77" Type="http://schemas.openxmlformats.org/officeDocument/2006/relationships/image" Target="../media/image902.png"/><Relationship Id="rId100" Type="http://schemas.openxmlformats.org/officeDocument/2006/relationships/customXml" Target="../ink/ink910.xml"/><Relationship Id="rId282" Type="http://schemas.openxmlformats.org/officeDocument/2006/relationships/customXml" Target="../ink/ink1001.xml"/><Relationship Id="rId338" Type="http://schemas.openxmlformats.org/officeDocument/2006/relationships/customXml" Target="../ink/ink1029.xml"/><Relationship Id="rId503" Type="http://schemas.openxmlformats.org/officeDocument/2006/relationships/image" Target="../media/image1115.png"/><Relationship Id="rId545" Type="http://schemas.openxmlformats.org/officeDocument/2006/relationships/image" Target="../media/image1136.png"/><Relationship Id="rId587" Type="http://schemas.openxmlformats.org/officeDocument/2006/relationships/image" Target="../media/image1157.png"/><Relationship Id="rId710" Type="http://schemas.openxmlformats.org/officeDocument/2006/relationships/customXml" Target="../ink/ink1215.xml"/><Relationship Id="rId8" Type="http://schemas.openxmlformats.org/officeDocument/2006/relationships/customXml" Target="../ink/ink864.xml"/><Relationship Id="rId142" Type="http://schemas.openxmlformats.org/officeDocument/2006/relationships/customXml" Target="../ink/ink931.xml"/><Relationship Id="rId184" Type="http://schemas.openxmlformats.org/officeDocument/2006/relationships/customXml" Target="../ink/ink952.xml"/><Relationship Id="rId391" Type="http://schemas.openxmlformats.org/officeDocument/2006/relationships/image" Target="../media/image1059.png"/><Relationship Id="rId405" Type="http://schemas.openxmlformats.org/officeDocument/2006/relationships/image" Target="../media/image1066.png"/><Relationship Id="rId447" Type="http://schemas.openxmlformats.org/officeDocument/2006/relationships/image" Target="../media/image1087.png"/><Relationship Id="rId612" Type="http://schemas.openxmlformats.org/officeDocument/2006/relationships/customXml" Target="../ink/ink1166.xml"/><Relationship Id="rId251" Type="http://schemas.openxmlformats.org/officeDocument/2006/relationships/image" Target="../media/image989.png"/><Relationship Id="rId489" Type="http://schemas.openxmlformats.org/officeDocument/2006/relationships/image" Target="../media/image1108.png"/><Relationship Id="rId654" Type="http://schemas.openxmlformats.org/officeDocument/2006/relationships/customXml" Target="../ink/ink1187.xml"/><Relationship Id="rId696" Type="http://schemas.openxmlformats.org/officeDocument/2006/relationships/customXml" Target="../ink/ink1208.xml"/><Relationship Id="rId46" Type="http://schemas.openxmlformats.org/officeDocument/2006/relationships/customXml" Target="../ink/ink883.xml"/><Relationship Id="rId293" Type="http://schemas.openxmlformats.org/officeDocument/2006/relationships/image" Target="../media/image1010.png"/><Relationship Id="rId307" Type="http://schemas.openxmlformats.org/officeDocument/2006/relationships/image" Target="../media/image1017.png"/><Relationship Id="rId349" Type="http://schemas.openxmlformats.org/officeDocument/2006/relationships/image" Target="../media/image1038.png"/><Relationship Id="rId514" Type="http://schemas.openxmlformats.org/officeDocument/2006/relationships/customXml" Target="../ink/ink1117.xml"/><Relationship Id="rId556" Type="http://schemas.openxmlformats.org/officeDocument/2006/relationships/customXml" Target="../ink/ink1138.xml"/><Relationship Id="rId721" Type="http://schemas.openxmlformats.org/officeDocument/2006/relationships/image" Target="../media/image1224.png"/><Relationship Id="rId88" Type="http://schemas.openxmlformats.org/officeDocument/2006/relationships/customXml" Target="../ink/ink904.xml"/><Relationship Id="rId111" Type="http://schemas.openxmlformats.org/officeDocument/2006/relationships/image" Target="../media/image919.png"/><Relationship Id="rId153" Type="http://schemas.openxmlformats.org/officeDocument/2006/relationships/image" Target="../media/image940.png"/><Relationship Id="rId195" Type="http://schemas.openxmlformats.org/officeDocument/2006/relationships/image" Target="../media/image961.png"/><Relationship Id="rId209" Type="http://schemas.openxmlformats.org/officeDocument/2006/relationships/image" Target="../media/image968.png"/><Relationship Id="rId360" Type="http://schemas.openxmlformats.org/officeDocument/2006/relationships/customXml" Target="../ink/ink1040.xml"/><Relationship Id="rId416" Type="http://schemas.openxmlformats.org/officeDocument/2006/relationships/customXml" Target="../ink/ink1068.xml"/><Relationship Id="rId598" Type="http://schemas.openxmlformats.org/officeDocument/2006/relationships/customXml" Target="../ink/ink1159.xml"/><Relationship Id="rId220" Type="http://schemas.openxmlformats.org/officeDocument/2006/relationships/customXml" Target="../ink/ink970.xml"/><Relationship Id="rId458" Type="http://schemas.openxmlformats.org/officeDocument/2006/relationships/customXml" Target="../ink/ink1089.xml"/><Relationship Id="rId623" Type="http://schemas.openxmlformats.org/officeDocument/2006/relationships/image" Target="../media/image1175.png"/><Relationship Id="rId665" Type="http://schemas.openxmlformats.org/officeDocument/2006/relationships/image" Target="../media/image1196.png"/><Relationship Id="rId15" Type="http://schemas.openxmlformats.org/officeDocument/2006/relationships/image" Target="../media/image871.png"/><Relationship Id="rId57" Type="http://schemas.openxmlformats.org/officeDocument/2006/relationships/image" Target="../media/image892.png"/><Relationship Id="rId262" Type="http://schemas.openxmlformats.org/officeDocument/2006/relationships/customXml" Target="../ink/ink991.xml"/><Relationship Id="rId318" Type="http://schemas.openxmlformats.org/officeDocument/2006/relationships/customXml" Target="../ink/ink1019.xml"/><Relationship Id="rId525" Type="http://schemas.openxmlformats.org/officeDocument/2006/relationships/image" Target="../media/image1126.png"/><Relationship Id="rId567" Type="http://schemas.openxmlformats.org/officeDocument/2006/relationships/image" Target="../media/image1147.png"/><Relationship Id="rId732" Type="http://schemas.openxmlformats.org/officeDocument/2006/relationships/customXml" Target="../ink/ink1226.xml"/><Relationship Id="rId99" Type="http://schemas.openxmlformats.org/officeDocument/2006/relationships/image" Target="../media/image913.png"/><Relationship Id="rId122" Type="http://schemas.openxmlformats.org/officeDocument/2006/relationships/customXml" Target="../ink/ink921.xml"/><Relationship Id="rId164" Type="http://schemas.openxmlformats.org/officeDocument/2006/relationships/customXml" Target="../ink/ink942.xml"/><Relationship Id="rId371" Type="http://schemas.openxmlformats.org/officeDocument/2006/relationships/image" Target="../media/image1049.png"/><Relationship Id="rId427" Type="http://schemas.openxmlformats.org/officeDocument/2006/relationships/image" Target="../media/image1077.png"/><Relationship Id="rId469" Type="http://schemas.openxmlformats.org/officeDocument/2006/relationships/image" Target="../media/image1098.png"/><Relationship Id="rId634" Type="http://schemas.openxmlformats.org/officeDocument/2006/relationships/customXml" Target="../ink/ink1177.xml"/><Relationship Id="rId676" Type="http://schemas.openxmlformats.org/officeDocument/2006/relationships/customXml" Target="../ink/ink1198.xml"/><Relationship Id="rId26" Type="http://schemas.openxmlformats.org/officeDocument/2006/relationships/customXml" Target="../ink/ink873.xml"/><Relationship Id="rId231" Type="http://schemas.openxmlformats.org/officeDocument/2006/relationships/image" Target="../media/image979.png"/><Relationship Id="rId273" Type="http://schemas.openxmlformats.org/officeDocument/2006/relationships/image" Target="../media/image1000.png"/><Relationship Id="rId329" Type="http://schemas.openxmlformats.org/officeDocument/2006/relationships/image" Target="../media/image1028.png"/><Relationship Id="rId480" Type="http://schemas.openxmlformats.org/officeDocument/2006/relationships/customXml" Target="../ink/ink1100.xml"/><Relationship Id="rId536" Type="http://schemas.openxmlformats.org/officeDocument/2006/relationships/customXml" Target="../ink/ink1128.xml"/><Relationship Id="rId701" Type="http://schemas.openxmlformats.org/officeDocument/2006/relationships/image" Target="../media/image1214.png"/><Relationship Id="rId68" Type="http://schemas.openxmlformats.org/officeDocument/2006/relationships/customXml" Target="../ink/ink894.xml"/><Relationship Id="rId133" Type="http://schemas.openxmlformats.org/officeDocument/2006/relationships/image" Target="../media/image930.png"/><Relationship Id="rId175" Type="http://schemas.openxmlformats.org/officeDocument/2006/relationships/image" Target="../media/image951.png"/><Relationship Id="rId340" Type="http://schemas.openxmlformats.org/officeDocument/2006/relationships/customXml" Target="../ink/ink1030.xml"/><Relationship Id="rId578" Type="http://schemas.openxmlformats.org/officeDocument/2006/relationships/customXml" Target="../ink/ink1149.xml"/><Relationship Id="rId200" Type="http://schemas.openxmlformats.org/officeDocument/2006/relationships/customXml" Target="../ink/ink960.xml"/><Relationship Id="rId382" Type="http://schemas.openxmlformats.org/officeDocument/2006/relationships/customXml" Target="../ink/ink1051.xml"/><Relationship Id="rId438" Type="http://schemas.openxmlformats.org/officeDocument/2006/relationships/customXml" Target="../ink/ink1079.xml"/><Relationship Id="rId603" Type="http://schemas.openxmlformats.org/officeDocument/2006/relationships/image" Target="../media/image1165.png"/><Relationship Id="rId645" Type="http://schemas.openxmlformats.org/officeDocument/2006/relationships/image" Target="../media/image1186.png"/><Relationship Id="rId687" Type="http://schemas.openxmlformats.org/officeDocument/2006/relationships/image" Target="../media/image1207.png"/><Relationship Id="rId242" Type="http://schemas.openxmlformats.org/officeDocument/2006/relationships/customXml" Target="../ink/ink981.xml"/><Relationship Id="rId284" Type="http://schemas.openxmlformats.org/officeDocument/2006/relationships/customXml" Target="../ink/ink1002.xml"/><Relationship Id="rId491" Type="http://schemas.openxmlformats.org/officeDocument/2006/relationships/image" Target="../media/image1109.png"/><Relationship Id="rId505" Type="http://schemas.openxmlformats.org/officeDocument/2006/relationships/image" Target="../media/image1116.png"/><Relationship Id="rId712" Type="http://schemas.openxmlformats.org/officeDocument/2006/relationships/customXml" Target="../ink/ink1216.xml"/><Relationship Id="rId37" Type="http://schemas.openxmlformats.org/officeDocument/2006/relationships/image" Target="../media/image882.png"/><Relationship Id="rId79" Type="http://schemas.openxmlformats.org/officeDocument/2006/relationships/image" Target="../media/image903.png"/><Relationship Id="rId102" Type="http://schemas.openxmlformats.org/officeDocument/2006/relationships/customXml" Target="../ink/ink911.xml"/><Relationship Id="rId144" Type="http://schemas.openxmlformats.org/officeDocument/2006/relationships/customXml" Target="../ink/ink932.xml"/><Relationship Id="rId547" Type="http://schemas.openxmlformats.org/officeDocument/2006/relationships/image" Target="../media/image1137.png"/><Relationship Id="rId589" Type="http://schemas.openxmlformats.org/officeDocument/2006/relationships/image" Target="../media/image1158.png"/><Relationship Id="rId90" Type="http://schemas.openxmlformats.org/officeDocument/2006/relationships/customXml" Target="../ink/ink905.xml"/><Relationship Id="rId186" Type="http://schemas.openxmlformats.org/officeDocument/2006/relationships/customXml" Target="../ink/ink953.xml"/><Relationship Id="rId351" Type="http://schemas.openxmlformats.org/officeDocument/2006/relationships/image" Target="../media/image1039.png"/><Relationship Id="rId393" Type="http://schemas.openxmlformats.org/officeDocument/2006/relationships/image" Target="../media/image1060.png"/><Relationship Id="rId407" Type="http://schemas.openxmlformats.org/officeDocument/2006/relationships/image" Target="../media/image1067.png"/><Relationship Id="rId449" Type="http://schemas.openxmlformats.org/officeDocument/2006/relationships/image" Target="../media/image1088.png"/><Relationship Id="rId614" Type="http://schemas.openxmlformats.org/officeDocument/2006/relationships/customXml" Target="../ink/ink1167.xml"/><Relationship Id="rId656" Type="http://schemas.openxmlformats.org/officeDocument/2006/relationships/customXml" Target="../ink/ink1188.xml"/><Relationship Id="rId211" Type="http://schemas.openxmlformats.org/officeDocument/2006/relationships/image" Target="../media/image969.png"/><Relationship Id="rId253" Type="http://schemas.openxmlformats.org/officeDocument/2006/relationships/image" Target="../media/image990.png"/><Relationship Id="rId295" Type="http://schemas.openxmlformats.org/officeDocument/2006/relationships/image" Target="../media/image1011.png"/><Relationship Id="rId309" Type="http://schemas.openxmlformats.org/officeDocument/2006/relationships/image" Target="../media/image1018.png"/><Relationship Id="rId460" Type="http://schemas.openxmlformats.org/officeDocument/2006/relationships/customXml" Target="../ink/ink1090.xml"/><Relationship Id="rId516" Type="http://schemas.openxmlformats.org/officeDocument/2006/relationships/customXml" Target="../ink/ink1118.xml"/><Relationship Id="rId698" Type="http://schemas.openxmlformats.org/officeDocument/2006/relationships/customXml" Target="../ink/ink1209.xml"/><Relationship Id="rId48" Type="http://schemas.openxmlformats.org/officeDocument/2006/relationships/customXml" Target="../ink/ink884.xml"/><Relationship Id="rId113" Type="http://schemas.openxmlformats.org/officeDocument/2006/relationships/image" Target="../media/image920.png"/><Relationship Id="rId320" Type="http://schemas.openxmlformats.org/officeDocument/2006/relationships/customXml" Target="../ink/ink1020.xml"/><Relationship Id="rId558" Type="http://schemas.openxmlformats.org/officeDocument/2006/relationships/customXml" Target="../ink/ink1139.xml"/><Relationship Id="rId723" Type="http://schemas.openxmlformats.org/officeDocument/2006/relationships/image" Target="../media/image1225.png"/><Relationship Id="rId155" Type="http://schemas.openxmlformats.org/officeDocument/2006/relationships/image" Target="../media/image941.png"/><Relationship Id="rId197" Type="http://schemas.openxmlformats.org/officeDocument/2006/relationships/image" Target="../media/image962.png"/><Relationship Id="rId362" Type="http://schemas.openxmlformats.org/officeDocument/2006/relationships/customXml" Target="../ink/ink1041.xml"/><Relationship Id="rId418" Type="http://schemas.openxmlformats.org/officeDocument/2006/relationships/customXml" Target="../ink/ink1069.xml"/><Relationship Id="rId625" Type="http://schemas.openxmlformats.org/officeDocument/2006/relationships/image" Target="../media/image1176.png"/><Relationship Id="rId222" Type="http://schemas.openxmlformats.org/officeDocument/2006/relationships/customXml" Target="../ink/ink971.xml"/><Relationship Id="rId264" Type="http://schemas.openxmlformats.org/officeDocument/2006/relationships/customXml" Target="../ink/ink992.xml"/><Relationship Id="rId471" Type="http://schemas.openxmlformats.org/officeDocument/2006/relationships/image" Target="../media/image1099.png"/><Relationship Id="rId667" Type="http://schemas.openxmlformats.org/officeDocument/2006/relationships/image" Target="../media/image1197.png"/><Relationship Id="rId17" Type="http://schemas.openxmlformats.org/officeDocument/2006/relationships/image" Target="../media/image872.png"/><Relationship Id="rId59" Type="http://schemas.openxmlformats.org/officeDocument/2006/relationships/image" Target="../media/image893.png"/><Relationship Id="rId124" Type="http://schemas.openxmlformats.org/officeDocument/2006/relationships/customXml" Target="../ink/ink922.xml"/><Relationship Id="rId527" Type="http://schemas.openxmlformats.org/officeDocument/2006/relationships/image" Target="../media/image1127.png"/><Relationship Id="rId569" Type="http://schemas.openxmlformats.org/officeDocument/2006/relationships/image" Target="../media/image1148.png"/><Relationship Id="rId734" Type="http://schemas.openxmlformats.org/officeDocument/2006/relationships/customXml" Target="../ink/ink1227.xml"/><Relationship Id="rId70" Type="http://schemas.openxmlformats.org/officeDocument/2006/relationships/customXml" Target="../ink/ink895.xml"/><Relationship Id="rId166" Type="http://schemas.openxmlformats.org/officeDocument/2006/relationships/customXml" Target="../ink/ink943.xml"/><Relationship Id="rId331" Type="http://schemas.openxmlformats.org/officeDocument/2006/relationships/image" Target="../media/image1029.png"/><Relationship Id="rId373" Type="http://schemas.openxmlformats.org/officeDocument/2006/relationships/image" Target="../media/image1050.png"/><Relationship Id="rId429" Type="http://schemas.openxmlformats.org/officeDocument/2006/relationships/image" Target="../media/image1078.png"/><Relationship Id="rId580" Type="http://schemas.openxmlformats.org/officeDocument/2006/relationships/customXml" Target="../ink/ink1150.xml"/><Relationship Id="rId636" Type="http://schemas.openxmlformats.org/officeDocument/2006/relationships/customXml" Target="../ink/ink1178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980.png"/><Relationship Id="rId440" Type="http://schemas.openxmlformats.org/officeDocument/2006/relationships/customXml" Target="../ink/ink1080.xml"/><Relationship Id="rId678" Type="http://schemas.openxmlformats.org/officeDocument/2006/relationships/customXml" Target="../ink/ink1199.xml"/><Relationship Id="rId28" Type="http://schemas.openxmlformats.org/officeDocument/2006/relationships/customXml" Target="../ink/ink874.xml"/><Relationship Id="rId275" Type="http://schemas.openxmlformats.org/officeDocument/2006/relationships/image" Target="../media/image1001.png"/><Relationship Id="rId300" Type="http://schemas.openxmlformats.org/officeDocument/2006/relationships/customXml" Target="../ink/ink1010.xml"/><Relationship Id="rId482" Type="http://schemas.openxmlformats.org/officeDocument/2006/relationships/customXml" Target="../ink/ink1101.xml"/><Relationship Id="rId538" Type="http://schemas.openxmlformats.org/officeDocument/2006/relationships/customXml" Target="../ink/ink1129.xml"/><Relationship Id="rId703" Type="http://schemas.openxmlformats.org/officeDocument/2006/relationships/image" Target="../media/image1215.png"/><Relationship Id="rId81" Type="http://schemas.openxmlformats.org/officeDocument/2006/relationships/image" Target="../media/image904.png"/><Relationship Id="rId135" Type="http://schemas.openxmlformats.org/officeDocument/2006/relationships/image" Target="../media/image931.png"/><Relationship Id="rId177" Type="http://schemas.openxmlformats.org/officeDocument/2006/relationships/image" Target="../media/image952.png"/><Relationship Id="rId342" Type="http://schemas.openxmlformats.org/officeDocument/2006/relationships/customXml" Target="../ink/ink1031.xml"/><Relationship Id="rId384" Type="http://schemas.openxmlformats.org/officeDocument/2006/relationships/customXml" Target="../ink/ink1052.xml"/><Relationship Id="rId591" Type="http://schemas.openxmlformats.org/officeDocument/2006/relationships/image" Target="../media/image1159.png"/><Relationship Id="rId605" Type="http://schemas.openxmlformats.org/officeDocument/2006/relationships/image" Target="../media/image1166.png"/><Relationship Id="rId202" Type="http://schemas.openxmlformats.org/officeDocument/2006/relationships/customXml" Target="../ink/ink961.xml"/><Relationship Id="rId244" Type="http://schemas.openxmlformats.org/officeDocument/2006/relationships/customXml" Target="../ink/ink982.xml"/><Relationship Id="rId647" Type="http://schemas.openxmlformats.org/officeDocument/2006/relationships/image" Target="../media/image1187.png"/><Relationship Id="rId689" Type="http://schemas.openxmlformats.org/officeDocument/2006/relationships/image" Target="../media/image1208.png"/><Relationship Id="rId39" Type="http://schemas.openxmlformats.org/officeDocument/2006/relationships/image" Target="../media/image883.png"/><Relationship Id="rId286" Type="http://schemas.openxmlformats.org/officeDocument/2006/relationships/customXml" Target="../ink/ink1003.xml"/><Relationship Id="rId451" Type="http://schemas.openxmlformats.org/officeDocument/2006/relationships/image" Target="../media/image1089.png"/><Relationship Id="rId493" Type="http://schemas.openxmlformats.org/officeDocument/2006/relationships/image" Target="../media/image1110.png"/><Relationship Id="rId507" Type="http://schemas.openxmlformats.org/officeDocument/2006/relationships/image" Target="../media/image1117.png"/><Relationship Id="rId549" Type="http://schemas.openxmlformats.org/officeDocument/2006/relationships/image" Target="../media/image1138.png"/><Relationship Id="rId714" Type="http://schemas.openxmlformats.org/officeDocument/2006/relationships/customXml" Target="../ink/ink1217.xml"/><Relationship Id="rId50" Type="http://schemas.openxmlformats.org/officeDocument/2006/relationships/customXml" Target="../ink/ink885.xml"/><Relationship Id="rId104" Type="http://schemas.openxmlformats.org/officeDocument/2006/relationships/customXml" Target="../ink/ink912.xml"/><Relationship Id="rId146" Type="http://schemas.openxmlformats.org/officeDocument/2006/relationships/customXml" Target="../ink/ink933.xml"/><Relationship Id="rId188" Type="http://schemas.openxmlformats.org/officeDocument/2006/relationships/customXml" Target="../ink/ink954.xml"/><Relationship Id="rId311" Type="http://schemas.openxmlformats.org/officeDocument/2006/relationships/image" Target="../media/image1019.png"/><Relationship Id="rId353" Type="http://schemas.openxmlformats.org/officeDocument/2006/relationships/image" Target="../media/image1040.png"/><Relationship Id="rId395" Type="http://schemas.openxmlformats.org/officeDocument/2006/relationships/image" Target="../media/image1061.png"/><Relationship Id="rId409" Type="http://schemas.openxmlformats.org/officeDocument/2006/relationships/image" Target="../media/image1068.png"/><Relationship Id="rId560" Type="http://schemas.openxmlformats.org/officeDocument/2006/relationships/customXml" Target="../ink/ink1140.xml"/><Relationship Id="rId92" Type="http://schemas.openxmlformats.org/officeDocument/2006/relationships/customXml" Target="../ink/ink906.xml"/><Relationship Id="rId213" Type="http://schemas.openxmlformats.org/officeDocument/2006/relationships/image" Target="../media/image970.png"/><Relationship Id="rId420" Type="http://schemas.openxmlformats.org/officeDocument/2006/relationships/customXml" Target="../ink/ink1070.xml"/><Relationship Id="rId616" Type="http://schemas.openxmlformats.org/officeDocument/2006/relationships/customXml" Target="../ink/ink1168.xml"/><Relationship Id="rId658" Type="http://schemas.openxmlformats.org/officeDocument/2006/relationships/customXml" Target="../ink/ink1189.xml"/><Relationship Id="rId255" Type="http://schemas.openxmlformats.org/officeDocument/2006/relationships/image" Target="../media/image991.png"/><Relationship Id="rId297" Type="http://schemas.openxmlformats.org/officeDocument/2006/relationships/image" Target="../media/image1012.png"/><Relationship Id="rId462" Type="http://schemas.openxmlformats.org/officeDocument/2006/relationships/customXml" Target="../ink/ink1091.xml"/><Relationship Id="rId518" Type="http://schemas.openxmlformats.org/officeDocument/2006/relationships/customXml" Target="../ink/ink1119.xml"/><Relationship Id="rId725" Type="http://schemas.openxmlformats.org/officeDocument/2006/relationships/image" Target="../media/image1226.png"/><Relationship Id="rId115" Type="http://schemas.openxmlformats.org/officeDocument/2006/relationships/image" Target="../media/image921.png"/><Relationship Id="rId157" Type="http://schemas.openxmlformats.org/officeDocument/2006/relationships/image" Target="../media/image942.png"/><Relationship Id="rId322" Type="http://schemas.openxmlformats.org/officeDocument/2006/relationships/customXml" Target="../ink/ink1021.xml"/><Relationship Id="rId364" Type="http://schemas.openxmlformats.org/officeDocument/2006/relationships/customXml" Target="../ink/ink1042.xml"/><Relationship Id="rId61" Type="http://schemas.openxmlformats.org/officeDocument/2006/relationships/image" Target="../media/image894.png"/><Relationship Id="rId199" Type="http://schemas.openxmlformats.org/officeDocument/2006/relationships/image" Target="../media/image963.png"/><Relationship Id="rId571" Type="http://schemas.openxmlformats.org/officeDocument/2006/relationships/image" Target="../media/image1149.png"/><Relationship Id="rId627" Type="http://schemas.openxmlformats.org/officeDocument/2006/relationships/image" Target="../media/image1177.png"/><Relationship Id="rId669" Type="http://schemas.openxmlformats.org/officeDocument/2006/relationships/image" Target="../media/image1198.png"/><Relationship Id="rId19" Type="http://schemas.openxmlformats.org/officeDocument/2006/relationships/image" Target="../media/image873.png"/><Relationship Id="rId224" Type="http://schemas.openxmlformats.org/officeDocument/2006/relationships/customXml" Target="../ink/ink972.xml"/><Relationship Id="rId266" Type="http://schemas.openxmlformats.org/officeDocument/2006/relationships/customXml" Target="../ink/ink993.xml"/><Relationship Id="rId431" Type="http://schemas.openxmlformats.org/officeDocument/2006/relationships/image" Target="../media/image1079.png"/><Relationship Id="rId473" Type="http://schemas.openxmlformats.org/officeDocument/2006/relationships/image" Target="../media/image1100.png"/><Relationship Id="rId529" Type="http://schemas.openxmlformats.org/officeDocument/2006/relationships/image" Target="../media/image1128.png"/><Relationship Id="rId680" Type="http://schemas.openxmlformats.org/officeDocument/2006/relationships/customXml" Target="../ink/ink1200.xml"/><Relationship Id="rId736" Type="http://schemas.openxmlformats.org/officeDocument/2006/relationships/customXml" Target="../ink/ink1228.xml"/><Relationship Id="rId30" Type="http://schemas.openxmlformats.org/officeDocument/2006/relationships/customXml" Target="../ink/ink875.xml"/><Relationship Id="rId126" Type="http://schemas.openxmlformats.org/officeDocument/2006/relationships/customXml" Target="../ink/ink923.xml"/><Relationship Id="rId168" Type="http://schemas.openxmlformats.org/officeDocument/2006/relationships/customXml" Target="../ink/ink944.xml"/><Relationship Id="rId333" Type="http://schemas.openxmlformats.org/officeDocument/2006/relationships/image" Target="../media/image1030.png"/><Relationship Id="rId540" Type="http://schemas.openxmlformats.org/officeDocument/2006/relationships/customXml" Target="../ink/ink1130.xml"/><Relationship Id="rId72" Type="http://schemas.openxmlformats.org/officeDocument/2006/relationships/customXml" Target="../ink/ink896.xml"/><Relationship Id="rId375" Type="http://schemas.openxmlformats.org/officeDocument/2006/relationships/image" Target="../media/image1051.png"/><Relationship Id="rId582" Type="http://schemas.openxmlformats.org/officeDocument/2006/relationships/customXml" Target="../ink/ink1151.xml"/><Relationship Id="rId638" Type="http://schemas.openxmlformats.org/officeDocument/2006/relationships/customXml" Target="../ink/ink1179.xml"/><Relationship Id="rId3" Type="http://schemas.openxmlformats.org/officeDocument/2006/relationships/image" Target="../media/image865.png"/><Relationship Id="rId235" Type="http://schemas.openxmlformats.org/officeDocument/2006/relationships/image" Target="../media/image981.png"/><Relationship Id="rId277" Type="http://schemas.openxmlformats.org/officeDocument/2006/relationships/image" Target="../media/image1002.png"/><Relationship Id="rId400" Type="http://schemas.openxmlformats.org/officeDocument/2006/relationships/customXml" Target="../ink/ink1060.xml"/><Relationship Id="rId442" Type="http://schemas.openxmlformats.org/officeDocument/2006/relationships/customXml" Target="../ink/ink1081.xml"/><Relationship Id="rId484" Type="http://schemas.openxmlformats.org/officeDocument/2006/relationships/customXml" Target="../ink/ink1102.xml"/><Relationship Id="rId705" Type="http://schemas.openxmlformats.org/officeDocument/2006/relationships/image" Target="../media/image1216.png"/><Relationship Id="rId137" Type="http://schemas.openxmlformats.org/officeDocument/2006/relationships/image" Target="../media/image932.png"/><Relationship Id="rId302" Type="http://schemas.openxmlformats.org/officeDocument/2006/relationships/customXml" Target="../ink/ink1011.xml"/><Relationship Id="rId344" Type="http://schemas.openxmlformats.org/officeDocument/2006/relationships/customXml" Target="../ink/ink1032.xml"/><Relationship Id="rId691" Type="http://schemas.openxmlformats.org/officeDocument/2006/relationships/image" Target="../media/image1209.png"/><Relationship Id="rId41" Type="http://schemas.openxmlformats.org/officeDocument/2006/relationships/image" Target="../media/image884.png"/><Relationship Id="rId83" Type="http://schemas.openxmlformats.org/officeDocument/2006/relationships/image" Target="../media/image905.png"/><Relationship Id="rId179" Type="http://schemas.openxmlformats.org/officeDocument/2006/relationships/image" Target="../media/image953.png"/><Relationship Id="rId386" Type="http://schemas.openxmlformats.org/officeDocument/2006/relationships/customXml" Target="../ink/ink1053.xml"/><Relationship Id="rId551" Type="http://schemas.openxmlformats.org/officeDocument/2006/relationships/image" Target="../media/image1139.png"/><Relationship Id="rId593" Type="http://schemas.openxmlformats.org/officeDocument/2006/relationships/image" Target="../media/image1160.png"/><Relationship Id="rId607" Type="http://schemas.openxmlformats.org/officeDocument/2006/relationships/image" Target="../media/image1167.png"/><Relationship Id="rId649" Type="http://schemas.openxmlformats.org/officeDocument/2006/relationships/image" Target="../media/image1188.png"/><Relationship Id="rId190" Type="http://schemas.openxmlformats.org/officeDocument/2006/relationships/customXml" Target="../ink/ink955.xml"/><Relationship Id="rId204" Type="http://schemas.openxmlformats.org/officeDocument/2006/relationships/customXml" Target="../ink/ink962.xml"/><Relationship Id="rId246" Type="http://schemas.openxmlformats.org/officeDocument/2006/relationships/customXml" Target="../ink/ink983.xml"/><Relationship Id="rId288" Type="http://schemas.openxmlformats.org/officeDocument/2006/relationships/customXml" Target="../ink/ink1004.xml"/><Relationship Id="rId411" Type="http://schemas.openxmlformats.org/officeDocument/2006/relationships/image" Target="../media/image1069.png"/><Relationship Id="rId453" Type="http://schemas.openxmlformats.org/officeDocument/2006/relationships/image" Target="../media/image1090.png"/><Relationship Id="rId509" Type="http://schemas.openxmlformats.org/officeDocument/2006/relationships/image" Target="../media/image1118.png"/><Relationship Id="rId660" Type="http://schemas.openxmlformats.org/officeDocument/2006/relationships/customXml" Target="../ink/ink1190.xml"/><Relationship Id="rId106" Type="http://schemas.openxmlformats.org/officeDocument/2006/relationships/customXml" Target="../ink/ink913.xml"/><Relationship Id="rId313" Type="http://schemas.openxmlformats.org/officeDocument/2006/relationships/image" Target="../media/image1020.png"/><Relationship Id="rId495" Type="http://schemas.openxmlformats.org/officeDocument/2006/relationships/image" Target="../media/image1111.png"/><Relationship Id="rId716" Type="http://schemas.openxmlformats.org/officeDocument/2006/relationships/customXml" Target="../ink/ink1218.xml"/><Relationship Id="rId10" Type="http://schemas.openxmlformats.org/officeDocument/2006/relationships/customXml" Target="../ink/ink865.xml"/><Relationship Id="rId52" Type="http://schemas.openxmlformats.org/officeDocument/2006/relationships/customXml" Target="../ink/ink886.xml"/><Relationship Id="rId94" Type="http://schemas.openxmlformats.org/officeDocument/2006/relationships/customXml" Target="../ink/ink907.xml"/><Relationship Id="rId148" Type="http://schemas.openxmlformats.org/officeDocument/2006/relationships/customXml" Target="../ink/ink934.xml"/><Relationship Id="rId355" Type="http://schemas.openxmlformats.org/officeDocument/2006/relationships/image" Target="../media/image1041.png"/><Relationship Id="rId397" Type="http://schemas.openxmlformats.org/officeDocument/2006/relationships/image" Target="../media/image1062.png"/><Relationship Id="rId520" Type="http://schemas.openxmlformats.org/officeDocument/2006/relationships/customXml" Target="../ink/ink1120.xml"/><Relationship Id="rId562" Type="http://schemas.openxmlformats.org/officeDocument/2006/relationships/customXml" Target="../ink/ink1141.xml"/><Relationship Id="rId618" Type="http://schemas.openxmlformats.org/officeDocument/2006/relationships/customXml" Target="../ink/ink1169.xml"/><Relationship Id="rId215" Type="http://schemas.openxmlformats.org/officeDocument/2006/relationships/image" Target="../media/image971.png"/><Relationship Id="rId257" Type="http://schemas.openxmlformats.org/officeDocument/2006/relationships/image" Target="../media/image992.png"/><Relationship Id="rId422" Type="http://schemas.openxmlformats.org/officeDocument/2006/relationships/customXml" Target="../ink/ink1071.xml"/><Relationship Id="rId464" Type="http://schemas.openxmlformats.org/officeDocument/2006/relationships/customXml" Target="../ink/ink1092.xml"/><Relationship Id="rId299" Type="http://schemas.openxmlformats.org/officeDocument/2006/relationships/image" Target="../media/image1013.png"/><Relationship Id="rId727" Type="http://schemas.openxmlformats.org/officeDocument/2006/relationships/image" Target="../media/image1227.png"/><Relationship Id="rId63" Type="http://schemas.openxmlformats.org/officeDocument/2006/relationships/image" Target="../media/image895.png"/><Relationship Id="rId159" Type="http://schemas.openxmlformats.org/officeDocument/2006/relationships/image" Target="../media/image943.png"/><Relationship Id="rId366" Type="http://schemas.openxmlformats.org/officeDocument/2006/relationships/customXml" Target="../ink/ink1043.xml"/><Relationship Id="rId573" Type="http://schemas.openxmlformats.org/officeDocument/2006/relationships/image" Target="../media/image1150.png"/><Relationship Id="rId226" Type="http://schemas.openxmlformats.org/officeDocument/2006/relationships/customXml" Target="../ink/ink973.xml"/><Relationship Id="rId433" Type="http://schemas.openxmlformats.org/officeDocument/2006/relationships/image" Target="../media/image1080.png"/><Relationship Id="rId640" Type="http://schemas.openxmlformats.org/officeDocument/2006/relationships/customXml" Target="../ink/ink1180.xml"/><Relationship Id="rId738" Type="http://schemas.openxmlformats.org/officeDocument/2006/relationships/customXml" Target="../ink/ink1229.xml"/><Relationship Id="rId74" Type="http://schemas.openxmlformats.org/officeDocument/2006/relationships/customXml" Target="../ink/ink897.xml"/><Relationship Id="rId377" Type="http://schemas.openxmlformats.org/officeDocument/2006/relationships/image" Target="../media/image1052.png"/><Relationship Id="rId500" Type="http://schemas.openxmlformats.org/officeDocument/2006/relationships/customXml" Target="../ink/ink1110.xml"/><Relationship Id="rId584" Type="http://schemas.openxmlformats.org/officeDocument/2006/relationships/customXml" Target="../ink/ink1152.xml"/><Relationship Id="rId5" Type="http://schemas.openxmlformats.org/officeDocument/2006/relationships/image" Target="../media/image866.png"/><Relationship Id="rId237" Type="http://schemas.openxmlformats.org/officeDocument/2006/relationships/image" Target="../media/image982.png"/><Relationship Id="rId444" Type="http://schemas.openxmlformats.org/officeDocument/2006/relationships/customXml" Target="../ink/ink1082.xml"/><Relationship Id="rId651" Type="http://schemas.openxmlformats.org/officeDocument/2006/relationships/image" Target="../media/image1189.png"/><Relationship Id="rId290" Type="http://schemas.openxmlformats.org/officeDocument/2006/relationships/customXml" Target="../ink/ink1005.xml"/><Relationship Id="rId304" Type="http://schemas.openxmlformats.org/officeDocument/2006/relationships/customXml" Target="../ink/ink1012.xml"/><Relationship Id="rId388" Type="http://schemas.openxmlformats.org/officeDocument/2006/relationships/customXml" Target="../ink/ink1054.xml"/><Relationship Id="rId511" Type="http://schemas.openxmlformats.org/officeDocument/2006/relationships/image" Target="../media/image1119.png"/><Relationship Id="rId609" Type="http://schemas.openxmlformats.org/officeDocument/2006/relationships/image" Target="../media/image1168.png"/><Relationship Id="rId85" Type="http://schemas.openxmlformats.org/officeDocument/2006/relationships/image" Target="../media/image906.png"/><Relationship Id="rId150" Type="http://schemas.openxmlformats.org/officeDocument/2006/relationships/customXml" Target="../ink/ink935.xml"/><Relationship Id="rId595" Type="http://schemas.openxmlformats.org/officeDocument/2006/relationships/image" Target="../media/image1161.png"/><Relationship Id="rId248" Type="http://schemas.openxmlformats.org/officeDocument/2006/relationships/customXml" Target="../ink/ink984.xml"/><Relationship Id="rId455" Type="http://schemas.openxmlformats.org/officeDocument/2006/relationships/image" Target="../media/image1091.png"/><Relationship Id="rId662" Type="http://schemas.openxmlformats.org/officeDocument/2006/relationships/customXml" Target="../ink/ink1191.xml"/><Relationship Id="rId12" Type="http://schemas.openxmlformats.org/officeDocument/2006/relationships/customXml" Target="../ink/ink866.xml"/><Relationship Id="rId108" Type="http://schemas.openxmlformats.org/officeDocument/2006/relationships/customXml" Target="../ink/ink914.xml"/><Relationship Id="rId315" Type="http://schemas.openxmlformats.org/officeDocument/2006/relationships/image" Target="../media/image1021.png"/><Relationship Id="rId522" Type="http://schemas.openxmlformats.org/officeDocument/2006/relationships/customXml" Target="../ink/ink1121.xml"/><Relationship Id="rId96" Type="http://schemas.openxmlformats.org/officeDocument/2006/relationships/customXml" Target="../ink/ink908.xml"/><Relationship Id="rId161" Type="http://schemas.openxmlformats.org/officeDocument/2006/relationships/image" Target="../media/image944.png"/><Relationship Id="rId399" Type="http://schemas.openxmlformats.org/officeDocument/2006/relationships/image" Target="../media/image1063.png"/><Relationship Id="rId259" Type="http://schemas.openxmlformats.org/officeDocument/2006/relationships/image" Target="../media/image993.png"/><Relationship Id="rId466" Type="http://schemas.openxmlformats.org/officeDocument/2006/relationships/customXml" Target="../ink/ink1093.xml"/><Relationship Id="rId673" Type="http://schemas.openxmlformats.org/officeDocument/2006/relationships/image" Target="../media/image1200.png"/><Relationship Id="rId23" Type="http://schemas.openxmlformats.org/officeDocument/2006/relationships/image" Target="../media/image875.png"/><Relationship Id="rId119" Type="http://schemas.openxmlformats.org/officeDocument/2006/relationships/image" Target="../media/image923.png"/><Relationship Id="rId326" Type="http://schemas.openxmlformats.org/officeDocument/2006/relationships/customXml" Target="../ink/ink1023.xml"/><Relationship Id="rId533" Type="http://schemas.openxmlformats.org/officeDocument/2006/relationships/image" Target="../media/image1130.png"/><Relationship Id="rId740" Type="http://schemas.openxmlformats.org/officeDocument/2006/relationships/customXml" Target="../ink/ink1230.xml"/><Relationship Id="rId172" Type="http://schemas.openxmlformats.org/officeDocument/2006/relationships/customXml" Target="../ink/ink946.xml"/><Relationship Id="rId477" Type="http://schemas.openxmlformats.org/officeDocument/2006/relationships/image" Target="../media/image1102.png"/><Relationship Id="rId600" Type="http://schemas.openxmlformats.org/officeDocument/2006/relationships/customXml" Target="../ink/ink1160.xml"/><Relationship Id="rId684" Type="http://schemas.openxmlformats.org/officeDocument/2006/relationships/customXml" Target="../ink/ink1202.xml"/><Relationship Id="rId337" Type="http://schemas.openxmlformats.org/officeDocument/2006/relationships/image" Target="../media/image1032.png"/><Relationship Id="rId34" Type="http://schemas.openxmlformats.org/officeDocument/2006/relationships/customXml" Target="../ink/ink877.xml"/><Relationship Id="rId544" Type="http://schemas.openxmlformats.org/officeDocument/2006/relationships/customXml" Target="../ink/ink1132.xml"/><Relationship Id="rId183" Type="http://schemas.openxmlformats.org/officeDocument/2006/relationships/image" Target="../media/image955.png"/><Relationship Id="rId390" Type="http://schemas.openxmlformats.org/officeDocument/2006/relationships/customXml" Target="../ink/ink1055.xml"/><Relationship Id="rId404" Type="http://schemas.openxmlformats.org/officeDocument/2006/relationships/customXml" Target="../ink/ink1062.xml"/><Relationship Id="rId611" Type="http://schemas.openxmlformats.org/officeDocument/2006/relationships/image" Target="../media/image1169.png"/><Relationship Id="rId250" Type="http://schemas.openxmlformats.org/officeDocument/2006/relationships/customXml" Target="../ink/ink985.xml"/><Relationship Id="rId488" Type="http://schemas.openxmlformats.org/officeDocument/2006/relationships/customXml" Target="../ink/ink1104.xml"/><Relationship Id="rId695" Type="http://schemas.openxmlformats.org/officeDocument/2006/relationships/image" Target="../media/image1211.png"/><Relationship Id="rId709" Type="http://schemas.openxmlformats.org/officeDocument/2006/relationships/image" Target="../media/image1218.png"/><Relationship Id="rId45" Type="http://schemas.openxmlformats.org/officeDocument/2006/relationships/image" Target="../media/image886.png"/><Relationship Id="rId110" Type="http://schemas.openxmlformats.org/officeDocument/2006/relationships/customXml" Target="../ink/ink915.xml"/><Relationship Id="rId348" Type="http://schemas.openxmlformats.org/officeDocument/2006/relationships/customXml" Target="../ink/ink1034.xml"/><Relationship Id="rId555" Type="http://schemas.openxmlformats.org/officeDocument/2006/relationships/image" Target="../media/image1141.png"/><Relationship Id="rId194" Type="http://schemas.openxmlformats.org/officeDocument/2006/relationships/customXml" Target="../ink/ink957.xml"/><Relationship Id="rId208" Type="http://schemas.openxmlformats.org/officeDocument/2006/relationships/customXml" Target="../ink/ink964.xml"/><Relationship Id="rId415" Type="http://schemas.openxmlformats.org/officeDocument/2006/relationships/image" Target="../media/image1071.png"/><Relationship Id="rId622" Type="http://schemas.openxmlformats.org/officeDocument/2006/relationships/customXml" Target="../ink/ink1171.xml"/><Relationship Id="rId261" Type="http://schemas.openxmlformats.org/officeDocument/2006/relationships/image" Target="../media/image994.png"/><Relationship Id="rId499" Type="http://schemas.openxmlformats.org/officeDocument/2006/relationships/image" Target="../media/image1113.png"/><Relationship Id="rId56" Type="http://schemas.openxmlformats.org/officeDocument/2006/relationships/customXml" Target="../ink/ink888.xml"/><Relationship Id="rId359" Type="http://schemas.openxmlformats.org/officeDocument/2006/relationships/image" Target="../media/image1043.png"/><Relationship Id="rId566" Type="http://schemas.openxmlformats.org/officeDocument/2006/relationships/customXml" Target="../ink/ink1143.xml"/><Relationship Id="rId121" Type="http://schemas.openxmlformats.org/officeDocument/2006/relationships/image" Target="../media/image924.png"/><Relationship Id="rId219" Type="http://schemas.openxmlformats.org/officeDocument/2006/relationships/image" Target="../media/image973.png"/><Relationship Id="rId426" Type="http://schemas.openxmlformats.org/officeDocument/2006/relationships/customXml" Target="../ink/ink1073.xml"/><Relationship Id="rId633" Type="http://schemas.openxmlformats.org/officeDocument/2006/relationships/image" Target="../media/image1180.png"/><Relationship Id="rId67" Type="http://schemas.openxmlformats.org/officeDocument/2006/relationships/image" Target="../media/image897.png"/><Relationship Id="rId272" Type="http://schemas.openxmlformats.org/officeDocument/2006/relationships/customXml" Target="../ink/ink996.xml"/><Relationship Id="rId577" Type="http://schemas.openxmlformats.org/officeDocument/2006/relationships/image" Target="../media/image1152.png"/><Relationship Id="rId700" Type="http://schemas.openxmlformats.org/officeDocument/2006/relationships/customXml" Target="../ink/ink1210.xml"/><Relationship Id="rId132" Type="http://schemas.openxmlformats.org/officeDocument/2006/relationships/customXml" Target="../ink/ink926.xml"/><Relationship Id="rId437" Type="http://schemas.openxmlformats.org/officeDocument/2006/relationships/image" Target="../media/image1082.png"/><Relationship Id="rId644" Type="http://schemas.openxmlformats.org/officeDocument/2006/relationships/customXml" Target="../ink/ink1182.xml"/><Relationship Id="rId283" Type="http://schemas.openxmlformats.org/officeDocument/2006/relationships/image" Target="../media/image1005.png"/><Relationship Id="rId490" Type="http://schemas.openxmlformats.org/officeDocument/2006/relationships/customXml" Target="../ink/ink1105.xml"/><Relationship Id="rId504" Type="http://schemas.openxmlformats.org/officeDocument/2006/relationships/customXml" Target="../ink/ink1112.xml"/><Relationship Id="rId711" Type="http://schemas.openxmlformats.org/officeDocument/2006/relationships/image" Target="../media/image1219.png"/><Relationship Id="rId78" Type="http://schemas.openxmlformats.org/officeDocument/2006/relationships/customXml" Target="../ink/ink899.xml"/><Relationship Id="rId143" Type="http://schemas.openxmlformats.org/officeDocument/2006/relationships/image" Target="../media/image935.png"/><Relationship Id="rId350" Type="http://schemas.openxmlformats.org/officeDocument/2006/relationships/customXml" Target="../ink/ink1035.xml"/><Relationship Id="rId588" Type="http://schemas.openxmlformats.org/officeDocument/2006/relationships/customXml" Target="../ink/ink1154.xml"/><Relationship Id="rId9" Type="http://schemas.openxmlformats.org/officeDocument/2006/relationships/image" Target="../media/image868.png"/><Relationship Id="rId210" Type="http://schemas.openxmlformats.org/officeDocument/2006/relationships/customXml" Target="../ink/ink965.xml"/><Relationship Id="rId448" Type="http://schemas.openxmlformats.org/officeDocument/2006/relationships/customXml" Target="../ink/ink1084.xml"/><Relationship Id="rId655" Type="http://schemas.openxmlformats.org/officeDocument/2006/relationships/image" Target="../media/image1191.png"/><Relationship Id="rId294" Type="http://schemas.openxmlformats.org/officeDocument/2006/relationships/customXml" Target="../ink/ink1007.xml"/><Relationship Id="rId308" Type="http://schemas.openxmlformats.org/officeDocument/2006/relationships/customXml" Target="../ink/ink1014.xml"/><Relationship Id="rId515" Type="http://schemas.openxmlformats.org/officeDocument/2006/relationships/image" Target="../media/image1121.png"/><Relationship Id="rId722" Type="http://schemas.openxmlformats.org/officeDocument/2006/relationships/customXml" Target="../ink/ink1221.xml"/><Relationship Id="rId89" Type="http://schemas.openxmlformats.org/officeDocument/2006/relationships/image" Target="../media/image908.png"/><Relationship Id="rId154" Type="http://schemas.openxmlformats.org/officeDocument/2006/relationships/customXml" Target="../ink/ink937.xml"/><Relationship Id="rId361" Type="http://schemas.openxmlformats.org/officeDocument/2006/relationships/image" Target="../media/image1044.png"/><Relationship Id="rId599" Type="http://schemas.openxmlformats.org/officeDocument/2006/relationships/image" Target="../media/image1163.png"/><Relationship Id="rId459" Type="http://schemas.openxmlformats.org/officeDocument/2006/relationships/image" Target="../media/image1093.png"/><Relationship Id="rId666" Type="http://schemas.openxmlformats.org/officeDocument/2006/relationships/customXml" Target="../ink/ink1193.xml"/><Relationship Id="rId16" Type="http://schemas.openxmlformats.org/officeDocument/2006/relationships/customXml" Target="../ink/ink868.xml"/><Relationship Id="rId221" Type="http://schemas.openxmlformats.org/officeDocument/2006/relationships/image" Target="../media/image974.png"/><Relationship Id="rId319" Type="http://schemas.openxmlformats.org/officeDocument/2006/relationships/image" Target="../media/image1023.png"/><Relationship Id="rId526" Type="http://schemas.openxmlformats.org/officeDocument/2006/relationships/customXml" Target="../ink/ink1123.xml"/><Relationship Id="rId733" Type="http://schemas.openxmlformats.org/officeDocument/2006/relationships/image" Target="../media/image1230.png"/><Relationship Id="rId165" Type="http://schemas.openxmlformats.org/officeDocument/2006/relationships/image" Target="../media/image946.png"/><Relationship Id="rId372" Type="http://schemas.openxmlformats.org/officeDocument/2006/relationships/customXml" Target="../ink/ink1046.xml"/><Relationship Id="rId677" Type="http://schemas.openxmlformats.org/officeDocument/2006/relationships/image" Target="../media/image1202.png"/><Relationship Id="rId232" Type="http://schemas.openxmlformats.org/officeDocument/2006/relationships/customXml" Target="../ink/ink976.xml"/><Relationship Id="rId27" Type="http://schemas.openxmlformats.org/officeDocument/2006/relationships/image" Target="../media/image877.png"/><Relationship Id="rId537" Type="http://schemas.openxmlformats.org/officeDocument/2006/relationships/image" Target="../media/image1132.png"/><Relationship Id="rId80" Type="http://schemas.openxmlformats.org/officeDocument/2006/relationships/customXml" Target="../ink/ink900.xml"/><Relationship Id="rId176" Type="http://schemas.openxmlformats.org/officeDocument/2006/relationships/customXml" Target="../ink/ink948.xml"/><Relationship Id="rId383" Type="http://schemas.openxmlformats.org/officeDocument/2006/relationships/image" Target="../media/image1055.png"/><Relationship Id="rId590" Type="http://schemas.openxmlformats.org/officeDocument/2006/relationships/customXml" Target="../ink/ink1155.xml"/><Relationship Id="rId604" Type="http://schemas.openxmlformats.org/officeDocument/2006/relationships/customXml" Target="../ink/ink1162.xml"/><Relationship Id="rId243" Type="http://schemas.openxmlformats.org/officeDocument/2006/relationships/image" Target="../media/image985.png"/><Relationship Id="rId450" Type="http://schemas.openxmlformats.org/officeDocument/2006/relationships/customXml" Target="../ink/ink1085.xml"/><Relationship Id="rId688" Type="http://schemas.openxmlformats.org/officeDocument/2006/relationships/customXml" Target="../ink/ink1204.xml"/><Relationship Id="rId38" Type="http://schemas.openxmlformats.org/officeDocument/2006/relationships/customXml" Target="../ink/ink879.xml"/><Relationship Id="rId103" Type="http://schemas.openxmlformats.org/officeDocument/2006/relationships/image" Target="../media/image915.png"/><Relationship Id="rId310" Type="http://schemas.openxmlformats.org/officeDocument/2006/relationships/customXml" Target="../ink/ink1015.xml"/><Relationship Id="rId548" Type="http://schemas.openxmlformats.org/officeDocument/2006/relationships/customXml" Target="../ink/ink1134.xml"/><Relationship Id="rId91" Type="http://schemas.openxmlformats.org/officeDocument/2006/relationships/image" Target="../media/image909.png"/><Relationship Id="rId187" Type="http://schemas.openxmlformats.org/officeDocument/2006/relationships/image" Target="../media/image957.png"/><Relationship Id="rId394" Type="http://schemas.openxmlformats.org/officeDocument/2006/relationships/customXml" Target="../ink/ink1057.xml"/><Relationship Id="rId408" Type="http://schemas.openxmlformats.org/officeDocument/2006/relationships/customXml" Target="../ink/ink1064.xml"/><Relationship Id="rId615" Type="http://schemas.openxmlformats.org/officeDocument/2006/relationships/image" Target="../media/image1171.png"/><Relationship Id="rId254" Type="http://schemas.openxmlformats.org/officeDocument/2006/relationships/customXml" Target="../ink/ink987.xml"/><Relationship Id="rId699" Type="http://schemas.openxmlformats.org/officeDocument/2006/relationships/image" Target="../media/image1213.png"/><Relationship Id="rId49" Type="http://schemas.openxmlformats.org/officeDocument/2006/relationships/image" Target="../media/image888.png"/><Relationship Id="rId114" Type="http://schemas.openxmlformats.org/officeDocument/2006/relationships/customXml" Target="../ink/ink917.xml"/><Relationship Id="rId461" Type="http://schemas.openxmlformats.org/officeDocument/2006/relationships/image" Target="../media/image1094.png"/><Relationship Id="rId559" Type="http://schemas.openxmlformats.org/officeDocument/2006/relationships/image" Target="../media/image1143.png"/><Relationship Id="rId198" Type="http://schemas.openxmlformats.org/officeDocument/2006/relationships/customXml" Target="../ink/ink959.xml"/><Relationship Id="rId321" Type="http://schemas.openxmlformats.org/officeDocument/2006/relationships/image" Target="../media/image1024.png"/><Relationship Id="rId419" Type="http://schemas.openxmlformats.org/officeDocument/2006/relationships/image" Target="../media/image1073.png"/><Relationship Id="rId626" Type="http://schemas.openxmlformats.org/officeDocument/2006/relationships/customXml" Target="../ink/ink1173.xml"/><Relationship Id="rId265" Type="http://schemas.openxmlformats.org/officeDocument/2006/relationships/image" Target="../media/image996.png"/><Relationship Id="rId472" Type="http://schemas.openxmlformats.org/officeDocument/2006/relationships/customXml" Target="../ink/ink1096.xml"/><Relationship Id="rId125" Type="http://schemas.openxmlformats.org/officeDocument/2006/relationships/image" Target="../media/image926.png"/><Relationship Id="rId332" Type="http://schemas.openxmlformats.org/officeDocument/2006/relationships/customXml" Target="../ink/ink1026.xml"/><Relationship Id="rId637" Type="http://schemas.openxmlformats.org/officeDocument/2006/relationships/image" Target="../media/image1182.png"/><Relationship Id="rId276" Type="http://schemas.openxmlformats.org/officeDocument/2006/relationships/customXml" Target="../ink/ink998.xml"/><Relationship Id="rId483" Type="http://schemas.openxmlformats.org/officeDocument/2006/relationships/image" Target="../media/image1105.png"/><Relationship Id="rId690" Type="http://schemas.openxmlformats.org/officeDocument/2006/relationships/customXml" Target="../ink/ink1205.xml"/><Relationship Id="rId704" Type="http://schemas.openxmlformats.org/officeDocument/2006/relationships/customXml" Target="../ink/ink1212.xml"/><Relationship Id="rId40" Type="http://schemas.openxmlformats.org/officeDocument/2006/relationships/customXml" Target="../ink/ink880.xml"/><Relationship Id="rId136" Type="http://schemas.openxmlformats.org/officeDocument/2006/relationships/customXml" Target="../ink/ink928.xml"/><Relationship Id="rId343" Type="http://schemas.openxmlformats.org/officeDocument/2006/relationships/image" Target="../media/image1035.png"/><Relationship Id="rId550" Type="http://schemas.openxmlformats.org/officeDocument/2006/relationships/customXml" Target="../ink/ink1135.xml"/><Relationship Id="rId203" Type="http://schemas.openxmlformats.org/officeDocument/2006/relationships/image" Target="../media/image965.png"/><Relationship Id="rId648" Type="http://schemas.openxmlformats.org/officeDocument/2006/relationships/customXml" Target="../ink/ink1184.xml"/><Relationship Id="rId287" Type="http://schemas.openxmlformats.org/officeDocument/2006/relationships/image" Target="../media/image1007.png"/><Relationship Id="rId410" Type="http://schemas.openxmlformats.org/officeDocument/2006/relationships/customXml" Target="../ink/ink1065.xml"/><Relationship Id="rId494" Type="http://schemas.openxmlformats.org/officeDocument/2006/relationships/customXml" Target="../ink/ink1107.xml"/><Relationship Id="rId508" Type="http://schemas.openxmlformats.org/officeDocument/2006/relationships/customXml" Target="../ink/ink1114.xml"/><Relationship Id="rId715" Type="http://schemas.openxmlformats.org/officeDocument/2006/relationships/image" Target="../media/image1221.png"/><Relationship Id="rId147" Type="http://schemas.openxmlformats.org/officeDocument/2006/relationships/image" Target="../media/image937.png"/><Relationship Id="rId354" Type="http://schemas.openxmlformats.org/officeDocument/2006/relationships/customXml" Target="../ink/ink1037.xml"/><Relationship Id="rId51" Type="http://schemas.openxmlformats.org/officeDocument/2006/relationships/image" Target="../media/image889.png"/><Relationship Id="rId561" Type="http://schemas.openxmlformats.org/officeDocument/2006/relationships/image" Target="../media/image1144.png"/><Relationship Id="rId659" Type="http://schemas.openxmlformats.org/officeDocument/2006/relationships/image" Target="../media/image1193.png"/><Relationship Id="rId214" Type="http://schemas.openxmlformats.org/officeDocument/2006/relationships/customXml" Target="../ink/ink967.xml"/><Relationship Id="rId298" Type="http://schemas.openxmlformats.org/officeDocument/2006/relationships/customXml" Target="../ink/ink1009.xml"/><Relationship Id="rId421" Type="http://schemas.openxmlformats.org/officeDocument/2006/relationships/image" Target="../media/image1074.png"/><Relationship Id="rId519" Type="http://schemas.openxmlformats.org/officeDocument/2006/relationships/image" Target="../media/image1123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289.xml"/><Relationship Id="rId671" Type="http://schemas.openxmlformats.org/officeDocument/2006/relationships/customXml" Target="../ink/ink1567.xml"/><Relationship Id="rId21" Type="http://schemas.openxmlformats.org/officeDocument/2006/relationships/image" Target="../media/image1243.png"/><Relationship Id="rId324" Type="http://schemas.openxmlformats.org/officeDocument/2006/relationships/image" Target="../media/image1392.png"/><Relationship Id="rId531" Type="http://schemas.openxmlformats.org/officeDocument/2006/relationships/customXml" Target="../ink/ink1497.xml"/><Relationship Id="rId629" Type="http://schemas.openxmlformats.org/officeDocument/2006/relationships/customXml" Target="../ink/ink1546.xml"/><Relationship Id="rId170" Type="http://schemas.openxmlformats.org/officeDocument/2006/relationships/image" Target="../media/image1315.png"/><Relationship Id="rId268" Type="http://schemas.openxmlformats.org/officeDocument/2006/relationships/image" Target="../media/image1364.png"/><Relationship Id="rId475" Type="http://schemas.openxmlformats.org/officeDocument/2006/relationships/customXml" Target="../ink/ink1469.xml"/><Relationship Id="rId682" Type="http://schemas.openxmlformats.org/officeDocument/2006/relationships/image" Target="../media/image1571.png"/><Relationship Id="rId32" Type="http://schemas.openxmlformats.org/officeDocument/2006/relationships/customXml" Target="../ink/ink1246.xml"/><Relationship Id="rId128" Type="http://schemas.openxmlformats.org/officeDocument/2006/relationships/image" Target="../media/image1295.png"/><Relationship Id="rId335" Type="http://schemas.openxmlformats.org/officeDocument/2006/relationships/customXml" Target="../ink/ink1399.xml"/><Relationship Id="rId542" Type="http://schemas.openxmlformats.org/officeDocument/2006/relationships/image" Target="../media/image1501.png"/><Relationship Id="rId181" Type="http://schemas.openxmlformats.org/officeDocument/2006/relationships/customXml" Target="../ink/ink1322.xml"/><Relationship Id="rId402" Type="http://schemas.openxmlformats.org/officeDocument/2006/relationships/image" Target="../media/image1431.png"/><Relationship Id="rId279" Type="http://schemas.openxmlformats.org/officeDocument/2006/relationships/customXml" Target="../ink/ink1371.xml"/><Relationship Id="rId486" Type="http://schemas.openxmlformats.org/officeDocument/2006/relationships/image" Target="../media/image1473.png"/><Relationship Id="rId693" Type="http://schemas.openxmlformats.org/officeDocument/2006/relationships/customXml" Target="../ink/ink1578.xml"/><Relationship Id="rId707" Type="http://schemas.openxmlformats.org/officeDocument/2006/relationships/customXml" Target="../ink/ink1585.xml"/><Relationship Id="rId43" Type="http://schemas.openxmlformats.org/officeDocument/2006/relationships/image" Target="../media/image1254.png"/><Relationship Id="rId139" Type="http://schemas.openxmlformats.org/officeDocument/2006/relationships/image" Target="../media/image1300.png"/><Relationship Id="rId346" Type="http://schemas.openxmlformats.org/officeDocument/2006/relationships/image" Target="../media/image1403.png"/><Relationship Id="rId553" Type="http://schemas.openxmlformats.org/officeDocument/2006/relationships/customXml" Target="../ink/ink1508.xml"/><Relationship Id="rId192" Type="http://schemas.openxmlformats.org/officeDocument/2006/relationships/image" Target="../media/image1326.png"/><Relationship Id="rId206" Type="http://schemas.openxmlformats.org/officeDocument/2006/relationships/image" Target="../media/image1333.png"/><Relationship Id="rId413" Type="http://schemas.openxmlformats.org/officeDocument/2006/relationships/customXml" Target="../ink/ink1438.xml"/><Relationship Id="rId497" Type="http://schemas.openxmlformats.org/officeDocument/2006/relationships/customXml" Target="../ink/ink1480.xml"/><Relationship Id="rId620" Type="http://schemas.openxmlformats.org/officeDocument/2006/relationships/image" Target="../media/image1540.png"/><Relationship Id="rId718" Type="http://schemas.openxmlformats.org/officeDocument/2006/relationships/image" Target="../media/image1589.png"/><Relationship Id="rId357" Type="http://schemas.openxmlformats.org/officeDocument/2006/relationships/customXml" Target="../ink/ink1410.xml"/><Relationship Id="rId54" Type="http://schemas.openxmlformats.org/officeDocument/2006/relationships/customXml" Target="../ink/ink1257.xml"/><Relationship Id="rId217" Type="http://schemas.openxmlformats.org/officeDocument/2006/relationships/customXml" Target="../ink/ink1340.xml"/><Relationship Id="rId564" Type="http://schemas.openxmlformats.org/officeDocument/2006/relationships/image" Target="../media/image1512.png"/><Relationship Id="rId424" Type="http://schemas.openxmlformats.org/officeDocument/2006/relationships/image" Target="../media/image1442.png"/><Relationship Id="rId631" Type="http://schemas.openxmlformats.org/officeDocument/2006/relationships/customXml" Target="../ink/ink1547.xml"/><Relationship Id="rId270" Type="http://schemas.openxmlformats.org/officeDocument/2006/relationships/image" Target="../media/image1365.png"/><Relationship Id="rId65" Type="http://schemas.openxmlformats.org/officeDocument/2006/relationships/image" Target="../media/image1265.png"/><Relationship Id="rId130" Type="http://schemas.openxmlformats.org/officeDocument/2006/relationships/image" Target="../media/image1296.png"/><Relationship Id="rId368" Type="http://schemas.openxmlformats.org/officeDocument/2006/relationships/image" Target="../media/image1414.png"/><Relationship Id="rId575" Type="http://schemas.openxmlformats.org/officeDocument/2006/relationships/customXml" Target="../ink/ink1519.xml"/><Relationship Id="rId228" Type="http://schemas.openxmlformats.org/officeDocument/2006/relationships/image" Target="../media/image1344.png"/><Relationship Id="rId435" Type="http://schemas.openxmlformats.org/officeDocument/2006/relationships/customXml" Target="../ink/ink1449.xml"/><Relationship Id="rId642" Type="http://schemas.openxmlformats.org/officeDocument/2006/relationships/image" Target="../media/image1551.png"/><Relationship Id="rId281" Type="http://schemas.openxmlformats.org/officeDocument/2006/relationships/customXml" Target="../ink/ink1372.xml"/><Relationship Id="rId502" Type="http://schemas.openxmlformats.org/officeDocument/2006/relationships/image" Target="../media/image1481.png"/><Relationship Id="rId76" Type="http://schemas.openxmlformats.org/officeDocument/2006/relationships/customXml" Target="../ink/ink1268.xml"/><Relationship Id="rId141" Type="http://schemas.openxmlformats.org/officeDocument/2006/relationships/image" Target="../media/image1301.png"/><Relationship Id="rId379" Type="http://schemas.openxmlformats.org/officeDocument/2006/relationships/customXml" Target="../ink/ink1421.xml"/><Relationship Id="rId586" Type="http://schemas.openxmlformats.org/officeDocument/2006/relationships/image" Target="../media/image1523.png"/><Relationship Id="rId7" Type="http://schemas.openxmlformats.org/officeDocument/2006/relationships/image" Target="../media/image1236.png"/><Relationship Id="rId239" Type="http://schemas.openxmlformats.org/officeDocument/2006/relationships/customXml" Target="../ink/ink1351.xml"/><Relationship Id="rId446" Type="http://schemas.openxmlformats.org/officeDocument/2006/relationships/image" Target="../media/image1453.png"/><Relationship Id="rId653" Type="http://schemas.openxmlformats.org/officeDocument/2006/relationships/customXml" Target="../ink/ink1558.xml"/><Relationship Id="rId292" Type="http://schemas.openxmlformats.org/officeDocument/2006/relationships/image" Target="../media/image1376.png"/><Relationship Id="rId306" Type="http://schemas.openxmlformats.org/officeDocument/2006/relationships/image" Target="../media/image1383.png"/><Relationship Id="rId87" Type="http://schemas.openxmlformats.org/officeDocument/2006/relationships/image" Target="../media/image1276.png"/><Relationship Id="rId513" Type="http://schemas.openxmlformats.org/officeDocument/2006/relationships/customXml" Target="../ink/ink1488.xml"/><Relationship Id="rId597" Type="http://schemas.openxmlformats.org/officeDocument/2006/relationships/customXml" Target="../ink/ink1530.xml"/><Relationship Id="rId720" Type="http://schemas.openxmlformats.org/officeDocument/2006/relationships/image" Target="../media/image1590.png"/><Relationship Id="rId152" Type="http://schemas.openxmlformats.org/officeDocument/2006/relationships/customXml" Target="../ink/ink1307.xml"/><Relationship Id="rId457" Type="http://schemas.openxmlformats.org/officeDocument/2006/relationships/customXml" Target="../ink/ink1460.xml"/><Relationship Id="rId664" Type="http://schemas.openxmlformats.org/officeDocument/2006/relationships/image" Target="../media/image1562.png"/><Relationship Id="rId14" Type="http://schemas.openxmlformats.org/officeDocument/2006/relationships/customXml" Target="../ink/ink1237.xml"/><Relationship Id="rId317" Type="http://schemas.openxmlformats.org/officeDocument/2006/relationships/customXml" Target="../ink/ink1390.xml"/><Relationship Id="rId524" Type="http://schemas.openxmlformats.org/officeDocument/2006/relationships/image" Target="../media/image1492.png"/><Relationship Id="rId98" Type="http://schemas.openxmlformats.org/officeDocument/2006/relationships/image" Target="../media/image1280.png"/><Relationship Id="rId163" Type="http://schemas.openxmlformats.org/officeDocument/2006/relationships/customXml" Target="../ink/ink1313.xml"/><Relationship Id="rId370" Type="http://schemas.openxmlformats.org/officeDocument/2006/relationships/image" Target="../media/image1415.png"/><Relationship Id="rId230" Type="http://schemas.openxmlformats.org/officeDocument/2006/relationships/image" Target="../media/image1345.png"/><Relationship Id="rId468" Type="http://schemas.openxmlformats.org/officeDocument/2006/relationships/image" Target="../media/image1464.png"/><Relationship Id="rId675" Type="http://schemas.openxmlformats.org/officeDocument/2006/relationships/customXml" Target="../ink/ink1569.xml"/><Relationship Id="rId25" Type="http://schemas.openxmlformats.org/officeDocument/2006/relationships/image" Target="../media/image1245.png"/><Relationship Id="rId328" Type="http://schemas.openxmlformats.org/officeDocument/2006/relationships/image" Target="../media/image1394.png"/><Relationship Id="rId535" Type="http://schemas.openxmlformats.org/officeDocument/2006/relationships/customXml" Target="../ink/ink1499.xml"/><Relationship Id="rId174" Type="http://schemas.openxmlformats.org/officeDocument/2006/relationships/image" Target="../media/image1317.png"/><Relationship Id="rId381" Type="http://schemas.openxmlformats.org/officeDocument/2006/relationships/customXml" Target="../ink/ink1422.xml"/><Relationship Id="rId602" Type="http://schemas.openxmlformats.org/officeDocument/2006/relationships/image" Target="../media/image1531.png"/><Relationship Id="rId241" Type="http://schemas.openxmlformats.org/officeDocument/2006/relationships/customXml" Target="../ink/ink1352.xml"/><Relationship Id="rId479" Type="http://schemas.openxmlformats.org/officeDocument/2006/relationships/customXml" Target="../ink/ink1471.xml"/><Relationship Id="rId686" Type="http://schemas.openxmlformats.org/officeDocument/2006/relationships/image" Target="../media/image1573.png"/><Relationship Id="rId36" Type="http://schemas.openxmlformats.org/officeDocument/2006/relationships/customXml" Target="../ink/ink1248.xml"/><Relationship Id="rId339" Type="http://schemas.openxmlformats.org/officeDocument/2006/relationships/customXml" Target="../ink/ink1401.xml"/><Relationship Id="rId546" Type="http://schemas.openxmlformats.org/officeDocument/2006/relationships/image" Target="../media/image1503.png"/><Relationship Id="rId101" Type="http://schemas.openxmlformats.org/officeDocument/2006/relationships/customXml" Target="../ink/ink1281.xml"/><Relationship Id="rId185" Type="http://schemas.openxmlformats.org/officeDocument/2006/relationships/customXml" Target="../ink/ink1324.xml"/><Relationship Id="rId406" Type="http://schemas.openxmlformats.org/officeDocument/2006/relationships/image" Target="../media/image1433.png"/><Relationship Id="rId392" Type="http://schemas.openxmlformats.org/officeDocument/2006/relationships/image" Target="../media/image1426.png"/><Relationship Id="rId613" Type="http://schemas.openxmlformats.org/officeDocument/2006/relationships/customXml" Target="../ink/ink1538.xml"/><Relationship Id="rId697" Type="http://schemas.openxmlformats.org/officeDocument/2006/relationships/customXml" Target="../ink/ink1580.xml"/><Relationship Id="rId252" Type="http://schemas.openxmlformats.org/officeDocument/2006/relationships/image" Target="../media/image1356.png"/><Relationship Id="rId47" Type="http://schemas.openxmlformats.org/officeDocument/2006/relationships/image" Target="../media/image1256.png"/><Relationship Id="rId112" Type="http://schemas.openxmlformats.org/officeDocument/2006/relationships/image" Target="../media/image1287.png"/><Relationship Id="rId557" Type="http://schemas.openxmlformats.org/officeDocument/2006/relationships/customXml" Target="../ink/ink1510.xml"/><Relationship Id="rId196" Type="http://schemas.openxmlformats.org/officeDocument/2006/relationships/image" Target="../media/image1328.png"/><Relationship Id="rId417" Type="http://schemas.openxmlformats.org/officeDocument/2006/relationships/customXml" Target="../ink/ink1440.xml"/><Relationship Id="rId624" Type="http://schemas.openxmlformats.org/officeDocument/2006/relationships/image" Target="../media/image1542.png"/><Relationship Id="rId263" Type="http://schemas.openxmlformats.org/officeDocument/2006/relationships/customXml" Target="../ink/ink1363.xml"/><Relationship Id="rId470" Type="http://schemas.openxmlformats.org/officeDocument/2006/relationships/image" Target="../media/image1465.png"/><Relationship Id="rId58" Type="http://schemas.openxmlformats.org/officeDocument/2006/relationships/customXml" Target="../ink/ink1259.xml"/><Relationship Id="rId123" Type="http://schemas.openxmlformats.org/officeDocument/2006/relationships/customXml" Target="../ink/ink1292.xml"/><Relationship Id="rId330" Type="http://schemas.openxmlformats.org/officeDocument/2006/relationships/image" Target="../media/image1395.png"/><Relationship Id="rId568" Type="http://schemas.openxmlformats.org/officeDocument/2006/relationships/image" Target="../media/image1514.png"/><Relationship Id="rId428" Type="http://schemas.openxmlformats.org/officeDocument/2006/relationships/image" Target="../media/image1444.png"/><Relationship Id="rId635" Type="http://schemas.openxmlformats.org/officeDocument/2006/relationships/customXml" Target="../ink/ink1549.xml"/><Relationship Id="rId274" Type="http://schemas.openxmlformats.org/officeDocument/2006/relationships/image" Target="../media/image1367.png"/><Relationship Id="rId481" Type="http://schemas.openxmlformats.org/officeDocument/2006/relationships/customXml" Target="../ink/ink1472.xml"/><Relationship Id="rId702" Type="http://schemas.openxmlformats.org/officeDocument/2006/relationships/image" Target="../media/image1581.png"/><Relationship Id="rId69" Type="http://schemas.openxmlformats.org/officeDocument/2006/relationships/image" Target="../media/image1267.png"/><Relationship Id="rId134" Type="http://schemas.openxmlformats.org/officeDocument/2006/relationships/customXml" Target="../ink/ink1298.xml"/><Relationship Id="rId579" Type="http://schemas.openxmlformats.org/officeDocument/2006/relationships/customXml" Target="../ink/ink1521.xml"/><Relationship Id="rId341" Type="http://schemas.openxmlformats.org/officeDocument/2006/relationships/customXml" Target="../ink/ink1402.xml"/><Relationship Id="rId439" Type="http://schemas.openxmlformats.org/officeDocument/2006/relationships/customXml" Target="../ink/ink1451.xml"/><Relationship Id="rId646" Type="http://schemas.openxmlformats.org/officeDocument/2006/relationships/image" Target="../media/image1553.png"/><Relationship Id="rId201" Type="http://schemas.openxmlformats.org/officeDocument/2006/relationships/customXml" Target="../ink/ink1332.xml"/><Relationship Id="rId285" Type="http://schemas.openxmlformats.org/officeDocument/2006/relationships/customXml" Target="../ink/ink1374.xml"/><Relationship Id="rId506" Type="http://schemas.openxmlformats.org/officeDocument/2006/relationships/image" Target="../media/image1483.png"/><Relationship Id="rId492" Type="http://schemas.openxmlformats.org/officeDocument/2006/relationships/image" Target="../media/image1476.png"/><Relationship Id="rId713" Type="http://schemas.openxmlformats.org/officeDocument/2006/relationships/customXml" Target="../ink/ink1588.xml"/><Relationship Id="rId145" Type="http://schemas.openxmlformats.org/officeDocument/2006/relationships/image" Target="../media/image1303.png"/><Relationship Id="rId352" Type="http://schemas.openxmlformats.org/officeDocument/2006/relationships/image" Target="../media/image1406.png"/><Relationship Id="rId212" Type="http://schemas.openxmlformats.org/officeDocument/2006/relationships/image" Target="../media/image1336.png"/><Relationship Id="rId657" Type="http://schemas.openxmlformats.org/officeDocument/2006/relationships/customXml" Target="../ink/ink1560.xml"/><Relationship Id="rId296" Type="http://schemas.openxmlformats.org/officeDocument/2006/relationships/image" Target="../media/image1378.png"/><Relationship Id="rId517" Type="http://schemas.openxmlformats.org/officeDocument/2006/relationships/customXml" Target="../ink/ink1490.xml"/><Relationship Id="rId60" Type="http://schemas.openxmlformats.org/officeDocument/2006/relationships/customXml" Target="../ink/ink1260.xml"/><Relationship Id="rId156" Type="http://schemas.openxmlformats.org/officeDocument/2006/relationships/image" Target="../media/image1308.png"/><Relationship Id="rId363" Type="http://schemas.openxmlformats.org/officeDocument/2006/relationships/customXml" Target="../ink/ink1413.xml"/><Relationship Id="rId570" Type="http://schemas.openxmlformats.org/officeDocument/2006/relationships/image" Target="../media/image1515.png"/><Relationship Id="rId223" Type="http://schemas.openxmlformats.org/officeDocument/2006/relationships/customXml" Target="../ink/ink1343.xml"/><Relationship Id="rId430" Type="http://schemas.openxmlformats.org/officeDocument/2006/relationships/image" Target="../media/image1445.png"/><Relationship Id="rId668" Type="http://schemas.openxmlformats.org/officeDocument/2006/relationships/image" Target="../media/image1564.png"/><Relationship Id="rId18" Type="http://schemas.openxmlformats.org/officeDocument/2006/relationships/customXml" Target="../ink/ink1239.xml"/><Relationship Id="rId528" Type="http://schemas.openxmlformats.org/officeDocument/2006/relationships/image" Target="../media/image1494.png"/><Relationship Id="rId167" Type="http://schemas.openxmlformats.org/officeDocument/2006/relationships/customXml" Target="../ink/ink1315.xml"/><Relationship Id="rId374" Type="http://schemas.openxmlformats.org/officeDocument/2006/relationships/image" Target="../media/image1417.png"/><Relationship Id="rId581" Type="http://schemas.openxmlformats.org/officeDocument/2006/relationships/customXml" Target="../ink/ink1522.xml"/><Relationship Id="rId71" Type="http://schemas.openxmlformats.org/officeDocument/2006/relationships/image" Target="../media/image1268.png"/><Relationship Id="rId234" Type="http://schemas.openxmlformats.org/officeDocument/2006/relationships/image" Target="../media/image1347.png"/><Relationship Id="rId679" Type="http://schemas.openxmlformats.org/officeDocument/2006/relationships/customXml" Target="../ink/ink1571.xml"/><Relationship Id="rId2" Type="http://schemas.openxmlformats.org/officeDocument/2006/relationships/customXml" Target="../ink/ink1231.xml"/><Relationship Id="rId29" Type="http://schemas.openxmlformats.org/officeDocument/2006/relationships/image" Target="../media/image1247.png"/><Relationship Id="rId441" Type="http://schemas.openxmlformats.org/officeDocument/2006/relationships/customXml" Target="../ink/ink1452.xml"/><Relationship Id="rId539" Type="http://schemas.openxmlformats.org/officeDocument/2006/relationships/customXml" Target="../ink/ink1501.xml"/><Relationship Id="rId178" Type="http://schemas.openxmlformats.org/officeDocument/2006/relationships/image" Target="../media/image1319.png"/><Relationship Id="rId301" Type="http://schemas.openxmlformats.org/officeDocument/2006/relationships/customXml" Target="../ink/ink1382.xml"/><Relationship Id="rId82" Type="http://schemas.openxmlformats.org/officeDocument/2006/relationships/customXml" Target="../ink/ink1271.xml"/><Relationship Id="rId203" Type="http://schemas.openxmlformats.org/officeDocument/2006/relationships/customXml" Target="../ink/ink1333.xml"/><Relationship Id="rId385" Type="http://schemas.openxmlformats.org/officeDocument/2006/relationships/customXml" Target="../ink/ink1424.xml"/><Relationship Id="rId592" Type="http://schemas.openxmlformats.org/officeDocument/2006/relationships/image" Target="../media/image1526.png"/><Relationship Id="rId606" Type="http://schemas.openxmlformats.org/officeDocument/2006/relationships/image" Target="../media/image1533.png"/><Relationship Id="rId648" Type="http://schemas.openxmlformats.org/officeDocument/2006/relationships/image" Target="../media/image1554.png"/><Relationship Id="rId245" Type="http://schemas.openxmlformats.org/officeDocument/2006/relationships/customXml" Target="../ink/ink1354.xml"/><Relationship Id="rId287" Type="http://schemas.openxmlformats.org/officeDocument/2006/relationships/customXml" Target="../ink/ink1375.xml"/><Relationship Id="rId410" Type="http://schemas.openxmlformats.org/officeDocument/2006/relationships/image" Target="../media/image1435.png"/><Relationship Id="rId452" Type="http://schemas.openxmlformats.org/officeDocument/2006/relationships/image" Target="../media/image1456.png"/><Relationship Id="rId494" Type="http://schemas.openxmlformats.org/officeDocument/2006/relationships/image" Target="../media/image1477.png"/><Relationship Id="rId508" Type="http://schemas.openxmlformats.org/officeDocument/2006/relationships/image" Target="../media/image1484.png"/><Relationship Id="rId715" Type="http://schemas.openxmlformats.org/officeDocument/2006/relationships/customXml" Target="../ink/ink1589.xml"/><Relationship Id="rId105" Type="http://schemas.openxmlformats.org/officeDocument/2006/relationships/customXml" Target="../ink/ink1283.xml"/><Relationship Id="rId147" Type="http://schemas.openxmlformats.org/officeDocument/2006/relationships/image" Target="../media/image1304.png"/><Relationship Id="rId312" Type="http://schemas.openxmlformats.org/officeDocument/2006/relationships/image" Target="../media/image1386.png"/><Relationship Id="rId354" Type="http://schemas.openxmlformats.org/officeDocument/2006/relationships/image" Target="../media/image1407.png"/><Relationship Id="rId51" Type="http://schemas.openxmlformats.org/officeDocument/2006/relationships/image" Target="../media/image1258.png"/><Relationship Id="rId93" Type="http://schemas.openxmlformats.org/officeDocument/2006/relationships/customXml" Target="../ink/ink1277.xml"/><Relationship Id="rId189" Type="http://schemas.openxmlformats.org/officeDocument/2006/relationships/customXml" Target="../ink/ink1326.xml"/><Relationship Id="rId396" Type="http://schemas.openxmlformats.org/officeDocument/2006/relationships/image" Target="../media/image1428.png"/><Relationship Id="rId561" Type="http://schemas.openxmlformats.org/officeDocument/2006/relationships/customXml" Target="../ink/ink1512.xml"/><Relationship Id="rId617" Type="http://schemas.openxmlformats.org/officeDocument/2006/relationships/customXml" Target="../ink/ink1540.xml"/><Relationship Id="rId659" Type="http://schemas.openxmlformats.org/officeDocument/2006/relationships/customXml" Target="../ink/ink1561.xml"/><Relationship Id="rId214" Type="http://schemas.openxmlformats.org/officeDocument/2006/relationships/image" Target="../media/image1337.png"/><Relationship Id="rId256" Type="http://schemas.openxmlformats.org/officeDocument/2006/relationships/image" Target="../media/image1358.png"/><Relationship Id="rId298" Type="http://schemas.openxmlformats.org/officeDocument/2006/relationships/image" Target="../media/image1379.png"/><Relationship Id="rId421" Type="http://schemas.openxmlformats.org/officeDocument/2006/relationships/customXml" Target="../ink/ink1442.xml"/><Relationship Id="rId463" Type="http://schemas.openxmlformats.org/officeDocument/2006/relationships/customXml" Target="../ink/ink1463.xml"/><Relationship Id="rId519" Type="http://schemas.openxmlformats.org/officeDocument/2006/relationships/customXml" Target="../ink/ink1491.xml"/><Relationship Id="rId670" Type="http://schemas.openxmlformats.org/officeDocument/2006/relationships/image" Target="../media/image1565.png"/><Relationship Id="rId116" Type="http://schemas.openxmlformats.org/officeDocument/2006/relationships/image" Target="../media/image1289.png"/><Relationship Id="rId158" Type="http://schemas.openxmlformats.org/officeDocument/2006/relationships/image" Target="../media/image1309.png"/><Relationship Id="rId323" Type="http://schemas.openxmlformats.org/officeDocument/2006/relationships/customXml" Target="../ink/ink1393.xml"/><Relationship Id="rId530" Type="http://schemas.openxmlformats.org/officeDocument/2006/relationships/image" Target="../media/image1495.png"/><Relationship Id="rId20" Type="http://schemas.openxmlformats.org/officeDocument/2006/relationships/customXml" Target="../ink/ink1240.xml"/><Relationship Id="rId62" Type="http://schemas.openxmlformats.org/officeDocument/2006/relationships/customXml" Target="../ink/ink1261.xml"/><Relationship Id="rId365" Type="http://schemas.openxmlformats.org/officeDocument/2006/relationships/customXml" Target="../ink/ink1414.xml"/><Relationship Id="rId572" Type="http://schemas.openxmlformats.org/officeDocument/2006/relationships/image" Target="../media/image1516.png"/><Relationship Id="rId628" Type="http://schemas.openxmlformats.org/officeDocument/2006/relationships/image" Target="../media/image1544.png"/><Relationship Id="rId225" Type="http://schemas.openxmlformats.org/officeDocument/2006/relationships/customXml" Target="../ink/ink1344.xml"/><Relationship Id="rId267" Type="http://schemas.openxmlformats.org/officeDocument/2006/relationships/customXml" Target="../ink/ink1365.xml"/><Relationship Id="rId432" Type="http://schemas.openxmlformats.org/officeDocument/2006/relationships/image" Target="../media/image1446.png"/><Relationship Id="rId474" Type="http://schemas.openxmlformats.org/officeDocument/2006/relationships/image" Target="../media/image1467.png"/><Relationship Id="rId127" Type="http://schemas.openxmlformats.org/officeDocument/2006/relationships/customXml" Target="../ink/ink1294.xml"/><Relationship Id="rId681" Type="http://schemas.openxmlformats.org/officeDocument/2006/relationships/customXml" Target="../ink/ink1572.xml"/><Relationship Id="rId31" Type="http://schemas.openxmlformats.org/officeDocument/2006/relationships/image" Target="../media/image1248.png"/><Relationship Id="rId73" Type="http://schemas.openxmlformats.org/officeDocument/2006/relationships/image" Target="../media/image1269.png"/><Relationship Id="rId169" Type="http://schemas.openxmlformats.org/officeDocument/2006/relationships/customXml" Target="../ink/ink1316.xml"/><Relationship Id="rId334" Type="http://schemas.openxmlformats.org/officeDocument/2006/relationships/image" Target="../media/image1397.png"/><Relationship Id="rId376" Type="http://schemas.openxmlformats.org/officeDocument/2006/relationships/image" Target="../media/image1418.png"/><Relationship Id="rId541" Type="http://schemas.openxmlformats.org/officeDocument/2006/relationships/customXml" Target="../ink/ink1502.xml"/><Relationship Id="rId583" Type="http://schemas.openxmlformats.org/officeDocument/2006/relationships/customXml" Target="../ink/ink1523.xml"/><Relationship Id="rId639" Type="http://schemas.openxmlformats.org/officeDocument/2006/relationships/customXml" Target="../ink/ink1551.xml"/><Relationship Id="rId4" Type="http://schemas.openxmlformats.org/officeDocument/2006/relationships/customXml" Target="../ink/ink1232.xml"/><Relationship Id="rId180" Type="http://schemas.openxmlformats.org/officeDocument/2006/relationships/image" Target="../media/image1320.png"/><Relationship Id="rId236" Type="http://schemas.openxmlformats.org/officeDocument/2006/relationships/image" Target="../media/image1348.png"/><Relationship Id="rId278" Type="http://schemas.openxmlformats.org/officeDocument/2006/relationships/image" Target="../media/image1369.png"/><Relationship Id="rId401" Type="http://schemas.openxmlformats.org/officeDocument/2006/relationships/customXml" Target="../ink/ink1432.xml"/><Relationship Id="rId443" Type="http://schemas.openxmlformats.org/officeDocument/2006/relationships/customXml" Target="../ink/ink1453.xml"/><Relationship Id="rId650" Type="http://schemas.openxmlformats.org/officeDocument/2006/relationships/image" Target="../media/image1555.png"/><Relationship Id="rId303" Type="http://schemas.openxmlformats.org/officeDocument/2006/relationships/customXml" Target="../ink/ink1383.xml"/><Relationship Id="rId485" Type="http://schemas.openxmlformats.org/officeDocument/2006/relationships/customXml" Target="../ink/ink1474.xml"/><Relationship Id="rId692" Type="http://schemas.openxmlformats.org/officeDocument/2006/relationships/image" Target="../media/image1576.png"/><Relationship Id="rId706" Type="http://schemas.openxmlformats.org/officeDocument/2006/relationships/image" Target="../media/image1583.png"/><Relationship Id="rId42" Type="http://schemas.openxmlformats.org/officeDocument/2006/relationships/customXml" Target="../ink/ink1251.xml"/><Relationship Id="rId84" Type="http://schemas.openxmlformats.org/officeDocument/2006/relationships/customXml" Target="../ink/ink1272.xml"/><Relationship Id="rId138" Type="http://schemas.openxmlformats.org/officeDocument/2006/relationships/customXml" Target="../ink/ink1300.xml"/><Relationship Id="rId345" Type="http://schemas.openxmlformats.org/officeDocument/2006/relationships/customXml" Target="../ink/ink1404.xml"/><Relationship Id="rId387" Type="http://schemas.openxmlformats.org/officeDocument/2006/relationships/customXml" Target="../ink/ink1425.xml"/><Relationship Id="rId510" Type="http://schemas.openxmlformats.org/officeDocument/2006/relationships/image" Target="../media/image1485.png"/><Relationship Id="rId552" Type="http://schemas.openxmlformats.org/officeDocument/2006/relationships/image" Target="../media/image1506.png"/><Relationship Id="rId594" Type="http://schemas.openxmlformats.org/officeDocument/2006/relationships/image" Target="../media/image1527.png"/><Relationship Id="rId608" Type="http://schemas.openxmlformats.org/officeDocument/2006/relationships/image" Target="../media/image1534.png"/><Relationship Id="rId191" Type="http://schemas.openxmlformats.org/officeDocument/2006/relationships/customXml" Target="../ink/ink1327.xml"/><Relationship Id="rId205" Type="http://schemas.openxmlformats.org/officeDocument/2006/relationships/customXml" Target="../ink/ink1334.xml"/><Relationship Id="rId247" Type="http://schemas.openxmlformats.org/officeDocument/2006/relationships/customXml" Target="../ink/ink1355.xml"/><Relationship Id="rId412" Type="http://schemas.openxmlformats.org/officeDocument/2006/relationships/image" Target="../media/image1436.png"/><Relationship Id="rId107" Type="http://schemas.openxmlformats.org/officeDocument/2006/relationships/customXml" Target="../ink/ink1284.xml"/><Relationship Id="rId289" Type="http://schemas.openxmlformats.org/officeDocument/2006/relationships/customXml" Target="../ink/ink1376.xml"/><Relationship Id="rId454" Type="http://schemas.openxmlformats.org/officeDocument/2006/relationships/image" Target="../media/image1457.png"/><Relationship Id="rId496" Type="http://schemas.openxmlformats.org/officeDocument/2006/relationships/image" Target="../media/image1478.png"/><Relationship Id="rId661" Type="http://schemas.openxmlformats.org/officeDocument/2006/relationships/customXml" Target="../ink/ink1562.xml"/><Relationship Id="rId717" Type="http://schemas.openxmlformats.org/officeDocument/2006/relationships/customXml" Target="../ink/ink1590.xml"/><Relationship Id="rId11" Type="http://schemas.openxmlformats.org/officeDocument/2006/relationships/image" Target="../media/image1238.png"/><Relationship Id="rId53" Type="http://schemas.openxmlformats.org/officeDocument/2006/relationships/image" Target="../media/image1259.png"/><Relationship Id="rId149" Type="http://schemas.openxmlformats.org/officeDocument/2006/relationships/image" Target="../media/image1305.png"/><Relationship Id="rId314" Type="http://schemas.openxmlformats.org/officeDocument/2006/relationships/image" Target="../media/image1387.png"/><Relationship Id="rId356" Type="http://schemas.openxmlformats.org/officeDocument/2006/relationships/image" Target="../media/image1408.png"/><Relationship Id="rId398" Type="http://schemas.openxmlformats.org/officeDocument/2006/relationships/image" Target="../media/image1429.png"/><Relationship Id="rId521" Type="http://schemas.openxmlformats.org/officeDocument/2006/relationships/customXml" Target="../ink/ink1492.xml"/><Relationship Id="rId563" Type="http://schemas.openxmlformats.org/officeDocument/2006/relationships/customXml" Target="../ink/ink1513.xml"/><Relationship Id="rId619" Type="http://schemas.openxmlformats.org/officeDocument/2006/relationships/customXml" Target="../ink/ink1541.xml"/><Relationship Id="rId95" Type="http://schemas.openxmlformats.org/officeDocument/2006/relationships/customXml" Target="../ink/ink1278.xml"/><Relationship Id="rId160" Type="http://schemas.openxmlformats.org/officeDocument/2006/relationships/image" Target="../media/image1310.png"/><Relationship Id="rId216" Type="http://schemas.openxmlformats.org/officeDocument/2006/relationships/image" Target="../media/image1338.png"/><Relationship Id="rId423" Type="http://schemas.openxmlformats.org/officeDocument/2006/relationships/customXml" Target="../ink/ink1443.xml"/><Relationship Id="rId258" Type="http://schemas.openxmlformats.org/officeDocument/2006/relationships/image" Target="../media/image1359.png"/><Relationship Id="rId465" Type="http://schemas.openxmlformats.org/officeDocument/2006/relationships/customXml" Target="../ink/ink1464.xml"/><Relationship Id="rId630" Type="http://schemas.openxmlformats.org/officeDocument/2006/relationships/image" Target="../media/image1545.png"/><Relationship Id="rId672" Type="http://schemas.openxmlformats.org/officeDocument/2006/relationships/image" Target="../media/image1566.png"/><Relationship Id="rId22" Type="http://schemas.openxmlformats.org/officeDocument/2006/relationships/customXml" Target="../ink/ink1241.xml"/><Relationship Id="rId64" Type="http://schemas.openxmlformats.org/officeDocument/2006/relationships/customXml" Target="../ink/ink1262.xml"/><Relationship Id="rId118" Type="http://schemas.openxmlformats.org/officeDocument/2006/relationships/image" Target="../media/image1290.png"/><Relationship Id="rId325" Type="http://schemas.openxmlformats.org/officeDocument/2006/relationships/customXml" Target="../ink/ink1394.xml"/><Relationship Id="rId367" Type="http://schemas.openxmlformats.org/officeDocument/2006/relationships/customXml" Target="../ink/ink1415.xml"/><Relationship Id="rId532" Type="http://schemas.openxmlformats.org/officeDocument/2006/relationships/image" Target="../media/image1496.png"/><Relationship Id="rId574" Type="http://schemas.openxmlformats.org/officeDocument/2006/relationships/image" Target="../media/image1517.png"/><Relationship Id="rId171" Type="http://schemas.openxmlformats.org/officeDocument/2006/relationships/customXml" Target="../ink/ink1317.xml"/><Relationship Id="rId227" Type="http://schemas.openxmlformats.org/officeDocument/2006/relationships/customXml" Target="../ink/ink1345.xml"/><Relationship Id="rId269" Type="http://schemas.openxmlformats.org/officeDocument/2006/relationships/customXml" Target="../ink/ink1366.xml"/><Relationship Id="rId434" Type="http://schemas.openxmlformats.org/officeDocument/2006/relationships/image" Target="../media/image1447.png"/><Relationship Id="rId476" Type="http://schemas.openxmlformats.org/officeDocument/2006/relationships/image" Target="../media/image1468.png"/><Relationship Id="rId641" Type="http://schemas.openxmlformats.org/officeDocument/2006/relationships/customXml" Target="../ink/ink1552.xml"/><Relationship Id="rId683" Type="http://schemas.openxmlformats.org/officeDocument/2006/relationships/customXml" Target="../ink/ink1573.xml"/><Relationship Id="rId33" Type="http://schemas.openxmlformats.org/officeDocument/2006/relationships/image" Target="../media/image1249.png"/><Relationship Id="rId129" Type="http://schemas.openxmlformats.org/officeDocument/2006/relationships/customXml" Target="../ink/ink1295.xml"/><Relationship Id="rId280" Type="http://schemas.openxmlformats.org/officeDocument/2006/relationships/image" Target="../media/image1370.png"/><Relationship Id="rId336" Type="http://schemas.openxmlformats.org/officeDocument/2006/relationships/image" Target="../media/image1398.png"/><Relationship Id="rId501" Type="http://schemas.openxmlformats.org/officeDocument/2006/relationships/customXml" Target="../ink/ink1482.xml"/><Relationship Id="rId543" Type="http://schemas.openxmlformats.org/officeDocument/2006/relationships/customXml" Target="../ink/ink1503.xml"/><Relationship Id="rId75" Type="http://schemas.openxmlformats.org/officeDocument/2006/relationships/image" Target="../media/image1270.png"/><Relationship Id="rId140" Type="http://schemas.openxmlformats.org/officeDocument/2006/relationships/customXml" Target="../ink/ink1301.xml"/><Relationship Id="rId182" Type="http://schemas.openxmlformats.org/officeDocument/2006/relationships/image" Target="../media/image1321.png"/><Relationship Id="rId378" Type="http://schemas.openxmlformats.org/officeDocument/2006/relationships/image" Target="../media/image1419.png"/><Relationship Id="rId403" Type="http://schemas.openxmlformats.org/officeDocument/2006/relationships/customXml" Target="../ink/ink1433.xml"/><Relationship Id="rId585" Type="http://schemas.openxmlformats.org/officeDocument/2006/relationships/customXml" Target="../ink/ink1524.xml"/><Relationship Id="rId6" Type="http://schemas.openxmlformats.org/officeDocument/2006/relationships/customXml" Target="../ink/ink1233.xml"/><Relationship Id="rId238" Type="http://schemas.openxmlformats.org/officeDocument/2006/relationships/image" Target="../media/image1349.png"/><Relationship Id="rId445" Type="http://schemas.openxmlformats.org/officeDocument/2006/relationships/customXml" Target="../ink/ink1454.xml"/><Relationship Id="rId487" Type="http://schemas.openxmlformats.org/officeDocument/2006/relationships/customXml" Target="../ink/ink1475.xml"/><Relationship Id="rId610" Type="http://schemas.openxmlformats.org/officeDocument/2006/relationships/image" Target="../media/image1535.png"/><Relationship Id="rId652" Type="http://schemas.openxmlformats.org/officeDocument/2006/relationships/image" Target="../media/image1556.png"/><Relationship Id="rId694" Type="http://schemas.openxmlformats.org/officeDocument/2006/relationships/image" Target="../media/image1577.png"/><Relationship Id="rId708" Type="http://schemas.openxmlformats.org/officeDocument/2006/relationships/image" Target="../media/image1584.png"/><Relationship Id="rId291" Type="http://schemas.openxmlformats.org/officeDocument/2006/relationships/customXml" Target="../ink/ink1377.xml"/><Relationship Id="rId305" Type="http://schemas.openxmlformats.org/officeDocument/2006/relationships/customXml" Target="../ink/ink1384.xml"/><Relationship Id="rId347" Type="http://schemas.openxmlformats.org/officeDocument/2006/relationships/customXml" Target="../ink/ink1405.xml"/><Relationship Id="rId512" Type="http://schemas.openxmlformats.org/officeDocument/2006/relationships/image" Target="../media/image1486.png"/><Relationship Id="rId44" Type="http://schemas.openxmlformats.org/officeDocument/2006/relationships/customXml" Target="../ink/ink1252.xml"/><Relationship Id="rId86" Type="http://schemas.openxmlformats.org/officeDocument/2006/relationships/customXml" Target="../ink/ink1273.xml"/><Relationship Id="rId151" Type="http://schemas.openxmlformats.org/officeDocument/2006/relationships/image" Target="../media/image1306.png"/><Relationship Id="rId389" Type="http://schemas.openxmlformats.org/officeDocument/2006/relationships/customXml" Target="../ink/ink1426.xml"/><Relationship Id="rId554" Type="http://schemas.openxmlformats.org/officeDocument/2006/relationships/image" Target="../media/image1507.png"/><Relationship Id="rId596" Type="http://schemas.openxmlformats.org/officeDocument/2006/relationships/image" Target="../media/image1528.png"/><Relationship Id="rId193" Type="http://schemas.openxmlformats.org/officeDocument/2006/relationships/customXml" Target="../ink/ink1328.xml"/><Relationship Id="rId207" Type="http://schemas.openxmlformats.org/officeDocument/2006/relationships/customXml" Target="../ink/ink1335.xml"/><Relationship Id="rId249" Type="http://schemas.openxmlformats.org/officeDocument/2006/relationships/customXml" Target="../ink/ink1356.xml"/><Relationship Id="rId414" Type="http://schemas.openxmlformats.org/officeDocument/2006/relationships/image" Target="../media/image1437.png"/><Relationship Id="rId456" Type="http://schemas.openxmlformats.org/officeDocument/2006/relationships/image" Target="../media/image1458.png"/><Relationship Id="rId498" Type="http://schemas.openxmlformats.org/officeDocument/2006/relationships/image" Target="../media/image1479.png"/><Relationship Id="rId621" Type="http://schemas.openxmlformats.org/officeDocument/2006/relationships/customXml" Target="../ink/ink1542.xml"/><Relationship Id="rId663" Type="http://schemas.openxmlformats.org/officeDocument/2006/relationships/customXml" Target="../ink/ink1563.xml"/><Relationship Id="rId13" Type="http://schemas.openxmlformats.org/officeDocument/2006/relationships/image" Target="../media/image1239.png"/><Relationship Id="rId109" Type="http://schemas.openxmlformats.org/officeDocument/2006/relationships/customXml" Target="../ink/ink1285.xml"/><Relationship Id="rId260" Type="http://schemas.openxmlformats.org/officeDocument/2006/relationships/image" Target="../media/image1360.png"/><Relationship Id="rId316" Type="http://schemas.openxmlformats.org/officeDocument/2006/relationships/image" Target="../media/image1388.png"/><Relationship Id="rId523" Type="http://schemas.openxmlformats.org/officeDocument/2006/relationships/customXml" Target="../ink/ink1493.xml"/><Relationship Id="rId719" Type="http://schemas.openxmlformats.org/officeDocument/2006/relationships/customXml" Target="../ink/ink1591.xml"/><Relationship Id="rId55" Type="http://schemas.openxmlformats.org/officeDocument/2006/relationships/image" Target="../media/image1260.png"/><Relationship Id="rId97" Type="http://schemas.openxmlformats.org/officeDocument/2006/relationships/customXml" Target="../ink/ink1279.xml"/><Relationship Id="rId120" Type="http://schemas.openxmlformats.org/officeDocument/2006/relationships/image" Target="../media/image1291.png"/><Relationship Id="rId358" Type="http://schemas.openxmlformats.org/officeDocument/2006/relationships/image" Target="../media/image1409.png"/><Relationship Id="rId565" Type="http://schemas.openxmlformats.org/officeDocument/2006/relationships/customXml" Target="../ink/ink1514.xml"/><Relationship Id="rId162" Type="http://schemas.openxmlformats.org/officeDocument/2006/relationships/image" Target="../media/image1311.png"/><Relationship Id="rId218" Type="http://schemas.openxmlformats.org/officeDocument/2006/relationships/image" Target="../media/image1339.png"/><Relationship Id="rId425" Type="http://schemas.openxmlformats.org/officeDocument/2006/relationships/customXml" Target="../ink/ink1444.xml"/><Relationship Id="rId467" Type="http://schemas.openxmlformats.org/officeDocument/2006/relationships/customXml" Target="../ink/ink1465.xml"/><Relationship Id="rId632" Type="http://schemas.openxmlformats.org/officeDocument/2006/relationships/image" Target="../media/image1546.png"/><Relationship Id="rId271" Type="http://schemas.openxmlformats.org/officeDocument/2006/relationships/customXml" Target="../ink/ink1367.xml"/><Relationship Id="rId674" Type="http://schemas.openxmlformats.org/officeDocument/2006/relationships/image" Target="../media/image1567.png"/><Relationship Id="rId24" Type="http://schemas.openxmlformats.org/officeDocument/2006/relationships/customXml" Target="../ink/ink1242.xml"/><Relationship Id="rId66" Type="http://schemas.openxmlformats.org/officeDocument/2006/relationships/customXml" Target="../ink/ink1263.xml"/><Relationship Id="rId131" Type="http://schemas.openxmlformats.org/officeDocument/2006/relationships/customXml" Target="../ink/ink1296.xml"/><Relationship Id="rId327" Type="http://schemas.openxmlformats.org/officeDocument/2006/relationships/customXml" Target="../ink/ink1395.xml"/><Relationship Id="rId369" Type="http://schemas.openxmlformats.org/officeDocument/2006/relationships/customXml" Target="../ink/ink1416.xml"/><Relationship Id="rId534" Type="http://schemas.openxmlformats.org/officeDocument/2006/relationships/image" Target="../media/image1497.png"/><Relationship Id="rId576" Type="http://schemas.openxmlformats.org/officeDocument/2006/relationships/image" Target="../media/image1518.png"/><Relationship Id="rId173" Type="http://schemas.openxmlformats.org/officeDocument/2006/relationships/customXml" Target="../ink/ink1318.xml"/><Relationship Id="rId229" Type="http://schemas.openxmlformats.org/officeDocument/2006/relationships/customXml" Target="../ink/ink1346.xml"/><Relationship Id="rId380" Type="http://schemas.openxmlformats.org/officeDocument/2006/relationships/image" Target="../media/image1420.png"/><Relationship Id="rId436" Type="http://schemas.openxmlformats.org/officeDocument/2006/relationships/image" Target="../media/image1448.png"/><Relationship Id="rId601" Type="http://schemas.openxmlformats.org/officeDocument/2006/relationships/customXml" Target="../ink/ink1532.xml"/><Relationship Id="rId643" Type="http://schemas.openxmlformats.org/officeDocument/2006/relationships/customXml" Target="../ink/ink1553.xml"/><Relationship Id="rId240" Type="http://schemas.openxmlformats.org/officeDocument/2006/relationships/image" Target="../media/image1350.png"/><Relationship Id="rId478" Type="http://schemas.openxmlformats.org/officeDocument/2006/relationships/image" Target="../media/image1469.png"/><Relationship Id="rId685" Type="http://schemas.openxmlformats.org/officeDocument/2006/relationships/customXml" Target="../ink/ink1574.xml"/><Relationship Id="rId35" Type="http://schemas.openxmlformats.org/officeDocument/2006/relationships/image" Target="../media/image1250.png"/><Relationship Id="rId77" Type="http://schemas.openxmlformats.org/officeDocument/2006/relationships/image" Target="../media/image1271.png"/><Relationship Id="rId100" Type="http://schemas.openxmlformats.org/officeDocument/2006/relationships/image" Target="../media/image1281.png"/><Relationship Id="rId282" Type="http://schemas.openxmlformats.org/officeDocument/2006/relationships/image" Target="../media/image1371.png"/><Relationship Id="rId338" Type="http://schemas.openxmlformats.org/officeDocument/2006/relationships/image" Target="../media/image1399.png"/><Relationship Id="rId503" Type="http://schemas.openxmlformats.org/officeDocument/2006/relationships/customXml" Target="../ink/ink1483.xml"/><Relationship Id="rId545" Type="http://schemas.openxmlformats.org/officeDocument/2006/relationships/customXml" Target="../ink/ink1504.xml"/><Relationship Id="rId587" Type="http://schemas.openxmlformats.org/officeDocument/2006/relationships/customXml" Target="../ink/ink1525.xml"/><Relationship Id="rId710" Type="http://schemas.openxmlformats.org/officeDocument/2006/relationships/image" Target="../media/image1585.png"/><Relationship Id="rId8" Type="http://schemas.openxmlformats.org/officeDocument/2006/relationships/customXml" Target="../ink/ink1234.xml"/><Relationship Id="rId142" Type="http://schemas.openxmlformats.org/officeDocument/2006/relationships/customXml" Target="../ink/ink1302.xml"/><Relationship Id="rId184" Type="http://schemas.openxmlformats.org/officeDocument/2006/relationships/image" Target="../media/image1322.png"/><Relationship Id="rId391" Type="http://schemas.openxmlformats.org/officeDocument/2006/relationships/customXml" Target="../ink/ink1427.xml"/><Relationship Id="rId405" Type="http://schemas.openxmlformats.org/officeDocument/2006/relationships/customXml" Target="../ink/ink1434.xml"/><Relationship Id="rId447" Type="http://schemas.openxmlformats.org/officeDocument/2006/relationships/customXml" Target="../ink/ink1455.xml"/><Relationship Id="rId612" Type="http://schemas.openxmlformats.org/officeDocument/2006/relationships/image" Target="../media/image1536.png"/><Relationship Id="rId251" Type="http://schemas.openxmlformats.org/officeDocument/2006/relationships/customXml" Target="../ink/ink1357.xml"/><Relationship Id="rId489" Type="http://schemas.openxmlformats.org/officeDocument/2006/relationships/customXml" Target="../ink/ink1476.xml"/><Relationship Id="rId654" Type="http://schemas.openxmlformats.org/officeDocument/2006/relationships/image" Target="../media/image1557.png"/><Relationship Id="rId696" Type="http://schemas.openxmlformats.org/officeDocument/2006/relationships/image" Target="../media/image1578.png"/><Relationship Id="rId46" Type="http://schemas.openxmlformats.org/officeDocument/2006/relationships/customXml" Target="../ink/ink1253.xml"/><Relationship Id="rId293" Type="http://schemas.openxmlformats.org/officeDocument/2006/relationships/customXml" Target="../ink/ink1378.xml"/><Relationship Id="rId307" Type="http://schemas.openxmlformats.org/officeDocument/2006/relationships/customXml" Target="../ink/ink1385.xml"/><Relationship Id="rId349" Type="http://schemas.openxmlformats.org/officeDocument/2006/relationships/customXml" Target="../ink/ink1406.xml"/><Relationship Id="rId514" Type="http://schemas.openxmlformats.org/officeDocument/2006/relationships/image" Target="../media/image1487.png"/><Relationship Id="rId556" Type="http://schemas.openxmlformats.org/officeDocument/2006/relationships/image" Target="../media/image1508.png"/><Relationship Id="rId721" Type="http://schemas.openxmlformats.org/officeDocument/2006/relationships/customXml" Target="../ink/ink1592.xml"/><Relationship Id="rId88" Type="http://schemas.openxmlformats.org/officeDocument/2006/relationships/customXml" Target="../ink/ink1274.xml"/><Relationship Id="rId111" Type="http://schemas.openxmlformats.org/officeDocument/2006/relationships/customXml" Target="../ink/ink1286.xml"/><Relationship Id="rId153" Type="http://schemas.openxmlformats.org/officeDocument/2006/relationships/customXml" Target="../ink/ink1308.xml"/><Relationship Id="rId195" Type="http://schemas.openxmlformats.org/officeDocument/2006/relationships/customXml" Target="../ink/ink1329.xml"/><Relationship Id="rId209" Type="http://schemas.openxmlformats.org/officeDocument/2006/relationships/customXml" Target="../ink/ink1336.xml"/><Relationship Id="rId360" Type="http://schemas.openxmlformats.org/officeDocument/2006/relationships/image" Target="../media/image1410.png"/><Relationship Id="rId416" Type="http://schemas.openxmlformats.org/officeDocument/2006/relationships/image" Target="../media/image1438.png"/><Relationship Id="rId598" Type="http://schemas.openxmlformats.org/officeDocument/2006/relationships/image" Target="../media/image1529.png"/><Relationship Id="rId220" Type="http://schemas.openxmlformats.org/officeDocument/2006/relationships/image" Target="../media/image1340.png"/><Relationship Id="rId458" Type="http://schemas.openxmlformats.org/officeDocument/2006/relationships/image" Target="../media/image1459.png"/><Relationship Id="rId623" Type="http://schemas.openxmlformats.org/officeDocument/2006/relationships/customXml" Target="../ink/ink1543.xml"/><Relationship Id="rId665" Type="http://schemas.openxmlformats.org/officeDocument/2006/relationships/customXml" Target="../ink/ink1564.xml"/><Relationship Id="rId15" Type="http://schemas.openxmlformats.org/officeDocument/2006/relationships/image" Target="../media/image1240.png"/><Relationship Id="rId57" Type="http://schemas.openxmlformats.org/officeDocument/2006/relationships/image" Target="../media/image1261.png"/><Relationship Id="rId262" Type="http://schemas.openxmlformats.org/officeDocument/2006/relationships/image" Target="../media/image1361.png"/><Relationship Id="rId318" Type="http://schemas.openxmlformats.org/officeDocument/2006/relationships/image" Target="../media/image1389.png"/><Relationship Id="rId525" Type="http://schemas.openxmlformats.org/officeDocument/2006/relationships/customXml" Target="../ink/ink1494.xml"/><Relationship Id="rId567" Type="http://schemas.openxmlformats.org/officeDocument/2006/relationships/customXml" Target="../ink/ink1515.xml"/><Relationship Id="rId99" Type="http://schemas.openxmlformats.org/officeDocument/2006/relationships/customXml" Target="../ink/ink1280.xml"/><Relationship Id="rId122" Type="http://schemas.openxmlformats.org/officeDocument/2006/relationships/image" Target="../media/image1292.png"/><Relationship Id="rId164" Type="http://schemas.openxmlformats.org/officeDocument/2006/relationships/image" Target="../media/image1312.png"/><Relationship Id="rId371" Type="http://schemas.openxmlformats.org/officeDocument/2006/relationships/customXml" Target="../ink/ink1417.xml"/><Relationship Id="rId427" Type="http://schemas.openxmlformats.org/officeDocument/2006/relationships/customXml" Target="../ink/ink1445.xml"/><Relationship Id="rId469" Type="http://schemas.openxmlformats.org/officeDocument/2006/relationships/customXml" Target="../ink/ink1466.xml"/><Relationship Id="rId634" Type="http://schemas.openxmlformats.org/officeDocument/2006/relationships/image" Target="../media/image1547.png"/><Relationship Id="rId676" Type="http://schemas.openxmlformats.org/officeDocument/2006/relationships/image" Target="../media/image1568.png"/><Relationship Id="rId26" Type="http://schemas.openxmlformats.org/officeDocument/2006/relationships/customXml" Target="../ink/ink1243.xml"/><Relationship Id="rId231" Type="http://schemas.openxmlformats.org/officeDocument/2006/relationships/customXml" Target="../ink/ink1347.xml"/><Relationship Id="rId273" Type="http://schemas.openxmlformats.org/officeDocument/2006/relationships/customXml" Target="../ink/ink1368.xml"/><Relationship Id="rId329" Type="http://schemas.openxmlformats.org/officeDocument/2006/relationships/customXml" Target="../ink/ink1396.xml"/><Relationship Id="rId480" Type="http://schemas.openxmlformats.org/officeDocument/2006/relationships/image" Target="../media/image1470.png"/><Relationship Id="rId536" Type="http://schemas.openxmlformats.org/officeDocument/2006/relationships/image" Target="../media/image1498.png"/><Relationship Id="rId701" Type="http://schemas.openxmlformats.org/officeDocument/2006/relationships/customXml" Target="../ink/ink1582.xml"/><Relationship Id="rId68" Type="http://schemas.openxmlformats.org/officeDocument/2006/relationships/customXml" Target="../ink/ink1264.xml"/><Relationship Id="rId133" Type="http://schemas.openxmlformats.org/officeDocument/2006/relationships/customXml" Target="../ink/ink1297.xml"/><Relationship Id="rId175" Type="http://schemas.openxmlformats.org/officeDocument/2006/relationships/customXml" Target="../ink/ink1319.xml"/><Relationship Id="rId340" Type="http://schemas.openxmlformats.org/officeDocument/2006/relationships/image" Target="../media/image1400.png"/><Relationship Id="rId578" Type="http://schemas.openxmlformats.org/officeDocument/2006/relationships/image" Target="../media/image1519.png"/><Relationship Id="rId200" Type="http://schemas.openxmlformats.org/officeDocument/2006/relationships/image" Target="../media/image1330.png"/><Relationship Id="rId382" Type="http://schemas.openxmlformats.org/officeDocument/2006/relationships/image" Target="../media/image1421.png"/><Relationship Id="rId438" Type="http://schemas.openxmlformats.org/officeDocument/2006/relationships/image" Target="../media/image1449.png"/><Relationship Id="rId603" Type="http://schemas.openxmlformats.org/officeDocument/2006/relationships/customXml" Target="../ink/ink1533.xml"/><Relationship Id="rId645" Type="http://schemas.openxmlformats.org/officeDocument/2006/relationships/customXml" Target="../ink/ink1554.xml"/><Relationship Id="rId687" Type="http://schemas.openxmlformats.org/officeDocument/2006/relationships/customXml" Target="../ink/ink1575.xml"/><Relationship Id="rId242" Type="http://schemas.openxmlformats.org/officeDocument/2006/relationships/image" Target="../media/image1351.png"/><Relationship Id="rId284" Type="http://schemas.openxmlformats.org/officeDocument/2006/relationships/image" Target="../media/image1372.png"/><Relationship Id="rId491" Type="http://schemas.openxmlformats.org/officeDocument/2006/relationships/customXml" Target="../ink/ink1477.xml"/><Relationship Id="rId505" Type="http://schemas.openxmlformats.org/officeDocument/2006/relationships/customXml" Target="../ink/ink1484.xml"/><Relationship Id="rId712" Type="http://schemas.openxmlformats.org/officeDocument/2006/relationships/image" Target="../media/image1586.png"/><Relationship Id="rId37" Type="http://schemas.openxmlformats.org/officeDocument/2006/relationships/image" Target="../media/image1251.png"/><Relationship Id="rId79" Type="http://schemas.openxmlformats.org/officeDocument/2006/relationships/image" Target="../media/image1272.png"/><Relationship Id="rId102" Type="http://schemas.openxmlformats.org/officeDocument/2006/relationships/image" Target="../media/image1282.png"/><Relationship Id="rId144" Type="http://schemas.openxmlformats.org/officeDocument/2006/relationships/customXml" Target="../ink/ink1303.xml"/><Relationship Id="rId547" Type="http://schemas.openxmlformats.org/officeDocument/2006/relationships/customXml" Target="../ink/ink1505.xml"/><Relationship Id="rId589" Type="http://schemas.openxmlformats.org/officeDocument/2006/relationships/customXml" Target="../ink/ink1526.xml"/><Relationship Id="rId90" Type="http://schemas.openxmlformats.org/officeDocument/2006/relationships/customXml" Target="../ink/ink1275.xml"/><Relationship Id="rId186" Type="http://schemas.openxmlformats.org/officeDocument/2006/relationships/image" Target="../media/image1323.png"/><Relationship Id="rId351" Type="http://schemas.openxmlformats.org/officeDocument/2006/relationships/customXml" Target="../ink/ink1407.xml"/><Relationship Id="rId393" Type="http://schemas.openxmlformats.org/officeDocument/2006/relationships/customXml" Target="../ink/ink1428.xml"/><Relationship Id="rId407" Type="http://schemas.openxmlformats.org/officeDocument/2006/relationships/customXml" Target="../ink/ink1435.xml"/><Relationship Id="rId449" Type="http://schemas.openxmlformats.org/officeDocument/2006/relationships/customXml" Target="../ink/ink1456.xml"/><Relationship Id="rId614" Type="http://schemas.openxmlformats.org/officeDocument/2006/relationships/image" Target="../media/image1537.png"/><Relationship Id="rId656" Type="http://schemas.openxmlformats.org/officeDocument/2006/relationships/image" Target="../media/image1558.png"/><Relationship Id="rId211" Type="http://schemas.openxmlformats.org/officeDocument/2006/relationships/customXml" Target="../ink/ink1337.xml"/><Relationship Id="rId253" Type="http://schemas.openxmlformats.org/officeDocument/2006/relationships/customXml" Target="../ink/ink1358.xml"/><Relationship Id="rId295" Type="http://schemas.openxmlformats.org/officeDocument/2006/relationships/customXml" Target="../ink/ink1379.xml"/><Relationship Id="rId309" Type="http://schemas.openxmlformats.org/officeDocument/2006/relationships/customXml" Target="../ink/ink1386.xml"/><Relationship Id="rId460" Type="http://schemas.openxmlformats.org/officeDocument/2006/relationships/image" Target="../media/image1460.png"/><Relationship Id="rId516" Type="http://schemas.openxmlformats.org/officeDocument/2006/relationships/image" Target="../media/image1488.png"/><Relationship Id="rId698" Type="http://schemas.openxmlformats.org/officeDocument/2006/relationships/image" Target="../media/image1579.png"/><Relationship Id="rId48" Type="http://schemas.openxmlformats.org/officeDocument/2006/relationships/customXml" Target="../ink/ink1254.xml"/><Relationship Id="rId113" Type="http://schemas.openxmlformats.org/officeDocument/2006/relationships/customXml" Target="../ink/ink1287.xml"/><Relationship Id="rId320" Type="http://schemas.openxmlformats.org/officeDocument/2006/relationships/image" Target="../media/image1390.png"/><Relationship Id="rId558" Type="http://schemas.openxmlformats.org/officeDocument/2006/relationships/image" Target="../media/image1509.png"/><Relationship Id="rId155" Type="http://schemas.openxmlformats.org/officeDocument/2006/relationships/customXml" Target="../ink/ink1309.xml"/><Relationship Id="rId197" Type="http://schemas.openxmlformats.org/officeDocument/2006/relationships/customXml" Target="../ink/ink1330.xml"/><Relationship Id="rId362" Type="http://schemas.openxmlformats.org/officeDocument/2006/relationships/image" Target="../media/image1411.png"/><Relationship Id="rId418" Type="http://schemas.openxmlformats.org/officeDocument/2006/relationships/image" Target="../media/image1439.png"/><Relationship Id="rId625" Type="http://schemas.openxmlformats.org/officeDocument/2006/relationships/customXml" Target="../ink/ink1544.xml"/><Relationship Id="rId222" Type="http://schemas.openxmlformats.org/officeDocument/2006/relationships/image" Target="../media/image1341.png"/><Relationship Id="rId264" Type="http://schemas.openxmlformats.org/officeDocument/2006/relationships/image" Target="../media/image1362.png"/><Relationship Id="rId471" Type="http://schemas.openxmlformats.org/officeDocument/2006/relationships/customXml" Target="../ink/ink1467.xml"/><Relationship Id="rId667" Type="http://schemas.openxmlformats.org/officeDocument/2006/relationships/customXml" Target="../ink/ink1565.xml"/><Relationship Id="rId17" Type="http://schemas.openxmlformats.org/officeDocument/2006/relationships/image" Target="../media/image1241.png"/><Relationship Id="rId59" Type="http://schemas.openxmlformats.org/officeDocument/2006/relationships/image" Target="../media/image1262.png"/><Relationship Id="rId124" Type="http://schemas.openxmlformats.org/officeDocument/2006/relationships/image" Target="../media/image1293.png"/><Relationship Id="rId527" Type="http://schemas.openxmlformats.org/officeDocument/2006/relationships/customXml" Target="../ink/ink1495.xml"/><Relationship Id="rId569" Type="http://schemas.openxmlformats.org/officeDocument/2006/relationships/customXml" Target="../ink/ink1516.xml"/><Relationship Id="rId70" Type="http://schemas.openxmlformats.org/officeDocument/2006/relationships/customXml" Target="../ink/ink1265.xml"/><Relationship Id="rId166" Type="http://schemas.openxmlformats.org/officeDocument/2006/relationships/image" Target="../media/image1313.png"/><Relationship Id="rId331" Type="http://schemas.openxmlformats.org/officeDocument/2006/relationships/customXml" Target="../ink/ink1397.xml"/><Relationship Id="rId373" Type="http://schemas.openxmlformats.org/officeDocument/2006/relationships/customXml" Target="../ink/ink1418.xml"/><Relationship Id="rId429" Type="http://schemas.openxmlformats.org/officeDocument/2006/relationships/customXml" Target="../ink/ink1446.xml"/><Relationship Id="rId580" Type="http://schemas.openxmlformats.org/officeDocument/2006/relationships/image" Target="../media/image1520.png"/><Relationship Id="rId636" Type="http://schemas.openxmlformats.org/officeDocument/2006/relationships/image" Target="../media/image1548.png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1348.xml"/><Relationship Id="rId440" Type="http://schemas.openxmlformats.org/officeDocument/2006/relationships/image" Target="../media/image1450.png"/><Relationship Id="rId678" Type="http://schemas.openxmlformats.org/officeDocument/2006/relationships/image" Target="../media/image1569.png"/><Relationship Id="rId28" Type="http://schemas.openxmlformats.org/officeDocument/2006/relationships/customXml" Target="../ink/ink1244.xml"/><Relationship Id="rId275" Type="http://schemas.openxmlformats.org/officeDocument/2006/relationships/customXml" Target="../ink/ink1369.xml"/><Relationship Id="rId300" Type="http://schemas.openxmlformats.org/officeDocument/2006/relationships/image" Target="../media/image1380.png"/><Relationship Id="rId482" Type="http://schemas.openxmlformats.org/officeDocument/2006/relationships/image" Target="../media/image1471.png"/><Relationship Id="rId538" Type="http://schemas.openxmlformats.org/officeDocument/2006/relationships/image" Target="../media/image1499.png"/><Relationship Id="rId703" Type="http://schemas.openxmlformats.org/officeDocument/2006/relationships/customXml" Target="../ink/ink1583.xml"/><Relationship Id="rId81" Type="http://schemas.openxmlformats.org/officeDocument/2006/relationships/image" Target="../media/image1273.png"/><Relationship Id="rId135" Type="http://schemas.openxmlformats.org/officeDocument/2006/relationships/image" Target="../media/image1298.png"/><Relationship Id="rId177" Type="http://schemas.openxmlformats.org/officeDocument/2006/relationships/customXml" Target="../ink/ink1320.xml"/><Relationship Id="rId342" Type="http://schemas.openxmlformats.org/officeDocument/2006/relationships/image" Target="../media/image1401.png"/><Relationship Id="rId384" Type="http://schemas.openxmlformats.org/officeDocument/2006/relationships/image" Target="../media/image1422.png"/><Relationship Id="rId591" Type="http://schemas.openxmlformats.org/officeDocument/2006/relationships/customXml" Target="../ink/ink1527.xml"/><Relationship Id="rId605" Type="http://schemas.openxmlformats.org/officeDocument/2006/relationships/customXml" Target="../ink/ink1534.xml"/><Relationship Id="rId202" Type="http://schemas.openxmlformats.org/officeDocument/2006/relationships/image" Target="../media/image1331.png"/><Relationship Id="rId244" Type="http://schemas.openxmlformats.org/officeDocument/2006/relationships/image" Target="../media/image1352.png"/><Relationship Id="rId647" Type="http://schemas.openxmlformats.org/officeDocument/2006/relationships/customXml" Target="../ink/ink1555.xml"/><Relationship Id="rId689" Type="http://schemas.openxmlformats.org/officeDocument/2006/relationships/customXml" Target="../ink/ink1576.xml"/><Relationship Id="rId39" Type="http://schemas.openxmlformats.org/officeDocument/2006/relationships/image" Target="../media/image1252.png"/><Relationship Id="rId286" Type="http://schemas.openxmlformats.org/officeDocument/2006/relationships/image" Target="../media/image1373.png"/><Relationship Id="rId451" Type="http://schemas.openxmlformats.org/officeDocument/2006/relationships/customXml" Target="../ink/ink1457.xml"/><Relationship Id="rId493" Type="http://schemas.openxmlformats.org/officeDocument/2006/relationships/customXml" Target="../ink/ink1478.xml"/><Relationship Id="rId507" Type="http://schemas.openxmlformats.org/officeDocument/2006/relationships/customXml" Target="../ink/ink1485.xml"/><Relationship Id="rId549" Type="http://schemas.openxmlformats.org/officeDocument/2006/relationships/customXml" Target="../ink/ink1506.xml"/><Relationship Id="rId714" Type="http://schemas.openxmlformats.org/officeDocument/2006/relationships/image" Target="../media/image1587.png"/><Relationship Id="rId50" Type="http://schemas.openxmlformats.org/officeDocument/2006/relationships/customXml" Target="../ink/ink1255.xml"/><Relationship Id="rId104" Type="http://schemas.openxmlformats.org/officeDocument/2006/relationships/image" Target="../media/image1283.png"/><Relationship Id="rId146" Type="http://schemas.openxmlformats.org/officeDocument/2006/relationships/customXml" Target="../ink/ink1304.xml"/><Relationship Id="rId188" Type="http://schemas.openxmlformats.org/officeDocument/2006/relationships/image" Target="../media/image1324.png"/><Relationship Id="rId311" Type="http://schemas.openxmlformats.org/officeDocument/2006/relationships/customXml" Target="../ink/ink1387.xml"/><Relationship Id="rId353" Type="http://schemas.openxmlformats.org/officeDocument/2006/relationships/customXml" Target="../ink/ink1408.xml"/><Relationship Id="rId395" Type="http://schemas.openxmlformats.org/officeDocument/2006/relationships/customXml" Target="../ink/ink1429.xml"/><Relationship Id="rId409" Type="http://schemas.openxmlformats.org/officeDocument/2006/relationships/customXml" Target="../ink/ink1436.xml"/><Relationship Id="rId560" Type="http://schemas.openxmlformats.org/officeDocument/2006/relationships/image" Target="../media/image1510.png"/><Relationship Id="rId92" Type="http://schemas.openxmlformats.org/officeDocument/2006/relationships/customXml" Target="../ink/ink1276.xml"/><Relationship Id="rId213" Type="http://schemas.openxmlformats.org/officeDocument/2006/relationships/customXml" Target="../ink/ink1338.xml"/><Relationship Id="rId420" Type="http://schemas.openxmlformats.org/officeDocument/2006/relationships/image" Target="../media/image1440.png"/><Relationship Id="rId616" Type="http://schemas.openxmlformats.org/officeDocument/2006/relationships/image" Target="../media/image1538.png"/><Relationship Id="rId658" Type="http://schemas.openxmlformats.org/officeDocument/2006/relationships/image" Target="../media/image1559.png"/><Relationship Id="rId255" Type="http://schemas.openxmlformats.org/officeDocument/2006/relationships/customXml" Target="../ink/ink1359.xml"/><Relationship Id="rId297" Type="http://schemas.openxmlformats.org/officeDocument/2006/relationships/customXml" Target="../ink/ink1380.xml"/><Relationship Id="rId462" Type="http://schemas.openxmlformats.org/officeDocument/2006/relationships/image" Target="../media/image1461.png"/><Relationship Id="rId518" Type="http://schemas.openxmlformats.org/officeDocument/2006/relationships/image" Target="../media/image1489.png"/><Relationship Id="rId115" Type="http://schemas.openxmlformats.org/officeDocument/2006/relationships/customXml" Target="../ink/ink1288.xml"/><Relationship Id="rId157" Type="http://schemas.openxmlformats.org/officeDocument/2006/relationships/customXml" Target="../ink/ink1310.xml"/><Relationship Id="rId322" Type="http://schemas.openxmlformats.org/officeDocument/2006/relationships/image" Target="../media/image1391.png"/><Relationship Id="rId364" Type="http://schemas.openxmlformats.org/officeDocument/2006/relationships/image" Target="../media/image1412.png"/><Relationship Id="rId61" Type="http://schemas.openxmlformats.org/officeDocument/2006/relationships/image" Target="../media/image1263.png"/><Relationship Id="rId199" Type="http://schemas.openxmlformats.org/officeDocument/2006/relationships/customXml" Target="../ink/ink1331.xml"/><Relationship Id="rId571" Type="http://schemas.openxmlformats.org/officeDocument/2006/relationships/customXml" Target="../ink/ink1517.xml"/><Relationship Id="rId627" Type="http://schemas.openxmlformats.org/officeDocument/2006/relationships/customXml" Target="../ink/ink1545.xml"/><Relationship Id="rId669" Type="http://schemas.openxmlformats.org/officeDocument/2006/relationships/customXml" Target="../ink/ink1566.xml"/><Relationship Id="rId19" Type="http://schemas.openxmlformats.org/officeDocument/2006/relationships/image" Target="../media/image1242.png"/><Relationship Id="rId224" Type="http://schemas.openxmlformats.org/officeDocument/2006/relationships/image" Target="../media/image1342.png"/><Relationship Id="rId266" Type="http://schemas.openxmlformats.org/officeDocument/2006/relationships/image" Target="../media/image1363.png"/><Relationship Id="rId431" Type="http://schemas.openxmlformats.org/officeDocument/2006/relationships/customXml" Target="../ink/ink1447.xml"/><Relationship Id="rId473" Type="http://schemas.openxmlformats.org/officeDocument/2006/relationships/customXml" Target="../ink/ink1468.xml"/><Relationship Id="rId529" Type="http://schemas.openxmlformats.org/officeDocument/2006/relationships/customXml" Target="../ink/ink1496.xml"/><Relationship Id="rId680" Type="http://schemas.openxmlformats.org/officeDocument/2006/relationships/image" Target="../media/image1570.png"/><Relationship Id="rId30" Type="http://schemas.openxmlformats.org/officeDocument/2006/relationships/customXml" Target="../ink/ink1245.xml"/><Relationship Id="rId126" Type="http://schemas.openxmlformats.org/officeDocument/2006/relationships/image" Target="../media/image1294.png"/><Relationship Id="rId168" Type="http://schemas.openxmlformats.org/officeDocument/2006/relationships/image" Target="../media/image1314.png"/><Relationship Id="rId333" Type="http://schemas.openxmlformats.org/officeDocument/2006/relationships/customXml" Target="../ink/ink1398.xml"/><Relationship Id="rId540" Type="http://schemas.openxmlformats.org/officeDocument/2006/relationships/image" Target="../media/image1500.png"/><Relationship Id="rId72" Type="http://schemas.openxmlformats.org/officeDocument/2006/relationships/customXml" Target="../ink/ink1266.xml"/><Relationship Id="rId375" Type="http://schemas.openxmlformats.org/officeDocument/2006/relationships/customXml" Target="../ink/ink1419.xml"/><Relationship Id="rId582" Type="http://schemas.openxmlformats.org/officeDocument/2006/relationships/image" Target="../media/image1521.png"/><Relationship Id="rId638" Type="http://schemas.openxmlformats.org/officeDocument/2006/relationships/image" Target="../media/image1549.png"/><Relationship Id="rId3" Type="http://schemas.openxmlformats.org/officeDocument/2006/relationships/image" Target="../media/image272.png"/><Relationship Id="rId235" Type="http://schemas.openxmlformats.org/officeDocument/2006/relationships/customXml" Target="../ink/ink1349.xml"/><Relationship Id="rId277" Type="http://schemas.openxmlformats.org/officeDocument/2006/relationships/customXml" Target="../ink/ink1370.xml"/><Relationship Id="rId400" Type="http://schemas.openxmlformats.org/officeDocument/2006/relationships/image" Target="../media/image1430.png"/><Relationship Id="rId442" Type="http://schemas.openxmlformats.org/officeDocument/2006/relationships/image" Target="../media/image1451.png"/><Relationship Id="rId484" Type="http://schemas.openxmlformats.org/officeDocument/2006/relationships/image" Target="../media/image1472.png"/><Relationship Id="rId705" Type="http://schemas.openxmlformats.org/officeDocument/2006/relationships/customXml" Target="../ink/ink1584.xml"/><Relationship Id="rId137" Type="http://schemas.openxmlformats.org/officeDocument/2006/relationships/image" Target="../media/image1299.png"/><Relationship Id="rId302" Type="http://schemas.openxmlformats.org/officeDocument/2006/relationships/image" Target="../media/image1381.png"/><Relationship Id="rId344" Type="http://schemas.openxmlformats.org/officeDocument/2006/relationships/image" Target="../media/image1402.png"/><Relationship Id="rId691" Type="http://schemas.openxmlformats.org/officeDocument/2006/relationships/customXml" Target="../ink/ink1577.xml"/><Relationship Id="rId41" Type="http://schemas.openxmlformats.org/officeDocument/2006/relationships/image" Target="../media/image1253.png"/><Relationship Id="rId83" Type="http://schemas.openxmlformats.org/officeDocument/2006/relationships/image" Target="../media/image1274.png"/><Relationship Id="rId179" Type="http://schemas.openxmlformats.org/officeDocument/2006/relationships/customXml" Target="../ink/ink1321.xml"/><Relationship Id="rId386" Type="http://schemas.openxmlformats.org/officeDocument/2006/relationships/image" Target="../media/image1423.png"/><Relationship Id="rId551" Type="http://schemas.openxmlformats.org/officeDocument/2006/relationships/customXml" Target="../ink/ink1507.xml"/><Relationship Id="rId593" Type="http://schemas.openxmlformats.org/officeDocument/2006/relationships/customXml" Target="../ink/ink1528.xml"/><Relationship Id="rId607" Type="http://schemas.openxmlformats.org/officeDocument/2006/relationships/customXml" Target="../ink/ink1535.xml"/><Relationship Id="rId649" Type="http://schemas.openxmlformats.org/officeDocument/2006/relationships/customXml" Target="../ink/ink1556.xml"/><Relationship Id="rId190" Type="http://schemas.openxmlformats.org/officeDocument/2006/relationships/image" Target="../media/image1325.png"/><Relationship Id="rId204" Type="http://schemas.openxmlformats.org/officeDocument/2006/relationships/image" Target="../media/image1332.png"/><Relationship Id="rId246" Type="http://schemas.openxmlformats.org/officeDocument/2006/relationships/image" Target="../media/image1353.png"/><Relationship Id="rId288" Type="http://schemas.openxmlformats.org/officeDocument/2006/relationships/image" Target="../media/image1374.png"/><Relationship Id="rId411" Type="http://schemas.openxmlformats.org/officeDocument/2006/relationships/customXml" Target="../ink/ink1437.xml"/><Relationship Id="rId453" Type="http://schemas.openxmlformats.org/officeDocument/2006/relationships/customXml" Target="../ink/ink1458.xml"/><Relationship Id="rId509" Type="http://schemas.openxmlformats.org/officeDocument/2006/relationships/customXml" Target="../ink/ink1486.xml"/><Relationship Id="rId660" Type="http://schemas.openxmlformats.org/officeDocument/2006/relationships/image" Target="../media/image1560.png"/><Relationship Id="rId106" Type="http://schemas.openxmlformats.org/officeDocument/2006/relationships/image" Target="../media/image1284.png"/><Relationship Id="rId313" Type="http://schemas.openxmlformats.org/officeDocument/2006/relationships/customXml" Target="../ink/ink1388.xml"/><Relationship Id="rId495" Type="http://schemas.openxmlformats.org/officeDocument/2006/relationships/customXml" Target="../ink/ink1479.xml"/><Relationship Id="rId716" Type="http://schemas.openxmlformats.org/officeDocument/2006/relationships/image" Target="../media/image1588.png"/><Relationship Id="rId10" Type="http://schemas.openxmlformats.org/officeDocument/2006/relationships/customXml" Target="../ink/ink1235.xml"/><Relationship Id="rId52" Type="http://schemas.openxmlformats.org/officeDocument/2006/relationships/customXml" Target="../ink/ink1256.xml"/><Relationship Id="rId94" Type="http://schemas.openxmlformats.org/officeDocument/2006/relationships/image" Target="../media/image1278.png"/><Relationship Id="rId148" Type="http://schemas.openxmlformats.org/officeDocument/2006/relationships/customXml" Target="../ink/ink1305.xml"/><Relationship Id="rId355" Type="http://schemas.openxmlformats.org/officeDocument/2006/relationships/customXml" Target="../ink/ink1409.xml"/><Relationship Id="rId397" Type="http://schemas.openxmlformats.org/officeDocument/2006/relationships/customXml" Target="../ink/ink1430.xml"/><Relationship Id="rId520" Type="http://schemas.openxmlformats.org/officeDocument/2006/relationships/image" Target="../media/image1490.png"/><Relationship Id="rId562" Type="http://schemas.openxmlformats.org/officeDocument/2006/relationships/image" Target="../media/image1511.png"/><Relationship Id="rId618" Type="http://schemas.openxmlformats.org/officeDocument/2006/relationships/image" Target="../media/image1539.png"/><Relationship Id="rId215" Type="http://schemas.openxmlformats.org/officeDocument/2006/relationships/customXml" Target="../ink/ink1339.xml"/><Relationship Id="rId257" Type="http://schemas.openxmlformats.org/officeDocument/2006/relationships/customXml" Target="../ink/ink1360.xml"/><Relationship Id="rId422" Type="http://schemas.openxmlformats.org/officeDocument/2006/relationships/image" Target="../media/image1441.png"/><Relationship Id="rId464" Type="http://schemas.openxmlformats.org/officeDocument/2006/relationships/image" Target="../media/image1462.png"/><Relationship Id="rId299" Type="http://schemas.openxmlformats.org/officeDocument/2006/relationships/customXml" Target="../ink/ink1381.xml"/><Relationship Id="rId63" Type="http://schemas.openxmlformats.org/officeDocument/2006/relationships/image" Target="../media/image1264.png"/><Relationship Id="rId159" Type="http://schemas.openxmlformats.org/officeDocument/2006/relationships/customXml" Target="../ink/ink1311.xml"/><Relationship Id="rId366" Type="http://schemas.openxmlformats.org/officeDocument/2006/relationships/image" Target="../media/image1413.png"/><Relationship Id="rId573" Type="http://schemas.openxmlformats.org/officeDocument/2006/relationships/customXml" Target="../ink/ink1518.xml"/><Relationship Id="rId226" Type="http://schemas.openxmlformats.org/officeDocument/2006/relationships/image" Target="../media/image1343.png"/><Relationship Id="rId433" Type="http://schemas.openxmlformats.org/officeDocument/2006/relationships/customXml" Target="../ink/ink1448.xml"/><Relationship Id="rId640" Type="http://schemas.openxmlformats.org/officeDocument/2006/relationships/image" Target="../media/image1550.png"/><Relationship Id="rId74" Type="http://schemas.openxmlformats.org/officeDocument/2006/relationships/customXml" Target="../ink/ink1267.xml"/><Relationship Id="rId377" Type="http://schemas.openxmlformats.org/officeDocument/2006/relationships/customXml" Target="../ink/ink1420.xml"/><Relationship Id="rId500" Type="http://schemas.openxmlformats.org/officeDocument/2006/relationships/image" Target="../media/image1480.png"/><Relationship Id="rId584" Type="http://schemas.openxmlformats.org/officeDocument/2006/relationships/image" Target="../media/image1522.png"/><Relationship Id="rId5" Type="http://schemas.openxmlformats.org/officeDocument/2006/relationships/image" Target="../media/image1235.png"/><Relationship Id="rId237" Type="http://schemas.openxmlformats.org/officeDocument/2006/relationships/customXml" Target="../ink/ink1350.xml"/><Relationship Id="rId444" Type="http://schemas.openxmlformats.org/officeDocument/2006/relationships/image" Target="../media/image1452.png"/><Relationship Id="rId651" Type="http://schemas.openxmlformats.org/officeDocument/2006/relationships/customXml" Target="../ink/ink1557.xml"/><Relationship Id="rId290" Type="http://schemas.openxmlformats.org/officeDocument/2006/relationships/image" Target="../media/image1375.png"/><Relationship Id="rId304" Type="http://schemas.openxmlformats.org/officeDocument/2006/relationships/image" Target="../media/image1382.png"/><Relationship Id="rId388" Type="http://schemas.openxmlformats.org/officeDocument/2006/relationships/image" Target="../media/image1424.png"/><Relationship Id="rId511" Type="http://schemas.openxmlformats.org/officeDocument/2006/relationships/customXml" Target="../ink/ink1487.xml"/><Relationship Id="rId609" Type="http://schemas.openxmlformats.org/officeDocument/2006/relationships/customXml" Target="../ink/ink1536.xml"/><Relationship Id="rId85" Type="http://schemas.openxmlformats.org/officeDocument/2006/relationships/image" Target="../media/image1275.png"/><Relationship Id="rId150" Type="http://schemas.openxmlformats.org/officeDocument/2006/relationships/customXml" Target="../ink/ink1306.xml"/><Relationship Id="rId595" Type="http://schemas.openxmlformats.org/officeDocument/2006/relationships/customXml" Target="../ink/ink1529.xml"/><Relationship Id="rId248" Type="http://schemas.openxmlformats.org/officeDocument/2006/relationships/image" Target="../media/image1354.png"/><Relationship Id="rId455" Type="http://schemas.openxmlformats.org/officeDocument/2006/relationships/customXml" Target="../ink/ink1459.xml"/><Relationship Id="rId662" Type="http://schemas.openxmlformats.org/officeDocument/2006/relationships/image" Target="../media/image1561.png"/><Relationship Id="rId12" Type="http://schemas.openxmlformats.org/officeDocument/2006/relationships/customXml" Target="../ink/ink1236.xml"/><Relationship Id="rId108" Type="http://schemas.openxmlformats.org/officeDocument/2006/relationships/image" Target="../media/image1285.png"/><Relationship Id="rId315" Type="http://schemas.openxmlformats.org/officeDocument/2006/relationships/customXml" Target="../ink/ink1389.xml"/><Relationship Id="rId522" Type="http://schemas.openxmlformats.org/officeDocument/2006/relationships/image" Target="../media/image1491.png"/><Relationship Id="rId96" Type="http://schemas.openxmlformats.org/officeDocument/2006/relationships/image" Target="../media/image1279.png"/><Relationship Id="rId161" Type="http://schemas.openxmlformats.org/officeDocument/2006/relationships/customXml" Target="../ink/ink1312.xml"/><Relationship Id="rId399" Type="http://schemas.openxmlformats.org/officeDocument/2006/relationships/customXml" Target="../ink/ink1431.xml"/><Relationship Id="rId259" Type="http://schemas.openxmlformats.org/officeDocument/2006/relationships/customXml" Target="../ink/ink1361.xml"/><Relationship Id="rId466" Type="http://schemas.openxmlformats.org/officeDocument/2006/relationships/image" Target="../media/image1463.png"/><Relationship Id="rId673" Type="http://schemas.openxmlformats.org/officeDocument/2006/relationships/customXml" Target="../ink/ink1568.xml"/><Relationship Id="rId23" Type="http://schemas.openxmlformats.org/officeDocument/2006/relationships/image" Target="../media/image1244.png"/><Relationship Id="rId119" Type="http://schemas.openxmlformats.org/officeDocument/2006/relationships/customXml" Target="../ink/ink1290.xml"/><Relationship Id="rId326" Type="http://schemas.openxmlformats.org/officeDocument/2006/relationships/image" Target="../media/image1393.png"/><Relationship Id="rId533" Type="http://schemas.openxmlformats.org/officeDocument/2006/relationships/customXml" Target="../ink/ink1498.xml"/><Relationship Id="rId172" Type="http://schemas.openxmlformats.org/officeDocument/2006/relationships/image" Target="../media/image1316.png"/><Relationship Id="rId477" Type="http://schemas.openxmlformats.org/officeDocument/2006/relationships/customXml" Target="../ink/ink1470.xml"/><Relationship Id="rId600" Type="http://schemas.openxmlformats.org/officeDocument/2006/relationships/image" Target="../media/image1530.png"/><Relationship Id="rId684" Type="http://schemas.openxmlformats.org/officeDocument/2006/relationships/image" Target="../media/image1572.png"/><Relationship Id="rId337" Type="http://schemas.openxmlformats.org/officeDocument/2006/relationships/customXml" Target="../ink/ink1400.xml"/><Relationship Id="rId34" Type="http://schemas.openxmlformats.org/officeDocument/2006/relationships/customXml" Target="../ink/ink1247.xml"/><Relationship Id="rId544" Type="http://schemas.openxmlformats.org/officeDocument/2006/relationships/image" Target="../media/image1502.png"/><Relationship Id="rId183" Type="http://schemas.openxmlformats.org/officeDocument/2006/relationships/customXml" Target="../ink/ink1323.xml"/><Relationship Id="rId390" Type="http://schemas.openxmlformats.org/officeDocument/2006/relationships/image" Target="../media/image1425.png"/><Relationship Id="rId404" Type="http://schemas.openxmlformats.org/officeDocument/2006/relationships/image" Target="../media/image1432.png"/><Relationship Id="rId611" Type="http://schemas.openxmlformats.org/officeDocument/2006/relationships/customXml" Target="../ink/ink1537.xml"/><Relationship Id="rId250" Type="http://schemas.openxmlformats.org/officeDocument/2006/relationships/image" Target="../media/image1355.png"/><Relationship Id="rId488" Type="http://schemas.openxmlformats.org/officeDocument/2006/relationships/image" Target="../media/image1474.png"/><Relationship Id="rId695" Type="http://schemas.openxmlformats.org/officeDocument/2006/relationships/customXml" Target="../ink/ink1579.xml"/><Relationship Id="rId709" Type="http://schemas.openxmlformats.org/officeDocument/2006/relationships/customXml" Target="../ink/ink1586.xml"/><Relationship Id="rId45" Type="http://schemas.openxmlformats.org/officeDocument/2006/relationships/image" Target="../media/image1255.png"/><Relationship Id="rId110" Type="http://schemas.openxmlformats.org/officeDocument/2006/relationships/image" Target="../media/image1286.png"/><Relationship Id="rId348" Type="http://schemas.openxmlformats.org/officeDocument/2006/relationships/image" Target="../media/image1404.png"/><Relationship Id="rId555" Type="http://schemas.openxmlformats.org/officeDocument/2006/relationships/customXml" Target="../ink/ink1509.xml"/><Relationship Id="rId194" Type="http://schemas.openxmlformats.org/officeDocument/2006/relationships/image" Target="../media/image1327.png"/><Relationship Id="rId208" Type="http://schemas.openxmlformats.org/officeDocument/2006/relationships/image" Target="../media/image1334.png"/><Relationship Id="rId415" Type="http://schemas.openxmlformats.org/officeDocument/2006/relationships/customXml" Target="../ink/ink1439.xml"/><Relationship Id="rId622" Type="http://schemas.openxmlformats.org/officeDocument/2006/relationships/image" Target="../media/image1541.png"/><Relationship Id="rId261" Type="http://schemas.openxmlformats.org/officeDocument/2006/relationships/customXml" Target="../ink/ink1362.xml"/><Relationship Id="rId499" Type="http://schemas.openxmlformats.org/officeDocument/2006/relationships/customXml" Target="../ink/ink1481.xml"/><Relationship Id="rId56" Type="http://schemas.openxmlformats.org/officeDocument/2006/relationships/customXml" Target="../ink/ink1258.xml"/><Relationship Id="rId359" Type="http://schemas.openxmlformats.org/officeDocument/2006/relationships/customXml" Target="../ink/ink1411.xml"/><Relationship Id="rId566" Type="http://schemas.openxmlformats.org/officeDocument/2006/relationships/image" Target="../media/image1513.png"/><Relationship Id="rId121" Type="http://schemas.openxmlformats.org/officeDocument/2006/relationships/customXml" Target="../ink/ink1291.xml"/><Relationship Id="rId219" Type="http://schemas.openxmlformats.org/officeDocument/2006/relationships/customXml" Target="../ink/ink1341.xml"/><Relationship Id="rId426" Type="http://schemas.openxmlformats.org/officeDocument/2006/relationships/image" Target="../media/image1443.png"/><Relationship Id="rId633" Type="http://schemas.openxmlformats.org/officeDocument/2006/relationships/customXml" Target="../ink/ink1548.xml"/><Relationship Id="rId67" Type="http://schemas.openxmlformats.org/officeDocument/2006/relationships/image" Target="../media/image1266.png"/><Relationship Id="rId272" Type="http://schemas.openxmlformats.org/officeDocument/2006/relationships/image" Target="../media/image1366.png"/><Relationship Id="rId577" Type="http://schemas.openxmlformats.org/officeDocument/2006/relationships/customXml" Target="../ink/ink1520.xml"/><Relationship Id="rId700" Type="http://schemas.openxmlformats.org/officeDocument/2006/relationships/image" Target="../media/image1580.png"/><Relationship Id="rId132" Type="http://schemas.openxmlformats.org/officeDocument/2006/relationships/image" Target="../media/image1297.png"/><Relationship Id="rId437" Type="http://schemas.openxmlformats.org/officeDocument/2006/relationships/customXml" Target="../ink/ink1450.xml"/><Relationship Id="rId644" Type="http://schemas.openxmlformats.org/officeDocument/2006/relationships/image" Target="../media/image1552.png"/><Relationship Id="rId283" Type="http://schemas.openxmlformats.org/officeDocument/2006/relationships/customXml" Target="../ink/ink1373.xml"/><Relationship Id="rId490" Type="http://schemas.openxmlformats.org/officeDocument/2006/relationships/image" Target="../media/image1475.png"/><Relationship Id="rId504" Type="http://schemas.openxmlformats.org/officeDocument/2006/relationships/image" Target="../media/image1482.png"/><Relationship Id="rId711" Type="http://schemas.openxmlformats.org/officeDocument/2006/relationships/customXml" Target="../ink/ink1587.xml"/><Relationship Id="rId78" Type="http://schemas.openxmlformats.org/officeDocument/2006/relationships/customXml" Target="../ink/ink1269.xml"/><Relationship Id="rId143" Type="http://schemas.openxmlformats.org/officeDocument/2006/relationships/image" Target="../media/image1302.png"/><Relationship Id="rId350" Type="http://schemas.openxmlformats.org/officeDocument/2006/relationships/image" Target="../media/image1405.png"/><Relationship Id="rId588" Type="http://schemas.openxmlformats.org/officeDocument/2006/relationships/image" Target="../media/image1524.png"/><Relationship Id="rId9" Type="http://schemas.openxmlformats.org/officeDocument/2006/relationships/image" Target="../media/image1237.png"/><Relationship Id="rId210" Type="http://schemas.openxmlformats.org/officeDocument/2006/relationships/image" Target="../media/image1335.png"/><Relationship Id="rId448" Type="http://schemas.openxmlformats.org/officeDocument/2006/relationships/image" Target="../media/image1454.png"/><Relationship Id="rId655" Type="http://schemas.openxmlformats.org/officeDocument/2006/relationships/customXml" Target="../ink/ink1559.xml"/><Relationship Id="rId294" Type="http://schemas.openxmlformats.org/officeDocument/2006/relationships/image" Target="../media/image1377.png"/><Relationship Id="rId308" Type="http://schemas.openxmlformats.org/officeDocument/2006/relationships/image" Target="../media/image1384.png"/><Relationship Id="rId515" Type="http://schemas.openxmlformats.org/officeDocument/2006/relationships/customXml" Target="../ink/ink1489.xml"/><Relationship Id="rId722" Type="http://schemas.openxmlformats.org/officeDocument/2006/relationships/image" Target="../media/image1591.png"/><Relationship Id="rId89" Type="http://schemas.openxmlformats.org/officeDocument/2006/relationships/image" Target="../media/image1277.png"/><Relationship Id="rId154" Type="http://schemas.openxmlformats.org/officeDocument/2006/relationships/image" Target="../media/image1307.png"/><Relationship Id="rId361" Type="http://schemas.openxmlformats.org/officeDocument/2006/relationships/customXml" Target="../ink/ink1412.xml"/><Relationship Id="rId599" Type="http://schemas.openxmlformats.org/officeDocument/2006/relationships/customXml" Target="../ink/ink1531.xml"/><Relationship Id="rId459" Type="http://schemas.openxmlformats.org/officeDocument/2006/relationships/customXml" Target="../ink/ink1461.xml"/><Relationship Id="rId666" Type="http://schemas.openxmlformats.org/officeDocument/2006/relationships/image" Target="../media/image1563.png"/><Relationship Id="rId16" Type="http://schemas.openxmlformats.org/officeDocument/2006/relationships/customXml" Target="../ink/ink1238.xml"/><Relationship Id="rId221" Type="http://schemas.openxmlformats.org/officeDocument/2006/relationships/customXml" Target="../ink/ink1342.xml"/><Relationship Id="rId319" Type="http://schemas.openxmlformats.org/officeDocument/2006/relationships/customXml" Target="../ink/ink1391.xml"/><Relationship Id="rId526" Type="http://schemas.openxmlformats.org/officeDocument/2006/relationships/image" Target="../media/image1493.png"/><Relationship Id="rId165" Type="http://schemas.openxmlformats.org/officeDocument/2006/relationships/customXml" Target="../ink/ink1314.xml"/><Relationship Id="rId372" Type="http://schemas.openxmlformats.org/officeDocument/2006/relationships/image" Target="../media/image1416.png"/><Relationship Id="rId677" Type="http://schemas.openxmlformats.org/officeDocument/2006/relationships/customXml" Target="../ink/ink1570.xml"/><Relationship Id="rId232" Type="http://schemas.openxmlformats.org/officeDocument/2006/relationships/image" Target="../media/image1346.png"/><Relationship Id="rId27" Type="http://schemas.openxmlformats.org/officeDocument/2006/relationships/image" Target="../media/image1246.png"/><Relationship Id="rId537" Type="http://schemas.openxmlformats.org/officeDocument/2006/relationships/customXml" Target="../ink/ink1500.xml"/><Relationship Id="rId80" Type="http://schemas.openxmlformats.org/officeDocument/2006/relationships/customXml" Target="../ink/ink1270.xml"/><Relationship Id="rId176" Type="http://schemas.openxmlformats.org/officeDocument/2006/relationships/image" Target="../media/image1318.png"/><Relationship Id="rId383" Type="http://schemas.openxmlformats.org/officeDocument/2006/relationships/customXml" Target="../ink/ink1423.xml"/><Relationship Id="rId590" Type="http://schemas.openxmlformats.org/officeDocument/2006/relationships/image" Target="../media/image1525.png"/><Relationship Id="rId604" Type="http://schemas.openxmlformats.org/officeDocument/2006/relationships/image" Target="../media/image1532.png"/><Relationship Id="rId243" Type="http://schemas.openxmlformats.org/officeDocument/2006/relationships/customXml" Target="../ink/ink1353.xml"/><Relationship Id="rId450" Type="http://schemas.openxmlformats.org/officeDocument/2006/relationships/image" Target="../media/image1455.png"/><Relationship Id="rId688" Type="http://schemas.openxmlformats.org/officeDocument/2006/relationships/image" Target="../media/image1574.png"/><Relationship Id="rId38" Type="http://schemas.openxmlformats.org/officeDocument/2006/relationships/customXml" Target="../ink/ink1249.xml"/><Relationship Id="rId103" Type="http://schemas.openxmlformats.org/officeDocument/2006/relationships/customXml" Target="../ink/ink1282.xml"/><Relationship Id="rId310" Type="http://schemas.openxmlformats.org/officeDocument/2006/relationships/image" Target="../media/image1385.png"/><Relationship Id="rId548" Type="http://schemas.openxmlformats.org/officeDocument/2006/relationships/image" Target="../media/image1504.png"/><Relationship Id="rId91" Type="http://schemas.openxmlformats.org/officeDocument/2006/relationships/image" Target="../media/image20.png"/><Relationship Id="rId187" Type="http://schemas.openxmlformats.org/officeDocument/2006/relationships/customXml" Target="../ink/ink1325.xml"/><Relationship Id="rId394" Type="http://schemas.openxmlformats.org/officeDocument/2006/relationships/image" Target="../media/image1427.png"/><Relationship Id="rId408" Type="http://schemas.openxmlformats.org/officeDocument/2006/relationships/image" Target="../media/image1434.png"/><Relationship Id="rId615" Type="http://schemas.openxmlformats.org/officeDocument/2006/relationships/customXml" Target="../ink/ink1539.xml"/><Relationship Id="rId254" Type="http://schemas.openxmlformats.org/officeDocument/2006/relationships/image" Target="../media/image1357.png"/><Relationship Id="rId699" Type="http://schemas.openxmlformats.org/officeDocument/2006/relationships/customXml" Target="../ink/ink1581.xml"/><Relationship Id="rId49" Type="http://schemas.openxmlformats.org/officeDocument/2006/relationships/image" Target="../media/image1257.png"/><Relationship Id="rId114" Type="http://schemas.openxmlformats.org/officeDocument/2006/relationships/image" Target="../media/image1288.png"/><Relationship Id="rId461" Type="http://schemas.openxmlformats.org/officeDocument/2006/relationships/customXml" Target="../ink/ink1462.xml"/><Relationship Id="rId559" Type="http://schemas.openxmlformats.org/officeDocument/2006/relationships/customXml" Target="../ink/ink1511.xml"/><Relationship Id="rId198" Type="http://schemas.openxmlformats.org/officeDocument/2006/relationships/image" Target="../media/image1329.png"/><Relationship Id="rId321" Type="http://schemas.openxmlformats.org/officeDocument/2006/relationships/customXml" Target="../ink/ink1392.xml"/><Relationship Id="rId419" Type="http://schemas.openxmlformats.org/officeDocument/2006/relationships/customXml" Target="../ink/ink1441.xml"/><Relationship Id="rId626" Type="http://schemas.openxmlformats.org/officeDocument/2006/relationships/image" Target="../media/image1543.png"/><Relationship Id="rId265" Type="http://schemas.openxmlformats.org/officeDocument/2006/relationships/customXml" Target="../ink/ink1364.xml"/><Relationship Id="rId472" Type="http://schemas.openxmlformats.org/officeDocument/2006/relationships/image" Target="../media/image1466.png"/><Relationship Id="rId125" Type="http://schemas.openxmlformats.org/officeDocument/2006/relationships/customXml" Target="../ink/ink1293.xml"/><Relationship Id="rId332" Type="http://schemas.openxmlformats.org/officeDocument/2006/relationships/image" Target="../media/image1396.png"/><Relationship Id="rId637" Type="http://schemas.openxmlformats.org/officeDocument/2006/relationships/customXml" Target="../ink/ink1550.xml"/><Relationship Id="rId276" Type="http://schemas.openxmlformats.org/officeDocument/2006/relationships/image" Target="../media/image1368.png"/><Relationship Id="rId483" Type="http://schemas.openxmlformats.org/officeDocument/2006/relationships/customXml" Target="../ink/ink1473.xml"/><Relationship Id="rId690" Type="http://schemas.openxmlformats.org/officeDocument/2006/relationships/image" Target="../media/image1575.png"/><Relationship Id="rId704" Type="http://schemas.openxmlformats.org/officeDocument/2006/relationships/image" Target="../media/image1582.png"/><Relationship Id="rId40" Type="http://schemas.openxmlformats.org/officeDocument/2006/relationships/customXml" Target="../ink/ink1250.xml"/><Relationship Id="rId136" Type="http://schemas.openxmlformats.org/officeDocument/2006/relationships/customXml" Target="../ink/ink1299.xml"/><Relationship Id="rId343" Type="http://schemas.openxmlformats.org/officeDocument/2006/relationships/customXml" Target="../ink/ink1403.xml"/><Relationship Id="rId550" Type="http://schemas.openxmlformats.org/officeDocument/2006/relationships/image" Target="../media/image1505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97.png"/><Relationship Id="rId18" Type="http://schemas.openxmlformats.org/officeDocument/2006/relationships/customXml" Target="../ink/ink1601.xml"/><Relationship Id="rId26" Type="http://schemas.openxmlformats.org/officeDocument/2006/relationships/customXml" Target="../ink/ink1605.xml"/><Relationship Id="rId3" Type="http://schemas.openxmlformats.org/officeDocument/2006/relationships/image" Target="../media/image1592.png"/><Relationship Id="rId21" Type="http://schemas.openxmlformats.org/officeDocument/2006/relationships/image" Target="../media/image1601.png"/><Relationship Id="rId34" Type="http://schemas.openxmlformats.org/officeDocument/2006/relationships/customXml" Target="../ink/ink1609.xml"/><Relationship Id="rId7" Type="http://schemas.openxmlformats.org/officeDocument/2006/relationships/image" Target="../media/image1594.png"/><Relationship Id="rId12" Type="http://schemas.openxmlformats.org/officeDocument/2006/relationships/customXml" Target="../ink/ink1598.xml"/><Relationship Id="rId17" Type="http://schemas.openxmlformats.org/officeDocument/2006/relationships/image" Target="../media/image1599.png"/><Relationship Id="rId25" Type="http://schemas.openxmlformats.org/officeDocument/2006/relationships/image" Target="../media/image1603.png"/><Relationship Id="rId33" Type="http://schemas.openxmlformats.org/officeDocument/2006/relationships/image" Target="../media/image1607.png"/><Relationship Id="rId2" Type="http://schemas.openxmlformats.org/officeDocument/2006/relationships/customXml" Target="../ink/ink1593.xml"/><Relationship Id="rId16" Type="http://schemas.openxmlformats.org/officeDocument/2006/relationships/customXml" Target="../ink/ink1600.xml"/><Relationship Id="rId20" Type="http://schemas.openxmlformats.org/officeDocument/2006/relationships/customXml" Target="../ink/ink1602.xml"/><Relationship Id="rId29" Type="http://schemas.openxmlformats.org/officeDocument/2006/relationships/image" Target="../media/image1605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595.xml"/><Relationship Id="rId11" Type="http://schemas.openxmlformats.org/officeDocument/2006/relationships/image" Target="../media/image1596.png"/><Relationship Id="rId24" Type="http://schemas.openxmlformats.org/officeDocument/2006/relationships/customXml" Target="../ink/ink1604.xml"/><Relationship Id="rId32" Type="http://schemas.openxmlformats.org/officeDocument/2006/relationships/customXml" Target="../ink/ink1608.xml"/><Relationship Id="rId5" Type="http://schemas.openxmlformats.org/officeDocument/2006/relationships/image" Target="../media/image1593.png"/><Relationship Id="rId15" Type="http://schemas.openxmlformats.org/officeDocument/2006/relationships/image" Target="../media/image1598.png"/><Relationship Id="rId23" Type="http://schemas.openxmlformats.org/officeDocument/2006/relationships/image" Target="../media/image1602.png"/><Relationship Id="rId28" Type="http://schemas.openxmlformats.org/officeDocument/2006/relationships/customXml" Target="../ink/ink1606.xml"/><Relationship Id="rId10" Type="http://schemas.openxmlformats.org/officeDocument/2006/relationships/customXml" Target="../ink/ink1597.xml"/><Relationship Id="rId19" Type="http://schemas.openxmlformats.org/officeDocument/2006/relationships/image" Target="../media/image1600.png"/><Relationship Id="rId31" Type="http://schemas.openxmlformats.org/officeDocument/2006/relationships/image" Target="../media/image1606.png"/><Relationship Id="rId4" Type="http://schemas.openxmlformats.org/officeDocument/2006/relationships/customXml" Target="../ink/ink1594.xml"/><Relationship Id="rId9" Type="http://schemas.openxmlformats.org/officeDocument/2006/relationships/image" Target="../media/image1595.png"/><Relationship Id="rId14" Type="http://schemas.openxmlformats.org/officeDocument/2006/relationships/customXml" Target="../ink/ink1599.xml"/><Relationship Id="rId22" Type="http://schemas.openxmlformats.org/officeDocument/2006/relationships/customXml" Target="../ink/ink1603.xml"/><Relationship Id="rId27" Type="http://schemas.openxmlformats.org/officeDocument/2006/relationships/image" Target="../media/image1604.png"/><Relationship Id="rId30" Type="http://schemas.openxmlformats.org/officeDocument/2006/relationships/customXml" Target="../ink/ink1607.xml"/><Relationship Id="rId35" Type="http://schemas.openxmlformats.org/officeDocument/2006/relationships/image" Target="../media/image1608.png"/><Relationship Id="rId8" Type="http://schemas.openxmlformats.org/officeDocument/2006/relationships/customXml" Target="../ink/ink1596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667.xml"/><Relationship Id="rId21" Type="http://schemas.openxmlformats.org/officeDocument/2006/relationships/customXml" Target="../ink/ink1619.xml"/><Relationship Id="rId42" Type="http://schemas.openxmlformats.org/officeDocument/2006/relationships/image" Target="../media/image1629.png"/><Relationship Id="rId63" Type="http://schemas.openxmlformats.org/officeDocument/2006/relationships/customXml" Target="../ink/ink1640.xml"/><Relationship Id="rId84" Type="http://schemas.openxmlformats.org/officeDocument/2006/relationships/image" Target="../media/image1650.png"/><Relationship Id="rId138" Type="http://schemas.openxmlformats.org/officeDocument/2006/relationships/image" Target="../media/image1677.png"/><Relationship Id="rId159" Type="http://schemas.openxmlformats.org/officeDocument/2006/relationships/customXml" Target="../ink/ink1688.xml"/><Relationship Id="rId170" Type="http://schemas.openxmlformats.org/officeDocument/2006/relationships/image" Target="../media/image1693.png"/><Relationship Id="rId191" Type="http://schemas.openxmlformats.org/officeDocument/2006/relationships/customXml" Target="../ink/ink1704.xml"/><Relationship Id="rId107" Type="http://schemas.openxmlformats.org/officeDocument/2006/relationships/customXml" Target="../ink/ink1662.xml"/><Relationship Id="rId11" Type="http://schemas.openxmlformats.org/officeDocument/2006/relationships/customXml" Target="../ink/ink1614.xml"/><Relationship Id="rId32" Type="http://schemas.openxmlformats.org/officeDocument/2006/relationships/image" Target="../media/image1624.png"/><Relationship Id="rId53" Type="http://schemas.openxmlformats.org/officeDocument/2006/relationships/customXml" Target="../ink/ink1635.xml"/><Relationship Id="rId74" Type="http://schemas.openxmlformats.org/officeDocument/2006/relationships/image" Target="../media/image1645.png"/><Relationship Id="rId128" Type="http://schemas.openxmlformats.org/officeDocument/2006/relationships/image" Target="../media/image1672.png"/><Relationship Id="rId149" Type="http://schemas.openxmlformats.org/officeDocument/2006/relationships/customXml" Target="../ink/ink1683.xml"/><Relationship Id="rId5" Type="http://schemas.openxmlformats.org/officeDocument/2006/relationships/customXml" Target="../ink/ink1611.xml"/><Relationship Id="rId95" Type="http://schemas.openxmlformats.org/officeDocument/2006/relationships/customXml" Target="../ink/ink1656.xml"/><Relationship Id="rId160" Type="http://schemas.openxmlformats.org/officeDocument/2006/relationships/image" Target="../media/image1688.png"/><Relationship Id="rId181" Type="http://schemas.openxmlformats.org/officeDocument/2006/relationships/customXml" Target="../ink/ink1699.xml"/><Relationship Id="rId22" Type="http://schemas.openxmlformats.org/officeDocument/2006/relationships/image" Target="../media/image1619.png"/><Relationship Id="rId43" Type="http://schemas.openxmlformats.org/officeDocument/2006/relationships/customXml" Target="../ink/ink1630.xml"/><Relationship Id="rId64" Type="http://schemas.openxmlformats.org/officeDocument/2006/relationships/image" Target="../media/image1640.png"/><Relationship Id="rId118" Type="http://schemas.openxmlformats.org/officeDocument/2006/relationships/image" Target="../media/image1667.png"/><Relationship Id="rId139" Type="http://schemas.openxmlformats.org/officeDocument/2006/relationships/customXml" Target="../ink/ink1678.xml"/><Relationship Id="rId85" Type="http://schemas.openxmlformats.org/officeDocument/2006/relationships/customXml" Target="../ink/ink1651.xml"/><Relationship Id="rId150" Type="http://schemas.openxmlformats.org/officeDocument/2006/relationships/image" Target="../media/image1683.png"/><Relationship Id="rId171" Type="http://schemas.openxmlformats.org/officeDocument/2006/relationships/customXml" Target="../ink/ink1694.xml"/><Relationship Id="rId192" Type="http://schemas.openxmlformats.org/officeDocument/2006/relationships/image" Target="../media/image1704.png"/><Relationship Id="rId12" Type="http://schemas.openxmlformats.org/officeDocument/2006/relationships/image" Target="../media/image1614.png"/><Relationship Id="rId33" Type="http://schemas.openxmlformats.org/officeDocument/2006/relationships/customXml" Target="../ink/ink1625.xml"/><Relationship Id="rId108" Type="http://schemas.openxmlformats.org/officeDocument/2006/relationships/image" Target="../media/image1662.png"/><Relationship Id="rId129" Type="http://schemas.openxmlformats.org/officeDocument/2006/relationships/customXml" Target="../ink/ink1673.xml"/><Relationship Id="rId54" Type="http://schemas.openxmlformats.org/officeDocument/2006/relationships/image" Target="../media/image1635.png"/><Relationship Id="rId75" Type="http://schemas.openxmlformats.org/officeDocument/2006/relationships/customXml" Target="../ink/ink1646.xml"/><Relationship Id="rId96" Type="http://schemas.openxmlformats.org/officeDocument/2006/relationships/image" Target="../media/image1656.png"/><Relationship Id="rId140" Type="http://schemas.openxmlformats.org/officeDocument/2006/relationships/image" Target="../media/image1678.png"/><Relationship Id="rId161" Type="http://schemas.openxmlformats.org/officeDocument/2006/relationships/customXml" Target="../ink/ink1689.xml"/><Relationship Id="rId182" Type="http://schemas.openxmlformats.org/officeDocument/2006/relationships/image" Target="../media/image1699.png"/><Relationship Id="rId6" Type="http://schemas.openxmlformats.org/officeDocument/2006/relationships/image" Target="../media/image1611.png"/><Relationship Id="rId23" Type="http://schemas.openxmlformats.org/officeDocument/2006/relationships/customXml" Target="../ink/ink1620.xml"/><Relationship Id="rId119" Type="http://schemas.openxmlformats.org/officeDocument/2006/relationships/customXml" Target="../ink/ink1668.xml"/><Relationship Id="rId44" Type="http://schemas.openxmlformats.org/officeDocument/2006/relationships/image" Target="../media/image1630.png"/><Relationship Id="rId65" Type="http://schemas.openxmlformats.org/officeDocument/2006/relationships/customXml" Target="../ink/ink1641.xml"/><Relationship Id="rId86" Type="http://schemas.openxmlformats.org/officeDocument/2006/relationships/image" Target="../media/image1651.png"/><Relationship Id="rId130" Type="http://schemas.openxmlformats.org/officeDocument/2006/relationships/image" Target="../media/image1673.png"/><Relationship Id="rId151" Type="http://schemas.openxmlformats.org/officeDocument/2006/relationships/customXml" Target="../ink/ink1684.xml"/><Relationship Id="rId172" Type="http://schemas.openxmlformats.org/officeDocument/2006/relationships/image" Target="../media/image1694.png"/><Relationship Id="rId193" Type="http://schemas.openxmlformats.org/officeDocument/2006/relationships/customXml" Target="../ink/ink1705.xml"/><Relationship Id="rId13" Type="http://schemas.openxmlformats.org/officeDocument/2006/relationships/customXml" Target="../ink/ink1615.xml"/><Relationship Id="rId109" Type="http://schemas.openxmlformats.org/officeDocument/2006/relationships/customXml" Target="../ink/ink1663.xml"/><Relationship Id="rId34" Type="http://schemas.openxmlformats.org/officeDocument/2006/relationships/image" Target="../media/image1625.png"/><Relationship Id="rId50" Type="http://schemas.openxmlformats.org/officeDocument/2006/relationships/image" Target="../media/image1633.png"/><Relationship Id="rId55" Type="http://schemas.openxmlformats.org/officeDocument/2006/relationships/customXml" Target="../ink/ink1636.xml"/><Relationship Id="rId76" Type="http://schemas.openxmlformats.org/officeDocument/2006/relationships/image" Target="../media/image1646.png"/><Relationship Id="rId97" Type="http://schemas.openxmlformats.org/officeDocument/2006/relationships/customXml" Target="../ink/ink1657.xml"/><Relationship Id="rId104" Type="http://schemas.openxmlformats.org/officeDocument/2006/relationships/image" Target="../media/image1660.png"/><Relationship Id="rId120" Type="http://schemas.openxmlformats.org/officeDocument/2006/relationships/image" Target="../media/image1668.png"/><Relationship Id="rId125" Type="http://schemas.openxmlformats.org/officeDocument/2006/relationships/customXml" Target="../ink/ink1671.xml"/><Relationship Id="rId141" Type="http://schemas.openxmlformats.org/officeDocument/2006/relationships/customXml" Target="../ink/ink1679.xml"/><Relationship Id="rId146" Type="http://schemas.openxmlformats.org/officeDocument/2006/relationships/image" Target="../media/image1681.png"/><Relationship Id="rId167" Type="http://schemas.openxmlformats.org/officeDocument/2006/relationships/customXml" Target="../ink/ink1692.xml"/><Relationship Id="rId188" Type="http://schemas.openxmlformats.org/officeDocument/2006/relationships/image" Target="../media/image1702.png"/><Relationship Id="rId7" Type="http://schemas.openxmlformats.org/officeDocument/2006/relationships/customXml" Target="../ink/ink1612.xml"/><Relationship Id="rId71" Type="http://schemas.openxmlformats.org/officeDocument/2006/relationships/customXml" Target="../ink/ink1644.xml"/><Relationship Id="rId92" Type="http://schemas.openxmlformats.org/officeDocument/2006/relationships/image" Target="../media/image1654.png"/><Relationship Id="rId162" Type="http://schemas.openxmlformats.org/officeDocument/2006/relationships/image" Target="../media/image1689.png"/><Relationship Id="rId183" Type="http://schemas.openxmlformats.org/officeDocument/2006/relationships/customXml" Target="../ink/ink1700.xml"/><Relationship Id="rId2" Type="http://schemas.openxmlformats.org/officeDocument/2006/relationships/image" Target="../media/image1609.png"/><Relationship Id="rId29" Type="http://schemas.openxmlformats.org/officeDocument/2006/relationships/customXml" Target="../ink/ink1623.xml"/><Relationship Id="rId24" Type="http://schemas.openxmlformats.org/officeDocument/2006/relationships/image" Target="../media/image1620.png"/><Relationship Id="rId40" Type="http://schemas.openxmlformats.org/officeDocument/2006/relationships/image" Target="../media/image1628.png"/><Relationship Id="rId45" Type="http://schemas.openxmlformats.org/officeDocument/2006/relationships/customXml" Target="../ink/ink1631.xml"/><Relationship Id="rId66" Type="http://schemas.openxmlformats.org/officeDocument/2006/relationships/image" Target="../media/image1641.png"/><Relationship Id="rId87" Type="http://schemas.openxmlformats.org/officeDocument/2006/relationships/customXml" Target="../ink/ink1652.xml"/><Relationship Id="rId110" Type="http://schemas.openxmlformats.org/officeDocument/2006/relationships/image" Target="../media/image1663.png"/><Relationship Id="rId115" Type="http://schemas.openxmlformats.org/officeDocument/2006/relationships/customXml" Target="../ink/ink1666.xml"/><Relationship Id="rId131" Type="http://schemas.openxmlformats.org/officeDocument/2006/relationships/customXml" Target="../ink/ink1674.xml"/><Relationship Id="rId136" Type="http://schemas.openxmlformats.org/officeDocument/2006/relationships/image" Target="../media/image1676.png"/><Relationship Id="rId157" Type="http://schemas.openxmlformats.org/officeDocument/2006/relationships/customXml" Target="../ink/ink1687.xml"/><Relationship Id="rId178" Type="http://schemas.openxmlformats.org/officeDocument/2006/relationships/image" Target="../media/image1697.png"/><Relationship Id="rId61" Type="http://schemas.openxmlformats.org/officeDocument/2006/relationships/customXml" Target="../ink/ink1639.xml"/><Relationship Id="rId82" Type="http://schemas.openxmlformats.org/officeDocument/2006/relationships/image" Target="../media/image1649.png"/><Relationship Id="rId152" Type="http://schemas.openxmlformats.org/officeDocument/2006/relationships/image" Target="../media/image1684.png"/><Relationship Id="rId173" Type="http://schemas.openxmlformats.org/officeDocument/2006/relationships/customXml" Target="../ink/ink1695.xml"/><Relationship Id="rId194" Type="http://schemas.openxmlformats.org/officeDocument/2006/relationships/image" Target="../media/image1705.png"/><Relationship Id="rId19" Type="http://schemas.openxmlformats.org/officeDocument/2006/relationships/customXml" Target="../ink/ink1618.xml"/><Relationship Id="rId14" Type="http://schemas.openxmlformats.org/officeDocument/2006/relationships/image" Target="../media/image1615.png"/><Relationship Id="rId30" Type="http://schemas.openxmlformats.org/officeDocument/2006/relationships/image" Target="../media/image1623.png"/><Relationship Id="rId35" Type="http://schemas.openxmlformats.org/officeDocument/2006/relationships/customXml" Target="../ink/ink1626.xml"/><Relationship Id="rId56" Type="http://schemas.openxmlformats.org/officeDocument/2006/relationships/image" Target="../media/image1636.png"/><Relationship Id="rId77" Type="http://schemas.openxmlformats.org/officeDocument/2006/relationships/customXml" Target="../ink/ink1647.xml"/><Relationship Id="rId100" Type="http://schemas.openxmlformats.org/officeDocument/2006/relationships/image" Target="../media/image1658.png"/><Relationship Id="rId105" Type="http://schemas.openxmlformats.org/officeDocument/2006/relationships/customXml" Target="../ink/ink1661.xml"/><Relationship Id="rId126" Type="http://schemas.openxmlformats.org/officeDocument/2006/relationships/image" Target="../media/image1671.png"/><Relationship Id="rId147" Type="http://schemas.openxmlformats.org/officeDocument/2006/relationships/customXml" Target="../ink/ink1682.xml"/><Relationship Id="rId168" Type="http://schemas.openxmlformats.org/officeDocument/2006/relationships/image" Target="../media/image1692.png"/><Relationship Id="rId8" Type="http://schemas.openxmlformats.org/officeDocument/2006/relationships/image" Target="../media/image1612.png"/><Relationship Id="rId51" Type="http://schemas.openxmlformats.org/officeDocument/2006/relationships/customXml" Target="../ink/ink1634.xml"/><Relationship Id="rId72" Type="http://schemas.openxmlformats.org/officeDocument/2006/relationships/image" Target="../media/image1644.png"/><Relationship Id="rId93" Type="http://schemas.openxmlformats.org/officeDocument/2006/relationships/customXml" Target="../ink/ink1655.xml"/><Relationship Id="rId98" Type="http://schemas.openxmlformats.org/officeDocument/2006/relationships/image" Target="../media/image1657.png"/><Relationship Id="rId121" Type="http://schemas.openxmlformats.org/officeDocument/2006/relationships/customXml" Target="../ink/ink1669.xml"/><Relationship Id="rId142" Type="http://schemas.openxmlformats.org/officeDocument/2006/relationships/image" Target="../media/image1679.png"/><Relationship Id="rId163" Type="http://schemas.openxmlformats.org/officeDocument/2006/relationships/customXml" Target="../ink/ink1690.xml"/><Relationship Id="rId184" Type="http://schemas.openxmlformats.org/officeDocument/2006/relationships/image" Target="../media/image1700.png"/><Relationship Id="rId189" Type="http://schemas.openxmlformats.org/officeDocument/2006/relationships/customXml" Target="../ink/ink1703.xml"/><Relationship Id="rId3" Type="http://schemas.openxmlformats.org/officeDocument/2006/relationships/customXml" Target="../ink/ink1610.xml"/><Relationship Id="rId25" Type="http://schemas.openxmlformats.org/officeDocument/2006/relationships/customXml" Target="../ink/ink1621.xml"/><Relationship Id="rId46" Type="http://schemas.openxmlformats.org/officeDocument/2006/relationships/image" Target="../media/image1631.png"/><Relationship Id="rId67" Type="http://schemas.openxmlformats.org/officeDocument/2006/relationships/customXml" Target="../ink/ink1642.xml"/><Relationship Id="rId116" Type="http://schemas.openxmlformats.org/officeDocument/2006/relationships/image" Target="../media/image1666.png"/><Relationship Id="rId137" Type="http://schemas.openxmlformats.org/officeDocument/2006/relationships/customXml" Target="../ink/ink1677.xml"/><Relationship Id="rId158" Type="http://schemas.openxmlformats.org/officeDocument/2006/relationships/image" Target="../media/image1687.png"/><Relationship Id="rId20" Type="http://schemas.openxmlformats.org/officeDocument/2006/relationships/image" Target="../media/image1618.png"/><Relationship Id="rId41" Type="http://schemas.openxmlformats.org/officeDocument/2006/relationships/customXml" Target="../ink/ink1629.xml"/><Relationship Id="rId62" Type="http://schemas.openxmlformats.org/officeDocument/2006/relationships/image" Target="../media/image1639.png"/><Relationship Id="rId83" Type="http://schemas.openxmlformats.org/officeDocument/2006/relationships/customXml" Target="../ink/ink1650.xml"/><Relationship Id="rId88" Type="http://schemas.openxmlformats.org/officeDocument/2006/relationships/image" Target="../media/image1652.png"/><Relationship Id="rId111" Type="http://schemas.openxmlformats.org/officeDocument/2006/relationships/customXml" Target="../ink/ink1664.xml"/><Relationship Id="rId132" Type="http://schemas.openxmlformats.org/officeDocument/2006/relationships/image" Target="../media/image1674.png"/><Relationship Id="rId153" Type="http://schemas.openxmlformats.org/officeDocument/2006/relationships/customXml" Target="../ink/ink1685.xml"/><Relationship Id="rId174" Type="http://schemas.openxmlformats.org/officeDocument/2006/relationships/image" Target="../media/image1695.png"/><Relationship Id="rId179" Type="http://schemas.openxmlformats.org/officeDocument/2006/relationships/customXml" Target="../ink/ink1698.xml"/><Relationship Id="rId195" Type="http://schemas.openxmlformats.org/officeDocument/2006/relationships/customXml" Target="../ink/ink1706.xml"/><Relationship Id="rId190" Type="http://schemas.openxmlformats.org/officeDocument/2006/relationships/image" Target="../media/image1703.png"/><Relationship Id="rId15" Type="http://schemas.openxmlformats.org/officeDocument/2006/relationships/customXml" Target="../ink/ink1616.xml"/><Relationship Id="rId36" Type="http://schemas.openxmlformats.org/officeDocument/2006/relationships/image" Target="../media/image1626.png"/><Relationship Id="rId57" Type="http://schemas.openxmlformats.org/officeDocument/2006/relationships/customXml" Target="../ink/ink1637.xml"/><Relationship Id="rId106" Type="http://schemas.openxmlformats.org/officeDocument/2006/relationships/image" Target="../media/image1661.png"/><Relationship Id="rId127" Type="http://schemas.openxmlformats.org/officeDocument/2006/relationships/customXml" Target="../ink/ink1672.xml"/><Relationship Id="rId10" Type="http://schemas.openxmlformats.org/officeDocument/2006/relationships/image" Target="../media/image1613.png"/><Relationship Id="rId31" Type="http://schemas.openxmlformats.org/officeDocument/2006/relationships/customXml" Target="../ink/ink1624.xml"/><Relationship Id="rId52" Type="http://schemas.openxmlformats.org/officeDocument/2006/relationships/image" Target="../media/image1634.png"/><Relationship Id="rId73" Type="http://schemas.openxmlformats.org/officeDocument/2006/relationships/customXml" Target="../ink/ink1645.xml"/><Relationship Id="rId78" Type="http://schemas.openxmlformats.org/officeDocument/2006/relationships/image" Target="../media/image1647.png"/><Relationship Id="rId94" Type="http://schemas.openxmlformats.org/officeDocument/2006/relationships/image" Target="../media/image1655.png"/><Relationship Id="rId99" Type="http://schemas.openxmlformats.org/officeDocument/2006/relationships/customXml" Target="../ink/ink1658.xml"/><Relationship Id="rId101" Type="http://schemas.openxmlformats.org/officeDocument/2006/relationships/customXml" Target="../ink/ink1659.xml"/><Relationship Id="rId122" Type="http://schemas.openxmlformats.org/officeDocument/2006/relationships/image" Target="../media/image1669.png"/><Relationship Id="rId143" Type="http://schemas.openxmlformats.org/officeDocument/2006/relationships/customXml" Target="../ink/ink1680.xml"/><Relationship Id="rId148" Type="http://schemas.openxmlformats.org/officeDocument/2006/relationships/image" Target="../media/image1682.png"/><Relationship Id="rId164" Type="http://schemas.openxmlformats.org/officeDocument/2006/relationships/image" Target="../media/image1690.png"/><Relationship Id="rId169" Type="http://schemas.openxmlformats.org/officeDocument/2006/relationships/customXml" Target="../ink/ink1693.xml"/><Relationship Id="rId185" Type="http://schemas.openxmlformats.org/officeDocument/2006/relationships/customXml" Target="../ink/ink1701.xml"/><Relationship Id="rId4" Type="http://schemas.openxmlformats.org/officeDocument/2006/relationships/image" Target="../media/image1610.png"/><Relationship Id="rId9" Type="http://schemas.openxmlformats.org/officeDocument/2006/relationships/customXml" Target="../ink/ink1613.xml"/><Relationship Id="rId180" Type="http://schemas.openxmlformats.org/officeDocument/2006/relationships/image" Target="../media/image1698.png"/><Relationship Id="rId26" Type="http://schemas.openxmlformats.org/officeDocument/2006/relationships/image" Target="../media/image1621.png"/><Relationship Id="rId47" Type="http://schemas.openxmlformats.org/officeDocument/2006/relationships/customXml" Target="../ink/ink1632.xml"/><Relationship Id="rId68" Type="http://schemas.openxmlformats.org/officeDocument/2006/relationships/image" Target="../media/image1642.png"/><Relationship Id="rId89" Type="http://schemas.openxmlformats.org/officeDocument/2006/relationships/customXml" Target="../ink/ink1653.xml"/><Relationship Id="rId112" Type="http://schemas.openxmlformats.org/officeDocument/2006/relationships/image" Target="../media/image1664.png"/><Relationship Id="rId133" Type="http://schemas.openxmlformats.org/officeDocument/2006/relationships/customXml" Target="../ink/ink1675.xml"/><Relationship Id="rId154" Type="http://schemas.openxmlformats.org/officeDocument/2006/relationships/image" Target="../media/image1685.png"/><Relationship Id="rId175" Type="http://schemas.openxmlformats.org/officeDocument/2006/relationships/customXml" Target="../ink/ink1696.xml"/><Relationship Id="rId196" Type="http://schemas.openxmlformats.org/officeDocument/2006/relationships/image" Target="../media/image1706.png"/><Relationship Id="rId16" Type="http://schemas.openxmlformats.org/officeDocument/2006/relationships/image" Target="../media/image1616.png"/><Relationship Id="rId37" Type="http://schemas.openxmlformats.org/officeDocument/2006/relationships/customXml" Target="../ink/ink1627.xml"/><Relationship Id="rId58" Type="http://schemas.openxmlformats.org/officeDocument/2006/relationships/image" Target="../media/image1637.png"/><Relationship Id="rId79" Type="http://schemas.openxmlformats.org/officeDocument/2006/relationships/customXml" Target="../ink/ink1648.xml"/><Relationship Id="rId102" Type="http://schemas.openxmlformats.org/officeDocument/2006/relationships/image" Target="../media/image1659.png"/><Relationship Id="rId123" Type="http://schemas.openxmlformats.org/officeDocument/2006/relationships/customXml" Target="../ink/ink1670.xml"/><Relationship Id="rId144" Type="http://schemas.openxmlformats.org/officeDocument/2006/relationships/image" Target="../media/image1680.png"/><Relationship Id="rId90" Type="http://schemas.openxmlformats.org/officeDocument/2006/relationships/image" Target="../media/image1653.png"/><Relationship Id="rId165" Type="http://schemas.openxmlformats.org/officeDocument/2006/relationships/customXml" Target="../ink/ink1691.xml"/><Relationship Id="rId186" Type="http://schemas.openxmlformats.org/officeDocument/2006/relationships/image" Target="../media/image1701.png"/><Relationship Id="rId27" Type="http://schemas.openxmlformats.org/officeDocument/2006/relationships/customXml" Target="../ink/ink1622.xml"/><Relationship Id="rId48" Type="http://schemas.openxmlformats.org/officeDocument/2006/relationships/image" Target="../media/image1632.png"/><Relationship Id="rId69" Type="http://schemas.openxmlformats.org/officeDocument/2006/relationships/customXml" Target="../ink/ink1643.xml"/><Relationship Id="rId113" Type="http://schemas.openxmlformats.org/officeDocument/2006/relationships/customXml" Target="../ink/ink1665.xml"/><Relationship Id="rId134" Type="http://schemas.openxmlformats.org/officeDocument/2006/relationships/image" Target="../media/image1675.png"/><Relationship Id="rId80" Type="http://schemas.openxmlformats.org/officeDocument/2006/relationships/image" Target="../media/image1648.png"/><Relationship Id="rId155" Type="http://schemas.openxmlformats.org/officeDocument/2006/relationships/customXml" Target="../ink/ink1686.xml"/><Relationship Id="rId176" Type="http://schemas.openxmlformats.org/officeDocument/2006/relationships/image" Target="../media/image1696.png"/><Relationship Id="rId17" Type="http://schemas.openxmlformats.org/officeDocument/2006/relationships/customXml" Target="../ink/ink1617.xml"/><Relationship Id="rId38" Type="http://schemas.openxmlformats.org/officeDocument/2006/relationships/image" Target="../media/image1627.png"/><Relationship Id="rId59" Type="http://schemas.openxmlformats.org/officeDocument/2006/relationships/customXml" Target="../ink/ink1638.xml"/><Relationship Id="rId103" Type="http://schemas.openxmlformats.org/officeDocument/2006/relationships/customXml" Target="../ink/ink1660.xml"/><Relationship Id="rId124" Type="http://schemas.openxmlformats.org/officeDocument/2006/relationships/image" Target="../media/image1670.png"/><Relationship Id="rId70" Type="http://schemas.openxmlformats.org/officeDocument/2006/relationships/image" Target="../media/image1643.png"/><Relationship Id="rId91" Type="http://schemas.openxmlformats.org/officeDocument/2006/relationships/customXml" Target="../ink/ink1654.xml"/><Relationship Id="rId145" Type="http://schemas.openxmlformats.org/officeDocument/2006/relationships/customXml" Target="../ink/ink1681.xml"/><Relationship Id="rId166" Type="http://schemas.openxmlformats.org/officeDocument/2006/relationships/image" Target="../media/image1691.png"/><Relationship Id="rId187" Type="http://schemas.openxmlformats.org/officeDocument/2006/relationships/customXml" Target="../ink/ink1702.xml"/><Relationship Id="rId1" Type="http://schemas.openxmlformats.org/officeDocument/2006/relationships/slideLayout" Target="../slideLayouts/slideLayout1.xml"/><Relationship Id="rId28" Type="http://schemas.openxmlformats.org/officeDocument/2006/relationships/image" Target="../media/image1622.png"/><Relationship Id="rId49" Type="http://schemas.openxmlformats.org/officeDocument/2006/relationships/customXml" Target="../ink/ink1633.xml"/><Relationship Id="rId114" Type="http://schemas.openxmlformats.org/officeDocument/2006/relationships/image" Target="../media/image1665.png"/><Relationship Id="rId60" Type="http://schemas.openxmlformats.org/officeDocument/2006/relationships/image" Target="../media/image1638.png"/><Relationship Id="rId81" Type="http://schemas.openxmlformats.org/officeDocument/2006/relationships/customXml" Target="../ink/ink1649.xml"/><Relationship Id="rId135" Type="http://schemas.openxmlformats.org/officeDocument/2006/relationships/customXml" Target="../ink/ink1676.xml"/><Relationship Id="rId156" Type="http://schemas.openxmlformats.org/officeDocument/2006/relationships/image" Target="../media/image1686.png"/><Relationship Id="rId177" Type="http://schemas.openxmlformats.org/officeDocument/2006/relationships/customXml" Target="../ink/ink1697.xml"/><Relationship Id="rId18" Type="http://schemas.openxmlformats.org/officeDocument/2006/relationships/image" Target="../media/image1617.png"/><Relationship Id="rId39" Type="http://schemas.openxmlformats.org/officeDocument/2006/relationships/customXml" Target="../ink/ink1628.xml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64.png"/><Relationship Id="rId21" Type="http://schemas.openxmlformats.org/officeDocument/2006/relationships/image" Target="../media/image1716.png"/><Relationship Id="rId42" Type="http://schemas.openxmlformats.org/officeDocument/2006/relationships/customXml" Target="../ink/ink1727.xml"/><Relationship Id="rId63" Type="http://schemas.openxmlformats.org/officeDocument/2006/relationships/image" Target="../media/image1737.png"/><Relationship Id="rId84" Type="http://schemas.openxmlformats.org/officeDocument/2006/relationships/customXml" Target="../ink/ink1748.xml"/><Relationship Id="rId138" Type="http://schemas.openxmlformats.org/officeDocument/2006/relationships/customXml" Target="../ink/ink1775.xml"/><Relationship Id="rId159" Type="http://schemas.openxmlformats.org/officeDocument/2006/relationships/image" Target="../media/image1785.png"/><Relationship Id="rId170" Type="http://schemas.openxmlformats.org/officeDocument/2006/relationships/customXml" Target="../ink/ink1791.xml"/><Relationship Id="rId191" Type="http://schemas.openxmlformats.org/officeDocument/2006/relationships/image" Target="../media/image1801.png"/><Relationship Id="rId205" Type="http://schemas.openxmlformats.org/officeDocument/2006/relationships/image" Target="../media/image1808.png"/><Relationship Id="rId107" Type="http://schemas.openxmlformats.org/officeDocument/2006/relationships/image" Target="../media/image1759.png"/><Relationship Id="rId11" Type="http://schemas.openxmlformats.org/officeDocument/2006/relationships/image" Target="../media/image1711.png"/><Relationship Id="rId32" Type="http://schemas.openxmlformats.org/officeDocument/2006/relationships/customXml" Target="../ink/ink1722.xml"/><Relationship Id="rId53" Type="http://schemas.openxmlformats.org/officeDocument/2006/relationships/image" Target="../media/image1732.png"/><Relationship Id="rId74" Type="http://schemas.openxmlformats.org/officeDocument/2006/relationships/customXml" Target="../ink/ink1743.xml"/><Relationship Id="rId128" Type="http://schemas.openxmlformats.org/officeDocument/2006/relationships/customXml" Target="../ink/ink1770.xml"/><Relationship Id="rId149" Type="http://schemas.openxmlformats.org/officeDocument/2006/relationships/image" Target="../media/image1780.png"/><Relationship Id="rId5" Type="http://schemas.openxmlformats.org/officeDocument/2006/relationships/image" Target="../media/image1708.png"/><Relationship Id="rId95" Type="http://schemas.openxmlformats.org/officeDocument/2006/relationships/image" Target="../media/image1753.png"/><Relationship Id="rId160" Type="http://schemas.openxmlformats.org/officeDocument/2006/relationships/customXml" Target="../ink/ink1786.xml"/><Relationship Id="rId181" Type="http://schemas.openxmlformats.org/officeDocument/2006/relationships/image" Target="../media/image1796.png"/><Relationship Id="rId22" Type="http://schemas.openxmlformats.org/officeDocument/2006/relationships/customXml" Target="../ink/ink1717.xml"/><Relationship Id="rId43" Type="http://schemas.openxmlformats.org/officeDocument/2006/relationships/image" Target="../media/image1727.png"/><Relationship Id="rId64" Type="http://schemas.openxmlformats.org/officeDocument/2006/relationships/customXml" Target="../ink/ink1738.xml"/><Relationship Id="rId118" Type="http://schemas.openxmlformats.org/officeDocument/2006/relationships/customXml" Target="../ink/ink1765.xml"/><Relationship Id="rId139" Type="http://schemas.openxmlformats.org/officeDocument/2006/relationships/image" Target="../media/image1775.png"/><Relationship Id="rId85" Type="http://schemas.openxmlformats.org/officeDocument/2006/relationships/image" Target="../media/image1748.png"/><Relationship Id="rId150" Type="http://schemas.openxmlformats.org/officeDocument/2006/relationships/customXml" Target="../ink/ink1781.xml"/><Relationship Id="rId171" Type="http://schemas.openxmlformats.org/officeDocument/2006/relationships/image" Target="../media/image1791.png"/><Relationship Id="rId192" Type="http://schemas.openxmlformats.org/officeDocument/2006/relationships/customXml" Target="../ink/ink1802.xml"/><Relationship Id="rId12" Type="http://schemas.openxmlformats.org/officeDocument/2006/relationships/customXml" Target="../ink/ink1712.xml"/><Relationship Id="rId33" Type="http://schemas.openxmlformats.org/officeDocument/2006/relationships/image" Target="../media/image1722.png"/><Relationship Id="rId108" Type="http://schemas.openxmlformats.org/officeDocument/2006/relationships/customXml" Target="../ink/ink1760.xml"/><Relationship Id="rId129" Type="http://schemas.openxmlformats.org/officeDocument/2006/relationships/image" Target="../media/image1770.png"/><Relationship Id="rId54" Type="http://schemas.openxmlformats.org/officeDocument/2006/relationships/customXml" Target="../ink/ink1733.xml"/><Relationship Id="rId75" Type="http://schemas.openxmlformats.org/officeDocument/2006/relationships/image" Target="../media/image1743.png"/><Relationship Id="rId96" Type="http://schemas.openxmlformats.org/officeDocument/2006/relationships/customXml" Target="../ink/ink1754.xml"/><Relationship Id="rId140" Type="http://schemas.openxmlformats.org/officeDocument/2006/relationships/customXml" Target="../ink/ink1776.xml"/><Relationship Id="rId161" Type="http://schemas.openxmlformats.org/officeDocument/2006/relationships/image" Target="../media/image1786.png"/><Relationship Id="rId182" Type="http://schemas.openxmlformats.org/officeDocument/2006/relationships/customXml" Target="../ink/ink1797.xml"/><Relationship Id="rId6" Type="http://schemas.openxmlformats.org/officeDocument/2006/relationships/customXml" Target="../ink/ink1709.xml"/><Relationship Id="rId23" Type="http://schemas.openxmlformats.org/officeDocument/2006/relationships/image" Target="../media/image1717.png"/><Relationship Id="rId119" Type="http://schemas.openxmlformats.org/officeDocument/2006/relationships/image" Target="../media/image1765.png"/><Relationship Id="rId44" Type="http://schemas.openxmlformats.org/officeDocument/2006/relationships/customXml" Target="../ink/ink1728.xml"/><Relationship Id="rId65" Type="http://schemas.openxmlformats.org/officeDocument/2006/relationships/image" Target="../media/image1738.png"/><Relationship Id="rId86" Type="http://schemas.openxmlformats.org/officeDocument/2006/relationships/customXml" Target="../ink/ink1749.xml"/><Relationship Id="rId130" Type="http://schemas.openxmlformats.org/officeDocument/2006/relationships/customXml" Target="../ink/ink1771.xml"/><Relationship Id="rId151" Type="http://schemas.openxmlformats.org/officeDocument/2006/relationships/image" Target="../media/image1781.png"/><Relationship Id="rId172" Type="http://schemas.openxmlformats.org/officeDocument/2006/relationships/customXml" Target="../ink/ink1792.xml"/><Relationship Id="rId193" Type="http://schemas.openxmlformats.org/officeDocument/2006/relationships/image" Target="../media/image1802.png"/><Relationship Id="rId13" Type="http://schemas.openxmlformats.org/officeDocument/2006/relationships/image" Target="../media/image1712.png"/><Relationship Id="rId109" Type="http://schemas.openxmlformats.org/officeDocument/2006/relationships/image" Target="../media/image1760.png"/><Relationship Id="rId34" Type="http://schemas.openxmlformats.org/officeDocument/2006/relationships/customXml" Target="../ink/ink1723.xml"/><Relationship Id="rId55" Type="http://schemas.openxmlformats.org/officeDocument/2006/relationships/image" Target="../media/image1733.png"/><Relationship Id="rId76" Type="http://schemas.openxmlformats.org/officeDocument/2006/relationships/customXml" Target="../ink/ink1744.xml"/><Relationship Id="rId97" Type="http://schemas.openxmlformats.org/officeDocument/2006/relationships/image" Target="../media/image1754.png"/><Relationship Id="rId120" Type="http://schemas.openxmlformats.org/officeDocument/2006/relationships/customXml" Target="../ink/ink1766.xml"/><Relationship Id="rId141" Type="http://schemas.openxmlformats.org/officeDocument/2006/relationships/image" Target="../media/image1776.png"/><Relationship Id="rId7" Type="http://schemas.openxmlformats.org/officeDocument/2006/relationships/image" Target="../media/image1709.png"/><Relationship Id="rId162" Type="http://schemas.openxmlformats.org/officeDocument/2006/relationships/customXml" Target="../ink/ink1787.xml"/><Relationship Id="rId183" Type="http://schemas.openxmlformats.org/officeDocument/2006/relationships/image" Target="../media/image1797.png"/><Relationship Id="rId24" Type="http://schemas.openxmlformats.org/officeDocument/2006/relationships/customXml" Target="../ink/ink1718.xml"/><Relationship Id="rId40" Type="http://schemas.openxmlformats.org/officeDocument/2006/relationships/customXml" Target="../ink/ink1726.xml"/><Relationship Id="rId45" Type="http://schemas.openxmlformats.org/officeDocument/2006/relationships/image" Target="../media/image1728.png"/><Relationship Id="rId66" Type="http://schemas.openxmlformats.org/officeDocument/2006/relationships/customXml" Target="../ink/ink1739.xml"/><Relationship Id="rId87" Type="http://schemas.openxmlformats.org/officeDocument/2006/relationships/image" Target="../media/image1749.png"/><Relationship Id="rId110" Type="http://schemas.openxmlformats.org/officeDocument/2006/relationships/customXml" Target="../ink/ink1761.xml"/><Relationship Id="rId115" Type="http://schemas.openxmlformats.org/officeDocument/2006/relationships/image" Target="../media/image1763.png"/><Relationship Id="rId131" Type="http://schemas.openxmlformats.org/officeDocument/2006/relationships/image" Target="../media/image1771.png"/><Relationship Id="rId136" Type="http://schemas.openxmlformats.org/officeDocument/2006/relationships/customXml" Target="../ink/ink1774.xml"/><Relationship Id="rId157" Type="http://schemas.openxmlformats.org/officeDocument/2006/relationships/image" Target="../media/image1784.png"/><Relationship Id="rId178" Type="http://schemas.openxmlformats.org/officeDocument/2006/relationships/customXml" Target="../ink/ink1795.xml"/><Relationship Id="rId61" Type="http://schemas.openxmlformats.org/officeDocument/2006/relationships/image" Target="../media/image1736.png"/><Relationship Id="rId82" Type="http://schemas.openxmlformats.org/officeDocument/2006/relationships/customXml" Target="../ink/ink1747.xml"/><Relationship Id="rId152" Type="http://schemas.openxmlformats.org/officeDocument/2006/relationships/customXml" Target="../ink/ink1782.xml"/><Relationship Id="rId173" Type="http://schemas.openxmlformats.org/officeDocument/2006/relationships/image" Target="../media/image1792.png"/><Relationship Id="rId194" Type="http://schemas.openxmlformats.org/officeDocument/2006/relationships/customXml" Target="../ink/ink1803.xml"/><Relationship Id="rId199" Type="http://schemas.openxmlformats.org/officeDocument/2006/relationships/image" Target="../media/image1805.png"/><Relationship Id="rId203" Type="http://schemas.openxmlformats.org/officeDocument/2006/relationships/image" Target="../media/image1807.png"/><Relationship Id="rId19" Type="http://schemas.openxmlformats.org/officeDocument/2006/relationships/image" Target="../media/image1715.png"/><Relationship Id="rId14" Type="http://schemas.openxmlformats.org/officeDocument/2006/relationships/customXml" Target="../ink/ink1713.xml"/><Relationship Id="rId30" Type="http://schemas.openxmlformats.org/officeDocument/2006/relationships/customXml" Target="../ink/ink1721.xml"/><Relationship Id="rId35" Type="http://schemas.openxmlformats.org/officeDocument/2006/relationships/image" Target="../media/image1723.png"/><Relationship Id="rId56" Type="http://schemas.openxmlformats.org/officeDocument/2006/relationships/customXml" Target="../ink/ink1734.xml"/><Relationship Id="rId77" Type="http://schemas.openxmlformats.org/officeDocument/2006/relationships/image" Target="../media/image1744.png"/><Relationship Id="rId100" Type="http://schemas.openxmlformats.org/officeDocument/2006/relationships/customXml" Target="../ink/ink1756.xml"/><Relationship Id="rId105" Type="http://schemas.openxmlformats.org/officeDocument/2006/relationships/image" Target="../media/image1758.png"/><Relationship Id="rId126" Type="http://schemas.openxmlformats.org/officeDocument/2006/relationships/customXml" Target="../ink/ink1769.xml"/><Relationship Id="rId147" Type="http://schemas.openxmlformats.org/officeDocument/2006/relationships/image" Target="../media/image1779.png"/><Relationship Id="rId168" Type="http://schemas.openxmlformats.org/officeDocument/2006/relationships/customXml" Target="../ink/ink1790.xml"/><Relationship Id="rId8" Type="http://schemas.openxmlformats.org/officeDocument/2006/relationships/customXml" Target="../ink/ink1710.xml"/><Relationship Id="rId51" Type="http://schemas.openxmlformats.org/officeDocument/2006/relationships/image" Target="../media/image1731.png"/><Relationship Id="rId72" Type="http://schemas.openxmlformats.org/officeDocument/2006/relationships/customXml" Target="../ink/ink1742.xml"/><Relationship Id="rId93" Type="http://schemas.openxmlformats.org/officeDocument/2006/relationships/image" Target="../media/image1752.png"/><Relationship Id="rId98" Type="http://schemas.openxmlformats.org/officeDocument/2006/relationships/customXml" Target="../ink/ink1755.xml"/><Relationship Id="rId121" Type="http://schemas.openxmlformats.org/officeDocument/2006/relationships/image" Target="../media/image1766.png"/><Relationship Id="rId142" Type="http://schemas.openxmlformats.org/officeDocument/2006/relationships/customXml" Target="../ink/ink1777.xml"/><Relationship Id="rId163" Type="http://schemas.openxmlformats.org/officeDocument/2006/relationships/image" Target="../media/image1787.png"/><Relationship Id="rId184" Type="http://schemas.openxmlformats.org/officeDocument/2006/relationships/customXml" Target="../ink/ink1798.xml"/><Relationship Id="rId189" Type="http://schemas.openxmlformats.org/officeDocument/2006/relationships/image" Target="../media/image1800.png"/><Relationship Id="rId3" Type="http://schemas.openxmlformats.org/officeDocument/2006/relationships/image" Target="../media/image1707.png"/><Relationship Id="rId25" Type="http://schemas.openxmlformats.org/officeDocument/2006/relationships/image" Target="../media/image1718.png"/><Relationship Id="rId46" Type="http://schemas.openxmlformats.org/officeDocument/2006/relationships/customXml" Target="../ink/ink1729.xml"/><Relationship Id="rId67" Type="http://schemas.openxmlformats.org/officeDocument/2006/relationships/image" Target="../media/image1739.png"/><Relationship Id="rId116" Type="http://schemas.openxmlformats.org/officeDocument/2006/relationships/customXml" Target="../ink/ink1764.xml"/><Relationship Id="rId137" Type="http://schemas.openxmlformats.org/officeDocument/2006/relationships/image" Target="../media/image1774.png"/><Relationship Id="rId158" Type="http://schemas.openxmlformats.org/officeDocument/2006/relationships/customXml" Target="../ink/ink1785.xml"/><Relationship Id="rId20" Type="http://schemas.openxmlformats.org/officeDocument/2006/relationships/customXml" Target="../ink/ink1716.xml"/><Relationship Id="rId41" Type="http://schemas.openxmlformats.org/officeDocument/2006/relationships/image" Target="../media/image1726.png"/><Relationship Id="rId62" Type="http://schemas.openxmlformats.org/officeDocument/2006/relationships/customXml" Target="../ink/ink1737.xml"/><Relationship Id="rId83" Type="http://schemas.openxmlformats.org/officeDocument/2006/relationships/image" Target="../media/image1747.png"/><Relationship Id="rId88" Type="http://schemas.openxmlformats.org/officeDocument/2006/relationships/customXml" Target="../ink/ink1750.xml"/><Relationship Id="rId111" Type="http://schemas.openxmlformats.org/officeDocument/2006/relationships/image" Target="../media/image1761.png"/><Relationship Id="rId132" Type="http://schemas.openxmlformats.org/officeDocument/2006/relationships/customXml" Target="../ink/ink1772.xml"/><Relationship Id="rId153" Type="http://schemas.openxmlformats.org/officeDocument/2006/relationships/image" Target="../media/image1782.png"/><Relationship Id="rId174" Type="http://schemas.openxmlformats.org/officeDocument/2006/relationships/customXml" Target="../ink/ink1793.xml"/><Relationship Id="rId179" Type="http://schemas.openxmlformats.org/officeDocument/2006/relationships/image" Target="../media/image1795.png"/><Relationship Id="rId195" Type="http://schemas.openxmlformats.org/officeDocument/2006/relationships/image" Target="../media/image1803.png"/><Relationship Id="rId190" Type="http://schemas.openxmlformats.org/officeDocument/2006/relationships/customXml" Target="../ink/ink1801.xml"/><Relationship Id="rId204" Type="http://schemas.openxmlformats.org/officeDocument/2006/relationships/customXml" Target="../ink/ink1808.xml"/><Relationship Id="rId15" Type="http://schemas.openxmlformats.org/officeDocument/2006/relationships/image" Target="../media/image1713.png"/><Relationship Id="rId36" Type="http://schemas.openxmlformats.org/officeDocument/2006/relationships/customXml" Target="../ink/ink1724.xml"/><Relationship Id="rId57" Type="http://schemas.openxmlformats.org/officeDocument/2006/relationships/image" Target="../media/image1734.png"/><Relationship Id="rId106" Type="http://schemas.openxmlformats.org/officeDocument/2006/relationships/customXml" Target="../ink/ink1759.xml"/><Relationship Id="rId127" Type="http://schemas.openxmlformats.org/officeDocument/2006/relationships/image" Target="../media/image1769.png"/><Relationship Id="rId10" Type="http://schemas.openxmlformats.org/officeDocument/2006/relationships/customXml" Target="../ink/ink1711.xml"/><Relationship Id="rId31" Type="http://schemas.openxmlformats.org/officeDocument/2006/relationships/image" Target="../media/image1721.png"/><Relationship Id="rId52" Type="http://schemas.openxmlformats.org/officeDocument/2006/relationships/customXml" Target="../ink/ink1732.xml"/><Relationship Id="rId73" Type="http://schemas.openxmlformats.org/officeDocument/2006/relationships/image" Target="../media/image1742.png"/><Relationship Id="rId78" Type="http://schemas.openxmlformats.org/officeDocument/2006/relationships/customXml" Target="../ink/ink1745.xml"/><Relationship Id="rId94" Type="http://schemas.openxmlformats.org/officeDocument/2006/relationships/customXml" Target="../ink/ink1753.xml"/><Relationship Id="rId99" Type="http://schemas.openxmlformats.org/officeDocument/2006/relationships/image" Target="../media/image1755.png"/><Relationship Id="rId101" Type="http://schemas.openxmlformats.org/officeDocument/2006/relationships/image" Target="../media/image1756.png"/><Relationship Id="rId122" Type="http://schemas.openxmlformats.org/officeDocument/2006/relationships/customXml" Target="../ink/ink1767.xml"/><Relationship Id="rId143" Type="http://schemas.openxmlformats.org/officeDocument/2006/relationships/image" Target="../media/image1777.png"/><Relationship Id="rId148" Type="http://schemas.openxmlformats.org/officeDocument/2006/relationships/customXml" Target="../ink/ink1780.xml"/><Relationship Id="rId164" Type="http://schemas.openxmlformats.org/officeDocument/2006/relationships/customXml" Target="../ink/ink1788.xml"/><Relationship Id="rId169" Type="http://schemas.openxmlformats.org/officeDocument/2006/relationships/image" Target="../media/image1790.png"/><Relationship Id="rId185" Type="http://schemas.openxmlformats.org/officeDocument/2006/relationships/image" Target="../media/image1798.png"/><Relationship Id="rId4" Type="http://schemas.openxmlformats.org/officeDocument/2006/relationships/customXml" Target="../ink/ink1708.xml"/><Relationship Id="rId9" Type="http://schemas.openxmlformats.org/officeDocument/2006/relationships/image" Target="../media/image1710.png"/><Relationship Id="rId180" Type="http://schemas.openxmlformats.org/officeDocument/2006/relationships/customXml" Target="../ink/ink1796.xml"/><Relationship Id="rId26" Type="http://schemas.openxmlformats.org/officeDocument/2006/relationships/customXml" Target="../ink/ink1719.xml"/><Relationship Id="rId47" Type="http://schemas.openxmlformats.org/officeDocument/2006/relationships/image" Target="../media/image1729.png"/><Relationship Id="rId68" Type="http://schemas.openxmlformats.org/officeDocument/2006/relationships/customXml" Target="../ink/ink1740.xml"/><Relationship Id="rId89" Type="http://schemas.openxmlformats.org/officeDocument/2006/relationships/image" Target="../media/image1750.png"/><Relationship Id="rId112" Type="http://schemas.openxmlformats.org/officeDocument/2006/relationships/customXml" Target="../ink/ink1762.xml"/><Relationship Id="rId133" Type="http://schemas.openxmlformats.org/officeDocument/2006/relationships/image" Target="../media/image1772.png"/><Relationship Id="rId154" Type="http://schemas.openxmlformats.org/officeDocument/2006/relationships/customXml" Target="../ink/ink1783.xml"/><Relationship Id="rId175" Type="http://schemas.openxmlformats.org/officeDocument/2006/relationships/image" Target="../media/image1793.png"/><Relationship Id="rId196" Type="http://schemas.openxmlformats.org/officeDocument/2006/relationships/customXml" Target="../ink/ink1804.xml"/><Relationship Id="rId200" Type="http://schemas.openxmlformats.org/officeDocument/2006/relationships/customXml" Target="../ink/ink1806.xml"/><Relationship Id="rId16" Type="http://schemas.openxmlformats.org/officeDocument/2006/relationships/customXml" Target="../ink/ink1714.xml"/><Relationship Id="rId37" Type="http://schemas.openxmlformats.org/officeDocument/2006/relationships/image" Target="../media/image1724.png"/><Relationship Id="rId58" Type="http://schemas.openxmlformats.org/officeDocument/2006/relationships/customXml" Target="../ink/ink1735.xml"/><Relationship Id="rId79" Type="http://schemas.openxmlformats.org/officeDocument/2006/relationships/image" Target="../media/image1745.png"/><Relationship Id="rId102" Type="http://schemas.openxmlformats.org/officeDocument/2006/relationships/customXml" Target="../ink/ink1757.xml"/><Relationship Id="rId123" Type="http://schemas.openxmlformats.org/officeDocument/2006/relationships/image" Target="../media/image1767.png"/><Relationship Id="rId144" Type="http://schemas.openxmlformats.org/officeDocument/2006/relationships/customXml" Target="../ink/ink1778.xml"/><Relationship Id="rId90" Type="http://schemas.openxmlformats.org/officeDocument/2006/relationships/customXml" Target="../ink/ink1751.xml"/><Relationship Id="rId165" Type="http://schemas.openxmlformats.org/officeDocument/2006/relationships/image" Target="../media/image1788.png"/><Relationship Id="rId186" Type="http://schemas.openxmlformats.org/officeDocument/2006/relationships/customXml" Target="../ink/ink1799.xml"/><Relationship Id="rId27" Type="http://schemas.openxmlformats.org/officeDocument/2006/relationships/image" Target="../media/image1719.png"/><Relationship Id="rId48" Type="http://schemas.openxmlformats.org/officeDocument/2006/relationships/customXml" Target="../ink/ink1730.xml"/><Relationship Id="rId69" Type="http://schemas.openxmlformats.org/officeDocument/2006/relationships/image" Target="../media/image1740.png"/><Relationship Id="rId113" Type="http://schemas.openxmlformats.org/officeDocument/2006/relationships/image" Target="../media/image1762.png"/><Relationship Id="rId134" Type="http://schemas.openxmlformats.org/officeDocument/2006/relationships/customXml" Target="../ink/ink1773.xml"/><Relationship Id="rId80" Type="http://schemas.openxmlformats.org/officeDocument/2006/relationships/customXml" Target="../ink/ink1746.xml"/><Relationship Id="rId155" Type="http://schemas.openxmlformats.org/officeDocument/2006/relationships/image" Target="../media/image1783.png"/><Relationship Id="rId176" Type="http://schemas.openxmlformats.org/officeDocument/2006/relationships/customXml" Target="../ink/ink1794.xml"/><Relationship Id="rId197" Type="http://schemas.openxmlformats.org/officeDocument/2006/relationships/image" Target="../media/image1804.png"/><Relationship Id="rId201" Type="http://schemas.openxmlformats.org/officeDocument/2006/relationships/image" Target="../media/image1806.png"/><Relationship Id="rId17" Type="http://schemas.openxmlformats.org/officeDocument/2006/relationships/image" Target="../media/image1714.png"/><Relationship Id="rId38" Type="http://schemas.openxmlformats.org/officeDocument/2006/relationships/customXml" Target="../ink/ink1725.xml"/><Relationship Id="rId59" Type="http://schemas.openxmlformats.org/officeDocument/2006/relationships/image" Target="../media/image1735.png"/><Relationship Id="rId103" Type="http://schemas.openxmlformats.org/officeDocument/2006/relationships/image" Target="../media/image1757.png"/><Relationship Id="rId124" Type="http://schemas.openxmlformats.org/officeDocument/2006/relationships/customXml" Target="../ink/ink1768.xml"/><Relationship Id="rId70" Type="http://schemas.openxmlformats.org/officeDocument/2006/relationships/customXml" Target="../ink/ink1741.xml"/><Relationship Id="rId91" Type="http://schemas.openxmlformats.org/officeDocument/2006/relationships/image" Target="../media/image1751.png"/><Relationship Id="rId145" Type="http://schemas.openxmlformats.org/officeDocument/2006/relationships/image" Target="../media/image1778.png"/><Relationship Id="rId166" Type="http://schemas.openxmlformats.org/officeDocument/2006/relationships/customXml" Target="../ink/ink1789.xml"/><Relationship Id="rId187" Type="http://schemas.openxmlformats.org/officeDocument/2006/relationships/image" Target="../media/image1799.png"/><Relationship Id="rId1" Type="http://schemas.openxmlformats.org/officeDocument/2006/relationships/slideLayout" Target="../slideLayouts/slideLayout1.xml"/><Relationship Id="rId28" Type="http://schemas.openxmlformats.org/officeDocument/2006/relationships/customXml" Target="../ink/ink1720.xml"/><Relationship Id="rId49" Type="http://schemas.openxmlformats.org/officeDocument/2006/relationships/image" Target="../media/image1730.png"/><Relationship Id="rId114" Type="http://schemas.openxmlformats.org/officeDocument/2006/relationships/customXml" Target="../ink/ink1763.xml"/><Relationship Id="rId60" Type="http://schemas.openxmlformats.org/officeDocument/2006/relationships/customXml" Target="../ink/ink1736.xml"/><Relationship Id="rId81" Type="http://schemas.openxmlformats.org/officeDocument/2006/relationships/image" Target="../media/image1746.png"/><Relationship Id="rId135" Type="http://schemas.openxmlformats.org/officeDocument/2006/relationships/image" Target="../media/image1773.png"/><Relationship Id="rId156" Type="http://schemas.openxmlformats.org/officeDocument/2006/relationships/customXml" Target="../ink/ink1784.xml"/><Relationship Id="rId177" Type="http://schemas.openxmlformats.org/officeDocument/2006/relationships/image" Target="../media/image1794.png"/><Relationship Id="rId198" Type="http://schemas.openxmlformats.org/officeDocument/2006/relationships/customXml" Target="../ink/ink1805.xml"/><Relationship Id="rId202" Type="http://schemas.openxmlformats.org/officeDocument/2006/relationships/customXml" Target="../ink/ink1807.xml"/><Relationship Id="rId18" Type="http://schemas.openxmlformats.org/officeDocument/2006/relationships/customXml" Target="../ink/ink1715.xml"/><Relationship Id="rId39" Type="http://schemas.openxmlformats.org/officeDocument/2006/relationships/image" Target="../media/image1725.png"/><Relationship Id="rId50" Type="http://schemas.openxmlformats.org/officeDocument/2006/relationships/customXml" Target="../ink/ink1731.xml"/><Relationship Id="rId104" Type="http://schemas.openxmlformats.org/officeDocument/2006/relationships/customXml" Target="../ink/ink1758.xml"/><Relationship Id="rId125" Type="http://schemas.openxmlformats.org/officeDocument/2006/relationships/image" Target="../media/image1768.png"/><Relationship Id="rId146" Type="http://schemas.openxmlformats.org/officeDocument/2006/relationships/customXml" Target="../ink/ink1779.xml"/><Relationship Id="rId167" Type="http://schemas.openxmlformats.org/officeDocument/2006/relationships/image" Target="../media/image1789.png"/><Relationship Id="rId188" Type="http://schemas.openxmlformats.org/officeDocument/2006/relationships/customXml" Target="../ink/ink1800.xml"/><Relationship Id="rId71" Type="http://schemas.openxmlformats.org/officeDocument/2006/relationships/image" Target="../media/image1741.png"/><Relationship Id="rId92" Type="http://schemas.openxmlformats.org/officeDocument/2006/relationships/customXml" Target="../ink/ink1752.xml"/><Relationship Id="rId2" Type="http://schemas.openxmlformats.org/officeDocument/2006/relationships/customXml" Target="../ink/ink1707.xml"/><Relationship Id="rId29" Type="http://schemas.openxmlformats.org/officeDocument/2006/relationships/image" Target="../media/image1720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66.png"/><Relationship Id="rId21" Type="http://schemas.openxmlformats.org/officeDocument/2006/relationships/image" Target="../media/image1818.png"/><Relationship Id="rId63" Type="http://schemas.openxmlformats.org/officeDocument/2006/relationships/image" Target="../media/image1839.png"/><Relationship Id="rId159" Type="http://schemas.openxmlformats.org/officeDocument/2006/relationships/image" Target="../media/image1887.png"/><Relationship Id="rId170" Type="http://schemas.openxmlformats.org/officeDocument/2006/relationships/customXml" Target="../ink/ink1893.xml"/><Relationship Id="rId226" Type="http://schemas.openxmlformats.org/officeDocument/2006/relationships/customXml" Target="../ink/ink1921.xml"/><Relationship Id="rId268" Type="http://schemas.openxmlformats.org/officeDocument/2006/relationships/customXml" Target="../ink/ink1942.xml"/><Relationship Id="rId32" Type="http://schemas.openxmlformats.org/officeDocument/2006/relationships/customXml" Target="../ink/ink1824.xml"/><Relationship Id="rId74" Type="http://schemas.openxmlformats.org/officeDocument/2006/relationships/customXml" Target="../ink/ink1845.xml"/><Relationship Id="rId128" Type="http://schemas.openxmlformats.org/officeDocument/2006/relationships/customXml" Target="../ink/ink1872.xml"/><Relationship Id="rId5" Type="http://schemas.openxmlformats.org/officeDocument/2006/relationships/image" Target="../media/image1810.png"/><Relationship Id="rId181" Type="http://schemas.openxmlformats.org/officeDocument/2006/relationships/image" Target="../media/image1898.png"/><Relationship Id="rId237" Type="http://schemas.openxmlformats.org/officeDocument/2006/relationships/image" Target="../media/image1926.png"/><Relationship Id="rId279" Type="http://schemas.openxmlformats.org/officeDocument/2006/relationships/image" Target="../media/image1947.png"/><Relationship Id="rId22" Type="http://schemas.openxmlformats.org/officeDocument/2006/relationships/customXml" Target="../ink/ink1819.xml"/><Relationship Id="rId43" Type="http://schemas.openxmlformats.org/officeDocument/2006/relationships/image" Target="../media/image1829.png"/><Relationship Id="rId64" Type="http://schemas.openxmlformats.org/officeDocument/2006/relationships/customXml" Target="../ink/ink1840.xml"/><Relationship Id="rId118" Type="http://schemas.openxmlformats.org/officeDocument/2006/relationships/customXml" Target="../ink/ink1867.xml"/><Relationship Id="rId139" Type="http://schemas.openxmlformats.org/officeDocument/2006/relationships/image" Target="../media/image1877.png"/><Relationship Id="rId85" Type="http://schemas.openxmlformats.org/officeDocument/2006/relationships/image" Target="../media/image1850.png"/><Relationship Id="rId150" Type="http://schemas.openxmlformats.org/officeDocument/2006/relationships/customXml" Target="../ink/ink1883.xml"/><Relationship Id="rId171" Type="http://schemas.openxmlformats.org/officeDocument/2006/relationships/image" Target="../media/image1893.png"/><Relationship Id="rId192" Type="http://schemas.openxmlformats.org/officeDocument/2006/relationships/customXml" Target="../ink/ink1904.xml"/><Relationship Id="rId206" Type="http://schemas.openxmlformats.org/officeDocument/2006/relationships/customXml" Target="../ink/ink1911.xml"/><Relationship Id="rId227" Type="http://schemas.openxmlformats.org/officeDocument/2006/relationships/image" Target="../media/image1921.png"/><Relationship Id="rId248" Type="http://schemas.openxmlformats.org/officeDocument/2006/relationships/customXml" Target="../ink/ink1932.xml"/><Relationship Id="rId269" Type="http://schemas.openxmlformats.org/officeDocument/2006/relationships/image" Target="../media/image1942.png"/><Relationship Id="rId12" Type="http://schemas.openxmlformats.org/officeDocument/2006/relationships/customXml" Target="../ink/ink1814.xml"/><Relationship Id="rId33" Type="http://schemas.openxmlformats.org/officeDocument/2006/relationships/image" Target="../media/image1824.png"/><Relationship Id="rId108" Type="http://schemas.openxmlformats.org/officeDocument/2006/relationships/customXml" Target="../ink/ink1862.xml"/><Relationship Id="rId129" Type="http://schemas.openxmlformats.org/officeDocument/2006/relationships/image" Target="../media/image1872.png"/><Relationship Id="rId280" Type="http://schemas.openxmlformats.org/officeDocument/2006/relationships/customXml" Target="../ink/ink1948.xml"/><Relationship Id="rId54" Type="http://schemas.openxmlformats.org/officeDocument/2006/relationships/customXml" Target="../ink/ink1835.xml"/><Relationship Id="rId75" Type="http://schemas.openxmlformats.org/officeDocument/2006/relationships/image" Target="../media/image1845.png"/><Relationship Id="rId96" Type="http://schemas.openxmlformats.org/officeDocument/2006/relationships/customXml" Target="../ink/ink1856.xml"/><Relationship Id="rId140" Type="http://schemas.openxmlformats.org/officeDocument/2006/relationships/customXml" Target="../ink/ink1878.xml"/><Relationship Id="rId161" Type="http://schemas.openxmlformats.org/officeDocument/2006/relationships/image" Target="../media/image1888.png"/><Relationship Id="rId182" Type="http://schemas.openxmlformats.org/officeDocument/2006/relationships/customXml" Target="../ink/ink1899.xml"/><Relationship Id="rId217" Type="http://schemas.openxmlformats.org/officeDocument/2006/relationships/image" Target="../media/image1916.png"/><Relationship Id="rId6" Type="http://schemas.openxmlformats.org/officeDocument/2006/relationships/customXml" Target="../ink/ink1811.xml"/><Relationship Id="rId238" Type="http://schemas.openxmlformats.org/officeDocument/2006/relationships/customXml" Target="../ink/ink1927.xml"/><Relationship Id="rId259" Type="http://schemas.openxmlformats.org/officeDocument/2006/relationships/image" Target="../media/image1937.png"/><Relationship Id="rId23" Type="http://schemas.openxmlformats.org/officeDocument/2006/relationships/image" Target="../media/image1819.png"/><Relationship Id="rId119" Type="http://schemas.openxmlformats.org/officeDocument/2006/relationships/image" Target="../media/image1867.png"/><Relationship Id="rId270" Type="http://schemas.openxmlformats.org/officeDocument/2006/relationships/customXml" Target="../ink/ink1943.xml"/><Relationship Id="rId44" Type="http://schemas.openxmlformats.org/officeDocument/2006/relationships/customXml" Target="../ink/ink1830.xml"/><Relationship Id="rId65" Type="http://schemas.openxmlformats.org/officeDocument/2006/relationships/image" Target="../media/image1840.png"/><Relationship Id="rId86" Type="http://schemas.openxmlformats.org/officeDocument/2006/relationships/customXml" Target="../ink/ink1851.xml"/><Relationship Id="rId130" Type="http://schemas.openxmlformats.org/officeDocument/2006/relationships/customXml" Target="../ink/ink1873.xml"/><Relationship Id="rId151" Type="http://schemas.openxmlformats.org/officeDocument/2006/relationships/image" Target="../media/image1883.png"/><Relationship Id="rId172" Type="http://schemas.openxmlformats.org/officeDocument/2006/relationships/customXml" Target="../ink/ink1894.xml"/><Relationship Id="rId193" Type="http://schemas.openxmlformats.org/officeDocument/2006/relationships/image" Target="../media/image1904.png"/><Relationship Id="rId207" Type="http://schemas.openxmlformats.org/officeDocument/2006/relationships/image" Target="../media/image1911.png"/><Relationship Id="rId228" Type="http://schemas.openxmlformats.org/officeDocument/2006/relationships/customXml" Target="../ink/ink1922.xml"/><Relationship Id="rId249" Type="http://schemas.openxmlformats.org/officeDocument/2006/relationships/image" Target="../media/image1932.png"/><Relationship Id="rId13" Type="http://schemas.openxmlformats.org/officeDocument/2006/relationships/image" Target="../media/image1814.png"/><Relationship Id="rId109" Type="http://schemas.openxmlformats.org/officeDocument/2006/relationships/image" Target="../media/image1862.png"/><Relationship Id="rId260" Type="http://schemas.openxmlformats.org/officeDocument/2006/relationships/customXml" Target="../ink/ink1938.xml"/><Relationship Id="rId281" Type="http://schemas.openxmlformats.org/officeDocument/2006/relationships/image" Target="../media/image1948.png"/><Relationship Id="rId34" Type="http://schemas.openxmlformats.org/officeDocument/2006/relationships/customXml" Target="../ink/ink1825.xml"/><Relationship Id="rId55" Type="http://schemas.openxmlformats.org/officeDocument/2006/relationships/image" Target="../media/image1835.png"/><Relationship Id="rId76" Type="http://schemas.openxmlformats.org/officeDocument/2006/relationships/customXml" Target="../ink/ink1846.xml"/><Relationship Id="rId97" Type="http://schemas.openxmlformats.org/officeDocument/2006/relationships/image" Target="../media/image1856.png"/><Relationship Id="rId120" Type="http://schemas.openxmlformats.org/officeDocument/2006/relationships/customXml" Target="../ink/ink1868.xml"/><Relationship Id="rId141" Type="http://schemas.openxmlformats.org/officeDocument/2006/relationships/image" Target="../media/image1878.png"/><Relationship Id="rId7" Type="http://schemas.openxmlformats.org/officeDocument/2006/relationships/image" Target="../media/image1811.png"/><Relationship Id="rId162" Type="http://schemas.openxmlformats.org/officeDocument/2006/relationships/customXml" Target="../ink/ink1889.xml"/><Relationship Id="rId183" Type="http://schemas.openxmlformats.org/officeDocument/2006/relationships/image" Target="../media/image1899.png"/><Relationship Id="rId218" Type="http://schemas.openxmlformats.org/officeDocument/2006/relationships/customXml" Target="../ink/ink1917.xml"/><Relationship Id="rId239" Type="http://schemas.openxmlformats.org/officeDocument/2006/relationships/image" Target="../media/image1927.png"/><Relationship Id="rId250" Type="http://schemas.openxmlformats.org/officeDocument/2006/relationships/customXml" Target="../ink/ink1933.xml"/><Relationship Id="rId271" Type="http://schemas.openxmlformats.org/officeDocument/2006/relationships/image" Target="../media/image1943.png"/><Relationship Id="rId24" Type="http://schemas.openxmlformats.org/officeDocument/2006/relationships/customXml" Target="../ink/ink1820.xml"/><Relationship Id="rId45" Type="http://schemas.openxmlformats.org/officeDocument/2006/relationships/image" Target="../media/image1830.png"/><Relationship Id="rId66" Type="http://schemas.openxmlformats.org/officeDocument/2006/relationships/customXml" Target="../ink/ink1841.xml"/><Relationship Id="rId87" Type="http://schemas.openxmlformats.org/officeDocument/2006/relationships/image" Target="../media/image1851.png"/><Relationship Id="rId110" Type="http://schemas.openxmlformats.org/officeDocument/2006/relationships/customXml" Target="../ink/ink1863.xml"/><Relationship Id="rId131" Type="http://schemas.openxmlformats.org/officeDocument/2006/relationships/image" Target="../media/image1873.png"/><Relationship Id="rId152" Type="http://schemas.openxmlformats.org/officeDocument/2006/relationships/customXml" Target="../ink/ink1884.xml"/><Relationship Id="rId173" Type="http://schemas.openxmlformats.org/officeDocument/2006/relationships/image" Target="../media/image1894.png"/><Relationship Id="rId194" Type="http://schemas.openxmlformats.org/officeDocument/2006/relationships/customXml" Target="../ink/ink1905.xml"/><Relationship Id="rId208" Type="http://schemas.openxmlformats.org/officeDocument/2006/relationships/customXml" Target="../ink/ink1912.xml"/><Relationship Id="rId229" Type="http://schemas.openxmlformats.org/officeDocument/2006/relationships/image" Target="../media/image1922.png"/><Relationship Id="rId240" Type="http://schemas.openxmlformats.org/officeDocument/2006/relationships/customXml" Target="../ink/ink1928.xml"/><Relationship Id="rId261" Type="http://schemas.openxmlformats.org/officeDocument/2006/relationships/image" Target="../media/image1938.png"/><Relationship Id="rId14" Type="http://schemas.openxmlformats.org/officeDocument/2006/relationships/customXml" Target="../ink/ink1815.xml"/><Relationship Id="rId35" Type="http://schemas.openxmlformats.org/officeDocument/2006/relationships/image" Target="../media/image1825.png"/><Relationship Id="rId56" Type="http://schemas.openxmlformats.org/officeDocument/2006/relationships/customXml" Target="../ink/ink1836.xml"/><Relationship Id="rId77" Type="http://schemas.openxmlformats.org/officeDocument/2006/relationships/image" Target="../media/image1846.png"/><Relationship Id="rId100" Type="http://schemas.openxmlformats.org/officeDocument/2006/relationships/customXml" Target="../ink/ink1858.xml"/><Relationship Id="rId8" Type="http://schemas.openxmlformats.org/officeDocument/2006/relationships/customXml" Target="../ink/ink1812.xml"/><Relationship Id="rId98" Type="http://schemas.openxmlformats.org/officeDocument/2006/relationships/customXml" Target="../ink/ink1857.xml"/><Relationship Id="rId121" Type="http://schemas.openxmlformats.org/officeDocument/2006/relationships/image" Target="../media/image1868.png"/><Relationship Id="rId142" Type="http://schemas.openxmlformats.org/officeDocument/2006/relationships/customXml" Target="../ink/ink1879.xml"/><Relationship Id="rId163" Type="http://schemas.openxmlformats.org/officeDocument/2006/relationships/image" Target="../media/image1889.png"/><Relationship Id="rId184" Type="http://schemas.openxmlformats.org/officeDocument/2006/relationships/customXml" Target="../ink/ink1900.xml"/><Relationship Id="rId219" Type="http://schemas.openxmlformats.org/officeDocument/2006/relationships/image" Target="../media/image1917.png"/><Relationship Id="rId230" Type="http://schemas.openxmlformats.org/officeDocument/2006/relationships/customXml" Target="../ink/ink1923.xml"/><Relationship Id="rId251" Type="http://schemas.openxmlformats.org/officeDocument/2006/relationships/image" Target="../media/image1933.png"/><Relationship Id="rId25" Type="http://schemas.openxmlformats.org/officeDocument/2006/relationships/image" Target="../media/image1820.png"/><Relationship Id="rId46" Type="http://schemas.openxmlformats.org/officeDocument/2006/relationships/customXml" Target="../ink/ink1831.xml"/><Relationship Id="rId67" Type="http://schemas.openxmlformats.org/officeDocument/2006/relationships/image" Target="../media/image1841.png"/><Relationship Id="rId272" Type="http://schemas.openxmlformats.org/officeDocument/2006/relationships/customXml" Target="../ink/ink1944.xml"/><Relationship Id="rId88" Type="http://schemas.openxmlformats.org/officeDocument/2006/relationships/customXml" Target="../ink/ink1852.xml"/><Relationship Id="rId111" Type="http://schemas.openxmlformats.org/officeDocument/2006/relationships/image" Target="../media/image1863.png"/><Relationship Id="rId132" Type="http://schemas.openxmlformats.org/officeDocument/2006/relationships/customXml" Target="../ink/ink1874.xml"/><Relationship Id="rId153" Type="http://schemas.openxmlformats.org/officeDocument/2006/relationships/image" Target="../media/image1884.png"/><Relationship Id="rId174" Type="http://schemas.openxmlformats.org/officeDocument/2006/relationships/customXml" Target="../ink/ink1895.xml"/><Relationship Id="rId195" Type="http://schemas.openxmlformats.org/officeDocument/2006/relationships/image" Target="../media/image1905.png"/><Relationship Id="rId209" Type="http://schemas.openxmlformats.org/officeDocument/2006/relationships/image" Target="../media/image1912.png"/><Relationship Id="rId220" Type="http://schemas.openxmlformats.org/officeDocument/2006/relationships/customXml" Target="../ink/ink1918.xml"/><Relationship Id="rId241" Type="http://schemas.openxmlformats.org/officeDocument/2006/relationships/image" Target="../media/image1928.png"/><Relationship Id="rId15" Type="http://schemas.openxmlformats.org/officeDocument/2006/relationships/image" Target="../media/image1815.png"/><Relationship Id="rId36" Type="http://schemas.openxmlformats.org/officeDocument/2006/relationships/customXml" Target="../ink/ink1826.xml"/><Relationship Id="rId57" Type="http://schemas.openxmlformats.org/officeDocument/2006/relationships/image" Target="../media/image1836.png"/><Relationship Id="rId262" Type="http://schemas.openxmlformats.org/officeDocument/2006/relationships/customXml" Target="../ink/ink1939.xml"/><Relationship Id="rId78" Type="http://schemas.openxmlformats.org/officeDocument/2006/relationships/customXml" Target="../ink/ink1847.xml"/><Relationship Id="rId99" Type="http://schemas.openxmlformats.org/officeDocument/2006/relationships/image" Target="../media/image1857.png"/><Relationship Id="rId101" Type="http://schemas.openxmlformats.org/officeDocument/2006/relationships/image" Target="../media/image1858.png"/><Relationship Id="rId122" Type="http://schemas.openxmlformats.org/officeDocument/2006/relationships/customXml" Target="../ink/ink1869.xml"/><Relationship Id="rId143" Type="http://schemas.openxmlformats.org/officeDocument/2006/relationships/image" Target="../media/image1879.png"/><Relationship Id="rId164" Type="http://schemas.openxmlformats.org/officeDocument/2006/relationships/customXml" Target="../ink/ink1890.xml"/><Relationship Id="rId185" Type="http://schemas.openxmlformats.org/officeDocument/2006/relationships/image" Target="../media/image1900.png"/><Relationship Id="rId9" Type="http://schemas.openxmlformats.org/officeDocument/2006/relationships/image" Target="../media/image1812.png"/><Relationship Id="rId210" Type="http://schemas.openxmlformats.org/officeDocument/2006/relationships/customXml" Target="../ink/ink1913.xml"/><Relationship Id="rId26" Type="http://schemas.openxmlformats.org/officeDocument/2006/relationships/customXml" Target="../ink/ink1821.xml"/><Relationship Id="rId231" Type="http://schemas.openxmlformats.org/officeDocument/2006/relationships/image" Target="../media/image1923.png"/><Relationship Id="rId252" Type="http://schemas.openxmlformats.org/officeDocument/2006/relationships/customXml" Target="../ink/ink1934.xml"/><Relationship Id="rId273" Type="http://schemas.openxmlformats.org/officeDocument/2006/relationships/image" Target="../media/image1944.png"/><Relationship Id="rId47" Type="http://schemas.openxmlformats.org/officeDocument/2006/relationships/image" Target="../media/image1831.png"/><Relationship Id="rId68" Type="http://schemas.openxmlformats.org/officeDocument/2006/relationships/customXml" Target="../ink/ink1842.xml"/><Relationship Id="rId89" Type="http://schemas.openxmlformats.org/officeDocument/2006/relationships/image" Target="../media/image1852.png"/><Relationship Id="rId112" Type="http://schemas.openxmlformats.org/officeDocument/2006/relationships/customXml" Target="../ink/ink1864.xml"/><Relationship Id="rId133" Type="http://schemas.openxmlformats.org/officeDocument/2006/relationships/image" Target="../media/image1874.png"/><Relationship Id="rId154" Type="http://schemas.openxmlformats.org/officeDocument/2006/relationships/customXml" Target="../ink/ink1885.xml"/><Relationship Id="rId175" Type="http://schemas.openxmlformats.org/officeDocument/2006/relationships/image" Target="../media/image1895.png"/><Relationship Id="rId196" Type="http://schemas.openxmlformats.org/officeDocument/2006/relationships/customXml" Target="../ink/ink1906.xml"/><Relationship Id="rId200" Type="http://schemas.openxmlformats.org/officeDocument/2006/relationships/customXml" Target="../ink/ink1908.xml"/><Relationship Id="rId16" Type="http://schemas.openxmlformats.org/officeDocument/2006/relationships/customXml" Target="../ink/ink1816.xml"/><Relationship Id="rId221" Type="http://schemas.openxmlformats.org/officeDocument/2006/relationships/image" Target="../media/image1918.png"/><Relationship Id="rId242" Type="http://schemas.openxmlformats.org/officeDocument/2006/relationships/customXml" Target="../ink/ink1929.xml"/><Relationship Id="rId263" Type="http://schemas.openxmlformats.org/officeDocument/2006/relationships/image" Target="../media/image1939.png"/><Relationship Id="rId37" Type="http://schemas.openxmlformats.org/officeDocument/2006/relationships/image" Target="../media/image1826.png"/><Relationship Id="rId58" Type="http://schemas.openxmlformats.org/officeDocument/2006/relationships/customXml" Target="../ink/ink1837.xml"/><Relationship Id="rId79" Type="http://schemas.openxmlformats.org/officeDocument/2006/relationships/image" Target="../media/image1847.png"/><Relationship Id="rId102" Type="http://schemas.openxmlformats.org/officeDocument/2006/relationships/customXml" Target="../ink/ink1859.xml"/><Relationship Id="rId123" Type="http://schemas.openxmlformats.org/officeDocument/2006/relationships/image" Target="../media/image1869.png"/><Relationship Id="rId144" Type="http://schemas.openxmlformats.org/officeDocument/2006/relationships/customXml" Target="../ink/ink1880.xml"/><Relationship Id="rId90" Type="http://schemas.openxmlformats.org/officeDocument/2006/relationships/customXml" Target="../ink/ink1853.xml"/><Relationship Id="rId165" Type="http://schemas.openxmlformats.org/officeDocument/2006/relationships/image" Target="../media/image1890.png"/><Relationship Id="rId186" Type="http://schemas.openxmlformats.org/officeDocument/2006/relationships/customXml" Target="../ink/ink1901.xml"/><Relationship Id="rId211" Type="http://schemas.openxmlformats.org/officeDocument/2006/relationships/image" Target="../media/image1913.png"/><Relationship Id="rId232" Type="http://schemas.openxmlformats.org/officeDocument/2006/relationships/customXml" Target="../ink/ink1924.xml"/><Relationship Id="rId253" Type="http://schemas.openxmlformats.org/officeDocument/2006/relationships/image" Target="../media/image1934.png"/><Relationship Id="rId274" Type="http://schemas.openxmlformats.org/officeDocument/2006/relationships/customXml" Target="../ink/ink1945.xml"/><Relationship Id="rId27" Type="http://schemas.openxmlformats.org/officeDocument/2006/relationships/image" Target="../media/image1821.png"/><Relationship Id="rId48" Type="http://schemas.openxmlformats.org/officeDocument/2006/relationships/customXml" Target="../ink/ink1832.xml"/><Relationship Id="rId69" Type="http://schemas.openxmlformats.org/officeDocument/2006/relationships/image" Target="../media/image1842.png"/><Relationship Id="rId113" Type="http://schemas.openxmlformats.org/officeDocument/2006/relationships/image" Target="../media/image1864.png"/><Relationship Id="rId134" Type="http://schemas.openxmlformats.org/officeDocument/2006/relationships/customXml" Target="../ink/ink1875.xml"/><Relationship Id="rId80" Type="http://schemas.openxmlformats.org/officeDocument/2006/relationships/customXml" Target="../ink/ink1848.xml"/><Relationship Id="rId155" Type="http://schemas.openxmlformats.org/officeDocument/2006/relationships/image" Target="../media/image1885.png"/><Relationship Id="rId176" Type="http://schemas.openxmlformats.org/officeDocument/2006/relationships/customXml" Target="../ink/ink1896.xml"/><Relationship Id="rId197" Type="http://schemas.openxmlformats.org/officeDocument/2006/relationships/image" Target="../media/image1906.png"/><Relationship Id="rId201" Type="http://schemas.openxmlformats.org/officeDocument/2006/relationships/image" Target="../media/image1908.png"/><Relationship Id="rId222" Type="http://schemas.openxmlformats.org/officeDocument/2006/relationships/customXml" Target="../ink/ink1919.xml"/><Relationship Id="rId243" Type="http://schemas.openxmlformats.org/officeDocument/2006/relationships/image" Target="../media/image1929.png"/><Relationship Id="rId264" Type="http://schemas.openxmlformats.org/officeDocument/2006/relationships/customXml" Target="../ink/ink1940.xml"/><Relationship Id="rId17" Type="http://schemas.openxmlformats.org/officeDocument/2006/relationships/image" Target="../media/image1816.png"/><Relationship Id="rId38" Type="http://schemas.openxmlformats.org/officeDocument/2006/relationships/customXml" Target="../ink/ink1827.xml"/><Relationship Id="rId59" Type="http://schemas.openxmlformats.org/officeDocument/2006/relationships/image" Target="../media/image1837.png"/><Relationship Id="rId103" Type="http://schemas.openxmlformats.org/officeDocument/2006/relationships/image" Target="../media/image1859.png"/><Relationship Id="rId124" Type="http://schemas.openxmlformats.org/officeDocument/2006/relationships/customXml" Target="../ink/ink1870.xml"/><Relationship Id="rId70" Type="http://schemas.openxmlformats.org/officeDocument/2006/relationships/customXml" Target="../ink/ink1843.xml"/><Relationship Id="rId91" Type="http://schemas.openxmlformats.org/officeDocument/2006/relationships/image" Target="../media/image1853.png"/><Relationship Id="rId145" Type="http://schemas.openxmlformats.org/officeDocument/2006/relationships/image" Target="../media/image1880.png"/><Relationship Id="rId166" Type="http://schemas.openxmlformats.org/officeDocument/2006/relationships/customXml" Target="../ink/ink1891.xml"/><Relationship Id="rId187" Type="http://schemas.openxmlformats.org/officeDocument/2006/relationships/image" Target="../media/image1901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1914.xml"/><Relationship Id="rId233" Type="http://schemas.openxmlformats.org/officeDocument/2006/relationships/image" Target="../media/image1924.png"/><Relationship Id="rId254" Type="http://schemas.openxmlformats.org/officeDocument/2006/relationships/customXml" Target="../ink/ink1935.xml"/><Relationship Id="rId28" Type="http://schemas.openxmlformats.org/officeDocument/2006/relationships/customXml" Target="../ink/ink1822.xml"/><Relationship Id="rId49" Type="http://schemas.openxmlformats.org/officeDocument/2006/relationships/image" Target="../media/image1832.png"/><Relationship Id="rId114" Type="http://schemas.openxmlformats.org/officeDocument/2006/relationships/customXml" Target="../ink/ink1865.xml"/><Relationship Id="rId275" Type="http://schemas.openxmlformats.org/officeDocument/2006/relationships/image" Target="../media/image1945.png"/><Relationship Id="rId60" Type="http://schemas.openxmlformats.org/officeDocument/2006/relationships/customXml" Target="../ink/ink1838.xml"/><Relationship Id="rId81" Type="http://schemas.openxmlformats.org/officeDocument/2006/relationships/image" Target="../media/image1848.png"/><Relationship Id="rId135" Type="http://schemas.openxmlformats.org/officeDocument/2006/relationships/image" Target="../media/image1875.png"/><Relationship Id="rId156" Type="http://schemas.openxmlformats.org/officeDocument/2006/relationships/customXml" Target="../ink/ink1886.xml"/><Relationship Id="rId177" Type="http://schemas.openxmlformats.org/officeDocument/2006/relationships/image" Target="../media/image1896.png"/><Relationship Id="rId198" Type="http://schemas.openxmlformats.org/officeDocument/2006/relationships/customXml" Target="../ink/ink1907.xml"/><Relationship Id="rId202" Type="http://schemas.openxmlformats.org/officeDocument/2006/relationships/customXml" Target="../ink/ink1909.xml"/><Relationship Id="rId223" Type="http://schemas.openxmlformats.org/officeDocument/2006/relationships/image" Target="../media/image1919.png"/><Relationship Id="rId244" Type="http://schemas.openxmlformats.org/officeDocument/2006/relationships/customXml" Target="../ink/ink1930.xml"/><Relationship Id="rId18" Type="http://schemas.openxmlformats.org/officeDocument/2006/relationships/customXml" Target="../ink/ink1817.xml"/><Relationship Id="rId39" Type="http://schemas.openxmlformats.org/officeDocument/2006/relationships/image" Target="../media/image1827.png"/><Relationship Id="rId265" Type="http://schemas.openxmlformats.org/officeDocument/2006/relationships/image" Target="../media/image1940.png"/><Relationship Id="rId50" Type="http://schemas.openxmlformats.org/officeDocument/2006/relationships/customXml" Target="../ink/ink1833.xml"/><Relationship Id="rId104" Type="http://schemas.openxmlformats.org/officeDocument/2006/relationships/customXml" Target="../ink/ink1860.xml"/><Relationship Id="rId125" Type="http://schemas.openxmlformats.org/officeDocument/2006/relationships/image" Target="../media/image1870.png"/><Relationship Id="rId146" Type="http://schemas.openxmlformats.org/officeDocument/2006/relationships/customXml" Target="../ink/ink1881.xml"/><Relationship Id="rId167" Type="http://schemas.openxmlformats.org/officeDocument/2006/relationships/image" Target="../media/image1891.png"/><Relationship Id="rId188" Type="http://schemas.openxmlformats.org/officeDocument/2006/relationships/customXml" Target="../ink/ink1902.xml"/><Relationship Id="rId71" Type="http://schemas.openxmlformats.org/officeDocument/2006/relationships/image" Target="../media/image1843.png"/><Relationship Id="rId92" Type="http://schemas.openxmlformats.org/officeDocument/2006/relationships/customXml" Target="../ink/ink1854.xml"/><Relationship Id="rId213" Type="http://schemas.openxmlformats.org/officeDocument/2006/relationships/image" Target="../media/image1914.png"/><Relationship Id="rId234" Type="http://schemas.openxmlformats.org/officeDocument/2006/relationships/customXml" Target="../ink/ink1925.xml"/><Relationship Id="rId2" Type="http://schemas.openxmlformats.org/officeDocument/2006/relationships/customXml" Target="../ink/ink1809.xml"/><Relationship Id="rId29" Type="http://schemas.openxmlformats.org/officeDocument/2006/relationships/image" Target="../media/image1822.png"/><Relationship Id="rId255" Type="http://schemas.openxmlformats.org/officeDocument/2006/relationships/image" Target="../media/image1935.png"/><Relationship Id="rId276" Type="http://schemas.openxmlformats.org/officeDocument/2006/relationships/customXml" Target="../ink/ink1946.xml"/><Relationship Id="rId40" Type="http://schemas.openxmlformats.org/officeDocument/2006/relationships/customXml" Target="../ink/ink1828.xml"/><Relationship Id="rId115" Type="http://schemas.openxmlformats.org/officeDocument/2006/relationships/image" Target="../media/image1865.png"/><Relationship Id="rId136" Type="http://schemas.openxmlformats.org/officeDocument/2006/relationships/customXml" Target="../ink/ink1876.xml"/><Relationship Id="rId157" Type="http://schemas.openxmlformats.org/officeDocument/2006/relationships/image" Target="../media/image1886.png"/><Relationship Id="rId178" Type="http://schemas.openxmlformats.org/officeDocument/2006/relationships/customXml" Target="../ink/ink1897.xml"/><Relationship Id="rId61" Type="http://schemas.openxmlformats.org/officeDocument/2006/relationships/image" Target="../media/image1838.png"/><Relationship Id="rId82" Type="http://schemas.openxmlformats.org/officeDocument/2006/relationships/customXml" Target="../ink/ink1849.xml"/><Relationship Id="rId199" Type="http://schemas.openxmlformats.org/officeDocument/2006/relationships/image" Target="../media/image1907.png"/><Relationship Id="rId203" Type="http://schemas.openxmlformats.org/officeDocument/2006/relationships/image" Target="../media/image1909.png"/><Relationship Id="rId19" Type="http://schemas.openxmlformats.org/officeDocument/2006/relationships/image" Target="../media/image1817.png"/><Relationship Id="rId224" Type="http://schemas.openxmlformats.org/officeDocument/2006/relationships/customXml" Target="../ink/ink1920.xml"/><Relationship Id="rId245" Type="http://schemas.openxmlformats.org/officeDocument/2006/relationships/image" Target="../media/image1930.png"/><Relationship Id="rId266" Type="http://schemas.openxmlformats.org/officeDocument/2006/relationships/customXml" Target="../ink/ink1941.xml"/><Relationship Id="rId30" Type="http://schemas.openxmlformats.org/officeDocument/2006/relationships/customXml" Target="../ink/ink1823.xml"/><Relationship Id="rId105" Type="http://schemas.openxmlformats.org/officeDocument/2006/relationships/image" Target="../media/image1860.png"/><Relationship Id="rId126" Type="http://schemas.openxmlformats.org/officeDocument/2006/relationships/customXml" Target="../ink/ink1871.xml"/><Relationship Id="rId147" Type="http://schemas.openxmlformats.org/officeDocument/2006/relationships/image" Target="../media/image1881.png"/><Relationship Id="rId168" Type="http://schemas.openxmlformats.org/officeDocument/2006/relationships/customXml" Target="../ink/ink1892.xml"/><Relationship Id="rId51" Type="http://schemas.openxmlformats.org/officeDocument/2006/relationships/image" Target="../media/image1833.png"/><Relationship Id="rId72" Type="http://schemas.openxmlformats.org/officeDocument/2006/relationships/customXml" Target="../ink/ink1844.xml"/><Relationship Id="rId93" Type="http://schemas.openxmlformats.org/officeDocument/2006/relationships/image" Target="../media/image1854.png"/><Relationship Id="rId189" Type="http://schemas.openxmlformats.org/officeDocument/2006/relationships/image" Target="../media/image1902.png"/><Relationship Id="rId3" Type="http://schemas.openxmlformats.org/officeDocument/2006/relationships/image" Target="../media/image1809.png"/><Relationship Id="rId214" Type="http://schemas.openxmlformats.org/officeDocument/2006/relationships/customXml" Target="../ink/ink1915.xml"/><Relationship Id="rId235" Type="http://schemas.openxmlformats.org/officeDocument/2006/relationships/image" Target="../media/image1925.png"/><Relationship Id="rId256" Type="http://schemas.openxmlformats.org/officeDocument/2006/relationships/customXml" Target="../ink/ink1936.xml"/><Relationship Id="rId277" Type="http://schemas.openxmlformats.org/officeDocument/2006/relationships/image" Target="../media/image1946.png"/><Relationship Id="rId116" Type="http://schemas.openxmlformats.org/officeDocument/2006/relationships/customXml" Target="../ink/ink1866.xml"/><Relationship Id="rId137" Type="http://schemas.openxmlformats.org/officeDocument/2006/relationships/image" Target="../media/image1876.png"/><Relationship Id="rId158" Type="http://schemas.openxmlformats.org/officeDocument/2006/relationships/customXml" Target="../ink/ink1887.xml"/><Relationship Id="rId20" Type="http://schemas.openxmlformats.org/officeDocument/2006/relationships/customXml" Target="../ink/ink1818.xml"/><Relationship Id="rId41" Type="http://schemas.openxmlformats.org/officeDocument/2006/relationships/image" Target="../media/image1828.png"/><Relationship Id="rId62" Type="http://schemas.openxmlformats.org/officeDocument/2006/relationships/customXml" Target="../ink/ink1839.xml"/><Relationship Id="rId83" Type="http://schemas.openxmlformats.org/officeDocument/2006/relationships/image" Target="../media/image1849.png"/><Relationship Id="rId179" Type="http://schemas.openxmlformats.org/officeDocument/2006/relationships/image" Target="../media/image1897.png"/><Relationship Id="rId190" Type="http://schemas.openxmlformats.org/officeDocument/2006/relationships/customXml" Target="../ink/ink1903.xml"/><Relationship Id="rId204" Type="http://schemas.openxmlformats.org/officeDocument/2006/relationships/customXml" Target="../ink/ink1910.xml"/><Relationship Id="rId225" Type="http://schemas.openxmlformats.org/officeDocument/2006/relationships/image" Target="../media/image1920.png"/><Relationship Id="rId246" Type="http://schemas.openxmlformats.org/officeDocument/2006/relationships/customXml" Target="../ink/ink1931.xml"/><Relationship Id="rId267" Type="http://schemas.openxmlformats.org/officeDocument/2006/relationships/image" Target="../media/image1941.png"/><Relationship Id="rId106" Type="http://schemas.openxmlformats.org/officeDocument/2006/relationships/customXml" Target="../ink/ink1861.xml"/><Relationship Id="rId127" Type="http://schemas.openxmlformats.org/officeDocument/2006/relationships/image" Target="../media/image1871.png"/><Relationship Id="rId10" Type="http://schemas.openxmlformats.org/officeDocument/2006/relationships/customXml" Target="../ink/ink1813.xml"/><Relationship Id="rId31" Type="http://schemas.openxmlformats.org/officeDocument/2006/relationships/image" Target="../media/image1823.png"/><Relationship Id="rId52" Type="http://schemas.openxmlformats.org/officeDocument/2006/relationships/customXml" Target="../ink/ink1834.xml"/><Relationship Id="rId73" Type="http://schemas.openxmlformats.org/officeDocument/2006/relationships/image" Target="../media/image1844.png"/><Relationship Id="rId94" Type="http://schemas.openxmlformats.org/officeDocument/2006/relationships/customXml" Target="../ink/ink1855.xml"/><Relationship Id="rId148" Type="http://schemas.openxmlformats.org/officeDocument/2006/relationships/customXml" Target="../ink/ink1882.xml"/><Relationship Id="rId169" Type="http://schemas.openxmlformats.org/officeDocument/2006/relationships/image" Target="../media/image1892.png"/><Relationship Id="rId4" Type="http://schemas.openxmlformats.org/officeDocument/2006/relationships/customXml" Target="../ink/ink1810.xml"/><Relationship Id="rId180" Type="http://schemas.openxmlformats.org/officeDocument/2006/relationships/customXml" Target="../ink/ink1898.xml"/><Relationship Id="rId215" Type="http://schemas.openxmlformats.org/officeDocument/2006/relationships/image" Target="../media/image1915.png"/><Relationship Id="rId236" Type="http://schemas.openxmlformats.org/officeDocument/2006/relationships/customXml" Target="../ink/ink1926.xml"/><Relationship Id="rId257" Type="http://schemas.openxmlformats.org/officeDocument/2006/relationships/image" Target="../media/image1936.png"/><Relationship Id="rId278" Type="http://schemas.openxmlformats.org/officeDocument/2006/relationships/customXml" Target="../ink/ink1947.xml"/><Relationship Id="rId42" Type="http://schemas.openxmlformats.org/officeDocument/2006/relationships/customXml" Target="../ink/ink1829.xml"/><Relationship Id="rId84" Type="http://schemas.openxmlformats.org/officeDocument/2006/relationships/customXml" Target="../ink/ink1850.xml"/><Relationship Id="rId138" Type="http://schemas.openxmlformats.org/officeDocument/2006/relationships/customXml" Target="../ink/ink1877.xml"/><Relationship Id="rId191" Type="http://schemas.openxmlformats.org/officeDocument/2006/relationships/image" Target="../media/image1903.png"/><Relationship Id="rId205" Type="http://schemas.openxmlformats.org/officeDocument/2006/relationships/image" Target="../media/image1910.png"/><Relationship Id="rId247" Type="http://schemas.openxmlformats.org/officeDocument/2006/relationships/image" Target="../media/image1931.png"/><Relationship Id="rId107" Type="http://schemas.openxmlformats.org/officeDocument/2006/relationships/image" Target="../media/image1861.png"/><Relationship Id="rId11" Type="http://schemas.openxmlformats.org/officeDocument/2006/relationships/image" Target="../media/image1813.png"/><Relationship Id="rId53" Type="http://schemas.openxmlformats.org/officeDocument/2006/relationships/image" Target="../media/image1834.png"/><Relationship Id="rId149" Type="http://schemas.openxmlformats.org/officeDocument/2006/relationships/image" Target="../media/image1882.png"/><Relationship Id="rId95" Type="http://schemas.openxmlformats.org/officeDocument/2006/relationships/image" Target="../media/image1855.png"/><Relationship Id="rId160" Type="http://schemas.openxmlformats.org/officeDocument/2006/relationships/customXml" Target="../ink/ink1888.xml"/><Relationship Id="rId216" Type="http://schemas.openxmlformats.org/officeDocument/2006/relationships/customXml" Target="../ink/ink1916.xml"/><Relationship Id="rId258" Type="http://schemas.openxmlformats.org/officeDocument/2006/relationships/customXml" Target="../ink/ink193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06.png"/><Relationship Id="rId299" Type="http://schemas.openxmlformats.org/officeDocument/2006/relationships/image" Target="../media/image2097.png"/><Relationship Id="rId21" Type="http://schemas.openxmlformats.org/officeDocument/2006/relationships/image" Target="../media/image1958.png"/><Relationship Id="rId63" Type="http://schemas.openxmlformats.org/officeDocument/2006/relationships/image" Target="../media/image1979.png"/><Relationship Id="rId159" Type="http://schemas.openxmlformats.org/officeDocument/2006/relationships/image" Target="../media/image2027.png"/><Relationship Id="rId324" Type="http://schemas.openxmlformats.org/officeDocument/2006/relationships/customXml" Target="../ink/ink2110.xml"/><Relationship Id="rId366" Type="http://schemas.openxmlformats.org/officeDocument/2006/relationships/customXml" Target="../ink/ink2131.xml"/><Relationship Id="rId170" Type="http://schemas.openxmlformats.org/officeDocument/2006/relationships/customXml" Target="../ink/ink2033.xml"/><Relationship Id="rId226" Type="http://schemas.openxmlformats.org/officeDocument/2006/relationships/customXml" Target="../ink/ink2061.xml"/><Relationship Id="rId268" Type="http://schemas.openxmlformats.org/officeDocument/2006/relationships/customXml" Target="../ink/ink2082.xml"/><Relationship Id="rId32" Type="http://schemas.openxmlformats.org/officeDocument/2006/relationships/customXml" Target="../ink/ink1964.xml"/><Relationship Id="rId74" Type="http://schemas.openxmlformats.org/officeDocument/2006/relationships/customXml" Target="../ink/ink1985.xml"/><Relationship Id="rId128" Type="http://schemas.openxmlformats.org/officeDocument/2006/relationships/customXml" Target="../ink/ink2012.xml"/><Relationship Id="rId335" Type="http://schemas.openxmlformats.org/officeDocument/2006/relationships/image" Target="../media/image2114.png"/><Relationship Id="rId5" Type="http://schemas.openxmlformats.org/officeDocument/2006/relationships/image" Target="../media/image1950.png"/><Relationship Id="rId181" Type="http://schemas.openxmlformats.org/officeDocument/2006/relationships/image" Target="../media/image2038.png"/><Relationship Id="rId237" Type="http://schemas.openxmlformats.org/officeDocument/2006/relationships/image" Target="../media/image2066.png"/><Relationship Id="rId279" Type="http://schemas.openxmlformats.org/officeDocument/2006/relationships/image" Target="../media/image2087.png"/><Relationship Id="rId43" Type="http://schemas.openxmlformats.org/officeDocument/2006/relationships/image" Target="../media/image1969.png"/><Relationship Id="rId139" Type="http://schemas.openxmlformats.org/officeDocument/2006/relationships/image" Target="../media/image2017.png"/><Relationship Id="rId290" Type="http://schemas.openxmlformats.org/officeDocument/2006/relationships/customXml" Target="../ink/ink2093.xml"/><Relationship Id="rId304" Type="http://schemas.openxmlformats.org/officeDocument/2006/relationships/customXml" Target="../ink/ink2100.xml"/><Relationship Id="rId346" Type="http://schemas.openxmlformats.org/officeDocument/2006/relationships/customXml" Target="../ink/ink2121.xml"/><Relationship Id="rId85" Type="http://schemas.openxmlformats.org/officeDocument/2006/relationships/image" Target="../media/image1990.png"/><Relationship Id="rId150" Type="http://schemas.openxmlformats.org/officeDocument/2006/relationships/customXml" Target="../ink/ink2023.xml"/><Relationship Id="rId192" Type="http://schemas.openxmlformats.org/officeDocument/2006/relationships/customXml" Target="../ink/ink2044.xml"/><Relationship Id="rId206" Type="http://schemas.openxmlformats.org/officeDocument/2006/relationships/customXml" Target="../ink/ink2051.xml"/><Relationship Id="rId248" Type="http://schemas.openxmlformats.org/officeDocument/2006/relationships/customXml" Target="../ink/ink2072.xml"/><Relationship Id="rId12" Type="http://schemas.openxmlformats.org/officeDocument/2006/relationships/customXml" Target="../ink/ink1954.xml"/><Relationship Id="rId108" Type="http://schemas.openxmlformats.org/officeDocument/2006/relationships/customXml" Target="../ink/ink2002.xml"/><Relationship Id="rId315" Type="http://schemas.openxmlformats.org/officeDocument/2006/relationships/image" Target="../media/image2105.png"/><Relationship Id="rId357" Type="http://schemas.openxmlformats.org/officeDocument/2006/relationships/image" Target="../media/image2125.png"/><Relationship Id="rId54" Type="http://schemas.openxmlformats.org/officeDocument/2006/relationships/customXml" Target="../ink/ink1975.xml"/><Relationship Id="rId96" Type="http://schemas.openxmlformats.org/officeDocument/2006/relationships/customXml" Target="../ink/ink1996.xml"/><Relationship Id="rId161" Type="http://schemas.openxmlformats.org/officeDocument/2006/relationships/image" Target="../media/image2028.png"/><Relationship Id="rId217" Type="http://schemas.openxmlformats.org/officeDocument/2006/relationships/image" Target="../media/image2056.png"/><Relationship Id="rId259" Type="http://schemas.openxmlformats.org/officeDocument/2006/relationships/image" Target="../media/image2077.png"/><Relationship Id="rId23" Type="http://schemas.openxmlformats.org/officeDocument/2006/relationships/image" Target="../media/image1959.png"/><Relationship Id="rId119" Type="http://schemas.openxmlformats.org/officeDocument/2006/relationships/image" Target="../media/image2007.png"/><Relationship Id="rId270" Type="http://schemas.openxmlformats.org/officeDocument/2006/relationships/customXml" Target="../ink/ink2083.xml"/><Relationship Id="rId326" Type="http://schemas.openxmlformats.org/officeDocument/2006/relationships/customXml" Target="../ink/ink2111.xml"/><Relationship Id="rId65" Type="http://schemas.openxmlformats.org/officeDocument/2006/relationships/image" Target="../media/image1980.png"/><Relationship Id="rId130" Type="http://schemas.openxmlformats.org/officeDocument/2006/relationships/customXml" Target="../ink/ink2013.xml"/><Relationship Id="rId368" Type="http://schemas.openxmlformats.org/officeDocument/2006/relationships/customXml" Target="../ink/ink2132.xml"/><Relationship Id="rId172" Type="http://schemas.openxmlformats.org/officeDocument/2006/relationships/customXml" Target="../ink/ink2034.xml"/><Relationship Id="rId228" Type="http://schemas.openxmlformats.org/officeDocument/2006/relationships/customXml" Target="../ink/ink2062.xml"/><Relationship Id="rId281" Type="http://schemas.openxmlformats.org/officeDocument/2006/relationships/image" Target="../media/image2088.png"/><Relationship Id="rId337" Type="http://schemas.openxmlformats.org/officeDocument/2006/relationships/image" Target="../media/image2115.png"/><Relationship Id="rId34" Type="http://schemas.openxmlformats.org/officeDocument/2006/relationships/customXml" Target="../ink/ink1965.xml"/><Relationship Id="rId76" Type="http://schemas.openxmlformats.org/officeDocument/2006/relationships/customXml" Target="../ink/ink1986.xml"/><Relationship Id="rId141" Type="http://schemas.openxmlformats.org/officeDocument/2006/relationships/image" Target="../media/image2018.png"/><Relationship Id="rId7" Type="http://schemas.openxmlformats.org/officeDocument/2006/relationships/image" Target="../media/image1951.png"/><Relationship Id="rId183" Type="http://schemas.openxmlformats.org/officeDocument/2006/relationships/image" Target="../media/image2039.png"/><Relationship Id="rId239" Type="http://schemas.openxmlformats.org/officeDocument/2006/relationships/image" Target="../media/image2067.png"/><Relationship Id="rId250" Type="http://schemas.openxmlformats.org/officeDocument/2006/relationships/customXml" Target="../ink/ink2073.xml"/><Relationship Id="rId292" Type="http://schemas.openxmlformats.org/officeDocument/2006/relationships/customXml" Target="../ink/ink2094.xml"/><Relationship Id="rId306" Type="http://schemas.openxmlformats.org/officeDocument/2006/relationships/customXml" Target="../ink/ink2101.xml"/><Relationship Id="rId45" Type="http://schemas.openxmlformats.org/officeDocument/2006/relationships/image" Target="../media/image1970.png"/><Relationship Id="rId87" Type="http://schemas.openxmlformats.org/officeDocument/2006/relationships/image" Target="../media/image1991.png"/><Relationship Id="rId110" Type="http://schemas.openxmlformats.org/officeDocument/2006/relationships/customXml" Target="../ink/ink2003.xml"/><Relationship Id="rId348" Type="http://schemas.openxmlformats.org/officeDocument/2006/relationships/customXml" Target="../ink/ink2122.xml"/><Relationship Id="rId152" Type="http://schemas.openxmlformats.org/officeDocument/2006/relationships/customXml" Target="../ink/ink2024.xml"/><Relationship Id="rId194" Type="http://schemas.openxmlformats.org/officeDocument/2006/relationships/customXml" Target="../ink/ink2045.xml"/><Relationship Id="rId208" Type="http://schemas.openxmlformats.org/officeDocument/2006/relationships/customXml" Target="../ink/ink2052.xml"/><Relationship Id="rId261" Type="http://schemas.openxmlformats.org/officeDocument/2006/relationships/image" Target="../media/image2078.png"/><Relationship Id="rId14" Type="http://schemas.openxmlformats.org/officeDocument/2006/relationships/customXml" Target="../ink/ink1955.xml"/><Relationship Id="rId56" Type="http://schemas.openxmlformats.org/officeDocument/2006/relationships/customXml" Target="../ink/ink1976.xml"/><Relationship Id="rId317" Type="http://schemas.openxmlformats.org/officeDocument/2006/relationships/image" Target="../media/image2106.png"/><Relationship Id="rId359" Type="http://schemas.openxmlformats.org/officeDocument/2006/relationships/image" Target="../media/image2126.png"/><Relationship Id="rId98" Type="http://schemas.openxmlformats.org/officeDocument/2006/relationships/customXml" Target="../ink/ink1997.xml"/><Relationship Id="rId121" Type="http://schemas.openxmlformats.org/officeDocument/2006/relationships/image" Target="../media/image2008.png"/><Relationship Id="rId163" Type="http://schemas.openxmlformats.org/officeDocument/2006/relationships/image" Target="../media/image2029.png"/><Relationship Id="rId219" Type="http://schemas.openxmlformats.org/officeDocument/2006/relationships/image" Target="../media/image2057.png"/><Relationship Id="rId370" Type="http://schemas.openxmlformats.org/officeDocument/2006/relationships/customXml" Target="../ink/ink2133.xml"/><Relationship Id="rId230" Type="http://schemas.openxmlformats.org/officeDocument/2006/relationships/customXml" Target="../ink/ink2063.xml"/><Relationship Id="rId25" Type="http://schemas.openxmlformats.org/officeDocument/2006/relationships/image" Target="../media/image1960.png"/><Relationship Id="rId67" Type="http://schemas.openxmlformats.org/officeDocument/2006/relationships/image" Target="../media/image1981.png"/><Relationship Id="rId272" Type="http://schemas.openxmlformats.org/officeDocument/2006/relationships/customXml" Target="../ink/ink2084.xml"/><Relationship Id="rId328" Type="http://schemas.openxmlformats.org/officeDocument/2006/relationships/customXml" Target="../ink/ink2112.xml"/><Relationship Id="rId132" Type="http://schemas.openxmlformats.org/officeDocument/2006/relationships/customXml" Target="../ink/ink2014.xml"/><Relationship Id="rId174" Type="http://schemas.openxmlformats.org/officeDocument/2006/relationships/customXml" Target="../ink/ink2035.xml"/><Relationship Id="rId241" Type="http://schemas.openxmlformats.org/officeDocument/2006/relationships/image" Target="../media/image2068.png"/><Relationship Id="rId36" Type="http://schemas.openxmlformats.org/officeDocument/2006/relationships/customXml" Target="../ink/ink1966.xml"/><Relationship Id="rId283" Type="http://schemas.openxmlformats.org/officeDocument/2006/relationships/image" Target="../media/image2089.png"/><Relationship Id="rId339" Type="http://schemas.openxmlformats.org/officeDocument/2006/relationships/image" Target="../media/image2116.png"/><Relationship Id="rId78" Type="http://schemas.openxmlformats.org/officeDocument/2006/relationships/customXml" Target="../ink/ink1987.xml"/><Relationship Id="rId99" Type="http://schemas.openxmlformats.org/officeDocument/2006/relationships/image" Target="../media/image1997.png"/><Relationship Id="rId101" Type="http://schemas.openxmlformats.org/officeDocument/2006/relationships/image" Target="../media/image1998.png"/><Relationship Id="rId122" Type="http://schemas.openxmlformats.org/officeDocument/2006/relationships/customXml" Target="../ink/ink2009.xml"/><Relationship Id="rId143" Type="http://schemas.openxmlformats.org/officeDocument/2006/relationships/image" Target="../media/image2019.png"/><Relationship Id="rId164" Type="http://schemas.openxmlformats.org/officeDocument/2006/relationships/customXml" Target="../ink/ink2030.xml"/><Relationship Id="rId185" Type="http://schemas.openxmlformats.org/officeDocument/2006/relationships/image" Target="../media/image2040.png"/><Relationship Id="rId350" Type="http://schemas.openxmlformats.org/officeDocument/2006/relationships/customXml" Target="../ink/ink2123.xml"/><Relationship Id="rId371" Type="http://schemas.openxmlformats.org/officeDocument/2006/relationships/image" Target="../media/image2132.png"/><Relationship Id="rId9" Type="http://schemas.openxmlformats.org/officeDocument/2006/relationships/image" Target="../media/image1952.png"/><Relationship Id="rId210" Type="http://schemas.openxmlformats.org/officeDocument/2006/relationships/customXml" Target="../ink/ink2053.xml"/><Relationship Id="rId26" Type="http://schemas.openxmlformats.org/officeDocument/2006/relationships/customXml" Target="../ink/ink1961.xml"/><Relationship Id="rId231" Type="http://schemas.openxmlformats.org/officeDocument/2006/relationships/image" Target="../media/image2063.png"/><Relationship Id="rId252" Type="http://schemas.openxmlformats.org/officeDocument/2006/relationships/customXml" Target="../ink/ink2074.xml"/><Relationship Id="rId273" Type="http://schemas.openxmlformats.org/officeDocument/2006/relationships/image" Target="../media/image2084.png"/><Relationship Id="rId294" Type="http://schemas.openxmlformats.org/officeDocument/2006/relationships/customXml" Target="../ink/ink2095.xml"/><Relationship Id="rId308" Type="http://schemas.openxmlformats.org/officeDocument/2006/relationships/customXml" Target="../ink/ink2102.xml"/><Relationship Id="rId329" Type="http://schemas.openxmlformats.org/officeDocument/2006/relationships/image" Target="../media/image770.png"/><Relationship Id="rId47" Type="http://schemas.openxmlformats.org/officeDocument/2006/relationships/image" Target="../media/image1971.png"/><Relationship Id="rId68" Type="http://schemas.openxmlformats.org/officeDocument/2006/relationships/customXml" Target="../ink/ink1982.xml"/><Relationship Id="rId89" Type="http://schemas.openxmlformats.org/officeDocument/2006/relationships/image" Target="../media/image1992.png"/><Relationship Id="rId112" Type="http://schemas.openxmlformats.org/officeDocument/2006/relationships/customXml" Target="../ink/ink2004.xml"/><Relationship Id="rId133" Type="http://schemas.openxmlformats.org/officeDocument/2006/relationships/image" Target="../media/image2014.png"/><Relationship Id="rId154" Type="http://schemas.openxmlformats.org/officeDocument/2006/relationships/customXml" Target="../ink/ink2025.xml"/><Relationship Id="rId175" Type="http://schemas.openxmlformats.org/officeDocument/2006/relationships/image" Target="../media/image2035.png"/><Relationship Id="rId340" Type="http://schemas.openxmlformats.org/officeDocument/2006/relationships/customXml" Target="../ink/ink2118.xml"/><Relationship Id="rId361" Type="http://schemas.openxmlformats.org/officeDocument/2006/relationships/image" Target="../media/image2127.png"/><Relationship Id="rId196" Type="http://schemas.openxmlformats.org/officeDocument/2006/relationships/customXml" Target="../ink/ink2046.xml"/><Relationship Id="rId200" Type="http://schemas.openxmlformats.org/officeDocument/2006/relationships/customXml" Target="../ink/ink2048.xml"/><Relationship Id="rId16" Type="http://schemas.openxmlformats.org/officeDocument/2006/relationships/customXml" Target="../ink/ink1956.xml"/><Relationship Id="rId221" Type="http://schemas.openxmlformats.org/officeDocument/2006/relationships/image" Target="../media/image2058.png"/><Relationship Id="rId242" Type="http://schemas.openxmlformats.org/officeDocument/2006/relationships/customXml" Target="../ink/ink2069.xml"/><Relationship Id="rId263" Type="http://schemas.openxmlformats.org/officeDocument/2006/relationships/image" Target="../media/image2079.png"/><Relationship Id="rId284" Type="http://schemas.openxmlformats.org/officeDocument/2006/relationships/customXml" Target="../ink/ink2090.xml"/><Relationship Id="rId319" Type="http://schemas.openxmlformats.org/officeDocument/2006/relationships/image" Target="../media/image2107.png"/><Relationship Id="rId37" Type="http://schemas.openxmlformats.org/officeDocument/2006/relationships/image" Target="../media/image1966.png"/><Relationship Id="rId58" Type="http://schemas.openxmlformats.org/officeDocument/2006/relationships/customXml" Target="../ink/ink1977.xml"/><Relationship Id="rId79" Type="http://schemas.openxmlformats.org/officeDocument/2006/relationships/image" Target="../media/image1987.png"/><Relationship Id="rId102" Type="http://schemas.openxmlformats.org/officeDocument/2006/relationships/customXml" Target="../ink/ink1999.xml"/><Relationship Id="rId123" Type="http://schemas.openxmlformats.org/officeDocument/2006/relationships/image" Target="../media/image2009.png"/><Relationship Id="rId144" Type="http://schemas.openxmlformats.org/officeDocument/2006/relationships/customXml" Target="../ink/ink2020.xml"/><Relationship Id="rId330" Type="http://schemas.openxmlformats.org/officeDocument/2006/relationships/customXml" Target="../ink/ink2113.xml"/><Relationship Id="rId90" Type="http://schemas.openxmlformats.org/officeDocument/2006/relationships/customXml" Target="../ink/ink1993.xml"/><Relationship Id="rId165" Type="http://schemas.openxmlformats.org/officeDocument/2006/relationships/image" Target="../media/image2030.png"/><Relationship Id="rId186" Type="http://schemas.openxmlformats.org/officeDocument/2006/relationships/customXml" Target="../ink/ink2041.xml"/><Relationship Id="rId351" Type="http://schemas.openxmlformats.org/officeDocument/2006/relationships/image" Target="../media/image2122.png"/><Relationship Id="rId372" Type="http://schemas.openxmlformats.org/officeDocument/2006/relationships/customXml" Target="../ink/ink2134.xml"/><Relationship Id="rId211" Type="http://schemas.openxmlformats.org/officeDocument/2006/relationships/image" Target="../media/image2053.png"/><Relationship Id="rId232" Type="http://schemas.openxmlformats.org/officeDocument/2006/relationships/customXml" Target="../ink/ink2064.xml"/><Relationship Id="rId253" Type="http://schemas.openxmlformats.org/officeDocument/2006/relationships/image" Target="../media/image2074.png"/><Relationship Id="rId274" Type="http://schemas.openxmlformats.org/officeDocument/2006/relationships/customXml" Target="../ink/ink2085.xml"/><Relationship Id="rId295" Type="http://schemas.openxmlformats.org/officeDocument/2006/relationships/image" Target="../media/image2095.png"/><Relationship Id="rId309" Type="http://schemas.openxmlformats.org/officeDocument/2006/relationships/image" Target="../media/image2102.png"/><Relationship Id="rId27" Type="http://schemas.openxmlformats.org/officeDocument/2006/relationships/image" Target="../media/image1961.png"/><Relationship Id="rId48" Type="http://schemas.openxmlformats.org/officeDocument/2006/relationships/customXml" Target="../ink/ink1972.xml"/><Relationship Id="rId69" Type="http://schemas.openxmlformats.org/officeDocument/2006/relationships/image" Target="../media/image1982.png"/><Relationship Id="rId113" Type="http://schemas.openxmlformats.org/officeDocument/2006/relationships/image" Target="../media/image2004.png"/><Relationship Id="rId134" Type="http://schemas.openxmlformats.org/officeDocument/2006/relationships/customXml" Target="../ink/ink2015.xml"/><Relationship Id="rId320" Type="http://schemas.openxmlformats.org/officeDocument/2006/relationships/customXml" Target="../ink/ink2108.xml"/><Relationship Id="rId80" Type="http://schemas.openxmlformats.org/officeDocument/2006/relationships/customXml" Target="../ink/ink1988.xml"/><Relationship Id="rId155" Type="http://schemas.openxmlformats.org/officeDocument/2006/relationships/image" Target="../media/image2025.png"/><Relationship Id="rId176" Type="http://schemas.openxmlformats.org/officeDocument/2006/relationships/customXml" Target="../ink/ink2036.xml"/><Relationship Id="rId197" Type="http://schemas.openxmlformats.org/officeDocument/2006/relationships/image" Target="../media/image2046.png"/><Relationship Id="rId341" Type="http://schemas.openxmlformats.org/officeDocument/2006/relationships/image" Target="../media/image2117.png"/><Relationship Id="rId362" Type="http://schemas.openxmlformats.org/officeDocument/2006/relationships/customXml" Target="../ink/ink2129.xml"/><Relationship Id="rId201" Type="http://schemas.openxmlformats.org/officeDocument/2006/relationships/image" Target="../media/image2048.png"/><Relationship Id="rId222" Type="http://schemas.openxmlformats.org/officeDocument/2006/relationships/customXml" Target="../ink/ink2059.xml"/><Relationship Id="rId243" Type="http://schemas.openxmlformats.org/officeDocument/2006/relationships/image" Target="../media/image2069.png"/><Relationship Id="rId264" Type="http://schemas.openxmlformats.org/officeDocument/2006/relationships/customXml" Target="../ink/ink2080.xml"/><Relationship Id="rId285" Type="http://schemas.openxmlformats.org/officeDocument/2006/relationships/image" Target="../media/image2090.png"/><Relationship Id="rId17" Type="http://schemas.openxmlformats.org/officeDocument/2006/relationships/image" Target="../media/image1956.png"/><Relationship Id="rId38" Type="http://schemas.openxmlformats.org/officeDocument/2006/relationships/customXml" Target="../ink/ink1967.xml"/><Relationship Id="rId59" Type="http://schemas.openxmlformats.org/officeDocument/2006/relationships/image" Target="../media/image1977.png"/><Relationship Id="rId103" Type="http://schemas.openxmlformats.org/officeDocument/2006/relationships/image" Target="../media/image1999.png"/><Relationship Id="rId124" Type="http://schemas.openxmlformats.org/officeDocument/2006/relationships/customXml" Target="../ink/ink2010.xml"/><Relationship Id="rId310" Type="http://schemas.openxmlformats.org/officeDocument/2006/relationships/customXml" Target="../ink/ink2103.xml"/><Relationship Id="rId70" Type="http://schemas.openxmlformats.org/officeDocument/2006/relationships/customXml" Target="../ink/ink1983.xml"/><Relationship Id="rId91" Type="http://schemas.openxmlformats.org/officeDocument/2006/relationships/image" Target="../media/image1993.png"/><Relationship Id="rId145" Type="http://schemas.openxmlformats.org/officeDocument/2006/relationships/image" Target="../media/image2020.png"/><Relationship Id="rId166" Type="http://schemas.openxmlformats.org/officeDocument/2006/relationships/customXml" Target="../ink/ink2031.xml"/><Relationship Id="rId187" Type="http://schemas.openxmlformats.org/officeDocument/2006/relationships/image" Target="../media/image2041.png"/><Relationship Id="rId331" Type="http://schemas.openxmlformats.org/officeDocument/2006/relationships/image" Target="../media/image2112.png"/><Relationship Id="rId352" Type="http://schemas.openxmlformats.org/officeDocument/2006/relationships/customXml" Target="../ink/ink2124.xml"/><Relationship Id="rId373" Type="http://schemas.openxmlformats.org/officeDocument/2006/relationships/image" Target="../media/image2133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2054.xml"/><Relationship Id="rId233" Type="http://schemas.openxmlformats.org/officeDocument/2006/relationships/image" Target="../media/image2064.png"/><Relationship Id="rId254" Type="http://schemas.openxmlformats.org/officeDocument/2006/relationships/customXml" Target="../ink/ink2075.xml"/><Relationship Id="rId28" Type="http://schemas.openxmlformats.org/officeDocument/2006/relationships/customXml" Target="../ink/ink1962.xml"/><Relationship Id="rId49" Type="http://schemas.openxmlformats.org/officeDocument/2006/relationships/image" Target="../media/image1972.png"/><Relationship Id="rId114" Type="http://schemas.openxmlformats.org/officeDocument/2006/relationships/customXml" Target="../ink/ink2005.xml"/><Relationship Id="rId275" Type="http://schemas.openxmlformats.org/officeDocument/2006/relationships/image" Target="../media/image2085.png"/><Relationship Id="rId296" Type="http://schemas.openxmlformats.org/officeDocument/2006/relationships/customXml" Target="../ink/ink2096.xml"/><Relationship Id="rId300" Type="http://schemas.openxmlformats.org/officeDocument/2006/relationships/customXml" Target="../ink/ink2098.xml"/><Relationship Id="rId60" Type="http://schemas.openxmlformats.org/officeDocument/2006/relationships/customXml" Target="../ink/ink1978.xml"/><Relationship Id="rId81" Type="http://schemas.openxmlformats.org/officeDocument/2006/relationships/image" Target="../media/image1988.png"/><Relationship Id="rId135" Type="http://schemas.openxmlformats.org/officeDocument/2006/relationships/image" Target="../media/image2015.png"/><Relationship Id="rId156" Type="http://schemas.openxmlformats.org/officeDocument/2006/relationships/customXml" Target="../ink/ink2026.xml"/><Relationship Id="rId177" Type="http://schemas.openxmlformats.org/officeDocument/2006/relationships/image" Target="../media/image2036.png"/><Relationship Id="rId198" Type="http://schemas.openxmlformats.org/officeDocument/2006/relationships/customXml" Target="../ink/ink2047.xml"/><Relationship Id="rId321" Type="http://schemas.openxmlformats.org/officeDocument/2006/relationships/image" Target="../media/image2108.png"/><Relationship Id="rId342" Type="http://schemas.openxmlformats.org/officeDocument/2006/relationships/customXml" Target="../ink/ink2119.xml"/><Relationship Id="rId363" Type="http://schemas.openxmlformats.org/officeDocument/2006/relationships/image" Target="../media/image2128.png"/><Relationship Id="rId202" Type="http://schemas.openxmlformats.org/officeDocument/2006/relationships/customXml" Target="../ink/ink2049.xml"/><Relationship Id="rId223" Type="http://schemas.openxmlformats.org/officeDocument/2006/relationships/image" Target="../media/image2059.png"/><Relationship Id="rId244" Type="http://schemas.openxmlformats.org/officeDocument/2006/relationships/customXml" Target="../ink/ink2070.xml"/><Relationship Id="rId18" Type="http://schemas.openxmlformats.org/officeDocument/2006/relationships/customXml" Target="../ink/ink1957.xml"/><Relationship Id="rId39" Type="http://schemas.openxmlformats.org/officeDocument/2006/relationships/image" Target="../media/image1967.png"/><Relationship Id="rId265" Type="http://schemas.openxmlformats.org/officeDocument/2006/relationships/image" Target="../media/image2080.png"/><Relationship Id="rId286" Type="http://schemas.openxmlformats.org/officeDocument/2006/relationships/customXml" Target="../ink/ink2091.xml"/><Relationship Id="rId50" Type="http://schemas.openxmlformats.org/officeDocument/2006/relationships/customXml" Target="../ink/ink1973.xml"/><Relationship Id="rId104" Type="http://schemas.openxmlformats.org/officeDocument/2006/relationships/customXml" Target="../ink/ink2000.xml"/><Relationship Id="rId125" Type="http://schemas.openxmlformats.org/officeDocument/2006/relationships/image" Target="../media/image2010.png"/><Relationship Id="rId146" Type="http://schemas.openxmlformats.org/officeDocument/2006/relationships/customXml" Target="../ink/ink2021.xml"/><Relationship Id="rId167" Type="http://schemas.openxmlformats.org/officeDocument/2006/relationships/image" Target="../media/image2031.png"/><Relationship Id="rId188" Type="http://schemas.openxmlformats.org/officeDocument/2006/relationships/customXml" Target="../ink/ink2042.xml"/><Relationship Id="rId311" Type="http://schemas.openxmlformats.org/officeDocument/2006/relationships/image" Target="../media/image2103.png"/><Relationship Id="rId332" Type="http://schemas.openxmlformats.org/officeDocument/2006/relationships/customXml" Target="../ink/ink2114.xml"/><Relationship Id="rId353" Type="http://schemas.openxmlformats.org/officeDocument/2006/relationships/image" Target="../media/image2123.png"/><Relationship Id="rId71" Type="http://schemas.openxmlformats.org/officeDocument/2006/relationships/image" Target="../media/image1983.png"/><Relationship Id="rId92" Type="http://schemas.openxmlformats.org/officeDocument/2006/relationships/customXml" Target="../ink/ink1994.xml"/><Relationship Id="rId213" Type="http://schemas.openxmlformats.org/officeDocument/2006/relationships/image" Target="../media/image2054.png"/><Relationship Id="rId234" Type="http://schemas.openxmlformats.org/officeDocument/2006/relationships/customXml" Target="../ink/ink2065.xml"/><Relationship Id="rId2" Type="http://schemas.openxmlformats.org/officeDocument/2006/relationships/customXml" Target="../ink/ink1949.xml"/><Relationship Id="rId29" Type="http://schemas.openxmlformats.org/officeDocument/2006/relationships/image" Target="../media/image1962.png"/><Relationship Id="rId255" Type="http://schemas.openxmlformats.org/officeDocument/2006/relationships/image" Target="../media/image2075.png"/><Relationship Id="rId276" Type="http://schemas.openxmlformats.org/officeDocument/2006/relationships/customXml" Target="../ink/ink2086.xml"/><Relationship Id="rId297" Type="http://schemas.openxmlformats.org/officeDocument/2006/relationships/image" Target="../media/image2096.png"/><Relationship Id="rId40" Type="http://schemas.openxmlformats.org/officeDocument/2006/relationships/customXml" Target="../ink/ink1968.xml"/><Relationship Id="rId115" Type="http://schemas.openxmlformats.org/officeDocument/2006/relationships/image" Target="../media/image2005.png"/><Relationship Id="rId136" Type="http://schemas.openxmlformats.org/officeDocument/2006/relationships/customXml" Target="../ink/ink2016.xml"/><Relationship Id="rId157" Type="http://schemas.openxmlformats.org/officeDocument/2006/relationships/image" Target="../media/image2026.png"/><Relationship Id="rId178" Type="http://schemas.openxmlformats.org/officeDocument/2006/relationships/customXml" Target="../ink/ink2037.xml"/><Relationship Id="rId301" Type="http://schemas.openxmlformats.org/officeDocument/2006/relationships/image" Target="../media/image2098.png"/><Relationship Id="rId322" Type="http://schemas.openxmlformats.org/officeDocument/2006/relationships/customXml" Target="../ink/ink2109.xml"/><Relationship Id="rId343" Type="http://schemas.openxmlformats.org/officeDocument/2006/relationships/image" Target="../media/image2118.png"/><Relationship Id="rId364" Type="http://schemas.openxmlformats.org/officeDocument/2006/relationships/customXml" Target="../ink/ink2130.xml"/><Relationship Id="rId61" Type="http://schemas.openxmlformats.org/officeDocument/2006/relationships/image" Target="../media/image1978.png"/><Relationship Id="rId82" Type="http://schemas.openxmlformats.org/officeDocument/2006/relationships/customXml" Target="../ink/ink1989.xml"/><Relationship Id="rId199" Type="http://schemas.openxmlformats.org/officeDocument/2006/relationships/image" Target="../media/image2047.png"/><Relationship Id="rId203" Type="http://schemas.openxmlformats.org/officeDocument/2006/relationships/image" Target="../media/image2049.png"/><Relationship Id="rId19" Type="http://schemas.openxmlformats.org/officeDocument/2006/relationships/image" Target="../media/image1957.png"/><Relationship Id="rId224" Type="http://schemas.openxmlformats.org/officeDocument/2006/relationships/customXml" Target="../ink/ink2060.xml"/><Relationship Id="rId245" Type="http://schemas.openxmlformats.org/officeDocument/2006/relationships/image" Target="../media/image2070.png"/><Relationship Id="rId266" Type="http://schemas.openxmlformats.org/officeDocument/2006/relationships/customXml" Target="../ink/ink2081.xml"/><Relationship Id="rId287" Type="http://schemas.openxmlformats.org/officeDocument/2006/relationships/image" Target="../media/image2091.png"/><Relationship Id="rId30" Type="http://schemas.openxmlformats.org/officeDocument/2006/relationships/customXml" Target="../ink/ink1963.xml"/><Relationship Id="rId105" Type="http://schemas.openxmlformats.org/officeDocument/2006/relationships/image" Target="../media/image2000.png"/><Relationship Id="rId126" Type="http://schemas.openxmlformats.org/officeDocument/2006/relationships/customXml" Target="../ink/ink2011.xml"/><Relationship Id="rId147" Type="http://schemas.openxmlformats.org/officeDocument/2006/relationships/image" Target="../media/image2021.png"/><Relationship Id="rId168" Type="http://schemas.openxmlformats.org/officeDocument/2006/relationships/customXml" Target="../ink/ink2032.xml"/><Relationship Id="rId312" Type="http://schemas.openxmlformats.org/officeDocument/2006/relationships/customXml" Target="../ink/ink2104.xml"/><Relationship Id="rId333" Type="http://schemas.openxmlformats.org/officeDocument/2006/relationships/image" Target="../media/image2113.png"/><Relationship Id="rId354" Type="http://schemas.openxmlformats.org/officeDocument/2006/relationships/customXml" Target="../ink/ink2125.xml"/><Relationship Id="rId51" Type="http://schemas.openxmlformats.org/officeDocument/2006/relationships/image" Target="../media/image1973.png"/><Relationship Id="rId72" Type="http://schemas.openxmlformats.org/officeDocument/2006/relationships/customXml" Target="../ink/ink1984.xml"/><Relationship Id="rId93" Type="http://schemas.openxmlformats.org/officeDocument/2006/relationships/image" Target="../media/image1994.png"/><Relationship Id="rId189" Type="http://schemas.openxmlformats.org/officeDocument/2006/relationships/image" Target="../media/image2042.png"/><Relationship Id="rId3" Type="http://schemas.openxmlformats.org/officeDocument/2006/relationships/image" Target="../media/image1949.png"/><Relationship Id="rId214" Type="http://schemas.openxmlformats.org/officeDocument/2006/relationships/customXml" Target="../ink/ink2055.xml"/><Relationship Id="rId235" Type="http://schemas.openxmlformats.org/officeDocument/2006/relationships/image" Target="../media/image2065.png"/><Relationship Id="rId256" Type="http://schemas.openxmlformats.org/officeDocument/2006/relationships/customXml" Target="../ink/ink2076.xml"/><Relationship Id="rId277" Type="http://schemas.openxmlformats.org/officeDocument/2006/relationships/image" Target="../media/image2086.png"/><Relationship Id="rId298" Type="http://schemas.openxmlformats.org/officeDocument/2006/relationships/customXml" Target="../ink/ink2097.xml"/><Relationship Id="rId116" Type="http://schemas.openxmlformats.org/officeDocument/2006/relationships/customXml" Target="../ink/ink2006.xml"/><Relationship Id="rId137" Type="http://schemas.openxmlformats.org/officeDocument/2006/relationships/image" Target="../media/image2016.png"/><Relationship Id="rId158" Type="http://schemas.openxmlformats.org/officeDocument/2006/relationships/customXml" Target="../ink/ink2027.xml"/><Relationship Id="rId302" Type="http://schemas.openxmlformats.org/officeDocument/2006/relationships/customXml" Target="../ink/ink2099.xml"/><Relationship Id="rId323" Type="http://schemas.openxmlformats.org/officeDocument/2006/relationships/image" Target="../media/image2109.png"/><Relationship Id="rId344" Type="http://schemas.openxmlformats.org/officeDocument/2006/relationships/customXml" Target="../ink/ink2120.xml"/><Relationship Id="rId20" Type="http://schemas.openxmlformats.org/officeDocument/2006/relationships/customXml" Target="../ink/ink1958.xml"/><Relationship Id="rId41" Type="http://schemas.openxmlformats.org/officeDocument/2006/relationships/image" Target="../media/image1968.png"/><Relationship Id="rId62" Type="http://schemas.openxmlformats.org/officeDocument/2006/relationships/customXml" Target="../ink/ink1979.xml"/><Relationship Id="rId83" Type="http://schemas.openxmlformats.org/officeDocument/2006/relationships/image" Target="../media/image1989.png"/><Relationship Id="rId179" Type="http://schemas.openxmlformats.org/officeDocument/2006/relationships/image" Target="../media/image2037.png"/><Relationship Id="rId365" Type="http://schemas.openxmlformats.org/officeDocument/2006/relationships/image" Target="../media/image2129.png"/><Relationship Id="rId190" Type="http://schemas.openxmlformats.org/officeDocument/2006/relationships/customXml" Target="../ink/ink2043.xml"/><Relationship Id="rId204" Type="http://schemas.openxmlformats.org/officeDocument/2006/relationships/customXml" Target="../ink/ink2050.xml"/><Relationship Id="rId225" Type="http://schemas.openxmlformats.org/officeDocument/2006/relationships/image" Target="../media/image2060.png"/><Relationship Id="rId246" Type="http://schemas.openxmlformats.org/officeDocument/2006/relationships/customXml" Target="../ink/ink2071.xml"/><Relationship Id="rId267" Type="http://schemas.openxmlformats.org/officeDocument/2006/relationships/image" Target="../media/image2081.png"/><Relationship Id="rId288" Type="http://schemas.openxmlformats.org/officeDocument/2006/relationships/customXml" Target="../ink/ink2092.xml"/><Relationship Id="rId106" Type="http://schemas.openxmlformats.org/officeDocument/2006/relationships/customXml" Target="../ink/ink2001.xml"/><Relationship Id="rId127" Type="http://schemas.openxmlformats.org/officeDocument/2006/relationships/image" Target="../media/image2011.png"/><Relationship Id="rId313" Type="http://schemas.openxmlformats.org/officeDocument/2006/relationships/image" Target="../media/image2104.png"/><Relationship Id="rId10" Type="http://schemas.openxmlformats.org/officeDocument/2006/relationships/customXml" Target="../ink/ink1953.xml"/><Relationship Id="rId31" Type="http://schemas.openxmlformats.org/officeDocument/2006/relationships/image" Target="../media/image1963.png"/><Relationship Id="rId52" Type="http://schemas.openxmlformats.org/officeDocument/2006/relationships/customXml" Target="../ink/ink1974.xml"/><Relationship Id="rId73" Type="http://schemas.openxmlformats.org/officeDocument/2006/relationships/image" Target="../media/image1984.png"/><Relationship Id="rId94" Type="http://schemas.openxmlformats.org/officeDocument/2006/relationships/customXml" Target="../ink/ink1995.xml"/><Relationship Id="rId148" Type="http://schemas.openxmlformats.org/officeDocument/2006/relationships/customXml" Target="../ink/ink2022.xml"/><Relationship Id="rId169" Type="http://schemas.openxmlformats.org/officeDocument/2006/relationships/image" Target="../media/image2032.png"/><Relationship Id="rId334" Type="http://schemas.openxmlformats.org/officeDocument/2006/relationships/customXml" Target="../ink/ink2115.xml"/><Relationship Id="rId355" Type="http://schemas.openxmlformats.org/officeDocument/2006/relationships/image" Target="../media/image2124.png"/><Relationship Id="rId4" Type="http://schemas.openxmlformats.org/officeDocument/2006/relationships/customXml" Target="../ink/ink1950.xml"/><Relationship Id="rId180" Type="http://schemas.openxmlformats.org/officeDocument/2006/relationships/customXml" Target="../ink/ink2038.xml"/><Relationship Id="rId215" Type="http://schemas.openxmlformats.org/officeDocument/2006/relationships/image" Target="../media/image2055.png"/><Relationship Id="rId236" Type="http://schemas.openxmlformats.org/officeDocument/2006/relationships/customXml" Target="../ink/ink2066.xml"/><Relationship Id="rId257" Type="http://schemas.openxmlformats.org/officeDocument/2006/relationships/image" Target="../media/image2076.png"/><Relationship Id="rId278" Type="http://schemas.openxmlformats.org/officeDocument/2006/relationships/customXml" Target="../ink/ink2087.xml"/><Relationship Id="rId303" Type="http://schemas.openxmlformats.org/officeDocument/2006/relationships/image" Target="../media/image2099.png"/><Relationship Id="rId42" Type="http://schemas.openxmlformats.org/officeDocument/2006/relationships/customXml" Target="../ink/ink1969.xml"/><Relationship Id="rId84" Type="http://schemas.openxmlformats.org/officeDocument/2006/relationships/customXml" Target="../ink/ink1990.xml"/><Relationship Id="rId138" Type="http://schemas.openxmlformats.org/officeDocument/2006/relationships/customXml" Target="../ink/ink2017.xml"/><Relationship Id="rId345" Type="http://schemas.openxmlformats.org/officeDocument/2006/relationships/image" Target="../media/image2119.png"/><Relationship Id="rId191" Type="http://schemas.openxmlformats.org/officeDocument/2006/relationships/image" Target="../media/image2043.png"/><Relationship Id="rId205" Type="http://schemas.openxmlformats.org/officeDocument/2006/relationships/image" Target="../media/image2050.png"/><Relationship Id="rId247" Type="http://schemas.openxmlformats.org/officeDocument/2006/relationships/image" Target="../media/image2071.png"/><Relationship Id="rId107" Type="http://schemas.openxmlformats.org/officeDocument/2006/relationships/image" Target="../media/image2001.png"/><Relationship Id="rId289" Type="http://schemas.openxmlformats.org/officeDocument/2006/relationships/image" Target="../media/image2092.png"/><Relationship Id="rId11" Type="http://schemas.openxmlformats.org/officeDocument/2006/relationships/image" Target="../media/image1953.png"/><Relationship Id="rId53" Type="http://schemas.openxmlformats.org/officeDocument/2006/relationships/image" Target="../media/image1974.png"/><Relationship Id="rId149" Type="http://schemas.openxmlformats.org/officeDocument/2006/relationships/image" Target="../media/image2022.png"/><Relationship Id="rId314" Type="http://schemas.openxmlformats.org/officeDocument/2006/relationships/customXml" Target="../ink/ink2105.xml"/><Relationship Id="rId356" Type="http://schemas.openxmlformats.org/officeDocument/2006/relationships/customXml" Target="../ink/ink2126.xml"/><Relationship Id="rId95" Type="http://schemas.openxmlformats.org/officeDocument/2006/relationships/image" Target="../media/image1995.png"/><Relationship Id="rId160" Type="http://schemas.openxmlformats.org/officeDocument/2006/relationships/customXml" Target="../ink/ink2028.xml"/><Relationship Id="rId216" Type="http://schemas.openxmlformats.org/officeDocument/2006/relationships/customXml" Target="../ink/ink2056.xml"/><Relationship Id="rId258" Type="http://schemas.openxmlformats.org/officeDocument/2006/relationships/customXml" Target="../ink/ink2077.xml"/><Relationship Id="rId22" Type="http://schemas.openxmlformats.org/officeDocument/2006/relationships/customXml" Target="../ink/ink1959.xml"/><Relationship Id="rId64" Type="http://schemas.openxmlformats.org/officeDocument/2006/relationships/customXml" Target="../ink/ink1980.xml"/><Relationship Id="rId118" Type="http://schemas.openxmlformats.org/officeDocument/2006/relationships/customXml" Target="../ink/ink2007.xml"/><Relationship Id="rId325" Type="http://schemas.openxmlformats.org/officeDocument/2006/relationships/image" Target="../media/image2110.png"/><Relationship Id="rId367" Type="http://schemas.openxmlformats.org/officeDocument/2006/relationships/image" Target="../media/image2130.png"/><Relationship Id="rId171" Type="http://schemas.openxmlformats.org/officeDocument/2006/relationships/image" Target="../media/image2033.png"/><Relationship Id="rId227" Type="http://schemas.openxmlformats.org/officeDocument/2006/relationships/image" Target="../media/image2061.png"/><Relationship Id="rId269" Type="http://schemas.openxmlformats.org/officeDocument/2006/relationships/image" Target="../media/image2082.png"/><Relationship Id="rId33" Type="http://schemas.openxmlformats.org/officeDocument/2006/relationships/image" Target="../media/image1964.png"/><Relationship Id="rId129" Type="http://schemas.openxmlformats.org/officeDocument/2006/relationships/image" Target="../media/image2012.png"/><Relationship Id="rId280" Type="http://schemas.openxmlformats.org/officeDocument/2006/relationships/customXml" Target="../ink/ink2088.xml"/><Relationship Id="rId336" Type="http://schemas.openxmlformats.org/officeDocument/2006/relationships/customXml" Target="../ink/ink2116.xml"/><Relationship Id="rId75" Type="http://schemas.openxmlformats.org/officeDocument/2006/relationships/image" Target="../media/image1985.png"/><Relationship Id="rId140" Type="http://schemas.openxmlformats.org/officeDocument/2006/relationships/customXml" Target="../ink/ink2018.xml"/><Relationship Id="rId182" Type="http://schemas.openxmlformats.org/officeDocument/2006/relationships/customXml" Target="../ink/ink2039.xml"/><Relationship Id="rId6" Type="http://schemas.openxmlformats.org/officeDocument/2006/relationships/customXml" Target="../ink/ink1951.xml"/><Relationship Id="rId238" Type="http://schemas.openxmlformats.org/officeDocument/2006/relationships/customXml" Target="../ink/ink2067.xml"/><Relationship Id="rId291" Type="http://schemas.openxmlformats.org/officeDocument/2006/relationships/image" Target="../media/image2093.png"/><Relationship Id="rId305" Type="http://schemas.openxmlformats.org/officeDocument/2006/relationships/image" Target="../media/image2100.png"/><Relationship Id="rId347" Type="http://schemas.openxmlformats.org/officeDocument/2006/relationships/image" Target="../media/image2120.png"/><Relationship Id="rId44" Type="http://schemas.openxmlformats.org/officeDocument/2006/relationships/customXml" Target="../ink/ink1970.xml"/><Relationship Id="rId86" Type="http://schemas.openxmlformats.org/officeDocument/2006/relationships/customXml" Target="../ink/ink1991.xml"/><Relationship Id="rId151" Type="http://schemas.openxmlformats.org/officeDocument/2006/relationships/image" Target="../media/image2023.png"/><Relationship Id="rId193" Type="http://schemas.openxmlformats.org/officeDocument/2006/relationships/image" Target="../media/image2044.png"/><Relationship Id="rId207" Type="http://schemas.openxmlformats.org/officeDocument/2006/relationships/image" Target="../media/image2051.png"/><Relationship Id="rId249" Type="http://schemas.openxmlformats.org/officeDocument/2006/relationships/image" Target="../media/image2072.png"/><Relationship Id="rId13" Type="http://schemas.openxmlformats.org/officeDocument/2006/relationships/image" Target="../media/image1954.png"/><Relationship Id="rId109" Type="http://schemas.openxmlformats.org/officeDocument/2006/relationships/image" Target="../media/image2002.png"/><Relationship Id="rId260" Type="http://schemas.openxmlformats.org/officeDocument/2006/relationships/customXml" Target="../ink/ink2078.xml"/><Relationship Id="rId316" Type="http://schemas.openxmlformats.org/officeDocument/2006/relationships/customXml" Target="../ink/ink2106.xml"/><Relationship Id="rId55" Type="http://schemas.openxmlformats.org/officeDocument/2006/relationships/image" Target="../media/image1975.png"/><Relationship Id="rId97" Type="http://schemas.openxmlformats.org/officeDocument/2006/relationships/image" Target="../media/image1996.png"/><Relationship Id="rId120" Type="http://schemas.openxmlformats.org/officeDocument/2006/relationships/customXml" Target="../ink/ink2008.xml"/><Relationship Id="rId358" Type="http://schemas.openxmlformats.org/officeDocument/2006/relationships/customXml" Target="../ink/ink2127.xml"/><Relationship Id="rId162" Type="http://schemas.openxmlformats.org/officeDocument/2006/relationships/customXml" Target="../ink/ink2029.xml"/><Relationship Id="rId218" Type="http://schemas.openxmlformats.org/officeDocument/2006/relationships/customXml" Target="../ink/ink2057.xml"/><Relationship Id="rId271" Type="http://schemas.openxmlformats.org/officeDocument/2006/relationships/image" Target="../media/image2083.png"/><Relationship Id="rId24" Type="http://schemas.openxmlformats.org/officeDocument/2006/relationships/customXml" Target="../ink/ink1960.xml"/><Relationship Id="rId66" Type="http://schemas.openxmlformats.org/officeDocument/2006/relationships/customXml" Target="../ink/ink1981.xml"/><Relationship Id="rId131" Type="http://schemas.openxmlformats.org/officeDocument/2006/relationships/image" Target="../media/image2013.png"/><Relationship Id="rId327" Type="http://schemas.openxmlformats.org/officeDocument/2006/relationships/image" Target="../media/image2111.png"/><Relationship Id="rId369" Type="http://schemas.openxmlformats.org/officeDocument/2006/relationships/image" Target="../media/image2131.png"/><Relationship Id="rId173" Type="http://schemas.openxmlformats.org/officeDocument/2006/relationships/image" Target="../media/image2034.png"/><Relationship Id="rId229" Type="http://schemas.openxmlformats.org/officeDocument/2006/relationships/image" Target="../media/image2062.png"/><Relationship Id="rId240" Type="http://schemas.openxmlformats.org/officeDocument/2006/relationships/customXml" Target="../ink/ink2068.xml"/><Relationship Id="rId35" Type="http://schemas.openxmlformats.org/officeDocument/2006/relationships/image" Target="../media/image1965.png"/><Relationship Id="rId77" Type="http://schemas.openxmlformats.org/officeDocument/2006/relationships/image" Target="../media/image1986.png"/><Relationship Id="rId100" Type="http://schemas.openxmlformats.org/officeDocument/2006/relationships/customXml" Target="../ink/ink1998.xml"/><Relationship Id="rId282" Type="http://schemas.openxmlformats.org/officeDocument/2006/relationships/customXml" Target="../ink/ink2089.xml"/><Relationship Id="rId338" Type="http://schemas.openxmlformats.org/officeDocument/2006/relationships/customXml" Target="../ink/ink2117.xml"/><Relationship Id="rId8" Type="http://schemas.openxmlformats.org/officeDocument/2006/relationships/customXml" Target="../ink/ink1952.xml"/><Relationship Id="rId142" Type="http://schemas.openxmlformats.org/officeDocument/2006/relationships/customXml" Target="../ink/ink2019.xml"/><Relationship Id="rId184" Type="http://schemas.openxmlformats.org/officeDocument/2006/relationships/customXml" Target="../ink/ink2040.xml"/><Relationship Id="rId251" Type="http://schemas.openxmlformats.org/officeDocument/2006/relationships/image" Target="../media/image2073.png"/><Relationship Id="rId46" Type="http://schemas.openxmlformats.org/officeDocument/2006/relationships/customXml" Target="../ink/ink1971.xml"/><Relationship Id="rId293" Type="http://schemas.openxmlformats.org/officeDocument/2006/relationships/image" Target="../media/image2094.png"/><Relationship Id="rId307" Type="http://schemas.openxmlformats.org/officeDocument/2006/relationships/image" Target="../media/image2101.png"/><Relationship Id="rId349" Type="http://schemas.openxmlformats.org/officeDocument/2006/relationships/image" Target="../media/image2121.png"/><Relationship Id="rId88" Type="http://schemas.openxmlformats.org/officeDocument/2006/relationships/customXml" Target="../ink/ink1992.xml"/><Relationship Id="rId111" Type="http://schemas.openxmlformats.org/officeDocument/2006/relationships/image" Target="../media/image2003.png"/><Relationship Id="rId153" Type="http://schemas.openxmlformats.org/officeDocument/2006/relationships/image" Target="../media/image2024.png"/><Relationship Id="rId195" Type="http://schemas.openxmlformats.org/officeDocument/2006/relationships/image" Target="../media/image2045.png"/><Relationship Id="rId209" Type="http://schemas.openxmlformats.org/officeDocument/2006/relationships/image" Target="../media/image2052.png"/><Relationship Id="rId360" Type="http://schemas.openxmlformats.org/officeDocument/2006/relationships/customXml" Target="../ink/ink2128.xml"/><Relationship Id="rId220" Type="http://schemas.openxmlformats.org/officeDocument/2006/relationships/customXml" Target="../ink/ink2058.xml"/><Relationship Id="rId15" Type="http://schemas.openxmlformats.org/officeDocument/2006/relationships/image" Target="../media/image1955.png"/><Relationship Id="rId57" Type="http://schemas.openxmlformats.org/officeDocument/2006/relationships/image" Target="../media/image1976.png"/><Relationship Id="rId262" Type="http://schemas.openxmlformats.org/officeDocument/2006/relationships/customXml" Target="../ink/ink2079.xml"/><Relationship Id="rId318" Type="http://schemas.openxmlformats.org/officeDocument/2006/relationships/customXml" Target="../ink/ink210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3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5.png"/><Relationship Id="rId2" Type="http://schemas.openxmlformats.org/officeDocument/2006/relationships/customXml" Target="../ink/ink21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36.png"/><Relationship Id="rId4" Type="http://schemas.openxmlformats.org/officeDocument/2006/relationships/customXml" Target="../ink/ink213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149.xml"/><Relationship Id="rId21" Type="http://schemas.openxmlformats.org/officeDocument/2006/relationships/image" Target="../media/image2146.png"/><Relationship Id="rId42" Type="http://schemas.openxmlformats.org/officeDocument/2006/relationships/customXml" Target="../ink/ink2157.xml"/><Relationship Id="rId47" Type="http://schemas.openxmlformats.org/officeDocument/2006/relationships/image" Target="../media/image2159.png"/><Relationship Id="rId63" Type="http://schemas.openxmlformats.org/officeDocument/2006/relationships/image" Target="../media/image2167.png"/><Relationship Id="rId68" Type="http://schemas.openxmlformats.org/officeDocument/2006/relationships/customXml" Target="../ink/ink2170.xml"/><Relationship Id="rId84" Type="http://schemas.openxmlformats.org/officeDocument/2006/relationships/customXml" Target="../ink/ink2178.xml"/><Relationship Id="rId89" Type="http://schemas.openxmlformats.org/officeDocument/2006/relationships/image" Target="../media/image2180.png"/><Relationship Id="rId16" Type="http://schemas.openxmlformats.org/officeDocument/2006/relationships/customXml" Target="../ink/ink2144.xml"/><Relationship Id="rId107" Type="http://schemas.openxmlformats.org/officeDocument/2006/relationships/image" Target="../media/image2189.png"/><Relationship Id="rId11" Type="http://schemas.openxmlformats.org/officeDocument/2006/relationships/image" Target="../media/image2141.png"/><Relationship Id="rId32" Type="http://schemas.openxmlformats.org/officeDocument/2006/relationships/customXml" Target="../ink/ink2152.xml"/><Relationship Id="rId37" Type="http://schemas.openxmlformats.org/officeDocument/2006/relationships/image" Target="../media/image2154.png"/><Relationship Id="rId53" Type="http://schemas.openxmlformats.org/officeDocument/2006/relationships/image" Target="../media/image2162.png"/><Relationship Id="rId58" Type="http://schemas.openxmlformats.org/officeDocument/2006/relationships/customXml" Target="../ink/ink2165.xml"/><Relationship Id="rId74" Type="http://schemas.openxmlformats.org/officeDocument/2006/relationships/customXml" Target="../ink/ink2173.xml"/><Relationship Id="rId79" Type="http://schemas.openxmlformats.org/officeDocument/2006/relationships/image" Target="../media/image2175.png"/><Relationship Id="rId102" Type="http://schemas.openxmlformats.org/officeDocument/2006/relationships/customXml" Target="../ink/ink2187.xml"/><Relationship Id="rId5" Type="http://schemas.openxmlformats.org/officeDocument/2006/relationships/image" Target="../media/image2138.png"/><Relationship Id="rId90" Type="http://schemas.openxmlformats.org/officeDocument/2006/relationships/customXml" Target="../ink/ink2181.xml"/><Relationship Id="rId95" Type="http://schemas.openxmlformats.org/officeDocument/2006/relationships/image" Target="../media/image2183.png"/><Relationship Id="rId22" Type="http://schemas.openxmlformats.org/officeDocument/2006/relationships/customXml" Target="../ink/ink2147.xml"/><Relationship Id="rId27" Type="http://schemas.openxmlformats.org/officeDocument/2006/relationships/image" Target="../media/image2149.png"/><Relationship Id="rId43" Type="http://schemas.openxmlformats.org/officeDocument/2006/relationships/image" Target="../media/image2157.png"/><Relationship Id="rId48" Type="http://schemas.openxmlformats.org/officeDocument/2006/relationships/customXml" Target="../ink/ink2160.xml"/><Relationship Id="rId64" Type="http://schemas.openxmlformats.org/officeDocument/2006/relationships/customXml" Target="../ink/ink2168.xml"/><Relationship Id="rId69" Type="http://schemas.openxmlformats.org/officeDocument/2006/relationships/image" Target="../media/image2170.png"/><Relationship Id="rId80" Type="http://schemas.openxmlformats.org/officeDocument/2006/relationships/customXml" Target="../ink/ink2176.xml"/><Relationship Id="rId85" Type="http://schemas.openxmlformats.org/officeDocument/2006/relationships/image" Target="../media/image2178.png"/><Relationship Id="rId12" Type="http://schemas.openxmlformats.org/officeDocument/2006/relationships/customXml" Target="../ink/ink2142.xml"/><Relationship Id="rId17" Type="http://schemas.openxmlformats.org/officeDocument/2006/relationships/image" Target="../media/image2144.png"/><Relationship Id="rId33" Type="http://schemas.openxmlformats.org/officeDocument/2006/relationships/image" Target="../media/image2152.png"/><Relationship Id="rId38" Type="http://schemas.openxmlformats.org/officeDocument/2006/relationships/customXml" Target="../ink/ink2155.xml"/><Relationship Id="rId59" Type="http://schemas.openxmlformats.org/officeDocument/2006/relationships/image" Target="../media/image2165.png"/><Relationship Id="rId103" Type="http://schemas.openxmlformats.org/officeDocument/2006/relationships/image" Target="../media/image2187.png"/><Relationship Id="rId20" Type="http://schemas.openxmlformats.org/officeDocument/2006/relationships/customXml" Target="../ink/ink2146.xml"/><Relationship Id="rId41" Type="http://schemas.openxmlformats.org/officeDocument/2006/relationships/image" Target="../media/image2156.png"/><Relationship Id="rId54" Type="http://schemas.openxmlformats.org/officeDocument/2006/relationships/customXml" Target="../ink/ink2163.xml"/><Relationship Id="rId62" Type="http://schemas.openxmlformats.org/officeDocument/2006/relationships/customXml" Target="../ink/ink2167.xml"/><Relationship Id="rId70" Type="http://schemas.openxmlformats.org/officeDocument/2006/relationships/customXml" Target="../ink/ink2171.xml"/><Relationship Id="rId75" Type="http://schemas.openxmlformats.org/officeDocument/2006/relationships/image" Target="../media/image2173.png"/><Relationship Id="rId83" Type="http://schemas.openxmlformats.org/officeDocument/2006/relationships/image" Target="../media/image2177.png"/><Relationship Id="rId88" Type="http://schemas.openxmlformats.org/officeDocument/2006/relationships/customXml" Target="../ink/ink2180.xml"/><Relationship Id="rId91" Type="http://schemas.openxmlformats.org/officeDocument/2006/relationships/image" Target="../media/image2181.png"/><Relationship Id="rId96" Type="http://schemas.openxmlformats.org/officeDocument/2006/relationships/customXml" Target="../ink/ink2184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139.xml"/><Relationship Id="rId15" Type="http://schemas.openxmlformats.org/officeDocument/2006/relationships/image" Target="../media/image2143.png"/><Relationship Id="rId23" Type="http://schemas.openxmlformats.org/officeDocument/2006/relationships/image" Target="../media/image2147.png"/><Relationship Id="rId28" Type="http://schemas.openxmlformats.org/officeDocument/2006/relationships/customXml" Target="../ink/ink2150.xml"/><Relationship Id="rId36" Type="http://schemas.openxmlformats.org/officeDocument/2006/relationships/customXml" Target="../ink/ink2154.xml"/><Relationship Id="rId49" Type="http://schemas.openxmlformats.org/officeDocument/2006/relationships/image" Target="../media/image2160.png"/><Relationship Id="rId57" Type="http://schemas.openxmlformats.org/officeDocument/2006/relationships/image" Target="../media/image2164.png"/><Relationship Id="rId106" Type="http://schemas.openxmlformats.org/officeDocument/2006/relationships/customXml" Target="../ink/ink2189.xml"/><Relationship Id="rId10" Type="http://schemas.openxmlformats.org/officeDocument/2006/relationships/customXml" Target="../ink/ink2141.xml"/><Relationship Id="rId31" Type="http://schemas.openxmlformats.org/officeDocument/2006/relationships/image" Target="../media/image2151.png"/><Relationship Id="rId44" Type="http://schemas.openxmlformats.org/officeDocument/2006/relationships/customXml" Target="../ink/ink2158.xml"/><Relationship Id="rId52" Type="http://schemas.openxmlformats.org/officeDocument/2006/relationships/customXml" Target="../ink/ink2162.xml"/><Relationship Id="rId60" Type="http://schemas.openxmlformats.org/officeDocument/2006/relationships/customXml" Target="../ink/ink2166.xml"/><Relationship Id="rId65" Type="http://schemas.openxmlformats.org/officeDocument/2006/relationships/image" Target="../media/image2168.png"/><Relationship Id="rId73" Type="http://schemas.openxmlformats.org/officeDocument/2006/relationships/image" Target="../media/image2172.png"/><Relationship Id="rId78" Type="http://schemas.openxmlformats.org/officeDocument/2006/relationships/customXml" Target="../ink/ink2175.xml"/><Relationship Id="rId81" Type="http://schemas.openxmlformats.org/officeDocument/2006/relationships/image" Target="../media/image2176.png"/><Relationship Id="rId86" Type="http://schemas.openxmlformats.org/officeDocument/2006/relationships/customXml" Target="../ink/ink2179.xml"/><Relationship Id="rId94" Type="http://schemas.openxmlformats.org/officeDocument/2006/relationships/customXml" Target="../ink/ink2183.xml"/><Relationship Id="rId99" Type="http://schemas.openxmlformats.org/officeDocument/2006/relationships/image" Target="../media/image2185.png"/><Relationship Id="rId101" Type="http://schemas.openxmlformats.org/officeDocument/2006/relationships/image" Target="../media/image2186.png"/><Relationship Id="rId4" Type="http://schemas.openxmlformats.org/officeDocument/2006/relationships/customXml" Target="../ink/ink2138.xml"/><Relationship Id="rId9" Type="http://schemas.openxmlformats.org/officeDocument/2006/relationships/image" Target="../media/image2140.png"/><Relationship Id="rId13" Type="http://schemas.openxmlformats.org/officeDocument/2006/relationships/image" Target="../media/image2142.png"/><Relationship Id="rId18" Type="http://schemas.openxmlformats.org/officeDocument/2006/relationships/customXml" Target="../ink/ink2145.xml"/><Relationship Id="rId39" Type="http://schemas.openxmlformats.org/officeDocument/2006/relationships/image" Target="../media/image2155.png"/><Relationship Id="rId34" Type="http://schemas.openxmlformats.org/officeDocument/2006/relationships/customXml" Target="../ink/ink2153.xml"/><Relationship Id="rId50" Type="http://schemas.openxmlformats.org/officeDocument/2006/relationships/customXml" Target="../ink/ink2161.xml"/><Relationship Id="rId55" Type="http://schemas.openxmlformats.org/officeDocument/2006/relationships/image" Target="../media/image2163.png"/><Relationship Id="rId76" Type="http://schemas.openxmlformats.org/officeDocument/2006/relationships/customXml" Target="../ink/ink2174.xml"/><Relationship Id="rId97" Type="http://schemas.openxmlformats.org/officeDocument/2006/relationships/image" Target="../media/image2184.png"/><Relationship Id="rId104" Type="http://schemas.openxmlformats.org/officeDocument/2006/relationships/customXml" Target="../ink/ink2188.xml"/><Relationship Id="rId7" Type="http://schemas.openxmlformats.org/officeDocument/2006/relationships/image" Target="../media/image2139.png"/><Relationship Id="rId71" Type="http://schemas.openxmlformats.org/officeDocument/2006/relationships/image" Target="../media/image2171.png"/><Relationship Id="rId92" Type="http://schemas.openxmlformats.org/officeDocument/2006/relationships/customXml" Target="../ink/ink2182.xml"/><Relationship Id="rId2" Type="http://schemas.openxmlformats.org/officeDocument/2006/relationships/customXml" Target="../ink/ink2137.xml"/><Relationship Id="rId29" Type="http://schemas.openxmlformats.org/officeDocument/2006/relationships/image" Target="../media/image2150.png"/><Relationship Id="rId24" Type="http://schemas.openxmlformats.org/officeDocument/2006/relationships/customXml" Target="../ink/ink2148.xml"/><Relationship Id="rId40" Type="http://schemas.openxmlformats.org/officeDocument/2006/relationships/customXml" Target="../ink/ink2156.xml"/><Relationship Id="rId45" Type="http://schemas.openxmlformats.org/officeDocument/2006/relationships/image" Target="../media/image2158.png"/><Relationship Id="rId66" Type="http://schemas.openxmlformats.org/officeDocument/2006/relationships/customXml" Target="../ink/ink2169.xml"/><Relationship Id="rId87" Type="http://schemas.openxmlformats.org/officeDocument/2006/relationships/image" Target="../media/image2179.png"/><Relationship Id="rId61" Type="http://schemas.openxmlformats.org/officeDocument/2006/relationships/image" Target="../media/image2166.png"/><Relationship Id="rId82" Type="http://schemas.openxmlformats.org/officeDocument/2006/relationships/customXml" Target="../ink/ink2177.xml"/><Relationship Id="rId19" Type="http://schemas.openxmlformats.org/officeDocument/2006/relationships/image" Target="../media/image2145.png"/><Relationship Id="rId14" Type="http://schemas.openxmlformats.org/officeDocument/2006/relationships/customXml" Target="../ink/ink2143.xml"/><Relationship Id="rId30" Type="http://schemas.openxmlformats.org/officeDocument/2006/relationships/customXml" Target="../ink/ink2151.xml"/><Relationship Id="rId35" Type="http://schemas.openxmlformats.org/officeDocument/2006/relationships/image" Target="../media/image2153.png"/><Relationship Id="rId56" Type="http://schemas.openxmlformats.org/officeDocument/2006/relationships/customXml" Target="../ink/ink2164.xml"/><Relationship Id="rId77" Type="http://schemas.openxmlformats.org/officeDocument/2006/relationships/image" Target="../media/image2174.png"/><Relationship Id="rId100" Type="http://schemas.openxmlformats.org/officeDocument/2006/relationships/customXml" Target="../ink/ink2186.xml"/><Relationship Id="rId105" Type="http://schemas.openxmlformats.org/officeDocument/2006/relationships/image" Target="../media/image2188.png"/><Relationship Id="rId8" Type="http://schemas.openxmlformats.org/officeDocument/2006/relationships/customXml" Target="../ink/ink2140.xml"/><Relationship Id="rId51" Type="http://schemas.openxmlformats.org/officeDocument/2006/relationships/image" Target="../media/image2161.png"/><Relationship Id="rId72" Type="http://schemas.openxmlformats.org/officeDocument/2006/relationships/customXml" Target="../ink/ink2172.xml"/><Relationship Id="rId93" Type="http://schemas.openxmlformats.org/officeDocument/2006/relationships/image" Target="../media/image2182.png"/><Relationship Id="rId98" Type="http://schemas.openxmlformats.org/officeDocument/2006/relationships/customXml" Target="../ink/ink2185.xml"/><Relationship Id="rId3" Type="http://schemas.openxmlformats.org/officeDocument/2006/relationships/image" Target="../media/image2137.png"/><Relationship Id="rId25" Type="http://schemas.openxmlformats.org/officeDocument/2006/relationships/image" Target="../media/image2148.png"/><Relationship Id="rId46" Type="http://schemas.openxmlformats.org/officeDocument/2006/relationships/customXml" Target="../ink/ink2159.xml"/><Relationship Id="rId67" Type="http://schemas.openxmlformats.org/officeDocument/2006/relationships/image" Target="../media/image216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202.xml"/><Relationship Id="rId21" Type="http://schemas.openxmlformats.org/officeDocument/2006/relationships/image" Target="../media/image2199.png"/><Relationship Id="rId42" Type="http://schemas.openxmlformats.org/officeDocument/2006/relationships/customXml" Target="../ink/ink2210.xml"/><Relationship Id="rId47" Type="http://schemas.openxmlformats.org/officeDocument/2006/relationships/image" Target="../media/image2212.png"/><Relationship Id="rId63" Type="http://schemas.openxmlformats.org/officeDocument/2006/relationships/image" Target="../media/image2220.png"/><Relationship Id="rId68" Type="http://schemas.openxmlformats.org/officeDocument/2006/relationships/customXml" Target="../ink/ink2223.xml"/><Relationship Id="rId84" Type="http://schemas.openxmlformats.org/officeDocument/2006/relationships/customXml" Target="../ink/ink2231.xml"/><Relationship Id="rId89" Type="http://schemas.openxmlformats.org/officeDocument/2006/relationships/image" Target="../media/image2233.png"/><Relationship Id="rId16" Type="http://schemas.openxmlformats.org/officeDocument/2006/relationships/customXml" Target="../ink/ink2197.xml"/><Relationship Id="rId11" Type="http://schemas.openxmlformats.org/officeDocument/2006/relationships/image" Target="../media/image2194.png"/><Relationship Id="rId32" Type="http://schemas.openxmlformats.org/officeDocument/2006/relationships/customXml" Target="../ink/ink2205.xml"/><Relationship Id="rId37" Type="http://schemas.openxmlformats.org/officeDocument/2006/relationships/image" Target="../media/image2207.png"/><Relationship Id="rId53" Type="http://schemas.openxmlformats.org/officeDocument/2006/relationships/image" Target="../media/image2215.png"/><Relationship Id="rId58" Type="http://schemas.openxmlformats.org/officeDocument/2006/relationships/customXml" Target="../ink/ink2218.xml"/><Relationship Id="rId74" Type="http://schemas.openxmlformats.org/officeDocument/2006/relationships/customXml" Target="../ink/ink2226.xml"/><Relationship Id="rId79" Type="http://schemas.openxmlformats.org/officeDocument/2006/relationships/image" Target="../media/image2228.png"/><Relationship Id="rId5" Type="http://schemas.openxmlformats.org/officeDocument/2006/relationships/image" Target="../media/image2191.png"/><Relationship Id="rId90" Type="http://schemas.openxmlformats.org/officeDocument/2006/relationships/customXml" Target="../ink/ink2234.xml"/><Relationship Id="rId95" Type="http://schemas.openxmlformats.org/officeDocument/2006/relationships/image" Target="../media/image2236.png"/><Relationship Id="rId22" Type="http://schemas.openxmlformats.org/officeDocument/2006/relationships/customXml" Target="../ink/ink2200.xml"/><Relationship Id="rId27" Type="http://schemas.openxmlformats.org/officeDocument/2006/relationships/image" Target="../media/image2202.png"/><Relationship Id="rId43" Type="http://schemas.openxmlformats.org/officeDocument/2006/relationships/image" Target="../media/image2210.png"/><Relationship Id="rId48" Type="http://schemas.openxmlformats.org/officeDocument/2006/relationships/customXml" Target="../ink/ink2213.xml"/><Relationship Id="rId64" Type="http://schemas.openxmlformats.org/officeDocument/2006/relationships/customXml" Target="../ink/ink2221.xml"/><Relationship Id="rId69" Type="http://schemas.openxmlformats.org/officeDocument/2006/relationships/image" Target="../media/image2223.png"/><Relationship Id="rId80" Type="http://schemas.openxmlformats.org/officeDocument/2006/relationships/customXml" Target="../ink/ink2229.xml"/><Relationship Id="rId85" Type="http://schemas.openxmlformats.org/officeDocument/2006/relationships/image" Target="../media/image2231.png"/><Relationship Id="rId3" Type="http://schemas.openxmlformats.org/officeDocument/2006/relationships/image" Target="../media/image2190.png"/><Relationship Id="rId12" Type="http://schemas.openxmlformats.org/officeDocument/2006/relationships/customXml" Target="../ink/ink2195.xml"/><Relationship Id="rId17" Type="http://schemas.openxmlformats.org/officeDocument/2006/relationships/image" Target="../media/image2197.png"/><Relationship Id="rId25" Type="http://schemas.openxmlformats.org/officeDocument/2006/relationships/image" Target="../media/image2201.png"/><Relationship Id="rId33" Type="http://schemas.openxmlformats.org/officeDocument/2006/relationships/image" Target="../media/image2205.png"/><Relationship Id="rId38" Type="http://schemas.openxmlformats.org/officeDocument/2006/relationships/customXml" Target="../ink/ink2208.xml"/><Relationship Id="rId46" Type="http://schemas.openxmlformats.org/officeDocument/2006/relationships/customXml" Target="../ink/ink2212.xml"/><Relationship Id="rId59" Type="http://schemas.openxmlformats.org/officeDocument/2006/relationships/image" Target="../media/image2218.png"/><Relationship Id="rId67" Type="http://schemas.openxmlformats.org/officeDocument/2006/relationships/image" Target="../media/image2222.png"/><Relationship Id="rId20" Type="http://schemas.openxmlformats.org/officeDocument/2006/relationships/customXml" Target="../ink/ink2199.xml"/><Relationship Id="rId41" Type="http://schemas.openxmlformats.org/officeDocument/2006/relationships/image" Target="../media/image2209.png"/><Relationship Id="rId54" Type="http://schemas.openxmlformats.org/officeDocument/2006/relationships/customXml" Target="../ink/ink2216.xml"/><Relationship Id="rId62" Type="http://schemas.openxmlformats.org/officeDocument/2006/relationships/customXml" Target="../ink/ink2220.xml"/><Relationship Id="rId70" Type="http://schemas.openxmlformats.org/officeDocument/2006/relationships/customXml" Target="../ink/ink2224.xml"/><Relationship Id="rId75" Type="http://schemas.openxmlformats.org/officeDocument/2006/relationships/image" Target="../media/image2226.png"/><Relationship Id="rId83" Type="http://schemas.openxmlformats.org/officeDocument/2006/relationships/image" Target="../media/image2230.png"/><Relationship Id="rId88" Type="http://schemas.openxmlformats.org/officeDocument/2006/relationships/customXml" Target="../ink/ink2233.xml"/><Relationship Id="rId91" Type="http://schemas.openxmlformats.org/officeDocument/2006/relationships/image" Target="../media/image2234.png"/><Relationship Id="rId96" Type="http://schemas.openxmlformats.org/officeDocument/2006/relationships/customXml" Target="../ink/ink2237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192.xml"/><Relationship Id="rId15" Type="http://schemas.openxmlformats.org/officeDocument/2006/relationships/image" Target="../media/image2196.png"/><Relationship Id="rId23" Type="http://schemas.openxmlformats.org/officeDocument/2006/relationships/image" Target="../media/image2200.png"/><Relationship Id="rId28" Type="http://schemas.openxmlformats.org/officeDocument/2006/relationships/customXml" Target="../ink/ink2203.xml"/><Relationship Id="rId36" Type="http://schemas.openxmlformats.org/officeDocument/2006/relationships/customXml" Target="../ink/ink2207.xml"/><Relationship Id="rId49" Type="http://schemas.openxmlformats.org/officeDocument/2006/relationships/image" Target="../media/image2213.png"/><Relationship Id="rId57" Type="http://schemas.openxmlformats.org/officeDocument/2006/relationships/image" Target="../media/image2217.png"/><Relationship Id="rId10" Type="http://schemas.openxmlformats.org/officeDocument/2006/relationships/customXml" Target="../ink/ink2194.xml"/><Relationship Id="rId31" Type="http://schemas.openxmlformats.org/officeDocument/2006/relationships/image" Target="../media/image2204.png"/><Relationship Id="rId44" Type="http://schemas.openxmlformats.org/officeDocument/2006/relationships/customXml" Target="../ink/ink2211.xml"/><Relationship Id="rId52" Type="http://schemas.openxmlformats.org/officeDocument/2006/relationships/customXml" Target="../ink/ink2215.xml"/><Relationship Id="rId60" Type="http://schemas.openxmlformats.org/officeDocument/2006/relationships/customXml" Target="../ink/ink2219.xml"/><Relationship Id="rId65" Type="http://schemas.openxmlformats.org/officeDocument/2006/relationships/image" Target="../media/image2221.png"/><Relationship Id="rId73" Type="http://schemas.openxmlformats.org/officeDocument/2006/relationships/image" Target="../media/image2225.png"/><Relationship Id="rId78" Type="http://schemas.openxmlformats.org/officeDocument/2006/relationships/customXml" Target="../ink/ink2228.xml"/><Relationship Id="rId81" Type="http://schemas.openxmlformats.org/officeDocument/2006/relationships/image" Target="../media/image2229.png"/><Relationship Id="rId86" Type="http://schemas.openxmlformats.org/officeDocument/2006/relationships/customXml" Target="../ink/ink2232.xml"/><Relationship Id="rId94" Type="http://schemas.openxmlformats.org/officeDocument/2006/relationships/customXml" Target="../ink/ink2236.xml"/><Relationship Id="rId4" Type="http://schemas.openxmlformats.org/officeDocument/2006/relationships/customXml" Target="../ink/ink2191.xml"/><Relationship Id="rId9" Type="http://schemas.openxmlformats.org/officeDocument/2006/relationships/image" Target="../media/image2193.png"/><Relationship Id="rId13" Type="http://schemas.openxmlformats.org/officeDocument/2006/relationships/image" Target="../media/image2195.png"/><Relationship Id="rId18" Type="http://schemas.openxmlformats.org/officeDocument/2006/relationships/customXml" Target="../ink/ink2198.xml"/><Relationship Id="rId39" Type="http://schemas.openxmlformats.org/officeDocument/2006/relationships/image" Target="../media/image2208.png"/><Relationship Id="rId34" Type="http://schemas.openxmlformats.org/officeDocument/2006/relationships/customXml" Target="../ink/ink2206.xml"/><Relationship Id="rId50" Type="http://schemas.openxmlformats.org/officeDocument/2006/relationships/customXml" Target="../ink/ink2214.xml"/><Relationship Id="rId55" Type="http://schemas.openxmlformats.org/officeDocument/2006/relationships/image" Target="../media/image2216.png"/><Relationship Id="rId76" Type="http://schemas.openxmlformats.org/officeDocument/2006/relationships/customXml" Target="../ink/ink2227.xml"/><Relationship Id="rId97" Type="http://schemas.openxmlformats.org/officeDocument/2006/relationships/image" Target="../media/image2237.png"/><Relationship Id="rId7" Type="http://schemas.openxmlformats.org/officeDocument/2006/relationships/image" Target="../media/image2192.png"/><Relationship Id="rId71" Type="http://schemas.openxmlformats.org/officeDocument/2006/relationships/image" Target="../media/image2224.png"/><Relationship Id="rId92" Type="http://schemas.openxmlformats.org/officeDocument/2006/relationships/customXml" Target="../ink/ink2235.xml"/><Relationship Id="rId2" Type="http://schemas.openxmlformats.org/officeDocument/2006/relationships/customXml" Target="../ink/ink2190.xml"/><Relationship Id="rId29" Type="http://schemas.openxmlformats.org/officeDocument/2006/relationships/image" Target="../media/image2203.png"/><Relationship Id="rId24" Type="http://schemas.openxmlformats.org/officeDocument/2006/relationships/customXml" Target="../ink/ink2201.xml"/><Relationship Id="rId40" Type="http://schemas.openxmlformats.org/officeDocument/2006/relationships/customXml" Target="../ink/ink2209.xml"/><Relationship Id="rId45" Type="http://schemas.openxmlformats.org/officeDocument/2006/relationships/image" Target="../media/image2211.png"/><Relationship Id="rId66" Type="http://schemas.openxmlformats.org/officeDocument/2006/relationships/customXml" Target="../ink/ink2222.xml"/><Relationship Id="rId87" Type="http://schemas.openxmlformats.org/officeDocument/2006/relationships/image" Target="../media/image2232.png"/><Relationship Id="rId61" Type="http://schemas.openxmlformats.org/officeDocument/2006/relationships/image" Target="../media/image2219.png"/><Relationship Id="rId82" Type="http://schemas.openxmlformats.org/officeDocument/2006/relationships/customXml" Target="../ink/ink2230.xml"/><Relationship Id="rId19" Type="http://schemas.openxmlformats.org/officeDocument/2006/relationships/image" Target="../media/image2198.png"/><Relationship Id="rId14" Type="http://schemas.openxmlformats.org/officeDocument/2006/relationships/customXml" Target="../ink/ink2196.xml"/><Relationship Id="rId30" Type="http://schemas.openxmlformats.org/officeDocument/2006/relationships/customXml" Target="../ink/ink2204.xml"/><Relationship Id="rId35" Type="http://schemas.openxmlformats.org/officeDocument/2006/relationships/image" Target="../media/image2206.png"/><Relationship Id="rId56" Type="http://schemas.openxmlformats.org/officeDocument/2006/relationships/customXml" Target="../ink/ink2217.xml"/><Relationship Id="rId77" Type="http://schemas.openxmlformats.org/officeDocument/2006/relationships/image" Target="../media/image2227.png"/><Relationship Id="rId8" Type="http://schemas.openxmlformats.org/officeDocument/2006/relationships/customXml" Target="../ink/ink2193.xml"/><Relationship Id="rId51" Type="http://schemas.openxmlformats.org/officeDocument/2006/relationships/image" Target="../media/image2214.png"/><Relationship Id="rId72" Type="http://schemas.openxmlformats.org/officeDocument/2006/relationships/customXml" Target="../ink/ink2225.xml"/><Relationship Id="rId93" Type="http://schemas.openxmlformats.org/officeDocument/2006/relationships/image" Target="../media/image223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295.png"/><Relationship Id="rId299" Type="http://schemas.openxmlformats.org/officeDocument/2006/relationships/image" Target="../media/image2384.png"/><Relationship Id="rId21" Type="http://schemas.openxmlformats.org/officeDocument/2006/relationships/image" Target="../media/image2247.png"/><Relationship Id="rId63" Type="http://schemas.openxmlformats.org/officeDocument/2006/relationships/image" Target="../media/image2268.png"/><Relationship Id="rId159" Type="http://schemas.openxmlformats.org/officeDocument/2006/relationships/image" Target="../media/image2316.png"/><Relationship Id="rId324" Type="http://schemas.openxmlformats.org/officeDocument/2006/relationships/customXml" Target="../ink/ink2399.xml"/><Relationship Id="rId366" Type="http://schemas.openxmlformats.org/officeDocument/2006/relationships/customXml" Target="../ink/ink2420.xml"/><Relationship Id="rId170" Type="http://schemas.openxmlformats.org/officeDocument/2006/relationships/customXml" Target="../ink/ink2322.xml"/><Relationship Id="rId226" Type="http://schemas.openxmlformats.org/officeDocument/2006/relationships/customXml" Target="../ink/ink2350.xml"/><Relationship Id="rId433" Type="http://schemas.openxmlformats.org/officeDocument/2006/relationships/image" Target="../media/image2451.png"/><Relationship Id="rId268" Type="http://schemas.openxmlformats.org/officeDocument/2006/relationships/customXml" Target="../ink/ink2371.xml"/><Relationship Id="rId32" Type="http://schemas.openxmlformats.org/officeDocument/2006/relationships/customXml" Target="../ink/ink2253.xml"/><Relationship Id="rId74" Type="http://schemas.openxmlformats.org/officeDocument/2006/relationships/customXml" Target="../ink/ink2274.xml"/><Relationship Id="rId128" Type="http://schemas.openxmlformats.org/officeDocument/2006/relationships/customXml" Target="../ink/ink2301.xml"/><Relationship Id="rId335" Type="http://schemas.openxmlformats.org/officeDocument/2006/relationships/image" Target="../media/image2402.png"/><Relationship Id="rId377" Type="http://schemas.openxmlformats.org/officeDocument/2006/relationships/image" Target="../media/image2423.png"/><Relationship Id="rId5" Type="http://schemas.openxmlformats.org/officeDocument/2006/relationships/image" Target="../media/image2239.png"/><Relationship Id="rId181" Type="http://schemas.openxmlformats.org/officeDocument/2006/relationships/image" Target="../media/image2327.png"/><Relationship Id="rId237" Type="http://schemas.openxmlformats.org/officeDocument/2006/relationships/image" Target="../media/image2354.png"/><Relationship Id="rId402" Type="http://schemas.openxmlformats.org/officeDocument/2006/relationships/customXml" Target="../ink/ink2438.xml"/><Relationship Id="rId279" Type="http://schemas.openxmlformats.org/officeDocument/2006/relationships/image" Target="../media/image2374.png"/><Relationship Id="rId444" Type="http://schemas.openxmlformats.org/officeDocument/2006/relationships/customXml" Target="../ink/ink2459.xml"/><Relationship Id="rId43" Type="http://schemas.openxmlformats.org/officeDocument/2006/relationships/image" Target="../media/image2258.png"/><Relationship Id="rId139" Type="http://schemas.openxmlformats.org/officeDocument/2006/relationships/image" Target="../media/image2306.png"/><Relationship Id="rId290" Type="http://schemas.openxmlformats.org/officeDocument/2006/relationships/customXml" Target="../ink/ink2382.xml"/><Relationship Id="rId304" Type="http://schemas.openxmlformats.org/officeDocument/2006/relationships/customXml" Target="../ink/ink2389.xml"/><Relationship Id="rId346" Type="http://schemas.openxmlformats.org/officeDocument/2006/relationships/customXml" Target="../ink/ink2410.xml"/><Relationship Id="rId388" Type="http://schemas.openxmlformats.org/officeDocument/2006/relationships/customXml" Target="../ink/ink2431.xml"/><Relationship Id="rId85" Type="http://schemas.openxmlformats.org/officeDocument/2006/relationships/image" Target="../media/image2279.png"/><Relationship Id="rId150" Type="http://schemas.openxmlformats.org/officeDocument/2006/relationships/customXml" Target="../ink/ink2312.xml"/><Relationship Id="rId192" Type="http://schemas.openxmlformats.org/officeDocument/2006/relationships/customXml" Target="../ink/ink2333.xml"/><Relationship Id="rId206" Type="http://schemas.openxmlformats.org/officeDocument/2006/relationships/customXml" Target="../ink/ink2340.xml"/><Relationship Id="rId413" Type="http://schemas.openxmlformats.org/officeDocument/2006/relationships/image" Target="../media/image2441.png"/><Relationship Id="rId248" Type="http://schemas.openxmlformats.org/officeDocument/2006/relationships/customXml" Target="../ink/ink2361.xml"/><Relationship Id="rId455" Type="http://schemas.openxmlformats.org/officeDocument/2006/relationships/image" Target="../media/image2462.png"/><Relationship Id="rId12" Type="http://schemas.openxmlformats.org/officeDocument/2006/relationships/customXml" Target="../ink/ink2243.xml"/><Relationship Id="rId108" Type="http://schemas.openxmlformats.org/officeDocument/2006/relationships/customXml" Target="../ink/ink2291.xml"/><Relationship Id="rId315" Type="http://schemas.openxmlformats.org/officeDocument/2006/relationships/image" Target="../media/image2392.png"/><Relationship Id="rId357" Type="http://schemas.openxmlformats.org/officeDocument/2006/relationships/image" Target="../media/image2413.png"/><Relationship Id="rId54" Type="http://schemas.openxmlformats.org/officeDocument/2006/relationships/customXml" Target="../ink/ink2264.xml"/><Relationship Id="rId96" Type="http://schemas.openxmlformats.org/officeDocument/2006/relationships/customXml" Target="../ink/ink2285.xml"/><Relationship Id="rId161" Type="http://schemas.openxmlformats.org/officeDocument/2006/relationships/image" Target="../media/image2317.png"/><Relationship Id="rId217" Type="http://schemas.openxmlformats.org/officeDocument/2006/relationships/image" Target="../media/image2344.png"/><Relationship Id="rId399" Type="http://schemas.openxmlformats.org/officeDocument/2006/relationships/image" Target="../media/image2434.png"/><Relationship Id="rId259" Type="http://schemas.openxmlformats.org/officeDocument/2006/relationships/image" Target="../media/image2364.png"/><Relationship Id="rId424" Type="http://schemas.openxmlformats.org/officeDocument/2006/relationships/customXml" Target="../ink/ink2449.xml"/><Relationship Id="rId466" Type="http://schemas.openxmlformats.org/officeDocument/2006/relationships/customXml" Target="../ink/ink2470.xml"/><Relationship Id="rId23" Type="http://schemas.openxmlformats.org/officeDocument/2006/relationships/image" Target="../media/image2248.png"/><Relationship Id="rId119" Type="http://schemas.openxmlformats.org/officeDocument/2006/relationships/image" Target="../media/image2296.png"/><Relationship Id="rId270" Type="http://schemas.openxmlformats.org/officeDocument/2006/relationships/customXml" Target="../ink/ink2372.xml"/><Relationship Id="rId326" Type="http://schemas.openxmlformats.org/officeDocument/2006/relationships/customXml" Target="../ink/ink2400.xml"/><Relationship Id="rId65" Type="http://schemas.openxmlformats.org/officeDocument/2006/relationships/image" Target="../media/image2269.png"/><Relationship Id="rId130" Type="http://schemas.openxmlformats.org/officeDocument/2006/relationships/customXml" Target="../ink/ink2302.xml"/><Relationship Id="rId368" Type="http://schemas.openxmlformats.org/officeDocument/2006/relationships/customXml" Target="../ink/ink2421.xml"/><Relationship Id="rId172" Type="http://schemas.openxmlformats.org/officeDocument/2006/relationships/customXml" Target="../ink/ink2323.xml"/><Relationship Id="rId228" Type="http://schemas.openxmlformats.org/officeDocument/2006/relationships/customXml" Target="../ink/ink2351.xml"/><Relationship Id="rId435" Type="http://schemas.openxmlformats.org/officeDocument/2006/relationships/image" Target="../media/image2452.png"/><Relationship Id="rId281" Type="http://schemas.openxmlformats.org/officeDocument/2006/relationships/image" Target="../media/image2375.png"/><Relationship Id="rId337" Type="http://schemas.openxmlformats.org/officeDocument/2006/relationships/image" Target="../media/image2403.png"/><Relationship Id="rId34" Type="http://schemas.openxmlformats.org/officeDocument/2006/relationships/customXml" Target="../ink/ink2254.xml"/><Relationship Id="rId76" Type="http://schemas.openxmlformats.org/officeDocument/2006/relationships/customXml" Target="../ink/ink2275.xml"/><Relationship Id="rId141" Type="http://schemas.openxmlformats.org/officeDocument/2006/relationships/image" Target="../media/image2307.png"/><Relationship Id="rId379" Type="http://schemas.openxmlformats.org/officeDocument/2006/relationships/image" Target="../media/image2424.png"/><Relationship Id="rId7" Type="http://schemas.openxmlformats.org/officeDocument/2006/relationships/image" Target="../media/image2240.png"/><Relationship Id="rId183" Type="http://schemas.openxmlformats.org/officeDocument/2006/relationships/image" Target="../media/image2328.png"/><Relationship Id="rId239" Type="http://schemas.openxmlformats.org/officeDocument/2006/relationships/image" Target="../media/image2355.png"/><Relationship Id="rId390" Type="http://schemas.openxmlformats.org/officeDocument/2006/relationships/customXml" Target="../ink/ink2432.xml"/><Relationship Id="rId404" Type="http://schemas.openxmlformats.org/officeDocument/2006/relationships/customXml" Target="../ink/ink2439.xml"/><Relationship Id="rId446" Type="http://schemas.openxmlformats.org/officeDocument/2006/relationships/customXml" Target="../ink/ink2460.xml"/><Relationship Id="rId250" Type="http://schemas.openxmlformats.org/officeDocument/2006/relationships/customXml" Target="../ink/ink2362.xml"/><Relationship Id="rId292" Type="http://schemas.openxmlformats.org/officeDocument/2006/relationships/customXml" Target="../ink/ink2383.xml"/><Relationship Id="rId306" Type="http://schemas.openxmlformats.org/officeDocument/2006/relationships/customXml" Target="../ink/ink2390.xml"/><Relationship Id="rId45" Type="http://schemas.openxmlformats.org/officeDocument/2006/relationships/image" Target="../media/image2259.png"/><Relationship Id="rId87" Type="http://schemas.openxmlformats.org/officeDocument/2006/relationships/image" Target="../media/image2280.png"/><Relationship Id="rId110" Type="http://schemas.openxmlformats.org/officeDocument/2006/relationships/customXml" Target="../ink/ink2292.xml"/><Relationship Id="rId348" Type="http://schemas.openxmlformats.org/officeDocument/2006/relationships/customXml" Target="../ink/ink2411.xml"/><Relationship Id="rId152" Type="http://schemas.openxmlformats.org/officeDocument/2006/relationships/customXml" Target="../ink/ink2313.xml"/><Relationship Id="rId194" Type="http://schemas.openxmlformats.org/officeDocument/2006/relationships/customXml" Target="../ink/ink2334.xml"/><Relationship Id="rId208" Type="http://schemas.openxmlformats.org/officeDocument/2006/relationships/customXml" Target="../ink/ink2341.xml"/><Relationship Id="rId415" Type="http://schemas.openxmlformats.org/officeDocument/2006/relationships/image" Target="../media/image2442.png"/><Relationship Id="rId457" Type="http://schemas.openxmlformats.org/officeDocument/2006/relationships/image" Target="../media/image2463.png"/><Relationship Id="rId261" Type="http://schemas.openxmlformats.org/officeDocument/2006/relationships/image" Target="../media/image2365.png"/><Relationship Id="rId14" Type="http://schemas.openxmlformats.org/officeDocument/2006/relationships/customXml" Target="../ink/ink2244.xml"/><Relationship Id="rId56" Type="http://schemas.openxmlformats.org/officeDocument/2006/relationships/customXml" Target="../ink/ink2265.xml"/><Relationship Id="rId317" Type="http://schemas.openxmlformats.org/officeDocument/2006/relationships/image" Target="../media/image2393.png"/><Relationship Id="rId359" Type="http://schemas.openxmlformats.org/officeDocument/2006/relationships/image" Target="../media/image2414.png"/><Relationship Id="rId98" Type="http://schemas.openxmlformats.org/officeDocument/2006/relationships/customXml" Target="../ink/ink2286.xml"/><Relationship Id="rId121" Type="http://schemas.openxmlformats.org/officeDocument/2006/relationships/image" Target="../media/image2297.png"/><Relationship Id="rId163" Type="http://schemas.openxmlformats.org/officeDocument/2006/relationships/image" Target="../media/image2318.png"/><Relationship Id="rId219" Type="http://schemas.openxmlformats.org/officeDocument/2006/relationships/image" Target="../media/image2345.png"/><Relationship Id="rId370" Type="http://schemas.openxmlformats.org/officeDocument/2006/relationships/customXml" Target="../ink/ink2422.xml"/><Relationship Id="rId426" Type="http://schemas.openxmlformats.org/officeDocument/2006/relationships/customXml" Target="../ink/ink2450.xml"/><Relationship Id="rId230" Type="http://schemas.openxmlformats.org/officeDocument/2006/relationships/customXml" Target="../ink/ink2352.xml"/><Relationship Id="rId468" Type="http://schemas.openxmlformats.org/officeDocument/2006/relationships/customXml" Target="../ink/ink2471.xml"/><Relationship Id="rId25" Type="http://schemas.openxmlformats.org/officeDocument/2006/relationships/image" Target="../media/image2249.png"/><Relationship Id="rId67" Type="http://schemas.openxmlformats.org/officeDocument/2006/relationships/image" Target="../media/image2270.png"/><Relationship Id="rId272" Type="http://schemas.openxmlformats.org/officeDocument/2006/relationships/customXml" Target="../ink/ink2373.xml"/><Relationship Id="rId328" Type="http://schemas.openxmlformats.org/officeDocument/2006/relationships/customXml" Target="../ink/ink2401.xml"/><Relationship Id="rId132" Type="http://schemas.openxmlformats.org/officeDocument/2006/relationships/customXml" Target="../ink/ink2303.xml"/><Relationship Id="rId174" Type="http://schemas.openxmlformats.org/officeDocument/2006/relationships/customXml" Target="../ink/ink2324.xml"/><Relationship Id="rId381" Type="http://schemas.openxmlformats.org/officeDocument/2006/relationships/image" Target="../media/image2425.png"/><Relationship Id="rId241" Type="http://schemas.openxmlformats.org/officeDocument/2006/relationships/image" Target="../media/image2356.png"/><Relationship Id="rId437" Type="http://schemas.openxmlformats.org/officeDocument/2006/relationships/image" Target="../media/image2453.png"/><Relationship Id="rId36" Type="http://schemas.openxmlformats.org/officeDocument/2006/relationships/customXml" Target="../ink/ink2255.xml"/><Relationship Id="rId283" Type="http://schemas.openxmlformats.org/officeDocument/2006/relationships/image" Target="../media/image2376.png"/><Relationship Id="rId339" Type="http://schemas.openxmlformats.org/officeDocument/2006/relationships/image" Target="../media/image2404.png"/><Relationship Id="rId78" Type="http://schemas.openxmlformats.org/officeDocument/2006/relationships/customXml" Target="../ink/ink2276.xml"/><Relationship Id="rId101" Type="http://schemas.openxmlformats.org/officeDocument/2006/relationships/image" Target="../media/image2287.png"/><Relationship Id="rId143" Type="http://schemas.openxmlformats.org/officeDocument/2006/relationships/image" Target="../media/image2308.png"/><Relationship Id="rId185" Type="http://schemas.openxmlformats.org/officeDocument/2006/relationships/image" Target="../media/image2329.png"/><Relationship Id="rId350" Type="http://schemas.openxmlformats.org/officeDocument/2006/relationships/customXml" Target="../ink/ink2412.xml"/><Relationship Id="rId406" Type="http://schemas.openxmlformats.org/officeDocument/2006/relationships/customXml" Target="../ink/ink2440.xml"/><Relationship Id="rId9" Type="http://schemas.openxmlformats.org/officeDocument/2006/relationships/image" Target="../media/image2241.png"/><Relationship Id="rId210" Type="http://schemas.openxmlformats.org/officeDocument/2006/relationships/customXml" Target="../ink/ink2342.xml"/><Relationship Id="rId392" Type="http://schemas.openxmlformats.org/officeDocument/2006/relationships/customXml" Target="../ink/ink2433.xml"/><Relationship Id="rId448" Type="http://schemas.openxmlformats.org/officeDocument/2006/relationships/customXml" Target="../ink/ink2461.xml"/><Relationship Id="rId252" Type="http://schemas.openxmlformats.org/officeDocument/2006/relationships/customXml" Target="../ink/ink2363.xml"/><Relationship Id="rId294" Type="http://schemas.openxmlformats.org/officeDocument/2006/relationships/customXml" Target="../ink/ink2384.xml"/><Relationship Id="rId308" Type="http://schemas.openxmlformats.org/officeDocument/2006/relationships/customXml" Target="../ink/ink2391.xml"/><Relationship Id="rId47" Type="http://schemas.openxmlformats.org/officeDocument/2006/relationships/image" Target="../media/image2260.png"/><Relationship Id="rId89" Type="http://schemas.openxmlformats.org/officeDocument/2006/relationships/image" Target="../media/image2281.png"/><Relationship Id="rId112" Type="http://schemas.openxmlformats.org/officeDocument/2006/relationships/customXml" Target="../ink/ink2293.xml"/><Relationship Id="rId154" Type="http://schemas.openxmlformats.org/officeDocument/2006/relationships/customXml" Target="../ink/ink2314.xml"/><Relationship Id="rId361" Type="http://schemas.openxmlformats.org/officeDocument/2006/relationships/image" Target="../media/image2415.png"/><Relationship Id="rId196" Type="http://schemas.openxmlformats.org/officeDocument/2006/relationships/customXml" Target="../ink/ink2335.xml"/><Relationship Id="rId417" Type="http://schemas.openxmlformats.org/officeDocument/2006/relationships/image" Target="../media/image2443.png"/><Relationship Id="rId459" Type="http://schemas.openxmlformats.org/officeDocument/2006/relationships/image" Target="../media/image2464.png"/><Relationship Id="rId16" Type="http://schemas.openxmlformats.org/officeDocument/2006/relationships/customXml" Target="../ink/ink2245.xml"/><Relationship Id="rId221" Type="http://schemas.openxmlformats.org/officeDocument/2006/relationships/image" Target="../media/image2346.png"/><Relationship Id="rId263" Type="http://schemas.openxmlformats.org/officeDocument/2006/relationships/image" Target="../media/image2366.png"/><Relationship Id="rId319" Type="http://schemas.openxmlformats.org/officeDocument/2006/relationships/image" Target="../media/image2394.png"/><Relationship Id="rId470" Type="http://schemas.openxmlformats.org/officeDocument/2006/relationships/customXml" Target="../ink/ink2472.xml"/><Relationship Id="rId58" Type="http://schemas.openxmlformats.org/officeDocument/2006/relationships/customXml" Target="../ink/ink2266.xml"/><Relationship Id="rId123" Type="http://schemas.openxmlformats.org/officeDocument/2006/relationships/image" Target="../media/image2298.png"/><Relationship Id="rId330" Type="http://schemas.openxmlformats.org/officeDocument/2006/relationships/customXml" Target="../ink/ink2402.xml"/><Relationship Id="rId165" Type="http://schemas.openxmlformats.org/officeDocument/2006/relationships/image" Target="../media/image2319.png"/><Relationship Id="rId372" Type="http://schemas.openxmlformats.org/officeDocument/2006/relationships/customXml" Target="../ink/ink2423.xml"/><Relationship Id="rId428" Type="http://schemas.openxmlformats.org/officeDocument/2006/relationships/customXml" Target="../ink/ink2451.xml"/><Relationship Id="rId232" Type="http://schemas.openxmlformats.org/officeDocument/2006/relationships/customXml" Target="../ink/ink2353.xml"/><Relationship Id="rId274" Type="http://schemas.openxmlformats.org/officeDocument/2006/relationships/customXml" Target="../ink/ink2374.xml"/><Relationship Id="rId27" Type="http://schemas.openxmlformats.org/officeDocument/2006/relationships/image" Target="../media/image2250.png"/><Relationship Id="rId69" Type="http://schemas.openxmlformats.org/officeDocument/2006/relationships/image" Target="../media/image2271.png"/><Relationship Id="rId134" Type="http://schemas.openxmlformats.org/officeDocument/2006/relationships/customXml" Target="../ink/ink2304.xml"/><Relationship Id="rId80" Type="http://schemas.openxmlformats.org/officeDocument/2006/relationships/customXml" Target="../ink/ink2277.xml"/><Relationship Id="rId176" Type="http://schemas.openxmlformats.org/officeDocument/2006/relationships/customXml" Target="../ink/ink2325.xml"/><Relationship Id="rId341" Type="http://schemas.openxmlformats.org/officeDocument/2006/relationships/image" Target="../media/image2405.png"/><Relationship Id="rId383" Type="http://schemas.openxmlformats.org/officeDocument/2006/relationships/image" Target="../media/image2426.png"/><Relationship Id="rId439" Type="http://schemas.openxmlformats.org/officeDocument/2006/relationships/image" Target="../media/image2454.png"/><Relationship Id="rId201" Type="http://schemas.openxmlformats.org/officeDocument/2006/relationships/image" Target="../media/image2336.png"/><Relationship Id="rId243" Type="http://schemas.openxmlformats.org/officeDocument/2006/relationships/image" Target="../media/image2357.png"/><Relationship Id="rId285" Type="http://schemas.openxmlformats.org/officeDocument/2006/relationships/image" Target="../media/image2377.png"/><Relationship Id="rId450" Type="http://schemas.openxmlformats.org/officeDocument/2006/relationships/customXml" Target="../ink/ink2462.xml"/><Relationship Id="rId38" Type="http://schemas.openxmlformats.org/officeDocument/2006/relationships/customXml" Target="../ink/ink2256.xml"/><Relationship Id="rId103" Type="http://schemas.openxmlformats.org/officeDocument/2006/relationships/image" Target="../media/image2288.png"/><Relationship Id="rId310" Type="http://schemas.openxmlformats.org/officeDocument/2006/relationships/customXml" Target="../ink/ink2392.xml"/><Relationship Id="rId91" Type="http://schemas.openxmlformats.org/officeDocument/2006/relationships/image" Target="../media/image2282.png"/><Relationship Id="rId145" Type="http://schemas.openxmlformats.org/officeDocument/2006/relationships/image" Target="../media/image2309.png"/><Relationship Id="rId187" Type="http://schemas.openxmlformats.org/officeDocument/2006/relationships/image" Target="../media/image2330.png"/><Relationship Id="rId352" Type="http://schemas.openxmlformats.org/officeDocument/2006/relationships/customXml" Target="../ink/ink2413.xml"/><Relationship Id="rId394" Type="http://schemas.openxmlformats.org/officeDocument/2006/relationships/customXml" Target="../ink/ink2434.xml"/><Relationship Id="rId408" Type="http://schemas.openxmlformats.org/officeDocument/2006/relationships/customXml" Target="../ink/ink2441.xml"/><Relationship Id="rId212" Type="http://schemas.openxmlformats.org/officeDocument/2006/relationships/customXml" Target="../ink/ink2343.xml"/><Relationship Id="rId254" Type="http://schemas.openxmlformats.org/officeDocument/2006/relationships/customXml" Target="../ink/ink2364.xml"/><Relationship Id="rId49" Type="http://schemas.openxmlformats.org/officeDocument/2006/relationships/image" Target="../media/image2261.png"/><Relationship Id="rId114" Type="http://schemas.openxmlformats.org/officeDocument/2006/relationships/customXml" Target="../ink/ink2294.xml"/><Relationship Id="rId296" Type="http://schemas.openxmlformats.org/officeDocument/2006/relationships/customXml" Target="../ink/ink2385.xml"/><Relationship Id="rId461" Type="http://schemas.openxmlformats.org/officeDocument/2006/relationships/image" Target="../media/image2465.png"/><Relationship Id="rId60" Type="http://schemas.openxmlformats.org/officeDocument/2006/relationships/customXml" Target="../ink/ink2267.xml"/><Relationship Id="rId156" Type="http://schemas.openxmlformats.org/officeDocument/2006/relationships/customXml" Target="../ink/ink2315.xml"/><Relationship Id="rId198" Type="http://schemas.openxmlformats.org/officeDocument/2006/relationships/customXml" Target="../ink/ink2336.xml"/><Relationship Id="rId321" Type="http://schemas.openxmlformats.org/officeDocument/2006/relationships/image" Target="../media/image2395.png"/><Relationship Id="rId363" Type="http://schemas.openxmlformats.org/officeDocument/2006/relationships/image" Target="../media/image2416.png"/><Relationship Id="rId419" Type="http://schemas.openxmlformats.org/officeDocument/2006/relationships/image" Target="../media/image2444.png"/><Relationship Id="rId223" Type="http://schemas.openxmlformats.org/officeDocument/2006/relationships/image" Target="../media/image2347.png"/><Relationship Id="rId430" Type="http://schemas.openxmlformats.org/officeDocument/2006/relationships/customXml" Target="../ink/ink2452.xml"/><Relationship Id="rId18" Type="http://schemas.openxmlformats.org/officeDocument/2006/relationships/customXml" Target="../ink/ink2246.xml"/><Relationship Id="rId265" Type="http://schemas.openxmlformats.org/officeDocument/2006/relationships/image" Target="../media/image2367.png"/><Relationship Id="rId472" Type="http://schemas.openxmlformats.org/officeDocument/2006/relationships/customXml" Target="../ink/ink2473.xml"/><Relationship Id="rId125" Type="http://schemas.openxmlformats.org/officeDocument/2006/relationships/image" Target="../media/image2299.png"/><Relationship Id="rId167" Type="http://schemas.openxmlformats.org/officeDocument/2006/relationships/image" Target="../media/image2320.png"/><Relationship Id="rId332" Type="http://schemas.openxmlformats.org/officeDocument/2006/relationships/customXml" Target="../ink/ink2403.xml"/><Relationship Id="rId374" Type="http://schemas.openxmlformats.org/officeDocument/2006/relationships/customXml" Target="../ink/ink2424.xml"/><Relationship Id="rId71" Type="http://schemas.openxmlformats.org/officeDocument/2006/relationships/image" Target="../media/image2272.png"/><Relationship Id="rId234" Type="http://schemas.openxmlformats.org/officeDocument/2006/relationships/customXml" Target="../ink/ink2354.xml"/><Relationship Id="rId2" Type="http://schemas.openxmlformats.org/officeDocument/2006/relationships/customXml" Target="../ink/ink2238.xml"/><Relationship Id="rId29" Type="http://schemas.openxmlformats.org/officeDocument/2006/relationships/image" Target="../media/image2251.png"/><Relationship Id="rId276" Type="http://schemas.openxmlformats.org/officeDocument/2006/relationships/customXml" Target="../ink/ink2375.xml"/><Relationship Id="rId441" Type="http://schemas.openxmlformats.org/officeDocument/2006/relationships/image" Target="../media/image2455.png"/><Relationship Id="rId40" Type="http://schemas.openxmlformats.org/officeDocument/2006/relationships/customXml" Target="../ink/ink2257.xml"/><Relationship Id="rId136" Type="http://schemas.openxmlformats.org/officeDocument/2006/relationships/customXml" Target="../ink/ink2305.xml"/><Relationship Id="rId178" Type="http://schemas.openxmlformats.org/officeDocument/2006/relationships/customXml" Target="../ink/ink2326.xml"/><Relationship Id="rId301" Type="http://schemas.openxmlformats.org/officeDocument/2006/relationships/image" Target="../media/image2385.png"/><Relationship Id="rId343" Type="http://schemas.openxmlformats.org/officeDocument/2006/relationships/image" Target="../media/image2406.png"/><Relationship Id="rId82" Type="http://schemas.openxmlformats.org/officeDocument/2006/relationships/customXml" Target="../ink/ink2278.xml"/><Relationship Id="rId203" Type="http://schemas.openxmlformats.org/officeDocument/2006/relationships/image" Target="../media/image2337.png"/><Relationship Id="rId385" Type="http://schemas.openxmlformats.org/officeDocument/2006/relationships/image" Target="../media/image2427.png"/><Relationship Id="rId245" Type="http://schemas.openxmlformats.org/officeDocument/2006/relationships/image" Target="../media/image2358.png"/><Relationship Id="rId287" Type="http://schemas.openxmlformats.org/officeDocument/2006/relationships/image" Target="../media/image2378.png"/><Relationship Id="rId410" Type="http://schemas.openxmlformats.org/officeDocument/2006/relationships/customXml" Target="../ink/ink2442.xml"/><Relationship Id="rId452" Type="http://schemas.openxmlformats.org/officeDocument/2006/relationships/customXml" Target="../ink/ink2463.xml"/><Relationship Id="rId30" Type="http://schemas.openxmlformats.org/officeDocument/2006/relationships/customXml" Target="../ink/ink2252.xml"/><Relationship Id="rId105" Type="http://schemas.openxmlformats.org/officeDocument/2006/relationships/image" Target="../media/image2289.png"/><Relationship Id="rId126" Type="http://schemas.openxmlformats.org/officeDocument/2006/relationships/customXml" Target="../ink/ink2300.xml"/><Relationship Id="rId147" Type="http://schemas.openxmlformats.org/officeDocument/2006/relationships/image" Target="../media/image2310.png"/><Relationship Id="rId168" Type="http://schemas.openxmlformats.org/officeDocument/2006/relationships/customXml" Target="../ink/ink2321.xml"/><Relationship Id="rId312" Type="http://schemas.openxmlformats.org/officeDocument/2006/relationships/customXml" Target="../ink/ink2393.xml"/><Relationship Id="rId333" Type="http://schemas.openxmlformats.org/officeDocument/2006/relationships/image" Target="../media/image2401.png"/><Relationship Id="rId354" Type="http://schemas.openxmlformats.org/officeDocument/2006/relationships/customXml" Target="../ink/ink2414.xml"/><Relationship Id="rId51" Type="http://schemas.openxmlformats.org/officeDocument/2006/relationships/image" Target="../media/image2262.png"/><Relationship Id="rId72" Type="http://schemas.openxmlformats.org/officeDocument/2006/relationships/customXml" Target="../ink/ink2273.xml"/><Relationship Id="rId93" Type="http://schemas.openxmlformats.org/officeDocument/2006/relationships/image" Target="../media/image2283.png"/><Relationship Id="rId189" Type="http://schemas.openxmlformats.org/officeDocument/2006/relationships/image" Target="../media/image2331.png"/><Relationship Id="rId375" Type="http://schemas.openxmlformats.org/officeDocument/2006/relationships/image" Target="../media/image2422.png"/><Relationship Id="rId396" Type="http://schemas.openxmlformats.org/officeDocument/2006/relationships/customXml" Target="../ink/ink2435.xml"/><Relationship Id="rId3" Type="http://schemas.openxmlformats.org/officeDocument/2006/relationships/image" Target="../media/image2238.png"/><Relationship Id="rId214" Type="http://schemas.openxmlformats.org/officeDocument/2006/relationships/customXml" Target="../ink/ink2344.xml"/><Relationship Id="rId235" Type="http://schemas.openxmlformats.org/officeDocument/2006/relationships/image" Target="../media/image2353.png"/><Relationship Id="rId256" Type="http://schemas.openxmlformats.org/officeDocument/2006/relationships/customXml" Target="../ink/ink2365.xml"/><Relationship Id="rId277" Type="http://schemas.openxmlformats.org/officeDocument/2006/relationships/image" Target="../media/image2373.png"/><Relationship Id="rId298" Type="http://schemas.openxmlformats.org/officeDocument/2006/relationships/customXml" Target="../ink/ink2386.xml"/><Relationship Id="rId400" Type="http://schemas.openxmlformats.org/officeDocument/2006/relationships/customXml" Target="../ink/ink2437.xml"/><Relationship Id="rId421" Type="http://schemas.openxmlformats.org/officeDocument/2006/relationships/image" Target="../media/image2445.png"/><Relationship Id="rId442" Type="http://schemas.openxmlformats.org/officeDocument/2006/relationships/customXml" Target="../ink/ink2458.xml"/><Relationship Id="rId463" Type="http://schemas.openxmlformats.org/officeDocument/2006/relationships/image" Target="../media/image2466.png"/><Relationship Id="rId116" Type="http://schemas.openxmlformats.org/officeDocument/2006/relationships/customXml" Target="../ink/ink2295.xml"/><Relationship Id="rId137" Type="http://schemas.openxmlformats.org/officeDocument/2006/relationships/image" Target="../media/image2305.png"/><Relationship Id="rId158" Type="http://schemas.openxmlformats.org/officeDocument/2006/relationships/customXml" Target="../ink/ink2316.xml"/><Relationship Id="rId302" Type="http://schemas.openxmlformats.org/officeDocument/2006/relationships/customXml" Target="../ink/ink2388.xml"/><Relationship Id="rId323" Type="http://schemas.openxmlformats.org/officeDocument/2006/relationships/image" Target="../media/image2396.png"/><Relationship Id="rId344" Type="http://schemas.openxmlformats.org/officeDocument/2006/relationships/customXml" Target="../ink/ink2409.xml"/><Relationship Id="rId20" Type="http://schemas.openxmlformats.org/officeDocument/2006/relationships/customXml" Target="../ink/ink2247.xml"/><Relationship Id="rId41" Type="http://schemas.openxmlformats.org/officeDocument/2006/relationships/image" Target="../media/image2257.png"/><Relationship Id="rId62" Type="http://schemas.openxmlformats.org/officeDocument/2006/relationships/customXml" Target="../ink/ink2268.xml"/><Relationship Id="rId83" Type="http://schemas.openxmlformats.org/officeDocument/2006/relationships/image" Target="../media/image2278.png"/><Relationship Id="rId179" Type="http://schemas.openxmlformats.org/officeDocument/2006/relationships/image" Target="../media/image2326.png"/><Relationship Id="rId365" Type="http://schemas.openxmlformats.org/officeDocument/2006/relationships/image" Target="../media/image2417.png"/><Relationship Id="rId386" Type="http://schemas.openxmlformats.org/officeDocument/2006/relationships/customXml" Target="../ink/ink2430.xml"/><Relationship Id="rId190" Type="http://schemas.openxmlformats.org/officeDocument/2006/relationships/customXml" Target="../ink/ink2332.xml"/><Relationship Id="rId204" Type="http://schemas.openxmlformats.org/officeDocument/2006/relationships/customXml" Target="../ink/ink2339.xml"/><Relationship Id="rId225" Type="http://schemas.openxmlformats.org/officeDocument/2006/relationships/image" Target="../media/image2348.png"/><Relationship Id="rId246" Type="http://schemas.openxmlformats.org/officeDocument/2006/relationships/customXml" Target="../ink/ink2360.xml"/><Relationship Id="rId267" Type="http://schemas.openxmlformats.org/officeDocument/2006/relationships/image" Target="../media/image2368.png"/><Relationship Id="rId288" Type="http://schemas.openxmlformats.org/officeDocument/2006/relationships/customXml" Target="../ink/ink2381.xml"/><Relationship Id="rId411" Type="http://schemas.openxmlformats.org/officeDocument/2006/relationships/image" Target="../media/image2440.png"/><Relationship Id="rId432" Type="http://schemas.openxmlformats.org/officeDocument/2006/relationships/customXml" Target="../ink/ink2453.xml"/><Relationship Id="rId453" Type="http://schemas.openxmlformats.org/officeDocument/2006/relationships/image" Target="../media/image2461.png"/><Relationship Id="rId106" Type="http://schemas.openxmlformats.org/officeDocument/2006/relationships/customXml" Target="../ink/ink2290.xml"/><Relationship Id="rId127" Type="http://schemas.openxmlformats.org/officeDocument/2006/relationships/image" Target="../media/image2300.png"/><Relationship Id="rId313" Type="http://schemas.openxmlformats.org/officeDocument/2006/relationships/image" Target="../media/image2391.png"/><Relationship Id="rId10" Type="http://schemas.openxmlformats.org/officeDocument/2006/relationships/customXml" Target="../ink/ink2242.xml"/><Relationship Id="rId31" Type="http://schemas.openxmlformats.org/officeDocument/2006/relationships/image" Target="../media/image2252.png"/><Relationship Id="rId52" Type="http://schemas.openxmlformats.org/officeDocument/2006/relationships/customXml" Target="../ink/ink2263.xml"/><Relationship Id="rId73" Type="http://schemas.openxmlformats.org/officeDocument/2006/relationships/image" Target="../media/image2273.png"/><Relationship Id="rId94" Type="http://schemas.openxmlformats.org/officeDocument/2006/relationships/customXml" Target="../ink/ink2284.xml"/><Relationship Id="rId148" Type="http://schemas.openxmlformats.org/officeDocument/2006/relationships/customXml" Target="../ink/ink2311.xml"/><Relationship Id="rId169" Type="http://schemas.openxmlformats.org/officeDocument/2006/relationships/image" Target="../media/image2321.png"/><Relationship Id="rId334" Type="http://schemas.openxmlformats.org/officeDocument/2006/relationships/customXml" Target="../ink/ink2404.xml"/><Relationship Id="rId355" Type="http://schemas.openxmlformats.org/officeDocument/2006/relationships/image" Target="../media/image2412.png"/><Relationship Id="rId376" Type="http://schemas.openxmlformats.org/officeDocument/2006/relationships/customXml" Target="../ink/ink2425.xml"/><Relationship Id="rId397" Type="http://schemas.openxmlformats.org/officeDocument/2006/relationships/image" Target="../media/image2433.png"/><Relationship Id="rId4" Type="http://schemas.openxmlformats.org/officeDocument/2006/relationships/customXml" Target="../ink/ink2239.xml"/><Relationship Id="rId180" Type="http://schemas.openxmlformats.org/officeDocument/2006/relationships/customXml" Target="../ink/ink2327.xml"/><Relationship Id="rId215" Type="http://schemas.openxmlformats.org/officeDocument/2006/relationships/image" Target="../media/image2343.png"/><Relationship Id="rId236" Type="http://schemas.openxmlformats.org/officeDocument/2006/relationships/customXml" Target="../ink/ink2355.xml"/><Relationship Id="rId257" Type="http://schemas.openxmlformats.org/officeDocument/2006/relationships/image" Target="../media/image2363.png"/><Relationship Id="rId278" Type="http://schemas.openxmlformats.org/officeDocument/2006/relationships/customXml" Target="../ink/ink2376.xml"/><Relationship Id="rId401" Type="http://schemas.openxmlformats.org/officeDocument/2006/relationships/image" Target="../media/image2435.png"/><Relationship Id="rId422" Type="http://schemas.openxmlformats.org/officeDocument/2006/relationships/customXml" Target="../ink/ink2448.xml"/><Relationship Id="rId443" Type="http://schemas.openxmlformats.org/officeDocument/2006/relationships/image" Target="../media/image2456.png"/><Relationship Id="rId464" Type="http://schemas.openxmlformats.org/officeDocument/2006/relationships/customXml" Target="../ink/ink2469.xml"/><Relationship Id="rId303" Type="http://schemas.openxmlformats.org/officeDocument/2006/relationships/image" Target="../media/image2386.png"/><Relationship Id="rId42" Type="http://schemas.openxmlformats.org/officeDocument/2006/relationships/customXml" Target="../ink/ink2258.xml"/><Relationship Id="rId84" Type="http://schemas.openxmlformats.org/officeDocument/2006/relationships/customXml" Target="../ink/ink2279.xml"/><Relationship Id="rId138" Type="http://schemas.openxmlformats.org/officeDocument/2006/relationships/customXml" Target="../ink/ink2306.xml"/><Relationship Id="rId345" Type="http://schemas.openxmlformats.org/officeDocument/2006/relationships/image" Target="../media/image2407.png"/><Relationship Id="rId387" Type="http://schemas.openxmlformats.org/officeDocument/2006/relationships/image" Target="../media/image2428.png"/><Relationship Id="rId191" Type="http://schemas.openxmlformats.org/officeDocument/2006/relationships/image" Target="../media/image2332.png"/><Relationship Id="rId205" Type="http://schemas.openxmlformats.org/officeDocument/2006/relationships/image" Target="../media/image2338.png"/><Relationship Id="rId247" Type="http://schemas.openxmlformats.org/officeDocument/2006/relationships/image" Target="../media/image2359.png"/><Relationship Id="rId412" Type="http://schemas.openxmlformats.org/officeDocument/2006/relationships/customXml" Target="../ink/ink2443.xml"/><Relationship Id="rId107" Type="http://schemas.openxmlformats.org/officeDocument/2006/relationships/image" Target="../media/image2290.png"/><Relationship Id="rId289" Type="http://schemas.openxmlformats.org/officeDocument/2006/relationships/image" Target="../media/image2379.png"/><Relationship Id="rId454" Type="http://schemas.openxmlformats.org/officeDocument/2006/relationships/customXml" Target="../ink/ink2464.xml"/><Relationship Id="rId11" Type="http://schemas.openxmlformats.org/officeDocument/2006/relationships/image" Target="../media/image2242.png"/><Relationship Id="rId53" Type="http://schemas.openxmlformats.org/officeDocument/2006/relationships/image" Target="../media/image2263.png"/><Relationship Id="rId149" Type="http://schemas.openxmlformats.org/officeDocument/2006/relationships/image" Target="../media/image2311.png"/><Relationship Id="rId314" Type="http://schemas.openxmlformats.org/officeDocument/2006/relationships/customXml" Target="../ink/ink2394.xml"/><Relationship Id="rId356" Type="http://schemas.openxmlformats.org/officeDocument/2006/relationships/customXml" Target="../ink/ink2415.xml"/><Relationship Id="rId398" Type="http://schemas.openxmlformats.org/officeDocument/2006/relationships/customXml" Target="../ink/ink2436.xml"/><Relationship Id="rId95" Type="http://schemas.openxmlformats.org/officeDocument/2006/relationships/image" Target="../media/image2284.png"/><Relationship Id="rId160" Type="http://schemas.openxmlformats.org/officeDocument/2006/relationships/customXml" Target="../ink/ink2317.xml"/><Relationship Id="rId216" Type="http://schemas.openxmlformats.org/officeDocument/2006/relationships/customXml" Target="../ink/ink2345.xml"/><Relationship Id="rId423" Type="http://schemas.openxmlformats.org/officeDocument/2006/relationships/image" Target="../media/image2446.png"/><Relationship Id="rId258" Type="http://schemas.openxmlformats.org/officeDocument/2006/relationships/customXml" Target="../ink/ink2366.xml"/><Relationship Id="rId465" Type="http://schemas.openxmlformats.org/officeDocument/2006/relationships/image" Target="../media/image2467.png"/><Relationship Id="rId22" Type="http://schemas.openxmlformats.org/officeDocument/2006/relationships/customXml" Target="../ink/ink2248.xml"/><Relationship Id="rId64" Type="http://schemas.openxmlformats.org/officeDocument/2006/relationships/customXml" Target="../ink/ink2269.xml"/><Relationship Id="rId118" Type="http://schemas.openxmlformats.org/officeDocument/2006/relationships/customXml" Target="../ink/ink2296.xml"/><Relationship Id="rId325" Type="http://schemas.openxmlformats.org/officeDocument/2006/relationships/image" Target="../media/image2397.png"/><Relationship Id="rId367" Type="http://schemas.openxmlformats.org/officeDocument/2006/relationships/image" Target="../media/image2418.png"/><Relationship Id="rId171" Type="http://schemas.openxmlformats.org/officeDocument/2006/relationships/image" Target="../media/image2322.png"/><Relationship Id="rId227" Type="http://schemas.openxmlformats.org/officeDocument/2006/relationships/image" Target="../media/image2349.png"/><Relationship Id="rId269" Type="http://schemas.openxmlformats.org/officeDocument/2006/relationships/image" Target="../media/image2369.png"/><Relationship Id="rId434" Type="http://schemas.openxmlformats.org/officeDocument/2006/relationships/customXml" Target="../ink/ink2454.xml"/><Relationship Id="rId33" Type="http://schemas.openxmlformats.org/officeDocument/2006/relationships/image" Target="../media/image2253.png"/><Relationship Id="rId129" Type="http://schemas.openxmlformats.org/officeDocument/2006/relationships/image" Target="../media/image2301.png"/><Relationship Id="rId280" Type="http://schemas.openxmlformats.org/officeDocument/2006/relationships/customXml" Target="../ink/ink2377.xml"/><Relationship Id="rId336" Type="http://schemas.openxmlformats.org/officeDocument/2006/relationships/customXml" Target="../ink/ink2405.xml"/><Relationship Id="rId75" Type="http://schemas.openxmlformats.org/officeDocument/2006/relationships/image" Target="../media/image2274.png"/><Relationship Id="rId140" Type="http://schemas.openxmlformats.org/officeDocument/2006/relationships/customXml" Target="../ink/ink2307.xml"/><Relationship Id="rId182" Type="http://schemas.openxmlformats.org/officeDocument/2006/relationships/customXml" Target="../ink/ink2328.xml"/><Relationship Id="rId378" Type="http://schemas.openxmlformats.org/officeDocument/2006/relationships/customXml" Target="../ink/ink2426.xml"/><Relationship Id="rId403" Type="http://schemas.openxmlformats.org/officeDocument/2006/relationships/image" Target="../media/image2436.png"/><Relationship Id="rId6" Type="http://schemas.openxmlformats.org/officeDocument/2006/relationships/customXml" Target="../ink/ink2240.xml"/><Relationship Id="rId238" Type="http://schemas.openxmlformats.org/officeDocument/2006/relationships/customXml" Target="../ink/ink2356.xml"/><Relationship Id="rId445" Type="http://schemas.openxmlformats.org/officeDocument/2006/relationships/image" Target="../media/image2457.png"/><Relationship Id="rId291" Type="http://schemas.openxmlformats.org/officeDocument/2006/relationships/image" Target="../media/image2380.png"/><Relationship Id="rId305" Type="http://schemas.openxmlformats.org/officeDocument/2006/relationships/image" Target="../media/image2387.png"/><Relationship Id="rId347" Type="http://schemas.openxmlformats.org/officeDocument/2006/relationships/image" Target="../media/image2408.png"/><Relationship Id="rId44" Type="http://schemas.openxmlformats.org/officeDocument/2006/relationships/customXml" Target="../ink/ink2259.xml"/><Relationship Id="rId86" Type="http://schemas.openxmlformats.org/officeDocument/2006/relationships/customXml" Target="../ink/ink2280.xml"/><Relationship Id="rId151" Type="http://schemas.openxmlformats.org/officeDocument/2006/relationships/image" Target="../media/image2312.png"/><Relationship Id="rId389" Type="http://schemas.openxmlformats.org/officeDocument/2006/relationships/image" Target="../media/image2429.png"/><Relationship Id="rId193" Type="http://schemas.openxmlformats.org/officeDocument/2006/relationships/image" Target="../media/image2333.png"/><Relationship Id="rId207" Type="http://schemas.openxmlformats.org/officeDocument/2006/relationships/image" Target="../media/image2339.png"/><Relationship Id="rId249" Type="http://schemas.openxmlformats.org/officeDocument/2006/relationships/image" Target="../media/image2360.png"/><Relationship Id="rId414" Type="http://schemas.openxmlformats.org/officeDocument/2006/relationships/customXml" Target="../ink/ink2444.xml"/><Relationship Id="rId456" Type="http://schemas.openxmlformats.org/officeDocument/2006/relationships/customXml" Target="../ink/ink2465.xml"/><Relationship Id="rId13" Type="http://schemas.openxmlformats.org/officeDocument/2006/relationships/image" Target="../media/image2243.png"/><Relationship Id="rId109" Type="http://schemas.openxmlformats.org/officeDocument/2006/relationships/image" Target="../media/image2291.png"/><Relationship Id="rId260" Type="http://schemas.openxmlformats.org/officeDocument/2006/relationships/customXml" Target="../ink/ink2367.xml"/><Relationship Id="rId316" Type="http://schemas.openxmlformats.org/officeDocument/2006/relationships/customXml" Target="../ink/ink2395.xml"/><Relationship Id="rId55" Type="http://schemas.openxmlformats.org/officeDocument/2006/relationships/image" Target="../media/image2264.png"/><Relationship Id="rId97" Type="http://schemas.openxmlformats.org/officeDocument/2006/relationships/image" Target="../media/image2285.png"/><Relationship Id="rId120" Type="http://schemas.openxmlformats.org/officeDocument/2006/relationships/customXml" Target="../ink/ink2297.xml"/><Relationship Id="rId358" Type="http://schemas.openxmlformats.org/officeDocument/2006/relationships/customXml" Target="../ink/ink2416.xml"/><Relationship Id="rId162" Type="http://schemas.openxmlformats.org/officeDocument/2006/relationships/customXml" Target="../ink/ink2318.xml"/><Relationship Id="rId218" Type="http://schemas.openxmlformats.org/officeDocument/2006/relationships/customXml" Target="../ink/ink2346.xml"/><Relationship Id="rId425" Type="http://schemas.openxmlformats.org/officeDocument/2006/relationships/image" Target="../media/image2447.png"/><Relationship Id="rId467" Type="http://schemas.openxmlformats.org/officeDocument/2006/relationships/image" Target="../media/image2468.png"/><Relationship Id="rId271" Type="http://schemas.openxmlformats.org/officeDocument/2006/relationships/image" Target="../media/image2370.png"/><Relationship Id="rId24" Type="http://schemas.openxmlformats.org/officeDocument/2006/relationships/customXml" Target="../ink/ink2249.xml"/><Relationship Id="rId66" Type="http://schemas.openxmlformats.org/officeDocument/2006/relationships/customXml" Target="../ink/ink2270.xml"/><Relationship Id="rId131" Type="http://schemas.openxmlformats.org/officeDocument/2006/relationships/image" Target="../media/image2302.png"/><Relationship Id="rId327" Type="http://schemas.openxmlformats.org/officeDocument/2006/relationships/image" Target="../media/image2398.png"/><Relationship Id="rId369" Type="http://schemas.openxmlformats.org/officeDocument/2006/relationships/image" Target="../media/image2419.png"/><Relationship Id="rId173" Type="http://schemas.openxmlformats.org/officeDocument/2006/relationships/image" Target="../media/image2323.png"/><Relationship Id="rId229" Type="http://schemas.openxmlformats.org/officeDocument/2006/relationships/image" Target="../media/image2350.png"/><Relationship Id="rId380" Type="http://schemas.openxmlformats.org/officeDocument/2006/relationships/customXml" Target="../ink/ink2427.xml"/><Relationship Id="rId436" Type="http://schemas.openxmlformats.org/officeDocument/2006/relationships/customXml" Target="../ink/ink2455.xml"/><Relationship Id="rId240" Type="http://schemas.openxmlformats.org/officeDocument/2006/relationships/customXml" Target="../ink/ink2357.xml"/><Relationship Id="rId35" Type="http://schemas.openxmlformats.org/officeDocument/2006/relationships/image" Target="../media/image2254.png"/><Relationship Id="rId77" Type="http://schemas.openxmlformats.org/officeDocument/2006/relationships/image" Target="../media/image2275.png"/><Relationship Id="rId100" Type="http://schemas.openxmlformats.org/officeDocument/2006/relationships/customXml" Target="../ink/ink2287.xml"/><Relationship Id="rId282" Type="http://schemas.openxmlformats.org/officeDocument/2006/relationships/customXml" Target="../ink/ink2378.xml"/><Relationship Id="rId338" Type="http://schemas.openxmlformats.org/officeDocument/2006/relationships/customXml" Target="../ink/ink2406.xml"/><Relationship Id="rId8" Type="http://schemas.openxmlformats.org/officeDocument/2006/relationships/customXml" Target="../ink/ink2241.xml"/><Relationship Id="rId142" Type="http://schemas.openxmlformats.org/officeDocument/2006/relationships/customXml" Target="../ink/ink2308.xml"/><Relationship Id="rId184" Type="http://schemas.openxmlformats.org/officeDocument/2006/relationships/customXml" Target="../ink/ink2329.xml"/><Relationship Id="rId391" Type="http://schemas.openxmlformats.org/officeDocument/2006/relationships/image" Target="../media/image2430.png"/><Relationship Id="rId405" Type="http://schemas.openxmlformats.org/officeDocument/2006/relationships/image" Target="../media/image2437.png"/><Relationship Id="rId447" Type="http://schemas.openxmlformats.org/officeDocument/2006/relationships/image" Target="../media/image2458.png"/><Relationship Id="rId251" Type="http://schemas.openxmlformats.org/officeDocument/2006/relationships/image" Target="../media/image419.png"/><Relationship Id="rId46" Type="http://schemas.openxmlformats.org/officeDocument/2006/relationships/customXml" Target="../ink/ink2260.xml"/><Relationship Id="rId293" Type="http://schemas.openxmlformats.org/officeDocument/2006/relationships/image" Target="../media/image2381.png"/><Relationship Id="rId307" Type="http://schemas.openxmlformats.org/officeDocument/2006/relationships/image" Target="../media/image2388.png"/><Relationship Id="rId349" Type="http://schemas.openxmlformats.org/officeDocument/2006/relationships/image" Target="../media/image2409.png"/><Relationship Id="rId88" Type="http://schemas.openxmlformats.org/officeDocument/2006/relationships/customXml" Target="../ink/ink2281.xml"/><Relationship Id="rId111" Type="http://schemas.openxmlformats.org/officeDocument/2006/relationships/image" Target="../media/image2292.png"/><Relationship Id="rId153" Type="http://schemas.openxmlformats.org/officeDocument/2006/relationships/image" Target="../media/image2313.png"/><Relationship Id="rId195" Type="http://schemas.openxmlformats.org/officeDocument/2006/relationships/image" Target="../media/image20.png"/><Relationship Id="rId209" Type="http://schemas.openxmlformats.org/officeDocument/2006/relationships/image" Target="../media/image2340.png"/><Relationship Id="rId360" Type="http://schemas.openxmlformats.org/officeDocument/2006/relationships/customXml" Target="../ink/ink2417.xml"/><Relationship Id="rId416" Type="http://schemas.openxmlformats.org/officeDocument/2006/relationships/customXml" Target="../ink/ink2445.xml"/><Relationship Id="rId220" Type="http://schemas.openxmlformats.org/officeDocument/2006/relationships/customXml" Target="../ink/ink2347.xml"/><Relationship Id="rId458" Type="http://schemas.openxmlformats.org/officeDocument/2006/relationships/customXml" Target="../ink/ink2466.xml"/><Relationship Id="rId15" Type="http://schemas.openxmlformats.org/officeDocument/2006/relationships/image" Target="../media/image2244.png"/><Relationship Id="rId57" Type="http://schemas.openxmlformats.org/officeDocument/2006/relationships/image" Target="../media/image2265.png"/><Relationship Id="rId262" Type="http://schemas.openxmlformats.org/officeDocument/2006/relationships/customXml" Target="../ink/ink2368.xml"/><Relationship Id="rId318" Type="http://schemas.openxmlformats.org/officeDocument/2006/relationships/customXml" Target="../ink/ink2396.xml"/><Relationship Id="rId99" Type="http://schemas.openxmlformats.org/officeDocument/2006/relationships/image" Target="../media/image2286.png"/><Relationship Id="rId122" Type="http://schemas.openxmlformats.org/officeDocument/2006/relationships/customXml" Target="../ink/ink2298.xml"/><Relationship Id="rId164" Type="http://schemas.openxmlformats.org/officeDocument/2006/relationships/customXml" Target="../ink/ink2319.xml"/><Relationship Id="rId371" Type="http://schemas.openxmlformats.org/officeDocument/2006/relationships/image" Target="../media/image2420.png"/><Relationship Id="rId427" Type="http://schemas.openxmlformats.org/officeDocument/2006/relationships/image" Target="../media/image2448.png"/><Relationship Id="rId469" Type="http://schemas.openxmlformats.org/officeDocument/2006/relationships/image" Target="../media/image2469.png"/><Relationship Id="rId26" Type="http://schemas.openxmlformats.org/officeDocument/2006/relationships/customXml" Target="../ink/ink2250.xml"/><Relationship Id="rId231" Type="http://schemas.openxmlformats.org/officeDocument/2006/relationships/image" Target="../media/image2351.png"/><Relationship Id="rId273" Type="http://schemas.openxmlformats.org/officeDocument/2006/relationships/image" Target="../media/image2371.png"/><Relationship Id="rId329" Type="http://schemas.openxmlformats.org/officeDocument/2006/relationships/image" Target="../media/image2399.png"/><Relationship Id="rId68" Type="http://schemas.openxmlformats.org/officeDocument/2006/relationships/customXml" Target="../ink/ink2271.xml"/><Relationship Id="rId133" Type="http://schemas.openxmlformats.org/officeDocument/2006/relationships/image" Target="../media/image2303.png"/><Relationship Id="rId175" Type="http://schemas.openxmlformats.org/officeDocument/2006/relationships/image" Target="../media/image2324.png"/><Relationship Id="rId340" Type="http://schemas.openxmlformats.org/officeDocument/2006/relationships/customXml" Target="../ink/ink2407.xml"/><Relationship Id="rId200" Type="http://schemas.openxmlformats.org/officeDocument/2006/relationships/customXml" Target="../ink/ink2337.xml"/><Relationship Id="rId382" Type="http://schemas.openxmlformats.org/officeDocument/2006/relationships/customXml" Target="../ink/ink2428.xml"/><Relationship Id="rId438" Type="http://schemas.openxmlformats.org/officeDocument/2006/relationships/customXml" Target="../ink/ink2456.xml"/><Relationship Id="rId242" Type="http://schemas.openxmlformats.org/officeDocument/2006/relationships/customXml" Target="../ink/ink2358.xml"/><Relationship Id="rId284" Type="http://schemas.openxmlformats.org/officeDocument/2006/relationships/customXml" Target="../ink/ink2379.xml"/><Relationship Id="rId37" Type="http://schemas.openxmlformats.org/officeDocument/2006/relationships/image" Target="../media/image2255.png"/><Relationship Id="rId79" Type="http://schemas.openxmlformats.org/officeDocument/2006/relationships/image" Target="../media/image2276.png"/><Relationship Id="rId102" Type="http://schemas.openxmlformats.org/officeDocument/2006/relationships/customXml" Target="../ink/ink2288.xml"/><Relationship Id="rId144" Type="http://schemas.openxmlformats.org/officeDocument/2006/relationships/customXml" Target="../ink/ink2309.xml"/><Relationship Id="rId90" Type="http://schemas.openxmlformats.org/officeDocument/2006/relationships/customXml" Target="../ink/ink2282.xml"/><Relationship Id="rId186" Type="http://schemas.openxmlformats.org/officeDocument/2006/relationships/customXml" Target="../ink/ink2330.xml"/><Relationship Id="rId351" Type="http://schemas.openxmlformats.org/officeDocument/2006/relationships/image" Target="../media/image2410.png"/><Relationship Id="rId393" Type="http://schemas.openxmlformats.org/officeDocument/2006/relationships/image" Target="../media/image2431.png"/><Relationship Id="rId407" Type="http://schemas.openxmlformats.org/officeDocument/2006/relationships/image" Target="../media/image2438.png"/><Relationship Id="rId449" Type="http://schemas.openxmlformats.org/officeDocument/2006/relationships/image" Target="../media/image2459.png"/><Relationship Id="rId211" Type="http://schemas.openxmlformats.org/officeDocument/2006/relationships/image" Target="../media/image2341.png"/><Relationship Id="rId253" Type="http://schemas.openxmlformats.org/officeDocument/2006/relationships/image" Target="../media/image2361.png"/><Relationship Id="rId295" Type="http://schemas.openxmlformats.org/officeDocument/2006/relationships/image" Target="../media/image2382.png"/><Relationship Id="rId309" Type="http://schemas.openxmlformats.org/officeDocument/2006/relationships/image" Target="../media/image2389.png"/><Relationship Id="rId460" Type="http://schemas.openxmlformats.org/officeDocument/2006/relationships/customXml" Target="../ink/ink2467.xml"/><Relationship Id="rId48" Type="http://schemas.openxmlformats.org/officeDocument/2006/relationships/customXml" Target="../ink/ink2261.xml"/><Relationship Id="rId113" Type="http://schemas.openxmlformats.org/officeDocument/2006/relationships/image" Target="../media/image2293.png"/><Relationship Id="rId320" Type="http://schemas.openxmlformats.org/officeDocument/2006/relationships/customXml" Target="../ink/ink2397.xml"/><Relationship Id="rId155" Type="http://schemas.openxmlformats.org/officeDocument/2006/relationships/image" Target="../media/image2314.png"/><Relationship Id="rId197" Type="http://schemas.openxmlformats.org/officeDocument/2006/relationships/image" Target="../media/image2334.png"/><Relationship Id="rId362" Type="http://schemas.openxmlformats.org/officeDocument/2006/relationships/customXml" Target="../ink/ink2418.xml"/><Relationship Id="rId418" Type="http://schemas.openxmlformats.org/officeDocument/2006/relationships/customXml" Target="../ink/ink2446.xml"/><Relationship Id="rId222" Type="http://schemas.openxmlformats.org/officeDocument/2006/relationships/customXml" Target="../ink/ink2348.xml"/><Relationship Id="rId264" Type="http://schemas.openxmlformats.org/officeDocument/2006/relationships/customXml" Target="../ink/ink2369.xml"/><Relationship Id="rId471" Type="http://schemas.openxmlformats.org/officeDocument/2006/relationships/image" Target="../media/image2470.png"/><Relationship Id="rId17" Type="http://schemas.openxmlformats.org/officeDocument/2006/relationships/image" Target="../media/image2245.png"/><Relationship Id="rId59" Type="http://schemas.openxmlformats.org/officeDocument/2006/relationships/image" Target="../media/image2266.png"/><Relationship Id="rId124" Type="http://schemas.openxmlformats.org/officeDocument/2006/relationships/customXml" Target="../ink/ink2299.xml"/><Relationship Id="rId70" Type="http://schemas.openxmlformats.org/officeDocument/2006/relationships/customXml" Target="../ink/ink2272.xml"/><Relationship Id="rId166" Type="http://schemas.openxmlformats.org/officeDocument/2006/relationships/customXml" Target="../ink/ink2320.xml"/><Relationship Id="rId331" Type="http://schemas.openxmlformats.org/officeDocument/2006/relationships/image" Target="../media/image2400.png"/><Relationship Id="rId373" Type="http://schemas.openxmlformats.org/officeDocument/2006/relationships/image" Target="../media/image2421.png"/><Relationship Id="rId429" Type="http://schemas.openxmlformats.org/officeDocument/2006/relationships/image" Target="../media/image2449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352.png"/><Relationship Id="rId440" Type="http://schemas.openxmlformats.org/officeDocument/2006/relationships/customXml" Target="../ink/ink2457.xml"/><Relationship Id="rId28" Type="http://schemas.openxmlformats.org/officeDocument/2006/relationships/customXml" Target="../ink/ink2251.xml"/><Relationship Id="rId275" Type="http://schemas.openxmlformats.org/officeDocument/2006/relationships/image" Target="../media/image2372.png"/><Relationship Id="rId300" Type="http://schemas.openxmlformats.org/officeDocument/2006/relationships/customXml" Target="../ink/ink2387.xml"/><Relationship Id="rId81" Type="http://schemas.openxmlformats.org/officeDocument/2006/relationships/image" Target="../media/image2277.png"/><Relationship Id="rId135" Type="http://schemas.openxmlformats.org/officeDocument/2006/relationships/image" Target="../media/image2304.png"/><Relationship Id="rId177" Type="http://schemas.openxmlformats.org/officeDocument/2006/relationships/image" Target="../media/image2325.png"/><Relationship Id="rId342" Type="http://schemas.openxmlformats.org/officeDocument/2006/relationships/customXml" Target="../ink/ink2408.xml"/><Relationship Id="rId384" Type="http://schemas.openxmlformats.org/officeDocument/2006/relationships/customXml" Target="../ink/ink2429.xml"/><Relationship Id="rId202" Type="http://schemas.openxmlformats.org/officeDocument/2006/relationships/customXml" Target="../ink/ink2338.xml"/><Relationship Id="rId244" Type="http://schemas.openxmlformats.org/officeDocument/2006/relationships/customXml" Target="../ink/ink2359.xml"/><Relationship Id="rId39" Type="http://schemas.openxmlformats.org/officeDocument/2006/relationships/image" Target="../media/image2256.png"/><Relationship Id="rId286" Type="http://schemas.openxmlformats.org/officeDocument/2006/relationships/customXml" Target="../ink/ink2380.xml"/><Relationship Id="rId451" Type="http://schemas.openxmlformats.org/officeDocument/2006/relationships/image" Target="../media/image2460.png"/><Relationship Id="rId50" Type="http://schemas.openxmlformats.org/officeDocument/2006/relationships/customXml" Target="../ink/ink2262.xml"/><Relationship Id="rId104" Type="http://schemas.openxmlformats.org/officeDocument/2006/relationships/customXml" Target="../ink/ink2289.xml"/><Relationship Id="rId146" Type="http://schemas.openxmlformats.org/officeDocument/2006/relationships/customXml" Target="../ink/ink2310.xml"/><Relationship Id="rId188" Type="http://schemas.openxmlformats.org/officeDocument/2006/relationships/customXml" Target="../ink/ink2331.xml"/><Relationship Id="rId311" Type="http://schemas.openxmlformats.org/officeDocument/2006/relationships/image" Target="../media/image2390.png"/><Relationship Id="rId353" Type="http://schemas.openxmlformats.org/officeDocument/2006/relationships/image" Target="../media/image2411.png"/><Relationship Id="rId395" Type="http://schemas.openxmlformats.org/officeDocument/2006/relationships/image" Target="../media/image2432.png"/><Relationship Id="rId409" Type="http://schemas.openxmlformats.org/officeDocument/2006/relationships/image" Target="../media/image2439.png"/><Relationship Id="rId92" Type="http://schemas.openxmlformats.org/officeDocument/2006/relationships/customXml" Target="../ink/ink2283.xml"/><Relationship Id="rId213" Type="http://schemas.openxmlformats.org/officeDocument/2006/relationships/image" Target="../media/image2342.png"/><Relationship Id="rId420" Type="http://schemas.openxmlformats.org/officeDocument/2006/relationships/customXml" Target="../ink/ink2447.xml"/><Relationship Id="rId255" Type="http://schemas.openxmlformats.org/officeDocument/2006/relationships/image" Target="../media/image2362.png"/><Relationship Id="rId297" Type="http://schemas.openxmlformats.org/officeDocument/2006/relationships/image" Target="../media/image2383.png"/><Relationship Id="rId462" Type="http://schemas.openxmlformats.org/officeDocument/2006/relationships/customXml" Target="../ink/ink2468.xml"/><Relationship Id="rId115" Type="http://schemas.openxmlformats.org/officeDocument/2006/relationships/image" Target="../media/image2294.png"/><Relationship Id="rId157" Type="http://schemas.openxmlformats.org/officeDocument/2006/relationships/image" Target="../media/image2315.png"/><Relationship Id="rId322" Type="http://schemas.openxmlformats.org/officeDocument/2006/relationships/customXml" Target="../ink/ink2398.xml"/><Relationship Id="rId364" Type="http://schemas.openxmlformats.org/officeDocument/2006/relationships/customXml" Target="../ink/ink2419.xml"/><Relationship Id="rId61" Type="http://schemas.openxmlformats.org/officeDocument/2006/relationships/image" Target="../media/image2267.png"/><Relationship Id="rId199" Type="http://schemas.openxmlformats.org/officeDocument/2006/relationships/image" Target="../media/image2335.png"/><Relationship Id="rId19" Type="http://schemas.openxmlformats.org/officeDocument/2006/relationships/image" Target="../media/image2246.png"/><Relationship Id="rId224" Type="http://schemas.openxmlformats.org/officeDocument/2006/relationships/customXml" Target="../ink/ink2349.xml"/><Relationship Id="rId266" Type="http://schemas.openxmlformats.org/officeDocument/2006/relationships/customXml" Target="../ink/ink2370.xml"/><Relationship Id="rId431" Type="http://schemas.openxmlformats.org/officeDocument/2006/relationships/image" Target="../media/image2450.png"/><Relationship Id="rId473" Type="http://schemas.openxmlformats.org/officeDocument/2006/relationships/image" Target="../media/image247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7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>
                <a:solidFill>
                  <a:schemeClr val="bg1"/>
                </a:solidFill>
              </a:rPr>
              <a:t>Lecture 5, 9-08-26</a:t>
            </a:r>
            <a:endParaRPr lang="en-US" sz="3200" b="1" dirty="0">
              <a:solidFill>
                <a:schemeClr val="bg1"/>
              </a:solidFill>
            </a:endParaRP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777240"/>
            <a:ext cx="34747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00A6A6"/>
                </a:solidFill>
                <a:latin typeface="Aptos"/>
              </a:rPr>
              <a:t>WEEK 3 • LECTURE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658368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16324F"/>
                </a:solidFill>
                <a:latin typeface="Aptos"/>
              </a:rPr>
              <a:t>The z-Transform and
the Region of Convergence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017520"/>
            <a:ext cx="594360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53616E"/>
                </a:solidFill>
                <a:latin typeface="Aptos"/>
              </a:rPr>
              <a:t>Beyond the DTFT: convergence becomes geometry.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417320"/>
            <a:ext cx="4297680" cy="22402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69480" y="1691640"/>
            <a:ext cx="3840480" cy="1645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6324F"/>
                </a:solidFill>
                <a:latin typeface="Aptos"/>
              </a:rPr>
              <a:t>DTFT = z-transform
on the unit circle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224528"/>
            <a:ext cx="10698480" cy="8046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4343400"/>
            <a:ext cx="103327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75 minutes • rigorous DSP foundations • audio examples • Python sandbox • ML bridge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Learning outcomes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00–15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By the end, students should reason from both algebra and ROC geometry.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241280" cy="420624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Explain why the DTFT can fail while a z-transform exists elsewhere in the z-plane.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Compute bilateral z-transforms of common right- and left-sided sequences.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Use the ROC to distinguish sequences with the same rational expression.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Perform inverse z-transforms by partial fraction expansion.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Connect unit-circle inclusion to the existence of the DTFT.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Beyond the DTFT: sometimes the unit circle is 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00–15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DTFT is only one radial slice of a larger transform.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200400" cy="146304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35607"/>
            <a:ext cx="287121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01368"/>
            <a:ext cx="2871216" cy="8961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x[n] = 2ⁿu[n] grows too quickly.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325880"/>
            <a:ext cx="3657600" cy="146304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33672" y="1435607"/>
            <a:ext cx="332841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On the unit circle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3672" y="1801368"/>
            <a:ext cx="3328416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dirty="0">
                <a:solidFill>
                  <a:srgbClr val="53616E"/>
                </a:solidFill>
                <a:latin typeface="Aptos"/>
              </a:rPr>
              <a:t>Σ 2ⁿ</a:t>
            </a:r>
            <a:r>
              <a:rPr sz="1300" b="0" dirty="0" err="1">
                <a:solidFill>
                  <a:srgbClr val="53616E"/>
                </a:solidFill>
                <a:latin typeface="Aptos"/>
              </a:rPr>
              <a:t>e⁻ʲ</a:t>
            </a:r>
            <a:r>
              <a:rPr sz="1300" b="0" baseline="30000" dirty="0" err="1">
                <a:solidFill>
                  <a:srgbClr val="53616E"/>
                </a:solidFill>
                <a:latin typeface="Aptos"/>
              </a:rPr>
              <a:t>ω</a:t>
            </a:r>
            <a:r>
              <a:rPr sz="1300" b="0" dirty="0">
                <a:solidFill>
                  <a:srgbClr val="53616E"/>
                </a:solidFill>
                <a:latin typeface="Aptos"/>
              </a:rPr>
              <a:t>ⁿ does not converge in the ordinary sense.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325880"/>
            <a:ext cx="3566160" cy="14630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74152" y="1435607"/>
            <a:ext cx="323697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Move radially outward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1801368"/>
            <a:ext cx="3236976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dirty="0">
                <a:solidFill>
                  <a:srgbClr val="53616E"/>
                </a:solidFill>
                <a:latin typeface="Aptos"/>
              </a:rPr>
              <a:t>z⁻ⁿ = r⁻ⁿ</a:t>
            </a:r>
            <a:r>
              <a:rPr sz="1300" b="0" dirty="0" err="1">
                <a:solidFill>
                  <a:srgbClr val="53616E"/>
                </a:solidFill>
                <a:latin typeface="Aptos"/>
              </a:rPr>
              <a:t>e⁻ʲ</a:t>
            </a:r>
            <a:r>
              <a:rPr sz="1300" b="0" baseline="30000" dirty="0" err="1">
                <a:solidFill>
                  <a:srgbClr val="53616E"/>
                </a:solidFill>
                <a:latin typeface="Aptos"/>
              </a:rPr>
              <a:t>ω</a:t>
            </a:r>
            <a:r>
              <a:rPr sz="1300" b="0" dirty="0">
                <a:solidFill>
                  <a:srgbClr val="53616E"/>
                </a:solidFill>
                <a:latin typeface="Aptos"/>
              </a:rPr>
              <a:t>ⁿ adds damping. For r&gt;2, (2/r)ⁿ decays.</a:t>
            </a:r>
          </a:p>
        </p:txBody>
      </p:sp>
      <p:pic>
        <p:nvPicPr>
          <p:cNvPr id="15" name="Picture 14" descr="z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19" y="2971800"/>
            <a:ext cx="8366760" cy="2880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3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679F9F4-7B69-DFFF-C953-913BE184C6E4}"/>
              </a:ext>
            </a:extLst>
          </p:cNvPr>
          <p:cNvGrpSpPr/>
          <p:nvPr/>
        </p:nvGrpSpPr>
        <p:grpSpPr>
          <a:xfrm>
            <a:off x="2759580" y="5969168"/>
            <a:ext cx="2104560" cy="345600"/>
            <a:chOff x="2759580" y="5969168"/>
            <a:chExt cx="2104560" cy="34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38ACB04-342B-23E7-0C34-931DAF63FF09}"/>
                    </a:ext>
                  </a:extLst>
                </p14:cNvPr>
                <p14:cNvContentPartPr/>
                <p14:nvPr/>
              </p14:nvContentPartPr>
              <p14:xfrm>
                <a:off x="2759580" y="6166448"/>
                <a:ext cx="133920" cy="115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38ACB04-342B-23E7-0C34-931DAF63FF0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750940" y="6157448"/>
                  <a:ext cx="1515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D1BF1AA-8AEA-226A-7F57-2B932CE34246}"/>
                    </a:ext>
                  </a:extLst>
                </p14:cNvPr>
                <p14:cNvContentPartPr/>
                <p14:nvPr/>
              </p14:nvContentPartPr>
              <p14:xfrm>
                <a:off x="2805300" y="6177248"/>
                <a:ext cx="51120" cy="88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D1BF1AA-8AEA-226A-7F57-2B932CE3424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796300" y="6168248"/>
                  <a:ext cx="687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08F14F0-106D-54AD-91B6-F1D2BA70F07B}"/>
                    </a:ext>
                  </a:extLst>
                </p14:cNvPr>
                <p14:cNvContentPartPr/>
                <p14:nvPr/>
              </p14:nvContentPartPr>
              <p14:xfrm>
                <a:off x="2960820" y="6046928"/>
                <a:ext cx="111240" cy="230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08F14F0-106D-54AD-91B6-F1D2BA70F07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951820" y="6038288"/>
                  <a:ext cx="1288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C5871F7-EE79-2813-34AC-7D825D9F62EE}"/>
                    </a:ext>
                  </a:extLst>
                </p14:cNvPr>
                <p14:cNvContentPartPr/>
                <p14:nvPr/>
              </p14:nvContentPartPr>
              <p14:xfrm>
                <a:off x="3076020" y="6186968"/>
                <a:ext cx="166320" cy="925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C5871F7-EE79-2813-34AC-7D825D9F62E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067020" y="6178328"/>
                  <a:ext cx="1839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12B902A-5069-96CC-D0F0-8527AFC25E20}"/>
                    </a:ext>
                  </a:extLst>
                </p14:cNvPr>
                <p14:cNvContentPartPr/>
                <p14:nvPr/>
              </p14:nvContentPartPr>
              <p14:xfrm>
                <a:off x="3179340" y="6032168"/>
                <a:ext cx="180720" cy="282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12B902A-5069-96CC-D0F0-8527AFC25E2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170700" y="6023528"/>
                  <a:ext cx="1983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52189CA-C3C4-36FB-6302-017270EB3B34}"/>
                    </a:ext>
                  </a:extLst>
                </p14:cNvPr>
                <p14:cNvContentPartPr/>
                <p14:nvPr/>
              </p14:nvContentPartPr>
              <p14:xfrm>
                <a:off x="3533940" y="6183728"/>
                <a:ext cx="82440" cy="21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52189CA-C3C4-36FB-6302-017270EB3B3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524940" y="6175088"/>
                  <a:ext cx="1000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1326EB6-D174-D00E-A049-2731232E980C}"/>
                    </a:ext>
                  </a:extLst>
                </p14:cNvPr>
                <p14:cNvContentPartPr/>
                <p14:nvPr/>
              </p14:nvContentPartPr>
              <p14:xfrm>
                <a:off x="3532500" y="6145928"/>
                <a:ext cx="78480" cy="5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1326EB6-D174-D00E-A049-2731232E980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23860" y="6136928"/>
                  <a:ext cx="961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6403820-BA1B-7C2C-0391-F7CA257C3275}"/>
                    </a:ext>
                  </a:extLst>
                </p14:cNvPr>
                <p14:cNvContentPartPr/>
                <p14:nvPr/>
              </p14:nvContentPartPr>
              <p14:xfrm>
                <a:off x="3754260" y="6040448"/>
                <a:ext cx="209160" cy="2005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6403820-BA1B-7C2C-0391-F7CA257C327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745260" y="6031448"/>
                  <a:ext cx="2268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EDDDB3C-BB49-78A4-5E3F-348BE7D7249D}"/>
                    </a:ext>
                  </a:extLst>
                </p14:cNvPr>
                <p14:cNvContentPartPr/>
                <p14:nvPr/>
              </p14:nvContentPartPr>
              <p14:xfrm>
                <a:off x="3943260" y="5969168"/>
                <a:ext cx="142920" cy="748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EDDDB3C-BB49-78A4-5E3F-348BE7D7249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934260" y="5960168"/>
                  <a:ext cx="1605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A9C4D1D-55CC-8288-DCFB-D30210AA3208}"/>
                    </a:ext>
                  </a:extLst>
                </p14:cNvPr>
                <p14:cNvContentPartPr/>
                <p14:nvPr/>
              </p14:nvContentPartPr>
              <p14:xfrm>
                <a:off x="4230180" y="6114968"/>
                <a:ext cx="163800" cy="110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A9C4D1D-55CC-8288-DCFB-D30210AA320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221540" y="6105968"/>
                  <a:ext cx="1814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D858687-96CC-5AD9-C93E-C79009693420}"/>
                    </a:ext>
                  </a:extLst>
                </p14:cNvPr>
                <p14:cNvContentPartPr/>
                <p14:nvPr/>
              </p14:nvContentPartPr>
              <p14:xfrm>
                <a:off x="4417740" y="5979248"/>
                <a:ext cx="151920" cy="245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D858687-96CC-5AD9-C93E-C7900969342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408740" y="5970248"/>
                  <a:ext cx="1695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B38286A-FB0A-E3AF-415C-9AD514B32BF4}"/>
                    </a:ext>
                  </a:extLst>
                </p14:cNvPr>
                <p14:cNvContentPartPr/>
                <p14:nvPr/>
              </p14:nvContentPartPr>
              <p14:xfrm>
                <a:off x="4554180" y="6130088"/>
                <a:ext cx="164880" cy="90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B38286A-FB0A-E3AF-415C-9AD514B32BF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545540" y="6121088"/>
                  <a:ext cx="1825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DD6F6F0-B44F-E342-3CD3-1F0CAD590554}"/>
                    </a:ext>
                  </a:extLst>
                </p14:cNvPr>
                <p14:cNvContentPartPr/>
                <p14:nvPr/>
              </p14:nvContentPartPr>
              <p14:xfrm>
                <a:off x="4686300" y="6000488"/>
                <a:ext cx="177840" cy="264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DD6F6F0-B44F-E342-3CD3-1F0CAD59055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677300" y="5991488"/>
                  <a:ext cx="195480" cy="28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E6062C7-FB8E-68EF-199F-949E4D2AEE85}"/>
              </a:ext>
            </a:extLst>
          </p:cNvPr>
          <p:cNvGrpSpPr/>
          <p:nvPr/>
        </p:nvGrpSpPr>
        <p:grpSpPr>
          <a:xfrm>
            <a:off x="4156380" y="4441688"/>
            <a:ext cx="270000" cy="152640"/>
            <a:chOff x="4156380" y="4441688"/>
            <a:chExt cx="270000" cy="15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8AFBD8C-050B-8CF7-1AD2-D0BF634D4F54}"/>
                    </a:ext>
                  </a:extLst>
                </p14:cNvPr>
                <p14:cNvContentPartPr/>
                <p14:nvPr/>
              </p14:nvContentPartPr>
              <p14:xfrm>
                <a:off x="4156380" y="4441688"/>
                <a:ext cx="239040" cy="151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8AFBD8C-050B-8CF7-1AD2-D0BF634D4F5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147380" y="4433048"/>
                  <a:ext cx="2566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85D9478-024D-BF02-5EA1-DF2FBE5DC469}"/>
                    </a:ext>
                  </a:extLst>
                </p14:cNvPr>
                <p14:cNvContentPartPr/>
                <p14:nvPr/>
              </p14:nvContentPartPr>
              <p14:xfrm>
                <a:off x="4254300" y="4493168"/>
                <a:ext cx="172080" cy="101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85D9478-024D-BF02-5EA1-DF2FBE5DC46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245660" y="4484528"/>
                  <a:ext cx="18972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462156D-F2FA-6D95-C453-EC8C7BF65113}"/>
              </a:ext>
            </a:extLst>
          </p:cNvPr>
          <p:cNvGrpSpPr/>
          <p:nvPr/>
        </p:nvGrpSpPr>
        <p:grpSpPr>
          <a:xfrm>
            <a:off x="3849660" y="3902048"/>
            <a:ext cx="925560" cy="332280"/>
            <a:chOff x="3849660" y="3902048"/>
            <a:chExt cx="925560" cy="33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0710227-2A66-11F0-8E4D-7E94D68E1161}"/>
                    </a:ext>
                  </a:extLst>
                </p14:cNvPr>
                <p14:cNvContentPartPr/>
                <p14:nvPr/>
              </p14:nvContentPartPr>
              <p14:xfrm>
                <a:off x="3849660" y="4111208"/>
                <a:ext cx="154800" cy="1231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0710227-2A66-11F0-8E4D-7E94D68E116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840660" y="4102568"/>
                  <a:ext cx="1724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A508271-3912-4719-B2C5-A1D87BE5F3B5}"/>
                    </a:ext>
                  </a:extLst>
                </p14:cNvPr>
                <p14:cNvContentPartPr/>
                <p14:nvPr/>
              </p14:nvContentPartPr>
              <p14:xfrm>
                <a:off x="3963780" y="3974048"/>
                <a:ext cx="102960" cy="70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A508271-3912-4719-B2C5-A1D87BE5F3B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955140" y="3965408"/>
                  <a:ext cx="1206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4B3FC36-9006-E14D-D95C-FF09F53BFF5B}"/>
                    </a:ext>
                  </a:extLst>
                </p14:cNvPr>
                <p14:cNvContentPartPr/>
                <p14:nvPr/>
              </p14:nvContentPartPr>
              <p14:xfrm>
                <a:off x="4155300" y="4146848"/>
                <a:ext cx="1080" cy="43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4B3FC36-9006-E14D-D95C-FF09F53BFF5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146300" y="4138208"/>
                  <a:ext cx="187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7A7E552-1A7A-2595-A85C-DDF8394AB81B}"/>
                    </a:ext>
                  </a:extLst>
                </p14:cNvPr>
                <p14:cNvContentPartPr/>
                <p14:nvPr/>
              </p14:nvContentPartPr>
              <p14:xfrm>
                <a:off x="4234140" y="4091048"/>
                <a:ext cx="145080" cy="871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7A7E552-1A7A-2595-A85C-DDF8394AB81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225140" y="4082408"/>
                  <a:ext cx="1627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98239F9-7014-B419-D9A1-69754046EEF3}"/>
                    </a:ext>
                  </a:extLst>
                </p14:cNvPr>
                <p14:cNvContentPartPr/>
                <p14:nvPr/>
              </p14:nvContentPartPr>
              <p14:xfrm>
                <a:off x="4395060" y="4057568"/>
                <a:ext cx="360" cy="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98239F9-7014-B419-D9A1-69754046EEF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386420" y="404856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08074AA-4946-129C-2937-E6841D57AC14}"/>
                    </a:ext>
                  </a:extLst>
                </p14:cNvPr>
                <p14:cNvContentPartPr/>
                <p14:nvPr/>
              </p14:nvContentPartPr>
              <p14:xfrm>
                <a:off x="4367340" y="3953888"/>
                <a:ext cx="145440" cy="177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08074AA-4946-129C-2937-E6841D57AC1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358340" y="3945248"/>
                  <a:ext cx="1630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246641D-1B0F-1C90-06A5-826B50920F30}"/>
                    </a:ext>
                  </a:extLst>
                </p14:cNvPr>
                <p14:cNvContentPartPr/>
                <p14:nvPr/>
              </p14:nvContentPartPr>
              <p14:xfrm>
                <a:off x="4504140" y="4033088"/>
                <a:ext cx="153000" cy="644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246641D-1B0F-1C90-06A5-826B50920F3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495500" y="4024448"/>
                  <a:ext cx="1706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A2FBD02-728C-B604-42E2-3B19B8F71F2E}"/>
                    </a:ext>
                  </a:extLst>
                </p14:cNvPr>
                <p14:cNvContentPartPr/>
                <p14:nvPr/>
              </p14:nvContentPartPr>
              <p14:xfrm>
                <a:off x="4603140" y="3902048"/>
                <a:ext cx="172080" cy="212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A2FBD02-728C-B604-42E2-3B19B8F71F2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94140" y="3893408"/>
                  <a:ext cx="189720" cy="23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2BF984B-0E3F-EA66-8A68-E79DF1016D65}"/>
              </a:ext>
            </a:extLst>
          </p:cNvPr>
          <p:cNvGrpSpPr/>
          <p:nvPr/>
        </p:nvGrpSpPr>
        <p:grpSpPr>
          <a:xfrm>
            <a:off x="5349780" y="6089048"/>
            <a:ext cx="411840" cy="159840"/>
            <a:chOff x="5349780" y="6089048"/>
            <a:chExt cx="411840" cy="15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90D2771-D26B-D8F9-28BC-F625DDB5C839}"/>
                    </a:ext>
                  </a:extLst>
                </p14:cNvPr>
                <p14:cNvContentPartPr/>
                <p14:nvPr/>
              </p14:nvContentPartPr>
              <p14:xfrm>
                <a:off x="5349780" y="6150968"/>
                <a:ext cx="389160" cy="37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90D2771-D26B-D8F9-28BC-F625DDB5C83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341140" y="6142328"/>
                  <a:ext cx="4068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5123772-EA53-35F9-D129-A5C6EC9DA96C}"/>
                    </a:ext>
                  </a:extLst>
                </p14:cNvPr>
                <p14:cNvContentPartPr/>
                <p14:nvPr/>
              </p14:nvContentPartPr>
              <p14:xfrm>
                <a:off x="5538780" y="6089048"/>
                <a:ext cx="222840" cy="159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5123772-EA53-35F9-D129-A5C6EC9DA96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530140" y="6080048"/>
                  <a:ext cx="24048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1BAE291-52BA-97D3-E1AE-D05B2DA97000}"/>
              </a:ext>
            </a:extLst>
          </p:cNvPr>
          <p:cNvGrpSpPr/>
          <p:nvPr/>
        </p:nvGrpSpPr>
        <p:grpSpPr>
          <a:xfrm>
            <a:off x="6400620" y="5969168"/>
            <a:ext cx="329040" cy="281160"/>
            <a:chOff x="6400620" y="5969168"/>
            <a:chExt cx="329040" cy="28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904E713-230B-0FC9-5BA6-4AED6FBE6D96}"/>
                    </a:ext>
                  </a:extLst>
                </p14:cNvPr>
                <p14:cNvContentPartPr/>
                <p14:nvPr/>
              </p14:nvContentPartPr>
              <p14:xfrm>
                <a:off x="6400620" y="6046568"/>
                <a:ext cx="186120" cy="203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904E713-230B-0FC9-5BA6-4AED6FBE6D9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391620" y="6037928"/>
                  <a:ext cx="2037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1240579-2063-B721-46F1-E7B8C29C296F}"/>
                    </a:ext>
                  </a:extLst>
                </p14:cNvPr>
                <p14:cNvContentPartPr/>
                <p14:nvPr/>
              </p14:nvContentPartPr>
              <p14:xfrm>
                <a:off x="6603300" y="5969168"/>
                <a:ext cx="126360" cy="651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1240579-2063-B721-46F1-E7B8C29C296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594300" y="5960168"/>
                  <a:ext cx="144000" cy="8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D046A2E0-FD6A-3EFE-4E95-05D9F288ED01}"/>
                  </a:ext>
                </a:extLst>
              </p14:cNvPr>
              <p14:cNvContentPartPr/>
              <p14:nvPr/>
            </p14:nvContentPartPr>
            <p14:xfrm>
              <a:off x="6868260" y="6118568"/>
              <a:ext cx="78120" cy="882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D046A2E0-FD6A-3EFE-4E95-05D9F288ED0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859260" y="6109928"/>
                <a:ext cx="9576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5A7A7C7-BA82-1AB2-B520-F74D2E8BC54D}"/>
                  </a:ext>
                </a:extLst>
              </p14:cNvPr>
              <p14:cNvContentPartPr/>
              <p14:nvPr/>
            </p14:nvContentPartPr>
            <p14:xfrm>
              <a:off x="6988860" y="5943968"/>
              <a:ext cx="122760" cy="615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5A7A7C7-BA82-1AB2-B520-F74D2E8BC54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979860" y="5935328"/>
                <a:ext cx="140400" cy="7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76BAB50F-5D5C-8A43-ECF4-AA5A2A61E06F}"/>
              </a:ext>
            </a:extLst>
          </p:cNvPr>
          <p:cNvGrpSpPr/>
          <p:nvPr/>
        </p:nvGrpSpPr>
        <p:grpSpPr>
          <a:xfrm>
            <a:off x="7278660" y="5979608"/>
            <a:ext cx="669240" cy="276840"/>
            <a:chOff x="7278660" y="5979608"/>
            <a:chExt cx="669240" cy="27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7320FA2-FEA3-589F-5737-F8E4D77C371E}"/>
                    </a:ext>
                  </a:extLst>
                </p14:cNvPr>
                <p14:cNvContentPartPr/>
                <p14:nvPr/>
              </p14:nvContentPartPr>
              <p14:xfrm>
                <a:off x="7278660" y="6104528"/>
                <a:ext cx="155520" cy="903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7320FA2-FEA3-589F-5737-F8E4D77C371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269660" y="6095528"/>
                  <a:ext cx="1731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85B1B95-2CA5-D7EC-0607-AFEE7DBFD7C8}"/>
                    </a:ext>
                  </a:extLst>
                </p14:cNvPr>
                <p14:cNvContentPartPr/>
                <p14:nvPr/>
              </p14:nvContentPartPr>
              <p14:xfrm>
                <a:off x="7501500" y="5979608"/>
                <a:ext cx="166320" cy="276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85B1B95-2CA5-D7EC-0607-AFEE7DBFD7C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492860" y="5970968"/>
                  <a:ext cx="1839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F5640B0-0517-13B8-C2E0-ACE5B822578D}"/>
                    </a:ext>
                  </a:extLst>
                </p14:cNvPr>
                <p14:cNvContentPartPr/>
                <p14:nvPr/>
              </p14:nvContentPartPr>
              <p14:xfrm>
                <a:off x="7658100" y="6140888"/>
                <a:ext cx="167040" cy="54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F5640B0-0517-13B8-C2E0-ACE5B822578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649100" y="6131888"/>
                  <a:ext cx="1846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E357400-D20E-3EC4-0CB9-48E1C40E9F96}"/>
                    </a:ext>
                  </a:extLst>
                </p14:cNvPr>
                <p14:cNvContentPartPr/>
                <p14:nvPr/>
              </p14:nvContentPartPr>
              <p14:xfrm>
                <a:off x="7803540" y="6008048"/>
                <a:ext cx="144360" cy="2480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E357400-D20E-3EC4-0CB9-48E1C40E9F9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794540" y="5999408"/>
                  <a:ext cx="162000" cy="26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EBBD7E4A-0261-C872-F5C2-799E75CB3E56}"/>
                  </a:ext>
                </a:extLst>
              </p14:cNvPr>
              <p14:cNvContentPartPr/>
              <p14:nvPr/>
            </p14:nvContentPartPr>
            <p14:xfrm>
              <a:off x="4987620" y="820808"/>
              <a:ext cx="210600" cy="24624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EBBD7E4A-0261-C872-F5C2-799E75CB3E56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978620" y="811808"/>
                <a:ext cx="22824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DE933D0C-6DC7-35E7-A028-EC801553C86D}"/>
                  </a:ext>
                </a:extLst>
              </p14:cNvPr>
              <p14:cNvContentPartPr/>
              <p14:nvPr/>
            </p14:nvContentPartPr>
            <p14:xfrm>
              <a:off x="5004900" y="818288"/>
              <a:ext cx="154440" cy="26820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DE933D0C-6DC7-35E7-A028-EC801553C86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996260" y="809648"/>
                <a:ext cx="17208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32495D46-26AE-9A97-CCCD-2FA205590BEC}"/>
                  </a:ext>
                </a:extLst>
              </p14:cNvPr>
              <p14:cNvContentPartPr/>
              <p14:nvPr/>
            </p14:nvContentPartPr>
            <p14:xfrm>
              <a:off x="5257620" y="784088"/>
              <a:ext cx="74880" cy="31536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32495D46-26AE-9A97-CCCD-2FA205590BE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248980" y="775088"/>
                <a:ext cx="9252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4E89939E-C45F-08B6-C053-501FD59F3688}"/>
                  </a:ext>
                </a:extLst>
              </p14:cNvPr>
              <p14:cNvContentPartPr/>
              <p14:nvPr/>
            </p14:nvContentPartPr>
            <p14:xfrm>
              <a:off x="5335380" y="912608"/>
              <a:ext cx="149760" cy="15876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4E89939E-C45F-08B6-C053-501FD59F368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326740" y="903968"/>
                <a:ext cx="16740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40FC602D-35E9-4A78-92FB-708509035494}"/>
                  </a:ext>
                </a:extLst>
              </p14:cNvPr>
              <p14:cNvContentPartPr/>
              <p14:nvPr/>
            </p14:nvContentPartPr>
            <p14:xfrm>
              <a:off x="5366340" y="992168"/>
              <a:ext cx="110160" cy="1080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40FC602D-35E9-4A78-92FB-708509035494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357340" y="983168"/>
                <a:ext cx="12780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1E288E4B-7021-0061-B809-5813DF1B3328}"/>
                  </a:ext>
                </a:extLst>
              </p14:cNvPr>
              <p14:cNvContentPartPr/>
              <p14:nvPr/>
            </p14:nvContentPartPr>
            <p14:xfrm>
              <a:off x="5439420" y="784448"/>
              <a:ext cx="197640" cy="32472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1E288E4B-7021-0061-B809-5813DF1B332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430780" y="775448"/>
                <a:ext cx="21528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B2E49985-F694-5D89-DDCF-F180E5CF98EB}"/>
                  </a:ext>
                </a:extLst>
              </p14:cNvPr>
              <p14:cNvContentPartPr/>
              <p14:nvPr/>
            </p14:nvContentPartPr>
            <p14:xfrm>
              <a:off x="5804460" y="948248"/>
              <a:ext cx="108360" cy="2340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B2E49985-F694-5D89-DDCF-F180E5CF98E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795460" y="939248"/>
                <a:ext cx="12600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02E79DE6-9C85-E0E4-5F59-E0B68DD0E45C}"/>
                  </a:ext>
                </a:extLst>
              </p14:cNvPr>
              <p14:cNvContentPartPr/>
              <p14:nvPr/>
            </p14:nvContentPartPr>
            <p14:xfrm>
              <a:off x="5748660" y="892808"/>
              <a:ext cx="132840" cy="1656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02E79DE6-9C85-E0E4-5F59-E0B68DD0E45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739660" y="883808"/>
                <a:ext cx="15048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D71DDDC7-7281-5C71-3179-F947508A0840}"/>
                  </a:ext>
                </a:extLst>
              </p14:cNvPr>
              <p14:cNvContentPartPr/>
              <p14:nvPr/>
            </p14:nvContentPartPr>
            <p14:xfrm>
              <a:off x="6034500" y="754208"/>
              <a:ext cx="340920" cy="25920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D71DDDC7-7281-5C71-3179-F947508A0840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025860" y="745568"/>
                <a:ext cx="35856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65D1A960-928B-9C0D-42C9-1734B674232A}"/>
                  </a:ext>
                </a:extLst>
              </p14:cNvPr>
              <p14:cNvContentPartPr/>
              <p14:nvPr/>
            </p14:nvContentPartPr>
            <p14:xfrm>
              <a:off x="6467220" y="861488"/>
              <a:ext cx="146520" cy="11340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65D1A960-928B-9C0D-42C9-1734B674232A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458580" y="852488"/>
                <a:ext cx="16416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A655C57E-D066-D61B-3A48-D3A05CC095CA}"/>
                  </a:ext>
                </a:extLst>
              </p14:cNvPr>
              <p14:cNvContentPartPr/>
              <p14:nvPr/>
            </p14:nvContentPartPr>
            <p14:xfrm>
              <a:off x="6516900" y="887768"/>
              <a:ext cx="86760" cy="8316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A655C57E-D066-D61B-3A48-D3A05CC095CA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507900" y="878768"/>
                <a:ext cx="10440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69BF3B62-BB82-2C30-14F8-1C545B723FD2}"/>
                  </a:ext>
                </a:extLst>
              </p14:cNvPr>
              <p14:cNvContentPartPr/>
              <p14:nvPr/>
            </p14:nvContentPartPr>
            <p14:xfrm>
              <a:off x="6089220" y="642248"/>
              <a:ext cx="174960" cy="5976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69BF3B62-BB82-2C30-14F8-1C545B723FD2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080580" y="633608"/>
                <a:ext cx="19260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AB809528-700C-973A-66E9-8614B4A9A4CA}"/>
                  </a:ext>
                </a:extLst>
              </p14:cNvPr>
              <p14:cNvContentPartPr/>
              <p14:nvPr/>
            </p14:nvContentPartPr>
            <p14:xfrm>
              <a:off x="6674580" y="777968"/>
              <a:ext cx="118440" cy="18648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AB809528-700C-973A-66E9-8614B4A9A4CA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665940" y="769328"/>
                <a:ext cx="13608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106A5F9-E400-6B96-30D0-59B5F7D5BB17}"/>
                  </a:ext>
                </a:extLst>
              </p14:cNvPr>
              <p14:cNvContentPartPr/>
              <p14:nvPr/>
            </p14:nvContentPartPr>
            <p14:xfrm>
              <a:off x="6780060" y="898568"/>
              <a:ext cx="114480" cy="3168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106A5F9-E400-6B96-30D0-59B5F7D5BB1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771060" y="889928"/>
                <a:ext cx="13212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86955BDF-71C6-F1E1-7078-A00C6DB71512}"/>
                  </a:ext>
                </a:extLst>
              </p14:cNvPr>
              <p14:cNvContentPartPr/>
              <p14:nvPr/>
            </p14:nvContentPartPr>
            <p14:xfrm>
              <a:off x="6857820" y="758528"/>
              <a:ext cx="139320" cy="22392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86955BDF-71C6-F1E1-7078-A00C6DB71512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849180" y="749528"/>
                <a:ext cx="15696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8528CB92-1F33-B0B5-65B5-9F50F38D967C}"/>
                  </a:ext>
                </a:extLst>
              </p14:cNvPr>
              <p14:cNvContentPartPr/>
              <p14:nvPr/>
            </p14:nvContentPartPr>
            <p14:xfrm>
              <a:off x="7081380" y="907568"/>
              <a:ext cx="2520" cy="288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8528CB92-1F33-B0B5-65B5-9F50F38D967C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072380" y="898928"/>
                <a:ext cx="2016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ABF1CD80-C000-B2F2-8AF8-485EF01024DD}"/>
                  </a:ext>
                </a:extLst>
              </p14:cNvPr>
              <p14:cNvContentPartPr/>
              <p14:nvPr/>
            </p14:nvContentPartPr>
            <p14:xfrm>
              <a:off x="7112340" y="816128"/>
              <a:ext cx="155520" cy="16416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ABF1CD80-C000-B2F2-8AF8-485EF01024DD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7103700" y="807488"/>
                <a:ext cx="17316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ED0297EF-C659-4477-11C3-8A98570023F3}"/>
                  </a:ext>
                </a:extLst>
              </p14:cNvPr>
              <p14:cNvContentPartPr/>
              <p14:nvPr/>
            </p14:nvContentPartPr>
            <p14:xfrm>
              <a:off x="7186860" y="887768"/>
              <a:ext cx="97560" cy="1116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ED0297EF-C659-4477-11C3-8A98570023F3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7177860" y="879128"/>
                <a:ext cx="11520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250E7042-816D-5A8B-09A1-7DAE1B0BC996}"/>
                  </a:ext>
                </a:extLst>
              </p14:cNvPr>
              <p14:cNvContentPartPr/>
              <p14:nvPr/>
            </p14:nvContentPartPr>
            <p14:xfrm>
              <a:off x="7235460" y="757088"/>
              <a:ext cx="74520" cy="684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250E7042-816D-5A8B-09A1-7DAE1B0BC996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7226820" y="748448"/>
                <a:ext cx="9216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7A936550-98B8-8F8B-82E3-994C4A590389}"/>
                  </a:ext>
                </a:extLst>
              </p14:cNvPr>
              <p14:cNvContentPartPr/>
              <p14:nvPr/>
            </p14:nvContentPartPr>
            <p14:xfrm>
              <a:off x="7387740" y="722888"/>
              <a:ext cx="114120" cy="5616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7A936550-98B8-8F8B-82E3-994C4A590389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7379100" y="713888"/>
                <a:ext cx="131760" cy="7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2BBEBED0-94B4-1C69-6F24-91FCB6B84152}"/>
              </a:ext>
            </a:extLst>
          </p:cNvPr>
          <p:cNvGrpSpPr/>
          <p:nvPr/>
        </p:nvGrpSpPr>
        <p:grpSpPr>
          <a:xfrm>
            <a:off x="6000660" y="1115288"/>
            <a:ext cx="696600" cy="70560"/>
            <a:chOff x="6000660" y="1115288"/>
            <a:chExt cx="696600" cy="7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8E5B8AF-EC1D-E665-348A-62F5AA828F90}"/>
                    </a:ext>
                  </a:extLst>
                </p14:cNvPr>
                <p14:cNvContentPartPr/>
                <p14:nvPr/>
              </p14:nvContentPartPr>
              <p14:xfrm>
                <a:off x="6000660" y="1116728"/>
                <a:ext cx="95040" cy="529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8E5B8AF-EC1D-E665-348A-62F5AA828F9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991660" y="1108088"/>
                  <a:ext cx="1126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0BD6744-E9D1-DAB9-5401-B73A655FB8CC}"/>
                    </a:ext>
                  </a:extLst>
                </p14:cNvPr>
                <p14:cNvContentPartPr/>
                <p14:nvPr/>
              </p14:nvContentPartPr>
              <p14:xfrm>
                <a:off x="6203700" y="1160288"/>
                <a:ext cx="77760" cy="36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0BD6744-E9D1-DAB9-5401-B73A655FB8C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195060" y="1151648"/>
                  <a:ext cx="954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19FE700-A14D-DBA2-E15C-E20982886923}"/>
                    </a:ext>
                  </a:extLst>
                </p14:cNvPr>
                <p14:cNvContentPartPr/>
                <p14:nvPr/>
              </p14:nvContentPartPr>
              <p14:xfrm>
                <a:off x="6207300" y="1115288"/>
                <a:ext cx="84600" cy="12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19FE700-A14D-DBA2-E15C-E2098288692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198660" y="1106288"/>
                  <a:ext cx="1022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E71B6EC-69FA-6E80-1418-DF62D4A7D34C}"/>
                    </a:ext>
                  </a:extLst>
                </p14:cNvPr>
                <p14:cNvContentPartPr/>
                <p14:nvPr/>
              </p14:nvContentPartPr>
              <p14:xfrm>
                <a:off x="6370020" y="1153088"/>
                <a:ext cx="62280" cy="57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E71B6EC-69FA-6E80-1418-DF62D4A7D34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361020" y="1144088"/>
                  <a:ext cx="79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C278D19-5969-763B-120F-5C35B2C71B78}"/>
                    </a:ext>
                  </a:extLst>
                </p14:cNvPr>
                <p14:cNvContentPartPr/>
                <p14:nvPr/>
              </p14:nvContentPartPr>
              <p14:xfrm>
                <a:off x="6529860" y="1117448"/>
                <a:ext cx="167400" cy="684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C278D19-5969-763B-120F-5C35B2C71B7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521220" y="1108448"/>
                  <a:ext cx="185040" cy="8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6D4D3E1-A577-5192-F5CA-DDFF2B27F3FE}"/>
              </a:ext>
            </a:extLst>
          </p:cNvPr>
          <p:cNvGrpSpPr/>
          <p:nvPr/>
        </p:nvGrpSpPr>
        <p:grpSpPr>
          <a:xfrm>
            <a:off x="7870500" y="789128"/>
            <a:ext cx="359280" cy="255240"/>
            <a:chOff x="7870500" y="789128"/>
            <a:chExt cx="359280" cy="25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AF098FE-F013-4BDC-7EEA-3015E9FBA163}"/>
                    </a:ext>
                  </a:extLst>
                </p14:cNvPr>
                <p14:cNvContentPartPr/>
                <p14:nvPr/>
              </p14:nvContentPartPr>
              <p14:xfrm>
                <a:off x="7870500" y="789128"/>
                <a:ext cx="244440" cy="2552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AF098FE-F013-4BDC-7EEA-3015E9FBA16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861860" y="780128"/>
                  <a:ext cx="2620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11AA9AA-CFF0-BADF-0E11-45A147984B40}"/>
                    </a:ext>
                  </a:extLst>
                </p14:cNvPr>
                <p14:cNvContentPartPr/>
                <p14:nvPr/>
              </p14:nvContentPartPr>
              <p14:xfrm>
                <a:off x="8115300" y="805328"/>
                <a:ext cx="111960" cy="2008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11AA9AA-CFF0-BADF-0E11-45A147984B4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106300" y="796328"/>
                  <a:ext cx="1296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8EE65F1-C80D-B9C9-7506-1A608EE065AE}"/>
                    </a:ext>
                  </a:extLst>
                </p14:cNvPr>
                <p14:cNvContentPartPr/>
                <p14:nvPr/>
              </p14:nvContentPartPr>
              <p14:xfrm>
                <a:off x="8135100" y="903968"/>
                <a:ext cx="94680" cy="338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8EE65F1-C80D-B9C9-7506-1A608EE065A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126460" y="894968"/>
                  <a:ext cx="11232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76D90818-61D1-D89A-1B28-EE9BEEE9F9C7}"/>
              </a:ext>
            </a:extLst>
          </p:cNvPr>
          <p:cNvGrpSpPr/>
          <p:nvPr/>
        </p:nvGrpSpPr>
        <p:grpSpPr>
          <a:xfrm>
            <a:off x="8437140" y="697688"/>
            <a:ext cx="1643040" cy="376200"/>
            <a:chOff x="8437140" y="697688"/>
            <a:chExt cx="1643040" cy="37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5E969E7-876C-5666-4E3E-E458E768926A}"/>
                    </a:ext>
                  </a:extLst>
                </p14:cNvPr>
                <p14:cNvContentPartPr/>
                <p14:nvPr/>
              </p14:nvContentPartPr>
              <p14:xfrm>
                <a:off x="8437140" y="888128"/>
                <a:ext cx="134640" cy="1857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5E969E7-876C-5666-4E3E-E458E768926A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428500" y="879488"/>
                  <a:ext cx="1522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73F46E8-2885-87E2-BC66-4046418E9D8B}"/>
                    </a:ext>
                  </a:extLst>
                </p14:cNvPr>
                <p14:cNvContentPartPr/>
                <p14:nvPr/>
              </p14:nvContentPartPr>
              <p14:xfrm>
                <a:off x="8487900" y="1008728"/>
                <a:ext cx="95400" cy="97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73F46E8-2885-87E2-BC66-4046418E9D8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478900" y="999728"/>
                  <a:ext cx="1130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D106343-A807-A07E-EEE1-BFAD870CF766}"/>
                    </a:ext>
                  </a:extLst>
                </p14:cNvPr>
                <p14:cNvContentPartPr/>
                <p14:nvPr/>
              </p14:nvContentPartPr>
              <p14:xfrm>
                <a:off x="8546220" y="772928"/>
                <a:ext cx="140040" cy="795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D106343-A807-A07E-EEE1-BFAD870CF76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537580" y="763928"/>
                  <a:ext cx="1576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E348C81-0956-5725-82D2-AC1BC2486F8F}"/>
                    </a:ext>
                  </a:extLst>
                </p14:cNvPr>
                <p14:cNvContentPartPr/>
                <p14:nvPr/>
              </p14:nvContentPartPr>
              <p14:xfrm>
                <a:off x="8843940" y="1002608"/>
                <a:ext cx="71640" cy="43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E348C81-0956-5725-82D2-AC1BC2486F8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835300" y="993608"/>
                  <a:ext cx="892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D47530A-4712-BC90-7CD3-2EB7D4B895C2}"/>
                    </a:ext>
                  </a:extLst>
                </p14:cNvPr>
                <p14:cNvContentPartPr/>
                <p14:nvPr/>
              </p14:nvContentPartPr>
              <p14:xfrm>
                <a:off x="8796060" y="940328"/>
                <a:ext cx="109080" cy="54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D47530A-4712-BC90-7CD3-2EB7D4B895C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787060" y="931688"/>
                  <a:ext cx="1267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83850B0-A4B5-7B71-6E64-82015F7D7721}"/>
                    </a:ext>
                  </a:extLst>
                </p14:cNvPr>
                <p14:cNvContentPartPr/>
                <p14:nvPr/>
              </p14:nvContentPartPr>
              <p14:xfrm>
                <a:off x="9024300" y="939968"/>
                <a:ext cx="88200" cy="1080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83850B0-A4B5-7B71-6E64-82015F7D7721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015660" y="930968"/>
                  <a:ext cx="1058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092FC73-CE26-D07F-F2CA-0F3100951DF6}"/>
                    </a:ext>
                  </a:extLst>
                </p14:cNvPr>
                <p14:cNvContentPartPr/>
                <p14:nvPr/>
              </p14:nvContentPartPr>
              <p14:xfrm>
                <a:off x="9175140" y="802088"/>
                <a:ext cx="123480" cy="910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092FC73-CE26-D07F-F2CA-0F3100951DF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166140" y="793088"/>
                  <a:ext cx="1411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75BB135-8797-2C64-A796-3227465345B4}"/>
                    </a:ext>
                  </a:extLst>
                </p14:cNvPr>
                <p14:cNvContentPartPr/>
                <p14:nvPr/>
              </p14:nvContentPartPr>
              <p14:xfrm>
                <a:off x="9403740" y="939248"/>
                <a:ext cx="178560" cy="1260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75BB135-8797-2C64-A796-3227465345B4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394740" y="930248"/>
                  <a:ext cx="1962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73F1316-4E9B-09B2-3E33-1F6A3EF29355}"/>
                    </a:ext>
                  </a:extLst>
                </p14:cNvPr>
                <p14:cNvContentPartPr/>
                <p14:nvPr/>
              </p14:nvContentPartPr>
              <p14:xfrm>
                <a:off x="9601020" y="853928"/>
                <a:ext cx="83880" cy="1602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73F1316-4E9B-09B2-3E33-1F6A3EF2935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592380" y="845288"/>
                  <a:ext cx="1015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BD1FDC6-288B-42E1-F465-C8886A54B9C6}"/>
                    </a:ext>
                  </a:extLst>
                </p14:cNvPr>
                <p14:cNvContentPartPr/>
                <p14:nvPr/>
              </p14:nvContentPartPr>
              <p14:xfrm>
                <a:off x="9564660" y="697688"/>
                <a:ext cx="11160" cy="331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BD1FDC6-288B-42E1-F465-C8886A54B9C6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555660" y="689048"/>
                  <a:ext cx="288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87D91C7-0710-1AED-CFEB-E9536FC42258}"/>
                    </a:ext>
                  </a:extLst>
                </p14:cNvPr>
                <p14:cNvContentPartPr/>
                <p14:nvPr/>
              </p14:nvContentPartPr>
              <p14:xfrm>
                <a:off x="9710100" y="792008"/>
                <a:ext cx="147240" cy="889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87D91C7-0710-1AED-CFEB-E9536FC4225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701460" y="783368"/>
                  <a:ext cx="1648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F1C2D78-BFFE-EA38-2062-6AC0A642CB0D}"/>
                    </a:ext>
                  </a:extLst>
                </p14:cNvPr>
                <p14:cNvContentPartPr/>
                <p14:nvPr/>
              </p14:nvContentPartPr>
              <p14:xfrm>
                <a:off x="9938700" y="814688"/>
                <a:ext cx="141480" cy="662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F1C2D78-BFFE-EA38-2062-6AC0A642CB0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930060" y="806048"/>
                  <a:ext cx="159120" cy="8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68E25C25-FAF7-D927-4968-9E5669FDFACB}"/>
              </a:ext>
            </a:extLst>
          </p:cNvPr>
          <p:cNvGrpSpPr/>
          <p:nvPr/>
        </p:nvGrpSpPr>
        <p:grpSpPr>
          <a:xfrm>
            <a:off x="7819020" y="3851648"/>
            <a:ext cx="1434240" cy="498240"/>
            <a:chOff x="7819020" y="3851648"/>
            <a:chExt cx="1434240" cy="49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B493865-FCDB-975A-9260-93AD44ED2EB7}"/>
                    </a:ext>
                  </a:extLst>
                </p14:cNvPr>
                <p14:cNvContentPartPr/>
                <p14:nvPr/>
              </p14:nvContentPartPr>
              <p14:xfrm>
                <a:off x="7819020" y="3932648"/>
                <a:ext cx="218520" cy="2505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B493865-FCDB-975A-9260-93AD44ED2EB7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810020" y="3924008"/>
                  <a:ext cx="2361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3811327-05CA-1582-2129-87D4E116D3EC}"/>
                    </a:ext>
                  </a:extLst>
                </p14:cNvPr>
                <p14:cNvContentPartPr/>
                <p14:nvPr/>
              </p14:nvContentPartPr>
              <p14:xfrm>
                <a:off x="7879500" y="3948488"/>
                <a:ext cx="104400" cy="2419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3811327-05CA-1582-2129-87D4E116D3E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870500" y="3939488"/>
                  <a:ext cx="12204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BB3E578-B89B-B93C-EF1B-F5F612166774}"/>
                    </a:ext>
                  </a:extLst>
                </p14:cNvPr>
                <p14:cNvContentPartPr/>
                <p14:nvPr/>
              </p14:nvContentPartPr>
              <p14:xfrm>
                <a:off x="8125020" y="3851648"/>
                <a:ext cx="105840" cy="3996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BB3E578-B89B-B93C-EF1B-F5F61216677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116020" y="3842648"/>
                  <a:ext cx="12348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4886AEA-DBA9-D143-49B5-B96B6D040FA8}"/>
                    </a:ext>
                  </a:extLst>
                </p14:cNvPr>
                <p14:cNvContentPartPr/>
                <p14:nvPr/>
              </p14:nvContentPartPr>
              <p14:xfrm>
                <a:off x="8234460" y="4031288"/>
                <a:ext cx="162000" cy="1810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4886AEA-DBA9-D143-49B5-B96B6D040FA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225820" y="4022288"/>
                  <a:ext cx="1796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656BA79-EE67-14C5-C3CC-B706BF81EA3B}"/>
                    </a:ext>
                  </a:extLst>
                </p14:cNvPr>
                <p14:cNvContentPartPr/>
                <p14:nvPr/>
              </p14:nvContentPartPr>
              <p14:xfrm>
                <a:off x="8260740" y="4135328"/>
                <a:ext cx="114480" cy="111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656BA79-EE67-14C5-C3CC-B706BF81EA3B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252100" y="4126688"/>
                  <a:ext cx="132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D47E3BF-E890-96FB-3298-05E2D37AB4D7}"/>
                    </a:ext>
                  </a:extLst>
                </p14:cNvPr>
                <p14:cNvContentPartPr/>
                <p14:nvPr/>
              </p14:nvContentPartPr>
              <p14:xfrm>
                <a:off x="8343900" y="3927608"/>
                <a:ext cx="193680" cy="3441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D47E3BF-E890-96FB-3298-05E2D37AB4D7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334900" y="3918608"/>
                  <a:ext cx="21132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8DC9A7E-DD5F-4FF4-EF3C-95CE22E556C1}"/>
                    </a:ext>
                  </a:extLst>
                </p14:cNvPr>
                <p14:cNvContentPartPr/>
                <p14:nvPr/>
              </p14:nvContentPartPr>
              <p14:xfrm>
                <a:off x="8627580" y="4094288"/>
                <a:ext cx="111240" cy="158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8DC9A7E-DD5F-4FF4-EF3C-95CE22E556C1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618940" y="4085288"/>
                  <a:ext cx="1288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7F4CA49-A7C5-E05E-C4AC-D9474798C52E}"/>
                    </a:ext>
                  </a:extLst>
                </p14:cNvPr>
                <p14:cNvContentPartPr/>
                <p14:nvPr/>
              </p14:nvContentPartPr>
              <p14:xfrm>
                <a:off x="8623980" y="4025888"/>
                <a:ext cx="104400" cy="216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7F4CA49-A7C5-E05E-C4AC-D9474798C52E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615340" y="4016888"/>
                  <a:ext cx="1220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DE9368D-4BF5-1D98-4BD2-8740A43A3073}"/>
                    </a:ext>
                  </a:extLst>
                </p14:cNvPr>
                <p14:cNvContentPartPr/>
                <p14:nvPr/>
              </p14:nvContentPartPr>
              <p14:xfrm>
                <a:off x="8801100" y="3922208"/>
                <a:ext cx="399240" cy="2156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DE9368D-4BF5-1D98-4BD2-8740A43A3073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792460" y="3913208"/>
                  <a:ext cx="4168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F11FE8F-B46F-69FA-3946-488209FD2832}"/>
                    </a:ext>
                  </a:extLst>
                </p14:cNvPr>
                <p14:cNvContentPartPr/>
                <p14:nvPr/>
              </p14:nvContentPartPr>
              <p14:xfrm>
                <a:off x="8826660" y="4294448"/>
                <a:ext cx="90720" cy="525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F11FE8F-B46F-69FA-3946-488209FD283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818020" y="4285808"/>
                  <a:ext cx="1083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FDA62D8-7F9B-C69F-F842-DAA8B8250142}"/>
                    </a:ext>
                  </a:extLst>
                </p14:cNvPr>
                <p14:cNvContentPartPr/>
                <p14:nvPr/>
              </p14:nvContentPartPr>
              <p14:xfrm>
                <a:off x="9008820" y="4316768"/>
                <a:ext cx="72720" cy="216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FDA62D8-7F9B-C69F-F842-DAA8B825014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000180" y="4307768"/>
                  <a:ext cx="903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BE317AD-6E64-4FA5-1855-EA0896A75AE9}"/>
                    </a:ext>
                  </a:extLst>
                </p14:cNvPr>
                <p14:cNvContentPartPr/>
                <p14:nvPr/>
              </p14:nvContentPartPr>
              <p14:xfrm>
                <a:off x="8999100" y="4272848"/>
                <a:ext cx="93240" cy="187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BE317AD-6E64-4FA5-1855-EA0896A75AE9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990100" y="4263848"/>
                  <a:ext cx="1108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CE1C93B-AE23-1A6F-CA5F-A6A8EDD9278C}"/>
                    </a:ext>
                  </a:extLst>
                </p14:cNvPr>
                <p14:cNvContentPartPr/>
                <p14:nvPr/>
              </p14:nvContentPartPr>
              <p14:xfrm>
                <a:off x="9142380" y="4290488"/>
                <a:ext cx="110880" cy="594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CE1C93B-AE23-1A6F-CA5F-A6A8EDD9278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133380" y="4281848"/>
                  <a:ext cx="128520" cy="7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0776D4D2-604D-AA91-D0BD-E4A2C4EA9172}"/>
                  </a:ext>
                </a:extLst>
              </p14:cNvPr>
              <p14:cNvContentPartPr/>
              <p14:nvPr/>
            </p14:nvContentPartPr>
            <p14:xfrm>
              <a:off x="8893620" y="3734288"/>
              <a:ext cx="250560" cy="9540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0776D4D2-604D-AA91-D0BD-E4A2C4EA9172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8884620" y="3725288"/>
                <a:ext cx="268200" cy="11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5" name="Group 134">
            <a:extLst>
              <a:ext uri="{FF2B5EF4-FFF2-40B4-BE49-F238E27FC236}">
                <a16:creationId xmlns:a16="http://schemas.microsoft.com/office/drawing/2014/main" id="{57690E23-0D56-D4E5-DC6D-BA255F4D77FC}"/>
              </a:ext>
            </a:extLst>
          </p:cNvPr>
          <p:cNvGrpSpPr/>
          <p:nvPr/>
        </p:nvGrpSpPr>
        <p:grpSpPr>
          <a:xfrm>
            <a:off x="9367380" y="3859208"/>
            <a:ext cx="280800" cy="262080"/>
            <a:chOff x="9367380" y="3859208"/>
            <a:chExt cx="280800" cy="26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512CFAA-17C5-F043-FF21-905DA97F82A9}"/>
                    </a:ext>
                  </a:extLst>
                </p14:cNvPr>
                <p14:cNvContentPartPr/>
                <p14:nvPr/>
              </p14:nvContentPartPr>
              <p14:xfrm>
                <a:off x="9367380" y="3963968"/>
                <a:ext cx="155160" cy="1573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512CFAA-17C5-F043-FF21-905DA97F82A9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358380" y="3954968"/>
                  <a:ext cx="1728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B1B6B04-A307-F470-CF4C-55BF44AC93D7}"/>
                    </a:ext>
                  </a:extLst>
                </p14:cNvPr>
                <p14:cNvContentPartPr/>
                <p14:nvPr/>
              </p14:nvContentPartPr>
              <p14:xfrm>
                <a:off x="9512820" y="3859208"/>
                <a:ext cx="135360" cy="630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B1B6B04-A307-F470-CF4C-55BF44AC93D7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503820" y="3850208"/>
                  <a:ext cx="153000" cy="8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4D1CEF6D-3774-B40C-2D47-E8BB2504D726}"/>
                  </a:ext>
                </a:extLst>
              </p14:cNvPr>
              <p14:cNvContentPartPr/>
              <p14:nvPr/>
            </p14:nvContentPartPr>
            <p14:xfrm>
              <a:off x="9767340" y="4012568"/>
              <a:ext cx="79560" cy="9216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4D1CEF6D-3774-B40C-2D47-E8BB2504D726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9758340" y="4003568"/>
                <a:ext cx="9720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04A95949-5B6E-FE88-FFE3-FF46AA8D134C}"/>
                  </a:ext>
                </a:extLst>
              </p14:cNvPr>
              <p14:cNvContentPartPr/>
              <p14:nvPr/>
            </p14:nvContentPartPr>
            <p14:xfrm>
              <a:off x="10130940" y="4020128"/>
              <a:ext cx="210960" cy="9576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04A95949-5B6E-FE88-FFE3-FF46AA8D134C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10122300" y="4011128"/>
                <a:ext cx="22860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F09F1099-869B-70DF-2BBC-482727BB91BC}"/>
                  </a:ext>
                </a:extLst>
              </p14:cNvPr>
              <p14:cNvContentPartPr/>
              <p14:nvPr/>
            </p14:nvContentPartPr>
            <p14:xfrm>
              <a:off x="10324620" y="3907088"/>
              <a:ext cx="97560" cy="1692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F09F1099-869B-70DF-2BBC-482727BB91BC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10315980" y="3898088"/>
                <a:ext cx="11520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CD2A217F-9AC4-36D2-C93D-3CD5411CF36C}"/>
                  </a:ext>
                </a:extLst>
              </p14:cNvPr>
              <p14:cNvContentPartPr/>
              <p14:nvPr/>
            </p14:nvContentPartPr>
            <p14:xfrm>
              <a:off x="10453860" y="3859928"/>
              <a:ext cx="81360" cy="17208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CD2A217F-9AC4-36D2-C93D-3CD5411CF36C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10445220" y="3851288"/>
                <a:ext cx="9900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64B84631-020B-7BCD-BA28-BD428E4A2CA8}"/>
                  </a:ext>
                </a:extLst>
              </p14:cNvPr>
              <p14:cNvContentPartPr/>
              <p14:nvPr/>
            </p14:nvContentPartPr>
            <p14:xfrm>
              <a:off x="10456740" y="3716648"/>
              <a:ext cx="3240" cy="1368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64B84631-020B-7BCD-BA28-BD428E4A2CA8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10447740" y="3708008"/>
                <a:ext cx="2088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F237BD79-9F95-3CA5-0A52-D4FD9B398C23}"/>
                  </a:ext>
                </a:extLst>
              </p14:cNvPr>
              <p14:cNvContentPartPr/>
              <p14:nvPr/>
            </p14:nvContentPartPr>
            <p14:xfrm>
              <a:off x="10563300" y="3782168"/>
              <a:ext cx="181800" cy="10440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F237BD79-9F95-3CA5-0A52-D4FD9B398C23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10554300" y="3773528"/>
                <a:ext cx="19944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1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B2351DC4-6928-964C-8F06-F1198C60FF30}"/>
                  </a:ext>
                </a:extLst>
              </p14:cNvPr>
              <p14:cNvContentPartPr/>
              <p14:nvPr/>
            </p14:nvContentPartPr>
            <p14:xfrm>
              <a:off x="10835820" y="3817808"/>
              <a:ext cx="164880" cy="8172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B2351DC4-6928-964C-8F06-F1198C60FF30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10826820" y="3808808"/>
                <a:ext cx="182520" cy="9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BBAF3616-7ECF-F19B-6A57-3D79F07923C7}"/>
              </a:ext>
            </a:extLst>
          </p:cNvPr>
          <p:cNvGrpSpPr/>
          <p:nvPr/>
        </p:nvGrpSpPr>
        <p:grpSpPr>
          <a:xfrm>
            <a:off x="9866700" y="3831488"/>
            <a:ext cx="225720" cy="106200"/>
            <a:chOff x="9866700" y="3831488"/>
            <a:chExt cx="225720" cy="10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51FA3DE-6569-9690-8F87-5BAAD8E8B3FA}"/>
                    </a:ext>
                  </a:extLst>
                </p14:cNvPr>
                <p14:cNvContentPartPr/>
                <p14:nvPr/>
              </p14:nvContentPartPr>
              <p14:xfrm>
                <a:off x="9866700" y="3896288"/>
                <a:ext cx="51480" cy="111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51FA3DE-6569-9690-8F87-5BAAD8E8B3F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857700" y="3887648"/>
                  <a:ext cx="69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3892D3C-747D-E9D3-4352-B0DA1A471D47}"/>
                    </a:ext>
                  </a:extLst>
                </p14:cNvPr>
                <p14:cNvContentPartPr/>
                <p14:nvPr/>
              </p14:nvContentPartPr>
              <p14:xfrm>
                <a:off x="9961380" y="3831488"/>
                <a:ext cx="131040" cy="1062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3892D3C-747D-E9D3-4352-B0DA1A471D47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952380" y="3822488"/>
                  <a:ext cx="1486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A18B8BD-CEA3-6906-9244-43769DDAF62A}"/>
                    </a:ext>
                  </a:extLst>
                </p14:cNvPr>
                <p14:cNvContentPartPr/>
                <p14:nvPr/>
              </p14:nvContentPartPr>
              <p14:xfrm>
                <a:off x="9949140" y="3845528"/>
                <a:ext cx="118080" cy="763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A18B8BD-CEA3-6906-9244-43769DDAF62A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940140" y="3836888"/>
                  <a:ext cx="13572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04F2072E-30D5-E127-1DB5-970DAC42C338}"/>
              </a:ext>
            </a:extLst>
          </p:cNvPr>
          <p:cNvGrpSpPr/>
          <p:nvPr/>
        </p:nvGrpSpPr>
        <p:grpSpPr>
          <a:xfrm>
            <a:off x="9878940" y="4223888"/>
            <a:ext cx="446400" cy="361080"/>
            <a:chOff x="9878940" y="4223888"/>
            <a:chExt cx="446400" cy="36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5910A18D-590F-3F9D-7D05-35A7ED42D486}"/>
                    </a:ext>
                  </a:extLst>
                </p14:cNvPr>
                <p14:cNvContentPartPr/>
                <p14:nvPr/>
              </p14:nvContentPartPr>
              <p14:xfrm>
                <a:off x="9886860" y="4223888"/>
                <a:ext cx="438480" cy="3610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5910A18D-590F-3F9D-7D05-35A7ED42D48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877860" y="4214888"/>
                  <a:ext cx="45612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37E6165-53ED-FF56-2C64-2AF5BF35FB77}"/>
                    </a:ext>
                  </a:extLst>
                </p14:cNvPr>
                <p14:cNvContentPartPr/>
                <p14:nvPr/>
              </p14:nvContentPartPr>
              <p14:xfrm>
                <a:off x="9878940" y="4225688"/>
                <a:ext cx="116280" cy="964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37E6165-53ED-FF56-2C64-2AF5BF35FB77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869940" y="4217048"/>
                  <a:ext cx="13392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60C3C2FE-CA00-4993-5B82-1B9A0D1F10FC}"/>
              </a:ext>
            </a:extLst>
          </p:cNvPr>
          <p:cNvGrpSpPr/>
          <p:nvPr/>
        </p:nvGrpSpPr>
        <p:grpSpPr>
          <a:xfrm>
            <a:off x="10494180" y="4379768"/>
            <a:ext cx="1018080" cy="329040"/>
            <a:chOff x="10494180" y="4379768"/>
            <a:chExt cx="1018080" cy="32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3DDE973-5D88-F610-F789-293F818E6A31}"/>
                    </a:ext>
                  </a:extLst>
                </p14:cNvPr>
                <p14:cNvContentPartPr/>
                <p14:nvPr/>
              </p14:nvContentPartPr>
              <p14:xfrm>
                <a:off x="10494180" y="4379768"/>
                <a:ext cx="108720" cy="2134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3DDE973-5D88-F610-F789-293F818E6A31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485540" y="4371128"/>
                  <a:ext cx="1263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B4AB99AF-8146-58E6-9398-52BE5E85B607}"/>
                    </a:ext>
                  </a:extLst>
                </p14:cNvPr>
                <p14:cNvContentPartPr/>
                <p14:nvPr/>
              </p14:nvContentPartPr>
              <p14:xfrm>
                <a:off x="10660500" y="4525208"/>
                <a:ext cx="119520" cy="781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B4AB99AF-8146-58E6-9398-52BE5E85B607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651860" y="4516568"/>
                  <a:ext cx="1371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1E2CD04-C469-922D-9C67-BBD6CAF8478C}"/>
                    </a:ext>
                  </a:extLst>
                </p14:cNvPr>
                <p14:cNvContentPartPr/>
                <p14:nvPr/>
              </p14:nvContentPartPr>
              <p14:xfrm>
                <a:off x="10816740" y="4530248"/>
                <a:ext cx="192240" cy="525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1E2CD04-C469-922D-9C67-BBD6CAF8478C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808100" y="4521608"/>
                  <a:ext cx="2098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66555F9-F7D8-6AE8-51F7-BED4761A4734}"/>
                    </a:ext>
                  </a:extLst>
                </p14:cNvPr>
                <p14:cNvContentPartPr/>
                <p14:nvPr/>
              </p14:nvContentPartPr>
              <p14:xfrm>
                <a:off x="11071260" y="4529528"/>
                <a:ext cx="78120" cy="1792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66555F9-F7D8-6AE8-51F7-BED4761A4734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1062620" y="4520888"/>
                  <a:ext cx="957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9308854-23BC-301B-E4CC-8F1410111C53}"/>
                    </a:ext>
                  </a:extLst>
                </p14:cNvPr>
                <p14:cNvContentPartPr/>
                <p14:nvPr/>
              </p14:nvContentPartPr>
              <p14:xfrm>
                <a:off x="11242260" y="4501088"/>
                <a:ext cx="104760" cy="1137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9308854-23BC-301B-E4CC-8F1410111C53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1233260" y="4492088"/>
                  <a:ext cx="1224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9593C7C-F229-F5C8-DB4B-D618FD26F91A}"/>
                    </a:ext>
                  </a:extLst>
                </p14:cNvPr>
                <p14:cNvContentPartPr/>
                <p14:nvPr/>
              </p14:nvContentPartPr>
              <p14:xfrm>
                <a:off x="11397420" y="4382288"/>
                <a:ext cx="114840" cy="2149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9593C7C-F229-F5C8-DB4B-D618FD26F91A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388420" y="4373648"/>
                  <a:ext cx="132480" cy="23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C913B215-140B-6195-F7F1-C482AAA749E8}"/>
              </a:ext>
            </a:extLst>
          </p:cNvPr>
          <p:cNvGrpSpPr/>
          <p:nvPr/>
        </p:nvGrpSpPr>
        <p:grpSpPr>
          <a:xfrm>
            <a:off x="10655460" y="4838048"/>
            <a:ext cx="806040" cy="198000"/>
            <a:chOff x="10655460" y="4838048"/>
            <a:chExt cx="806040" cy="19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76D9CF45-AF96-0C45-56E8-77FA5037DF93}"/>
                    </a:ext>
                  </a:extLst>
                </p14:cNvPr>
                <p14:cNvContentPartPr/>
                <p14:nvPr/>
              </p14:nvContentPartPr>
              <p14:xfrm>
                <a:off x="10655460" y="4856768"/>
                <a:ext cx="162000" cy="1638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76D9CF45-AF96-0C45-56E8-77FA5037DF93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646460" y="4848128"/>
                  <a:ext cx="1796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5989013-8443-FB16-25D6-C51AA21E24A5}"/>
                    </a:ext>
                  </a:extLst>
                </p14:cNvPr>
                <p14:cNvContentPartPr/>
                <p14:nvPr/>
              </p14:nvContentPartPr>
              <p14:xfrm>
                <a:off x="10946700" y="4899248"/>
                <a:ext cx="32760" cy="1062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5989013-8443-FB16-25D6-C51AA21E24A5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937700" y="4890248"/>
                  <a:ext cx="504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E02731D-6569-94B3-0F82-FCCA06D0A7EE}"/>
                    </a:ext>
                  </a:extLst>
                </p14:cNvPr>
                <p14:cNvContentPartPr/>
                <p14:nvPr/>
              </p14:nvContentPartPr>
              <p14:xfrm>
                <a:off x="10845540" y="4841288"/>
                <a:ext cx="174240" cy="219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E02731D-6569-94B3-0F82-FCCA06D0A7EE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836900" y="4832288"/>
                  <a:ext cx="1918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AA3BAAF-AEC2-7DCB-F7B7-55C3545FD0FE}"/>
                    </a:ext>
                  </a:extLst>
                </p14:cNvPr>
                <p14:cNvContentPartPr/>
                <p14:nvPr/>
              </p14:nvContentPartPr>
              <p14:xfrm>
                <a:off x="11087100" y="4899248"/>
                <a:ext cx="49680" cy="1368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AA3BAAF-AEC2-7DCB-F7B7-55C3545FD0FE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1078100" y="4890248"/>
                  <a:ext cx="673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B6D8C53-2C1E-95E3-3B7B-C3C9929B65E0}"/>
                    </a:ext>
                  </a:extLst>
                </p14:cNvPr>
                <p14:cNvContentPartPr/>
                <p14:nvPr/>
              </p14:nvContentPartPr>
              <p14:xfrm>
                <a:off x="11071260" y="4838048"/>
                <a:ext cx="139680" cy="302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B6D8C53-2C1E-95E3-3B7B-C3C9929B65E0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1062620" y="4829048"/>
                  <a:ext cx="1573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EDB57E9-2E67-67D5-DDDA-B5FF2FF3DBF6}"/>
                    </a:ext>
                  </a:extLst>
                </p14:cNvPr>
                <p14:cNvContentPartPr/>
                <p14:nvPr/>
              </p14:nvContentPartPr>
              <p14:xfrm>
                <a:off x="11087100" y="4939928"/>
                <a:ext cx="124920" cy="165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EDB57E9-2E67-67D5-DDDA-B5FF2FF3DBF6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1078100" y="4931288"/>
                  <a:ext cx="1425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54AF962-03D7-DE7A-A167-D6C362D1AFFE}"/>
                    </a:ext>
                  </a:extLst>
                </p14:cNvPr>
                <p14:cNvContentPartPr/>
                <p14:nvPr/>
              </p14:nvContentPartPr>
              <p14:xfrm>
                <a:off x="11367540" y="4878368"/>
                <a:ext cx="65160" cy="1551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54AF962-03D7-DE7A-A167-D6C362D1AFFE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1358540" y="4869368"/>
                  <a:ext cx="828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EF4C7ABB-EEDB-F927-83F9-F6E0A7813856}"/>
                    </a:ext>
                  </a:extLst>
                </p14:cNvPr>
                <p14:cNvContentPartPr/>
                <p14:nvPr/>
              </p14:nvContentPartPr>
              <p14:xfrm>
                <a:off x="11339460" y="4851368"/>
                <a:ext cx="122040" cy="190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EF4C7ABB-EEDB-F927-83F9-F6E0A7813856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1330820" y="4842368"/>
                  <a:ext cx="1396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A461B1A-E177-8C2B-77CF-DFAEA439D8C5}"/>
                    </a:ext>
                  </a:extLst>
                </p14:cNvPr>
                <p14:cNvContentPartPr/>
                <p14:nvPr/>
              </p14:nvContentPartPr>
              <p14:xfrm>
                <a:off x="11258100" y="4842008"/>
                <a:ext cx="105480" cy="212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A461B1A-E177-8C2B-77CF-DFAEA439D8C5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1249460" y="4833008"/>
                  <a:ext cx="123120" cy="3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3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D19F2A4C-1EA3-1DCC-C192-20E2CC63C899}"/>
                  </a:ext>
                </a:extLst>
              </p14:cNvPr>
              <p14:cNvContentPartPr/>
              <p14:nvPr/>
            </p14:nvContentPartPr>
            <p14:xfrm>
              <a:off x="10318140" y="4326128"/>
              <a:ext cx="82080" cy="4824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D19F2A4C-1EA3-1DCC-C192-20E2CC63C899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10309140" y="4317128"/>
                <a:ext cx="9972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5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7BE7A91B-D4FB-DD0B-6C36-E05D53150F8F}"/>
                  </a:ext>
                </a:extLst>
              </p14:cNvPr>
              <p14:cNvContentPartPr/>
              <p14:nvPr/>
            </p14:nvContentPartPr>
            <p14:xfrm>
              <a:off x="11590740" y="4742648"/>
              <a:ext cx="111960" cy="4896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7BE7A91B-D4FB-DD0B-6C36-E05D53150F8F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11582100" y="4734008"/>
                <a:ext cx="12960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7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E0F4EADA-36B5-1506-B866-F034D3EBF54C}"/>
                  </a:ext>
                </a:extLst>
              </p14:cNvPr>
              <p14:cNvContentPartPr/>
              <p14:nvPr/>
            </p14:nvContentPartPr>
            <p14:xfrm>
              <a:off x="7699140" y="4326848"/>
              <a:ext cx="314640" cy="68688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E0F4EADA-36B5-1506-B866-F034D3EBF54C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7690140" y="4317848"/>
                <a:ext cx="332280" cy="70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1" name="Group 180">
            <a:extLst>
              <a:ext uri="{FF2B5EF4-FFF2-40B4-BE49-F238E27FC236}">
                <a16:creationId xmlns:a16="http://schemas.microsoft.com/office/drawing/2014/main" id="{81482563-BFA9-9260-A650-25FBD6E33D5C}"/>
              </a:ext>
            </a:extLst>
          </p:cNvPr>
          <p:cNvGrpSpPr/>
          <p:nvPr/>
        </p:nvGrpSpPr>
        <p:grpSpPr>
          <a:xfrm>
            <a:off x="8046900" y="4793048"/>
            <a:ext cx="826920" cy="200520"/>
            <a:chOff x="8046900" y="4793048"/>
            <a:chExt cx="826920" cy="20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7E136149-1A45-DA1B-119E-3457CD0BA2F0}"/>
                    </a:ext>
                  </a:extLst>
                </p14:cNvPr>
                <p14:cNvContentPartPr/>
                <p14:nvPr/>
              </p14:nvContentPartPr>
              <p14:xfrm>
                <a:off x="8046900" y="4815368"/>
                <a:ext cx="88920" cy="1476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7E136149-1A45-DA1B-119E-3457CD0BA2F0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037900" y="4806368"/>
                  <a:ext cx="1065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207419A-ACE7-41D9-40A6-2CD7F90E1D0E}"/>
                    </a:ext>
                  </a:extLst>
                </p14:cNvPr>
                <p14:cNvContentPartPr/>
                <p14:nvPr/>
              </p14:nvContentPartPr>
              <p14:xfrm>
                <a:off x="8320500" y="4919768"/>
                <a:ext cx="60480" cy="154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207419A-ACE7-41D9-40A6-2CD7F90E1D0E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311500" y="4910768"/>
                  <a:ext cx="781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4543388C-1F85-AE6E-48A7-1AE4D835713C}"/>
                    </a:ext>
                  </a:extLst>
                </p14:cNvPr>
                <p14:cNvContentPartPr/>
                <p14:nvPr/>
              </p14:nvContentPartPr>
              <p14:xfrm>
                <a:off x="8287020" y="4856768"/>
                <a:ext cx="119160" cy="169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4543388C-1F85-AE6E-48A7-1AE4D835713C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278380" y="4847768"/>
                  <a:ext cx="1368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9148EAA-AD84-5662-1A2C-595F2D3F04F8}"/>
                    </a:ext>
                  </a:extLst>
                </p14:cNvPr>
                <p14:cNvContentPartPr/>
                <p14:nvPr/>
              </p14:nvContentPartPr>
              <p14:xfrm>
                <a:off x="8473500" y="4830848"/>
                <a:ext cx="143280" cy="1332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9148EAA-AD84-5662-1A2C-595F2D3F04F8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8464860" y="4821848"/>
                  <a:ext cx="1609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FEDC4AA-2425-4FA5-094B-984DEE977AAA}"/>
                    </a:ext>
                  </a:extLst>
                </p14:cNvPr>
                <p14:cNvContentPartPr/>
                <p14:nvPr/>
              </p14:nvContentPartPr>
              <p14:xfrm>
                <a:off x="8693100" y="4946048"/>
                <a:ext cx="4320" cy="194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FEDC4AA-2425-4FA5-094B-984DEE977AA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684100" y="4937048"/>
                  <a:ext cx="219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3FE4CDF-FC6E-A1D7-9A22-EC85AB9AC7E9}"/>
                    </a:ext>
                  </a:extLst>
                </p14:cNvPr>
                <p14:cNvContentPartPr/>
                <p14:nvPr/>
              </p14:nvContentPartPr>
              <p14:xfrm>
                <a:off x="8734860" y="4820768"/>
                <a:ext cx="138960" cy="1728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3FE4CDF-FC6E-A1D7-9A22-EC85AB9AC7E9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725860" y="4811768"/>
                  <a:ext cx="1566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81D42F2-A543-B7FA-A65C-17D935FF92D9}"/>
                    </a:ext>
                  </a:extLst>
                </p14:cNvPr>
                <p14:cNvContentPartPr/>
                <p14:nvPr/>
              </p14:nvContentPartPr>
              <p14:xfrm>
                <a:off x="8697060" y="4793048"/>
                <a:ext cx="139680" cy="75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81D42F2-A543-B7FA-A65C-17D935FF92D9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8688060" y="4784408"/>
                  <a:ext cx="15732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D2389DF7-441D-33D2-3F54-3DB5ED8EC97B}"/>
              </a:ext>
            </a:extLst>
          </p:cNvPr>
          <p:cNvGrpSpPr/>
          <p:nvPr/>
        </p:nvGrpSpPr>
        <p:grpSpPr>
          <a:xfrm>
            <a:off x="9148860" y="4909688"/>
            <a:ext cx="1422360" cy="810360"/>
            <a:chOff x="9148860" y="4909688"/>
            <a:chExt cx="1422360" cy="81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B0BBDFE-8711-D60F-C66F-04DA91611649}"/>
                    </a:ext>
                  </a:extLst>
                </p14:cNvPr>
                <p14:cNvContentPartPr/>
                <p14:nvPr/>
              </p14:nvContentPartPr>
              <p14:xfrm>
                <a:off x="9148860" y="4956128"/>
                <a:ext cx="1367280" cy="7639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B0BBDFE-8711-D60F-C66F-04DA91611649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140220" y="4947488"/>
                  <a:ext cx="1384920" cy="78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5B6E8B4-DF28-DD9F-D1BF-88156B7566C4}"/>
                    </a:ext>
                  </a:extLst>
                </p14:cNvPr>
                <p14:cNvContentPartPr/>
                <p14:nvPr/>
              </p14:nvContentPartPr>
              <p14:xfrm>
                <a:off x="9206100" y="4909688"/>
                <a:ext cx="1215360" cy="6706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5B6E8B4-DF28-DD9F-D1BF-88156B7566C4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197460" y="4900688"/>
                  <a:ext cx="1233000" cy="68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C59B420D-9CCC-9642-114B-B6001005DA79}"/>
                    </a:ext>
                  </a:extLst>
                </p14:cNvPr>
                <p14:cNvContentPartPr/>
                <p14:nvPr/>
              </p14:nvContentPartPr>
              <p14:xfrm>
                <a:off x="10352700" y="5470568"/>
                <a:ext cx="218520" cy="2408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C59B420D-9CCC-9642-114B-B6001005DA79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0344060" y="5461928"/>
                  <a:ext cx="236160" cy="25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277580F0-C742-B576-C070-BD8183E87F6A}"/>
              </a:ext>
            </a:extLst>
          </p:cNvPr>
          <p:cNvGrpSpPr/>
          <p:nvPr/>
        </p:nvGrpSpPr>
        <p:grpSpPr>
          <a:xfrm>
            <a:off x="10151820" y="5926328"/>
            <a:ext cx="1563840" cy="236520"/>
            <a:chOff x="10151820" y="5926328"/>
            <a:chExt cx="1563840" cy="23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8A47E8C-3887-3A6C-1CA8-A5DC1176D837}"/>
                    </a:ext>
                  </a:extLst>
                </p14:cNvPr>
                <p14:cNvContentPartPr/>
                <p14:nvPr/>
              </p14:nvContentPartPr>
              <p14:xfrm>
                <a:off x="10151820" y="5928128"/>
                <a:ext cx="124560" cy="1198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8A47E8C-3887-3A6C-1CA8-A5DC1176D837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0143180" y="5919488"/>
                  <a:ext cx="1422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5BC2EC44-B89D-B374-106E-ED25E85B1FD8}"/>
                    </a:ext>
                  </a:extLst>
                </p14:cNvPr>
                <p14:cNvContentPartPr/>
                <p14:nvPr/>
              </p14:nvContentPartPr>
              <p14:xfrm>
                <a:off x="10333980" y="5969888"/>
                <a:ext cx="78840" cy="792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BC2EC44-B89D-B374-106E-ED25E85B1FD8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0325340" y="5961248"/>
                  <a:ext cx="964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85B224F-9759-E03C-8FBC-6624FB6DA5D7}"/>
                    </a:ext>
                  </a:extLst>
                </p14:cNvPr>
                <p14:cNvContentPartPr/>
                <p14:nvPr/>
              </p14:nvContentPartPr>
              <p14:xfrm>
                <a:off x="10499940" y="5995448"/>
                <a:ext cx="175320" cy="936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85B224F-9759-E03C-8FBC-6624FB6DA5D7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0490940" y="5986448"/>
                  <a:ext cx="1929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80CBC70-D2BF-5F33-22F5-14C33308ECDF}"/>
                    </a:ext>
                  </a:extLst>
                </p14:cNvPr>
                <p14:cNvContentPartPr/>
                <p14:nvPr/>
              </p14:nvContentPartPr>
              <p14:xfrm>
                <a:off x="10697220" y="5939648"/>
                <a:ext cx="95760" cy="1159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80CBC70-D2BF-5F33-22F5-14C33308ECDF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0688580" y="5930648"/>
                  <a:ext cx="1134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3CBBAB5-7F55-7E07-5D1C-54B34641EAB5}"/>
                    </a:ext>
                  </a:extLst>
                </p14:cNvPr>
                <p14:cNvContentPartPr/>
                <p14:nvPr/>
              </p14:nvContentPartPr>
              <p14:xfrm>
                <a:off x="10867860" y="5954048"/>
                <a:ext cx="173160" cy="1090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3CBBAB5-7F55-7E07-5D1C-54B34641EAB5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0858860" y="5945408"/>
                  <a:ext cx="1908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6D3F304F-9B38-49FE-9CFB-615F24EB87C0}"/>
                    </a:ext>
                  </a:extLst>
                </p14:cNvPr>
                <p14:cNvContentPartPr/>
                <p14:nvPr/>
              </p14:nvContentPartPr>
              <p14:xfrm>
                <a:off x="11136420" y="5936768"/>
                <a:ext cx="293040" cy="2260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6D3F304F-9B38-49FE-9CFB-615F24EB87C0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1127420" y="5927768"/>
                  <a:ext cx="3106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FCAEAC29-9A56-4113-E38E-65CD88813365}"/>
                    </a:ext>
                  </a:extLst>
                </p14:cNvPr>
                <p14:cNvContentPartPr/>
                <p14:nvPr/>
              </p14:nvContentPartPr>
              <p14:xfrm>
                <a:off x="11485980" y="5926328"/>
                <a:ext cx="229680" cy="1184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FCAEAC29-9A56-4113-E38E-65CD88813365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1477340" y="5917688"/>
                  <a:ext cx="247320" cy="13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3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6BEA0DBF-B4BB-52A4-FC4F-34724D3D66A0}"/>
                  </a:ext>
                </a:extLst>
              </p14:cNvPr>
              <p14:cNvContentPartPr/>
              <p14:nvPr/>
            </p14:nvContentPartPr>
            <p14:xfrm>
              <a:off x="8624340" y="6088328"/>
              <a:ext cx="163440" cy="12564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6BEA0DBF-B4BB-52A4-FC4F-34724D3D66A0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8615340" y="6079328"/>
                <a:ext cx="18108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5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D01003C0-6D8F-A180-8015-335354D4CFFB}"/>
                  </a:ext>
                </a:extLst>
              </p14:cNvPr>
              <p14:cNvContentPartPr/>
              <p14:nvPr/>
            </p14:nvContentPartPr>
            <p14:xfrm>
              <a:off x="8579340" y="6310808"/>
              <a:ext cx="345960" cy="1224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D01003C0-6D8F-A180-8015-335354D4CFFB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8570700" y="6301808"/>
                <a:ext cx="363600" cy="2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5" name="Group 204">
            <a:extLst>
              <a:ext uri="{FF2B5EF4-FFF2-40B4-BE49-F238E27FC236}">
                <a16:creationId xmlns:a16="http://schemas.microsoft.com/office/drawing/2014/main" id="{D60FEDCF-5B2D-34C2-C6DA-44D6440D8571}"/>
              </a:ext>
            </a:extLst>
          </p:cNvPr>
          <p:cNvGrpSpPr/>
          <p:nvPr/>
        </p:nvGrpSpPr>
        <p:grpSpPr>
          <a:xfrm>
            <a:off x="8483940" y="6440048"/>
            <a:ext cx="385920" cy="147240"/>
            <a:chOff x="8483940" y="6440048"/>
            <a:chExt cx="385920" cy="14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39B868D-AA5E-F72C-2ABD-02881ABDCA3C}"/>
                    </a:ext>
                  </a:extLst>
                </p14:cNvPr>
                <p14:cNvContentPartPr/>
                <p14:nvPr/>
              </p14:nvContentPartPr>
              <p14:xfrm>
                <a:off x="8483940" y="6447248"/>
                <a:ext cx="142560" cy="1400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739B868D-AA5E-F72C-2ABD-02881ABDCA3C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475300" y="6438608"/>
                  <a:ext cx="1602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A378A372-EF1C-E420-1FDB-DE61F1CA95F9}"/>
                    </a:ext>
                  </a:extLst>
                </p14:cNvPr>
                <p14:cNvContentPartPr/>
                <p14:nvPr/>
              </p14:nvContentPartPr>
              <p14:xfrm>
                <a:off x="8689500" y="6540848"/>
                <a:ext cx="7920" cy="219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A378A372-EF1C-E420-1FDB-DE61F1CA95F9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680860" y="6532208"/>
                  <a:ext cx="255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19BDDD6-F298-4DC7-601D-1B31BE005DE2}"/>
                    </a:ext>
                  </a:extLst>
                </p14:cNvPr>
                <p14:cNvContentPartPr/>
                <p14:nvPr/>
              </p14:nvContentPartPr>
              <p14:xfrm>
                <a:off x="8749260" y="6456968"/>
                <a:ext cx="118800" cy="1220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19BDDD6-F298-4DC7-601D-1B31BE005DE2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8740260" y="6448328"/>
                  <a:ext cx="1364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BE258AB-0262-0EF6-4E7F-2E29B360A065}"/>
                    </a:ext>
                  </a:extLst>
                </p14:cNvPr>
                <p14:cNvContentPartPr/>
                <p14:nvPr/>
              </p14:nvContentPartPr>
              <p14:xfrm>
                <a:off x="8759340" y="6440048"/>
                <a:ext cx="110520" cy="28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BE258AB-0262-0EF6-4E7F-2E29B360A065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8750700" y="6431048"/>
                  <a:ext cx="1281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9C39D14-76A2-D5F3-7CE4-B026F979EC9E}"/>
                    </a:ext>
                  </a:extLst>
                </p14:cNvPr>
                <p14:cNvContentPartPr/>
                <p14:nvPr/>
              </p14:nvContentPartPr>
              <p14:xfrm>
                <a:off x="8573940" y="6566768"/>
                <a:ext cx="26640" cy="3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9C39D14-76A2-D5F3-7CE4-B026F979EC9E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8565300" y="6558128"/>
                  <a:ext cx="4428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57AEE14F-4F5B-216C-DB35-8C83A9A55125}"/>
              </a:ext>
            </a:extLst>
          </p:cNvPr>
          <p:cNvGrpSpPr/>
          <p:nvPr/>
        </p:nvGrpSpPr>
        <p:grpSpPr>
          <a:xfrm>
            <a:off x="9102780" y="6215048"/>
            <a:ext cx="420480" cy="183600"/>
            <a:chOff x="9102780" y="6215048"/>
            <a:chExt cx="420480" cy="18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BE081311-3524-B1D6-EB9C-B95BCBAB06EF}"/>
                    </a:ext>
                  </a:extLst>
                </p14:cNvPr>
                <p14:cNvContentPartPr/>
                <p14:nvPr/>
              </p14:nvContentPartPr>
              <p14:xfrm>
                <a:off x="9102780" y="6273728"/>
                <a:ext cx="197640" cy="1249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BE081311-3524-B1D6-EB9C-B95BCBAB06EF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094140" y="6265088"/>
                  <a:ext cx="2152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EFEC8733-A628-A1E2-C90F-0428D66F9090}"/>
                    </a:ext>
                  </a:extLst>
                </p14:cNvPr>
                <p14:cNvContentPartPr/>
                <p14:nvPr/>
              </p14:nvContentPartPr>
              <p14:xfrm>
                <a:off x="9503820" y="6215048"/>
                <a:ext cx="19440" cy="1688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EFEC8733-A628-A1E2-C90F-0428D66F9090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495180" y="6206408"/>
                  <a:ext cx="37080" cy="1864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The damping-factor interpretation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00–15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Write z in polar form: radius controls convergence; angle probes frequency.</a:t>
            </a:r>
          </a:p>
        </p:txBody>
      </p:sp>
      <p:pic>
        <p:nvPicPr>
          <p:cNvPr id="6" name="Picture 5" descr="z_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4937760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97880" y="1325880"/>
            <a:ext cx="5394960" cy="411480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72200" y="1572768"/>
            <a:ext cx="48463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800" b="1">
                <a:solidFill>
                  <a:srgbClr val="16324F"/>
                </a:solidFill>
                <a:latin typeface="Aptos"/>
              </a:rPr>
              <a:t>z = r e^{jω}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4572000" cy="265176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r^{-n} changes the weighting of positive-time samples.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ω supplies the familiar complex sinusoidal rotation.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At r=1 there is no radial damping: this is exactly the DTFT.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Convergence can hold for some radii and fail for others.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4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0E16A1B-30C1-E442-7388-07A8224C9C7F}"/>
              </a:ext>
            </a:extLst>
          </p:cNvPr>
          <p:cNvGrpSpPr/>
          <p:nvPr/>
        </p:nvGrpSpPr>
        <p:grpSpPr>
          <a:xfrm>
            <a:off x="6210540" y="488168"/>
            <a:ext cx="1435680" cy="425880"/>
            <a:chOff x="6210540" y="488168"/>
            <a:chExt cx="1435680" cy="42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88C38F5-CBB7-0054-66CF-03C6CFD575E3}"/>
                    </a:ext>
                  </a:extLst>
                </p14:cNvPr>
                <p14:cNvContentPartPr/>
                <p14:nvPr/>
              </p14:nvContentPartPr>
              <p14:xfrm>
                <a:off x="6210540" y="528848"/>
                <a:ext cx="214560" cy="258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88C38F5-CBB7-0054-66CF-03C6CFD575E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201540" y="519848"/>
                  <a:ext cx="2322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70170B8-DF14-716D-FA04-BF027C1733A8}"/>
                    </a:ext>
                  </a:extLst>
                </p14:cNvPr>
                <p14:cNvContentPartPr/>
                <p14:nvPr/>
              </p14:nvContentPartPr>
              <p14:xfrm>
                <a:off x="6262380" y="523088"/>
                <a:ext cx="123120" cy="273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70170B8-DF14-716D-FA04-BF027C1733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253380" y="514448"/>
                  <a:ext cx="1407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27BDE74-D76A-3D20-15A8-86A045F9FF14}"/>
                    </a:ext>
                  </a:extLst>
                </p14:cNvPr>
                <p14:cNvContentPartPr/>
                <p14:nvPr/>
              </p14:nvContentPartPr>
              <p14:xfrm>
                <a:off x="6519420" y="492488"/>
                <a:ext cx="76320" cy="300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27BDE74-D76A-3D20-15A8-86A045F9FF1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510420" y="483848"/>
                  <a:ext cx="9396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CEC30E3-E185-CCAD-C24D-64D0A11D2A56}"/>
                    </a:ext>
                  </a:extLst>
                </p14:cNvPr>
                <p14:cNvContentPartPr/>
                <p14:nvPr/>
              </p14:nvContentPartPr>
              <p14:xfrm>
                <a:off x="6603300" y="621728"/>
                <a:ext cx="192600" cy="164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CEC30E3-E185-CCAD-C24D-64D0A11D2A5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594300" y="612728"/>
                  <a:ext cx="2102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D5F9EE2-B6F4-2388-9D8B-60A203A2E076}"/>
                    </a:ext>
                  </a:extLst>
                </p14:cNvPr>
                <p14:cNvContentPartPr/>
                <p14:nvPr/>
              </p14:nvContentPartPr>
              <p14:xfrm>
                <a:off x="6629940" y="701288"/>
                <a:ext cx="140040" cy="12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D5F9EE2-B6F4-2388-9D8B-60A203A2E07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621300" y="692288"/>
                  <a:ext cx="1576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2A6AE0C-1209-175F-2131-701A0CF4D6E3}"/>
                    </a:ext>
                  </a:extLst>
                </p14:cNvPr>
                <p14:cNvContentPartPr/>
                <p14:nvPr/>
              </p14:nvContentPartPr>
              <p14:xfrm>
                <a:off x="6712380" y="488168"/>
                <a:ext cx="186840" cy="291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2A6AE0C-1209-175F-2131-701A0CF4D6E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703380" y="479528"/>
                  <a:ext cx="20448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59C20BE-6614-8D55-ACB4-220C24BCFA3A}"/>
                    </a:ext>
                  </a:extLst>
                </p14:cNvPr>
                <p14:cNvContentPartPr/>
                <p14:nvPr/>
              </p14:nvContentPartPr>
              <p14:xfrm>
                <a:off x="7050780" y="690128"/>
                <a:ext cx="139680" cy="374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59C20BE-6614-8D55-ACB4-220C24BCFA3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042140" y="681128"/>
                  <a:ext cx="1573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38B7EF0-F885-9500-0DD7-0C5240BA15E7}"/>
                    </a:ext>
                  </a:extLst>
                </p14:cNvPr>
                <p14:cNvContentPartPr/>
                <p14:nvPr/>
              </p14:nvContentPartPr>
              <p14:xfrm>
                <a:off x="7020540" y="632888"/>
                <a:ext cx="123480" cy="324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38B7EF0-F885-9500-0DD7-0C5240BA15E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011540" y="623888"/>
                  <a:ext cx="1411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D730334-9761-AB22-FF68-45F917FD1BDA}"/>
                    </a:ext>
                  </a:extLst>
                </p14:cNvPr>
                <p14:cNvContentPartPr/>
                <p14:nvPr/>
              </p14:nvContentPartPr>
              <p14:xfrm>
                <a:off x="7324380" y="511568"/>
                <a:ext cx="321840" cy="258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D730334-9761-AB22-FF68-45F917FD1BD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315380" y="502928"/>
                  <a:ext cx="3394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7453412-E885-FF93-EFEF-6D9B241D929B}"/>
                    </a:ext>
                  </a:extLst>
                </p14:cNvPr>
                <p14:cNvContentPartPr/>
                <p14:nvPr/>
              </p14:nvContentPartPr>
              <p14:xfrm>
                <a:off x="7430940" y="856808"/>
                <a:ext cx="100080" cy="57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7453412-E885-FF93-EFEF-6D9B241D929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421940" y="848168"/>
                  <a:ext cx="117720" cy="7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2DC86DB-4367-3346-C351-8CF3FC4776A9}"/>
              </a:ext>
            </a:extLst>
          </p:cNvPr>
          <p:cNvGrpSpPr/>
          <p:nvPr/>
        </p:nvGrpSpPr>
        <p:grpSpPr>
          <a:xfrm>
            <a:off x="7849980" y="378008"/>
            <a:ext cx="1126800" cy="387000"/>
            <a:chOff x="7849980" y="378008"/>
            <a:chExt cx="1126800" cy="38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1B1182B-7EBB-E321-5D69-C70688C1FFEA}"/>
                    </a:ext>
                  </a:extLst>
                </p14:cNvPr>
                <p14:cNvContentPartPr/>
                <p14:nvPr/>
              </p14:nvContentPartPr>
              <p14:xfrm>
                <a:off x="7849980" y="586808"/>
                <a:ext cx="135360" cy="101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1B1182B-7EBB-E321-5D69-C70688C1FFE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841340" y="578168"/>
                  <a:ext cx="1530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8E2567C-891A-2FEF-C6B7-86CCF8DED5CB}"/>
                    </a:ext>
                  </a:extLst>
                </p14:cNvPr>
                <p14:cNvContentPartPr/>
                <p14:nvPr/>
              </p14:nvContentPartPr>
              <p14:xfrm>
                <a:off x="7906860" y="607688"/>
                <a:ext cx="57960" cy="93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8E2567C-891A-2FEF-C6B7-86CCF8DED5C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897860" y="598688"/>
                  <a:ext cx="756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68AD7E3-D3EE-8A39-AA7C-19DDDE8A15D9}"/>
                    </a:ext>
                  </a:extLst>
                </p14:cNvPr>
                <p14:cNvContentPartPr/>
                <p14:nvPr/>
              </p14:nvContentPartPr>
              <p14:xfrm>
                <a:off x="8026380" y="484928"/>
                <a:ext cx="138600" cy="253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68AD7E3-D3EE-8A39-AA7C-19DDDE8A15D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017380" y="475928"/>
                  <a:ext cx="1562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5806021-997A-B21D-0F2F-D837E11E661E}"/>
                    </a:ext>
                  </a:extLst>
                </p14:cNvPr>
                <p14:cNvContentPartPr/>
                <p14:nvPr/>
              </p14:nvContentPartPr>
              <p14:xfrm>
                <a:off x="8166060" y="626768"/>
                <a:ext cx="132840" cy="54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5806021-997A-B21D-0F2F-D837E11E661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157420" y="618128"/>
                  <a:ext cx="1504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1F94E78-663F-4E21-CC7B-7B3A3F580683}"/>
                    </a:ext>
                  </a:extLst>
                </p14:cNvPr>
                <p14:cNvContentPartPr/>
                <p14:nvPr/>
              </p14:nvContentPartPr>
              <p14:xfrm>
                <a:off x="8260740" y="455408"/>
                <a:ext cx="172080" cy="280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1F94E78-663F-4E21-CC7B-7B3A3F58068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251740" y="446768"/>
                  <a:ext cx="1897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3F1745-A32C-40FB-C45D-F15DA9807A53}"/>
                    </a:ext>
                  </a:extLst>
                </p14:cNvPr>
                <p14:cNvContentPartPr/>
                <p14:nvPr/>
              </p14:nvContentPartPr>
              <p14:xfrm>
                <a:off x="8546220" y="577448"/>
                <a:ext cx="155520" cy="1875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3F1745-A32C-40FB-C45D-F15DA9807A5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537580" y="568448"/>
                  <a:ext cx="1731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F9F1951-4D65-92CB-632E-0C8417DF841E}"/>
                    </a:ext>
                  </a:extLst>
                </p14:cNvPr>
                <p14:cNvContentPartPr/>
                <p14:nvPr/>
              </p14:nvContentPartPr>
              <p14:xfrm>
                <a:off x="8565660" y="666008"/>
                <a:ext cx="90360" cy="19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F9F1951-4D65-92CB-632E-0C8417DF841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556660" y="657368"/>
                  <a:ext cx="1080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DE2BE64-D981-54E2-A512-3E2D359058F0}"/>
                    </a:ext>
                  </a:extLst>
                </p14:cNvPr>
                <p14:cNvContentPartPr/>
                <p14:nvPr/>
              </p14:nvContentPartPr>
              <p14:xfrm>
                <a:off x="8655300" y="446048"/>
                <a:ext cx="125280" cy="111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DE2BE64-D981-54E2-A512-3E2D359058F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646300" y="437408"/>
                  <a:ext cx="1429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C37A0D8-26D4-D977-E7B0-624A5CA82709}"/>
                    </a:ext>
                  </a:extLst>
                </p14:cNvPr>
                <p14:cNvContentPartPr/>
                <p14:nvPr/>
              </p14:nvContentPartPr>
              <p14:xfrm>
                <a:off x="8820540" y="378008"/>
                <a:ext cx="156240" cy="73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C37A0D8-26D4-D977-E7B0-624A5CA8270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811540" y="369368"/>
                  <a:ext cx="173880" cy="9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7211AEA-D353-B233-3A35-DBF8486F9FD6}"/>
              </a:ext>
            </a:extLst>
          </p:cNvPr>
          <p:cNvGrpSpPr/>
          <p:nvPr/>
        </p:nvGrpSpPr>
        <p:grpSpPr>
          <a:xfrm>
            <a:off x="4383180" y="5872688"/>
            <a:ext cx="377640" cy="386640"/>
            <a:chOff x="4383180" y="5872688"/>
            <a:chExt cx="377640" cy="38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51E5AFD-10D3-113E-AA66-4D613D97671B}"/>
                    </a:ext>
                  </a:extLst>
                </p14:cNvPr>
                <p14:cNvContentPartPr/>
                <p14:nvPr/>
              </p14:nvContentPartPr>
              <p14:xfrm>
                <a:off x="4456260" y="6031088"/>
                <a:ext cx="46440" cy="74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51E5AFD-10D3-113E-AA66-4D613D97671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447620" y="6022088"/>
                  <a:ext cx="640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4277112-D87F-9BDC-A7DC-3108ED38D189}"/>
                    </a:ext>
                  </a:extLst>
                </p14:cNvPr>
                <p14:cNvContentPartPr/>
                <p14:nvPr/>
              </p14:nvContentPartPr>
              <p14:xfrm>
                <a:off x="4383180" y="5872688"/>
                <a:ext cx="12240" cy="140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4277112-D87F-9BDC-A7DC-3108ED38D18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374540" y="5863688"/>
                  <a:ext cx="298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89F4112-FC54-8827-1A20-FA0136C61280}"/>
                    </a:ext>
                  </a:extLst>
                </p14:cNvPr>
                <p14:cNvContentPartPr/>
                <p14:nvPr/>
              </p14:nvContentPartPr>
              <p14:xfrm>
                <a:off x="4575420" y="5874848"/>
                <a:ext cx="185400" cy="384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89F4112-FC54-8827-1A20-FA0136C6128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566780" y="5865848"/>
                  <a:ext cx="20304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571AC81-A01D-A5AF-ECD4-8B07B625A5B4}"/>
                    </a:ext>
                  </a:extLst>
                </p14:cNvPr>
                <p14:cNvContentPartPr/>
                <p14:nvPr/>
              </p14:nvContentPartPr>
              <p14:xfrm>
                <a:off x="4584780" y="6098048"/>
                <a:ext cx="163800" cy="37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571AC81-A01D-A5AF-ECD4-8B07B625A5B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576140" y="6089408"/>
                  <a:ext cx="181440" cy="5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08E59B5-9F81-2287-214D-20062C6525CC}"/>
                  </a:ext>
                </a:extLst>
              </p14:cNvPr>
              <p14:cNvContentPartPr/>
              <p14:nvPr/>
            </p14:nvContentPartPr>
            <p14:xfrm>
              <a:off x="5008140" y="5963048"/>
              <a:ext cx="86040" cy="17316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C08E59B5-9F81-2287-214D-20062C6525CC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999500" y="5954408"/>
                <a:ext cx="103680" cy="19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74D479FF-5747-A99A-E96B-10FF20026D12}"/>
              </a:ext>
            </a:extLst>
          </p:cNvPr>
          <p:cNvGrpSpPr/>
          <p:nvPr/>
        </p:nvGrpSpPr>
        <p:grpSpPr>
          <a:xfrm>
            <a:off x="5264820" y="6004808"/>
            <a:ext cx="97200" cy="89640"/>
            <a:chOff x="5264820" y="6004808"/>
            <a:chExt cx="97200" cy="8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4298A2C-CE9F-C87B-CC96-2D2A366C3E0F}"/>
                    </a:ext>
                  </a:extLst>
                </p14:cNvPr>
                <p14:cNvContentPartPr/>
                <p14:nvPr/>
              </p14:nvContentPartPr>
              <p14:xfrm>
                <a:off x="5284260" y="6077888"/>
                <a:ext cx="77760" cy="16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4298A2C-CE9F-C87B-CC96-2D2A366C3E0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275260" y="6068888"/>
                  <a:ext cx="954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381ED5A-8DB0-A9AD-D797-F2D827AF32EB}"/>
                    </a:ext>
                  </a:extLst>
                </p14:cNvPr>
                <p14:cNvContentPartPr/>
                <p14:nvPr/>
              </p14:nvContentPartPr>
              <p14:xfrm>
                <a:off x="5264820" y="6004808"/>
                <a:ext cx="96840" cy="219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381ED5A-8DB0-A9AD-D797-F2D827AF32E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256180" y="5996168"/>
                  <a:ext cx="11448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F79CF556-211B-3EFA-C0E1-B3DCFD332DAC}"/>
                  </a:ext>
                </a:extLst>
              </p14:cNvPr>
              <p14:cNvContentPartPr/>
              <p14:nvPr/>
            </p14:nvContentPartPr>
            <p14:xfrm>
              <a:off x="5558940" y="5891408"/>
              <a:ext cx="116280" cy="2077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F79CF556-211B-3EFA-C0E1-B3DCFD332DAC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550300" y="5882768"/>
                <a:ext cx="133920" cy="22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53D5D032-0984-EE15-2DE3-7E8CEA155527}"/>
              </a:ext>
            </a:extLst>
          </p:cNvPr>
          <p:cNvGrpSpPr/>
          <p:nvPr/>
        </p:nvGrpSpPr>
        <p:grpSpPr>
          <a:xfrm>
            <a:off x="6042060" y="5948648"/>
            <a:ext cx="472680" cy="122040"/>
            <a:chOff x="6042060" y="5948648"/>
            <a:chExt cx="472680" cy="12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4749701-3A4D-E0B9-D28F-A553C5CB000A}"/>
                    </a:ext>
                  </a:extLst>
                </p14:cNvPr>
                <p14:cNvContentPartPr/>
                <p14:nvPr/>
              </p14:nvContentPartPr>
              <p14:xfrm>
                <a:off x="6042060" y="5948648"/>
                <a:ext cx="24120" cy="23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4749701-3A4D-E0B9-D28F-A553C5CB000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033420" y="5939648"/>
                  <a:ext cx="417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4BFF64F-7D51-ED66-5697-96C02A8886BA}"/>
                    </a:ext>
                  </a:extLst>
                </p14:cNvPr>
                <p14:cNvContentPartPr/>
                <p14:nvPr/>
              </p14:nvContentPartPr>
              <p14:xfrm>
                <a:off x="6088860" y="6042248"/>
                <a:ext cx="4680" cy="16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4BFF64F-7D51-ED66-5697-96C02A8886B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080220" y="6033248"/>
                  <a:ext cx="223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74E472E-7C5A-7F1E-9A13-D765A814FB92}"/>
                    </a:ext>
                  </a:extLst>
                </p14:cNvPr>
                <p14:cNvContentPartPr/>
                <p14:nvPr/>
              </p14:nvContentPartPr>
              <p14:xfrm>
                <a:off x="6203340" y="5964128"/>
                <a:ext cx="158040" cy="1065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74E472E-7C5A-7F1E-9A13-D765A814FB9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194340" y="5955488"/>
                  <a:ext cx="1756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4307465-1385-2421-39E4-502FEF6A3E51}"/>
                    </a:ext>
                  </a:extLst>
                </p14:cNvPr>
                <p14:cNvContentPartPr/>
                <p14:nvPr/>
              </p14:nvContentPartPr>
              <p14:xfrm>
                <a:off x="6434100" y="5984288"/>
                <a:ext cx="80640" cy="71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4307465-1385-2421-39E4-502FEF6A3E5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425100" y="5975648"/>
                  <a:ext cx="98280" cy="8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CE9B4D6-73E4-89C5-68E9-CE2C5BA65B2A}"/>
              </a:ext>
            </a:extLst>
          </p:cNvPr>
          <p:cNvGrpSpPr/>
          <p:nvPr/>
        </p:nvGrpSpPr>
        <p:grpSpPr>
          <a:xfrm>
            <a:off x="6690780" y="5797448"/>
            <a:ext cx="900000" cy="291600"/>
            <a:chOff x="6690780" y="5797448"/>
            <a:chExt cx="900000" cy="29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7527B6C-9173-38D1-54DA-50BF4265A827}"/>
                    </a:ext>
                  </a:extLst>
                </p14:cNvPr>
                <p14:cNvContentPartPr/>
                <p14:nvPr/>
              </p14:nvContentPartPr>
              <p14:xfrm>
                <a:off x="6690780" y="5927408"/>
                <a:ext cx="104760" cy="138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7527B6C-9173-38D1-54DA-50BF4265A82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682140" y="5918768"/>
                  <a:ext cx="1224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A96B431-4DC6-2541-2B93-364E5444A417}"/>
                    </a:ext>
                  </a:extLst>
                </p14:cNvPr>
                <p14:cNvContentPartPr/>
                <p14:nvPr/>
              </p14:nvContentPartPr>
              <p14:xfrm>
                <a:off x="6829740" y="5962688"/>
                <a:ext cx="112680" cy="80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A96B431-4DC6-2541-2B93-364E5444A41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820740" y="5953688"/>
                  <a:ext cx="1303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0CDE425-0FEB-7C2B-8DCF-3D86546E138E}"/>
                    </a:ext>
                  </a:extLst>
                </p14:cNvPr>
                <p14:cNvContentPartPr/>
                <p14:nvPr/>
              </p14:nvContentPartPr>
              <p14:xfrm>
                <a:off x="7020900" y="5797448"/>
                <a:ext cx="243360" cy="2469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0CDE425-0FEB-7C2B-8DCF-3D86546E138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011900" y="5788448"/>
                  <a:ext cx="2610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9A616E2-6616-01D3-EA49-3F48DC876E9B}"/>
                    </a:ext>
                  </a:extLst>
                </p14:cNvPr>
                <p14:cNvContentPartPr/>
                <p14:nvPr/>
              </p14:nvContentPartPr>
              <p14:xfrm>
                <a:off x="7205940" y="5850008"/>
                <a:ext cx="25560" cy="277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9A616E2-6616-01D3-EA49-3F48DC876E9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196940" y="5841008"/>
                  <a:ext cx="432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EDC12D5-4AE8-81A9-1A4A-E94029565D42}"/>
                    </a:ext>
                  </a:extLst>
                </p14:cNvPr>
                <p14:cNvContentPartPr/>
                <p14:nvPr/>
              </p14:nvContentPartPr>
              <p14:xfrm>
                <a:off x="7329420" y="5972768"/>
                <a:ext cx="77760" cy="116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EDC12D5-4AE8-81A9-1A4A-E94029565D4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320780" y="5963768"/>
                  <a:ext cx="954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C3197FF-0B6A-2C17-A577-CFEDCED81381}"/>
                    </a:ext>
                  </a:extLst>
                </p14:cNvPr>
                <p14:cNvContentPartPr/>
                <p14:nvPr/>
              </p14:nvContentPartPr>
              <p14:xfrm>
                <a:off x="7455060" y="5816168"/>
                <a:ext cx="135720" cy="252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C3197FF-0B6A-2C17-A577-CFEDCED8138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446420" y="5807168"/>
                  <a:ext cx="153360" cy="27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1FB5350-9E54-AC7D-EC19-0DA8906DA4F8}"/>
              </a:ext>
            </a:extLst>
          </p:cNvPr>
          <p:cNvGrpSpPr/>
          <p:nvPr/>
        </p:nvGrpSpPr>
        <p:grpSpPr>
          <a:xfrm>
            <a:off x="7793460" y="5804648"/>
            <a:ext cx="1350360" cy="469800"/>
            <a:chOff x="7793460" y="5804648"/>
            <a:chExt cx="1350360" cy="46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A4A8524-D754-D6A0-5316-CFC8F8E24F5E}"/>
                    </a:ext>
                  </a:extLst>
                </p14:cNvPr>
                <p14:cNvContentPartPr/>
                <p14:nvPr/>
              </p14:nvContentPartPr>
              <p14:xfrm>
                <a:off x="7793460" y="5804648"/>
                <a:ext cx="132840" cy="2581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A4A8524-D754-D6A0-5316-CFC8F8E24F5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784460" y="5796008"/>
                  <a:ext cx="1504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CFAFD05-3C96-E4D7-821A-EE351D0DDBBA}"/>
                    </a:ext>
                  </a:extLst>
                </p14:cNvPr>
                <p14:cNvContentPartPr/>
                <p14:nvPr/>
              </p14:nvContentPartPr>
              <p14:xfrm>
                <a:off x="8005860" y="5973848"/>
                <a:ext cx="174240" cy="109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CFAFD05-3C96-E4D7-821A-EE351D0DDBB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996860" y="5964848"/>
                  <a:ext cx="1918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A1E8688-741E-8B69-D37C-91D78ED3B68C}"/>
                    </a:ext>
                  </a:extLst>
                </p14:cNvPr>
                <p14:cNvContentPartPr/>
                <p14:nvPr/>
              </p14:nvContentPartPr>
              <p14:xfrm>
                <a:off x="8172180" y="5978888"/>
                <a:ext cx="374400" cy="1047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A1E8688-741E-8B69-D37C-91D78ED3B68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163540" y="5969888"/>
                  <a:ext cx="3920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5C0E5A8-E481-0C5A-87D3-941B512A389C}"/>
                    </a:ext>
                  </a:extLst>
                </p14:cNvPr>
                <p14:cNvContentPartPr/>
                <p14:nvPr/>
              </p14:nvContentPartPr>
              <p14:xfrm>
                <a:off x="8551620" y="5952248"/>
                <a:ext cx="105120" cy="265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5C0E5A8-E481-0C5A-87D3-941B512A389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542620" y="5943248"/>
                  <a:ext cx="1227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F56442B-B689-04D3-7955-F0F477999A81}"/>
                    </a:ext>
                  </a:extLst>
                </p14:cNvPr>
                <p14:cNvContentPartPr/>
                <p14:nvPr/>
              </p14:nvContentPartPr>
              <p14:xfrm>
                <a:off x="8707500" y="5985008"/>
                <a:ext cx="46080" cy="82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F56442B-B689-04D3-7955-F0F477999A8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698500" y="5976008"/>
                  <a:ext cx="637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A11D97B-41DB-1C25-DF20-70C16B9BBA02}"/>
                    </a:ext>
                  </a:extLst>
                </p14:cNvPr>
                <p14:cNvContentPartPr/>
                <p14:nvPr/>
              </p14:nvContentPartPr>
              <p14:xfrm>
                <a:off x="8681580" y="5850008"/>
                <a:ext cx="4320" cy="259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A11D97B-41DB-1C25-DF20-70C16B9BBA0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672580" y="5841008"/>
                  <a:ext cx="219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82F4062-E463-BC63-02A6-4B65B99345E9}"/>
                    </a:ext>
                  </a:extLst>
                </p14:cNvPr>
                <p14:cNvContentPartPr/>
                <p14:nvPr/>
              </p14:nvContentPartPr>
              <p14:xfrm>
                <a:off x="8759340" y="5959448"/>
                <a:ext cx="187560" cy="954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82F4062-E463-BC63-02A6-4B65B99345E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750700" y="5950808"/>
                  <a:ext cx="2052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7C030A7-579B-6356-D833-3EE32F2A6A1C}"/>
                    </a:ext>
                  </a:extLst>
                </p14:cNvPr>
                <p14:cNvContentPartPr/>
                <p14:nvPr/>
              </p14:nvContentPartPr>
              <p14:xfrm>
                <a:off x="9023220" y="5969168"/>
                <a:ext cx="120600" cy="305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7C030A7-579B-6356-D833-3EE32F2A6A1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014220" y="5960528"/>
                  <a:ext cx="138240" cy="32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A982EE1-F2EA-F492-A8CA-C4536E2877DE}"/>
              </a:ext>
            </a:extLst>
          </p:cNvPr>
          <p:cNvGrpSpPr/>
          <p:nvPr/>
        </p:nvGrpSpPr>
        <p:grpSpPr>
          <a:xfrm>
            <a:off x="4807260" y="6446888"/>
            <a:ext cx="586440" cy="180720"/>
            <a:chOff x="4807260" y="6446888"/>
            <a:chExt cx="586440" cy="18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2DD7B21-519E-D75C-7A3C-26B83129EE0C}"/>
                    </a:ext>
                  </a:extLst>
                </p14:cNvPr>
                <p14:cNvContentPartPr/>
                <p14:nvPr/>
              </p14:nvContentPartPr>
              <p14:xfrm>
                <a:off x="4807260" y="6467408"/>
                <a:ext cx="71280" cy="160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2DD7B21-519E-D75C-7A3C-26B83129EE0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798620" y="6458768"/>
                  <a:ext cx="889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071B8D2-3BAF-609D-3DC1-9CB8BB729939}"/>
                    </a:ext>
                  </a:extLst>
                </p14:cNvPr>
                <p14:cNvContentPartPr/>
                <p14:nvPr/>
              </p14:nvContentPartPr>
              <p14:xfrm>
                <a:off x="5013540" y="6483608"/>
                <a:ext cx="166320" cy="1101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071B8D2-3BAF-609D-3DC1-9CB8BB72993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004540" y="6474968"/>
                  <a:ext cx="1839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B8FA754-6F98-9C22-E043-FE6B2D264079}"/>
                    </a:ext>
                  </a:extLst>
                </p14:cNvPr>
                <p14:cNvContentPartPr/>
                <p14:nvPr/>
              </p14:nvContentPartPr>
              <p14:xfrm>
                <a:off x="5319900" y="6446888"/>
                <a:ext cx="73800" cy="1483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B8FA754-6F98-9C22-E043-FE6B2D26407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310900" y="6437888"/>
                  <a:ext cx="9144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A5B8647-0A5F-7291-2029-E2A591DDF8D7}"/>
              </a:ext>
            </a:extLst>
          </p:cNvPr>
          <p:cNvGrpSpPr/>
          <p:nvPr/>
        </p:nvGrpSpPr>
        <p:grpSpPr>
          <a:xfrm>
            <a:off x="5636700" y="6437168"/>
            <a:ext cx="409680" cy="166320"/>
            <a:chOff x="5636700" y="6437168"/>
            <a:chExt cx="409680" cy="16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995F82E-C708-584B-7373-73F45E4FCFF6}"/>
                    </a:ext>
                  </a:extLst>
                </p14:cNvPr>
                <p14:cNvContentPartPr/>
                <p14:nvPr/>
              </p14:nvContentPartPr>
              <p14:xfrm>
                <a:off x="5636700" y="6527528"/>
                <a:ext cx="230040" cy="241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995F82E-C708-584B-7373-73F45E4FCFF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628060" y="6518528"/>
                  <a:ext cx="2476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D116468-F2A2-3AD2-0DEE-FC8884FB87C5}"/>
                    </a:ext>
                  </a:extLst>
                </p14:cNvPr>
                <p14:cNvContentPartPr/>
                <p14:nvPr/>
              </p14:nvContentPartPr>
              <p14:xfrm>
                <a:off x="5657940" y="6494048"/>
                <a:ext cx="202680" cy="108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D116468-F2A2-3AD2-0DEE-FC8884FB87C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649300" y="6485048"/>
                  <a:ext cx="2203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3F5AA1D-18FB-F279-3028-F5CC05D98643}"/>
                    </a:ext>
                  </a:extLst>
                </p14:cNvPr>
                <p14:cNvContentPartPr/>
                <p14:nvPr/>
              </p14:nvContentPartPr>
              <p14:xfrm>
                <a:off x="5855220" y="6437168"/>
                <a:ext cx="191160" cy="1663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3F5AA1D-18FB-F279-3028-F5CC05D9864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846220" y="6428168"/>
                  <a:ext cx="20880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8694D66F-822F-1DBE-0941-E288DE6E48F8}"/>
              </a:ext>
            </a:extLst>
          </p:cNvPr>
          <p:cNvGrpSpPr/>
          <p:nvPr/>
        </p:nvGrpSpPr>
        <p:grpSpPr>
          <a:xfrm>
            <a:off x="6255180" y="6334568"/>
            <a:ext cx="2141640" cy="398520"/>
            <a:chOff x="6255180" y="6334568"/>
            <a:chExt cx="2141640" cy="39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07D632F-2090-A332-4542-683B18134161}"/>
                    </a:ext>
                  </a:extLst>
                </p14:cNvPr>
                <p14:cNvContentPartPr/>
                <p14:nvPr/>
              </p14:nvContentPartPr>
              <p14:xfrm>
                <a:off x="6255180" y="6441848"/>
                <a:ext cx="103320" cy="1486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07D632F-2090-A332-4542-683B1813416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246180" y="6433208"/>
                  <a:ext cx="1209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A6AEEDD-6F06-C970-40BB-AFC6D661A263}"/>
                    </a:ext>
                  </a:extLst>
                </p14:cNvPr>
                <p14:cNvContentPartPr/>
                <p14:nvPr/>
              </p14:nvContentPartPr>
              <p14:xfrm>
                <a:off x="6379380" y="6491528"/>
                <a:ext cx="133200" cy="666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A6AEEDD-6F06-C970-40BB-AFC6D661A26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370380" y="6482888"/>
                  <a:ext cx="1508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4F9A9D3-A1D3-0960-7B0D-0E9BD260E13D}"/>
                    </a:ext>
                  </a:extLst>
                </p14:cNvPr>
                <p14:cNvContentPartPr/>
                <p14:nvPr/>
              </p14:nvContentPartPr>
              <p14:xfrm>
                <a:off x="6560460" y="6338528"/>
                <a:ext cx="209520" cy="217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4F9A9D3-A1D3-0960-7B0D-0E9BD260E13D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551820" y="6329888"/>
                  <a:ext cx="2271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7829409-7A09-34B7-D66D-228E03F43A28}"/>
                    </a:ext>
                  </a:extLst>
                </p14:cNvPr>
                <p14:cNvContentPartPr/>
                <p14:nvPr/>
              </p14:nvContentPartPr>
              <p14:xfrm>
                <a:off x="6691500" y="6369488"/>
                <a:ext cx="24840" cy="399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7829409-7A09-34B7-D66D-228E03F43A2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682860" y="6360488"/>
                  <a:ext cx="424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8C0AD7D-AD00-C80F-1F98-C9F2D6E32D1A}"/>
                    </a:ext>
                  </a:extLst>
                </p14:cNvPr>
                <p14:cNvContentPartPr/>
                <p14:nvPr/>
              </p14:nvContentPartPr>
              <p14:xfrm>
                <a:off x="6860700" y="6343568"/>
                <a:ext cx="198000" cy="2379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8C0AD7D-AD00-C80F-1F98-C9F2D6E32D1A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852060" y="6334568"/>
                  <a:ext cx="2156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7ABE3AA-EEDE-13BB-E329-237387F17FBA}"/>
                    </a:ext>
                  </a:extLst>
                </p14:cNvPr>
                <p14:cNvContentPartPr/>
                <p14:nvPr/>
              </p14:nvContentPartPr>
              <p14:xfrm>
                <a:off x="7194060" y="6334568"/>
                <a:ext cx="158760" cy="2379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7ABE3AA-EEDE-13BB-E329-237387F17FB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185420" y="6325568"/>
                  <a:ext cx="1764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5D790AC-4476-DA5A-1B42-22344E8CB4EA}"/>
                    </a:ext>
                  </a:extLst>
                </p14:cNvPr>
                <p14:cNvContentPartPr/>
                <p14:nvPr/>
              </p14:nvContentPartPr>
              <p14:xfrm>
                <a:off x="7403220" y="6456248"/>
                <a:ext cx="402840" cy="860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5D790AC-4476-DA5A-1B42-22344E8CB4E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394220" y="6447248"/>
                  <a:ext cx="4204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C34B3B5-5BAA-785F-37A5-8C24C0739776}"/>
                    </a:ext>
                  </a:extLst>
                </p14:cNvPr>
                <p14:cNvContentPartPr/>
                <p14:nvPr/>
              </p14:nvContentPartPr>
              <p14:xfrm>
                <a:off x="7855380" y="6485048"/>
                <a:ext cx="88560" cy="2116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C34B3B5-5BAA-785F-37A5-8C24C073977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846380" y="6476048"/>
                  <a:ext cx="1062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365C4B6-9143-9BFD-20AF-8345481726B8}"/>
                    </a:ext>
                  </a:extLst>
                </p14:cNvPr>
                <p14:cNvContentPartPr/>
                <p14:nvPr/>
              </p14:nvContentPartPr>
              <p14:xfrm>
                <a:off x="8042220" y="6499448"/>
                <a:ext cx="45360" cy="738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365C4B6-9143-9BFD-20AF-8345481726B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033580" y="6490448"/>
                  <a:ext cx="630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5901E37-4E8B-58BF-4585-A4D92A025E9B}"/>
                    </a:ext>
                  </a:extLst>
                </p14:cNvPr>
                <p14:cNvContentPartPr/>
                <p14:nvPr/>
              </p14:nvContentPartPr>
              <p14:xfrm>
                <a:off x="8011260" y="6364088"/>
                <a:ext cx="6480" cy="230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5901E37-4E8B-58BF-4585-A4D92A025E9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002260" y="6355448"/>
                  <a:ext cx="241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578954D-2633-E124-01D2-20B929DAAD84}"/>
                    </a:ext>
                  </a:extLst>
                </p14:cNvPr>
                <p14:cNvContentPartPr/>
                <p14:nvPr/>
              </p14:nvContentPartPr>
              <p14:xfrm>
                <a:off x="8104860" y="6486488"/>
                <a:ext cx="182880" cy="702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578954D-2633-E124-01D2-20B929DAAD8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095860" y="6477488"/>
                  <a:ext cx="2005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AC3E05A-2650-D1B0-5CEF-454D053D1EBE}"/>
                    </a:ext>
                  </a:extLst>
                </p14:cNvPr>
                <p14:cNvContentPartPr/>
                <p14:nvPr/>
              </p14:nvContentPartPr>
              <p14:xfrm>
                <a:off x="8332020" y="6515648"/>
                <a:ext cx="64800" cy="2174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AC3E05A-2650-D1B0-5CEF-454D053D1EB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323380" y="6506648"/>
                  <a:ext cx="8244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565B82C2-195C-D028-3D12-CC375086A119}"/>
              </a:ext>
            </a:extLst>
          </p:cNvPr>
          <p:cNvGrpSpPr/>
          <p:nvPr/>
        </p:nvGrpSpPr>
        <p:grpSpPr>
          <a:xfrm>
            <a:off x="8800380" y="6338168"/>
            <a:ext cx="1045440" cy="376560"/>
            <a:chOff x="8800380" y="6338168"/>
            <a:chExt cx="1045440" cy="37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2E7B2EC-608E-4551-4D89-641FB2484066}"/>
                    </a:ext>
                  </a:extLst>
                </p14:cNvPr>
                <p14:cNvContentPartPr/>
                <p14:nvPr/>
              </p14:nvContentPartPr>
              <p14:xfrm>
                <a:off x="8800380" y="6436808"/>
                <a:ext cx="57240" cy="1371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2E7B2EC-608E-4551-4D89-641FB248406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791740" y="6427808"/>
                  <a:ext cx="748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A12449F-9BA3-D130-5D69-C7B1626E1C1B}"/>
                    </a:ext>
                  </a:extLst>
                </p14:cNvPr>
                <p14:cNvContentPartPr/>
                <p14:nvPr/>
              </p14:nvContentPartPr>
              <p14:xfrm>
                <a:off x="8936100" y="6449048"/>
                <a:ext cx="140400" cy="1188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A12449F-9BA3-D130-5D69-C7B1626E1C1B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927100" y="6440048"/>
                  <a:ext cx="1580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B6E0756-B7D9-CBDC-4C5D-F0C90530354C}"/>
                    </a:ext>
                  </a:extLst>
                </p14:cNvPr>
                <p14:cNvContentPartPr/>
                <p14:nvPr/>
              </p14:nvContentPartPr>
              <p14:xfrm>
                <a:off x="9169020" y="6464528"/>
                <a:ext cx="37440" cy="921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B6E0756-B7D9-CBDC-4C5D-F0C90530354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160020" y="6455528"/>
                  <a:ext cx="550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3B16360-6A1A-FE62-E647-21659EF83482}"/>
                    </a:ext>
                  </a:extLst>
                </p14:cNvPr>
                <p14:cNvContentPartPr/>
                <p14:nvPr/>
              </p14:nvContentPartPr>
              <p14:xfrm>
                <a:off x="9122940" y="6365168"/>
                <a:ext cx="5400" cy="237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3B16360-6A1A-FE62-E647-21659EF83482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114300" y="6356168"/>
                  <a:ext cx="230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B618B26-BE26-869C-AFDB-45D8A57B64F0}"/>
                    </a:ext>
                  </a:extLst>
                </p14:cNvPr>
                <p14:cNvContentPartPr/>
                <p14:nvPr/>
              </p14:nvContentPartPr>
              <p14:xfrm>
                <a:off x="9298620" y="6416288"/>
                <a:ext cx="90000" cy="2862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B618B26-BE26-869C-AFDB-45D8A57B64F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289980" y="6407648"/>
                  <a:ext cx="1076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7C8CCED-3E50-DBCF-0589-9402754AA548}"/>
                    </a:ext>
                  </a:extLst>
                </p14:cNvPr>
                <p14:cNvContentPartPr/>
                <p14:nvPr/>
              </p14:nvContentPartPr>
              <p14:xfrm>
                <a:off x="9445140" y="6457688"/>
                <a:ext cx="40680" cy="644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7C8CCED-3E50-DBCF-0589-9402754AA54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436500" y="6449048"/>
                  <a:ext cx="583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DB4E4FA-0301-FF54-EA03-817E13DD9C3B}"/>
                    </a:ext>
                  </a:extLst>
                </p14:cNvPr>
                <p14:cNvContentPartPr/>
                <p14:nvPr/>
              </p14:nvContentPartPr>
              <p14:xfrm>
                <a:off x="9413820" y="6338168"/>
                <a:ext cx="2520" cy="64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DB4E4FA-0301-FF54-EA03-817E13DD9C3B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405180" y="6329528"/>
                  <a:ext cx="201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FBF36CA-01F3-0B4F-AF96-DE6FBA736711}"/>
                    </a:ext>
                  </a:extLst>
                </p14:cNvPr>
                <p14:cNvContentPartPr/>
                <p14:nvPr/>
              </p14:nvContentPartPr>
              <p14:xfrm>
                <a:off x="9543780" y="6447248"/>
                <a:ext cx="133920" cy="640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FBF36CA-01F3-0B4F-AF96-DE6FBA736711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535140" y="6438608"/>
                  <a:ext cx="1515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507200D-FFD7-EF30-8722-364647F21C28}"/>
                    </a:ext>
                  </a:extLst>
                </p14:cNvPr>
                <p14:cNvContentPartPr/>
                <p14:nvPr/>
              </p14:nvContentPartPr>
              <p14:xfrm>
                <a:off x="9766980" y="6462008"/>
                <a:ext cx="78840" cy="2527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507200D-FFD7-EF30-8722-364647F21C2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757980" y="6453008"/>
                  <a:ext cx="96480" cy="270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0FB7D178-9122-72C7-FFDA-EF54B170D08B}"/>
                  </a:ext>
                </a:extLst>
              </p14:cNvPr>
              <p14:cNvContentPartPr/>
              <p14:nvPr/>
            </p14:nvContentPartPr>
            <p14:xfrm>
              <a:off x="10021860" y="6343568"/>
              <a:ext cx="18360" cy="2772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0FB7D178-9122-72C7-FFDA-EF54B170D08B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10012860" y="6334568"/>
                <a:ext cx="36000" cy="4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216D35F-ABFB-5849-C6F4-2917B3364AAE}"/>
              </a:ext>
            </a:extLst>
          </p:cNvPr>
          <p:cNvGrpSpPr/>
          <p:nvPr/>
        </p:nvGrpSpPr>
        <p:grpSpPr>
          <a:xfrm>
            <a:off x="10084500" y="6496568"/>
            <a:ext cx="251640" cy="75600"/>
            <a:chOff x="10084500" y="6496568"/>
            <a:chExt cx="251640" cy="7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85DE5F9-7145-4BA4-CE38-5CFE55741E0F}"/>
                    </a:ext>
                  </a:extLst>
                </p14:cNvPr>
                <p14:cNvContentPartPr/>
                <p14:nvPr/>
              </p14:nvContentPartPr>
              <p14:xfrm>
                <a:off x="10084500" y="6509888"/>
                <a:ext cx="15480" cy="622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85DE5F9-7145-4BA4-CE38-5CFE55741E0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075860" y="6500888"/>
                  <a:ext cx="331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D211619-A451-7F20-E556-F1799C788684}"/>
                    </a:ext>
                  </a:extLst>
                </p14:cNvPr>
                <p14:cNvContentPartPr/>
                <p14:nvPr/>
              </p14:nvContentPartPr>
              <p14:xfrm>
                <a:off x="10141380" y="6496568"/>
                <a:ext cx="194760" cy="651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D211619-A451-7F20-E556-F1799C78868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132380" y="6487568"/>
                  <a:ext cx="21240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3775E8DF-BAC6-D837-9039-FD62C4246FA1}"/>
              </a:ext>
            </a:extLst>
          </p:cNvPr>
          <p:cNvGrpSpPr/>
          <p:nvPr/>
        </p:nvGrpSpPr>
        <p:grpSpPr>
          <a:xfrm>
            <a:off x="10541340" y="6271208"/>
            <a:ext cx="775800" cy="343440"/>
            <a:chOff x="10541340" y="6271208"/>
            <a:chExt cx="775800" cy="34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F6932FB-24B9-DC94-D95B-2F4237CBD694}"/>
                    </a:ext>
                  </a:extLst>
                </p14:cNvPr>
                <p14:cNvContentPartPr/>
                <p14:nvPr/>
              </p14:nvContentPartPr>
              <p14:xfrm>
                <a:off x="10541340" y="6447248"/>
                <a:ext cx="169920" cy="1440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F6932FB-24B9-DC94-D95B-2F4237CBD694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532700" y="6438608"/>
                  <a:ext cx="1875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D554B33-F69B-0164-65B4-7CB4B5F51D8B}"/>
                    </a:ext>
                  </a:extLst>
                </p14:cNvPr>
                <p14:cNvContentPartPr/>
                <p14:nvPr/>
              </p14:nvContentPartPr>
              <p14:xfrm>
                <a:off x="10572300" y="6468128"/>
                <a:ext cx="78840" cy="1047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D554B33-F69B-0164-65B4-7CB4B5F51D8B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563300" y="6459488"/>
                  <a:ext cx="964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E68F28D-AEBE-830B-B49C-2D08FDA22A16}"/>
                    </a:ext>
                  </a:extLst>
                </p14:cNvPr>
                <p14:cNvContentPartPr/>
                <p14:nvPr/>
              </p14:nvContentPartPr>
              <p14:xfrm>
                <a:off x="10727820" y="6374528"/>
                <a:ext cx="154080" cy="2401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E68F28D-AEBE-830B-B49C-2D08FDA22A16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719180" y="6365888"/>
                  <a:ext cx="1717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C77A397-D987-2AA5-3C17-35A617B5D46D}"/>
                    </a:ext>
                  </a:extLst>
                </p14:cNvPr>
                <p14:cNvContentPartPr/>
                <p14:nvPr/>
              </p14:nvContentPartPr>
              <p14:xfrm>
                <a:off x="10888380" y="6489368"/>
                <a:ext cx="163080" cy="835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C77A397-D987-2AA5-3C17-35A617B5D46D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879380" y="6480368"/>
                  <a:ext cx="1807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9364B30-810D-66EA-2245-F710BAB1FCDD}"/>
                    </a:ext>
                  </a:extLst>
                </p14:cNvPr>
                <p14:cNvContentPartPr/>
                <p14:nvPr/>
              </p14:nvContentPartPr>
              <p14:xfrm>
                <a:off x="11003940" y="6312248"/>
                <a:ext cx="151920" cy="2926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9364B30-810D-66EA-2245-F710BAB1FCD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994940" y="6303608"/>
                  <a:ext cx="16956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14AD69A-586F-C4EA-7F33-AEFE143CBE6F}"/>
                    </a:ext>
                  </a:extLst>
                </p14:cNvPr>
                <p14:cNvContentPartPr/>
                <p14:nvPr/>
              </p14:nvContentPartPr>
              <p14:xfrm>
                <a:off x="11206260" y="6271208"/>
                <a:ext cx="110880" cy="565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14AD69A-586F-C4EA-7F33-AEFE143CBE6F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1197620" y="6262208"/>
                  <a:ext cx="128520" cy="7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8ECB5CA4-3F54-01F9-3C2D-1BFA865344BE}"/>
                  </a:ext>
                </a:extLst>
              </p14:cNvPr>
              <p14:cNvContentPartPr/>
              <p14:nvPr/>
            </p14:nvContentPartPr>
            <p14:xfrm>
              <a:off x="8624340" y="6320168"/>
              <a:ext cx="113400" cy="5832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8ECB5CA4-3F54-01F9-3C2D-1BFA865344BE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8615340" y="6311168"/>
                <a:ext cx="131040" cy="7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FC749910-7F1B-129D-A197-5631640E9E70}"/>
              </a:ext>
            </a:extLst>
          </p:cNvPr>
          <p:cNvGrpSpPr/>
          <p:nvPr/>
        </p:nvGrpSpPr>
        <p:grpSpPr>
          <a:xfrm>
            <a:off x="4311900" y="3435848"/>
            <a:ext cx="1547280" cy="369000"/>
            <a:chOff x="4311900" y="3435848"/>
            <a:chExt cx="1547280" cy="36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EAEC710-D761-80BC-D394-BEA8A61F01DA}"/>
                    </a:ext>
                  </a:extLst>
                </p14:cNvPr>
                <p14:cNvContentPartPr/>
                <p14:nvPr/>
              </p14:nvContentPartPr>
              <p14:xfrm>
                <a:off x="4311900" y="3594968"/>
                <a:ext cx="325800" cy="745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EAEC710-D761-80BC-D394-BEA8A61F01D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303260" y="3586328"/>
                  <a:ext cx="3434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A1E4484-DB4D-4E2F-A637-60B24A78990D}"/>
                    </a:ext>
                  </a:extLst>
                </p14:cNvPr>
                <p14:cNvContentPartPr/>
                <p14:nvPr/>
              </p14:nvContentPartPr>
              <p14:xfrm>
                <a:off x="4725900" y="3595328"/>
                <a:ext cx="141480" cy="730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A1E4484-DB4D-4E2F-A637-60B24A78990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717260" y="3586328"/>
                  <a:ext cx="1591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2C46161-5D3E-1959-5CA4-DA9E543AD719}"/>
                    </a:ext>
                  </a:extLst>
                </p14:cNvPr>
                <p14:cNvContentPartPr/>
                <p14:nvPr/>
              </p14:nvContentPartPr>
              <p14:xfrm>
                <a:off x="4863060" y="3459968"/>
                <a:ext cx="194040" cy="1710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2C46161-5D3E-1959-5CA4-DA9E543AD719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854420" y="3451328"/>
                  <a:ext cx="2116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AD58AA1-E0DD-CA9D-8DFE-3DB5A948B56B}"/>
                    </a:ext>
                  </a:extLst>
                </p14:cNvPr>
                <p14:cNvContentPartPr/>
                <p14:nvPr/>
              </p14:nvContentPartPr>
              <p14:xfrm>
                <a:off x="5106060" y="3558608"/>
                <a:ext cx="286920" cy="874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AD58AA1-E0DD-CA9D-8DFE-3DB5A948B56B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097060" y="3549968"/>
                  <a:ext cx="3045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112FB5C-0357-648D-9442-469E1BC09343}"/>
                    </a:ext>
                  </a:extLst>
                </p14:cNvPr>
                <p14:cNvContentPartPr/>
                <p14:nvPr/>
              </p14:nvContentPartPr>
              <p14:xfrm>
                <a:off x="5444820" y="3563648"/>
                <a:ext cx="241560" cy="2412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112FB5C-0357-648D-9442-469E1BC0934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436180" y="3555008"/>
                  <a:ext cx="2592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CF5C1E5-F99E-9FB3-9F6E-F72844ED3FD6}"/>
                    </a:ext>
                  </a:extLst>
                </p14:cNvPr>
                <p14:cNvContentPartPr/>
                <p14:nvPr/>
              </p14:nvContentPartPr>
              <p14:xfrm>
                <a:off x="5742540" y="3435848"/>
                <a:ext cx="116640" cy="2012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CF5C1E5-F99E-9FB3-9F6E-F72844ED3FD6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733900" y="3426848"/>
                  <a:ext cx="134280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91D2EB53-FB65-CDCC-1EFA-A6193D3025F6}"/>
              </a:ext>
            </a:extLst>
          </p:cNvPr>
          <p:cNvGrpSpPr/>
          <p:nvPr/>
        </p:nvGrpSpPr>
        <p:grpSpPr>
          <a:xfrm>
            <a:off x="3457980" y="2220848"/>
            <a:ext cx="1170720" cy="1066320"/>
            <a:chOff x="3457980" y="2220848"/>
            <a:chExt cx="1170720" cy="106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F4A13CF-301B-C090-1251-CC0A75ECBB77}"/>
                    </a:ext>
                  </a:extLst>
                </p14:cNvPr>
                <p14:cNvContentPartPr/>
                <p14:nvPr/>
              </p14:nvContentPartPr>
              <p14:xfrm>
                <a:off x="3797820" y="3052088"/>
                <a:ext cx="90720" cy="2350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F4A13CF-301B-C090-1251-CC0A75ECBB77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788820" y="3043088"/>
                  <a:ext cx="1083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99CBFC7-CDF9-7FE0-0417-74A2FD8E2654}"/>
                    </a:ext>
                  </a:extLst>
                </p14:cNvPr>
                <p14:cNvContentPartPr/>
                <p14:nvPr/>
              </p14:nvContentPartPr>
              <p14:xfrm>
                <a:off x="3761100" y="3029768"/>
                <a:ext cx="114120" cy="662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99CBFC7-CDF9-7FE0-0417-74A2FD8E2654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752100" y="3021128"/>
                  <a:ext cx="1317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8CD6AE7-348B-FF2B-BAA4-01B8F4B799E1}"/>
                    </a:ext>
                  </a:extLst>
                </p14:cNvPr>
                <p14:cNvContentPartPr/>
                <p14:nvPr/>
              </p14:nvContentPartPr>
              <p14:xfrm>
                <a:off x="3457980" y="2220848"/>
                <a:ext cx="1170720" cy="10162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8CD6AE7-348B-FF2B-BAA4-01B8F4B799E1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449340" y="2212208"/>
                  <a:ext cx="1188360" cy="103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C75AF656-A9B7-15F0-2FF0-5B7F2E8B3515}"/>
                  </a:ext>
                </a:extLst>
              </p14:cNvPr>
              <p14:cNvContentPartPr/>
              <p14:nvPr/>
            </p14:nvContentPartPr>
            <p14:xfrm>
              <a:off x="3726540" y="3195008"/>
              <a:ext cx="71640" cy="35280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C75AF656-A9B7-15F0-2FF0-5B7F2E8B3515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3717540" y="3186368"/>
                <a:ext cx="89280" cy="37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E186FD47-DDBD-1478-55EA-6A73DFEA2ECD}"/>
              </a:ext>
            </a:extLst>
          </p:cNvPr>
          <p:cNvGrpSpPr/>
          <p:nvPr/>
        </p:nvGrpSpPr>
        <p:grpSpPr>
          <a:xfrm>
            <a:off x="3877020" y="3505328"/>
            <a:ext cx="191880" cy="220680"/>
            <a:chOff x="3877020" y="3505328"/>
            <a:chExt cx="191880" cy="22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4155D29-9472-450A-C985-492AACB382A3}"/>
                    </a:ext>
                  </a:extLst>
                </p14:cNvPr>
                <p14:cNvContentPartPr/>
                <p14:nvPr/>
              </p14:nvContentPartPr>
              <p14:xfrm>
                <a:off x="3877020" y="3505328"/>
                <a:ext cx="191880" cy="2206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4155D29-9472-450A-C985-492AACB382A3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868020" y="3496688"/>
                  <a:ext cx="2095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E8AD32A-94D3-A0DB-9049-D25AEB7584A2}"/>
                    </a:ext>
                  </a:extLst>
                </p14:cNvPr>
                <p14:cNvContentPartPr/>
                <p14:nvPr/>
              </p14:nvContentPartPr>
              <p14:xfrm>
                <a:off x="3908340" y="3636368"/>
                <a:ext cx="102960" cy="57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E8AD32A-94D3-A0DB-9049-D25AEB7584A2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899340" y="3627728"/>
                  <a:ext cx="120600" cy="2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1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98DC8B18-DE76-CE4D-05F3-DCFE36FEC76C}"/>
                  </a:ext>
                </a:extLst>
              </p14:cNvPr>
              <p14:cNvContentPartPr/>
              <p14:nvPr/>
            </p14:nvContentPartPr>
            <p14:xfrm>
              <a:off x="3948660" y="1993688"/>
              <a:ext cx="840240" cy="65232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98DC8B18-DE76-CE4D-05F3-DCFE36FEC76C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3939660" y="1985048"/>
                <a:ext cx="857880" cy="66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3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0997A3FE-7A7C-5A9A-4C36-258816F12263}"/>
                  </a:ext>
                </a:extLst>
              </p14:cNvPr>
              <p14:cNvContentPartPr/>
              <p14:nvPr/>
            </p14:nvContentPartPr>
            <p14:xfrm>
              <a:off x="3860100" y="1657808"/>
              <a:ext cx="244800" cy="13968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0997A3FE-7A7C-5A9A-4C36-258816F12263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3851100" y="1648808"/>
                <a:ext cx="262440" cy="15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6" name="Group 155">
            <a:extLst>
              <a:ext uri="{FF2B5EF4-FFF2-40B4-BE49-F238E27FC236}">
                <a16:creationId xmlns:a16="http://schemas.microsoft.com/office/drawing/2014/main" id="{AF037B49-2481-1154-2288-30D5BAC181D8}"/>
              </a:ext>
            </a:extLst>
          </p:cNvPr>
          <p:cNvGrpSpPr/>
          <p:nvPr/>
        </p:nvGrpSpPr>
        <p:grpSpPr>
          <a:xfrm>
            <a:off x="4316940" y="1131848"/>
            <a:ext cx="2878920" cy="667080"/>
            <a:chOff x="4316940" y="1131848"/>
            <a:chExt cx="2878920" cy="66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0B50A5E-5683-6FA6-AC2A-1A06EF9C1F29}"/>
                    </a:ext>
                  </a:extLst>
                </p14:cNvPr>
                <p14:cNvContentPartPr/>
                <p14:nvPr/>
              </p14:nvContentPartPr>
              <p14:xfrm>
                <a:off x="4316940" y="1625768"/>
                <a:ext cx="73440" cy="1274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0B50A5E-5683-6FA6-AC2A-1A06EF9C1F2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4307940" y="1617128"/>
                  <a:ext cx="910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7933673-F13B-BE0E-6BE2-E517D8F97FF9}"/>
                    </a:ext>
                  </a:extLst>
                </p14:cNvPr>
                <p14:cNvContentPartPr/>
                <p14:nvPr/>
              </p14:nvContentPartPr>
              <p14:xfrm>
                <a:off x="4436460" y="1620008"/>
                <a:ext cx="93240" cy="799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7933673-F13B-BE0E-6BE2-E517D8F97FF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427820" y="1611008"/>
                  <a:ext cx="1108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A0E9700-A590-A554-046B-FF8156DC72BA}"/>
                    </a:ext>
                  </a:extLst>
                </p14:cNvPr>
                <p14:cNvContentPartPr/>
                <p14:nvPr/>
              </p14:nvContentPartPr>
              <p14:xfrm>
                <a:off x="4575420" y="1485728"/>
                <a:ext cx="93240" cy="2253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A0E9700-A590-A554-046B-FF8156DC72BA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566420" y="1476728"/>
                  <a:ext cx="1108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6D60774-25C1-6149-FC02-F4CB396FAD3C}"/>
                    </a:ext>
                  </a:extLst>
                </p14:cNvPr>
                <p14:cNvContentPartPr/>
                <p14:nvPr/>
              </p14:nvContentPartPr>
              <p14:xfrm>
                <a:off x="4546620" y="1586888"/>
                <a:ext cx="108360" cy="277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6D60774-25C1-6149-FC02-F4CB396FAD3C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537980" y="1577888"/>
                  <a:ext cx="1260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5BB9F67-968F-2D29-B46F-B5157AD5D4BE}"/>
                    </a:ext>
                  </a:extLst>
                </p14:cNvPr>
                <p14:cNvContentPartPr/>
                <p14:nvPr/>
              </p14:nvContentPartPr>
              <p14:xfrm>
                <a:off x="4743180" y="1599848"/>
                <a:ext cx="124920" cy="684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5BB9F67-968F-2D29-B46F-B5157AD5D4BE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734180" y="1591208"/>
                  <a:ext cx="1425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3CB6938-9A2F-04E4-9ADF-9A69EBA5D7AC}"/>
                    </a:ext>
                  </a:extLst>
                </p14:cNvPr>
                <p14:cNvContentPartPr/>
                <p14:nvPr/>
              </p14:nvContentPartPr>
              <p14:xfrm>
                <a:off x="4836780" y="1449368"/>
                <a:ext cx="180360" cy="1922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3CB6938-9A2F-04E4-9ADF-9A69EBA5D7AC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4828140" y="1440368"/>
                  <a:ext cx="1980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00BCEE2-4C71-F1E7-0FB1-35D3C9D6F075}"/>
                    </a:ext>
                  </a:extLst>
                </p14:cNvPr>
                <p14:cNvContentPartPr/>
                <p14:nvPr/>
              </p14:nvContentPartPr>
              <p14:xfrm>
                <a:off x="4956300" y="1423448"/>
                <a:ext cx="15120" cy="417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00BCEE2-4C71-F1E7-0FB1-35D3C9D6F075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947300" y="1414448"/>
                  <a:ext cx="327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0F64F20-979D-99C8-4A5C-B900A84D5BD8}"/>
                    </a:ext>
                  </a:extLst>
                </p14:cNvPr>
                <p14:cNvContentPartPr/>
                <p14:nvPr/>
              </p14:nvContentPartPr>
              <p14:xfrm>
                <a:off x="5054940" y="1536128"/>
                <a:ext cx="155520" cy="669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0F64F20-979D-99C8-4A5C-B900A84D5BD8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046300" y="1527128"/>
                  <a:ext cx="1731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5007C4A-D634-41BC-BBB4-90CC1450BCD2}"/>
                    </a:ext>
                  </a:extLst>
                </p14:cNvPr>
                <p14:cNvContentPartPr/>
                <p14:nvPr/>
              </p14:nvContentPartPr>
              <p14:xfrm>
                <a:off x="5292900" y="1539368"/>
                <a:ext cx="100440" cy="2595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5007C4A-D634-41BC-BBB4-90CC1450BCD2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283900" y="1530728"/>
                  <a:ext cx="1180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6921351-0D8B-27DA-E429-02B0B569B150}"/>
                    </a:ext>
                  </a:extLst>
                </p14:cNvPr>
                <p14:cNvContentPartPr/>
                <p14:nvPr/>
              </p14:nvContentPartPr>
              <p14:xfrm>
                <a:off x="5574780" y="1443608"/>
                <a:ext cx="115920" cy="2415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6921351-0D8B-27DA-E429-02B0B569B150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565780" y="1434968"/>
                  <a:ext cx="1335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84EFF07-51AB-E821-B268-502C1E2E3C32}"/>
                    </a:ext>
                  </a:extLst>
                </p14:cNvPr>
                <p14:cNvContentPartPr/>
                <p14:nvPr/>
              </p14:nvContentPartPr>
              <p14:xfrm>
                <a:off x="5647140" y="1303568"/>
                <a:ext cx="297360" cy="2174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84EFF07-51AB-E821-B268-502C1E2E3C32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638500" y="1294928"/>
                  <a:ext cx="3150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550CA43-7CFE-AE7B-AC38-096AD2F45091}"/>
                    </a:ext>
                  </a:extLst>
                </p14:cNvPr>
                <p14:cNvContentPartPr/>
                <p14:nvPr/>
              </p14:nvContentPartPr>
              <p14:xfrm>
                <a:off x="5879340" y="1346768"/>
                <a:ext cx="158040" cy="1382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550CA43-7CFE-AE7B-AC38-096AD2F45091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870340" y="1337768"/>
                  <a:ext cx="1756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6A73175-407F-F7A2-88A4-385EE3972759}"/>
                    </a:ext>
                  </a:extLst>
                </p14:cNvPr>
                <p14:cNvContentPartPr/>
                <p14:nvPr/>
              </p14:nvContentPartPr>
              <p14:xfrm>
                <a:off x="6023700" y="1293848"/>
                <a:ext cx="72360" cy="1465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6A73175-407F-F7A2-88A4-385EE3972759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015060" y="1284848"/>
                  <a:ext cx="900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3A34E84-BAA7-3442-8ECE-341737A07EBF}"/>
                    </a:ext>
                  </a:extLst>
                </p14:cNvPr>
                <p14:cNvContentPartPr/>
                <p14:nvPr/>
              </p14:nvContentPartPr>
              <p14:xfrm>
                <a:off x="6145020" y="1307888"/>
                <a:ext cx="44640" cy="871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3A34E84-BAA7-3442-8ECE-341737A07EBF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136020" y="1298888"/>
                  <a:ext cx="622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901316F-37AB-BDB6-605A-C5E7CF9CEBF6}"/>
                    </a:ext>
                  </a:extLst>
                </p14:cNvPr>
                <p14:cNvContentPartPr/>
                <p14:nvPr/>
              </p14:nvContentPartPr>
              <p14:xfrm>
                <a:off x="6270660" y="1240568"/>
                <a:ext cx="41400" cy="1155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901316F-37AB-BDB6-605A-C5E7CF9CEBF6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261660" y="1231568"/>
                  <a:ext cx="590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85B16B5-4815-DC44-698C-A1ECE5F43A59}"/>
                    </a:ext>
                  </a:extLst>
                </p14:cNvPr>
                <p14:cNvContentPartPr/>
                <p14:nvPr/>
              </p14:nvContentPartPr>
              <p14:xfrm>
                <a:off x="6124500" y="1299248"/>
                <a:ext cx="58320" cy="763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85B16B5-4815-DC44-698C-A1ECE5F43A59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115860" y="1290608"/>
                  <a:ext cx="759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0DFD5F8-21C6-370B-C203-B0AEE4BE8661}"/>
                    </a:ext>
                  </a:extLst>
                </p14:cNvPr>
                <p14:cNvContentPartPr/>
                <p14:nvPr/>
              </p14:nvContentPartPr>
              <p14:xfrm>
                <a:off x="5894460" y="1667528"/>
                <a:ext cx="198360" cy="673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0DFD5F8-21C6-370B-C203-B0AEE4BE8661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885460" y="1658528"/>
                  <a:ext cx="2160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921B83F-6F47-C8A3-BA5C-893A148F16B1}"/>
                    </a:ext>
                  </a:extLst>
                </p14:cNvPr>
                <p14:cNvContentPartPr/>
                <p14:nvPr/>
              </p14:nvContentPartPr>
              <p14:xfrm>
                <a:off x="6108660" y="1621088"/>
                <a:ext cx="156960" cy="482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921B83F-6F47-C8A3-BA5C-893A148F16B1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6100020" y="1612088"/>
                  <a:ext cx="1746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FBDBE24-2FFD-D58C-280F-7A6757B43786}"/>
                    </a:ext>
                  </a:extLst>
                </p14:cNvPr>
                <p14:cNvContentPartPr/>
                <p14:nvPr/>
              </p14:nvContentPartPr>
              <p14:xfrm>
                <a:off x="6326100" y="1551608"/>
                <a:ext cx="112320" cy="896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FBDBE24-2FFD-D58C-280F-7A6757B43786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6317460" y="1542968"/>
                  <a:ext cx="1299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80D8F4D-E7FB-3419-28A1-F7273AE2DBAD}"/>
                    </a:ext>
                  </a:extLst>
                </p14:cNvPr>
                <p14:cNvContentPartPr/>
                <p14:nvPr/>
              </p14:nvContentPartPr>
              <p14:xfrm>
                <a:off x="6364260" y="1423448"/>
                <a:ext cx="209880" cy="1267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80D8F4D-E7FB-3419-28A1-F7273AE2DBAD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355260" y="1414448"/>
                  <a:ext cx="2275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29CF2AD-3A4B-C53C-D4D0-5066AD2B789D}"/>
                    </a:ext>
                  </a:extLst>
                </p14:cNvPr>
                <p14:cNvContentPartPr/>
                <p14:nvPr/>
              </p14:nvContentPartPr>
              <p14:xfrm>
                <a:off x="6577020" y="1412288"/>
                <a:ext cx="269280" cy="1000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29CF2AD-3A4B-C53C-D4D0-5066AD2B789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568380" y="1403648"/>
                  <a:ext cx="2869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021E662-E144-C815-3715-0CA68D412B9C}"/>
                    </a:ext>
                  </a:extLst>
                </p14:cNvPr>
                <p14:cNvContentPartPr/>
                <p14:nvPr/>
              </p14:nvContentPartPr>
              <p14:xfrm>
                <a:off x="6862140" y="1303928"/>
                <a:ext cx="210240" cy="2656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021E662-E144-C815-3715-0CA68D412B9C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853140" y="1295288"/>
                  <a:ext cx="2278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F859C60-306B-501D-5B12-0477E3948BB5}"/>
                    </a:ext>
                  </a:extLst>
                </p14:cNvPr>
                <p14:cNvContentPartPr/>
                <p14:nvPr/>
              </p14:nvContentPartPr>
              <p14:xfrm>
                <a:off x="7065180" y="1131848"/>
                <a:ext cx="130680" cy="2390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F859C60-306B-501D-5B12-0477E3948BB5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056540" y="1123208"/>
                  <a:ext cx="148320" cy="256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Definition of the bilateral z-transform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15–35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A transform value exists only where the infinite sum converges.</a:t>
            </a:r>
          </a:p>
        </p:txBody>
      </p:sp>
      <p:pic>
        <p:nvPicPr>
          <p:cNvPr id="6" name="Picture 5" descr="eq_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417320"/>
            <a:ext cx="9052560" cy="12573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2743200"/>
            <a:ext cx="3383280" cy="14630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30540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Complex 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218688"/>
            <a:ext cx="3054096" cy="8961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z can be anywhere in the complex plane—not just on the unit circle.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2743200"/>
            <a:ext cx="3383280" cy="146304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2852928"/>
            <a:ext cx="30540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Transform + ROC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18688"/>
            <a:ext cx="3054096" cy="8961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A rational formula without its ROC is incomplete information.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2743200"/>
            <a:ext cx="3383280" cy="146304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56448" y="2852928"/>
            <a:ext cx="30540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Bilateral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3218688"/>
            <a:ext cx="3054096" cy="8961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Both positive and negative n may contribute; this is why annular ROCs appear.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5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FF6B9ED-47AE-695F-A8F7-73C83DE2DBCD}"/>
              </a:ext>
            </a:extLst>
          </p:cNvPr>
          <p:cNvGrpSpPr/>
          <p:nvPr/>
        </p:nvGrpSpPr>
        <p:grpSpPr>
          <a:xfrm>
            <a:off x="3621060" y="1189448"/>
            <a:ext cx="4993200" cy="1496880"/>
            <a:chOff x="3621060" y="1189448"/>
            <a:chExt cx="4993200" cy="149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353AE2D-11F9-BCD7-748F-B8424FF6B895}"/>
                    </a:ext>
                  </a:extLst>
                </p14:cNvPr>
                <p14:cNvContentPartPr/>
                <p14:nvPr/>
              </p14:nvContentPartPr>
              <p14:xfrm>
                <a:off x="3626100" y="1332008"/>
                <a:ext cx="36360" cy="10825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353AE2D-11F9-BCD7-748F-B8424FF6B89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617100" y="1323008"/>
                  <a:ext cx="54000" cy="11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6E55DDB-5E4A-924C-5ECC-7A268F5D6102}"/>
                    </a:ext>
                  </a:extLst>
                </p14:cNvPr>
                <p14:cNvContentPartPr/>
                <p14:nvPr/>
              </p14:nvContentPartPr>
              <p14:xfrm>
                <a:off x="3652380" y="1189448"/>
                <a:ext cx="4837680" cy="62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6E55DDB-5E4A-924C-5ECC-7A268F5D610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643380" y="1180808"/>
                  <a:ext cx="48553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FD3805D-9896-FB85-8C59-BF5653D1D58C}"/>
                    </a:ext>
                  </a:extLst>
                </p14:cNvPr>
                <p14:cNvContentPartPr/>
                <p14:nvPr/>
              </p14:nvContentPartPr>
              <p14:xfrm>
                <a:off x="8567100" y="1199888"/>
                <a:ext cx="47160" cy="1316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FD3805D-9896-FB85-8C59-BF5653D1D58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558460" y="1191248"/>
                  <a:ext cx="64800" cy="13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E91B698-5ED9-5B54-7E54-661049DBDF9E}"/>
                    </a:ext>
                  </a:extLst>
                </p14:cNvPr>
                <p14:cNvContentPartPr/>
                <p14:nvPr/>
              </p14:nvContentPartPr>
              <p14:xfrm>
                <a:off x="7101540" y="2628728"/>
                <a:ext cx="1393200" cy="576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E91B698-5ED9-5B54-7E54-661049DBDF9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092900" y="2619728"/>
                  <a:ext cx="14108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D1E2574-6D02-B7A1-12E1-331B782EFB8D}"/>
                    </a:ext>
                  </a:extLst>
                </p14:cNvPr>
                <p14:cNvContentPartPr/>
                <p14:nvPr/>
              </p14:nvContentPartPr>
              <p14:xfrm>
                <a:off x="3621060" y="2584088"/>
                <a:ext cx="1683720" cy="60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D1E2574-6D02-B7A1-12E1-331B782EFB8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612420" y="2575448"/>
                  <a:ext cx="17013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9198E94-AC12-D8D3-A1BB-FDC26372E908}"/>
                    </a:ext>
                  </a:extLst>
                </p14:cNvPr>
                <p14:cNvContentPartPr/>
                <p14:nvPr/>
              </p14:nvContentPartPr>
              <p14:xfrm>
                <a:off x="3678300" y="2535128"/>
                <a:ext cx="360" cy="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9198E94-AC12-D8D3-A1BB-FDC26372E90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669300" y="252648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F64F508-1AFF-22B7-3EB5-402FD6637DC6}"/>
              </a:ext>
            </a:extLst>
          </p:cNvPr>
          <p:cNvGrpSpPr/>
          <p:nvPr/>
        </p:nvGrpSpPr>
        <p:grpSpPr>
          <a:xfrm>
            <a:off x="4820940" y="3868208"/>
            <a:ext cx="306720" cy="562680"/>
            <a:chOff x="4820940" y="3868208"/>
            <a:chExt cx="306720" cy="56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37716FB-2B74-795F-E66B-E6838ACE899A}"/>
                    </a:ext>
                  </a:extLst>
                </p14:cNvPr>
                <p14:cNvContentPartPr/>
                <p14:nvPr/>
              </p14:nvContentPartPr>
              <p14:xfrm>
                <a:off x="4820940" y="3943088"/>
                <a:ext cx="224280" cy="487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37716FB-2B74-795F-E66B-E6838ACE899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811940" y="3934448"/>
                  <a:ext cx="24192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38BEDD6-4569-E25C-9123-7CB498EF3087}"/>
                    </a:ext>
                  </a:extLst>
                </p14:cNvPr>
                <p14:cNvContentPartPr/>
                <p14:nvPr/>
              </p14:nvContentPartPr>
              <p14:xfrm>
                <a:off x="4993380" y="3868208"/>
                <a:ext cx="134280" cy="118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38BEDD6-4569-E25C-9123-7CB498EF308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984740" y="3859568"/>
                  <a:ext cx="15192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9693707-D405-8046-CC55-FE6328FD8EFB}"/>
              </a:ext>
            </a:extLst>
          </p:cNvPr>
          <p:cNvGrpSpPr/>
          <p:nvPr/>
        </p:nvGrpSpPr>
        <p:grpSpPr>
          <a:xfrm>
            <a:off x="4288140" y="4457168"/>
            <a:ext cx="2061720" cy="795240"/>
            <a:chOff x="4288140" y="4457168"/>
            <a:chExt cx="2061720" cy="79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EFA6BBC-CE09-DFD5-98FA-F6E2DAF69278}"/>
                    </a:ext>
                  </a:extLst>
                </p14:cNvPr>
                <p14:cNvContentPartPr/>
                <p14:nvPr/>
              </p14:nvContentPartPr>
              <p14:xfrm>
                <a:off x="4288140" y="4704848"/>
                <a:ext cx="242280" cy="291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EFA6BBC-CE09-DFD5-98FA-F6E2DAF6927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279500" y="4696208"/>
                  <a:ext cx="25992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0B750C3-4C7C-B4FB-DF4F-E7116E40E30E}"/>
                    </a:ext>
                  </a:extLst>
                </p14:cNvPr>
                <p14:cNvContentPartPr/>
                <p14:nvPr/>
              </p14:nvContentPartPr>
              <p14:xfrm>
                <a:off x="4395060" y="4745528"/>
                <a:ext cx="73440" cy="241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0B750C3-4C7C-B4FB-DF4F-E7116E40E30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386060" y="4736528"/>
                  <a:ext cx="910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B4344D2-61C8-D1C0-FA34-02F744EB99A4}"/>
                    </a:ext>
                  </a:extLst>
                </p14:cNvPr>
                <p14:cNvContentPartPr/>
                <p14:nvPr/>
              </p14:nvContentPartPr>
              <p14:xfrm>
                <a:off x="4571460" y="4713848"/>
                <a:ext cx="102240" cy="2991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B4344D2-61C8-D1C0-FA34-02F744EB99A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562460" y="4704848"/>
                  <a:ext cx="11988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D353C73-298A-FF32-A2CD-C1AB2A96CED7}"/>
                    </a:ext>
                  </a:extLst>
                </p14:cNvPr>
                <p14:cNvContentPartPr/>
                <p14:nvPr/>
              </p14:nvContentPartPr>
              <p14:xfrm>
                <a:off x="4670460" y="4835168"/>
                <a:ext cx="155880" cy="163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D353C73-298A-FF32-A2CD-C1AB2A96CED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661820" y="4826528"/>
                  <a:ext cx="1735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10B9CDA-218C-6132-5CDD-FE2D89117E60}"/>
                    </a:ext>
                  </a:extLst>
                </p14:cNvPr>
                <p14:cNvContentPartPr/>
                <p14:nvPr/>
              </p14:nvContentPartPr>
              <p14:xfrm>
                <a:off x="4721220" y="4904288"/>
                <a:ext cx="105480" cy="165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10B9CDA-218C-6132-5CDD-FE2D89117E6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712220" y="4895648"/>
                  <a:ext cx="1231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1411885-CE51-A62F-AA8A-8ED4F0E0E01B}"/>
                    </a:ext>
                  </a:extLst>
                </p14:cNvPr>
                <p14:cNvContentPartPr/>
                <p14:nvPr/>
              </p14:nvContentPartPr>
              <p14:xfrm>
                <a:off x="4784940" y="4732928"/>
                <a:ext cx="204480" cy="3067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1411885-CE51-A62F-AA8A-8ED4F0E0E01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775940" y="4723928"/>
                  <a:ext cx="22212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A00E12C-7363-97EE-816C-7233C710516A}"/>
                    </a:ext>
                  </a:extLst>
                </p14:cNvPr>
                <p14:cNvContentPartPr/>
                <p14:nvPr/>
              </p14:nvContentPartPr>
              <p14:xfrm>
                <a:off x="5173740" y="4883048"/>
                <a:ext cx="105120" cy="11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A00E12C-7363-97EE-816C-7233C710516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164740" y="4874408"/>
                  <a:ext cx="1227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7BD907A-4CC2-E3AE-7502-BBCC75E6F8A0}"/>
                    </a:ext>
                  </a:extLst>
                </p14:cNvPr>
                <p14:cNvContentPartPr/>
                <p14:nvPr/>
              </p14:nvContentPartPr>
              <p14:xfrm>
                <a:off x="5147100" y="4809608"/>
                <a:ext cx="100440" cy="172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7BD907A-4CC2-E3AE-7502-BBCC75E6F8A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138460" y="4800608"/>
                  <a:ext cx="1180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5133A0E-992A-C5AF-3BB7-F869232F9DBB}"/>
                    </a:ext>
                  </a:extLst>
                </p14:cNvPr>
                <p14:cNvContentPartPr/>
                <p14:nvPr/>
              </p14:nvContentPartPr>
              <p14:xfrm>
                <a:off x="5662980" y="4556528"/>
                <a:ext cx="25200" cy="130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5133A0E-992A-C5AF-3BB7-F869232F9DB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653980" y="4547528"/>
                  <a:ext cx="428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07F24A5-BF75-2AE3-0782-56BC05E97B36}"/>
                    </a:ext>
                  </a:extLst>
                </p14:cNvPr>
                <p14:cNvContentPartPr/>
                <p14:nvPr/>
              </p14:nvContentPartPr>
              <p14:xfrm>
                <a:off x="5569380" y="4489208"/>
                <a:ext cx="256320" cy="2134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07F24A5-BF75-2AE3-0782-56BC05E97B3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560380" y="4480568"/>
                  <a:ext cx="2739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E1BE7AA-994D-0DCE-2B80-5E15F16A4D73}"/>
                    </a:ext>
                  </a:extLst>
                </p14:cNvPr>
                <p14:cNvContentPartPr/>
                <p14:nvPr/>
              </p14:nvContentPartPr>
              <p14:xfrm>
                <a:off x="5870340" y="4457168"/>
                <a:ext cx="93960" cy="266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E1BE7AA-994D-0DCE-2B80-5E15F16A4D7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861340" y="4448168"/>
                  <a:ext cx="11160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C17677E-8CD9-48C0-DE2E-ED85E0B52F8E}"/>
                    </a:ext>
                  </a:extLst>
                </p14:cNvPr>
                <p14:cNvContentPartPr/>
                <p14:nvPr/>
              </p14:nvContentPartPr>
              <p14:xfrm>
                <a:off x="5964300" y="4566608"/>
                <a:ext cx="148320" cy="150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C17677E-8CD9-48C0-DE2E-ED85E0B52F8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955300" y="4557608"/>
                  <a:ext cx="1659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003793D-49E1-A54F-A764-13A5B648832A}"/>
                    </a:ext>
                  </a:extLst>
                </p14:cNvPr>
                <p14:cNvContentPartPr/>
                <p14:nvPr/>
              </p14:nvContentPartPr>
              <p14:xfrm>
                <a:off x="5986260" y="4638968"/>
                <a:ext cx="129240" cy="57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003793D-49E1-A54F-A764-13A5B648832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977260" y="4630328"/>
                  <a:ext cx="1468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BDD0372-B0AE-6531-2A56-6844873C9525}"/>
                    </a:ext>
                  </a:extLst>
                </p14:cNvPr>
                <p14:cNvContentPartPr/>
                <p14:nvPr/>
              </p14:nvContentPartPr>
              <p14:xfrm>
                <a:off x="6130620" y="4483448"/>
                <a:ext cx="156240" cy="268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BDD0372-B0AE-6531-2A56-6844873C952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121620" y="4474808"/>
                  <a:ext cx="1738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1410C78-804D-2D8F-B730-41839EB477D4}"/>
                    </a:ext>
                  </a:extLst>
                </p14:cNvPr>
                <p14:cNvContentPartPr/>
                <p14:nvPr/>
              </p14:nvContentPartPr>
              <p14:xfrm>
                <a:off x="5525820" y="4862888"/>
                <a:ext cx="824040" cy="37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1410C78-804D-2D8F-B730-41839EB477D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516820" y="4853888"/>
                  <a:ext cx="8416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7EA9948-FC77-3878-00DB-36A5F45C087E}"/>
                    </a:ext>
                  </a:extLst>
                </p14:cNvPr>
                <p14:cNvContentPartPr/>
                <p14:nvPr/>
              </p14:nvContentPartPr>
              <p14:xfrm>
                <a:off x="5720220" y="5010488"/>
                <a:ext cx="187200" cy="201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7EA9948-FC77-3878-00DB-36A5F45C087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711580" y="5001848"/>
                  <a:ext cx="2048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C11ED90-7D2B-3BED-11F1-AB00C9EB9253}"/>
                    </a:ext>
                  </a:extLst>
                </p14:cNvPr>
                <p14:cNvContentPartPr/>
                <p14:nvPr/>
              </p14:nvContentPartPr>
              <p14:xfrm>
                <a:off x="5973660" y="4980248"/>
                <a:ext cx="44640" cy="2206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C11ED90-7D2B-3BED-11F1-AB00C9EB925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965020" y="4971608"/>
                  <a:ext cx="622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C24C50E-A46B-4D13-CE49-701C68D35600}"/>
                    </a:ext>
                  </a:extLst>
                </p14:cNvPr>
                <p14:cNvContentPartPr/>
                <p14:nvPr/>
              </p14:nvContentPartPr>
              <p14:xfrm>
                <a:off x="6047460" y="5042168"/>
                <a:ext cx="145440" cy="164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C24C50E-A46B-4D13-CE49-701C68D3560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038460" y="5033168"/>
                  <a:ext cx="1630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81043AD-4502-FC69-F675-5B46C15EE85D}"/>
                    </a:ext>
                  </a:extLst>
                </p14:cNvPr>
                <p14:cNvContentPartPr/>
                <p14:nvPr/>
              </p14:nvContentPartPr>
              <p14:xfrm>
                <a:off x="6113340" y="5148368"/>
                <a:ext cx="79920" cy="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81043AD-4502-FC69-F675-5B46C15EE85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104340" y="5139728"/>
                  <a:ext cx="975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88EB0DF-7BE4-8E97-B025-D98DC4AAC48D}"/>
                    </a:ext>
                  </a:extLst>
                </p14:cNvPr>
                <p14:cNvContentPartPr/>
                <p14:nvPr/>
              </p14:nvContentPartPr>
              <p14:xfrm>
                <a:off x="6218820" y="5013368"/>
                <a:ext cx="119520" cy="239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88EB0DF-7BE4-8E97-B025-D98DC4AAC48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209820" y="5004728"/>
                  <a:ext cx="137160" cy="25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BF481E3-05FD-8B4F-1E73-32B52EA217F7}"/>
              </a:ext>
            </a:extLst>
          </p:cNvPr>
          <p:cNvGrpSpPr/>
          <p:nvPr/>
        </p:nvGrpSpPr>
        <p:grpSpPr>
          <a:xfrm>
            <a:off x="6524820" y="4327568"/>
            <a:ext cx="1723680" cy="262080"/>
            <a:chOff x="6524820" y="4327568"/>
            <a:chExt cx="1723680" cy="26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85FEE9F-117E-9A3E-A57C-D98B00DDC10C}"/>
                    </a:ext>
                  </a:extLst>
                </p14:cNvPr>
                <p14:cNvContentPartPr/>
                <p14:nvPr/>
              </p14:nvContentPartPr>
              <p14:xfrm>
                <a:off x="6551460" y="4514408"/>
                <a:ext cx="239760" cy="42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85FEE9F-117E-9A3E-A57C-D98B00DDC10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542460" y="4505768"/>
                  <a:ext cx="2574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0F04F7E-951A-0422-47AA-66FF1D43CBFA}"/>
                    </a:ext>
                  </a:extLst>
                </p14:cNvPr>
                <p14:cNvContentPartPr/>
                <p14:nvPr/>
              </p14:nvContentPartPr>
              <p14:xfrm>
                <a:off x="6524820" y="4510448"/>
                <a:ext cx="125640" cy="79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0F04F7E-951A-0422-47AA-66FF1D43CBF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516180" y="4501448"/>
                  <a:ext cx="1432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DD8CED2-C567-A427-04C7-CD2098EF401D}"/>
                    </a:ext>
                  </a:extLst>
                </p14:cNvPr>
                <p14:cNvContentPartPr/>
                <p14:nvPr/>
              </p14:nvContentPartPr>
              <p14:xfrm>
                <a:off x="6868260" y="4483448"/>
                <a:ext cx="145080" cy="81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DD8CED2-C567-A427-04C7-CD2098EF401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859260" y="4474808"/>
                  <a:ext cx="1627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DBBC273-5261-48B2-7D3D-D0C88391BBAA}"/>
                    </a:ext>
                  </a:extLst>
                </p14:cNvPr>
                <p14:cNvContentPartPr/>
                <p14:nvPr/>
              </p14:nvContentPartPr>
              <p14:xfrm>
                <a:off x="7070940" y="4455368"/>
                <a:ext cx="635760" cy="107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DBBC273-5261-48B2-7D3D-D0C88391BBA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061940" y="4446728"/>
                  <a:ext cx="6534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AAD4BD6-F33C-C727-AE8F-680802C482DD}"/>
                    </a:ext>
                  </a:extLst>
                </p14:cNvPr>
                <p14:cNvContentPartPr/>
                <p14:nvPr/>
              </p14:nvContentPartPr>
              <p14:xfrm>
                <a:off x="7790580" y="4485608"/>
                <a:ext cx="123840" cy="71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AAD4BD6-F33C-C727-AE8F-680802C482D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781580" y="4476608"/>
                  <a:ext cx="1414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0C0F810-D999-4F2D-F4D0-80523D67069C}"/>
                    </a:ext>
                  </a:extLst>
                </p14:cNvPr>
                <p14:cNvContentPartPr/>
                <p14:nvPr/>
              </p14:nvContentPartPr>
              <p14:xfrm>
                <a:off x="7865820" y="4327568"/>
                <a:ext cx="141120" cy="202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0C0F810-D999-4F2D-F4D0-80523D67069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856820" y="4318928"/>
                  <a:ext cx="1587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A437B23-425C-9AC1-492C-ADBB2A6C205C}"/>
                    </a:ext>
                  </a:extLst>
                </p14:cNvPr>
                <p14:cNvContentPartPr/>
                <p14:nvPr/>
              </p14:nvContentPartPr>
              <p14:xfrm>
                <a:off x="8090460" y="4470848"/>
                <a:ext cx="84240" cy="45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A437B23-425C-9AC1-492C-ADBB2A6C205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081820" y="4462208"/>
                  <a:ext cx="1018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A63F6FC-CC0D-0A80-F354-3372075C49AA}"/>
                    </a:ext>
                  </a:extLst>
                </p14:cNvPr>
                <p14:cNvContentPartPr/>
                <p14:nvPr/>
              </p14:nvContentPartPr>
              <p14:xfrm>
                <a:off x="8203500" y="4430888"/>
                <a:ext cx="45000" cy="777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A63F6FC-CC0D-0A80-F354-3372075C49A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194500" y="4421888"/>
                  <a:ext cx="62640" cy="9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7BE924E4-5889-19DE-2ECF-A5EA72F7071F}"/>
              </a:ext>
            </a:extLst>
          </p:cNvPr>
          <p:cNvGrpSpPr/>
          <p:nvPr/>
        </p:nvGrpSpPr>
        <p:grpSpPr>
          <a:xfrm>
            <a:off x="6473340" y="5112008"/>
            <a:ext cx="2019960" cy="261000"/>
            <a:chOff x="6473340" y="5112008"/>
            <a:chExt cx="2019960" cy="26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EC18EB7-01B7-6CA1-11A9-952FA5BB1517}"/>
                    </a:ext>
                  </a:extLst>
                </p14:cNvPr>
                <p14:cNvContentPartPr/>
                <p14:nvPr/>
              </p14:nvContentPartPr>
              <p14:xfrm>
                <a:off x="6473340" y="5184368"/>
                <a:ext cx="193680" cy="1501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EC18EB7-01B7-6CA1-11A9-952FA5BB151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464700" y="5175728"/>
                  <a:ext cx="2113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221A0EE-C682-8681-A076-36547B043DAA}"/>
                    </a:ext>
                  </a:extLst>
                </p14:cNvPr>
                <p14:cNvContentPartPr/>
                <p14:nvPr/>
              </p14:nvContentPartPr>
              <p14:xfrm>
                <a:off x="6816780" y="5174648"/>
                <a:ext cx="301680" cy="198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221A0EE-C682-8681-A076-36547B043DA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808140" y="5166008"/>
                  <a:ext cx="3193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5EA6A25-549B-13B0-E05B-EC972D69B240}"/>
                    </a:ext>
                  </a:extLst>
                </p14:cNvPr>
                <p14:cNvContentPartPr/>
                <p14:nvPr/>
              </p14:nvContentPartPr>
              <p14:xfrm>
                <a:off x="7122780" y="5288768"/>
                <a:ext cx="171360" cy="52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5EA6A25-549B-13B0-E05B-EC972D69B24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114140" y="5280128"/>
                  <a:ext cx="1890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B614AD3-6F14-7C57-3081-16C70BCF2E3F}"/>
                    </a:ext>
                  </a:extLst>
                </p14:cNvPr>
                <p14:cNvContentPartPr/>
                <p14:nvPr/>
              </p14:nvContentPartPr>
              <p14:xfrm>
                <a:off x="7324380" y="5267168"/>
                <a:ext cx="95400" cy="856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B614AD3-6F14-7C57-3081-16C70BCF2E3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315740" y="5258528"/>
                  <a:ext cx="1130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5DF4B0E-3250-1A50-ED23-F66CED5ACE65}"/>
                    </a:ext>
                  </a:extLst>
                </p14:cNvPr>
                <p14:cNvContentPartPr/>
                <p14:nvPr/>
              </p14:nvContentPartPr>
              <p14:xfrm>
                <a:off x="7475940" y="5279768"/>
                <a:ext cx="150840" cy="651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5DF4B0E-3250-1A50-ED23-F66CED5ACE6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467300" y="5270768"/>
                  <a:ext cx="1684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3DE3B49-5BF8-3452-7ADC-E2B9AE82F866}"/>
                    </a:ext>
                  </a:extLst>
                </p14:cNvPr>
                <p14:cNvContentPartPr/>
                <p14:nvPr/>
              </p14:nvContentPartPr>
              <p14:xfrm>
                <a:off x="7611300" y="5266448"/>
                <a:ext cx="99720" cy="529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3DE3B49-5BF8-3452-7ADC-E2B9AE82F866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602300" y="5257808"/>
                  <a:ext cx="1173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8D84A4A-3A3F-27DF-B52C-5A707ADEB0FE}"/>
                    </a:ext>
                  </a:extLst>
                </p14:cNvPr>
                <p14:cNvContentPartPr/>
                <p14:nvPr/>
              </p14:nvContentPartPr>
              <p14:xfrm>
                <a:off x="7787700" y="5283728"/>
                <a:ext cx="50040" cy="536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8D84A4A-3A3F-27DF-B52C-5A707ADEB0F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779060" y="5274728"/>
                  <a:ext cx="676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F86777D-5580-EAC8-A06E-3A7A3EA8D0DA}"/>
                    </a:ext>
                  </a:extLst>
                </p14:cNvPr>
                <p14:cNvContentPartPr/>
                <p14:nvPr/>
              </p14:nvContentPartPr>
              <p14:xfrm>
                <a:off x="7746300" y="5153768"/>
                <a:ext cx="6840" cy="86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F86777D-5580-EAC8-A06E-3A7A3EA8D0D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737300" y="5144768"/>
                  <a:ext cx="244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2A3080A-582C-D4DE-4889-8A6C532452E0}"/>
                    </a:ext>
                  </a:extLst>
                </p14:cNvPr>
                <p14:cNvContentPartPr/>
                <p14:nvPr/>
              </p14:nvContentPartPr>
              <p14:xfrm>
                <a:off x="7829460" y="5237648"/>
                <a:ext cx="299880" cy="108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2A3080A-582C-D4DE-4889-8A6C532452E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820460" y="5229008"/>
                  <a:ext cx="3175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1719D98-BFE9-F7B1-BF32-7BA150CBE802}"/>
                    </a:ext>
                  </a:extLst>
                </p14:cNvPr>
                <p14:cNvContentPartPr/>
                <p14:nvPr/>
              </p14:nvContentPartPr>
              <p14:xfrm>
                <a:off x="8083980" y="5112008"/>
                <a:ext cx="110160" cy="207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1719D98-BFE9-F7B1-BF32-7BA150CBE80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074980" y="5103368"/>
                  <a:ext cx="1278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7482E22-4DE0-4BBC-55C6-3F25C6E03B73}"/>
                    </a:ext>
                  </a:extLst>
                </p14:cNvPr>
                <p14:cNvContentPartPr/>
                <p14:nvPr/>
              </p14:nvContentPartPr>
              <p14:xfrm>
                <a:off x="8123580" y="5241608"/>
                <a:ext cx="69840" cy="162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7482E22-4DE0-4BBC-55C6-3F25C6E03B7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114940" y="5232968"/>
                  <a:ext cx="874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EA5A4D1-BFE5-7709-7AEE-DB7970A49FE7}"/>
                    </a:ext>
                  </a:extLst>
                </p14:cNvPr>
                <p14:cNvContentPartPr/>
                <p14:nvPr/>
              </p14:nvContentPartPr>
              <p14:xfrm>
                <a:off x="8289180" y="5131808"/>
                <a:ext cx="204120" cy="1504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EA5A4D1-BFE5-7709-7AEE-DB7970A49FE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280180" y="5123168"/>
                  <a:ext cx="221760" cy="16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9FF4165-982F-5684-F5C0-D361C8C09B9A}"/>
              </a:ext>
            </a:extLst>
          </p:cNvPr>
          <p:cNvGrpSpPr/>
          <p:nvPr/>
        </p:nvGrpSpPr>
        <p:grpSpPr>
          <a:xfrm>
            <a:off x="9138780" y="4620608"/>
            <a:ext cx="966600" cy="228960"/>
            <a:chOff x="9138780" y="4620608"/>
            <a:chExt cx="966600" cy="22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ACE8957-6187-2BEC-5067-97D4E278DFF1}"/>
                    </a:ext>
                  </a:extLst>
                </p14:cNvPr>
                <p14:cNvContentPartPr/>
                <p14:nvPr/>
              </p14:nvContentPartPr>
              <p14:xfrm>
                <a:off x="9138780" y="4720688"/>
                <a:ext cx="69120" cy="1288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ACE8957-6187-2BEC-5067-97D4E278DFF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130140" y="4712048"/>
                  <a:ext cx="867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0FB6089-78E0-23E7-58A5-8F688DA95707}"/>
                    </a:ext>
                  </a:extLst>
                </p14:cNvPr>
                <p14:cNvContentPartPr/>
                <p14:nvPr/>
              </p14:nvContentPartPr>
              <p14:xfrm>
                <a:off x="9261900" y="4753088"/>
                <a:ext cx="112680" cy="846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0FB6089-78E0-23E7-58A5-8F688DA9570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253260" y="4744448"/>
                  <a:ext cx="1303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B8ADD51-7687-6B74-8551-89A4CF8D8DAF}"/>
                    </a:ext>
                  </a:extLst>
                </p14:cNvPr>
                <p14:cNvContentPartPr/>
                <p14:nvPr/>
              </p14:nvContentPartPr>
              <p14:xfrm>
                <a:off x="9377460" y="4634288"/>
                <a:ext cx="168120" cy="2055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B8ADD51-7687-6B74-8551-89A4CF8D8DA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368820" y="4625288"/>
                  <a:ext cx="1857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FC8C210-C893-C705-D74C-E807483F59F1}"/>
                    </a:ext>
                  </a:extLst>
                </p14:cNvPr>
                <p14:cNvContentPartPr/>
                <p14:nvPr/>
              </p14:nvContentPartPr>
              <p14:xfrm>
                <a:off x="9491940" y="4675688"/>
                <a:ext cx="360" cy="248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FC8C210-C893-C705-D74C-E807483F59F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482940" y="4667048"/>
                  <a:ext cx="180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BD4B266-825B-2A72-496C-C9B6191AED09}"/>
                    </a:ext>
                  </a:extLst>
                </p14:cNvPr>
                <p14:cNvContentPartPr/>
                <p14:nvPr/>
              </p14:nvContentPartPr>
              <p14:xfrm>
                <a:off x="9580500" y="4747328"/>
                <a:ext cx="86040" cy="694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BD4B266-825B-2A72-496C-C9B6191AED0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571860" y="4738688"/>
                  <a:ext cx="1036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130D3F1-60F3-5E65-B71B-A964D68D93E2}"/>
                    </a:ext>
                  </a:extLst>
                </p14:cNvPr>
                <p14:cNvContentPartPr/>
                <p14:nvPr/>
              </p14:nvContentPartPr>
              <p14:xfrm>
                <a:off x="9756900" y="4784768"/>
                <a:ext cx="115200" cy="518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130D3F1-60F3-5E65-B71B-A964D68D93E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747900" y="4776128"/>
                  <a:ext cx="1328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CF775DA-1E77-5339-93BD-886DADFAA10E}"/>
                    </a:ext>
                  </a:extLst>
                </p14:cNvPr>
                <p14:cNvContentPartPr/>
                <p14:nvPr/>
              </p14:nvContentPartPr>
              <p14:xfrm>
                <a:off x="9943380" y="4620608"/>
                <a:ext cx="162000" cy="2224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CF775DA-1E77-5339-93BD-886DADFAA10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934740" y="4611968"/>
                  <a:ext cx="179640" cy="24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F13AB038-B57F-ECD5-BA8F-26B38E64C76D}"/>
              </a:ext>
            </a:extLst>
          </p:cNvPr>
          <p:cNvGrpSpPr/>
          <p:nvPr/>
        </p:nvGrpSpPr>
        <p:grpSpPr>
          <a:xfrm>
            <a:off x="10349100" y="4595048"/>
            <a:ext cx="1027800" cy="354960"/>
            <a:chOff x="10349100" y="4595048"/>
            <a:chExt cx="1027800" cy="35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A1C1E60-2827-8C7A-33A2-786894267CE2}"/>
                    </a:ext>
                  </a:extLst>
                </p14:cNvPr>
                <p14:cNvContentPartPr/>
                <p14:nvPr/>
              </p14:nvContentPartPr>
              <p14:xfrm>
                <a:off x="10349100" y="4595048"/>
                <a:ext cx="111240" cy="3549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A1C1E60-2827-8C7A-33A2-786894267CE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340100" y="4586048"/>
                  <a:ext cx="12888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A03232F-7E26-10A8-E593-5074F524B717}"/>
                    </a:ext>
                  </a:extLst>
                </p14:cNvPr>
                <p14:cNvContentPartPr/>
                <p14:nvPr/>
              </p14:nvContentPartPr>
              <p14:xfrm>
                <a:off x="10362420" y="4805648"/>
                <a:ext cx="96120" cy="313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A03232F-7E26-10A8-E593-5074F524B71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353420" y="4797008"/>
                  <a:ext cx="1137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9C9CB97-BD70-D27C-294D-C45D12E22F96}"/>
                    </a:ext>
                  </a:extLst>
                </p14:cNvPr>
                <p14:cNvContentPartPr/>
                <p14:nvPr/>
              </p14:nvContentPartPr>
              <p14:xfrm>
                <a:off x="10463580" y="4791248"/>
                <a:ext cx="112680" cy="525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9C9CB97-BD70-D27C-294D-C45D12E22F9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454580" y="4782608"/>
                  <a:ext cx="1303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23FD651-FA3A-0DBC-86FE-1D94F517836C}"/>
                    </a:ext>
                  </a:extLst>
                </p14:cNvPr>
                <p14:cNvContentPartPr/>
                <p14:nvPr/>
              </p14:nvContentPartPr>
              <p14:xfrm>
                <a:off x="10598580" y="4790168"/>
                <a:ext cx="119160" cy="464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23FD651-FA3A-0DBC-86FE-1D94F517836C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589580" y="4781168"/>
                  <a:ext cx="1368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C40AC57-E345-7EFA-B180-7EAAC0146BE2}"/>
                    </a:ext>
                  </a:extLst>
                </p14:cNvPr>
                <p14:cNvContentPartPr/>
                <p14:nvPr/>
              </p14:nvContentPartPr>
              <p14:xfrm>
                <a:off x="10785420" y="4771448"/>
                <a:ext cx="108360" cy="1015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C40AC57-E345-7EFA-B180-7EAAC0146BE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776780" y="4762448"/>
                  <a:ext cx="1260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5C1B13A-CDEA-364B-6DE1-D3AA65203713}"/>
                    </a:ext>
                  </a:extLst>
                </p14:cNvPr>
                <p14:cNvContentPartPr/>
                <p14:nvPr/>
              </p14:nvContentPartPr>
              <p14:xfrm>
                <a:off x="10910340" y="4628888"/>
                <a:ext cx="56520" cy="2098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5C1B13A-CDEA-364B-6DE1-D3AA6520371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901340" y="4620248"/>
                  <a:ext cx="741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579350A-6155-433F-800E-9615EB6ACCCC}"/>
                    </a:ext>
                  </a:extLst>
                </p14:cNvPr>
                <p14:cNvContentPartPr/>
                <p14:nvPr/>
              </p14:nvContentPartPr>
              <p14:xfrm>
                <a:off x="10889460" y="4790168"/>
                <a:ext cx="185400" cy="748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579350A-6155-433F-800E-9615EB6ACCC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880820" y="4781168"/>
                  <a:ext cx="2030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BDA6527-FF24-3627-0050-3CD206DDA2CE}"/>
                    </a:ext>
                  </a:extLst>
                </p14:cNvPr>
                <p14:cNvContentPartPr/>
                <p14:nvPr/>
              </p14:nvContentPartPr>
              <p14:xfrm>
                <a:off x="11014020" y="4685048"/>
                <a:ext cx="360" cy="104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BDA6527-FF24-3627-0050-3CD206DDA2C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1005380" y="4676048"/>
                  <a:ext cx="180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B3210BA-9F2B-DA0C-7F15-D6317F4B5266}"/>
                    </a:ext>
                  </a:extLst>
                </p14:cNvPr>
                <p14:cNvContentPartPr/>
                <p14:nvPr/>
              </p14:nvContentPartPr>
              <p14:xfrm>
                <a:off x="11086380" y="4755248"/>
                <a:ext cx="63360" cy="622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B3210BA-9F2B-DA0C-7F15-D6317F4B526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1077380" y="4746248"/>
                  <a:ext cx="810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7704B35-8415-B964-7E34-A5223BF2D0B4}"/>
                    </a:ext>
                  </a:extLst>
                </p14:cNvPr>
                <p14:cNvContentPartPr/>
                <p14:nvPr/>
              </p14:nvContentPartPr>
              <p14:xfrm>
                <a:off x="11211660" y="4758848"/>
                <a:ext cx="165240" cy="572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7704B35-8415-B964-7E34-A5223BF2D0B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202660" y="4750208"/>
                  <a:ext cx="182880" cy="7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76654E9-DC5B-D30D-2BCD-6FA6EF9BA5C7}"/>
              </a:ext>
            </a:extLst>
          </p:cNvPr>
          <p:cNvGrpSpPr/>
          <p:nvPr/>
        </p:nvGrpSpPr>
        <p:grpSpPr>
          <a:xfrm>
            <a:off x="3693780" y="5756408"/>
            <a:ext cx="1555200" cy="260640"/>
            <a:chOff x="3693780" y="5756408"/>
            <a:chExt cx="1555200" cy="26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DEE1C13-F9D2-78C2-0159-9D6ECE6D3B0A}"/>
                    </a:ext>
                  </a:extLst>
                </p14:cNvPr>
                <p14:cNvContentPartPr/>
                <p14:nvPr/>
              </p14:nvContentPartPr>
              <p14:xfrm>
                <a:off x="3740580" y="5927768"/>
                <a:ext cx="19800" cy="784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DEE1C13-F9D2-78C2-0159-9D6ECE6D3B0A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731580" y="5919128"/>
                  <a:ext cx="374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BFDE908-0004-C0A6-DD21-70932DC686F7}"/>
                    </a:ext>
                  </a:extLst>
                </p14:cNvPr>
                <p14:cNvContentPartPr/>
                <p14:nvPr/>
              </p14:nvContentPartPr>
              <p14:xfrm>
                <a:off x="3693780" y="5806808"/>
                <a:ext cx="360" cy="68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BFDE908-0004-C0A6-DD21-70932DC686F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685140" y="5798168"/>
                  <a:ext cx="180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0BB05A5-5D39-B4EE-599E-D56A5CBFC467}"/>
                    </a:ext>
                  </a:extLst>
                </p14:cNvPr>
                <p14:cNvContentPartPr/>
                <p14:nvPr/>
              </p14:nvContentPartPr>
              <p14:xfrm>
                <a:off x="3808260" y="5944688"/>
                <a:ext cx="103320" cy="594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0BB05A5-5D39-B4EE-599E-D56A5CBFC467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799260" y="5936048"/>
                  <a:ext cx="1209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77495C-7BB4-45E1-59EE-729915A722FB}"/>
                    </a:ext>
                  </a:extLst>
                </p14:cNvPr>
                <p14:cNvContentPartPr/>
                <p14:nvPr/>
              </p14:nvContentPartPr>
              <p14:xfrm>
                <a:off x="4143780" y="5943968"/>
                <a:ext cx="93600" cy="730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77495C-7BB4-45E1-59EE-729915A722F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135140" y="5934968"/>
                  <a:ext cx="1112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3432835-CEB4-F6A7-EE60-CBAE4DF14468}"/>
                    </a:ext>
                  </a:extLst>
                </p14:cNvPr>
                <p14:cNvContentPartPr/>
                <p14:nvPr/>
              </p14:nvContentPartPr>
              <p14:xfrm>
                <a:off x="4326300" y="5782688"/>
                <a:ext cx="98640" cy="2336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3432835-CEB4-F6A7-EE60-CBAE4DF14468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317300" y="5773688"/>
                  <a:ext cx="1162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B7DFB80-283A-34D0-6964-F4AB97FD25DA}"/>
                    </a:ext>
                  </a:extLst>
                </p14:cNvPr>
                <p14:cNvContentPartPr/>
                <p14:nvPr/>
              </p14:nvContentPartPr>
              <p14:xfrm>
                <a:off x="4496580" y="5790248"/>
                <a:ext cx="210240" cy="2026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B7DFB80-283A-34D0-6964-F4AB97FD25D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487580" y="5781608"/>
                  <a:ext cx="2278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F52EA5C-940B-C1F2-2124-C508AC5CD9C8}"/>
                    </a:ext>
                  </a:extLst>
                </p14:cNvPr>
                <p14:cNvContentPartPr/>
                <p14:nvPr/>
              </p14:nvContentPartPr>
              <p14:xfrm>
                <a:off x="4618620" y="5780528"/>
                <a:ext cx="24480" cy="208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F52EA5C-940B-C1F2-2124-C508AC5CD9C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609620" y="5771528"/>
                  <a:ext cx="421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694C537-1F62-EB32-5B70-BDD0BC974A76}"/>
                    </a:ext>
                  </a:extLst>
                </p14:cNvPr>
                <p14:cNvContentPartPr/>
                <p14:nvPr/>
              </p14:nvContentPartPr>
              <p14:xfrm>
                <a:off x="4701780" y="5756408"/>
                <a:ext cx="182880" cy="2217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694C537-1F62-EB32-5B70-BDD0BC974A7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692780" y="5747408"/>
                  <a:ext cx="200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3DBCF8C-8E98-333A-5986-41B821E865B5}"/>
                    </a:ext>
                  </a:extLst>
                </p14:cNvPr>
                <p14:cNvContentPartPr/>
                <p14:nvPr/>
              </p14:nvContentPartPr>
              <p14:xfrm>
                <a:off x="4836420" y="5796728"/>
                <a:ext cx="11160" cy="313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3DBCF8C-8E98-333A-5986-41B821E865B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827420" y="5788088"/>
                  <a:ext cx="288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3BD2B96-3700-51EE-D4AE-8706103E48B9}"/>
                    </a:ext>
                  </a:extLst>
                </p14:cNvPr>
                <p14:cNvContentPartPr/>
                <p14:nvPr/>
              </p14:nvContentPartPr>
              <p14:xfrm>
                <a:off x="4976100" y="5886728"/>
                <a:ext cx="87120" cy="784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3BD2B96-3700-51EE-D4AE-8706103E48B9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967460" y="5878088"/>
                  <a:ext cx="1047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B72175B-8E9A-4033-ACD6-DD6AA4A243FD}"/>
                    </a:ext>
                  </a:extLst>
                </p14:cNvPr>
                <p14:cNvContentPartPr/>
                <p14:nvPr/>
              </p14:nvContentPartPr>
              <p14:xfrm>
                <a:off x="5075820" y="5890328"/>
                <a:ext cx="173160" cy="540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B72175B-8E9A-4033-ACD6-DD6AA4A243F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066820" y="5881688"/>
                  <a:ext cx="190800" cy="7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F7F12175-C177-AD9F-5473-65DCDD88C163}"/>
              </a:ext>
            </a:extLst>
          </p:cNvPr>
          <p:cNvGrpSpPr/>
          <p:nvPr/>
        </p:nvGrpSpPr>
        <p:grpSpPr>
          <a:xfrm>
            <a:off x="5531580" y="5754968"/>
            <a:ext cx="893880" cy="261000"/>
            <a:chOff x="5531580" y="5754968"/>
            <a:chExt cx="893880" cy="26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1C591D4-D531-AA05-0700-5106B16C3942}"/>
                    </a:ext>
                  </a:extLst>
                </p14:cNvPr>
                <p14:cNvContentPartPr/>
                <p14:nvPr/>
              </p14:nvContentPartPr>
              <p14:xfrm>
                <a:off x="5531580" y="5754968"/>
                <a:ext cx="346680" cy="2610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1C591D4-D531-AA05-0700-5106B16C394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522940" y="5746328"/>
                  <a:ext cx="3643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A93CD84-1674-043B-ADEB-A2251DA8FBDB}"/>
                    </a:ext>
                  </a:extLst>
                </p14:cNvPr>
                <p14:cNvContentPartPr/>
                <p14:nvPr/>
              </p14:nvContentPartPr>
              <p14:xfrm>
                <a:off x="5859180" y="5806448"/>
                <a:ext cx="219960" cy="1616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A93CD84-1674-043B-ADEB-A2251DA8FBDB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850540" y="5797808"/>
                  <a:ext cx="2376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60458E0-69BE-05E9-0A2F-3F8F3618EF40}"/>
                    </a:ext>
                  </a:extLst>
                </p14:cNvPr>
                <p14:cNvContentPartPr/>
                <p14:nvPr/>
              </p14:nvContentPartPr>
              <p14:xfrm>
                <a:off x="6170220" y="5784128"/>
                <a:ext cx="255240" cy="1814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60458E0-69BE-05E9-0A2F-3F8F3618EF40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161580" y="5775128"/>
                  <a:ext cx="272880" cy="19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2A6ACCC5-9E20-F4A5-652D-62710C3AAB9A}"/>
                  </a:ext>
                </a:extLst>
              </p14:cNvPr>
              <p14:cNvContentPartPr/>
              <p14:nvPr/>
            </p14:nvContentPartPr>
            <p14:xfrm>
              <a:off x="5652180" y="6130448"/>
              <a:ext cx="615240" cy="2160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2A6ACCC5-9E20-F4A5-652D-62710C3AAB9A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5643540" y="6121448"/>
                <a:ext cx="63288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3AA2C2C-A6BC-FEAE-6361-52924F257ABC}"/>
              </a:ext>
            </a:extLst>
          </p:cNvPr>
          <p:cNvGrpSpPr/>
          <p:nvPr/>
        </p:nvGrpSpPr>
        <p:grpSpPr>
          <a:xfrm>
            <a:off x="6764220" y="5756408"/>
            <a:ext cx="257760" cy="244800"/>
            <a:chOff x="6764220" y="5756408"/>
            <a:chExt cx="257760" cy="24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8BE1BC9-610B-8C58-D9BB-65434EA1E740}"/>
                    </a:ext>
                  </a:extLst>
                </p14:cNvPr>
                <p14:cNvContentPartPr/>
                <p14:nvPr/>
              </p14:nvContentPartPr>
              <p14:xfrm>
                <a:off x="6843060" y="5896808"/>
                <a:ext cx="38880" cy="903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8BE1BC9-610B-8C58-D9BB-65434EA1E740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834420" y="5887808"/>
                  <a:ext cx="565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DBA1EBD-1E15-5E95-945F-3153D8195930}"/>
                    </a:ext>
                  </a:extLst>
                </p14:cNvPr>
                <p14:cNvContentPartPr/>
                <p14:nvPr/>
              </p14:nvContentPartPr>
              <p14:xfrm>
                <a:off x="6764220" y="5756408"/>
                <a:ext cx="37800" cy="410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DBA1EBD-1E15-5E95-945F-3153D819593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755580" y="5747408"/>
                  <a:ext cx="554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E7DF121-3B6F-1972-9689-C33FC34D51C3}"/>
                    </a:ext>
                  </a:extLst>
                </p14:cNvPr>
                <p14:cNvContentPartPr/>
                <p14:nvPr/>
              </p14:nvContentPartPr>
              <p14:xfrm>
                <a:off x="6905340" y="5865488"/>
                <a:ext cx="116640" cy="1357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E7DF121-3B6F-1972-9689-C33FC34D51C3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896700" y="5856488"/>
                  <a:ext cx="134280" cy="15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F9E68CB2-08BA-FC94-4A77-75B69A31ADA6}"/>
              </a:ext>
            </a:extLst>
          </p:cNvPr>
          <p:cNvGrpSpPr/>
          <p:nvPr/>
        </p:nvGrpSpPr>
        <p:grpSpPr>
          <a:xfrm>
            <a:off x="7398180" y="5667128"/>
            <a:ext cx="1034280" cy="298080"/>
            <a:chOff x="7398180" y="5667128"/>
            <a:chExt cx="1034280" cy="29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5D5F071-BB27-5945-FDE6-A2CD8F301A71}"/>
                    </a:ext>
                  </a:extLst>
                </p14:cNvPr>
                <p14:cNvContentPartPr/>
                <p14:nvPr/>
              </p14:nvContentPartPr>
              <p14:xfrm>
                <a:off x="7398180" y="5824088"/>
                <a:ext cx="524160" cy="1411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5D5F071-BB27-5945-FDE6-A2CD8F301A71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389180" y="5815448"/>
                  <a:ext cx="5418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77FCDC4-976C-186B-4774-7C93DEE87F17}"/>
                    </a:ext>
                  </a:extLst>
                </p14:cNvPr>
                <p14:cNvContentPartPr/>
                <p14:nvPr/>
              </p14:nvContentPartPr>
              <p14:xfrm>
                <a:off x="7932060" y="5711408"/>
                <a:ext cx="288000" cy="2372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77FCDC4-976C-186B-4774-7C93DEE87F17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923060" y="5702408"/>
                  <a:ext cx="3056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4C87F97-0916-4595-099A-562AE4CBCDED}"/>
                    </a:ext>
                  </a:extLst>
                </p14:cNvPr>
                <p14:cNvContentPartPr/>
                <p14:nvPr/>
              </p14:nvContentPartPr>
              <p14:xfrm>
                <a:off x="8274420" y="5667128"/>
                <a:ext cx="158040" cy="2660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4C87F97-0916-4595-099A-562AE4CBCDE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265780" y="5658128"/>
                  <a:ext cx="17568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F13C1B8F-432B-27E9-A2F2-5BECE82E0CFB}"/>
              </a:ext>
            </a:extLst>
          </p:cNvPr>
          <p:cNvGrpSpPr/>
          <p:nvPr/>
        </p:nvGrpSpPr>
        <p:grpSpPr>
          <a:xfrm>
            <a:off x="8683380" y="5714648"/>
            <a:ext cx="324720" cy="226080"/>
            <a:chOff x="8683380" y="5714648"/>
            <a:chExt cx="324720" cy="22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EB6F53E-2088-557B-0A9E-D12940693F39}"/>
                    </a:ext>
                  </a:extLst>
                </p14:cNvPr>
                <p14:cNvContentPartPr/>
                <p14:nvPr/>
              </p14:nvContentPartPr>
              <p14:xfrm>
                <a:off x="8707500" y="5714648"/>
                <a:ext cx="136800" cy="2260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EB6F53E-2088-557B-0A9E-D12940693F39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698500" y="5706008"/>
                  <a:ext cx="1544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19BFD86-75A3-2C52-21FF-843A35C351D9}"/>
                    </a:ext>
                  </a:extLst>
                </p14:cNvPr>
                <p14:cNvContentPartPr/>
                <p14:nvPr/>
              </p14:nvContentPartPr>
              <p14:xfrm>
                <a:off x="8683380" y="5817248"/>
                <a:ext cx="117720" cy="381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19BFD86-75A3-2C52-21FF-843A35C351D9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674740" y="5808608"/>
                  <a:ext cx="1353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F4F548F-C359-B589-920B-873E2F9904AF}"/>
                    </a:ext>
                  </a:extLst>
                </p14:cNvPr>
                <p14:cNvContentPartPr/>
                <p14:nvPr/>
              </p14:nvContentPartPr>
              <p14:xfrm>
                <a:off x="8880660" y="5833448"/>
                <a:ext cx="127440" cy="849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F4F548F-C359-B589-920B-873E2F9904AF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872020" y="5824808"/>
                  <a:ext cx="145080" cy="10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F21EAD7E-85AF-F06A-758C-FDF39BA53EC3}"/>
              </a:ext>
            </a:extLst>
          </p:cNvPr>
          <p:cNvGrpSpPr/>
          <p:nvPr/>
        </p:nvGrpSpPr>
        <p:grpSpPr>
          <a:xfrm>
            <a:off x="9258300" y="5641928"/>
            <a:ext cx="836280" cy="259200"/>
            <a:chOff x="9258300" y="5641928"/>
            <a:chExt cx="836280" cy="25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F3C20F1-4732-BB54-072F-5404C8351BED}"/>
                    </a:ext>
                  </a:extLst>
                </p14:cNvPr>
                <p14:cNvContentPartPr/>
                <p14:nvPr/>
              </p14:nvContentPartPr>
              <p14:xfrm>
                <a:off x="9258300" y="5787728"/>
                <a:ext cx="313200" cy="932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F3C20F1-4732-BB54-072F-5404C8351BED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249300" y="5778728"/>
                  <a:ext cx="3308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F8C3F32-A832-1E89-8A1E-3467D3488742}"/>
                    </a:ext>
                  </a:extLst>
                </p14:cNvPr>
                <p14:cNvContentPartPr/>
                <p14:nvPr/>
              </p14:nvContentPartPr>
              <p14:xfrm>
                <a:off x="9588780" y="5799248"/>
                <a:ext cx="142560" cy="1018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F8C3F32-A832-1E89-8A1E-3467D3488742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579780" y="5790248"/>
                  <a:ext cx="1602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FB2B9B0-CBCF-46A0-0199-43CD557B3DF2}"/>
                    </a:ext>
                  </a:extLst>
                </p14:cNvPr>
                <p14:cNvContentPartPr/>
                <p14:nvPr/>
              </p14:nvContentPartPr>
              <p14:xfrm>
                <a:off x="9673740" y="5641928"/>
                <a:ext cx="127440" cy="2433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FB2B9B0-CBCF-46A0-0199-43CD557B3DF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665100" y="5633288"/>
                  <a:ext cx="1450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BFAC237-E82E-0696-3562-A0ACE1B08570}"/>
                    </a:ext>
                  </a:extLst>
                </p14:cNvPr>
                <p14:cNvContentPartPr/>
                <p14:nvPr/>
              </p14:nvContentPartPr>
              <p14:xfrm>
                <a:off x="9792900" y="5766488"/>
                <a:ext cx="301680" cy="1202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BFAC237-E82E-0696-3562-A0ACE1B08570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784260" y="5757488"/>
                  <a:ext cx="319320" cy="13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DBDC83BF-A321-C72D-1730-EB1B34B6C43C}"/>
              </a:ext>
            </a:extLst>
          </p:cNvPr>
          <p:cNvGrpSpPr/>
          <p:nvPr/>
        </p:nvGrpSpPr>
        <p:grpSpPr>
          <a:xfrm>
            <a:off x="7766820" y="6140888"/>
            <a:ext cx="737640" cy="319680"/>
            <a:chOff x="7766820" y="6140888"/>
            <a:chExt cx="737640" cy="31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3C26CBC-7BA3-963F-2C32-458CA120B286}"/>
                    </a:ext>
                  </a:extLst>
                </p14:cNvPr>
                <p14:cNvContentPartPr/>
                <p14:nvPr/>
              </p14:nvContentPartPr>
              <p14:xfrm>
                <a:off x="7766820" y="6159608"/>
                <a:ext cx="249840" cy="2091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3C26CBC-7BA3-963F-2C32-458CA120B286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758180" y="6150608"/>
                  <a:ext cx="2674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EF5D7EA-7B42-902D-E9B1-66997BFE9162}"/>
                    </a:ext>
                  </a:extLst>
                </p14:cNvPr>
                <p14:cNvContentPartPr/>
                <p14:nvPr/>
              </p14:nvContentPartPr>
              <p14:xfrm>
                <a:off x="7923780" y="6177248"/>
                <a:ext cx="19800" cy="2422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EF5D7EA-7B42-902D-E9B1-66997BFE9162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915140" y="6168608"/>
                  <a:ext cx="374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84E72B8-9F1A-E0A7-D3D4-22512BECD07F}"/>
                    </a:ext>
                  </a:extLst>
                </p14:cNvPr>
                <p14:cNvContentPartPr/>
                <p14:nvPr/>
              </p14:nvContentPartPr>
              <p14:xfrm>
                <a:off x="8114940" y="6151328"/>
                <a:ext cx="110160" cy="2916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84E72B8-9F1A-E0A7-D3D4-22512BECD07F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105940" y="6142328"/>
                  <a:ext cx="1278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B3871B1-ACFD-C9E1-1913-081DE9B7C6C6}"/>
                    </a:ext>
                  </a:extLst>
                </p14:cNvPr>
                <p14:cNvContentPartPr/>
                <p14:nvPr/>
              </p14:nvContentPartPr>
              <p14:xfrm>
                <a:off x="8177580" y="6264728"/>
                <a:ext cx="181800" cy="1429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B3871B1-ACFD-C9E1-1913-081DE9B7C6C6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168580" y="6256088"/>
                  <a:ext cx="1994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F5F07EE-1019-7AD3-C7EF-DFA26E1809CC}"/>
                    </a:ext>
                  </a:extLst>
                </p14:cNvPr>
                <p14:cNvContentPartPr/>
                <p14:nvPr/>
              </p14:nvContentPartPr>
              <p14:xfrm>
                <a:off x="8234460" y="6333128"/>
                <a:ext cx="119880" cy="212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F5F07EE-1019-7AD3-C7EF-DFA26E1809CC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225460" y="6324128"/>
                  <a:ext cx="1375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6098BE9-19F0-DBF0-273E-93CB42517B06}"/>
                    </a:ext>
                  </a:extLst>
                </p14:cNvPr>
                <p14:cNvContentPartPr/>
                <p14:nvPr/>
              </p14:nvContentPartPr>
              <p14:xfrm>
                <a:off x="8353980" y="6140888"/>
                <a:ext cx="150480" cy="3196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6098BE9-19F0-DBF0-273E-93CB42517B0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345340" y="6131888"/>
                  <a:ext cx="168120" cy="33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547EA587-E13F-74F9-1595-2DB5A638D05B}"/>
              </a:ext>
            </a:extLst>
          </p:cNvPr>
          <p:cNvGrpSpPr/>
          <p:nvPr/>
        </p:nvGrpSpPr>
        <p:grpSpPr>
          <a:xfrm>
            <a:off x="8748180" y="6177248"/>
            <a:ext cx="1066680" cy="330480"/>
            <a:chOff x="8748180" y="6177248"/>
            <a:chExt cx="1066680" cy="33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D48DF2A-D09B-2376-BE73-04F04148BAB0}"/>
                    </a:ext>
                  </a:extLst>
                </p14:cNvPr>
                <p14:cNvContentPartPr/>
                <p14:nvPr/>
              </p14:nvContentPartPr>
              <p14:xfrm>
                <a:off x="8748180" y="6291368"/>
                <a:ext cx="157680" cy="835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D48DF2A-D09B-2376-BE73-04F04148BAB0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739180" y="6282728"/>
                  <a:ext cx="1753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B41BBA8-8EFB-B2AD-BA8B-2FC5C5899AEC}"/>
                    </a:ext>
                  </a:extLst>
                </p14:cNvPr>
                <p14:cNvContentPartPr/>
                <p14:nvPr/>
              </p14:nvContentPartPr>
              <p14:xfrm>
                <a:off x="8941140" y="6301808"/>
                <a:ext cx="192600" cy="734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B41BBA8-8EFB-B2AD-BA8B-2FC5C5899AEC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932500" y="6293168"/>
                  <a:ext cx="2102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BCDBF75-DCFB-A937-6C8C-F36A630D6301}"/>
                    </a:ext>
                  </a:extLst>
                </p14:cNvPr>
                <p14:cNvContentPartPr/>
                <p14:nvPr/>
              </p14:nvContentPartPr>
              <p14:xfrm>
                <a:off x="9180180" y="6327728"/>
                <a:ext cx="43200" cy="626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BCDBF75-DCFB-A937-6C8C-F36A630D6301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171540" y="6319088"/>
                  <a:ext cx="608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52C134A-BF2D-A0B5-16B9-822F120D1649}"/>
                    </a:ext>
                  </a:extLst>
                </p14:cNvPr>
                <p14:cNvContentPartPr/>
                <p14:nvPr/>
              </p14:nvContentPartPr>
              <p14:xfrm>
                <a:off x="9117900" y="6177248"/>
                <a:ext cx="21240" cy="212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52C134A-BF2D-A0B5-16B9-822F120D1649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108900" y="6168248"/>
                  <a:ext cx="388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50041C6-988C-D178-3A25-D36BE2D248E2}"/>
                    </a:ext>
                  </a:extLst>
                </p14:cNvPr>
                <p14:cNvContentPartPr/>
                <p14:nvPr/>
              </p14:nvContentPartPr>
              <p14:xfrm>
                <a:off x="9281700" y="6279488"/>
                <a:ext cx="113760" cy="2282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50041C6-988C-D178-3A25-D36BE2D248E2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273060" y="6270488"/>
                  <a:ext cx="1314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6EB933B-FC1C-3B05-EFF8-2609580438A1}"/>
                    </a:ext>
                  </a:extLst>
                </p14:cNvPr>
                <p14:cNvContentPartPr/>
                <p14:nvPr/>
              </p14:nvContentPartPr>
              <p14:xfrm>
                <a:off x="9413820" y="6296768"/>
                <a:ext cx="185760" cy="936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6EB933B-FC1C-3B05-EFF8-2609580438A1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405180" y="6287768"/>
                  <a:ext cx="2034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2C0A633-9E59-9209-AFE2-D3F20BF3835C}"/>
                    </a:ext>
                  </a:extLst>
                </p14:cNvPr>
                <p14:cNvContentPartPr/>
                <p14:nvPr/>
              </p14:nvContentPartPr>
              <p14:xfrm>
                <a:off x="9605700" y="6248168"/>
                <a:ext cx="209160" cy="1900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2C0A633-9E59-9209-AFE2-D3F20BF3835C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596700" y="6239168"/>
                  <a:ext cx="226800" cy="2077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The DTFT lives on the unit circle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15–35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z-transform generalizes frequency analysis radially.</a:t>
            </a:r>
          </a:p>
        </p:txBody>
      </p:sp>
      <p:pic>
        <p:nvPicPr>
          <p:cNvPr id="6" name="Picture 5" descr="eq_dtft_r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80160"/>
            <a:ext cx="8412480" cy="1142436"/>
          </a:xfrm>
          <a:prstGeom prst="rect">
            <a:avLst/>
          </a:prstGeom>
        </p:spPr>
      </p:pic>
      <p:pic>
        <p:nvPicPr>
          <p:cNvPr id="7" name="Picture 6" descr="z_pl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31720"/>
            <a:ext cx="4297680" cy="3566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94960" y="2487168"/>
            <a:ext cx="557784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0" y="2743200"/>
            <a:ext cx="5029200" cy="256032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If the ROC includes |z|=1, the DTFT exists in the ordinary sense.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Move around the unit circle: z=e^{jω}.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A pole on the unit circle prevents a finite frequency response at that angle.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Later: stability of an LTI system is tied to the unit circle lying in the ROC.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6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B4F72A5-AD35-B477-6F54-49424CED6C3D}"/>
                  </a:ext>
                </a:extLst>
              </p14:cNvPr>
              <p14:cNvContentPartPr/>
              <p14:nvPr/>
            </p14:nvContentPartPr>
            <p14:xfrm>
              <a:off x="6328620" y="3007808"/>
              <a:ext cx="1667520" cy="324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B4F72A5-AD35-B477-6F54-49424CED6C3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19620" y="2998808"/>
                <a:ext cx="168516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1D59F3C-B8E0-E5DD-AE44-B7023886D3A6}"/>
                  </a:ext>
                </a:extLst>
              </p14:cNvPr>
              <p14:cNvContentPartPr/>
              <p14:nvPr/>
            </p14:nvContentPartPr>
            <p14:xfrm>
              <a:off x="8523540" y="3027608"/>
              <a:ext cx="1319040" cy="234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1D59F3C-B8E0-E5DD-AE44-B7023886D3A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514540" y="3018968"/>
                <a:ext cx="133668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773D51A-392C-3B11-39A7-C29C135FCDD6}"/>
                  </a:ext>
                </a:extLst>
              </p14:cNvPr>
              <p14:cNvContentPartPr/>
              <p14:nvPr/>
            </p14:nvContentPartPr>
            <p14:xfrm>
              <a:off x="5798700" y="3231008"/>
              <a:ext cx="1096560" cy="424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773D51A-392C-3B11-39A7-C29C135FCDD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789700" y="3222368"/>
                <a:ext cx="1114200" cy="6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4082141B-F008-56CE-3D78-89010DA86347}"/>
              </a:ext>
            </a:extLst>
          </p:cNvPr>
          <p:cNvGrpSpPr/>
          <p:nvPr/>
        </p:nvGrpSpPr>
        <p:grpSpPr>
          <a:xfrm>
            <a:off x="2187900" y="3101408"/>
            <a:ext cx="2946240" cy="2358720"/>
            <a:chOff x="2187900" y="3101408"/>
            <a:chExt cx="2946240" cy="235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C4709D6-F264-8E71-AF24-FEAB86B50AD5}"/>
                    </a:ext>
                  </a:extLst>
                </p14:cNvPr>
                <p14:cNvContentPartPr/>
                <p14:nvPr/>
              </p14:nvContentPartPr>
              <p14:xfrm>
                <a:off x="2647980" y="3101408"/>
                <a:ext cx="1249920" cy="275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C4709D6-F264-8E71-AF24-FEAB86B50AD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39340" y="3092408"/>
                  <a:ext cx="12675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7ACC97C-ED86-5B8A-2A7D-863EC5D6FDFC}"/>
                    </a:ext>
                  </a:extLst>
                </p14:cNvPr>
                <p14:cNvContentPartPr/>
                <p14:nvPr/>
              </p14:nvContentPartPr>
              <p14:xfrm>
                <a:off x="2215620" y="3220568"/>
                <a:ext cx="466200" cy="521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7ACC97C-ED86-5B8A-2A7D-863EC5D6FDF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06980" y="3211568"/>
                  <a:ext cx="48384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6215018-C5A3-2CF4-D4F6-4401BC410C55}"/>
                    </a:ext>
                  </a:extLst>
                </p14:cNvPr>
                <p14:cNvContentPartPr/>
                <p14:nvPr/>
              </p14:nvContentPartPr>
              <p14:xfrm>
                <a:off x="2187900" y="3675968"/>
                <a:ext cx="216720" cy="802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6215018-C5A3-2CF4-D4F6-4401BC410C5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78900" y="3667328"/>
                  <a:ext cx="234360" cy="82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6DD13E9-E44C-56EC-AC21-3476E651CDFA}"/>
                    </a:ext>
                  </a:extLst>
                </p14:cNvPr>
                <p14:cNvContentPartPr/>
                <p14:nvPr/>
              </p14:nvContentPartPr>
              <p14:xfrm>
                <a:off x="2368980" y="4421168"/>
                <a:ext cx="205920" cy="307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6DD13E9-E44C-56EC-AC21-3476E651CDF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59980" y="4412168"/>
                  <a:ext cx="22356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3671FF9-28C2-BDA6-D9D3-35B1ABA6FB27}"/>
                    </a:ext>
                  </a:extLst>
                </p14:cNvPr>
                <p14:cNvContentPartPr/>
                <p14:nvPr/>
              </p14:nvContentPartPr>
              <p14:xfrm>
                <a:off x="2493540" y="4618448"/>
                <a:ext cx="426240" cy="235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3671FF9-28C2-BDA6-D9D3-35B1ABA6FB2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84900" y="4609808"/>
                  <a:ext cx="4438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D4B59FE-B6F4-367C-DA73-4B9FCDBB5BD2}"/>
                    </a:ext>
                  </a:extLst>
                </p14:cNvPr>
                <p14:cNvContentPartPr/>
                <p14:nvPr/>
              </p14:nvContentPartPr>
              <p14:xfrm>
                <a:off x="2815740" y="4790168"/>
                <a:ext cx="478440" cy="83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D4B59FE-B6F4-367C-DA73-4B9FCDBB5BD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07100" y="4781168"/>
                  <a:ext cx="4960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9761F86-B367-B9AA-5468-A913C37695D3}"/>
                    </a:ext>
                  </a:extLst>
                </p14:cNvPr>
                <p14:cNvContentPartPr/>
                <p14:nvPr/>
              </p14:nvContentPartPr>
              <p14:xfrm>
                <a:off x="3922740" y="3390488"/>
                <a:ext cx="264960" cy="1208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9761F86-B367-B9AA-5468-A913C37695D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914100" y="3381488"/>
                  <a:ext cx="282600" cy="12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0B2F653-E675-E720-A689-F55862C9CF04}"/>
                    </a:ext>
                  </a:extLst>
                </p14:cNvPr>
                <p14:cNvContentPartPr/>
                <p14:nvPr/>
              </p14:nvContentPartPr>
              <p14:xfrm>
                <a:off x="3413340" y="4509368"/>
                <a:ext cx="613080" cy="291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0B2F653-E675-E720-A689-F55862C9CF0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04700" y="4500728"/>
                  <a:ext cx="63072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BCD82C8-D013-8A07-6E1F-1925F202E049}"/>
                    </a:ext>
                  </a:extLst>
                </p14:cNvPr>
                <p14:cNvContentPartPr/>
                <p14:nvPr/>
              </p14:nvContentPartPr>
              <p14:xfrm>
                <a:off x="3144060" y="4769288"/>
                <a:ext cx="503280" cy="93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BCD82C8-D013-8A07-6E1F-1925F202E04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35420" y="4760288"/>
                  <a:ext cx="5209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1CED571-4824-BFAC-87DC-FD0C1E616E35}"/>
                    </a:ext>
                  </a:extLst>
                </p14:cNvPr>
                <p14:cNvContentPartPr/>
                <p14:nvPr/>
              </p14:nvContentPartPr>
              <p14:xfrm>
                <a:off x="4243500" y="4745888"/>
                <a:ext cx="890640" cy="714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1CED571-4824-BFAC-87DC-FD0C1E616E3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234500" y="4736888"/>
                  <a:ext cx="908280" cy="73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7F9E1D9-CB5E-A38F-2519-780D3F2F8BDF}"/>
                    </a:ext>
                  </a:extLst>
                </p14:cNvPr>
                <p14:cNvContentPartPr/>
                <p14:nvPr/>
              </p14:nvContentPartPr>
              <p14:xfrm>
                <a:off x="4093740" y="4652648"/>
                <a:ext cx="332280" cy="137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7F9E1D9-CB5E-A38F-2519-780D3F2F8BD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85100" y="4643648"/>
                  <a:ext cx="3499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40D2850-57C1-2F86-F296-EF116CB995AC}"/>
                    </a:ext>
                  </a:extLst>
                </p14:cNvPr>
                <p14:cNvContentPartPr/>
                <p14:nvPr/>
              </p14:nvContentPartPr>
              <p14:xfrm>
                <a:off x="4223700" y="4748408"/>
                <a:ext cx="30600" cy="709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40D2850-57C1-2F86-F296-EF116CB995A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215060" y="4739768"/>
                  <a:ext cx="48240" cy="8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411210C-FDBE-13BE-81FC-86AEAF7CD85E}"/>
              </a:ext>
            </a:extLst>
          </p:cNvPr>
          <p:cNvGrpSpPr/>
          <p:nvPr/>
        </p:nvGrpSpPr>
        <p:grpSpPr>
          <a:xfrm>
            <a:off x="5337180" y="5256728"/>
            <a:ext cx="5100480" cy="342000"/>
            <a:chOff x="5337180" y="5256728"/>
            <a:chExt cx="5100480" cy="34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D20166A-4614-016E-EF0B-0A23B357C7A7}"/>
                    </a:ext>
                  </a:extLst>
                </p14:cNvPr>
                <p14:cNvContentPartPr/>
                <p14:nvPr/>
              </p14:nvContentPartPr>
              <p14:xfrm>
                <a:off x="5337180" y="5428088"/>
                <a:ext cx="129600" cy="159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D20166A-4614-016E-EF0B-0A23B357C7A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28180" y="5419448"/>
                  <a:ext cx="1472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50A7332-A956-99E1-015C-2A4F14B97BCE}"/>
                    </a:ext>
                  </a:extLst>
                </p14:cNvPr>
                <p14:cNvContentPartPr/>
                <p14:nvPr/>
              </p14:nvContentPartPr>
              <p14:xfrm>
                <a:off x="5605740" y="5470568"/>
                <a:ext cx="51120" cy="128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50A7332-A956-99E1-015C-2A4F14B97BC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596740" y="5461928"/>
                  <a:ext cx="687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2B88B57-BE6F-6D05-C66B-88B0BF926DD5}"/>
                    </a:ext>
                  </a:extLst>
                </p14:cNvPr>
                <p14:cNvContentPartPr/>
                <p14:nvPr/>
              </p14:nvContentPartPr>
              <p14:xfrm>
                <a:off x="5525460" y="5436008"/>
                <a:ext cx="122400" cy="9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2B88B57-BE6F-6D05-C66B-88B0BF926DD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16460" y="5427368"/>
                  <a:ext cx="1400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69A7E47-14B5-344E-808B-5A3E5FEEC299}"/>
                    </a:ext>
                  </a:extLst>
                </p14:cNvPr>
                <p14:cNvContentPartPr/>
                <p14:nvPr/>
              </p14:nvContentPartPr>
              <p14:xfrm>
                <a:off x="5751180" y="5455088"/>
                <a:ext cx="47880" cy="1051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69A7E47-14B5-344E-808B-5A3E5FEEC29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742540" y="5446088"/>
                  <a:ext cx="655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7537C4E-414D-C3FC-65EE-03286926BB31}"/>
                    </a:ext>
                  </a:extLst>
                </p14:cNvPr>
                <p14:cNvContentPartPr/>
                <p14:nvPr/>
              </p14:nvContentPartPr>
              <p14:xfrm>
                <a:off x="5730300" y="5381288"/>
                <a:ext cx="90360" cy="374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7537C4E-414D-C3FC-65EE-03286926BB3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21660" y="5372648"/>
                  <a:ext cx="1080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DD111A8-6069-134C-4FCA-08A3E11B71A0}"/>
                    </a:ext>
                  </a:extLst>
                </p14:cNvPr>
                <p14:cNvContentPartPr/>
                <p14:nvPr/>
              </p14:nvContentPartPr>
              <p14:xfrm>
                <a:off x="5746140" y="5470568"/>
                <a:ext cx="88200" cy="9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DD111A8-6069-134C-4FCA-08A3E11B71A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737140" y="5461928"/>
                  <a:ext cx="1058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AE021E5-263D-617E-52CD-8B3D615823B4}"/>
                    </a:ext>
                  </a:extLst>
                </p14:cNvPr>
                <p14:cNvContentPartPr/>
                <p14:nvPr/>
              </p14:nvContentPartPr>
              <p14:xfrm>
                <a:off x="5990220" y="5475968"/>
                <a:ext cx="29520" cy="94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AE021E5-263D-617E-52CD-8B3D615823B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81220" y="5466968"/>
                  <a:ext cx="471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970C10E-F348-A91F-D778-D5DB76C8FB87}"/>
                    </a:ext>
                  </a:extLst>
                </p14:cNvPr>
                <p14:cNvContentPartPr/>
                <p14:nvPr/>
              </p14:nvContentPartPr>
              <p14:xfrm>
                <a:off x="5883660" y="5423048"/>
                <a:ext cx="174600" cy="21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970C10E-F348-A91F-D778-D5DB76C8FB8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874660" y="5414048"/>
                  <a:ext cx="192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DB4EC51-9B33-0C42-A73A-A47AF8271C3C}"/>
                    </a:ext>
                  </a:extLst>
                </p14:cNvPr>
                <p14:cNvContentPartPr/>
                <p14:nvPr/>
              </p14:nvContentPartPr>
              <p14:xfrm>
                <a:off x="6296580" y="5527808"/>
                <a:ext cx="42120" cy="57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DB4EC51-9B33-0C42-A73A-A47AF8271C3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287940" y="5518808"/>
                  <a:ext cx="597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C23895A-32BE-05A2-EA70-D67042CBC396}"/>
                    </a:ext>
                  </a:extLst>
                </p14:cNvPr>
                <p14:cNvContentPartPr/>
                <p14:nvPr/>
              </p14:nvContentPartPr>
              <p14:xfrm>
                <a:off x="6281100" y="5408288"/>
                <a:ext cx="16560" cy="24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C23895A-32BE-05A2-EA70-D67042CBC39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272460" y="5399288"/>
                  <a:ext cx="342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1788179-C46A-AA9A-A361-046D266FEE6A}"/>
                    </a:ext>
                  </a:extLst>
                </p14:cNvPr>
                <p14:cNvContentPartPr/>
                <p14:nvPr/>
              </p14:nvContentPartPr>
              <p14:xfrm>
                <a:off x="6370380" y="5473808"/>
                <a:ext cx="114840" cy="1119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1788179-C46A-AA9A-A361-046D266FEE6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361740" y="5465168"/>
                  <a:ext cx="1324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356D53A-6E72-735E-F7F5-781BC3A38C49}"/>
                    </a:ext>
                  </a:extLst>
                </p14:cNvPr>
                <p14:cNvContentPartPr/>
                <p14:nvPr/>
              </p14:nvContentPartPr>
              <p14:xfrm>
                <a:off x="6732180" y="5455088"/>
                <a:ext cx="178920" cy="1213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356D53A-6E72-735E-F7F5-781BC3A38C4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723180" y="5446088"/>
                  <a:ext cx="1965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D65A355-B184-0495-07FB-8B4FB4BB1EFD}"/>
                    </a:ext>
                  </a:extLst>
                </p14:cNvPr>
                <p14:cNvContentPartPr/>
                <p14:nvPr/>
              </p14:nvContentPartPr>
              <p14:xfrm>
                <a:off x="6894180" y="5455088"/>
                <a:ext cx="131400" cy="98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D65A355-B184-0495-07FB-8B4FB4BB1EF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885540" y="5446088"/>
                  <a:ext cx="1490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27F3921-F29F-4101-3FB0-72B5B3AF1DC0}"/>
                    </a:ext>
                  </a:extLst>
                </p14:cNvPr>
                <p14:cNvContentPartPr/>
                <p14:nvPr/>
              </p14:nvContentPartPr>
              <p14:xfrm>
                <a:off x="7069140" y="5290928"/>
                <a:ext cx="394200" cy="268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27F3921-F29F-4101-3FB0-72B5B3AF1DC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060500" y="5281928"/>
                  <a:ext cx="41184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4926552-0FF3-9413-2BF2-B239746C16CA}"/>
                    </a:ext>
                  </a:extLst>
                </p14:cNvPr>
                <p14:cNvContentPartPr/>
                <p14:nvPr/>
              </p14:nvContentPartPr>
              <p14:xfrm>
                <a:off x="7495020" y="5492888"/>
                <a:ext cx="135360" cy="871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4926552-0FF3-9413-2BF2-B239746C16C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486380" y="5484248"/>
                  <a:ext cx="1530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561CC30-0516-AA02-6D27-8CD4DF91A30F}"/>
                    </a:ext>
                  </a:extLst>
                </p14:cNvPr>
                <p14:cNvContentPartPr/>
                <p14:nvPr/>
              </p14:nvContentPartPr>
              <p14:xfrm>
                <a:off x="7579980" y="5278328"/>
                <a:ext cx="275040" cy="286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561CC30-0516-AA02-6D27-8CD4DF91A30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571340" y="5269688"/>
                  <a:ext cx="29268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64310D9-E975-6929-ACD1-C98DF538640C}"/>
                    </a:ext>
                  </a:extLst>
                </p14:cNvPr>
                <p14:cNvContentPartPr/>
                <p14:nvPr/>
              </p14:nvContentPartPr>
              <p14:xfrm>
                <a:off x="7937100" y="5310008"/>
                <a:ext cx="121320" cy="239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64310D9-E975-6929-ACD1-C98DF538640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928100" y="5301008"/>
                  <a:ext cx="1389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A11A345-F4CA-58E1-DDF6-561230389254}"/>
                    </a:ext>
                  </a:extLst>
                </p14:cNvPr>
                <p14:cNvContentPartPr/>
                <p14:nvPr/>
              </p14:nvContentPartPr>
              <p14:xfrm>
                <a:off x="8207820" y="5431328"/>
                <a:ext cx="120960" cy="1080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A11A345-F4CA-58E1-DDF6-56123038925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199180" y="5422328"/>
                  <a:ext cx="1386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46D6736-0AB3-9428-83DE-FDA7A47D3074}"/>
                    </a:ext>
                  </a:extLst>
                </p14:cNvPr>
                <p14:cNvContentPartPr/>
                <p14:nvPr/>
              </p14:nvContentPartPr>
              <p14:xfrm>
                <a:off x="8369820" y="5455088"/>
                <a:ext cx="197640" cy="727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46D6736-0AB3-9428-83DE-FDA7A47D307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360820" y="5446088"/>
                  <a:ext cx="2152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0B4198B-1742-0B63-59F5-B5423E81654A}"/>
                    </a:ext>
                  </a:extLst>
                </p14:cNvPr>
                <p14:cNvContentPartPr/>
                <p14:nvPr/>
              </p14:nvContentPartPr>
              <p14:xfrm>
                <a:off x="8801100" y="5455088"/>
                <a:ext cx="415440" cy="78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0B4198B-1742-0B63-59F5-B5423E81654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792100" y="5446088"/>
                  <a:ext cx="4330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3829456-3AEA-66A5-763D-25B658A45706}"/>
                    </a:ext>
                  </a:extLst>
                </p14:cNvPr>
                <p14:cNvContentPartPr/>
                <p14:nvPr/>
              </p14:nvContentPartPr>
              <p14:xfrm>
                <a:off x="9232020" y="5506928"/>
                <a:ext cx="43200" cy="57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3829456-3AEA-66A5-763D-25B658A4570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223380" y="5498288"/>
                  <a:ext cx="608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AAB47CD-D0D9-5D94-9E3E-0385E02E0A84}"/>
                    </a:ext>
                  </a:extLst>
                </p14:cNvPr>
                <p14:cNvContentPartPr/>
                <p14:nvPr/>
              </p14:nvContentPartPr>
              <p14:xfrm>
                <a:off x="9170820" y="5349968"/>
                <a:ext cx="9720" cy="32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AAB47CD-D0D9-5D94-9E3E-0385E02E0A8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162180" y="5341328"/>
                  <a:ext cx="273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8E9853B-3970-F515-D648-EDF9BB5B8F5C}"/>
                    </a:ext>
                  </a:extLst>
                </p14:cNvPr>
                <p14:cNvContentPartPr/>
                <p14:nvPr/>
              </p14:nvContentPartPr>
              <p14:xfrm>
                <a:off x="9273780" y="5340608"/>
                <a:ext cx="110520" cy="198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8E9853B-3970-F515-D648-EDF9BB5B8F5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264780" y="5331968"/>
                  <a:ext cx="1281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B087759-D46F-582A-C17B-AA81067C510C}"/>
                    </a:ext>
                  </a:extLst>
                </p14:cNvPr>
                <p14:cNvContentPartPr/>
                <p14:nvPr/>
              </p14:nvContentPartPr>
              <p14:xfrm>
                <a:off x="9287820" y="5447888"/>
                <a:ext cx="95400" cy="205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B087759-D46F-582A-C17B-AA81067C510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278820" y="5439248"/>
                  <a:ext cx="1130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6B7F57F-ACF8-59A7-387F-0AF81A35877D}"/>
                    </a:ext>
                  </a:extLst>
                </p14:cNvPr>
                <p14:cNvContentPartPr/>
                <p14:nvPr/>
              </p14:nvContentPartPr>
              <p14:xfrm>
                <a:off x="9625860" y="5457608"/>
                <a:ext cx="167760" cy="1072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6B7F57F-ACF8-59A7-387F-0AF81A35877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617220" y="5448968"/>
                  <a:ext cx="1854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F87D2DF-0D30-BBD1-B4E3-4F6AA67EEDBF}"/>
                    </a:ext>
                  </a:extLst>
                </p14:cNvPr>
                <p14:cNvContentPartPr/>
                <p14:nvPr/>
              </p14:nvContentPartPr>
              <p14:xfrm>
                <a:off x="9788220" y="5486048"/>
                <a:ext cx="38520" cy="66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F87D2DF-0D30-BBD1-B4E3-4F6AA67EEDB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779220" y="5477408"/>
                  <a:ext cx="561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02FD9FF-6952-1B1F-DEDF-A635B1F08552}"/>
                    </a:ext>
                  </a:extLst>
                </p14:cNvPr>
                <p14:cNvContentPartPr/>
                <p14:nvPr/>
              </p14:nvContentPartPr>
              <p14:xfrm>
                <a:off x="9736020" y="5361488"/>
                <a:ext cx="22320" cy="31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02FD9FF-6952-1B1F-DEDF-A635B1F0855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727380" y="5352848"/>
                  <a:ext cx="399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B0C0AE5-7B2B-4BED-AFAF-39FB86BCBA3F}"/>
                    </a:ext>
                  </a:extLst>
                </p14:cNvPr>
                <p14:cNvContentPartPr/>
                <p14:nvPr/>
              </p14:nvContentPartPr>
              <p14:xfrm>
                <a:off x="9881820" y="5424128"/>
                <a:ext cx="38520" cy="136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B0C0AE5-7B2B-4BED-AFAF-39FB86BCBA3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873180" y="5415128"/>
                  <a:ext cx="561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3E4264F-F174-8FBC-D123-1CAF0C423763}"/>
                    </a:ext>
                  </a:extLst>
                </p14:cNvPr>
                <p14:cNvContentPartPr/>
                <p14:nvPr/>
              </p14:nvContentPartPr>
              <p14:xfrm>
                <a:off x="10030860" y="5256728"/>
                <a:ext cx="406800" cy="3081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3E4264F-F174-8FBC-D123-1CAF0C42376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022220" y="5247728"/>
                  <a:ext cx="424440" cy="32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5091C29-E15D-C0BC-34C4-1451187C2DD8}"/>
              </a:ext>
            </a:extLst>
          </p:cNvPr>
          <p:cNvGrpSpPr/>
          <p:nvPr/>
        </p:nvGrpSpPr>
        <p:grpSpPr>
          <a:xfrm>
            <a:off x="6431940" y="5740928"/>
            <a:ext cx="954360" cy="211320"/>
            <a:chOff x="6431940" y="5740928"/>
            <a:chExt cx="954360" cy="21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DEC7556-2D2F-011E-A874-D13E9F3DA8F8}"/>
                    </a:ext>
                  </a:extLst>
                </p14:cNvPr>
                <p14:cNvContentPartPr/>
                <p14:nvPr/>
              </p14:nvContentPartPr>
              <p14:xfrm>
                <a:off x="6494220" y="5891408"/>
                <a:ext cx="22320" cy="608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DEC7556-2D2F-011E-A874-D13E9F3DA8F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485220" y="5882768"/>
                  <a:ext cx="399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DEFE1ED-13A8-5C5A-3B55-D50FBF2C7EE3}"/>
                    </a:ext>
                  </a:extLst>
                </p14:cNvPr>
                <p14:cNvContentPartPr/>
                <p14:nvPr/>
              </p14:nvContentPartPr>
              <p14:xfrm>
                <a:off x="6431940" y="5781248"/>
                <a:ext cx="360" cy="14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DEFE1ED-13A8-5C5A-3B55-D50FBF2C7EE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422940" y="5772248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2DC3196-0C44-869F-FDD9-E98D15F6EB10}"/>
                    </a:ext>
                  </a:extLst>
                </p14:cNvPr>
                <p14:cNvContentPartPr/>
                <p14:nvPr/>
              </p14:nvContentPartPr>
              <p14:xfrm>
                <a:off x="6525180" y="5861888"/>
                <a:ext cx="173520" cy="802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2DC3196-0C44-869F-FDD9-E98D15F6EB1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516540" y="5853248"/>
                  <a:ext cx="1911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55A4671-C741-22EA-D209-06984861A73F}"/>
                    </a:ext>
                  </a:extLst>
                </p14:cNvPr>
                <p14:cNvContentPartPr/>
                <p14:nvPr/>
              </p14:nvContentPartPr>
              <p14:xfrm>
                <a:off x="6899220" y="5751368"/>
                <a:ext cx="109800" cy="160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55A4671-C741-22EA-D209-06984861A73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890580" y="5742368"/>
                  <a:ext cx="1274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4CD8CC1-84C4-DE3E-291C-7866096614FE}"/>
                    </a:ext>
                  </a:extLst>
                </p14:cNvPr>
                <p14:cNvContentPartPr/>
                <p14:nvPr/>
              </p14:nvContentPartPr>
              <p14:xfrm>
                <a:off x="6863580" y="5849288"/>
                <a:ext cx="150480" cy="16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4CD8CC1-84C4-DE3E-291C-7866096614F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854940" y="5840288"/>
                  <a:ext cx="1681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C307556-5602-FDED-C281-00B5AF412FEF}"/>
                    </a:ext>
                  </a:extLst>
                </p14:cNvPr>
                <p14:cNvContentPartPr/>
                <p14:nvPr/>
              </p14:nvContentPartPr>
              <p14:xfrm>
                <a:off x="6992820" y="5740928"/>
                <a:ext cx="197280" cy="1677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C307556-5602-FDED-C281-00B5AF412FE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984180" y="5731928"/>
                  <a:ext cx="2149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CC1AB3B-13A4-D4CB-6E76-20937C5DF42E}"/>
                    </a:ext>
                  </a:extLst>
                </p14:cNvPr>
                <p14:cNvContentPartPr/>
                <p14:nvPr/>
              </p14:nvContentPartPr>
              <p14:xfrm>
                <a:off x="7226820" y="5807528"/>
                <a:ext cx="159480" cy="1407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CC1AB3B-13A4-D4CB-6E76-20937C5DF42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217820" y="5798528"/>
                  <a:ext cx="177120" cy="15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B520FE7-ECDE-CB74-9C51-DA006053D041}"/>
              </a:ext>
            </a:extLst>
          </p:cNvPr>
          <p:cNvGrpSpPr/>
          <p:nvPr/>
        </p:nvGrpSpPr>
        <p:grpSpPr>
          <a:xfrm>
            <a:off x="7647660" y="5720048"/>
            <a:ext cx="1303560" cy="320760"/>
            <a:chOff x="7647660" y="5720048"/>
            <a:chExt cx="1303560" cy="32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8DEB2B0-1EF1-20F5-5499-8949B41A7B9B}"/>
                    </a:ext>
                  </a:extLst>
                </p14:cNvPr>
                <p14:cNvContentPartPr/>
                <p14:nvPr/>
              </p14:nvContentPartPr>
              <p14:xfrm>
                <a:off x="7647660" y="5797808"/>
                <a:ext cx="194040" cy="1573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8DEB2B0-1EF1-20F5-5499-8949B41A7B9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638660" y="5789168"/>
                  <a:ext cx="2116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6115F78-C2B9-5C9E-620D-E857C93BCBC9}"/>
                    </a:ext>
                  </a:extLst>
                </p14:cNvPr>
                <p14:cNvContentPartPr/>
                <p14:nvPr/>
              </p14:nvContentPartPr>
              <p14:xfrm>
                <a:off x="7755300" y="5884928"/>
                <a:ext cx="27720" cy="14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6115F78-C2B9-5C9E-620D-E857C93BCBC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746300" y="5876288"/>
                  <a:ext cx="453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AC96F42-7D98-23D0-FE62-31824E65A913}"/>
                    </a:ext>
                  </a:extLst>
                </p14:cNvPr>
                <p14:cNvContentPartPr/>
                <p14:nvPr/>
              </p14:nvContentPartPr>
              <p14:xfrm>
                <a:off x="7909380" y="5866568"/>
                <a:ext cx="81360" cy="198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AC96F42-7D98-23D0-FE62-31824E65A91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900740" y="5857928"/>
                  <a:ext cx="990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E9B7FFA-AEF6-DF64-27F2-F0CE9B3A100E}"/>
                    </a:ext>
                  </a:extLst>
                </p14:cNvPr>
                <p14:cNvContentPartPr/>
                <p14:nvPr/>
              </p14:nvContentPartPr>
              <p14:xfrm>
                <a:off x="8066700" y="5823368"/>
                <a:ext cx="151920" cy="2174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E9B7FFA-AEF6-DF64-27F2-F0CE9B3A100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058060" y="5814728"/>
                  <a:ext cx="1695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724F473-DA67-CD3D-E48D-E911C765ED34}"/>
                    </a:ext>
                  </a:extLst>
                </p14:cNvPr>
                <p14:cNvContentPartPr/>
                <p14:nvPr/>
              </p14:nvContentPartPr>
              <p14:xfrm>
                <a:off x="8224380" y="5720048"/>
                <a:ext cx="73440" cy="1998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724F473-DA67-CD3D-E48D-E911C765ED3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215380" y="5711048"/>
                  <a:ext cx="910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E166AE3-AAB5-F3A2-DDD2-15935685576C}"/>
                    </a:ext>
                  </a:extLst>
                </p14:cNvPr>
                <p14:cNvContentPartPr/>
                <p14:nvPr/>
              </p14:nvContentPartPr>
              <p14:xfrm>
                <a:off x="8351100" y="5814368"/>
                <a:ext cx="100800" cy="968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E166AE3-AAB5-F3A2-DDD2-15935685576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342100" y="5805368"/>
                  <a:ext cx="1184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BB65375-9F5D-8BEF-80F0-3117472F6A9D}"/>
                    </a:ext>
                  </a:extLst>
                </p14:cNvPr>
                <p14:cNvContentPartPr/>
                <p14:nvPr/>
              </p14:nvContentPartPr>
              <p14:xfrm>
                <a:off x="8489340" y="5835608"/>
                <a:ext cx="189000" cy="745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BB65375-9F5D-8BEF-80F0-3117472F6A9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480340" y="5826968"/>
                  <a:ext cx="2066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E1CB6E7-FB1C-8A22-5443-B89639E5EE63}"/>
                    </a:ext>
                  </a:extLst>
                </p14:cNvPr>
                <p14:cNvContentPartPr/>
                <p14:nvPr/>
              </p14:nvContentPartPr>
              <p14:xfrm>
                <a:off x="8743860" y="5790968"/>
                <a:ext cx="207360" cy="1472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E1CB6E7-FB1C-8A22-5443-B89639E5EE6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734860" y="5781968"/>
                  <a:ext cx="225000" cy="16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09B80897-1F17-BDA4-C3D9-C4A2D26AAE99}"/>
                  </a:ext>
                </a:extLst>
              </p14:cNvPr>
              <p14:cNvContentPartPr/>
              <p14:nvPr/>
            </p14:nvContentPartPr>
            <p14:xfrm>
              <a:off x="1147500" y="2127968"/>
              <a:ext cx="686880" cy="63072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09B80897-1F17-BDA4-C3D9-C4A2D26AAE99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138500" y="2119328"/>
                <a:ext cx="704520" cy="64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C35354C7-ADF9-BE1C-2B55-EC1F947066A3}"/>
              </a:ext>
            </a:extLst>
          </p:cNvPr>
          <p:cNvGrpSpPr/>
          <p:nvPr/>
        </p:nvGrpSpPr>
        <p:grpSpPr>
          <a:xfrm>
            <a:off x="597780" y="1599848"/>
            <a:ext cx="1478520" cy="334080"/>
            <a:chOff x="597780" y="1599848"/>
            <a:chExt cx="1478520" cy="33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A51F8D2-0EFA-0F4F-F6DB-E1AC1E52723F}"/>
                    </a:ext>
                  </a:extLst>
                </p14:cNvPr>
                <p14:cNvContentPartPr/>
                <p14:nvPr/>
              </p14:nvContentPartPr>
              <p14:xfrm>
                <a:off x="721980" y="1671128"/>
                <a:ext cx="223200" cy="1839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A51F8D2-0EFA-0F4F-F6DB-E1AC1E52723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13340" y="1662488"/>
                  <a:ext cx="2408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7E473ED-6B20-3185-61DB-3696D5A40CED}"/>
                    </a:ext>
                  </a:extLst>
                </p14:cNvPr>
                <p14:cNvContentPartPr/>
                <p14:nvPr/>
              </p14:nvContentPartPr>
              <p14:xfrm>
                <a:off x="832500" y="1766168"/>
                <a:ext cx="123840" cy="111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7E473ED-6B20-3185-61DB-3696D5A40CE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23500" y="1757168"/>
                  <a:ext cx="1414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8337ACF-980C-B7BB-05E2-1D53595B156D}"/>
                    </a:ext>
                  </a:extLst>
                </p14:cNvPr>
                <p14:cNvContentPartPr/>
                <p14:nvPr/>
              </p14:nvContentPartPr>
              <p14:xfrm>
                <a:off x="1070100" y="1649888"/>
                <a:ext cx="31320" cy="2286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8337ACF-980C-B7BB-05E2-1D53595B156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61460" y="1641248"/>
                  <a:ext cx="489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EF7C2CC-CB77-5903-7A31-B03C59391063}"/>
                    </a:ext>
                  </a:extLst>
                </p14:cNvPr>
                <p14:cNvContentPartPr/>
                <p14:nvPr/>
              </p14:nvContentPartPr>
              <p14:xfrm>
                <a:off x="597780" y="1604888"/>
                <a:ext cx="452160" cy="3290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EF7C2CC-CB77-5903-7A31-B03C5939106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88780" y="1596248"/>
                  <a:ext cx="46980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6793926-D3D2-D671-44D8-B99A9A50A1D9}"/>
                    </a:ext>
                  </a:extLst>
                </p14:cNvPr>
                <p14:cNvContentPartPr/>
                <p14:nvPr/>
              </p14:nvContentPartPr>
              <p14:xfrm>
                <a:off x="719820" y="1916648"/>
                <a:ext cx="277920" cy="144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6793926-D3D2-D671-44D8-B99A9A50A1D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11180" y="1907648"/>
                  <a:ext cx="2955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90D19F9-9594-72C0-E3FF-AB9A840788A7}"/>
                    </a:ext>
                  </a:extLst>
                </p14:cNvPr>
                <p14:cNvContentPartPr/>
                <p14:nvPr/>
              </p14:nvContentPartPr>
              <p14:xfrm>
                <a:off x="1268100" y="1728728"/>
                <a:ext cx="119880" cy="1576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90D19F9-9594-72C0-E3FF-AB9A840788A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259100" y="1719728"/>
                  <a:ext cx="1375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56751B1-6CC8-F28A-20C9-21B2EF06CA94}"/>
                    </a:ext>
                  </a:extLst>
                </p14:cNvPr>
                <p14:cNvContentPartPr/>
                <p14:nvPr/>
              </p14:nvContentPartPr>
              <p14:xfrm>
                <a:off x="1428660" y="1599848"/>
                <a:ext cx="53280" cy="1958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56751B1-6CC8-F28A-20C9-21B2EF06CA9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419660" y="1591208"/>
                  <a:ext cx="709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93CA1A1-93D2-F39C-2395-5AE7088D1818}"/>
                    </a:ext>
                  </a:extLst>
                </p14:cNvPr>
                <p14:cNvContentPartPr/>
                <p14:nvPr/>
              </p14:nvContentPartPr>
              <p14:xfrm>
                <a:off x="1537740" y="1748888"/>
                <a:ext cx="128880" cy="745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93CA1A1-93D2-F39C-2395-5AE7088D181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529100" y="1740248"/>
                  <a:ext cx="1465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660F9A4-4144-D6F6-EE19-C4C1426A6FAB}"/>
                    </a:ext>
                  </a:extLst>
                </p14:cNvPr>
                <p14:cNvContentPartPr/>
                <p14:nvPr/>
              </p14:nvContentPartPr>
              <p14:xfrm>
                <a:off x="1729980" y="1734848"/>
                <a:ext cx="346320" cy="1054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660F9A4-4144-D6F6-EE19-C4C1426A6FA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720980" y="1726208"/>
                  <a:ext cx="363960" cy="1231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Standard pair: right-sided exponential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15–35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Derive it as a geometric series—do not memorize the ROC separately.</a:t>
            </a:r>
          </a:p>
        </p:txBody>
      </p:sp>
      <p:pic>
        <p:nvPicPr>
          <p:cNvPr id="6" name="Picture 5" descr="eq_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143000"/>
            <a:ext cx="9692640" cy="105563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" y="2468880"/>
            <a:ext cx="4754880" cy="28346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429768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6324F"/>
                </a:solidFill>
                <a:latin typeface="Aptos"/>
              </a:rPr>
              <a:t>Derivation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08960"/>
            <a:ext cx="4114800" cy="187451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12B"/>
                </a:solidFill>
                <a:latin typeface="Aptos"/>
              </a:rPr>
              <a:t>X(z)=Σₙ₌₀∞ aⁿz⁻ⁿ = Σₙ₌₀∞(az⁻¹)ⁿ
Geometric series converges when |a z⁻¹|&lt;1
⇒ |z|&gt;|a|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2468880"/>
            <a:ext cx="5303520" cy="283464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44768" y="2651760"/>
            <a:ext cx="48006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6324F"/>
                </a:solidFill>
                <a:latin typeface="Aptos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108960"/>
            <a:ext cx="4480560" cy="192024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Pole at z=a.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ROC extends outward from the pole.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Right-sided sequences naturally produce exterior ROCs.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If |a|&lt;1, the unit circle lies in the ROC and the DTFT exists.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7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9359066-4188-969A-1ACF-DE6A8E2873A5}"/>
              </a:ext>
            </a:extLst>
          </p:cNvPr>
          <p:cNvGrpSpPr/>
          <p:nvPr/>
        </p:nvGrpSpPr>
        <p:grpSpPr>
          <a:xfrm>
            <a:off x="519300" y="5632568"/>
            <a:ext cx="1948680" cy="338760"/>
            <a:chOff x="519300" y="5632568"/>
            <a:chExt cx="1948680" cy="33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266804B-59DF-409A-D2A3-C040B3DBED82}"/>
                    </a:ext>
                  </a:extLst>
                </p14:cNvPr>
                <p14:cNvContentPartPr/>
                <p14:nvPr/>
              </p14:nvContentPartPr>
              <p14:xfrm>
                <a:off x="519300" y="5787728"/>
                <a:ext cx="125640" cy="119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266804B-59DF-409A-D2A3-C040B3DBED8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10660" y="5778728"/>
                  <a:ext cx="1432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E320508-ACE0-F7DB-2EB5-45E109449DD2}"/>
                    </a:ext>
                  </a:extLst>
                </p14:cNvPr>
                <p14:cNvContentPartPr/>
                <p14:nvPr/>
              </p14:nvContentPartPr>
              <p14:xfrm>
                <a:off x="541260" y="5818688"/>
                <a:ext cx="97920" cy="83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E320508-ACE0-F7DB-2EB5-45E109449DD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32260" y="5809688"/>
                  <a:ext cx="1155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6D88D1F-67CF-015D-964A-1C7ECD8D1838}"/>
                    </a:ext>
                  </a:extLst>
                </p14:cNvPr>
                <p14:cNvContentPartPr/>
                <p14:nvPr/>
              </p14:nvContentPartPr>
              <p14:xfrm>
                <a:off x="679500" y="5699528"/>
                <a:ext cx="126720" cy="271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6D88D1F-67CF-015D-964A-1C7ECD8D183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70860" y="5690528"/>
                  <a:ext cx="14436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B495566-5209-50D9-87B3-CAD6107A44DA}"/>
                    </a:ext>
                  </a:extLst>
                </p14:cNvPr>
                <p14:cNvContentPartPr/>
                <p14:nvPr/>
              </p14:nvContentPartPr>
              <p14:xfrm>
                <a:off x="805140" y="5844608"/>
                <a:ext cx="163080" cy="51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B495566-5209-50D9-87B3-CAD6107A44D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96140" y="5835968"/>
                  <a:ext cx="1807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7D29D83-AE05-B195-AB5F-D5D99EC445AD}"/>
                    </a:ext>
                  </a:extLst>
                </p14:cNvPr>
                <p14:cNvContentPartPr/>
                <p14:nvPr/>
              </p14:nvContentPartPr>
              <p14:xfrm>
                <a:off x="976500" y="5703848"/>
                <a:ext cx="151560" cy="235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7D29D83-AE05-B195-AB5F-D5D99EC445A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67860" y="5694848"/>
                  <a:ext cx="1692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557335A-FE2C-59FF-5B4A-B322F0F6EEED}"/>
                    </a:ext>
                  </a:extLst>
                </p14:cNvPr>
                <p14:cNvContentPartPr/>
                <p14:nvPr/>
              </p14:nvContentPartPr>
              <p14:xfrm>
                <a:off x="1272420" y="5850008"/>
                <a:ext cx="93960" cy="5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557335A-FE2C-59FF-5B4A-B322F0F6EEE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263780" y="5841008"/>
                  <a:ext cx="111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7DE4CBF-CDAE-2830-AC81-A0BDB2D4C733}"/>
                    </a:ext>
                  </a:extLst>
                </p14:cNvPr>
                <p14:cNvContentPartPr/>
                <p14:nvPr/>
              </p14:nvContentPartPr>
              <p14:xfrm>
                <a:off x="1213380" y="5781248"/>
                <a:ext cx="132480" cy="27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7DE4CBF-CDAE-2830-AC81-A0BDB2D4C73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04380" y="5772608"/>
                  <a:ext cx="1501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22B2207-245F-9625-2321-2266C311EBE2}"/>
                    </a:ext>
                  </a:extLst>
                </p14:cNvPr>
                <p14:cNvContentPartPr/>
                <p14:nvPr/>
              </p14:nvContentPartPr>
              <p14:xfrm>
                <a:off x="1458540" y="5797808"/>
                <a:ext cx="128880" cy="100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22B2207-245F-9625-2321-2266C311EBE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449900" y="5788808"/>
                  <a:ext cx="1465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80D65EB-0CF1-91E9-A36B-86698EFC42C3}"/>
                    </a:ext>
                  </a:extLst>
                </p14:cNvPr>
                <p14:cNvContentPartPr/>
                <p14:nvPr/>
              </p14:nvContentPartPr>
              <p14:xfrm>
                <a:off x="1553220" y="5632568"/>
                <a:ext cx="145440" cy="91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80D65EB-0CF1-91E9-A36B-86698EFC42C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544580" y="5623568"/>
                  <a:ext cx="1630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E4BCF4B-7C85-EC9B-F5BB-13AA50A90900}"/>
                    </a:ext>
                  </a:extLst>
                </p14:cNvPr>
                <p14:cNvContentPartPr/>
                <p14:nvPr/>
              </p14:nvContentPartPr>
              <p14:xfrm>
                <a:off x="1832220" y="5772968"/>
                <a:ext cx="183600" cy="78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E4BCF4B-7C85-EC9B-F5BB-13AA50A9090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823580" y="5764328"/>
                  <a:ext cx="2012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A8D6E32-807C-43B3-7993-0633EE8BB4EB}"/>
                    </a:ext>
                  </a:extLst>
                </p14:cNvPr>
                <p14:cNvContentPartPr/>
                <p14:nvPr/>
              </p14:nvContentPartPr>
              <p14:xfrm>
                <a:off x="2013660" y="5639048"/>
                <a:ext cx="181800" cy="2534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A8D6E32-807C-43B3-7993-0633EE8BB4E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005020" y="5630048"/>
                  <a:ext cx="1994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E93570A-D043-3202-0CFD-31719A7CB1E0}"/>
                    </a:ext>
                  </a:extLst>
                </p14:cNvPr>
                <p14:cNvContentPartPr/>
                <p14:nvPr/>
              </p14:nvContentPartPr>
              <p14:xfrm>
                <a:off x="2161260" y="5779088"/>
                <a:ext cx="164880" cy="63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E93570A-D043-3202-0CFD-31719A7CB1E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152260" y="5770448"/>
                  <a:ext cx="1825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7681A90-6912-C372-EE4B-E5A6AEE36170}"/>
                    </a:ext>
                  </a:extLst>
                </p14:cNvPr>
                <p14:cNvContentPartPr/>
                <p14:nvPr/>
              </p14:nvContentPartPr>
              <p14:xfrm>
                <a:off x="2280780" y="5646608"/>
                <a:ext cx="187200" cy="244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7681A90-6912-C372-EE4B-E5A6AEE3617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271780" y="5637968"/>
                  <a:ext cx="204840" cy="26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D06E9DB-DE16-659C-5FAD-B3818183FBC7}"/>
              </a:ext>
            </a:extLst>
          </p:cNvPr>
          <p:cNvGrpSpPr/>
          <p:nvPr/>
        </p:nvGrpSpPr>
        <p:grpSpPr>
          <a:xfrm>
            <a:off x="2680740" y="5609528"/>
            <a:ext cx="1865520" cy="300960"/>
            <a:chOff x="2680740" y="5609528"/>
            <a:chExt cx="1865520" cy="30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E8C5218-0D17-55EE-B10E-D16223750A35}"/>
                    </a:ext>
                  </a:extLst>
                </p14:cNvPr>
                <p14:cNvContentPartPr/>
                <p14:nvPr/>
              </p14:nvContentPartPr>
              <p14:xfrm>
                <a:off x="2703060" y="5797808"/>
                <a:ext cx="180720" cy="5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E8C5218-0D17-55EE-B10E-D16223750A3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694060" y="5789168"/>
                  <a:ext cx="1983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E58890A-9D07-2118-0223-6F16289511DE}"/>
                    </a:ext>
                  </a:extLst>
                </p14:cNvPr>
                <p14:cNvContentPartPr/>
                <p14:nvPr/>
              </p14:nvContentPartPr>
              <p14:xfrm>
                <a:off x="2680740" y="5734808"/>
                <a:ext cx="150840" cy="21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E58890A-9D07-2118-0223-6F16289511D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672100" y="5725808"/>
                  <a:ext cx="168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3575D93-D991-82F5-1A0E-92877EAAF758}"/>
                    </a:ext>
                  </a:extLst>
                </p14:cNvPr>
                <p14:cNvContentPartPr/>
                <p14:nvPr/>
              </p14:nvContentPartPr>
              <p14:xfrm>
                <a:off x="2826180" y="5709608"/>
                <a:ext cx="148320" cy="1447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3575D93-D991-82F5-1A0E-92877EAAF75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817180" y="5700968"/>
                  <a:ext cx="1659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811F90F-C09A-EABF-84CA-3634E45040E1}"/>
                    </a:ext>
                  </a:extLst>
                </p14:cNvPr>
                <p14:cNvContentPartPr/>
                <p14:nvPr/>
              </p14:nvContentPartPr>
              <p14:xfrm>
                <a:off x="3144420" y="5659928"/>
                <a:ext cx="183240" cy="205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811F90F-C09A-EABF-84CA-3634E45040E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135420" y="5650928"/>
                  <a:ext cx="2008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DCF1850-99A9-39D8-0E9F-A10D2C3A32B4}"/>
                    </a:ext>
                  </a:extLst>
                </p14:cNvPr>
                <p14:cNvContentPartPr/>
                <p14:nvPr/>
              </p14:nvContentPartPr>
              <p14:xfrm>
                <a:off x="3184740" y="5643008"/>
                <a:ext cx="73080" cy="2329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DCF1850-99A9-39D8-0E9F-A10D2C3A32B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175740" y="5634008"/>
                  <a:ext cx="907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676BAFE-92E3-4D6D-682F-CC961BE65127}"/>
                    </a:ext>
                  </a:extLst>
                </p14:cNvPr>
                <p14:cNvContentPartPr/>
                <p14:nvPr/>
              </p14:nvContentPartPr>
              <p14:xfrm>
                <a:off x="3371580" y="5609528"/>
                <a:ext cx="57240" cy="276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676BAFE-92E3-4D6D-682F-CC961BE6512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362580" y="5600888"/>
                  <a:ext cx="748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606FE83-4DD9-BE30-FB62-2240E22749EF}"/>
                    </a:ext>
                  </a:extLst>
                </p14:cNvPr>
                <p14:cNvContentPartPr/>
                <p14:nvPr/>
              </p14:nvContentPartPr>
              <p14:xfrm>
                <a:off x="3449700" y="5740208"/>
                <a:ext cx="160920" cy="156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606FE83-4DD9-BE30-FB62-2240E22749E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440700" y="5731568"/>
                  <a:ext cx="1785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AD840E7-94DD-4D11-4897-3C4FA83668E7}"/>
                    </a:ext>
                  </a:extLst>
                </p14:cNvPr>
                <p14:cNvContentPartPr/>
                <p14:nvPr/>
              </p14:nvContentPartPr>
              <p14:xfrm>
                <a:off x="3477780" y="5813648"/>
                <a:ext cx="128160" cy="15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AD840E7-94DD-4D11-4897-3C4FA83668E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468780" y="5804648"/>
                  <a:ext cx="1458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80714DA-3D53-DC28-20C2-6219BC49C703}"/>
                    </a:ext>
                  </a:extLst>
                </p14:cNvPr>
                <p14:cNvContentPartPr/>
                <p14:nvPr/>
              </p14:nvContentPartPr>
              <p14:xfrm>
                <a:off x="3537900" y="5621408"/>
                <a:ext cx="167760" cy="289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80714DA-3D53-DC28-20C2-6219BC49C70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529260" y="5612408"/>
                  <a:ext cx="18540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AA527CA-14F2-6F2A-0A8D-ADD9C7453961}"/>
                    </a:ext>
                  </a:extLst>
                </p14:cNvPr>
                <p14:cNvContentPartPr/>
                <p14:nvPr/>
              </p14:nvContentPartPr>
              <p14:xfrm>
                <a:off x="3886740" y="5824088"/>
                <a:ext cx="93240" cy="11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AA527CA-14F2-6F2A-0A8D-ADD9C745396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877740" y="5815088"/>
                  <a:ext cx="1108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0122916-2597-2727-6756-BF58B8BBC78C}"/>
                    </a:ext>
                  </a:extLst>
                </p14:cNvPr>
                <p14:cNvContentPartPr/>
                <p14:nvPr/>
              </p14:nvContentPartPr>
              <p14:xfrm>
                <a:off x="3886020" y="5766488"/>
                <a:ext cx="67680" cy="5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0122916-2597-2727-6756-BF58B8BBC78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877380" y="5757848"/>
                  <a:ext cx="853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9BDD9C8-CA27-B7A3-1CC0-F814C69263DD}"/>
                    </a:ext>
                  </a:extLst>
                </p14:cNvPr>
                <p14:cNvContentPartPr/>
                <p14:nvPr/>
              </p14:nvContentPartPr>
              <p14:xfrm>
                <a:off x="4124340" y="5652008"/>
                <a:ext cx="421920" cy="245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9BDD9C8-CA27-B7A3-1CC0-F814C69263D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115340" y="5643008"/>
                  <a:ext cx="439560" cy="26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6516F70-2E48-1510-DE36-8109683DE6E4}"/>
              </a:ext>
            </a:extLst>
          </p:cNvPr>
          <p:cNvGrpSpPr/>
          <p:nvPr/>
        </p:nvGrpSpPr>
        <p:grpSpPr>
          <a:xfrm>
            <a:off x="4124340" y="5984288"/>
            <a:ext cx="444960" cy="109800"/>
            <a:chOff x="4124340" y="5984288"/>
            <a:chExt cx="444960" cy="10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280EE03-9BD5-83E0-0C9E-9CC11EC1D761}"/>
                    </a:ext>
                  </a:extLst>
                </p14:cNvPr>
                <p14:cNvContentPartPr/>
                <p14:nvPr/>
              </p14:nvContentPartPr>
              <p14:xfrm>
                <a:off x="4124340" y="6019208"/>
                <a:ext cx="96840" cy="74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280EE03-9BD5-83E0-0C9E-9CC11EC1D76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115340" y="6010208"/>
                  <a:ext cx="1144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FB456FB-C651-6159-2BD7-86753A4F58CF}"/>
                    </a:ext>
                  </a:extLst>
                </p14:cNvPr>
                <p14:cNvContentPartPr/>
                <p14:nvPr/>
              </p14:nvContentPartPr>
              <p14:xfrm>
                <a:off x="4294980" y="6056288"/>
                <a:ext cx="95400" cy="176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FB456FB-C651-6159-2BD7-86753A4F58C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286340" y="6047288"/>
                  <a:ext cx="1130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9F90AD7-9E73-49D7-04F3-BA5B805883A5}"/>
                    </a:ext>
                  </a:extLst>
                </p14:cNvPr>
                <p14:cNvContentPartPr/>
                <p14:nvPr/>
              </p14:nvContentPartPr>
              <p14:xfrm>
                <a:off x="4296060" y="5984288"/>
                <a:ext cx="109800" cy="21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9F90AD7-9E73-49D7-04F3-BA5B805883A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287060" y="5975288"/>
                  <a:ext cx="1274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9F9F903-FB7F-9DB2-952D-C344DC114741}"/>
                    </a:ext>
                  </a:extLst>
                </p14:cNvPr>
                <p14:cNvContentPartPr/>
                <p14:nvPr/>
              </p14:nvContentPartPr>
              <p14:xfrm>
                <a:off x="4462020" y="6000488"/>
                <a:ext cx="107280" cy="84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9F9F903-FB7F-9DB2-952D-C344DC11474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453380" y="5991848"/>
                  <a:ext cx="124920" cy="10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E303EDF1-E7DE-C852-1A49-CDC570BAA0DF}"/>
                  </a:ext>
                </a:extLst>
              </p14:cNvPr>
              <p14:cNvContentPartPr/>
              <p14:nvPr/>
            </p14:nvContentPartPr>
            <p14:xfrm>
              <a:off x="4238820" y="5451128"/>
              <a:ext cx="224280" cy="11412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E303EDF1-E7DE-C852-1A49-CDC570BAA0DF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4230180" y="5442488"/>
                <a:ext cx="241920" cy="13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93576C19-816C-DE10-4B6C-43A93F58515C}"/>
              </a:ext>
            </a:extLst>
          </p:cNvPr>
          <p:cNvGrpSpPr/>
          <p:nvPr/>
        </p:nvGrpSpPr>
        <p:grpSpPr>
          <a:xfrm>
            <a:off x="4763700" y="5586128"/>
            <a:ext cx="780840" cy="270000"/>
            <a:chOff x="4763700" y="5586128"/>
            <a:chExt cx="780840" cy="27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D03C63D-B180-7A7A-16F6-7C5B2DADDC84}"/>
                    </a:ext>
                  </a:extLst>
                </p14:cNvPr>
                <p14:cNvContentPartPr/>
                <p14:nvPr/>
              </p14:nvContentPartPr>
              <p14:xfrm>
                <a:off x="4763700" y="5751728"/>
                <a:ext cx="160200" cy="94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D03C63D-B180-7A7A-16F6-7C5B2DADDC8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755060" y="5743088"/>
                  <a:ext cx="1778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0374547-FA57-FD89-A531-18D410D33027}"/>
                    </a:ext>
                  </a:extLst>
                </p14:cNvPr>
                <p14:cNvContentPartPr/>
                <p14:nvPr/>
              </p14:nvContentPartPr>
              <p14:xfrm>
                <a:off x="4914900" y="5601608"/>
                <a:ext cx="92880" cy="554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0374547-FA57-FD89-A531-18D410D3302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905900" y="5592968"/>
                  <a:ext cx="1105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06BF41E-FEFB-0A84-0EA8-28064EF4EDD7}"/>
                    </a:ext>
                  </a:extLst>
                </p14:cNvPr>
                <p14:cNvContentPartPr/>
                <p14:nvPr/>
              </p14:nvContentPartPr>
              <p14:xfrm>
                <a:off x="5122620" y="5703128"/>
                <a:ext cx="140040" cy="1530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06BF41E-FEFB-0A84-0EA8-28064EF4EDD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113620" y="5694488"/>
                  <a:ext cx="1576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7F1C302-D123-C6B8-CF69-C03C92F3E6CF}"/>
                    </a:ext>
                  </a:extLst>
                </p14:cNvPr>
                <p14:cNvContentPartPr/>
                <p14:nvPr/>
              </p14:nvContentPartPr>
              <p14:xfrm>
                <a:off x="5179500" y="5791688"/>
                <a:ext cx="83520" cy="11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7F1C302-D123-C6B8-CF69-C03C92F3E6C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170860" y="5783048"/>
                  <a:ext cx="1011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89FBA0F-7F0E-C11E-4428-5DB3FB5AADDA}"/>
                    </a:ext>
                  </a:extLst>
                </p14:cNvPr>
                <p14:cNvContentPartPr/>
                <p14:nvPr/>
              </p14:nvContentPartPr>
              <p14:xfrm>
                <a:off x="5252580" y="5636888"/>
                <a:ext cx="83160" cy="108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89FBA0F-7F0E-C11E-4428-5DB3FB5AADD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243940" y="5627888"/>
                  <a:ext cx="1008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829679C-AC3E-DB5F-242B-FB8C75587702}"/>
                    </a:ext>
                  </a:extLst>
                </p14:cNvPr>
                <p14:cNvContentPartPr/>
                <p14:nvPr/>
              </p14:nvContentPartPr>
              <p14:xfrm>
                <a:off x="5398020" y="5586128"/>
                <a:ext cx="146520" cy="81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829679C-AC3E-DB5F-242B-FB8C7558770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389020" y="5577488"/>
                  <a:ext cx="164160" cy="99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A9603E91-2042-4671-4D6E-860AA6D9CA84}"/>
                  </a:ext>
                </a:extLst>
              </p14:cNvPr>
              <p14:cNvContentPartPr/>
              <p14:nvPr/>
            </p14:nvContentPartPr>
            <p14:xfrm>
              <a:off x="6686100" y="5408288"/>
              <a:ext cx="32040" cy="1764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A9603E91-2042-4671-4D6E-860AA6D9CA84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6677460" y="5399288"/>
                <a:ext cx="49680" cy="19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5B9E8FA2-28D9-03CC-3D08-B91FC1F79629}"/>
              </a:ext>
            </a:extLst>
          </p:cNvPr>
          <p:cNvGrpSpPr/>
          <p:nvPr/>
        </p:nvGrpSpPr>
        <p:grpSpPr>
          <a:xfrm>
            <a:off x="5802660" y="5750648"/>
            <a:ext cx="1554480" cy="63720"/>
            <a:chOff x="5802660" y="5750648"/>
            <a:chExt cx="1554480" cy="6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0CC9248-D0B3-7030-4505-8340AFE30A7F}"/>
                    </a:ext>
                  </a:extLst>
                </p14:cNvPr>
                <p14:cNvContentPartPr/>
                <p14:nvPr/>
              </p14:nvContentPartPr>
              <p14:xfrm>
                <a:off x="5802660" y="5808608"/>
                <a:ext cx="90720" cy="57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0CC9248-D0B3-7030-4505-8340AFE30A7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793660" y="5799608"/>
                  <a:ext cx="1083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731C6F7-DCC6-2425-FAF2-1EA1C36C4F4E}"/>
                    </a:ext>
                  </a:extLst>
                </p14:cNvPr>
                <p14:cNvContentPartPr/>
                <p14:nvPr/>
              </p14:nvContentPartPr>
              <p14:xfrm>
                <a:off x="5803740" y="5750648"/>
                <a:ext cx="77760" cy="111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731C6F7-DCC6-2425-FAF2-1EA1C36C4F4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794740" y="5742008"/>
                  <a:ext cx="954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AA5FDCE-52DB-B753-CF47-3CDF038608AA}"/>
                    </a:ext>
                  </a:extLst>
                </p14:cNvPr>
                <p14:cNvContentPartPr/>
                <p14:nvPr/>
              </p14:nvContentPartPr>
              <p14:xfrm>
                <a:off x="6091380" y="5771888"/>
                <a:ext cx="1265760" cy="212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AA5FDCE-52DB-B753-CF47-3CDF038608A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082380" y="5763248"/>
                  <a:ext cx="128340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F3EB768-33D3-BB66-F45F-E57E50274015}"/>
              </a:ext>
            </a:extLst>
          </p:cNvPr>
          <p:cNvGrpSpPr/>
          <p:nvPr/>
        </p:nvGrpSpPr>
        <p:grpSpPr>
          <a:xfrm>
            <a:off x="6234300" y="5915888"/>
            <a:ext cx="1076040" cy="236520"/>
            <a:chOff x="6234300" y="5915888"/>
            <a:chExt cx="1076040" cy="23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1CBC8E9-21A7-EE07-CEA6-F7E724D80C34}"/>
                    </a:ext>
                  </a:extLst>
                </p14:cNvPr>
                <p14:cNvContentPartPr/>
                <p14:nvPr/>
              </p14:nvContentPartPr>
              <p14:xfrm>
                <a:off x="6234300" y="5968808"/>
                <a:ext cx="52560" cy="1566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1CBC8E9-21A7-EE07-CEA6-F7E724D80C3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225660" y="5959808"/>
                  <a:ext cx="702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6333773-C7B9-4ABF-4311-15EAD095D2DC}"/>
                    </a:ext>
                  </a:extLst>
                </p14:cNvPr>
                <p14:cNvContentPartPr/>
                <p14:nvPr/>
              </p14:nvContentPartPr>
              <p14:xfrm>
                <a:off x="6424740" y="6058448"/>
                <a:ext cx="109080" cy="205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6333773-C7B9-4ABF-4311-15EAD095D2D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415740" y="6049808"/>
                  <a:ext cx="1267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3FE2A04-94DF-6FD3-29B3-5F3F90F7A4EB}"/>
                    </a:ext>
                  </a:extLst>
                </p14:cNvPr>
                <p14:cNvContentPartPr/>
                <p14:nvPr/>
              </p14:nvContentPartPr>
              <p14:xfrm>
                <a:off x="6682140" y="6015248"/>
                <a:ext cx="167400" cy="1130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3FE2A04-94DF-6FD3-29B3-5F3F90F7A4E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673140" y="6006248"/>
                  <a:ext cx="1850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B055CE8-0F2A-E040-0503-0BF878E1F86F}"/>
                    </a:ext>
                  </a:extLst>
                </p14:cNvPr>
                <p14:cNvContentPartPr/>
                <p14:nvPr/>
              </p14:nvContentPartPr>
              <p14:xfrm>
                <a:off x="6920100" y="5990048"/>
                <a:ext cx="178200" cy="162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B055CE8-0F2A-E040-0503-0BF878E1F86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911460" y="5981408"/>
                  <a:ext cx="1958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A9421E3-CD32-2179-F868-62AECC4046F3}"/>
                    </a:ext>
                  </a:extLst>
                </p14:cNvPr>
                <p14:cNvContentPartPr/>
                <p14:nvPr/>
              </p14:nvContentPartPr>
              <p14:xfrm>
                <a:off x="6997500" y="6089768"/>
                <a:ext cx="94680" cy="97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A9421E3-CD32-2179-F868-62AECC4046F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988500" y="6081128"/>
                  <a:ext cx="1123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EBA86E1-91BF-BEC8-062F-11270E952965}"/>
                    </a:ext>
                  </a:extLst>
                </p14:cNvPr>
                <p14:cNvContentPartPr/>
                <p14:nvPr/>
              </p14:nvContentPartPr>
              <p14:xfrm>
                <a:off x="7126380" y="5969528"/>
                <a:ext cx="105840" cy="86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EBA86E1-91BF-BEC8-062F-11270E952965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117740" y="5960528"/>
                  <a:ext cx="1234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415FA06-DCA4-E2AC-0352-B78777E3CB7A}"/>
                    </a:ext>
                  </a:extLst>
                </p14:cNvPr>
                <p14:cNvContentPartPr/>
                <p14:nvPr/>
              </p14:nvContentPartPr>
              <p14:xfrm>
                <a:off x="7283340" y="5915888"/>
                <a:ext cx="27000" cy="1000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415FA06-DCA4-E2AC-0352-B78777E3CB7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274700" y="5907248"/>
                  <a:ext cx="44640" cy="11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BCFF8A7-0AD7-BF16-ADD0-4D8080BF23B6}"/>
              </a:ext>
            </a:extLst>
          </p:cNvPr>
          <p:cNvGrpSpPr/>
          <p:nvPr/>
        </p:nvGrpSpPr>
        <p:grpSpPr>
          <a:xfrm>
            <a:off x="5718420" y="5965208"/>
            <a:ext cx="111600" cy="258480"/>
            <a:chOff x="5718420" y="5965208"/>
            <a:chExt cx="111600" cy="25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EBB3F15-235F-CD4D-7A81-0EE8B30FA1DE}"/>
                    </a:ext>
                  </a:extLst>
                </p14:cNvPr>
                <p14:cNvContentPartPr/>
                <p14:nvPr/>
              </p14:nvContentPartPr>
              <p14:xfrm>
                <a:off x="5751540" y="5985008"/>
                <a:ext cx="20880" cy="2386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EBB3F15-235F-CD4D-7A81-0EE8B30FA1D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742900" y="5976368"/>
                  <a:ext cx="385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74E05C6-253E-D0DD-EDB8-F291DA5049E6}"/>
                    </a:ext>
                  </a:extLst>
                </p14:cNvPr>
                <p14:cNvContentPartPr/>
                <p14:nvPr/>
              </p14:nvContentPartPr>
              <p14:xfrm>
                <a:off x="5718420" y="5965208"/>
                <a:ext cx="111600" cy="608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74E05C6-253E-D0DD-EDB8-F291DA5049E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709780" y="5956568"/>
                  <a:ext cx="12924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438075A-916E-B7D5-8820-ED8015AEA4AF}"/>
              </a:ext>
            </a:extLst>
          </p:cNvPr>
          <p:cNvGrpSpPr/>
          <p:nvPr/>
        </p:nvGrpSpPr>
        <p:grpSpPr>
          <a:xfrm>
            <a:off x="4885740" y="6305048"/>
            <a:ext cx="1302120" cy="339480"/>
            <a:chOff x="4885740" y="6305048"/>
            <a:chExt cx="1302120" cy="33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2EBE2FC-1479-D882-A05F-FBE34EFEE641}"/>
                    </a:ext>
                  </a:extLst>
                </p14:cNvPr>
                <p14:cNvContentPartPr/>
                <p14:nvPr/>
              </p14:nvContentPartPr>
              <p14:xfrm>
                <a:off x="4895100" y="6468128"/>
                <a:ext cx="20160" cy="55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2EBE2FC-1479-D882-A05F-FBE34EFEE64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886100" y="6459488"/>
                  <a:ext cx="378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B6C3B43-6DCE-8555-8F4F-F43CA1BDEE12}"/>
                    </a:ext>
                  </a:extLst>
                </p14:cNvPr>
                <p14:cNvContentPartPr/>
                <p14:nvPr/>
              </p14:nvContentPartPr>
              <p14:xfrm>
                <a:off x="4885740" y="6361208"/>
                <a:ext cx="3600" cy="86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B6C3B43-6DCE-8555-8F4F-F43CA1BDEE1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876740" y="6352568"/>
                  <a:ext cx="212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561E283-FC4D-A430-E353-4CADCB76F8A3}"/>
                    </a:ext>
                  </a:extLst>
                </p14:cNvPr>
                <p14:cNvContentPartPr/>
                <p14:nvPr/>
              </p14:nvContentPartPr>
              <p14:xfrm>
                <a:off x="4965660" y="6305048"/>
                <a:ext cx="89640" cy="3394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561E283-FC4D-A430-E353-4CADCB76F8A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956660" y="6296048"/>
                  <a:ext cx="10728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A64E836-5E06-4542-B59B-E8A4208CA794}"/>
                    </a:ext>
                  </a:extLst>
                </p14:cNvPr>
                <p14:cNvContentPartPr/>
                <p14:nvPr/>
              </p14:nvContentPartPr>
              <p14:xfrm>
                <a:off x="4946580" y="6508448"/>
                <a:ext cx="129600" cy="378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A64E836-5E06-4542-B59B-E8A4208CA79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937940" y="6499808"/>
                  <a:ext cx="1472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CF50D2D-3E8E-409F-D36F-AF2E70942A83}"/>
                    </a:ext>
                  </a:extLst>
                </p14:cNvPr>
                <p14:cNvContentPartPr/>
                <p14:nvPr/>
              </p14:nvContentPartPr>
              <p14:xfrm>
                <a:off x="5264100" y="6442928"/>
                <a:ext cx="119880" cy="993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CF50D2D-3E8E-409F-D36F-AF2E70942A8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255460" y="6434288"/>
                  <a:ext cx="1375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BBBACEE-5E87-ACDE-6936-CC0B4C037E64}"/>
                    </a:ext>
                  </a:extLst>
                </p14:cNvPr>
                <p14:cNvContentPartPr/>
                <p14:nvPr/>
              </p14:nvContentPartPr>
              <p14:xfrm>
                <a:off x="5465340" y="6416288"/>
                <a:ext cx="118440" cy="1569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BBBACEE-5E87-ACDE-6936-CC0B4C037E6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456700" y="6407648"/>
                  <a:ext cx="1360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6AA4C9F-B248-C7F8-02FB-274B4A436782}"/>
                    </a:ext>
                  </a:extLst>
                </p14:cNvPr>
                <p14:cNvContentPartPr/>
                <p14:nvPr/>
              </p14:nvContentPartPr>
              <p14:xfrm>
                <a:off x="5485140" y="6493328"/>
                <a:ext cx="100440" cy="115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6AA4C9F-B248-C7F8-02FB-274B4A43678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476140" y="6484328"/>
                  <a:ext cx="1180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3400CFF-FB24-9D85-AE9E-F9DBDF01D7C7}"/>
                    </a:ext>
                  </a:extLst>
                </p14:cNvPr>
                <p14:cNvContentPartPr/>
                <p14:nvPr/>
              </p14:nvContentPartPr>
              <p14:xfrm>
                <a:off x="5584500" y="6367328"/>
                <a:ext cx="83880" cy="28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3400CFF-FB24-9D85-AE9E-F9DBDF01D7C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575860" y="6358328"/>
                  <a:ext cx="1015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D3C6D6B-A1CA-AE19-4EF5-934FEC2E5231}"/>
                    </a:ext>
                  </a:extLst>
                </p14:cNvPr>
                <p14:cNvContentPartPr/>
                <p14:nvPr/>
              </p14:nvContentPartPr>
              <p14:xfrm>
                <a:off x="5709780" y="6324488"/>
                <a:ext cx="14040" cy="478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D3C6D6B-A1CA-AE19-4EF5-934FEC2E5231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700780" y="6315488"/>
                  <a:ext cx="316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3947BB9-F7FB-76B0-07A1-AFAECD694AB8}"/>
                    </a:ext>
                  </a:extLst>
                </p14:cNvPr>
                <p14:cNvContentPartPr/>
                <p14:nvPr/>
              </p14:nvContentPartPr>
              <p14:xfrm>
                <a:off x="5813460" y="6346448"/>
                <a:ext cx="39600" cy="2199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3947BB9-F7FB-76B0-07A1-AFAECD694AB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804820" y="6337448"/>
                  <a:ext cx="572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A361958-5BDD-02A3-4967-1339716E0EB3}"/>
                    </a:ext>
                  </a:extLst>
                </p14:cNvPr>
                <p14:cNvContentPartPr/>
                <p14:nvPr/>
              </p14:nvContentPartPr>
              <p14:xfrm>
                <a:off x="5160780" y="6361208"/>
                <a:ext cx="39960" cy="2156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A361958-5BDD-02A3-4967-1339716E0EB3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152140" y="6352568"/>
                  <a:ext cx="576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A4435AE-E675-AB8C-26EC-F77EDF8DD06D}"/>
                    </a:ext>
                  </a:extLst>
                </p14:cNvPr>
                <p14:cNvContentPartPr/>
                <p14:nvPr/>
              </p14:nvContentPartPr>
              <p14:xfrm>
                <a:off x="5941260" y="6420968"/>
                <a:ext cx="141120" cy="1256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A4435AE-E675-AB8C-26EC-F77EDF8DD06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932620" y="6412328"/>
                  <a:ext cx="1587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9B5846C-850F-E1D8-BDA1-612EF87D4363}"/>
                    </a:ext>
                  </a:extLst>
                </p14:cNvPr>
                <p14:cNvContentPartPr/>
                <p14:nvPr/>
              </p14:nvContentPartPr>
              <p14:xfrm>
                <a:off x="6151140" y="6429608"/>
                <a:ext cx="36720" cy="1584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9B5846C-850F-E1D8-BDA1-612EF87D4363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142500" y="6420608"/>
                  <a:ext cx="54360" cy="17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FCE39C9-2D40-0D24-4821-46E376612862}"/>
              </a:ext>
            </a:extLst>
          </p:cNvPr>
          <p:cNvGrpSpPr/>
          <p:nvPr/>
        </p:nvGrpSpPr>
        <p:grpSpPr>
          <a:xfrm>
            <a:off x="6598260" y="6384968"/>
            <a:ext cx="361800" cy="188280"/>
            <a:chOff x="6598260" y="6384968"/>
            <a:chExt cx="361800" cy="18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0A3022D-B290-CA4D-E76C-7A788E004851}"/>
                    </a:ext>
                  </a:extLst>
                </p14:cNvPr>
                <p14:cNvContentPartPr/>
                <p14:nvPr/>
              </p14:nvContentPartPr>
              <p14:xfrm>
                <a:off x="6598260" y="6499088"/>
                <a:ext cx="243000" cy="11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0A3022D-B290-CA4D-E76C-7A788E00485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589620" y="6490088"/>
                  <a:ext cx="2606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387FA61-7991-6C85-2AE3-825AE37379EA}"/>
                    </a:ext>
                  </a:extLst>
                </p14:cNvPr>
                <p14:cNvContentPartPr/>
                <p14:nvPr/>
              </p14:nvContentPartPr>
              <p14:xfrm>
                <a:off x="6626700" y="6442208"/>
                <a:ext cx="163800" cy="288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387FA61-7991-6C85-2AE3-825AE37379EA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618060" y="6433208"/>
                  <a:ext cx="1814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3BBB3DA-BFF5-4C8F-72B2-875E60AC5D97}"/>
                    </a:ext>
                  </a:extLst>
                </p14:cNvPr>
                <p14:cNvContentPartPr/>
                <p14:nvPr/>
              </p14:nvContentPartPr>
              <p14:xfrm>
                <a:off x="6780060" y="6384968"/>
                <a:ext cx="180000" cy="1882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3BBB3DA-BFF5-4C8F-72B2-875E60AC5D9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771060" y="6376328"/>
                  <a:ext cx="197640" cy="2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0185AB2F-E75C-50CB-E751-D0077AB241B7}"/>
              </a:ext>
            </a:extLst>
          </p:cNvPr>
          <p:cNvGrpSpPr/>
          <p:nvPr/>
        </p:nvGrpSpPr>
        <p:grpSpPr>
          <a:xfrm>
            <a:off x="7169220" y="6307208"/>
            <a:ext cx="1127880" cy="231840"/>
            <a:chOff x="7169220" y="6307208"/>
            <a:chExt cx="1127880" cy="23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B5A77D9-9D5E-1DA8-0FCA-0F692CDF93C1}"/>
                    </a:ext>
                  </a:extLst>
                </p14:cNvPr>
                <p14:cNvContentPartPr/>
                <p14:nvPr/>
              </p14:nvContentPartPr>
              <p14:xfrm>
                <a:off x="7282260" y="6383888"/>
                <a:ext cx="165600" cy="1533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B5A77D9-9D5E-1DA8-0FCA-0F692CDF93C1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273260" y="6374888"/>
                  <a:ext cx="1832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134296E-0773-21DF-D47E-D76257E7D9E8}"/>
                    </a:ext>
                  </a:extLst>
                </p14:cNvPr>
                <p14:cNvContentPartPr/>
                <p14:nvPr/>
              </p14:nvContentPartPr>
              <p14:xfrm>
                <a:off x="7309980" y="6464888"/>
                <a:ext cx="93960" cy="68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134296E-0773-21DF-D47E-D76257E7D9E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300980" y="6456248"/>
                  <a:ext cx="1116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1DBB4BE-B2D7-A642-667C-694811684D35}"/>
                    </a:ext>
                  </a:extLst>
                </p14:cNvPr>
                <p14:cNvContentPartPr/>
                <p14:nvPr/>
              </p14:nvContentPartPr>
              <p14:xfrm>
                <a:off x="7522740" y="6343568"/>
                <a:ext cx="30600" cy="1954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1DBB4BE-B2D7-A642-667C-694811684D35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514100" y="6334568"/>
                  <a:ext cx="482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EDA0737-AEC5-42B4-9EEC-1B3E4986FD4F}"/>
                    </a:ext>
                  </a:extLst>
                </p14:cNvPr>
                <p14:cNvContentPartPr/>
                <p14:nvPr/>
              </p14:nvContentPartPr>
              <p14:xfrm>
                <a:off x="7169220" y="6377048"/>
                <a:ext cx="24840" cy="1551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EDA0737-AEC5-42B4-9EEC-1B3E4986FD4F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160580" y="6368408"/>
                  <a:ext cx="424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9490E23-D7A5-0634-F7D1-1D65AC6A915E}"/>
                    </a:ext>
                  </a:extLst>
                </p14:cNvPr>
                <p14:cNvContentPartPr/>
                <p14:nvPr/>
              </p14:nvContentPartPr>
              <p14:xfrm>
                <a:off x="7637220" y="6377408"/>
                <a:ext cx="153000" cy="997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9490E23-D7A5-0634-F7D1-1D65AC6A915E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628220" y="6368408"/>
                  <a:ext cx="1706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F3E665C-8219-B69E-E915-1FD30EFBCB48}"/>
                    </a:ext>
                  </a:extLst>
                </p14:cNvPr>
                <p14:cNvContentPartPr/>
                <p14:nvPr/>
              </p14:nvContentPartPr>
              <p14:xfrm>
                <a:off x="8009460" y="6381368"/>
                <a:ext cx="148680" cy="1036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F3E665C-8219-B69E-E915-1FD30EFBCB4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000820" y="6372368"/>
                  <a:ext cx="1663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E1224E7-55F6-4338-5634-B8E066B13825}"/>
                    </a:ext>
                  </a:extLst>
                </p14:cNvPr>
                <p14:cNvContentPartPr/>
                <p14:nvPr/>
              </p14:nvContentPartPr>
              <p14:xfrm>
                <a:off x="8253900" y="6307208"/>
                <a:ext cx="43200" cy="1825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E1224E7-55F6-4338-5634-B8E066B1382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245260" y="6298208"/>
                  <a:ext cx="608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A86E7C3-030D-FA2C-53AB-32138E84AC06}"/>
                    </a:ext>
                  </a:extLst>
                </p14:cNvPr>
                <p14:cNvContentPartPr/>
                <p14:nvPr/>
              </p14:nvContentPartPr>
              <p14:xfrm>
                <a:off x="7879860" y="6315488"/>
                <a:ext cx="38520" cy="1886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A86E7C3-030D-FA2C-53AB-32138E84AC0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871220" y="6306848"/>
                  <a:ext cx="56160" cy="20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5BBA13D6-8E86-6301-4743-F832798580EA}"/>
                  </a:ext>
                </a:extLst>
              </p14:cNvPr>
              <p14:cNvContentPartPr/>
              <p14:nvPr/>
            </p14:nvContentPartPr>
            <p14:xfrm>
              <a:off x="7292340" y="1968128"/>
              <a:ext cx="1254600" cy="6912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5BBA13D6-8E86-6301-4743-F832798580EA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7283340" y="1959128"/>
                <a:ext cx="1272240" cy="86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3590BF-3794-55A9-AB10-813D47040F63}"/>
              </a:ext>
            </a:extLst>
          </p:cNvPr>
          <p:cNvGrpSpPr/>
          <p:nvPr/>
        </p:nvGrpSpPr>
        <p:grpSpPr>
          <a:xfrm>
            <a:off x="508860" y="381608"/>
            <a:ext cx="2400840" cy="432720"/>
            <a:chOff x="508860" y="381608"/>
            <a:chExt cx="2400840" cy="43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4ADF61E-3F86-969F-3CC6-78D4BE410D46}"/>
                    </a:ext>
                  </a:extLst>
                </p14:cNvPr>
                <p14:cNvContentPartPr/>
                <p14:nvPr/>
              </p14:nvContentPartPr>
              <p14:xfrm>
                <a:off x="508860" y="544328"/>
                <a:ext cx="254160" cy="2311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4ADF61E-3F86-969F-3CC6-78D4BE410D4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00220" y="535328"/>
                  <a:ext cx="2718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DDD41F9-21FA-B327-DDFA-D4B796C13A06}"/>
                    </a:ext>
                  </a:extLst>
                </p14:cNvPr>
                <p14:cNvContentPartPr/>
                <p14:nvPr/>
              </p14:nvContentPartPr>
              <p14:xfrm>
                <a:off x="548460" y="567008"/>
                <a:ext cx="158400" cy="2016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DDD41F9-21FA-B327-DDFA-D4B796C13A0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9460" y="558008"/>
                  <a:ext cx="1760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F4695E6-C4F6-E335-EC7D-4BC2019E4176}"/>
                    </a:ext>
                  </a:extLst>
                </p14:cNvPr>
                <p14:cNvContentPartPr/>
                <p14:nvPr/>
              </p14:nvContentPartPr>
              <p14:xfrm>
                <a:off x="836100" y="466568"/>
                <a:ext cx="114480" cy="333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F4695E6-C4F6-E335-EC7D-4BC2019E417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27460" y="457928"/>
                  <a:ext cx="13212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92A7957-A67C-798F-C633-5708D846EB53}"/>
                    </a:ext>
                  </a:extLst>
                </p14:cNvPr>
                <p14:cNvContentPartPr/>
                <p14:nvPr/>
              </p14:nvContentPartPr>
              <p14:xfrm>
                <a:off x="940140" y="622448"/>
                <a:ext cx="200520" cy="1573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92A7957-A67C-798F-C633-5708D846EB5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31500" y="613448"/>
                  <a:ext cx="2181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8488855-0DA7-32CF-D8C0-BC25EF2D0FDB}"/>
                    </a:ext>
                  </a:extLst>
                </p14:cNvPr>
                <p14:cNvContentPartPr/>
                <p14:nvPr/>
              </p14:nvContentPartPr>
              <p14:xfrm>
                <a:off x="1018620" y="700928"/>
                <a:ext cx="129960" cy="5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8488855-0DA7-32CF-D8C0-BC25EF2D0FD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09620" y="692288"/>
                  <a:ext cx="147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91AD7CB-C9C2-6433-7352-56823CC332E1}"/>
                    </a:ext>
                  </a:extLst>
                </p14:cNvPr>
                <p14:cNvContentPartPr/>
                <p14:nvPr/>
              </p14:nvContentPartPr>
              <p14:xfrm>
                <a:off x="1132380" y="540008"/>
                <a:ext cx="167760" cy="274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91AD7CB-C9C2-6433-7352-56823CC332E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23740" y="531368"/>
                  <a:ext cx="18540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E74C917-B182-365A-8793-32BDE1168C81}"/>
                    </a:ext>
                  </a:extLst>
                </p14:cNvPr>
                <p14:cNvContentPartPr/>
                <p14:nvPr/>
              </p14:nvContentPartPr>
              <p14:xfrm>
                <a:off x="1506780" y="702368"/>
                <a:ext cx="129960" cy="4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E74C917-B182-365A-8793-32BDE1168C8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98140" y="693368"/>
                  <a:ext cx="1476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F484135-5D30-1C05-2F7A-9A697BA3D9C8}"/>
                    </a:ext>
                  </a:extLst>
                </p14:cNvPr>
                <p14:cNvContentPartPr/>
                <p14:nvPr/>
              </p14:nvContentPartPr>
              <p14:xfrm>
                <a:off x="1492380" y="648728"/>
                <a:ext cx="123480" cy="16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F484135-5D30-1C05-2F7A-9A697BA3D9C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83740" y="640088"/>
                  <a:ext cx="1411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52E9C0D-E1D2-2A4A-B33E-5A2910888FC6}"/>
                    </a:ext>
                  </a:extLst>
                </p14:cNvPr>
                <p14:cNvContentPartPr/>
                <p14:nvPr/>
              </p14:nvContentPartPr>
              <p14:xfrm>
                <a:off x="2333700" y="381608"/>
                <a:ext cx="50760" cy="1587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52E9C0D-E1D2-2A4A-B33E-5A2910888FC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25060" y="372608"/>
                  <a:ext cx="684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98381B5-FEC7-205A-E794-921E39CF1D7B}"/>
                    </a:ext>
                  </a:extLst>
                </p14:cNvPr>
                <p14:cNvContentPartPr/>
                <p14:nvPr/>
              </p14:nvContentPartPr>
              <p14:xfrm>
                <a:off x="1766700" y="675368"/>
                <a:ext cx="1143000" cy="165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98381B5-FEC7-205A-E794-921E39CF1D7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58060" y="666368"/>
                  <a:ext cx="116064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B6930E9-295B-B4E4-71C5-E6C28D269CB5}"/>
              </a:ext>
            </a:extLst>
          </p:cNvPr>
          <p:cNvGrpSpPr/>
          <p:nvPr/>
        </p:nvGrpSpPr>
        <p:grpSpPr>
          <a:xfrm>
            <a:off x="1999980" y="815408"/>
            <a:ext cx="961920" cy="254160"/>
            <a:chOff x="1999980" y="815408"/>
            <a:chExt cx="961920" cy="25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63A0A44-6883-EE3A-C050-51F0538584BF}"/>
                    </a:ext>
                  </a:extLst>
                </p14:cNvPr>
                <p14:cNvContentPartPr/>
                <p14:nvPr/>
              </p14:nvContentPartPr>
              <p14:xfrm>
                <a:off x="1999980" y="857888"/>
                <a:ext cx="94320" cy="211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63A0A44-6883-EE3A-C050-51F0538584B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90980" y="849248"/>
                  <a:ext cx="1119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E0C93C6-15E5-ED42-DF99-8DC3B91260F0}"/>
                    </a:ext>
                  </a:extLst>
                </p14:cNvPr>
                <p14:cNvContentPartPr/>
                <p14:nvPr/>
              </p14:nvContentPartPr>
              <p14:xfrm>
                <a:off x="2212020" y="987128"/>
                <a:ext cx="110520" cy="7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E0C93C6-15E5-ED42-DF99-8DC3B91260F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03380" y="978128"/>
                  <a:ext cx="1281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3828876-8410-13C8-B5C2-0A1085D1FF7F}"/>
                    </a:ext>
                  </a:extLst>
                </p14:cNvPr>
                <p14:cNvContentPartPr/>
                <p14:nvPr/>
              </p14:nvContentPartPr>
              <p14:xfrm>
                <a:off x="2412540" y="947528"/>
                <a:ext cx="149040" cy="964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3828876-8410-13C8-B5C2-0A1085D1FF7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03900" y="938528"/>
                  <a:ext cx="1666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A5E1B41-A7DA-D779-153C-072DAD8AE4A8}"/>
                    </a:ext>
                  </a:extLst>
                </p14:cNvPr>
                <p14:cNvContentPartPr/>
                <p14:nvPr/>
              </p14:nvContentPartPr>
              <p14:xfrm>
                <a:off x="2592180" y="905048"/>
                <a:ext cx="145440" cy="161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A5E1B41-A7DA-D779-153C-072DAD8AE4A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583540" y="896408"/>
                  <a:ext cx="1630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D8D6F07-B14C-BBE9-4BC2-4E8F0D028DFD}"/>
                    </a:ext>
                  </a:extLst>
                </p14:cNvPr>
                <p14:cNvContentPartPr/>
                <p14:nvPr/>
              </p14:nvContentPartPr>
              <p14:xfrm>
                <a:off x="2650500" y="996488"/>
                <a:ext cx="98280" cy="21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D8D6F07-B14C-BBE9-4BC2-4E8F0D028DF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641500" y="987488"/>
                  <a:ext cx="1159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FEC7A1D-58DD-5B88-CA3D-6BBD1F37E3F8}"/>
                    </a:ext>
                  </a:extLst>
                </p14:cNvPr>
                <p14:cNvContentPartPr/>
                <p14:nvPr/>
              </p14:nvContentPartPr>
              <p14:xfrm>
                <a:off x="2769300" y="871568"/>
                <a:ext cx="77760" cy="6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FEC7A1D-58DD-5B88-CA3D-6BBD1F37E3F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760660" y="862568"/>
                  <a:ext cx="954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21C4A64-4FC2-F878-7848-1B4B20977C32}"/>
                    </a:ext>
                  </a:extLst>
                </p14:cNvPr>
                <p14:cNvContentPartPr/>
                <p14:nvPr/>
              </p14:nvContentPartPr>
              <p14:xfrm>
                <a:off x="2924820" y="815408"/>
                <a:ext cx="37080" cy="93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21C4A64-4FC2-F878-7848-1B4B20977C3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916180" y="806768"/>
                  <a:ext cx="54720" cy="11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F202237-C7A6-8C46-D30F-6D26A4A0D135}"/>
              </a:ext>
            </a:extLst>
          </p:cNvPr>
          <p:cNvGrpSpPr/>
          <p:nvPr/>
        </p:nvGrpSpPr>
        <p:grpSpPr>
          <a:xfrm>
            <a:off x="620460" y="1414448"/>
            <a:ext cx="641880" cy="384840"/>
            <a:chOff x="620460" y="1414448"/>
            <a:chExt cx="641880" cy="38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5AC3A26-F0CD-5497-830E-371C829B0C5F}"/>
                    </a:ext>
                  </a:extLst>
                </p14:cNvPr>
                <p14:cNvContentPartPr/>
                <p14:nvPr/>
              </p14:nvContentPartPr>
              <p14:xfrm>
                <a:off x="620460" y="1414448"/>
                <a:ext cx="79920" cy="198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5AC3A26-F0CD-5497-830E-371C829B0C5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11460" y="1405448"/>
                  <a:ext cx="975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D088299-AA5F-1E80-45A2-E89085A88746}"/>
                    </a:ext>
                  </a:extLst>
                </p14:cNvPr>
                <p14:cNvContentPartPr/>
                <p14:nvPr/>
              </p14:nvContentPartPr>
              <p14:xfrm>
                <a:off x="757260" y="1537568"/>
                <a:ext cx="101160" cy="741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D088299-AA5F-1E80-45A2-E89085A8874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48260" y="1528928"/>
                  <a:ext cx="1188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80B6054-B5B2-CAAA-CD47-BD6B0BD2045A}"/>
                    </a:ext>
                  </a:extLst>
                </p14:cNvPr>
                <p14:cNvContentPartPr/>
                <p14:nvPr/>
              </p14:nvContentPartPr>
              <p14:xfrm>
                <a:off x="945540" y="1549808"/>
                <a:ext cx="160920" cy="61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80B6054-B5B2-CAAA-CD47-BD6B0BD2045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36540" y="1541168"/>
                  <a:ext cx="1785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3459009-7E71-0DB2-8E13-E5C29F43EA7B}"/>
                    </a:ext>
                  </a:extLst>
                </p14:cNvPr>
                <p14:cNvContentPartPr/>
                <p14:nvPr/>
              </p14:nvContentPartPr>
              <p14:xfrm>
                <a:off x="1162620" y="1546208"/>
                <a:ext cx="99720" cy="253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3459009-7E71-0DB2-8E13-E5C29F43EA7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53620" y="1537568"/>
                  <a:ext cx="117360" cy="27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1D031BC-2C08-9086-E180-583CF113FFC1}"/>
              </a:ext>
            </a:extLst>
          </p:cNvPr>
          <p:cNvGrpSpPr/>
          <p:nvPr/>
        </p:nvGrpSpPr>
        <p:grpSpPr>
          <a:xfrm>
            <a:off x="1509660" y="1386368"/>
            <a:ext cx="1206720" cy="230040"/>
            <a:chOff x="1509660" y="1386368"/>
            <a:chExt cx="1206720" cy="23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A58EC1C-4FDC-BA18-391D-F954AE166C53}"/>
                    </a:ext>
                  </a:extLst>
                </p14:cNvPr>
                <p14:cNvContentPartPr/>
                <p14:nvPr/>
              </p14:nvContentPartPr>
              <p14:xfrm>
                <a:off x="1509660" y="1386368"/>
                <a:ext cx="143640" cy="223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A58EC1C-4FDC-BA18-391D-F954AE166C5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500660" y="1377368"/>
                  <a:ext cx="1612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35002C1-9C76-6CE6-0F3E-B1A3D4D50DD2}"/>
                    </a:ext>
                  </a:extLst>
                </p14:cNvPr>
                <p14:cNvContentPartPr/>
                <p14:nvPr/>
              </p14:nvContentPartPr>
              <p14:xfrm>
                <a:off x="1729980" y="1537568"/>
                <a:ext cx="36000" cy="69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35002C1-9C76-6CE6-0F3E-B1A3D4D50DD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720980" y="1528928"/>
                  <a:ext cx="536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9D1AD56-68CF-01FC-F39E-CF0343AEB2EE}"/>
                    </a:ext>
                  </a:extLst>
                </p14:cNvPr>
                <p14:cNvContentPartPr/>
                <p14:nvPr/>
              </p14:nvContentPartPr>
              <p14:xfrm>
                <a:off x="1704060" y="1423448"/>
                <a:ext cx="5040" cy="12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9D1AD56-68CF-01FC-F39E-CF0343AEB2E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695060" y="1414448"/>
                  <a:ext cx="226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91E8DF3-493A-9F9F-BFC8-B8132C1B70A5}"/>
                    </a:ext>
                  </a:extLst>
                </p14:cNvPr>
                <p14:cNvContentPartPr/>
                <p14:nvPr/>
              </p14:nvContentPartPr>
              <p14:xfrm>
                <a:off x="1802700" y="1464848"/>
                <a:ext cx="89280" cy="1432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91E8DF3-493A-9F9F-BFC8-B8132C1B70A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793700" y="1456208"/>
                  <a:ext cx="1069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5452561-B49B-5266-0345-8839DE998896}"/>
                    </a:ext>
                  </a:extLst>
                </p14:cNvPr>
                <p14:cNvContentPartPr/>
                <p14:nvPr/>
              </p14:nvContentPartPr>
              <p14:xfrm>
                <a:off x="1963620" y="1558448"/>
                <a:ext cx="32400" cy="45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5452561-B49B-5266-0345-8839DE99889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954980" y="1549808"/>
                  <a:ext cx="500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791C32E-C7D9-1043-4663-1E02F671A246}"/>
                    </a:ext>
                  </a:extLst>
                </p14:cNvPr>
                <p14:cNvContentPartPr/>
                <p14:nvPr/>
              </p14:nvContentPartPr>
              <p14:xfrm>
                <a:off x="1943100" y="1433888"/>
                <a:ext cx="39960" cy="34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791C32E-C7D9-1043-4663-1E02F671A24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934100" y="1424888"/>
                  <a:ext cx="576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5432A19-20C8-79A7-7DBB-A6ED6A28F069}"/>
                    </a:ext>
                  </a:extLst>
                </p14:cNvPr>
                <p14:cNvContentPartPr/>
                <p14:nvPr/>
              </p14:nvContentPartPr>
              <p14:xfrm>
                <a:off x="2083140" y="1496168"/>
                <a:ext cx="119520" cy="115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5432A19-20C8-79A7-7DBB-A6ED6A28F06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074500" y="1487168"/>
                  <a:ext cx="1371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990A50B-E595-E7E9-5570-BCD390BAEBEE}"/>
                    </a:ext>
                  </a:extLst>
                </p14:cNvPr>
                <p14:cNvContentPartPr/>
                <p14:nvPr/>
              </p14:nvContentPartPr>
              <p14:xfrm>
                <a:off x="2239020" y="1542968"/>
                <a:ext cx="34200" cy="72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990A50B-E595-E7E9-5570-BCD390BAEBE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230380" y="1533968"/>
                  <a:ext cx="518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04FDA8E-0B40-9FE2-7AC0-4AA9238A11CD}"/>
                    </a:ext>
                  </a:extLst>
                </p14:cNvPr>
                <p14:cNvContentPartPr/>
                <p14:nvPr/>
              </p14:nvContentPartPr>
              <p14:xfrm>
                <a:off x="2192220" y="1427048"/>
                <a:ext cx="7560" cy="15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04FDA8E-0B40-9FE2-7AC0-4AA9238A11C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183580" y="1418408"/>
                  <a:ext cx="252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4B5345F-B04A-0E58-D66E-E609E01D625E}"/>
                    </a:ext>
                  </a:extLst>
                </p14:cNvPr>
                <p14:cNvContentPartPr/>
                <p14:nvPr/>
              </p14:nvContentPartPr>
              <p14:xfrm>
                <a:off x="2363220" y="1527128"/>
                <a:ext cx="84960" cy="89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4B5345F-B04A-0E58-D66E-E609E01D625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354220" y="1518488"/>
                  <a:ext cx="1026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5F4B0E1-E16E-A919-D58E-B26BEFC18880}"/>
                    </a:ext>
                  </a:extLst>
                </p14:cNvPr>
                <p14:cNvContentPartPr/>
                <p14:nvPr/>
              </p14:nvContentPartPr>
              <p14:xfrm>
                <a:off x="2524860" y="1532528"/>
                <a:ext cx="191520" cy="78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5F4B0E1-E16E-A919-D58E-B26BEFC1888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515860" y="1523528"/>
                  <a:ext cx="209160" cy="9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4BAD843F-0F9C-9E8A-56ED-4A70C0413EE4}"/>
                  </a:ext>
                </a:extLst>
              </p14:cNvPr>
              <p14:cNvContentPartPr/>
              <p14:nvPr/>
            </p14:nvContentPartPr>
            <p14:xfrm>
              <a:off x="1636020" y="1866248"/>
              <a:ext cx="73080" cy="15480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4BAD843F-0F9C-9E8A-56ED-4A70C0413EE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627380" y="1857608"/>
                <a:ext cx="90720" cy="17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F9585C25-3BB0-3134-8DD5-29F549DBD70B}"/>
              </a:ext>
            </a:extLst>
          </p:cNvPr>
          <p:cNvGrpSpPr/>
          <p:nvPr/>
        </p:nvGrpSpPr>
        <p:grpSpPr>
          <a:xfrm>
            <a:off x="519300" y="2202128"/>
            <a:ext cx="2202480" cy="703440"/>
            <a:chOff x="519300" y="2202128"/>
            <a:chExt cx="2202480" cy="70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F386D9C-5C88-6F91-C0E1-3658A629FB58}"/>
                    </a:ext>
                  </a:extLst>
                </p14:cNvPr>
                <p14:cNvContentPartPr/>
                <p14:nvPr/>
              </p14:nvContentPartPr>
              <p14:xfrm>
                <a:off x="1797300" y="2353328"/>
                <a:ext cx="57240" cy="185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F386D9C-5C88-6F91-C0E1-3658A629FB5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788660" y="2344688"/>
                  <a:ext cx="748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7E7C792-BFF3-D43B-3036-247C1E1C96B7}"/>
                    </a:ext>
                  </a:extLst>
                </p14:cNvPr>
                <p14:cNvContentPartPr/>
                <p14:nvPr/>
              </p14:nvContentPartPr>
              <p14:xfrm>
                <a:off x="1511460" y="2202128"/>
                <a:ext cx="1127880" cy="3391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7E7C792-BFF3-D43B-3036-247C1E1C96B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502460" y="2193128"/>
                  <a:ext cx="114552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A27713D-950D-C1D7-F85D-CE05E10EE4D4}"/>
                    </a:ext>
                  </a:extLst>
                </p14:cNvPr>
                <p14:cNvContentPartPr/>
                <p14:nvPr/>
              </p14:nvContentPartPr>
              <p14:xfrm>
                <a:off x="519300" y="2399408"/>
                <a:ext cx="113400" cy="195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A27713D-950D-C1D7-F85D-CE05E10EE4D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10300" y="2390408"/>
                  <a:ext cx="1310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F7725BE-002A-FFCE-232F-F86E180504CD}"/>
                    </a:ext>
                  </a:extLst>
                </p14:cNvPr>
                <p14:cNvContentPartPr/>
                <p14:nvPr/>
              </p14:nvContentPartPr>
              <p14:xfrm>
                <a:off x="726300" y="2511008"/>
                <a:ext cx="126000" cy="79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F7725BE-002A-FFCE-232F-F86E180504C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17300" y="2502368"/>
                  <a:ext cx="1436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3C645B2-5EB9-817B-054A-91917CB112F9}"/>
                    </a:ext>
                  </a:extLst>
                </p14:cNvPr>
                <p14:cNvContentPartPr/>
                <p14:nvPr/>
              </p14:nvContentPartPr>
              <p14:xfrm>
                <a:off x="966060" y="2468528"/>
                <a:ext cx="147240" cy="106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3C645B2-5EB9-817B-054A-91917CB112F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57060" y="2459888"/>
                  <a:ext cx="1648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69FE3BD-C850-602A-A37F-5D65B788E479}"/>
                    </a:ext>
                  </a:extLst>
                </p14:cNvPr>
                <p14:cNvContentPartPr/>
                <p14:nvPr/>
              </p14:nvContentPartPr>
              <p14:xfrm>
                <a:off x="1121940" y="2410568"/>
                <a:ext cx="129600" cy="1616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69FE3BD-C850-602A-A37F-5D65B788E47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13300" y="2401568"/>
                  <a:ext cx="1472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4958DFB-1D10-330E-6EA4-2D589243A5DB}"/>
                    </a:ext>
                  </a:extLst>
                </p14:cNvPr>
                <p14:cNvContentPartPr/>
                <p14:nvPr/>
              </p14:nvContentPartPr>
              <p14:xfrm>
                <a:off x="1167300" y="2486528"/>
                <a:ext cx="100800" cy="12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4958DFB-1D10-330E-6EA4-2D589243A5D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58300" y="2477888"/>
                  <a:ext cx="1184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41C8461-DB74-F781-85FE-1BF28D3BC5BB}"/>
                    </a:ext>
                  </a:extLst>
                </p14:cNvPr>
                <p14:cNvContentPartPr/>
                <p14:nvPr/>
              </p14:nvContentPartPr>
              <p14:xfrm>
                <a:off x="1221660" y="2328488"/>
                <a:ext cx="139680" cy="147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41C8461-DB74-F781-85FE-1BF28D3BC5B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213020" y="2319488"/>
                  <a:ext cx="1573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973294B-E950-E77D-215B-261B16BD8416}"/>
                    </a:ext>
                  </a:extLst>
                </p14:cNvPr>
                <p14:cNvContentPartPr/>
                <p14:nvPr/>
              </p14:nvContentPartPr>
              <p14:xfrm>
                <a:off x="1345500" y="2249288"/>
                <a:ext cx="74160" cy="140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973294B-E950-E77D-215B-261B16BD841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336500" y="2240648"/>
                  <a:ext cx="918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09B4449-7939-AC2B-00FB-7CAD0D118AF7}"/>
                    </a:ext>
                  </a:extLst>
                </p14:cNvPr>
                <p14:cNvContentPartPr/>
                <p14:nvPr/>
              </p14:nvContentPartPr>
              <p14:xfrm>
                <a:off x="1855260" y="2728088"/>
                <a:ext cx="79920" cy="177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09B4449-7939-AC2B-00FB-7CAD0D118AF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846260" y="2719088"/>
                  <a:ext cx="975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28185DB-9DC8-53A9-9699-8E3ABC6F131E}"/>
                    </a:ext>
                  </a:extLst>
                </p14:cNvPr>
                <p14:cNvContentPartPr/>
                <p14:nvPr/>
              </p14:nvContentPartPr>
              <p14:xfrm>
                <a:off x="2016180" y="2820968"/>
                <a:ext cx="114120" cy="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28185DB-9DC8-53A9-9699-8E3ABC6F131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007180" y="2811968"/>
                  <a:ext cx="131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3B1C0AC-C771-7035-F5D2-26D91E22D9CB}"/>
                    </a:ext>
                  </a:extLst>
                </p14:cNvPr>
                <p14:cNvContentPartPr/>
                <p14:nvPr/>
              </p14:nvContentPartPr>
              <p14:xfrm>
                <a:off x="2196180" y="2758688"/>
                <a:ext cx="151560" cy="104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3B1C0AC-C771-7035-F5D2-26D91E22D9C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187540" y="2750048"/>
                  <a:ext cx="1692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A893AB6-1EFE-E69B-FA1F-983820231920}"/>
                    </a:ext>
                  </a:extLst>
                </p14:cNvPr>
                <p14:cNvContentPartPr/>
                <p14:nvPr/>
              </p14:nvContentPartPr>
              <p14:xfrm>
                <a:off x="2379420" y="2725568"/>
                <a:ext cx="166320" cy="159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A893AB6-1EFE-E69B-FA1F-98382023192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370420" y="2716568"/>
                  <a:ext cx="1839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696C306-D4A8-BDEB-6E2C-493EB400022D}"/>
                    </a:ext>
                  </a:extLst>
                </p14:cNvPr>
                <p14:cNvContentPartPr/>
                <p14:nvPr/>
              </p14:nvContentPartPr>
              <p14:xfrm>
                <a:off x="2453220" y="2809808"/>
                <a:ext cx="103320" cy="21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696C306-D4A8-BDEB-6E2C-493EB400022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44220" y="2800808"/>
                  <a:ext cx="1209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007D71-2E13-262C-1F6B-15A04E415E18}"/>
                    </a:ext>
                  </a:extLst>
                </p14:cNvPr>
                <p14:cNvContentPartPr/>
                <p14:nvPr/>
              </p14:nvContentPartPr>
              <p14:xfrm>
                <a:off x="2519820" y="2653568"/>
                <a:ext cx="124920" cy="27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007D71-2E13-262C-1F6B-15A04E415E1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511180" y="2644568"/>
                  <a:ext cx="1425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065F2BD-3CE5-3D28-9C57-4115DB0CA040}"/>
                    </a:ext>
                  </a:extLst>
                </p14:cNvPr>
                <p14:cNvContentPartPr/>
                <p14:nvPr/>
              </p14:nvContentPartPr>
              <p14:xfrm>
                <a:off x="2670300" y="2602808"/>
                <a:ext cx="51480" cy="103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065F2BD-3CE5-3D28-9C57-4115DB0CA04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661300" y="2593808"/>
                  <a:ext cx="69120" cy="12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AD2F9501-ABD9-1E31-8816-E6AAF6ED0C58}"/>
                  </a:ext>
                </a:extLst>
              </p14:cNvPr>
              <p14:cNvContentPartPr/>
              <p14:nvPr/>
            </p14:nvContentPartPr>
            <p14:xfrm>
              <a:off x="1768140" y="2992328"/>
              <a:ext cx="1053360" cy="1656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AD2F9501-ABD9-1E31-8816-E6AAF6ED0C58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759140" y="2983328"/>
                <a:ext cx="1071000" cy="3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252ADC45-10BB-DA71-6AD5-1840F8559323}"/>
              </a:ext>
            </a:extLst>
          </p:cNvPr>
          <p:cNvGrpSpPr/>
          <p:nvPr/>
        </p:nvGrpSpPr>
        <p:grpSpPr>
          <a:xfrm>
            <a:off x="2233620" y="3122288"/>
            <a:ext cx="548280" cy="228960"/>
            <a:chOff x="2233620" y="3122288"/>
            <a:chExt cx="548280" cy="22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5CC3163-1438-D66F-7D95-309C0F0DB6FD}"/>
                    </a:ext>
                  </a:extLst>
                </p14:cNvPr>
                <p14:cNvContentPartPr/>
                <p14:nvPr/>
              </p14:nvContentPartPr>
              <p14:xfrm>
                <a:off x="2233620" y="3240728"/>
                <a:ext cx="131760" cy="93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5CC3163-1438-D66F-7D95-309C0F0DB6F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224620" y="3232088"/>
                  <a:ext cx="1494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80F6AC8-9124-3EC9-7B1A-8C852E394909}"/>
                    </a:ext>
                  </a:extLst>
                </p14:cNvPr>
                <p14:cNvContentPartPr/>
                <p14:nvPr/>
              </p14:nvContentPartPr>
              <p14:xfrm>
                <a:off x="2413620" y="3177728"/>
                <a:ext cx="148320" cy="1735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80F6AC8-9124-3EC9-7B1A-8C852E39490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404980" y="3168728"/>
                  <a:ext cx="1659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8FFD2D4-5322-9D53-1C86-CD11D4CFAA24}"/>
                    </a:ext>
                  </a:extLst>
                </p14:cNvPr>
                <p14:cNvContentPartPr/>
                <p14:nvPr/>
              </p14:nvContentPartPr>
              <p14:xfrm>
                <a:off x="2435580" y="3261968"/>
                <a:ext cx="120600" cy="165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8FFD2D4-5322-9D53-1C86-CD11D4CFAA2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426940" y="3252968"/>
                  <a:ext cx="1382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B5E947A-7DE0-79A8-A496-7372614A49F3}"/>
                    </a:ext>
                  </a:extLst>
                </p14:cNvPr>
                <p14:cNvContentPartPr/>
                <p14:nvPr/>
              </p14:nvContentPartPr>
              <p14:xfrm>
                <a:off x="2545740" y="3173048"/>
                <a:ext cx="104040" cy="64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B5E947A-7DE0-79A8-A496-7372614A49F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536740" y="3164408"/>
                  <a:ext cx="1216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467B9C0-709A-F47B-DBD3-2BC0FD02F03E}"/>
                    </a:ext>
                  </a:extLst>
                </p14:cNvPr>
                <p14:cNvContentPartPr/>
                <p14:nvPr/>
              </p14:nvContentPartPr>
              <p14:xfrm>
                <a:off x="2751300" y="3122288"/>
                <a:ext cx="30600" cy="820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467B9C0-709A-F47B-DBD3-2BC0FD02F03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742300" y="3113648"/>
                  <a:ext cx="48240" cy="9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712649E-3287-237F-D688-D85819115833}"/>
              </a:ext>
            </a:extLst>
          </p:cNvPr>
          <p:cNvGrpSpPr/>
          <p:nvPr/>
        </p:nvGrpSpPr>
        <p:grpSpPr>
          <a:xfrm>
            <a:off x="1829700" y="1792088"/>
            <a:ext cx="872640" cy="245520"/>
            <a:chOff x="1829700" y="1792088"/>
            <a:chExt cx="872640" cy="24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E90E7B3-AF2F-C190-CCE8-9393AB35C5A3}"/>
                    </a:ext>
                  </a:extLst>
                </p14:cNvPr>
                <p14:cNvContentPartPr/>
                <p14:nvPr/>
              </p14:nvContentPartPr>
              <p14:xfrm>
                <a:off x="1900980" y="1904768"/>
                <a:ext cx="56160" cy="1065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E90E7B3-AF2F-C190-CCE8-9393AB35C5A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892340" y="1896128"/>
                  <a:ext cx="738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3BFFDAD-8161-D24F-2DBF-C33577C1E0AC}"/>
                    </a:ext>
                  </a:extLst>
                </p14:cNvPr>
                <p14:cNvContentPartPr/>
                <p14:nvPr/>
              </p14:nvContentPartPr>
              <p14:xfrm>
                <a:off x="1829700" y="1963808"/>
                <a:ext cx="150120" cy="3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3BFFDAD-8161-D24F-2DBF-C33577C1E0A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820700" y="1954808"/>
                  <a:ext cx="167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61FDE7F-4147-7FB8-2224-56A69E3BE2CA}"/>
                    </a:ext>
                  </a:extLst>
                </p14:cNvPr>
                <p14:cNvContentPartPr/>
                <p14:nvPr/>
              </p14:nvContentPartPr>
              <p14:xfrm>
                <a:off x="2134620" y="1920968"/>
                <a:ext cx="130680" cy="87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61FDE7F-4147-7FB8-2224-56A69E3BE2C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125980" y="1912328"/>
                  <a:ext cx="1483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B31E8D6-2D38-3462-A762-99401E68EFF7}"/>
                    </a:ext>
                  </a:extLst>
                </p14:cNvPr>
                <p14:cNvContentPartPr/>
                <p14:nvPr/>
              </p14:nvContentPartPr>
              <p14:xfrm>
                <a:off x="2301300" y="1873808"/>
                <a:ext cx="222480" cy="1638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B31E8D6-2D38-3462-A762-99401E68EFF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292660" y="1865168"/>
                  <a:ext cx="2401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D699BA0-6F78-D292-BB6B-93D087C8F39D}"/>
                    </a:ext>
                  </a:extLst>
                </p14:cNvPr>
                <p14:cNvContentPartPr/>
                <p14:nvPr/>
              </p14:nvContentPartPr>
              <p14:xfrm>
                <a:off x="2379420" y="1953368"/>
                <a:ext cx="130320" cy="104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D699BA0-6F78-D292-BB6B-93D087C8F39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370420" y="1944728"/>
                  <a:ext cx="1479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45B73FD-F6DF-7C5A-D531-BD89B2F8F01F}"/>
                    </a:ext>
                  </a:extLst>
                </p14:cNvPr>
                <p14:cNvContentPartPr/>
                <p14:nvPr/>
              </p14:nvContentPartPr>
              <p14:xfrm>
                <a:off x="2523780" y="1857608"/>
                <a:ext cx="84600" cy="79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45B73FD-F6DF-7C5A-D531-BD89B2F8F01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515140" y="1848608"/>
                  <a:ext cx="1022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A41CFA9-9E11-5AAA-7F3A-7D6AAFCAAEC3}"/>
                    </a:ext>
                  </a:extLst>
                </p14:cNvPr>
                <p14:cNvContentPartPr/>
                <p14:nvPr/>
              </p14:nvContentPartPr>
              <p14:xfrm>
                <a:off x="2644380" y="1792088"/>
                <a:ext cx="57960" cy="882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A41CFA9-9E11-5AAA-7F3A-7D6AAFCAAEC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635380" y="1783448"/>
                  <a:ext cx="75600" cy="10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621AC0FB-9D48-D068-7597-5A022823E5D0}"/>
              </a:ext>
            </a:extLst>
          </p:cNvPr>
          <p:cNvGrpSpPr/>
          <p:nvPr/>
        </p:nvGrpSpPr>
        <p:grpSpPr>
          <a:xfrm>
            <a:off x="2253420" y="3440528"/>
            <a:ext cx="1533960" cy="307080"/>
            <a:chOff x="2253420" y="3440528"/>
            <a:chExt cx="1533960" cy="30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FFB3141-3EF6-826B-892B-646CF09DB4CC}"/>
                    </a:ext>
                  </a:extLst>
                </p14:cNvPr>
                <p14:cNvContentPartPr/>
                <p14:nvPr/>
              </p14:nvContentPartPr>
              <p14:xfrm>
                <a:off x="2253420" y="3630608"/>
                <a:ext cx="127800" cy="1126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FFB3141-3EF6-826B-892B-646CF09DB4C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244420" y="3621968"/>
                  <a:ext cx="1454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3335191-DCE8-0E9D-F566-3A5C7D571FB6}"/>
                    </a:ext>
                  </a:extLst>
                </p14:cNvPr>
                <p14:cNvContentPartPr/>
                <p14:nvPr/>
              </p14:nvContentPartPr>
              <p14:xfrm>
                <a:off x="2446740" y="3605048"/>
                <a:ext cx="145440" cy="1414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3335191-DCE8-0E9D-F566-3A5C7D571FB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438100" y="3596048"/>
                  <a:ext cx="1630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2C0A98C-CB71-EA81-3432-7B5B6658F8A0}"/>
                    </a:ext>
                  </a:extLst>
                </p14:cNvPr>
                <p14:cNvContentPartPr/>
                <p14:nvPr/>
              </p14:nvContentPartPr>
              <p14:xfrm>
                <a:off x="2498220" y="3683168"/>
                <a:ext cx="115200" cy="57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2C0A98C-CB71-EA81-3432-7B5B6658F8A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489580" y="3674528"/>
                  <a:ext cx="132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CC5E6C1-1975-211D-A3EA-7A9E5A607065}"/>
                    </a:ext>
                  </a:extLst>
                </p14:cNvPr>
                <p14:cNvContentPartPr/>
                <p14:nvPr/>
              </p14:nvContentPartPr>
              <p14:xfrm>
                <a:off x="2604060" y="3547808"/>
                <a:ext cx="113040" cy="165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CC5E6C1-1975-211D-A3EA-7A9E5A60706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595420" y="3538808"/>
                  <a:ext cx="1306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97A9EFE-09F8-DC31-AC25-A7913B6790E3}"/>
                    </a:ext>
                  </a:extLst>
                </p14:cNvPr>
                <p14:cNvContentPartPr/>
                <p14:nvPr/>
              </p14:nvContentPartPr>
              <p14:xfrm>
                <a:off x="2768940" y="3496328"/>
                <a:ext cx="52560" cy="838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97A9EFE-09F8-DC31-AC25-A7913B6790E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760300" y="3487688"/>
                  <a:ext cx="702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04AA5F3-67BC-7C40-B186-6358EDADC34F}"/>
                    </a:ext>
                  </a:extLst>
                </p14:cNvPr>
                <p14:cNvContentPartPr/>
                <p14:nvPr/>
              </p14:nvContentPartPr>
              <p14:xfrm>
                <a:off x="2883780" y="3690368"/>
                <a:ext cx="98640" cy="18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04AA5F3-67BC-7C40-B186-6358EDADC34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875140" y="3681728"/>
                  <a:ext cx="1162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D3FB821-FB5C-04B0-82D2-3227B0763C57}"/>
                    </a:ext>
                  </a:extLst>
                </p14:cNvPr>
                <p14:cNvContentPartPr/>
                <p14:nvPr/>
              </p14:nvContentPartPr>
              <p14:xfrm>
                <a:off x="3085020" y="3629888"/>
                <a:ext cx="180000" cy="117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D3FB821-FB5C-04B0-82D2-3227B0763C5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076380" y="3620888"/>
                  <a:ext cx="1976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15450D5-2751-E925-6955-4279C6152976}"/>
                    </a:ext>
                  </a:extLst>
                </p14:cNvPr>
                <p14:cNvContentPartPr/>
                <p14:nvPr/>
              </p14:nvContentPartPr>
              <p14:xfrm>
                <a:off x="3205260" y="3517208"/>
                <a:ext cx="140400" cy="777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15450D5-2751-E925-6955-4279C615297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196620" y="3508568"/>
                  <a:ext cx="1580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30FB620-197A-2267-4FF6-CC99B5D01510}"/>
                    </a:ext>
                  </a:extLst>
                </p14:cNvPr>
                <p14:cNvContentPartPr/>
                <p14:nvPr/>
              </p14:nvContentPartPr>
              <p14:xfrm>
                <a:off x="3423780" y="3612608"/>
                <a:ext cx="129960" cy="1339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30FB620-197A-2267-4FF6-CC99B5D0151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414780" y="3603608"/>
                  <a:ext cx="1476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EC819F8-758F-21C4-7EDF-61E9753A5295}"/>
                    </a:ext>
                  </a:extLst>
                </p14:cNvPr>
                <p14:cNvContentPartPr/>
                <p14:nvPr/>
              </p14:nvContentPartPr>
              <p14:xfrm>
                <a:off x="3438180" y="3667688"/>
                <a:ext cx="105120" cy="111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EC819F8-758F-21C4-7EDF-61E9753A529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429540" y="3658688"/>
                  <a:ext cx="1227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37BC0CB-467F-EBA5-1473-588B65A0598A}"/>
                    </a:ext>
                  </a:extLst>
                </p14:cNvPr>
                <p14:cNvContentPartPr/>
                <p14:nvPr/>
              </p14:nvContentPartPr>
              <p14:xfrm>
                <a:off x="3511980" y="3516128"/>
                <a:ext cx="124920" cy="111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37BC0CB-467F-EBA5-1473-588B65A0598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502980" y="3507488"/>
                  <a:ext cx="1425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41856E8-B577-E151-DD22-42A5545547A4}"/>
                    </a:ext>
                  </a:extLst>
                </p14:cNvPr>
                <p14:cNvContentPartPr/>
                <p14:nvPr/>
              </p14:nvContentPartPr>
              <p14:xfrm>
                <a:off x="3626100" y="3440528"/>
                <a:ext cx="161280" cy="1029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41856E8-B577-E151-DD22-42A5545547A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617460" y="3431888"/>
                  <a:ext cx="178920" cy="12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8DF04819-88DE-4282-14EF-E22A35819C60}"/>
                  </a:ext>
                </a:extLst>
              </p14:cNvPr>
              <p14:cNvContentPartPr/>
              <p14:nvPr/>
            </p14:nvContentPartPr>
            <p14:xfrm>
              <a:off x="2169180" y="3906728"/>
              <a:ext cx="1534320" cy="3600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8DF04819-88DE-4282-14EF-E22A35819C60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160540" y="3898088"/>
                <a:ext cx="1551960" cy="5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A2F0E31D-E1B3-5973-A91A-9C15664DD03A}"/>
              </a:ext>
            </a:extLst>
          </p:cNvPr>
          <p:cNvGrpSpPr/>
          <p:nvPr/>
        </p:nvGrpSpPr>
        <p:grpSpPr>
          <a:xfrm>
            <a:off x="3162780" y="4016168"/>
            <a:ext cx="723240" cy="287280"/>
            <a:chOff x="3162780" y="4016168"/>
            <a:chExt cx="723240" cy="28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CB7F90A-99A4-8C04-3DCF-9045CF73CA70}"/>
                    </a:ext>
                  </a:extLst>
                </p14:cNvPr>
                <p14:cNvContentPartPr/>
                <p14:nvPr/>
              </p14:nvContentPartPr>
              <p14:xfrm>
                <a:off x="3162780" y="4177808"/>
                <a:ext cx="156600" cy="1256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CB7F90A-99A4-8C04-3DCF-9045CF73CA7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154140" y="4168808"/>
                  <a:ext cx="1742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679D4A5-D74D-BE20-F0E0-51E27FD9BB15}"/>
                    </a:ext>
                  </a:extLst>
                </p14:cNvPr>
                <p14:cNvContentPartPr/>
                <p14:nvPr/>
              </p14:nvContentPartPr>
              <p14:xfrm>
                <a:off x="3252060" y="4053608"/>
                <a:ext cx="190080" cy="1044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679D4A5-D74D-BE20-F0E0-51E27FD9BB1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243420" y="4044608"/>
                  <a:ext cx="2077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6267C09-5210-5F24-DE7C-FE5C5AD4E400}"/>
                    </a:ext>
                  </a:extLst>
                </p14:cNvPr>
                <p14:cNvContentPartPr/>
                <p14:nvPr/>
              </p14:nvContentPartPr>
              <p14:xfrm>
                <a:off x="3486060" y="4136408"/>
                <a:ext cx="135000" cy="1612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6267C09-5210-5F24-DE7C-FE5C5AD4E40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477060" y="4127408"/>
                  <a:ext cx="1526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84FA509-300D-BCA7-DCCF-3986A9D72403}"/>
                    </a:ext>
                  </a:extLst>
                </p14:cNvPr>
                <p14:cNvContentPartPr/>
                <p14:nvPr/>
              </p14:nvContentPartPr>
              <p14:xfrm>
                <a:off x="3511980" y="4217768"/>
                <a:ext cx="161280" cy="219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84FA509-300D-BCA7-DCCF-3986A9D7240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503340" y="4209128"/>
                  <a:ext cx="1789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AD2AF4D-B114-54D2-D335-9E5B3F97F602}"/>
                    </a:ext>
                  </a:extLst>
                </p14:cNvPr>
                <p14:cNvContentPartPr/>
                <p14:nvPr/>
              </p14:nvContentPartPr>
              <p14:xfrm>
                <a:off x="3625740" y="4082768"/>
                <a:ext cx="109800" cy="115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AD2AF4D-B114-54D2-D335-9E5B3F97F60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617100" y="4074128"/>
                  <a:ext cx="127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69A2661-4DFC-BDB1-487D-04411560435D}"/>
                    </a:ext>
                  </a:extLst>
                </p14:cNvPr>
                <p14:cNvContentPartPr/>
                <p14:nvPr/>
              </p14:nvContentPartPr>
              <p14:xfrm>
                <a:off x="3745620" y="4016168"/>
                <a:ext cx="140400" cy="1101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69A2661-4DFC-BDB1-487D-04411560435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736980" y="4007168"/>
                  <a:ext cx="15804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196872AB-2C6A-2D5D-F256-331E2FFE0E7E}"/>
              </a:ext>
            </a:extLst>
          </p:cNvPr>
          <p:cNvGrpSpPr/>
          <p:nvPr/>
        </p:nvGrpSpPr>
        <p:grpSpPr>
          <a:xfrm>
            <a:off x="2845980" y="1753928"/>
            <a:ext cx="1170000" cy="290880"/>
            <a:chOff x="2845980" y="1753928"/>
            <a:chExt cx="1170000" cy="29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8F15C85-03E7-1893-8C80-C6F33A1593FB}"/>
                    </a:ext>
                  </a:extLst>
                </p14:cNvPr>
                <p14:cNvContentPartPr/>
                <p14:nvPr/>
              </p14:nvContentPartPr>
              <p14:xfrm>
                <a:off x="2868300" y="1861928"/>
                <a:ext cx="53280" cy="1069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8F15C85-03E7-1893-8C80-C6F33A1593F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859660" y="1852928"/>
                  <a:ext cx="709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27AE6E1-9400-AC61-4E50-D3F0AD393340}"/>
                    </a:ext>
                  </a:extLst>
                </p14:cNvPr>
                <p14:cNvContentPartPr/>
                <p14:nvPr/>
              </p14:nvContentPartPr>
              <p14:xfrm>
                <a:off x="2845980" y="1932848"/>
                <a:ext cx="126000" cy="158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27AE6E1-9400-AC61-4E50-D3F0AD39334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837340" y="1923848"/>
                  <a:ext cx="1436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47AB847-E198-86BF-F7D7-1F304DCB3EC4}"/>
                    </a:ext>
                  </a:extLst>
                </p14:cNvPr>
                <p14:cNvContentPartPr/>
                <p14:nvPr/>
              </p14:nvContentPartPr>
              <p14:xfrm>
                <a:off x="3142260" y="1921688"/>
                <a:ext cx="148320" cy="1231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47AB847-E198-86BF-F7D7-1F304DCB3EC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133620" y="1912688"/>
                  <a:ext cx="1659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1EBABDE-BC3F-5C6F-E4E6-44C5514E2098}"/>
                    </a:ext>
                  </a:extLst>
                </p14:cNvPr>
                <p14:cNvContentPartPr/>
                <p14:nvPr/>
              </p14:nvContentPartPr>
              <p14:xfrm>
                <a:off x="3210660" y="1786328"/>
                <a:ext cx="140040" cy="950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1EBABDE-BC3F-5C6F-E4E6-44C5514E209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201660" y="1777328"/>
                  <a:ext cx="1576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B8ED17A-2161-F3E6-DBC7-2B3A2032EB5F}"/>
                    </a:ext>
                  </a:extLst>
                </p14:cNvPr>
                <p14:cNvContentPartPr/>
                <p14:nvPr/>
              </p14:nvContentPartPr>
              <p14:xfrm>
                <a:off x="3413340" y="1899368"/>
                <a:ext cx="113760" cy="1274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B8ED17A-2161-F3E6-DBC7-2B3A2032EB5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404340" y="1890728"/>
                  <a:ext cx="1314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C0B22B2-2DA6-BEE8-14CA-9BB68A26164D}"/>
                    </a:ext>
                  </a:extLst>
                </p14:cNvPr>
                <p14:cNvContentPartPr/>
                <p14:nvPr/>
              </p14:nvContentPartPr>
              <p14:xfrm>
                <a:off x="3454740" y="1953728"/>
                <a:ext cx="119880" cy="208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C0B22B2-2DA6-BEE8-14CA-9BB68A26164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446100" y="1944728"/>
                  <a:ext cx="1375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ED9DF1C-B989-6EAD-E86E-8876AA68A351}"/>
                    </a:ext>
                  </a:extLst>
                </p14:cNvPr>
                <p14:cNvContentPartPr/>
                <p14:nvPr/>
              </p14:nvContentPartPr>
              <p14:xfrm>
                <a:off x="3543660" y="1832768"/>
                <a:ext cx="124560" cy="273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ED9DF1C-B989-6EAD-E86E-8876AA68A35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534660" y="1823768"/>
                  <a:ext cx="1422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EEEBBC4-DDFA-8CEE-69AC-5CC14CEA54CD}"/>
                    </a:ext>
                  </a:extLst>
                </p14:cNvPr>
                <p14:cNvContentPartPr/>
                <p14:nvPr/>
              </p14:nvContentPartPr>
              <p14:xfrm>
                <a:off x="3698820" y="1753928"/>
                <a:ext cx="130680" cy="1141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EEEBBC4-DDFA-8CEE-69AC-5CC14CEA54C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690180" y="1745288"/>
                  <a:ext cx="1483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5B68ECC-04DE-627A-8935-DA8DBB4416A8}"/>
                    </a:ext>
                  </a:extLst>
                </p14:cNvPr>
                <p14:cNvContentPartPr/>
                <p14:nvPr/>
              </p14:nvContentPartPr>
              <p14:xfrm>
                <a:off x="3927420" y="1871288"/>
                <a:ext cx="47160" cy="1238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5B68ECC-04DE-627A-8935-DA8DBB4416A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918780" y="1862288"/>
                  <a:ext cx="648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B53C6AE-A91E-7C0E-932A-3EEE73022FDD}"/>
                    </a:ext>
                  </a:extLst>
                </p14:cNvPr>
                <p14:cNvContentPartPr/>
                <p14:nvPr/>
              </p14:nvContentPartPr>
              <p14:xfrm>
                <a:off x="3901500" y="1937888"/>
                <a:ext cx="114480" cy="104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B53C6AE-A91E-7C0E-932A-3EEE73022FD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892860" y="1929248"/>
                  <a:ext cx="13212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B7114A24-D341-9391-C497-AEF89BF8933C}"/>
              </a:ext>
            </a:extLst>
          </p:cNvPr>
          <p:cNvGrpSpPr/>
          <p:nvPr/>
        </p:nvGrpSpPr>
        <p:grpSpPr>
          <a:xfrm>
            <a:off x="4099140" y="2072888"/>
            <a:ext cx="433440" cy="20880"/>
            <a:chOff x="4099140" y="2072888"/>
            <a:chExt cx="433440" cy="2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0DFD7E8-1992-13B9-3869-C65043ADC43B}"/>
                    </a:ext>
                  </a:extLst>
                </p14:cNvPr>
                <p14:cNvContentPartPr/>
                <p14:nvPr/>
              </p14:nvContentPartPr>
              <p14:xfrm>
                <a:off x="4099140" y="2081168"/>
                <a:ext cx="50400" cy="126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0DFD7E8-1992-13B9-3869-C65043ADC43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090140" y="2072528"/>
                  <a:ext cx="680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6982D25-FB78-22FA-B083-AC8E042EFC33}"/>
                    </a:ext>
                  </a:extLst>
                </p14:cNvPr>
                <p14:cNvContentPartPr/>
                <p14:nvPr/>
              </p14:nvContentPartPr>
              <p14:xfrm>
                <a:off x="4234140" y="2072888"/>
                <a:ext cx="298440" cy="108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6982D25-FB78-22FA-B083-AC8E042EFC3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225140" y="2063888"/>
                  <a:ext cx="31608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C7085D2F-A4B6-03C2-884E-D3E6CE2928BC}"/>
              </a:ext>
            </a:extLst>
          </p:cNvPr>
          <p:cNvGrpSpPr/>
          <p:nvPr/>
        </p:nvGrpSpPr>
        <p:grpSpPr>
          <a:xfrm>
            <a:off x="5200020" y="472328"/>
            <a:ext cx="2140920" cy="328320"/>
            <a:chOff x="5200020" y="472328"/>
            <a:chExt cx="2140920" cy="32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56B9E50-18E7-EDD4-E1BA-D7DC9B08476A}"/>
                    </a:ext>
                  </a:extLst>
                </p14:cNvPr>
                <p14:cNvContentPartPr/>
                <p14:nvPr/>
              </p14:nvContentPartPr>
              <p14:xfrm>
                <a:off x="5200020" y="629648"/>
                <a:ext cx="115560" cy="1119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56B9E50-18E7-EDD4-E1BA-D7DC9B08476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191380" y="620648"/>
                  <a:ext cx="1332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FDAB96C-E870-28B1-CEC3-16A9961CF1AF}"/>
                    </a:ext>
                  </a:extLst>
                </p14:cNvPr>
                <p14:cNvContentPartPr/>
                <p14:nvPr/>
              </p14:nvContentPartPr>
              <p14:xfrm>
                <a:off x="5202540" y="653048"/>
                <a:ext cx="87120" cy="1101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FDAB96C-E870-28B1-CEC3-16A9961CF1A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193540" y="644048"/>
                  <a:ext cx="1047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E2D2645-3202-CA2F-AF76-693534E502FB}"/>
                    </a:ext>
                  </a:extLst>
                </p14:cNvPr>
                <p14:cNvContentPartPr/>
                <p14:nvPr/>
              </p14:nvContentPartPr>
              <p14:xfrm>
                <a:off x="5398020" y="528488"/>
                <a:ext cx="119880" cy="2466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E2D2645-3202-CA2F-AF76-693534E502F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389020" y="519848"/>
                  <a:ext cx="13752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6274C97-8FEA-F123-F913-DAF0DDC95C9D}"/>
                    </a:ext>
                  </a:extLst>
                </p14:cNvPr>
                <p14:cNvContentPartPr/>
                <p14:nvPr/>
              </p14:nvContentPartPr>
              <p14:xfrm>
                <a:off x="5527620" y="661328"/>
                <a:ext cx="141840" cy="774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6274C97-8FEA-F123-F913-DAF0DDC95C9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518980" y="652688"/>
                  <a:ext cx="1594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CDFD452-8E87-25C5-F66C-1338EE1C428C}"/>
                    </a:ext>
                  </a:extLst>
                </p14:cNvPr>
                <p14:cNvContentPartPr/>
                <p14:nvPr/>
              </p14:nvContentPartPr>
              <p14:xfrm>
                <a:off x="5631660" y="521648"/>
                <a:ext cx="234360" cy="2790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CDFD452-8E87-25C5-F66C-1338EE1C428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623020" y="512648"/>
                  <a:ext cx="25200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A1F8BDC-4DA7-2D87-5BE1-6669CAE28859}"/>
                    </a:ext>
                  </a:extLst>
                </p14:cNvPr>
                <p14:cNvContentPartPr/>
                <p14:nvPr/>
              </p14:nvContentPartPr>
              <p14:xfrm>
                <a:off x="5982660" y="721808"/>
                <a:ext cx="91080" cy="57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A1F8BDC-4DA7-2D87-5BE1-6669CAE2885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973660" y="713168"/>
                  <a:ext cx="1087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5B5945F-83EC-F9E7-4105-F46EBA9A9C32}"/>
                    </a:ext>
                  </a:extLst>
                </p14:cNvPr>
                <p14:cNvContentPartPr/>
                <p14:nvPr/>
              </p14:nvContentPartPr>
              <p14:xfrm>
                <a:off x="5913180" y="648728"/>
                <a:ext cx="155520" cy="162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5B5945F-83EC-F9E7-4105-F46EBA9A9C3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904180" y="640088"/>
                  <a:ext cx="1731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3DA4FFB-10BB-C4B4-6497-009EB14570AA}"/>
                    </a:ext>
                  </a:extLst>
                </p14:cNvPr>
                <p14:cNvContentPartPr/>
                <p14:nvPr/>
              </p14:nvContentPartPr>
              <p14:xfrm>
                <a:off x="6229980" y="627848"/>
                <a:ext cx="163440" cy="1267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3DA4FFB-10BB-C4B4-6497-009EB14570A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220980" y="619208"/>
                  <a:ext cx="1810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82A6C32-BCA5-5085-DE33-7749C377D188}"/>
                    </a:ext>
                  </a:extLst>
                </p14:cNvPr>
                <p14:cNvContentPartPr/>
                <p14:nvPr/>
              </p14:nvContentPartPr>
              <p14:xfrm>
                <a:off x="6343380" y="472328"/>
                <a:ext cx="125640" cy="871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82A6C32-BCA5-5085-DE33-7749C377D18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334740" y="463328"/>
                  <a:ext cx="1432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30F058B-F014-436F-52F2-3FEB4679E4B8}"/>
                    </a:ext>
                  </a:extLst>
                </p14:cNvPr>
                <p14:cNvContentPartPr/>
                <p14:nvPr/>
              </p14:nvContentPartPr>
              <p14:xfrm>
                <a:off x="6541020" y="669968"/>
                <a:ext cx="360" cy="32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30F058B-F014-436F-52F2-3FEB4679E4B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532020" y="661328"/>
                  <a:ext cx="180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922D432-EE0D-6A24-A804-E3DDDBBC2042}"/>
                    </a:ext>
                  </a:extLst>
                </p14:cNvPr>
                <p14:cNvContentPartPr/>
                <p14:nvPr/>
              </p14:nvContentPartPr>
              <p14:xfrm>
                <a:off x="6650100" y="623168"/>
                <a:ext cx="167760" cy="1051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922D432-EE0D-6A24-A804-E3DDDBBC204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641100" y="614528"/>
                  <a:ext cx="1854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4D00BDF-3357-2E8F-A21B-9EDE62618BDF}"/>
                    </a:ext>
                  </a:extLst>
                </p14:cNvPr>
                <p14:cNvContentPartPr/>
                <p14:nvPr/>
              </p14:nvContentPartPr>
              <p14:xfrm>
                <a:off x="6872940" y="502928"/>
                <a:ext cx="161280" cy="2257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4D00BDF-3357-2E8F-A21B-9EDE62618BD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864300" y="494288"/>
                  <a:ext cx="1789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DB26BEA-6212-E39C-0247-71FF211D1695}"/>
                    </a:ext>
                  </a:extLst>
                </p14:cNvPr>
                <p14:cNvContentPartPr/>
                <p14:nvPr/>
              </p14:nvContentPartPr>
              <p14:xfrm>
                <a:off x="7039620" y="617408"/>
                <a:ext cx="138240" cy="604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DB26BEA-6212-E39C-0247-71FF211D169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030620" y="608768"/>
                  <a:ext cx="1558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8636412-CEE9-706C-D7F0-655D08400493}"/>
                    </a:ext>
                  </a:extLst>
                </p14:cNvPr>
                <p14:cNvContentPartPr/>
                <p14:nvPr/>
              </p14:nvContentPartPr>
              <p14:xfrm>
                <a:off x="7122780" y="496448"/>
                <a:ext cx="218160" cy="2584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8636412-CEE9-706C-D7F0-655D0840049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114140" y="487448"/>
                  <a:ext cx="235800" cy="27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B01092F4-135A-0531-70AE-66443135133E}"/>
              </a:ext>
            </a:extLst>
          </p:cNvPr>
          <p:cNvGrpSpPr/>
          <p:nvPr/>
        </p:nvGrpSpPr>
        <p:grpSpPr>
          <a:xfrm>
            <a:off x="544500" y="5363288"/>
            <a:ext cx="2774160" cy="543240"/>
            <a:chOff x="544500" y="5363288"/>
            <a:chExt cx="2774160" cy="54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AC535C1-D2F0-E9AA-E17E-3B36FAF6BBB0}"/>
                    </a:ext>
                  </a:extLst>
                </p14:cNvPr>
                <p14:cNvContentPartPr/>
                <p14:nvPr/>
              </p14:nvContentPartPr>
              <p14:xfrm>
                <a:off x="544500" y="5496488"/>
                <a:ext cx="212040" cy="2350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AC535C1-D2F0-E9AA-E17E-3B36FAF6BBB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35500" y="5487848"/>
                  <a:ext cx="2296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1D9D6BE-E7E2-0356-8DD1-699F52571CFF}"/>
                    </a:ext>
                  </a:extLst>
                </p14:cNvPr>
                <p14:cNvContentPartPr/>
                <p14:nvPr/>
              </p14:nvContentPartPr>
              <p14:xfrm>
                <a:off x="568980" y="5502968"/>
                <a:ext cx="142920" cy="2502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1D9D6BE-E7E2-0356-8DD1-699F52571CF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60340" y="5493968"/>
                  <a:ext cx="1605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7834FF5-CCA7-D074-75E6-2A531B6246DE}"/>
                    </a:ext>
                  </a:extLst>
                </p14:cNvPr>
                <p14:cNvContentPartPr/>
                <p14:nvPr/>
              </p14:nvContentPartPr>
              <p14:xfrm>
                <a:off x="831060" y="5455088"/>
                <a:ext cx="90000" cy="3272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7834FF5-CCA7-D074-75E6-2A531B6246D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22420" y="5446088"/>
                  <a:ext cx="10764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A4BB920-7FD8-A09A-82CC-E87A03DE7C12}"/>
                    </a:ext>
                  </a:extLst>
                </p14:cNvPr>
                <p14:cNvContentPartPr/>
                <p14:nvPr/>
              </p14:nvContentPartPr>
              <p14:xfrm>
                <a:off x="924660" y="5566328"/>
                <a:ext cx="178920" cy="1911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A4BB920-7FD8-A09A-82CC-E87A03DE7C1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15660" y="5557688"/>
                  <a:ext cx="1965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3A96CFA-3B84-8B7B-6C14-4A29FD9DE0FB}"/>
                    </a:ext>
                  </a:extLst>
                </p14:cNvPr>
                <p14:cNvContentPartPr/>
                <p14:nvPr/>
              </p14:nvContentPartPr>
              <p14:xfrm>
                <a:off x="962100" y="5657408"/>
                <a:ext cx="134280" cy="57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3A96CFA-3B84-8B7B-6C14-4A29FD9DE0F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53460" y="5648768"/>
                  <a:ext cx="151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A60545E-2A18-09E0-37CC-8F1E3AE115F6}"/>
                    </a:ext>
                  </a:extLst>
                </p14:cNvPr>
                <p14:cNvContentPartPr/>
                <p14:nvPr/>
              </p14:nvContentPartPr>
              <p14:xfrm>
                <a:off x="1096020" y="5465528"/>
                <a:ext cx="101160" cy="3024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A60545E-2A18-09E0-37CC-8F1E3AE115F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87380" y="5456528"/>
                  <a:ext cx="11880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2E4C391-935B-C770-F28F-2C17B92D9673}"/>
                    </a:ext>
                  </a:extLst>
                </p14:cNvPr>
                <p14:cNvContentPartPr/>
                <p14:nvPr/>
              </p14:nvContentPartPr>
              <p14:xfrm>
                <a:off x="1359540" y="5659568"/>
                <a:ext cx="105840" cy="90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2E4C391-935B-C770-F28F-2C17B92D967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350900" y="5650568"/>
                  <a:ext cx="1234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160BB23-07BE-01B5-A48E-43D49F464150}"/>
                    </a:ext>
                  </a:extLst>
                </p14:cNvPr>
                <p14:cNvContentPartPr/>
                <p14:nvPr/>
              </p14:nvContentPartPr>
              <p14:xfrm>
                <a:off x="1361700" y="5577848"/>
                <a:ext cx="82800" cy="230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160BB23-07BE-01B5-A48E-43D49F46415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352700" y="5568848"/>
                  <a:ext cx="1004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488B084-8CD9-AC6B-C907-161AC0892C7A}"/>
                    </a:ext>
                  </a:extLst>
                </p14:cNvPr>
                <p14:cNvContentPartPr/>
                <p14:nvPr/>
              </p14:nvContentPartPr>
              <p14:xfrm>
                <a:off x="1575900" y="5422688"/>
                <a:ext cx="433080" cy="2826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488B084-8CD9-AC6B-C907-161AC0892C7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567260" y="5414048"/>
                  <a:ext cx="4507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14E7364-D497-1785-43DC-CC0FB16ED036}"/>
                    </a:ext>
                  </a:extLst>
                </p14:cNvPr>
                <p14:cNvContentPartPr/>
                <p14:nvPr/>
              </p14:nvContentPartPr>
              <p14:xfrm>
                <a:off x="1698660" y="5833448"/>
                <a:ext cx="149400" cy="730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14E7364-D497-1785-43DC-CC0FB16ED03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690020" y="5824808"/>
                  <a:ext cx="1670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9AB3846-5A5D-5C50-596C-4B7CF11A5C46}"/>
                    </a:ext>
                  </a:extLst>
                </p14:cNvPr>
                <p14:cNvContentPartPr/>
                <p14:nvPr/>
              </p14:nvContentPartPr>
              <p14:xfrm>
                <a:off x="2208060" y="5564168"/>
                <a:ext cx="137520" cy="1148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9AB3846-5A5D-5C50-596C-4B7CF11A5C4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199060" y="5555168"/>
                  <a:ext cx="1551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9A120D7-3D8B-A641-66FC-D302039579A3}"/>
                    </a:ext>
                  </a:extLst>
                </p14:cNvPr>
                <p14:cNvContentPartPr/>
                <p14:nvPr/>
              </p14:nvContentPartPr>
              <p14:xfrm>
                <a:off x="2250180" y="5564168"/>
                <a:ext cx="56880" cy="1108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9A120D7-3D8B-A641-66FC-D302039579A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241180" y="5555168"/>
                  <a:ext cx="745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0B6ED57-C409-6767-92C2-CDBEFB35D562}"/>
                    </a:ext>
                  </a:extLst>
                </p14:cNvPr>
                <p14:cNvContentPartPr/>
                <p14:nvPr/>
              </p14:nvContentPartPr>
              <p14:xfrm>
                <a:off x="2341260" y="5436728"/>
                <a:ext cx="133560" cy="2523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0B6ED57-C409-6767-92C2-CDBEFB35D56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332620" y="5428088"/>
                  <a:ext cx="1512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822DBA5-9B06-DA7E-4521-61CCEE8A3C63}"/>
                    </a:ext>
                  </a:extLst>
                </p14:cNvPr>
                <p14:cNvContentPartPr/>
                <p14:nvPr/>
              </p14:nvContentPartPr>
              <p14:xfrm>
                <a:off x="2498940" y="5587208"/>
                <a:ext cx="140040" cy="478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822DBA5-9B06-DA7E-4521-61CCEE8A3C6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489940" y="5578568"/>
                  <a:ext cx="1576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7DC15D2-C31C-E9F1-518C-234AFD8CC000}"/>
                    </a:ext>
                  </a:extLst>
                </p14:cNvPr>
                <p14:cNvContentPartPr/>
                <p14:nvPr/>
              </p14:nvContentPartPr>
              <p14:xfrm>
                <a:off x="2613060" y="5434568"/>
                <a:ext cx="133920" cy="2664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7DC15D2-C31C-E9F1-518C-234AFD8CC00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604420" y="5425568"/>
                  <a:ext cx="1515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5F48752-8542-6A6C-CF4D-6404D24E8D89}"/>
                    </a:ext>
                  </a:extLst>
                </p14:cNvPr>
                <p14:cNvContentPartPr/>
                <p14:nvPr/>
              </p14:nvContentPartPr>
              <p14:xfrm>
                <a:off x="2914380" y="5526368"/>
                <a:ext cx="181080" cy="1738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5F48752-8542-6A6C-CF4D-6404D24E8D8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905740" y="5517728"/>
                  <a:ext cx="1987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66FFB33-B52B-A0A8-C5C8-2D5EFC439DF6}"/>
                    </a:ext>
                  </a:extLst>
                </p14:cNvPr>
                <p14:cNvContentPartPr/>
                <p14:nvPr/>
              </p14:nvContentPartPr>
              <p14:xfrm>
                <a:off x="2941020" y="5599448"/>
                <a:ext cx="109080" cy="219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66FFB33-B52B-A0A8-C5C8-2D5EFC439DF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932020" y="5590808"/>
                  <a:ext cx="1267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9E21A24C-7279-EF3A-35B2-EE00272A25B6}"/>
                    </a:ext>
                  </a:extLst>
                </p14:cNvPr>
                <p14:cNvContentPartPr/>
                <p14:nvPr/>
              </p14:nvContentPartPr>
              <p14:xfrm>
                <a:off x="3040020" y="5432408"/>
                <a:ext cx="87840" cy="126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9E21A24C-7279-EF3A-35B2-EE00272A25B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031020" y="5423768"/>
                  <a:ext cx="1054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870514A-895B-CA81-6FAA-30A6728EBAC5}"/>
                    </a:ext>
                  </a:extLst>
                </p14:cNvPr>
                <p14:cNvContentPartPr/>
                <p14:nvPr/>
              </p14:nvContentPartPr>
              <p14:xfrm>
                <a:off x="3168900" y="5363288"/>
                <a:ext cx="149760" cy="709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870514A-895B-CA81-6FAA-30A6728EBAC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160260" y="5354288"/>
                  <a:ext cx="167400" cy="8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7B1F300F-85A0-AC2D-EC2E-8A7465740D36}"/>
              </a:ext>
            </a:extLst>
          </p:cNvPr>
          <p:cNvGrpSpPr/>
          <p:nvPr/>
        </p:nvGrpSpPr>
        <p:grpSpPr>
          <a:xfrm>
            <a:off x="3797820" y="5501888"/>
            <a:ext cx="1392840" cy="417240"/>
            <a:chOff x="3797820" y="5501888"/>
            <a:chExt cx="1392840" cy="41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58D8593-6AF4-2D48-613E-329B800E4277}"/>
                    </a:ext>
                  </a:extLst>
                </p14:cNvPr>
                <p14:cNvContentPartPr/>
                <p14:nvPr/>
              </p14:nvContentPartPr>
              <p14:xfrm>
                <a:off x="3797820" y="5616008"/>
                <a:ext cx="234000" cy="1310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58D8593-6AF4-2D48-613E-329B800E427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788820" y="5607008"/>
                  <a:ext cx="2516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68BFB16-8A5F-FB10-3DEB-290F6C9742EC}"/>
                    </a:ext>
                  </a:extLst>
                </p14:cNvPr>
                <p14:cNvContentPartPr/>
                <p14:nvPr/>
              </p14:nvContentPartPr>
              <p14:xfrm>
                <a:off x="4046940" y="5538248"/>
                <a:ext cx="238680" cy="1839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68BFB16-8A5F-FB10-3DEB-290F6C9742E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038300" y="5529248"/>
                  <a:ext cx="2563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7D68C51-1A4D-E188-BD3F-C6DCB6423527}"/>
                    </a:ext>
                  </a:extLst>
                </p14:cNvPr>
                <p14:cNvContentPartPr/>
                <p14:nvPr/>
              </p14:nvContentPartPr>
              <p14:xfrm>
                <a:off x="4327740" y="5673248"/>
                <a:ext cx="209160" cy="2458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7D68C51-1A4D-E188-BD3F-C6DCB642352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318740" y="5664608"/>
                  <a:ext cx="2268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C5393FB-6ED0-733A-F366-A887AA9BE051}"/>
                    </a:ext>
                  </a:extLst>
                </p14:cNvPr>
                <p14:cNvContentPartPr/>
                <p14:nvPr/>
              </p14:nvContentPartPr>
              <p14:xfrm>
                <a:off x="4769100" y="5663168"/>
                <a:ext cx="137160" cy="759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C5393FB-6ED0-733A-F366-A887AA9BE05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760460" y="5654528"/>
                  <a:ext cx="1548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510D89E-0869-2EC7-BFA0-74CEAC6120FB}"/>
                    </a:ext>
                  </a:extLst>
                </p14:cNvPr>
                <p14:cNvContentPartPr/>
                <p14:nvPr/>
              </p14:nvContentPartPr>
              <p14:xfrm>
                <a:off x="4987620" y="5643008"/>
                <a:ext cx="94320" cy="986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510D89E-0869-2EC7-BFA0-74CEAC6120F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978620" y="5634008"/>
                  <a:ext cx="1119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F9B06DFF-CD56-BA0D-03F7-82D947C1C489}"/>
                    </a:ext>
                  </a:extLst>
                </p14:cNvPr>
                <p14:cNvContentPartPr/>
                <p14:nvPr/>
              </p14:nvContentPartPr>
              <p14:xfrm>
                <a:off x="5070420" y="5501888"/>
                <a:ext cx="118080" cy="2239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F9B06DFF-CD56-BA0D-03F7-82D947C1C48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061780" y="5492888"/>
                  <a:ext cx="1357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2730225-FEE7-6AFC-41B0-85A40D1AA93A}"/>
                    </a:ext>
                  </a:extLst>
                </p14:cNvPr>
                <p14:cNvContentPartPr/>
                <p14:nvPr/>
              </p14:nvContentPartPr>
              <p14:xfrm>
                <a:off x="5090940" y="5609888"/>
                <a:ext cx="99720" cy="230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2730225-FEE7-6AFC-41B0-85A40D1AA93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081940" y="5600888"/>
                  <a:ext cx="117360" cy="4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133D405F-C373-6BDD-7C43-2A49EC388D31}"/>
                  </a:ext>
                </a:extLst>
              </p14:cNvPr>
              <p14:cNvContentPartPr/>
              <p14:nvPr/>
            </p14:nvContentPartPr>
            <p14:xfrm>
              <a:off x="5637060" y="5866928"/>
              <a:ext cx="155880" cy="5688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133D405F-C373-6BDD-7C43-2A49EC388D31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5628060" y="5858288"/>
                <a:ext cx="173520" cy="7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1" name="Group 170">
            <a:extLst>
              <a:ext uri="{FF2B5EF4-FFF2-40B4-BE49-F238E27FC236}">
                <a16:creationId xmlns:a16="http://schemas.microsoft.com/office/drawing/2014/main" id="{7571D3F2-19E7-DB5F-2F58-4DDB500D4255}"/>
              </a:ext>
            </a:extLst>
          </p:cNvPr>
          <p:cNvGrpSpPr/>
          <p:nvPr/>
        </p:nvGrpSpPr>
        <p:grpSpPr>
          <a:xfrm>
            <a:off x="5580900" y="5470208"/>
            <a:ext cx="1462680" cy="318240"/>
            <a:chOff x="5580900" y="5470208"/>
            <a:chExt cx="1462680" cy="31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1DEAB88-34EB-3623-F754-CF31E0F40BBC}"/>
                    </a:ext>
                  </a:extLst>
                </p14:cNvPr>
                <p14:cNvContentPartPr/>
                <p14:nvPr/>
              </p14:nvContentPartPr>
              <p14:xfrm>
                <a:off x="5580900" y="5520608"/>
                <a:ext cx="347040" cy="2678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1DEAB88-34EB-3623-F754-CF31E0F40BB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572260" y="5511608"/>
                  <a:ext cx="36468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2582D4B-BC1B-57BA-1EEA-48FB8B993B10}"/>
                    </a:ext>
                  </a:extLst>
                </p14:cNvPr>
                <p14:cNvContentPartPr/>
                <p14:nvPr/>
              </p14:nvContentPartPr>
              <p14:xfrm>
                <a:off x="6140340" y="5694128"/>
                <a:ext cx="63360" cy="61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2582D4B-BC1B-57BA-1EEA-48FB8B993B1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131340" y="5685128"/>
                  <a:ext cx="810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571988D-2C4C-5BDB-B706-412E754FE7CA}"/>
                    </a:ext>
                  </a:extLst>
                </p14:cNvPr>
                <p14:cNvContentPartPr/>
                <p14:nvPr/>
              </p14:nvContentPartPr>
              <p14:xfrm>
                <a:off x="6060780" y="5626448"/>
                <a:ext cx="157680" cy="1083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571988D-2C4C-5BDB-B706-412E754FE7C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051780" y="5617808"/>
                  <a:ext cx="1753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C09F26E-E496-25F1-2C5D-F62DAB036F41}"/>
                    </a:ext>
                  </a:extLst>
                </p14:cNvPr>
                <p14:cNvContentPartPr/>
                <p14:nvPr/>
              </p14:nvContentPartPr>
              <p14:xfrm>
                <a:off x="6080940" y="5611328"/>
                <a:ext cx="96480" cy="1184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C09F26E-E496-25F1-2C5D-F62DAB036F4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072300" y="5602688"/>
                  <a:ext cx="1141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36E12A7-B7B9-C950-4E8C-9AC03CAE8B02}"/>
                    </a:ext>
                  </a:extLst>
                </p14:cNvPr>
                <p14:cNvContentPartPr/>
                <p14:nvPr/>
              </p14:nvContentPartPr>
              <p14:xfrm>
                <a:off x="6228180" y="5506208"/>
                <a:ext cx="177480" cy="2664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36E12A7-B7B9-C950-4E8C-9AC03CAE8B0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219540" y="5497208"/>
                  <a:ext cx="19512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83426EB-A844-46B8-F363-EA5F91E1896C}"/>
                    </a:ext>
                  </a:extLst>
                </p14:cNvPr>
                <p14:cNvContentPartPr/>
                <p14:nvPr/>
              </p14:nvContentPartPr>
              <p14:xfrm>
                <a:off x="6395580" y="5654528"/>
                <a:ext cx="131400" cy="658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83426EB-A844-46B8-F363-EA5F91E1896C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386580" y="5645888"/>
                  <a:ext cx="1490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2A3B602-6AEB-220F-7E10-164170790AB8}"/>
                    </a:ext>
                  </a:extLst>
                </p14:cNvPr>
                <p14:cNvContentPartPr/>
                <p14:nvPr/>
              </p14:nvContentPartPr>
              <p14:xfrm>
                <a:off x="6473340" y="5512328"/>
                <a:ext cx="187920" cy="2548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2A3B602-6AEB-220F-7E10-164170790AB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464700" y="5503688"/>
                  <a:ext cx="2055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555B7D7-325B-462D-4BDB-CE5C567694AF}"/>
                    </a:ext>
                  </a:extLst>
                </p14:cNvPr>
                <p14:cNvContentPartPr/>
                <p14:nvPr/>
              </p14:nvContentPartPr>
              <p14:xfrm>
                <a:off x="6738300" y="5581088"/>
                <a:ext cx="201960" cy="1918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555B7D7-325B-462D-4BDB-CE5C567694A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729300" y="5572088"/>
                  <a:ext cx="2196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1D33C8F-ABAC-8681-0E3A-6451BA202C5B}"/>
                    </a:ext>
                  </a:extLst>
                </p14:cNvPr>
                <p14:cNvContentPartPr/>
                <p14:nvPr/>
              </p14:nvContentPartPr>
              <p14:xfrm>
                <a:off x="6808140" y="5689808"/>
                <a:ext cx="102240" cy="147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1D33C8F-ABAC-8681-0E3A-6451BA202C5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799140" y="5681168"/>
                  <a:ext cx="1198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FA080AE-878F-C3C2-47F3-AABD409E4ABF}"/>
                    </a:ext>
                  </a:extLst>
                </p14:cNvPr>
                <p14:cNvContentPartPr/>
                <p14:nvPr/>
              </p14:nvContentPartPr>
              <p14:xfrm>
                <a:off x="6899220" y="5470208"/>
                <a:ext cx="144360" cy="644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FA080AE-878F-C3C2-47F3-AABD409E4ABF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890580" y="5461568"/>
                  <a:ext cx="162000" cy="8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AC0CA1EE-519F-AA2B-B81A-3EABB4ABCA09}"/>
              </a:ext>
            </a:extLst>
          </p:cNvPr>
          <p:cNvGrpSpPr/>
          <p:nvPr/>
        </p:nvGrpSpPr>
        <p:grpSpPr>
          <a:xfrm>
            <a:off x="3484260" y="5091848"/>
            <a:ext cx="478800" cy="196560"/>
            <a:chOff x="3484260" y="5091848"/>
            <a:chExt cx="478800" cy="19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69BB8B0-BD5A-D9FB-7241-4C7DE0799238}"/>
                    </a:ext>
                  </a:extLst>
                </p14:cNvPr>
                <p14:cNvContentPartPr/>
                <p14:nvPr/>
              </p14:nvContentPartPr>
              <p14:xfrm>
                <a:off x="3531060" y="5091848"/>
                <a:ext cx="432000" cy="1713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69BB8B0-BD5A-D9FB-7241-4C7DE079923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522060" y="5082848"/>
                  <a:ext cx="4496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C519762E-0675-7FF5-E6F0-BEEB00DF8252}"/>
                    </a:ext>
                  </a:extLst>
                </p14:cNvPr>
                <p14:cNvContentPartPr/>
                <p14:nvPr/>
              </p14:nvContentPartPr>
              <p14:xfrm>
                <a:off x="3484260" y="5149088"/>
                <a:ext cx="147960" cy="1393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C519762E-0675-7FF5-E6F0-BEEB00DF825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475260" y="5140448"/>
                  <a:ext cx="16560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999E61C7-7BC7-E073-4741-E3F71360CD68}"/>
              </a:ext>
            </a:extLst>
          </p:cNvPr>
          <p:cNvGrpSpPr/>
          <p:nvPr/>
        </p:nvGrpSpPr>
        <p:grpSpPr>
          <a:xfrm>
            <a:off x="4187340" y="4763888"/>
            <a:ext cx="2072160" cy="428040"/>
            <a:chOff x="4187340" y="4763888"/>
            <a:chExt cx="2072160" cy="42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B448970-DB53-9CA9-1F20-829B35BD6623}"/>
                    </a:ext>
                  </a:extLst>
                </p14:cNvPr>
                <p14:cNvContentPartPr/>
                <p14:nvPr/>
              </p14:nvContentPartPr>
              <p14:xfrm>
                <a:off x="4187340" y="4956128"/>
                <a:ext cx="198720" cy="1807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B448970-DB53-9CA9-1F20-829B35BD662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178700" y="4947488"/>
                  <a:ext cx="2163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32461F9-1F9F-91DE-5780-8D2153B77A38}"/>
                    </a:ext>
                  </a:extLst>
                </p14:cNvPr>
                <p14:cNvContentPartPr/>
                <p14:nvPr/>
              </p14:nvContentPartPr>
              <p14:xfrm>
                <a:off x="4429980" y="4997888"/>
                <a:ext cx="147240" cy="1940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32461F9-1F9F-91DE-5780-8D2153B77A38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421340" y="4988888"/>
                  <a:ext cx="1648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48BF8165-70A7-DAAA-C878-0C6F3BF782B6}"/>
                    </a:ext>
                  </a:extLst>
                </p14:cNvPr>
                <p14:cNvContentPartPr/>
                <p14:nvPr/>
              </p14:nvContentPartPr>
              <p14:xfrm>
                <a:off x="4733460" y="5013368"/>
                <a:ext cx="105840" cy="586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48BF8165-70A7-DAAA-C878-0C6F3BF782B6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724460" y="5004728"/>
                  <a:ext cx="1234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E935582A-E9F1-4B01-CE2E-D0300AA6E739}"/>
                    </a:ext>
                  </a:extLst>
                </p14:cNvPr>
                <p14:cNvContentPartPr/>
                <p14:nvPr/>
              </p14:nvContentPartPr>
              <p14:xfrm>
                <a:off x="4881780" y="4987808"/>
                <a:ext cx="84960" cy="644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E935582A-E9F1-4B01-CE2E-D0300AA6E73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873140" y="4979168"/>
                  <a:ext cx="1026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B2FCDFD-0C30-4E38-90C7-580126236570}"/>
                    </a:ext>
                  </a:extLst>
                </p14:cNvPr>
                <p14:cNvContentPartPr/>
                <p14:nvPr/>
              </p14:nvContentPartPr>
              <p14:xfrm>
                <a:off x="5008140" y="4991048"/>
                <a:ext cx="124560" cy="421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B2FCDFD-0C30-4E38-90C7-580126236570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999500" y="4982048"/>
                  <a:ext cx="1422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0EBF57D-85FC-44C3-0131-E6A6A274A614}"/>
                    </a:ext>
                  </a:extLst>
                </p14:cNvPr>
                <p14:cNvContentPartPr/>
                <p14:nvPr/>
              </p14:nvContentPartPr>
              <p14:xfrm>
                <a:off x="5205780" y="4951448"/>
                <a:ext cx="99360" cy="770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0EBF57D-85FC-44C3-0131-E6A6A274A614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196780" y="4942808"/>
                  <a:ext cx="1170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BD1F50C-D963-1F1D-8805-6CAA18F3192A}"/>
                    </a:ext>
                  </a:extLst>
                </p14:cNvPr>
                <p14:cNvContentPartPr/>
                <p14:nvPr/>
              </p14:nvContentPartPr>
              <p14:xfrm>
                <a:off x="5330340" y="4925888"/>
                <a:ext cx="327240" cy="972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BD1F50C-D963-1F1D-8805-6CAA18F3192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321700" y="4916888"/>
                  <a:ext cx="3448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82DC2F4-1C62-ED23-7027-18B4C1552663}"/>
                    </a:ext>
                  </a:extLst>
                </p14:cNvPr>
                <p14:cNvContentPartPr/>
                <p14:nvPr/>
              </p14:nvContentPartPr>
              <p14:xfrm>
                <a:off x="5590260" y="4763888"/>
                <a:ext cx="257040" cy="2268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82DC2F4-1C62-ED23-7027-18B4C155266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581260" y="4755248"/>
                  <a:ext cx="2746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9BB625F-95E2-F067-47FD-F62EB364D7CD}"/>
                    </a:ext>
                  </a:extLst>
                </p14:cNvPr>
                <p14:cNvContentPartPr/>
                <p14:nvPr/>
              </p14:nvContentPartPr>
              <p14:xfrm>
                <a:off x="5725260" y="4795208"/>
                <a:ext cx="14400" cy="194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9BB625F-95E2-F067-47FD-F62EB364D7CD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716260" y="4786568"/>
                  <a:ext cx="320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F3DF52A-FF5C-D4C1-4AFE-407A06603F8E}"/>
                    </a:ext>
                  </a:extLst>
                </p14:cNvPr>
                <p14:cNvContentPartPr/>
                <p14:nvPr/>
              </p14:nvContentPartPr>
              <p14:xfrm>
                <a:off x="5927940" y="4852448"/>
                <a:ext cx="100080" cy="1098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F3DF52A-FF5C-D4C1-4AFE-407A06603F8E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918940" y="4843448"/>
                  <a:ext cx="1177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0BD5A2C-F33C-969C-91B3-F0A8C1D9A06D}"/>
                    </a:ext>
                  </a:extLst>
                </p14:cNvPr>
                <p14:cNvContentPartPr/>
                <p14:nvPr/>
              </p14:nvContentPartPr>
              <p14:xfrm>
                <a:off x="6057900" y="4856408"/>
                <a:ext cx="201600" cy="586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0BD5A2C-F33C-969C-91B3-F0A8C1D9A06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048900" y="4847408"/>
                  <a:ext cx="21924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0166E6AD-F50F-FA2E-B82A-C81EADCCAB80}"/>
              </a:ext>
            </a:extLst>
          </p:cNvPr>
          <p:cNvGrpSpPr/>
          <p:nvPr/>
        </p:nvGrpSpPr>
        <p:grpSpPr>
          <a:xfrm>
            <a:off x="7003260" y="4831568"/>
            <a:ext cx="914040" cy="151920"/>
            <a:chOff x="7003260" y="4831568"/>
            <a:chExt cx="914040" cy="15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8B1AB85C-D8D8-C81B-4683-F33612EE2F06}"/>
                    </a:ext>
                  </a:extLst>
                </p14:cNvPr>
                <p14:cNvContentPartPr/>
                <p14:nvPr/>
              </p14:nvContentPartPr>
              <p14:xfrm>
                <a:off x="7003260" y="4850288"/>
                <a:ext cx="158040" cy="788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8B1AB85C-D8D8-C81B-4683-F33612EE2F0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994620" y="4841648"/>
                  <a:ext cx="1756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78707C57-107E-BC37-4821-F1B90440401E}"/>
                    </a:ext>
                  </a:extLst>
                </p14:cNvPr>
                <p14:cNvContentPartPr/>
                <p14:nvPr/>
              </p14:nvContentPartPr>
              <p14:xfrm>
                <a:off x="7346700" y="4878368"/>
                <a:ext cx="98640" cy="169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78707C57-107E-BC37-4821-F1B90440401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337700" y="4869728"/>
                  <a:ext cx="1162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D4B2EE0-B8AF-D974-70EB-4816531ABA54}"/>
                    </a:ext>
                  </a:extLst>
                </p14:cNvPr>
                <p14:cNvContentPartPr/>
                <p14:nvPr/>
              </p14:nvContentPartPr>
              <p14:xfrm>
                <a:off x="7543620" y="4831568"/>
                <a:ext cx="197640" cy="878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D4B2EE0-B8AF-D974-70EB-4816531ABA54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534980" y="4822568"/>
                  <a:ext cx="2152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BC8A46F-E576-C196-CE3C-A922C38D9966}"/>
                    </a:ext>
                  </a:extLst>
                </p14:cNvPr>
                <p14:cNvContentPartPr/>
                <p14:nvPr/>
              </p14:nvContentPartPr>
              <p14:xfrm>
                <a:off x="7828740" y="4898168"/>
                <a:ext cx="88560" cy="853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BC8A46F-E576-C196-CE3C-A922C38D996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819740" y="4889528"/>
                  <a:ext cx="10620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7206C0E9-954F-A486-C78D-9D2D353232D4}"/>
              </a:ext>
            </a:extLst>
          </p:cNvPr>
          <p:cNvGrpSpPr/>
          <p:nvPr/>
        </p:nvGrpSpPr>
        <p:grpSpPr>
          <a:xfrm>
            <a:off x="8253900" y="4628888"/>
            <a:ext cx="1380600" cy="343440"/>
            <a:chOff x="8253900" y="4628888"/>
            <a:chExt cx="1380600" cy="34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EE999CE-0DA7-AF02-79B8-66796EA0B9AA}"/>
                    </a:ext>
                  </a:extLst>
                </p14:cNvPr>
                <p14:cNvContentPartPr/>
                <p14:nvPr/>
              </p14:nvContentPartPr>
              <p14:xfrm>
                <a:off x="8253900" y="4774328"/>
                <a:ext cx="312840" cy="1342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EE999CE-0DA7-AF02-79B8-66796EA0B9AA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245260" y="4765328"/>
                  <a:ext cx="3304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BC4C9ACE-E383-613C-6A47-43D19AEE4B7B}"/>
                    </a:ext>
                  </a:extLst>
                </p14:cNvPr>
                <p14:cNvContentPartPr/>
                <p14:nvPr/>
              </p14:nvContentPartPr>
              <p14:xfrm>
                <a:off x="8607780" y="4814288"/>
                <a:ext cx="135000" cy="1580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BC4C9ACE-E383-613C-6A47-43D19AEE4B7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599140" y="4805648"/>
                  <a:ext cx="1526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701FBFF-5E41-F382-80D3-DF4454273F77}"/>
                    </a:ext>
                  </a:extLst>
                </p14:cNvPr>
                <p14:cNvContentPartPr/>
                <p14:nvPr/>
              </p14:nvContentPartPr>
              <p14:xfrm>
                <a:off x="8743860" y="4778648"/>
                <a:ext cx="240480" cy="1090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701FBFF-5E41-F382-80D3-DF4454273F77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735220" y="4770008"/>
                  <a:ext cx="2581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1EEAC501-1F1A-0B0F-0700-63BBCD9F79F4}"/>
                    </a:ext>
                  </a:extLst>
                </p14:cNvPr>
                <p14:cNvContentPartPr/>
                <p14:nvPr/>
              </p14:nvContentPartPr>
              <p14:xfrm>
                <a:off x="9050220" y="4763888"/>
                <a:ext cx="355680" cy="1105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1EEAC501-1F1A-0B0F-0700-63BBCD9F79F4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041580" y="4755248"/>
                  <a:ext cx="3733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24A42F6-98B9-EA13-0BE1-8C299E66EC15}"/>
                    </a:ext>
                  </a:extLst>
                </p14:cNvPr>
                <p14:cNvContentPartPr/>
                <p14:nvPr/>
              </p14:nvContentPartPr>
              <p14:xfrm>
                <a:off x="9284940" y="4628888"/>
                <a:ext cx="140040" cy="2163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24A42F6-98B9-EA13-0BE1-8C299E66EC1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276300" y="4620248"/>
                  <a:ext cx="1576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B797E3F-8F74-241B-EC29-AA6F1EB6AF05}"/>
                    </a:ext>
                  </a:extLst>
                </p14:cNvPr>
                <p14:cNvContentPartPr/>
                <p14:nvPr/>
              </p14:nvContentPartPr>
              <p14:xfrm>
                <a:off x="9484380" y="4741568"/>
                <a:ext cx="150120" cy="1069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B797E3F-8F74-241B-EC29-AA6F1EB6AF05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475740" y="4732928"/>
                  <a:ext cx="167760" cy="12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62F1AFD3-241F-17ED-8FE5-641A423A3303}"/>
              </a:ext>
            </a:extLst>
          </p:cNvPr>
          <p:cNvGrpSpPr/>
          <p:nvPr/>
        </p:nvGrpSpPr>
        <p:grpSpPr>
          <a:xfrm>
            <a:off x="9897660" y="4553648"/>
            <a:ext cx="1002960" cy="404280"/>
            <a:chOff x="9897660" y="4553648"/>
            <a:chExt cx="1002960" cy="40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7D8B4C2-43B6-AF31-58BC-881E0DA9A052}"/>
                    </a:ext>
                  </a:extLst>
                </p14:cNvPr>
                <p14:cNvContentPartPr/>
                <p14:nvPr/>
              </p14:nvContentPartPr>
              <p14:xfrm>
                <a:off x="9897660" y="4778288"/>
                <a:ext cx="136080" cy="565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7D8B4C2-43B6-AF31-58BC-881E0DA9A052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888660" y="4769648"/>
                  <a:ext cx="1537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E4F79B3E-A7B6-A04C-5822-F8AB89476BA5}"/>
                    </a:ext>
                  </a:extLst>
                </p14:cNvPr>
                <p14:cNvContentPartPr/>
                <p14:nvPr/>
              </p14:nvContentPartPr>
              <p14:xfrm>
                <a:off x="10259460" y="4631408"/>
                <a:ext cx="282240" cy="2062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E4F79B3E-A7B6-A04C-5822-F8AB89476BA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250460" y="4622408"/>
                  <a:ext cx="2998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0F671F56-C191-59E3-1FC2-B886204D28FE}"/>
                    </a:ext>
                  </a:extLst>
                </p14:cNvPr>
                <p14:cNvContentPartPr/>
                <p14:nvPr/>
              </p14:nvContentPartPr>
              <p14:xfrm>
                <a:off x="10508580" y="4553648"/>
                <a:ext cx="129960" cy="2628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0F671F56-C191-59E3-1FC2-B886204D28F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499580" y="4544648"/>
                  <a:ext cx="1476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462D9584-35F2-8D5A-C520-87F62540E4B4}"/>
                    </a:ext>
                  </a:extLst>
                </p14:cNvPr>
                <p14:cNvContentPartPr/>
                <p14:nvPr/>
              </p14:nvContentPartPr>
              <p14:xfrm>
                <a:off x="10679940" y="4717448"/>
                <a:ext cx="220680" cy="2404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462D9584-35F2-8D5A-C520-87F62540E4B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670940" y="4708448"/>
                  <a:ext cx="238320" cy="25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89EDBC6B-91D4-1A63-0B27-77C40101903B}"/>
              </a:ext>
            </a:extLst>
          </p:cNvPr>
          <p:cNvGrpSpPr/>
          <p:nvPr/>
        </p:nvGrpSpPr>
        <p:grpSpPr>
          <a:xfrm>
            <a:off x="8047620" y="5153768"/>
            <a:ext cx="850680" cy="214200"/>
            <a:chOff x="8047620" y="5153768"/>
            <a:chExt cx="850680" cy="21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695E3A7-1CAA-0A7A-9D0F-1E0055BCD097}"/>
                    </a:ext>
                  </a:extLst>
                </p14:cNvPr>
                <p14:cNvContentPartPr/>
                <p14:nvPr/>
              </p14:nvContentPartPr>
              <p14:xfrm>
                <a:off x="8047620" y="5237648"/>
                <a:ext cx="182880" cy="1303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695E3A7-1CAA-0A7A-9D0F-1E0055BCD097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038620" y="5229008"/>
                  <a:ext cx="2005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37DBCB28-0807-5E6B-6393-5118C7CF6034}"/>
                    </a:ext>
                  </a:extLst>
                </p14:cNvPr>
                <p14:cNvContentPartPr/>
                <p14:nvPr/>
              </p14:nvContentPartPr>
              <p14:xfrm>
                <a:off x="8234460" y="5153768"/>
                <a:ext cx="376200" cy="1933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37DBCB28-0807-5E6B-6393-5118C7CF6034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225820" y="5144768"/>
                  <a:ext cx="3938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9F8A207-BFE3-1CA0-DCED-683480540F08}"/>
                    </a:ext>
                  </a:extLst>
                </p14:cNvPr>
                <p14:cNvContentPartPr/>
                <p14:nvPr/>
              </p14:nvContentPartPr>
              <p14:xfrm>
                <a:off x="8659980" y="5240888"/>
                <a:ext cx="93240" cy="630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9F8A207-BFE3-1CA0-DCED-683480540F08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650980" y="5231888"/>
                  <a:ext cx="1108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5FDFD9DF-19B7-B519-EABE-F8586062AA15}"/>
                    </a:ext>
                  </a:extLst>
                </p14:cNvPr>
                <p14:cNvContentPartPr/>
                <p14:nvPr/>
              </p14:nvContentPartPr>
              <p14:xfrm>
                <a:off x="8823420" y="5221088"/>
                <a:ext cx="74880" cy="1108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5FDFD9DF-19B7-B519-EABE-F8586062AA1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814780" y="5212448"/>
                  <a:ext cx="9252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23D8EC19-2464-D1B4-91CC-F72E78618D5B}"/>
              </a:ext>
            </a:extLst>
          </p:cNvPr>
          <p:cNvGrpSpPr/>
          <p:nvPr/>
        </p:nvGrpSpPr>
        <p:grpSpPr>
          <a:xfrm>
            <a:off x="9221580" y="5198408"/>
            <a:ext cx="838800" cy="159120"/>
            <a:chOff x="9221580" y="5198408"/>
            <a:chExt cx="838800" cy="15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F29CE90-5AFC-E45A-5781-AB7F3B1AC6B1}"/>
                    </a:ext>
                  </a:extLst>
                </p14:cNvPr>
                <p14:cNvContentPartPr/>
                <p14:nvPr/>
              </p14:nvContentPartPr>
              <p14:xfrm>
                <a:off x="9238500" y="5205608"/>
                <a:ext cx="187560" cy="1072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F29CE90-5AFC-E45A-5781-AB7F3B1AC6B1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229500" y="5196968"/>
                  <a:ext cx="2052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9F8AF1E9-196C-5E70-E96A-1CD2D0501829}"/>
                    </a:ext>
                  </a:extLst>
                </p14:cNvPr>
                <p14:cNvContentPartPr/>
                <p14:nvPr/>
              </p14:nvContentPartPr>
              <p14:xfrm>
                <a:off x="9543780" y="5205608"/>
                <a:ext cx="83160" cy="1177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9F8AF1E9-196C-5E70-E96A-1CD2D0501829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535140" y="5196968"/>
                  <a:ext cx="1008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0C8B44A4-D5C5-EAAE-4C17-C449B98563BD}"/>
                    </a:ext>
                  </a:extLst>
                </p14:cNvPr>
                <p14:cNvContentPartPr/>
                <p14:nvPr/>
              </p14:nvContentPartPr>
              <p14:xfrm>
                <a:off x="9533340" y="5267888"/>
                <a:ext cx="104400" cy="86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0C8B44A4-D5C5-EAAE-4C17-C449B98563B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9524340" y="5259248"/>
                  <a:ext cx="1220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F10C86D0-F24E-A58C-2CEA-D2403AE70336}"/>
                    </a:ext>
                  </a:extLst>
                </p14:cNvPr>
                <p14:cNvContentPartPr/>
                <p14:nvPr/>
              </p14:nvContentPartPr>
              <p14:xfrm>
                <a:off x="9710100" y="5198408"/>
                <a:ext cx="201600" cy="993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F10C86D0-F24E-A58C-2CEA-D2403AE70336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701460" y="5189768"/>
                  <a:ext cx="2192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3828C9CE-0BD6-5596-30A8-6BFA3ED60892}"/>
                    </a:ext>
                  </a:extLst>
                </p14:cNvPr>
                <p14:cNvContentPartPr/>
                <p14:nvPr/>
              </p14:nvContentPartPr>
              <p14:xfrm>
                <a:off x="9978660" y="5251328"/>
                <a:ext cx="81720" cy="1062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3828C9CE-0BD6-5596-30A8-6BFA3ED60892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9969660" y="5242328"/>
                  <a:ext cx="993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0F79A73D-9DA9-7104-DBBF-2EB5CB9AB40F}"/>
                    </a:ext>
                  </a:extLst>
                </p14:cNvPr>
                <p14:cNvContentPartPr/>
                <p14:nvPr/>
              </p14:nvContentPartPr>
              <p14:xfrm>
                <a:off x="9221580" y="5212088"/>
                <a:ext cx="204840" cy="12708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0F79A73D-9DA9-7104-DBBF-2EB5CB9AB40F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212940" y="5203088"/>
                  <a:ext cx="22248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02491A8F-ACF4-69FC-A208-862CDFA414AC}"/>
              </a:ext>
            </a:extLst>
          </p:cNvPr>
          <p:cNvGrpSpPr/>
          <p:nvPr/>
        </p:nvGrpSpPr>
        <p:grpSpPr>
          <a:xfrm>
            <a:off x="10333260" y="4992488"/>
            <a:ext cx="1200960" cy="346680"/>
            <a:chOff x="10333260" y="4992488"/>
            <a:chExt cx="1200960" cy="34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E520AB4F-990C-A6E5-35AF-755489FABE6D}"/>
                    </a:ext>
                  </a:extLst>
                </p14:cNvPr>
                <p14:cNvContentPartPr/>
                <p14:nvPr/>
              </p14:nvContentPartPr>
              <p14:xfrm>
                <a:off x="10333260" y="5123888"/>
                <a:ext cx="317520" cy="1630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E520AB4F-990C-A6E5-35AF-755489FABE6D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324620" y="5114888"/>
                  <a:ext cx="3351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29AB66D-B294-26E0-211B-F71959D74AB1}"/>
                    </a:ext>
                  </a:extLst>
                </p14:cNvPr>
                <p14:cNvContentPartPr/>
                <p14:nvPr/>
              </p14:nvContentPartPr>
              <p14:xfrm>
                <a:off x="10655460" y="5159528"/>
                <a:ext cx="104400" cy="1796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29AB66D-B294-26E0-211B-F71959D74AB1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646820" y="5150888"/>
                  <a:ext cx="1220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D673100A-B435-45B4-B081-B5AC936A0B1C}"/>
                    </a:ext>
                  </a:extLst>
                </p14:cNvPr>
                <p14:cNvContentPartPr/>
                <p14:nvPr/>
              </p14:nvContentPartPr>
              <p14:xfrm>
                <a:off x="10787220" y="5105888"/>
                <a:ext cx="222840" cy="1152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D673100A-B435-45B4-B081-B5AC936A0B1C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778220" y="5097248"/>
                  <a:ext cx="2404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5C2EFE92-FDB1-E115-5847-2E5CD4C76538}"/>
                    </a:ext>
                  </a:extLst>
                </p14:cNvPr>
                <p14:cNvContentPartPr/>
                <p14:nvPr/>
              </p14:nvContentPartPr>
              <p14:xfrm>
                <a:off x="11029140" y="5106968"/>
                <a:ext cx="280800" cy="1209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5C2EFE92-FDB1-E115-5847-2E5CD4C7653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1020500" y="5097968"/>
                  <a:ext cx="2984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316B5BF9-391E-8FD0-FB74-4E9B787DFCA0}"/>
                    </a:ext>
                  </a:extLst>
                </p14:cNvPr>
                <p14:cNvContentPartPr/>
                <p14:nvPr/>
              </p14:nvContentPartPr>
              <p14:xfrm>
                <a:off x="11299860" y="4992488"/>
                <a:ext cx="109800" cy="2397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316B5BF9-391E-8FD0-FB74-4E9B787DFCA0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1291220" y="4983848"/>
                  <a:ext cx="1274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A01EDF0C-6798-1677-3F55-C22D01EB32C7}"/>
                    </a:ext>
                  </a:extLst>
                </p14:cNvPr>
                <p14:cNvContentPartPr/>
                <p14:nvPr/>
              </p14:nvContentPartPr>
              <p14:xfrm>
                <a:off x="11426940" y="5075648"/>
                <a:ext cx="107280" cy="1350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A01EDF0C-6798-1677-3F55-C22D01EB32C7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1417940" y="5067008"/>
                  <a:ext cx="12492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BD878BE4-3E74-B698-36F1-ECD57C8AFCDC}"/>
              </a:ext>
            </a:extLst>
          </p:cNvPr>
          <p:cNvGrpSpPr/>
          <p:nvPr/>
        </p:nvGrpSpPr>
        <p:grpSpPr>
          <a:xfrm>
            <a:off x="8145540" y="5538968"/>
            <a:ext cx="1342440" cy="253080"/>
            <a:chOff x="8145540" y="5538968"/>
            <a:chExt cx="1342440" cy="25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E1146401-83AF-B07E-6E0E-3D0BC47D4F6E}"/>
                    </a:ext>
                  </a:extLst>
                </p14:cNvPr>
                <p14:cNvContentPartPr/>
                <p14:nvPr/>
              </p14:nvContentPartPr>
              <p14:xfrm>
                <a:off x="8145540" y="5677568"/>
                <a:ext cx="169200" cy="1144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E1146401-83AF-B07E-6E0E-3D0BC47D4F6E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136900" y="5668928"/>
                  <a:ext cx="1868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63BF7C88-B0BA-16BB-2BC1-955082EC4610}"/>
                    </a:ext>
                  </a:extLst>
                </p14:cNvPr>
                <p14:cNvContentPartPr/>
                <p14:nvPr/>
              </p14:nvContentPartPr>
              <p14:xfrm>
                <a:off x="8326620" y="5538968"/>
                <a:ext cx="124920" cy="2275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63BF7C88-B0BA-16BB-2BC1-955082EC4610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317620" y="5529968"/>
                  <a:ext cx="1425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30D632BA-E8E8-4102-8B44-6DD0A0CC8DD9}"/>
                    </a:ext>
                  </a:extLst>
                </p14:cNvPr>
                <p14:cNvContentPartPr/>
                <p14:nvPr/>
              </p14:nvContentPartPr>
              <p14:xfrm>
                <a:off x="8498700" y="5612408"/>
                <a:ext cx="123480" cy="1447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30D632BA-E8E8-4102-8B44-6DD0A0CC8DD9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489700" y="5603408"/>
                  <a:ext cx="1411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0194AB65-4C8B-6328-7F85-87DFA73E5C64}"/>
                    </a:ext>
                  </a:extLst>
                </p14:cNvPr>
                <p14:cNvContentPartPr/>
                <p14:nvPr/>
              </p14:nvContentPartPr>
              <p14:xfrm>
                <a:off x="8670780" y="5682608"/>
                <a:ext cx="350640" cy="7272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0194AB65-4C8B-6328-7F85-87DFA73E5C64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661780" y="5673608"/>
                  <a:ext cx="3682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DAE54CCD-133C-89A0-91DB-EC69E92AF722}"/>
                    </a:ext>
                  </a:extLst>
                </p14:cNvPr>
                <p14:cNvContentPartPr/>
                <p14:nvPr/>
              </p14:nvContentPartPr>
              <p14:xfrm>
                <a:off x="9054900" y="5654888"/>
                <a:ext cx="433080" cy="11772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DAE54CCD-133C-89A0-91DB-EC69E92AF722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045900" y="5645888"/>
                  <a:ext cx="450720" cy="13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66ADA1FC-8A3D-368A-4F1C-27ACC0BD5AED}"/>
              </a:ext>
            </a:extLst>
          </p:cNvPr>
          <p:cNvGrpSpPr/>
          <p:nvPr/>
        </p:nvGrpSpPr>
        <p:grpSpPr>
          <a:xfrm>
            <a:off x="6071220" y="1231208"/>
            <a:ext cx="3836520" cy="2426760"/>
            <a:chOff x="6071220" y="1231208"/>
            <a:chExt cx="3836520" cy="242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A884394C-2AF6-17C2-F894-D994D71C850D}"/>
                    </a:ext>
                  </a:extLst>
                </p14:cNvPr>
                <p14:cNvContentPartPr/>
                <p14:nvPr/>
              </p14:nvContentPartPr>
              <p14:xfrm>
                <a:off x="7912620" y="1231208"/>
                <a:ext cx="63000" cy="24267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A884394C-2AF6-17C2-F894-D994D71C850D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903620" y="1222208"/>
                  <a:ext cx="80640" cy="244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545E127E-DB21-83D8-7517-BFC520EAAFFC}"/>
                    </a:ext>
                  </a:extLst>
                </p14:cNvPr>
                <p14:cNvContentPartPr/>
                <p14:nvPr/>
              </p14:nvContentPartPr>
              <p14:xfrm>
                <a:off x="6071220" y="2524688"/>
                <a:ext cx="3836520" cy="8388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545E127E-DB21-83D8-7517-BFC520EAAFFC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062580" y="2516048"/>
                  <a:ext cx="3854160" cy="10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3FC9EBC2-BB19-3EF1-E783-BC86CA6CED02}"/>
              </a:ext>
            </a:extLst>
          </p:cNvPr>
          <p:cNvGrpSpPr/>
          <p:nvPr/>
        </p:nvGrpSpPr>
        <p:grpSpPr>
          <a:xfrm>
            <a:off x="9193140" y="1006568"/>
            <a:ext cx="393840" cy="318960"/>
            <a:chOff x="9193140" y="1006568"/>
            <a:chExt cx="393840" cy="31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338AE484-6F60-13A8-D3C3-DC61B32F4BC8}"/>
                    </a:ext>
                  </a:extLst>
                </p14:cNvPr>
                <p14:cNvContentPartPr/>
                <p14:nvPr/>
              </p14:nvContentPartPr>
              <p14:xfrm>
                <a:off x="9361980" y="1095848"/>
                <a:ext cx="129960" cy="1519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338AE484-6F60-13A8-D3C3-DC61B32F4BC8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9353340" y="1087208"/>
                  <a:ext cx="1476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572BEB9D-A283-5565-2E57-7B68895A94BF}"/>
                    </a:ext>
                  </a:extLst>
                </p14:cNvPr>
                <p14:cNvContentPartPr/>
                <p14:nvPr/>
              </p14:nvContentPartPr>
              <p14:xfrm>
                <a:off x="9364500" y="1158848"/>
                <a:ext cx="133200" cy="259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572BEB9D-A283-5565-2E57-7B68895A94BF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9355500" y="1149848"/>
                  <a:ext cx="1508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F2D1C211-D1A9-F868-81AA-3904B93FFE9A}"/>
                    </a:ext>
                  </a:extLst>
                </p14:cNvPr>
                <p14:cNvContentPartPr/>
                <p14:nvPr/>
              </p14:nvContentPartPr>
              <p14:xfrm>
                <a:off x="9528300" y="1085768"/>
                <a:ext cx="36720" cy="1778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F2D1C211-D1A9-F868-81AA-3904B93FFE9A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9519300" y="1076768"/>
                  <a:ext cx="543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B35402A5-EAAF-C687-1308-1A6197F01702}"/>
                    </a:ext>
                  </a:extLst>
                </p14:cNvPr>
                <p14:cNvContentPartPr/>
                <p14:nvPr/>
              </p14:nvContentPartPr>
              <p14:xfrm>
                <a:off x="9193140" y="1006568"/>
                <a:ext cx="393840" cy="3189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B35402A5-EAAF-C687-1308-1A6197F01702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9184500" y="997568"/>
                  <a:ext cx="411480" cy="33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875A201A-43F8-8ABC-E046-290169D38695}"/>
              </a:ext>
            </a:extLst>
          </p:cNvPr>
          <p:cNvGrpSpPr/>
          <p:nvPr/>
        </p:nvGrpSpPr>
        <p:grpSpPr>
          <a:xfrm>
            <a:off x="7029180" y="1599488"/>
            <a:ext cx="1746360" cy="1695240"/>
            <a:chOff x="7029180" y="1599488"/>
            <a:chExt cx="1746360" cy="169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08E366D5-8974-0ECD-50D9-6DE36E518308}"/>
                    </a:ext>
                  </a:extLst>
                </p14:cNvPr>
                <p14:cNvContentPartPr/>
                <p14:nvPr/>
              </p14:nvContentPartPr>
              <p14:xfrm>
                <a:off x="7893180" y="1614248"/>
                <a:ext cx="882360" cy="8496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08E366D5-8974-0ECD-50D9-6DE36E518308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7884180" y="1605608"/>
                  <a:ext cx="900000" cy="86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116222BF-74BA-6FCB-94EC-45204716459C}"/>
                    </a:ext>
                  </a:extLst>
                </p14:cNvPr>
                <p14:cNvContentPartPr/>
                <p14:nvPr/>
              </p14:nvContentPartPr>
              <p14:xfrm>
                <a:off x="7029180" y="1599488"/>
                <a:ext cx="888840" cy="9939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116222BF-74BA-6FCB-94EC-45204716459C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7020180" y="1590848"/>
                  <a:ext cx="906480" cy="10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6D478CB5-6285-C9C0-9AC7-277D996F7265}"/>
                    </a:ext>
                  </a:extLst>
                </p14:cNvPr>
                <p14:cNvContentPartPr/>
                <p14:nvPr/>
              </p14:nvContentPartPr>
              <p14:xfrm>
                <a:off x="8038620" y="2592368"/>
                <a:ext cx="727200" cy="7023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6D478CB5-6285-C9C0-9AC7-277D996F7265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8029620" y="2583368"/>
                  <a:ext cx="744840" cy="72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E5895205-5272-BE0C-6C5F-684D2EEDAD89}"/>
                    </a:ext>
                  </a:extLst>
                </p14:cNvPr>
                <p14:cNvContentPartPr/>
                <p14:nvPr/>
              </p14:nvContentPartPr>
              <p14:xfrm>
                <a:off x="7034220" y="2642048"/>
                <a:ext cx="898920" cy="6472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E5895205-5272-BE0C-6C5F-684D2EEDAD89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025580" y="2633408"/>
                  <a:ext cx="916560" cy="66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D3B8E64D-FE24-C365-06DD-7FE086AF18A2}"/>
                    </a:ext>
                  </a:extLst>
                </p14:cNvPr>
                <p14:cNvContentPartPr/>
                <p14:nvPr/>
              </p14:nvContentPartPr>
              <p14:xfrm>
                <a:off x="7875180" y="3263408"/>
                <a:ext cx="106200" cy="205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D3B8E64D-FE24-C365-06DD-7FE086AF18A2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866540" y="3254408"/>
                  <a:ext cx="12384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202DD2C9-8BE0-736C-78EC-52ECDE5243C7}"/>
              </a:ext>
            </a:extLst>
          </p:cNvPr>
          <p:cNvGrpSpPr/>
          <p:nvPr/>
        </p:nvGrpSpPr>
        <p:grpSpPr>
          <a:xfrm>
            <a:off x="3231180" y="420488"/>
            <a:ext cx="957240" cy="239040"/>
            <a:chOff x="3231180" y="420488"/>
            <a:chExt cx="957240" cy="23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0FAB66D4-829E-69CF-FED8-F52D91ACBCA1}"/>
                    </a:ext>
                  </a:extLst>
                </p14:cNvPr>
                <p14:cNvContentPartPr/>
                <p14:nvPr/>
              </p14:nvContentPartPr>
              <p14:xfrm>
                <a:off x="3323700" y="482048"/>
                <a:ext cx="121320" cy="1684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0FAB66D4-829E-69CF-FED8-F52D91ACBCA1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3315060" y="473048"/>
                  <a:ext cx="1389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D0E6A74A-E814-08D9-C3E3-FFD7CC88C051}"/>
                    </a:ext>
                  </a:extLst>
                </p14:cNvPr>
                <p14:cNvContentPartPr/>
                <p14:nvPr/>
              </p14:nvContentPartPr>
              <p14:xfrm>
                <a:off x="3339540" y="566288"/>
                <a:ext cx="100080" cy="540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D0E6A74A-E814-08D9-C3E3-FFD7CC88C051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3330540" y="557288"/>
                  <a:ext cx="1177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BABD46B4-2204-8E71-3AA6-37F1C90C7894}"/>
                    </a:ext>
                  </a:extLst>
                </p14:cNvPr>
                <p14:cNvContentPartPr/>
                <p14:nvPr/>
              </p14:nvContentPartPr>
              <p14:xfrm>
                <a:off x="3532500" y="455048"/>
                <a:ext cx="22320" cy="19944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BABD46B4-2204-8E71-3AA6-37F1C90C7894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523500" y="446048"/>
                  <a:ext cx="399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6297917D-7059-81BB-BD65-8A07B42015BF}"/>
                    </a:ext>
                  </a:extLst>
                </p14:cNvPr>
                <p14:cNvContentPartPr/>
                <p14:nvPr/>
              </p14:nvContentPartPr>
              <p14:xfrm>
                <a:off x="3231180" y="420488"/>
                <a:ext cx="21960" cy="2390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6297917D-7059-81BB-BD65-8A07B42015BF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3222180" y="411848"/>
                  <a:ext cx="396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71765AF3-7810-DA95-F8B4-A6B327D1E55D}"/>
                    </a:ext>
                  </a:extLst>
                </p14:cNvPr>
                <p14:cNvContentPartPr/>
                <p14:nvPr/>
              </p14:nvContentPartPr>
              <p14:xfrm>
                <a:off x="3662460" y="493568"/>
                <a:ext cx="123120" cy="9288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71765AF3-7810-DA95-F8B4-A6B327D1E55D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653820" y="484568"/>
                  <a:ext cx="1407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246FAE6A-F005-6F6B-8B25-B07F9A4E1DBC}"/>
                    </a:ext>
                  </a:extLst>
                </p14:cNvPr>
                <p14:cNvContentPartPr/>
                <p14:nvPr/>
              </p14:nvContentPartPr>
              <p14:xfrm>
                <a:off x="3855420" y="430568"/>
                <a:ext cx="38160" cy="19476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246FAE6A-F005-6F6B-8B25-B07F9A4E1DBC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3846780" y="421928"/>
                  <a:ext cx="558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69C21A9B-20E6-6D15-529C-9C215A6261C6}"/>
                    </a:ext>
                  </a:extLst>
                </p14:cNvPr>
                <p14:cNvContentPartPr/>
                <p14:nvPr/>
              </p14:nvContentPartPr>
              <p14:xfrm>
                <a:off x="3985380" y="515888"/>
                <a:ext cx="87120" cy="7272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69C21A9B-20E6-6D15-529C-9C215A6261C6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3976740" y="506888"/>
                  <a:ext cx="1047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D3AB0745-744D-F36A-C91D-CEC775EB06A4}"/>
                    </a:ext>
                  </a:extLst>
                </p14:cNvPr>
                <p14:cNvContentPartPr/>
                <p14:nvPr/>
              </p14:nvContentPartPr>
              <p14:xfrm>
                <a:off x="4145940" y="420488"/>
                <a:ext cx="42480" cy="17676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D3AB0745-744D-F36A-C91D-CEC775EB06A4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136940" y="411848"/>
                  <a:ext cx="60120" cy="19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6DDCF0A5-E9C8-581D-27E3-FE9214AF26FF}"/>
              </a:ext>
            </a:extLst>
          </p:cNvPr>
          <p:cNvGrpSpPr/>
          <p:nvPr/>
        </p:nvGrpSpPr>
        <p:grpSpPr>
          <a:xfrm>
            <a:off x="8790660" y="2644208"/>
            <a:ext cx="265680" cy="321480"/>
            <a:chOff x="8790660" y="2644208"/>
            <a:chExt cx="265680" cy="32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A80B8994-08D1-FE9A-C111-CEE11C5FF703}"/>
                    </a:ext>
                  </a:extLst>
                </p14:cNvPr>
                <p14:cNvContentPartPr/>
                <p14:nvPr/>
              </p14:nvContentPartPr>
              <p14:xfrm>
                <a:off x="8790660" y="2644208"/>
                <a:ext cx="96840" cy="10944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A80B8994-08D1-FE9A-C111-CEE11C5FF703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8781660" y="2635568"/>
                  <a:ext cx="1144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9100C33D-0415-D5FD-06D3-1F10909BC97B}"/>
                    </a:ext>
                  </a:extLst>
                </p14:cNvPr>
                <p14:cNvContentPartPr/>
                <p14:nvPr/>
              </p14:nvContentPartPr>
              <p14:xfrm>
                <a:off x="9034740" y="2841848"/>
                <a:ext cx="21600" cy="12384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9100C33D-0415-D5FD-06D3-1F10909BC97B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9025740" y="2832848"/>
                  <a:ext cx="3924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F0355346-7DBE-BF4E-8240-DEBFC81D16F5}"/>
              </a:ext>
            </a:extLst>
          </p:cNvPr>
          <p:cNvGrpSpPr/>
          <p:nvPr/>
        </p:nvGrpSpPr>
        <p:grpSpPr>
          <a:xfrm>
            <a:off x="5777100" y="887408"/>
            <a:ext cx="4369320" cy="3127320"/>
            <a:chOff x="5777100" y="887408"/>
            <a:chExt cx="4369320" cy="312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FDD00FF3-AA01-2369-3E01-F5E765E561D5}"/>
                    </a:ext>
                  </a:extLst>
                </p14:cNvPr>
                <p14:cNvContentPartPr/>
                <p14:nvPr/>
              </p14:nvContentPartPr>
              <p14:xfrm>
                <a:off x="8693460" y="1589768"/>
                <a:ext cx="175320" cy="14544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FDD00FF3-AA01-2369-3E01-F5E765E561D5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8684460" y="1581128"/>
                  <a:ext cx="1929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B02F03FC-FAB8-AD3B-F2ED-F78423068EC9}"/>
                    </a:ext>
                  </a:extLst>
                </p14:cNvPr>
                <p14:cNvContentPartPr/>
                <p14:nvPr/>
              </p14:nvContentPartPr>
              <p14:xfrm>
                <a:off x="6665220" y="1269008"/>
                <a:ext cx="847440" cy="49176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B02F03FC-FAB8-AD3B-F2ED-F78423068EC9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656580" y="1260008"/>
                  <a:ext cx="865080" cy="5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3D03C6B4-7965-C380-4E1C-7AB4C8DC22D4}"/>
                    </a:ext>
                  </a:extLst>
                </p14:cNvPr>
                <p14:cNvContentPartPr/>
                <p14:nvPr/>
              </p14:nvContentPartPr>
              <p14:xfrm>
                <a:off x="6608340" y="2472848"/>
                <a:ext cx="228240" cy="58104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3D03C6B4-7965-C380-4E1C-7AB4C8DC22D4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6599700" y="2464208"/>
                  <a:ext cx="245880" cy="59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60C7ADA7-7F6E-792A-2368-5CA76599AE13}"/>
                    </a:ext>
                  </a:extLst>
                </p14:cNvPr>
                <p14:cNvContentPartPr/>
                <p14:nvPr/>
              </p14:nvContentPartPr>
              <p14:xfrm>
                <a:off x="6676020" y="2893688"/>
                <a:ext cx="149760" cy="20520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60C7ADA7-7F6E-792A-2368-5CA76599AE13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667020" y="2884688"/>
                  <a:ext cx="1674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D5F399E6-9C75-A7B6-45D9-D84ADBAE5265}"/>
                    </a:ext>
                  </a:extLst>
                </p14:cNvPr>
                <p14:cNvContentPartPr/>
                <p14:nvPr/>
              </p14:nvContentPartPr>
              <p14:xfrm>
                <a:off x="9214380" y="2820968"/>
                <a:ext cx="75240" cy="8712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D5F399E6-9C75-A7B6-45D9-D84ADBAE5265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9205380" y="2811968"/>
                  <a:ext cx="928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78D2F300-39C0-0C0E-1484-35686C702FB2}"/>
                    </a:ext>
                  </a:extLst>
                </p14:cNvPr>
                <p14:cNvContentPartPr/>
                <p14:nvPr/>
              </p14:nvContentPartPr>
              <p14:xfrm>
                <a:off x="8684820" y="3314528"/>
                <a:ext cx="344880" cy="27396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78D2F300-39C0-0C0E-1484-35686C702FB2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8676180" y="3305528"/>
                  <a:ext cx="36252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D33A7216-F265-227E-BE54-5C495B25311E}"/>
                    </a:ext>
                  </a:extLst>
                </p14:cNvPr>
                <p14:cNvContentPartPr/>
                <p14:nvPr/>
              </p14:nvContentPartPr>
              <p14:xfrm>
                <a:off x="7351380" y="3485888"/>
                <a:ext cx="938880" cy="14580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D33A7216-F265-227E-BE54-5C495B25311E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7342740" y="3477248"/>
                  <a:ext cx="9565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5C16E821-5E29-6939-82B4-B05948A2B256}"/>
                    </a:ext>
                  </a:extLst>
                </p14:cNvPr>
                <p14:cNvContentPartPr/>
                <p14:nvPr/>
              </p14:nvContentPartPr>
              <p14:xfrm>
                <a:off x="7450740" y="3515408"/>
                <a:ext cx="171360" cy="903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5C16E821-5E29-6939-82B4-B05948A2B256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7441740" y="3506768"/>
                  <a:ext cx="189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01A090C8-2D6A-0960-F43F-8129E3182E1F}"/>
                    </a:ext>
                  </a:extLst>
                </p14:cNvPr>
                <p14:cNvContentPartPr/>
                <p14:nvPr/>
              </p14:nvContentPartPr>
              <p14:xfrm>
                <a:off x="6156540" y="1215728"/>
                <a:ext cx="532440" cy="36504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01A090C8-2D6A-0960-F43F-8129E3182E1F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6147540" y="1206728"/>
                  <a:ext cx="55008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01CF2DEF-7D59-C227-E5BF-2D22F146DE5B}"/>
                    </a:ext>
                  </a:extLst>
                </p14:cNvPr>
                <p14:cNvContentPartPr/>
                <p14:nvPr/>
              </p14:nvContentPartPr>
              <p14:xfrm>
                <a:off x="6057900" y="1324808"/>
                <a:ext cx="540720" cy="38700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01CF2DEF-7D59-C227-E5BF-2D22F146DE5B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6048900" y="1315808"/>
                  <a:ext cx="55836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504DD684-569E-AD29-B8EC-999F2923A569}"/>
                    </a:ext>
                  </a:extLst>
                </p14:cNvPr>
                <p14:cNvContentPartPr/>
                <p14:nvPr/>
              </p14:nvContentPartPr>
              <p14:xfrm>
                <a:off x="5886180" y="1464848"/>
                <a:ext cx="582840" cy="35316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504DD684-569E-AD29-B8EC-999F2923A569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5877540" y="1456208"/>
                  <a:ext cx="60048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743DAFDA-BBD6-A928-4D05-17FB22121F19}"/>
                    </a:ext>
                  </a:extLst>
                </p14:cNvPr>
                <p14:cNvContentPartPr/>
                <p14:nvPr/>
              </p14:nvContentPartPr>
              <p14:xfrm>
                <a:off x="5849820" y="1740248"/>
                <a:ext cx="621000" cy="4060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743DAFDA-BBD6-A928-4D05-17FB22121F19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5841180" y="1731608"/>
                  <a:ext cx="63864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D476BED2-F797-A7DA-EA69-C78CB5A3B468}"/>
                    </a:ext>
                  </a:extLst>
                </p14:cNvPr>
                <p14:cNvContentPartPr/>
                <p14:nvPr/>
              </p14:nvContentPartPr>
              <p14:xfrm>
                <a:off x="5984820" y="2077928"/>
                <a:ext cx="520920" cy="37080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D476BED2-F797-A7DA-EA69-C78CB5A3B468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5976180" y="2069288"/>
                  <a:ext cx="53856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8DE2FF6E-9CFC-AB44-2CE1-31E849538FCC}"/>
                    </a:ext>
                  </a:extLst>
                </p14:cNvPr>
                <p14:cNvContentPartPr/>
                <p14:nvPr/>
              </p14:nvContentPartPr>
              <p14:xfrm>
                <a:off x="5881140" y="2358728"/>
                <a:ext cx="600120" cy="37368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8DE2FF6E-9CFC-AB44-2CE1-31E849538FCC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5872140" y="2349728"/>
                  <a:ext cx="61776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5478AE86-E171-C79A-1E89-3E143C6846C1}"/>
                    </a:ext>
                  </a:extLst>
                </p14:cNvPr>
                <p14:cNvContentPartPr/>
                <p14:nvPr/>
              </p14:nvContentPartPr>
              <p14:xfrm>
                <a:off x="5777100" y="2587328"/>
                <a:ext cx="974880" cy="56088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5478AE86-E171-C79A-1E89-3E143C6846C1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5768460" y="2578328"/>
                  <a:ext cx="992520" cy="57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22736CC8-90B7-DED5-7936-A50AC1DB1CE3}"/>
                    </a:ext>
                  </a:extLst>
                </p14:cNvPr>
                <p14:cNvContentPartPr/>
                <p14:nvPr/>
              </p14:nvContentPartPr>
              <p14:xfrm>
                <a:off x="6265620" y="3034088"/>
                <a:ext cx="894600" cy="56160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22736CC8-90B7-DED5-7936-A50AC1DB1CE3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6256620" y="3025088"/>
                  <a:ext cx="912240" cy="57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0873FB31-8E35-FBD6-269C-C3998BBE8CB7}"/>
                    </a:ext>
                  </a:extLst>
                </p14:cNvPr>
                <p14:cNvContentPartPr/>
                <p14:nvPr/>
              </p14:nvContentPartPr>
              <p14:xfrm>
                <a:off x="6883740" y="3439088"/>
                <a:ext cx="879120" cy="41292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0873FB31-8E35-FBD6-269C-C3998BBE8CB7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6875100" y="3430448"/>
                  <a:ext cx="89676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9FCEE330-EBDA-94A8-B9B9-6105F8704B83}"/>
                    </a:ext>
                  </a:extLst>
                </p14:cNvPr>
                <p14:cNvContentPartPr/>
                <p14:nvPr/>
              </p14:nvContentPartPr>
              <p14:xfrm>
                <a:off x="7439580" y="3610808"/>
                <a:ext cx="1373040" cy="40392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9FCEE330-EBDA-94A8-B9B9-6105F8704B83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7430940" y="3601808"/>
                  <a:ext cx="139068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D085D88F-890C-77D7-8756-6D1D21CDC866}"/>
                    </a:ext>
                  </a:extLst>
                </p14:cNvPr>
                <p14:cNvContentPartPr/>
                <p14:nvPr/>
              </p14:nvContentPartPr>
              <p14:xfrm>
                <a:off x="8910180" y="3803048"/>
                <a:ext cx="420840" cy="13572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D085D88F-890C-77D7-8756-6D1D21CDC866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901180" y="3794048"/>
                  <a:ext cx="4384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E7F1A14C-2C43-28DB-802E-F12D51E9BD98}"/>
                    </a:ext>
                  </a:extLst>
                </p14:cNvPr>
                <p14:cNvContentPartPr/>
                <p14:nvPr/>
              </p14:nvContentPartPr>
              <p14:xfrm>
                <a:off x="9164700" y="3517208"/>
                <a:ext cx="498600" cy="13680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E7F1A14C-2C43-28DB-802E-F12D51E9BD98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9155700" y="3508208"/>
                  <a:ext cx="5162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94AA675E-ABD6-EE47-7962-E8826FB873C1}"/>
                    </a:ext>
                  </a:extLst>
                </p14:cNvPr>
                <p14:cNvContentPartPr/>
                <p14:nvPr/>
              </p14:nvContentPartPr>
              <p14:xfrm>
                <a:off x="9310140" y="3236768"/>
                <a:ext cx="641160" cy="24588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94AA675E-ABD6-EE47-7962-E8826FB873C1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9301140" y="3227768"/>
                  <a:ext cx="6588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4FE264F9-0DCE-47A7-4D75-4A17EE9CEDD8}"/>
                    </a:ext>
                  </a:extLst>
                </p14:cNvPr>
                <p14:cNvContentPartPr/>
                <p14:nvPr/>
              </p14:nvContentPartPr>
              <p14:xfrm>
                <a:off x="9148860" y="2475728"/>
                <a:ext cx="226080" cy="16020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4FE264F9-0DCE-47A7-4D75-4A17EE9CEDD8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9140220" y="2466728"/>
                  <a:ext cx="2437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D5F3D910-909C-EC9F-5738-DB5A33216664}"/>
                    </a:ext>
                  </a:extLst>
                </p14:cNvPr>
                <p14:cNvContentPartPr/>
                <p14:nvPr/>
              </p14:nvContentPartPr>
              <p14:xfrm>
                <a:off x="9179100" y="2482568"/>
                <a:ext cx="105120" cy="1116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D5F3D910-909C-EC9F-5738-DB5A33216664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9170460" y="2473928"/>
                  <a:ext cx="1227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D7848758-4177-DA30-7887-8794083EB7BF}"/>
                    </a:ext>
                  </a:extLst>
                </p14:cNvPr>
                <p14:cNvContentPartPr/>
                <p14:nvPr/>
              </p14:nvContentPartPr>
              <p14:xfrm>
                <a:off x="9268380" y="2691008"/>
                <a:ext cx="151200" cy="20808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D7848758-4177-DA30-7887-8794083EB7BF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9259740" y="2682368"/>
                  <a:ext cx="1688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5432F516-4675-F6BA-6381-63EFF374BEB9}"/>
                    </a:ext>
                  </a:extLst>
                </p14:cNvPr>
                <p14:cNvContentPartPr/>
                <p14:nvPr/>
              </p14:nvContentPartPr>
              <p14:xfrm>
                <a:off x="9460620" y="2970368"/>
                <a:ext cx="164160" cy="11088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5432F516-4675-F6BA-6381-63EFF374BEB9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9451980" y="2961368"/>
                  <a:ext cx="1818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952C1429-5ACF-BF94-3C1C-86E7633F63C5}"/>
                    </a:ext>
                  </a:extLst>
                </p14:cNvPr>
                <p14:cNvContentPartPr/>
                <p14:nvPr/>
              </p14:nvContentPartPr>
              <p14:xfrm>
                <a:off x="9030060" y="1964888"/>
                <a:ext cx="176400" cy="40932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952C1429-5ACF-BF94-3C1C-86E7633F63C5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9021420" y="1956248"/>
                  <a:ext cx="19404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83CE814A-1287-D8C1-FFCD-84FFD6A6C2D5}"/>
                    </a:ext>
                  </a:extLst>
                </p14:cNvPr>
                <p14:cNvContentPartPr/>
                <p14:nvPr/>
              </p14:nvContentPartPr>
              <p14:xfrm>
                <a:off x="9710100" y="2909168"/>
                <a:ext cx="374760" cy="13932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83CE814A-1287-D8C1-FFCD-84FFD6A6C2D5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9701460" y="2900528"/>
                  <a:ext cx="3924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F2308F34-735A-E909-308D-7E78853FD816}"/>
                    </a:ext>
                  </a:extLst>
                </p14:cNvPr>
                <p14:cNvContentPartPr/>
                <p14:nvPr/>
              </p14:nvContentPartPr>
              <p14:xfrm>
                <a:off x="9559620" y="2405168"/>
                <a:ext cx="586800" cy="26136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F2308F34-735A-E909-308D-7E78853FD816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550620" y="2396528"/>
                  <a:ext cx="60444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D5FA7BAB-0AD0-DE2B-AE24-C42107EB0D48}"/>
                    </a:ext>
                  </a:extLst>
                </p14:cNvPr>
                <p14:cNvContentPartPr/>
                <p14:nvPr/>
              </p14:nvContentPartPr>
              <p14:xfrm>
                <a:off x="9466020" y="2020688"/>
                <a:ext cx="539640" cy="24732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D5FA7BAB-0AD0-DE2B-AE24-C42107EB0D48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9457020" y="2012048"/>
                  <a:ext cx="5572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7A09A184-517A-2874-A48D-1D1FA8331F7A}"/>
                    </a:ext>
                  </a:extLst>
                </p14:cNvPr>
                <p14:cNvContentPartPr/>
                <p14:nvPr/>
              </p14:nvContentPartPr>
              <p14:xfrm>
                <a:off x="7541820" y="887408"/>
                <a:ext cx="2091600" cy="93024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7A09A184-517A-2874-A48D-1D1FA8331F7A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7532820" y="878408"/>
                  <a:ext cx="2109240" cy="9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9606973E-E045-B1BD-22B0-E6A00B592826}"/>
                    </a:ext>
                  </a:extLst>
                </p14:cNvPr>
                <p14:cNvContentPartPr/>
                <p14:nvPr/>
              </p14:nvContentPartPr>
              <p14:xfrm>
                <a:off x="6299460" y="929888"/>
                <a:ext cx="1132200" cy="36144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9606973E-E045-B1BD-22B0-E6A00B592826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6290460" y="920888"/>
                  <a:ext cx="114984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42D5C022-4933-4B80-8F8C-16AED3F903E9}"/>
                    </a:ext>
                  </a:extLst>
                </p14:cNvPr>
                <p14:cNvContentPartPr/>
                <p14:nvPr/>
              </p14:nvContentPartPr>
              <p14:xfrm>
                <a:off x="6411060" y="3127328"/>
                <a:ext cx="270000" cy="26676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42D5C022-4933-4B80-8F8C-16AED3F903E9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6402060" y="3118688"/>
                  <a:ext cx="2876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D722FFB3-1DB6-9AD2-B3BB-258D13CA9E3D}"/>
                    </a:ext>
                  </a:extLst>
                </p14:cNvPr>
                <p14:cNvContentPartPr/>
                <p14:nvPr/>
              </p14:nvContentPartPr>
              <p14:xfrm>
                <a:off x="6421500" y="3465368"/>
                <a:ext cx="523440" cy="31752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D722FFB3-1DB6-9AD2-B3BB-258D13CA9E3D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6412500" y="3456368"/>
                  <a:ext cx="54108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C8950AB4-E381-3E3C-83FA-76902A6331BA}"/>
                    </a:ext>
                  </a:extLst>
                </p14:cNvPr>
                <p14:cNvContentPartPr/>
                <p14:nvPr/>
              </p14:nvContentPartPr>
              <p14:xfrm>
                <a:off x="6556500" y="3574448"/>
                <a:ext cx="979200" cy="42264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C8950AB4-E381-3E3C-83FA-76902A6331BA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6547500" y="3565448"/>
                  <a:ext cx="99684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7D5071F0-C4CE-9FEF-24F8-DDC22131837C}"/>
                    </a:ext>
                  </a:extLst>
                </p14:cNvPr>
                <p14:cNvContentPartPr/>
                <p14:nvPr/>
              </p14:nvContentPartPr>
              <p14:xfrm>
                <a:off x="6925500" y="3699008"/>
                <a:ext cx="539280" cy="27324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7D5071F0-C4CE-9FEF-24F8-DDC22131837C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6916500" y="3690008"/>
                  <a:ext cx="556920" cy="29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5692869F-FD9C-6053-3755-89D749ADD3AD}"/>
              </a:ext>
            </a:extLst>
          </p:cNvPr>
          <p:cNvGrpSpPr/>
          <p:nvPr/>
        </p:nvGrpSpPr>
        <p:grpSpPr>
          <a:xfrm>
            <a:off x="8286660" y="1579328"/>
            <a:ext cx="498600" cy="1059120"/>
            <a:chOff x="8286660" y="1579328"/>
            <a:chExt cx="498600" cy="105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D1F26136-7021-51CC-324E-D14858B4E3C6}"/>
                    </a:ext>
                  </a:extLst>
                </p14:cNvPr>
                <p14:cNvContentPartPr/>
                <p14:nvPr/>
              </p14:nvContentPartPr>
              <p14:xfrm>
                <a:off x="8535060" y="1579328"/>
                <a:ext cx="3600" cy="2268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D1F26136-7021-51CC-324E-D14858B4E3C6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8526060" y="1570328"/>
                  <a:ext cx="212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C29A5B65-7C5E-B73E-54CC-7F887CC3BCDD}"/>
                    </a:ext>
                  </a:extLst>
                </p14:cNvPr>
                <p14:cNvContentPartPr/>
                <p14:nvPr/>
              </p14:nvContentPartPr>
              <p14:xfrm>
                <a:off x="8551620" y="1735208"/>
                <a:ext cx="57960" cy="10044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C29A5B65-7C5E-B73E-54CC-7F887CC3BCDD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8542620" y="1726208"/>
                  <a:ext cx="756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B487615D-06FC-3924-DEC8-8FEE505D15E5}"/>
                    </a:ext>
                  </a:extLst>
                </p14:cNvPr>
                <p14:cNvContentPartPr/>
                <p14:nvPr/>
              </p14:nvContentPartPr>
              <p14:xfrm>
                <a:off x="8593020" y="1917008"/>
                <a:ext cx="81000" cy="10440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B487615D-06FC-3924-DEC8-8FEE505D15E5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8584380" y="1908008"/>
                  <a:ext cx="986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188B8153-5991-BD54-E04E-1194B0F07ED1}"/>
                    </a:ext>
                  </a:extLst>
                </p14:cNvPr>
                <p14:cNvContentPartPr/>
                <p14:nvPr/>
              </p14:nvContentPartPr>
              <p14:xfrm>
                <a:off x="8707500" y="2187008"/>
                <a:ext cx="59400" cy="13104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188B8153-5991-BD54-E04E-1194B0F07ED1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8698500" y="2178368"/>
                  <a:ext cx="770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6C7694B9-165C-0ED5-2B22-B33DE27F9CA3}"/>
                    </a:ext>
                  </a:extLst>
                </p14:cNvPr>
                <p14:cNvContentPartPr/>
                <p14:nvPr/>
              </p14:nvContentPartPr>
              <p14:xfrm>
                <a:off x="8759340" y="2545568"/>
                <a:ext cx="25920" cy="9288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6C7694B9-165C-0ED5-2B22-B33DE27F9CA3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8750700" y="2536928"/>
                  <a:ext cx="435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2AA1A7DC-8F90-C5E5-C777-F25487B74381}"/>
                    </a:ext>
                  </a:extLst>
                </p14:cNvPr>
                <p14:cNvContentPartPr/>
                <p14:nvPr/>
              </p14:nvContentPartPr>
              <p14:xfrm>
                <a:off x="8286660" y="1672928"/>
                <a:ext cx="360" cy="36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2AA1A7DC-8F90-C5E5-C777-F25487B74381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8277660" y="166392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E3447ED8-434F-5516-D9EB-E7515C714D48}"/>
                    </a:ext>
                  </a:extLst>
                </p14:cNvPr>
                <p14:cNvContentPartPr/>
                <p14:nvPr/>
              </p14:nvContentPartPr>
              <p14:xfrm>
                <a:off x="8291700" y="2005208"/>
                <a:ext cx="19800" cy="12240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E3447ED8-434F-5516-D9EB-E7515C714D48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8283060" y="1996568"/>
                  <a:ext cx="374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AC8851D3-179B-92E4-45BA-6F5F02D7A649}"/>
                    </a:ext>
                  </a:extLst>
                </p14:cNvPr>
                <p14:cNvContentPartPr/>
                <p14:nvPr/>
              </p14:nvContentPartPr>
              <p14:xfrm>
                <a:off x="8312580" y="2379248"/>
                <a:ext cx="105480" cy="24264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AC8851D3-179B-92E4-45BA-6F5F02D7A649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8303580" y="2370608"/>
                  <a:ext cx="123120" cy="26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4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E402A3BD-CCA3-947D-F845-7CCC5B9EF2CE}"/>
                  </a:ext>
                </a:extLst>
              </p14:cNvPr>
              <p14:cNvContentPartPr/>
              <p14:nvPr/>
            </p14:nvContentPartPr>
            <p14:xfrm>
              <a:off x="7793100" y="1880648"/>
              <a:ext cx="38160" cy="202320"/>
            </p14:xfrm>
          </p:contentPart>
        </mc:Choice>
        <mc:Fallback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E402A3BD-CCA3-947D-F845-7CCC5B9EF2CE}"/>
                  </a:ext>
                </a:extLst>
              </p:cNvPr>
              <p:cNvPicPr/>
              <p:nvPr/>
            </p:nvPicPr>
            <p:blipFill>
              <a:blip r:embed="rId515"/>
              <a:stretch>
                <a:fillRect/>
              </a:stretch>
            </p:blipFill>
            <p:spPr>
              <a:xfrm>
                <a:off x="7784100" y="1871648"/>
                <a:ext cx="5580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6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6EA67E99-1DD7-0634-C3B9-4FC876288B30}"/>
                  </a:ext>
                </a:extLst>
              </p14:cNvPr>
              <p14:cNvContentPartPr/>
              <p14:nvPr/>
            </p14:nvContentPartPr>
            <p14:xfrm>
              <a:off x="7923060" y="3231368"/>
              <a:ext cx="19800" cy="87480"/>
            </p14:xfrm>
          </p:contentPart>
        </mc:Choice>
        <mc:Fallback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6EA67E99-1DD7-0634-C3B9-4FC876288B30}"/>
                  </a:ext>
                </a:extLst>
              </p:cNvPr>
              <p:cNvPicPr/>
              <p:nvPr/>
            </p:nvPicPr>
            <p:blipFill>
              <a:blip r:embed="rId517"/>
              <a:stretch>
                <a:fillRect/>
              </a:stretch>
            </p:blipFill>
            <p:spPr>
              <a:xfrm>
                <a:off x="7914060" y="3222728"/>
                <a:ext cx="37440" cy="10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6" name="Group 325">
            <a:extLst>
              <a:ext uri="{FF2B5EF4-FFF2-40B4-BE49-F238E27FC236}">
                <a16:creationId xmlns:a16="http://schemas.microsoft.com/office/drawing/2014/main" id="{E3A985C4-3242-DAFC-8775-84D1E0B6E087}"/>
              </a:ext>
            </a:extLst>
          </p:cNvPr>
          <p:cNvGrpSpPr/>
          <p:nvPr/>
        </p:nvGrpSpPr>
        <p:grpSpPr>
          <a:xfrm>
            <a:off x="7392780" y="1418048"/>
            <a:ext cx="317160" cy="232920"/>
            <a:chOff x="7392780" y="1418048"/>
            <a:chExt cx="317160" cy="23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FF69058F-F76E-011D-A93B-6A7F2CD0A45F}"/>
                    </a:ext>
                  </a:extLst>
                </p14:cNvPr>
                <p14:cNvContentPartPr/>
                <p14:nvPr/>
              </p14:nvContentPartPr>
              <p14:xfrm>
                <a:off x="7704540" y="1418048"/>
                <a:ext cx="5400" cy="5868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FF69058F-F76E-011D-A93B-6A7F2CD0A45F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7695900" y="1409408"/>
                  <a:ext cx="230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8F95F95D-DBC2-93F1-264F-CA85FB998ACF}"/>
                    </a:ext>
                  </a:extLst>
                </p14:cNvPr>
                <p14:cNvContentPartPr/>
                <p14:nvPr/>
              </p14:nvContentPartPr>
              <p14:xfrm>
                <a:off x="7392780" y="1558448"/>
                <a:ext cx="34200" cy="9252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8F95F95D-DBC2-93F1-264F-CA85FB998ACF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7384140" y="1549808"/>
                  <a:ext cx="51840" cy="11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2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928AA96B-F6D6-5CEA-DA67-4A685BAB7B25}"/>
                  </a:ext>
                </a:extLst>
              </p14:cNvPr>
              <p14:cNvContentPartPr/>
              <p14:nvPr/>
            </p14:nvContentPartPr>
            <p14:xfrm>
              <a:off x="7839900" y="2363768"/>
              <a:ext cx="37080" cy="124200"/>
            </p14:xfrm>
          </p:contentPart>
        </mc:Choice>
        <mc:Fallback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928AA96B-F6D6-5CEA-DA67-4A685BAB7B25}"/>
                  </a:ext>
                </a:extLst>
              </p:cNvPr>
              <p:cNvPicPr/>
              <p:nvPr/>
            </p:nvPicPr>
            <p:blipFill>
              <a:blip r:embed="rId523"/>
              <a:stretch>
                <a:fillRect/>
              </a:stretch>
            </p:blipFill>
            <p:spPr>
              <a:xfrm>
                <a:off x="7830900" y="2354768"/>
                <a:ext cx="5472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4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8D3481CC-D66D-18DE-10DE-E4C538E757F8}"/>
                  </a:ext>
                </a:extLst>
              </p14:cNvPr>
              <p14:cNvContentPartPr/>
              <p14:nvPr/>
            </p14:nvContentPartPr>
            <p14:xfrm>
              <a:off x="7891740" y="2795048"/>
              <a:ext cx="59040" cy="194040"/>
            </p14:xfrm>
          </p:contentPart>
        </mc:Choice>
        <mc:Fallback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8D3481CC-D66D-18DE-10DE-E4C538E757F8}"/>
                  </a:ext>
                </a:extLst>
              </p:cNvPr>
              <p:cNvPicPr/>
              <p:nvPr/>
            </p:nvPicPr>
            <p:blipFill>
              <a:blip r:embed="rId525"/>
              <a:stretch>
                <a:fillRect/>
              </a:stretch>
            </p:blipFill>
            <p:spPr>
              <a:xfrm>
                <a:off x="7882740" y="2786048"/>
                <a:ext cx="7668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6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6F166164-8CAD-C68E-C74A-8AA80B7F8C9A}"/>
                  </a:ext>
                </a:extLst>
              </p14:cNvPr>
              <p14:cNvContentPartPr/>
              <p14:nvPr/>
            </p14:nvContentPartPr>
            <p14:xfrm>
              <a:off x="6925500" y="1657088"/>
              <a:ext cx="49320" cy="95760"/>
            </p14:xfrm>
          </p:contentPart>
        </mc:Choice>
        <mc:Fallback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6F166164-8CAD-C68E-C74A-8AA80B7F8C9A}"/>
                  </a:ext>
                </a:extLst>
              </p:cNvPr>
              <p:cNvPicPr/>
              <p:nvPr/>
            </p:nvPicPr>
            <p:blipFill>
              <a:blip r:embed="rId527"/>
              <a:stretch>
                <a:fillRect/>
              </a:stretch>
            </p:blipFill>
            <p:spPr>
              <a:xfrm>
                <a:off x="6916500" y="1648448"/>
                <a:ext cx="6696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8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742D502C-F72C-F022-D4A2-9D8D418FF0F1}"/>
                  </a:ext>
                </a:extLst>
              </p14:cNvPr>
              <p14:cNvContentPartPr/>
              <p14:nvPr/>
            </p14:nvContentPartPr>
            <p14:xfrm>
              <a:off x="7455420" y="2587328"/>
              <a:ext cx="59040" cy="200160"/>
            </p14:xfrm>
          </p:contentPart>
        </mc:Choice>
        <mc:Fallback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742D502C-F72C-F022-D4A2-9D8D418FF0F1}"/>
                  </a:ext>
                </a:extLst>
              </p:cNvPr>
              <p:cNvPicPr/>
              <p:nvPr/>
            </p:nvPicPr>
            <p:blipFill>
              <a:blip r:embed="rId529"/>
              <a:stretch>
                <a:fillRect/>
              </a:stretch>
            </p:blipFill>
            <p:spPr>
              <a:xfrm>
                <a:off x="7446420" y="2578328"/>
                <a:ext cx="7668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0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8B53FE81-C4A6-7CC9-4C07-F88318C72554}"/>
                  </a:ext>
                </a:extLst>
              </p14:cNvPr>
              <p14:cNvContentPartPr/>
              <p14:nvPr/>
            </p14:nvContentPartPr>
            <p14:xfrm>
              <a:off x="7465860" y="3122288"/>
              <a:ext cx="52920" cy="305640"/>
            </p14:xfrm>
          </p:contentPart>
        </mc:Choice>
        <mc:Fallback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8B53FE81-C4A6-7CC9-4C07-F88318C72554}"/>
                  </a:ext>
                </a:extLst>
              </p:cNvPr>
              <p:cNvPicPr/>
              <p:nvPr/>
            </p:nvPicPr>
            <p:blipFill>
              <a:blip r:embed="rId531"/>
              <a:stretch>
                <a:fillRect/>
              </a:stretch>
            </p:blipFill>
            <p:spPr>
              <a:xfrm>
                <a:off x="7456860" y="3113648"/>
                <a:ext cx="7056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2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94A9B4C7-83B5-7360-F819-967AFCA56CB3}"/>
                  </a:ext>
                </a:extLst>
              </p14:cNvPr>
              <p14:cNvContentPartPr/>
              <p14:nvPr/>
            </p14:nvContentPartPr>
            <p14:xfrm>
              <a:off x="6930540" y="2644208"/>
              <a:ext cx="93240" cy="464040"/>
            </p14:xfrm>
          </p:contentPart>
        </mc:Choice>
        <mc:Fallback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94A9B4C7-83B5-7360-F819-967AFCA56CB3}"/>
                  </a:ext>
                </a:extLst>
              </p:cNvPr>
              <p:cNvPicPr/>
              <p:nvPr/>
            </p:nvPicPr>
            <p:blipFill>
              <a:blip r:embed="rId533"/>
              <a:stretch>
                <a:fillRect/>
              </a:stretch>
            </p:blipFill>
            <p:spPr>
              <a:xfrm>
                <a:off x="6921900" y="2635568"/>
                <a:ext cx="110880" cy="48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4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F9148A4E-BD8F-C44C-04E8-9E52189F673D}"/>
                  </a:ext>
                </a:extLst>
              </p14:cNvPr>
              <p14:cNvContentPartPr/>
              <p14:nvPr/>
            </p14:nvContentPartPr>
            <p14:xfrm>
              <a:off x="7413660" y="2010608"/>
              <a:ext cx="14760" cy="178560"/>
            </p14:xfrm>
          </p:contentPart>
        </mc:Choice>
        <mc:Fallback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F9148A4E-BD8F-C44C-04E8-9E52189F673D}"/>
                  </a:ext>
                </a:extLst>
              </p:cNvPr>
              <p:cNvPicPr/>
              <p:nvPr/>
            </p:nvPicPr>
            <p:blipFill>
              <a:blip r:embed="rId535"/>
              <a:stretch>
                <a:fillRect/>
              </a:stretch>
            </p:blipFill>
            <p:spPr>
              <a:xfrm>
                <a:off x="7405020" y="2001608"/>
                <a:ext cx="3240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6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E41AE854-2A49-2104-97AB-4F263D83908B}"/>
                  </a:ext>
                </a:extLst>
              </p14:cNvPr>
              <p14:cNvContentPartPr/>
              <p14:nvPr/>
            </p14:nvContentPartPr>
            <p14:xfrm>
              <a:off x="6984900" y="2145608"/>
              <a:ext cx="8280" cy="87480"/>
            </p14:xfrm>
          </p:contentPart>
        </mc:Choice>
        <mc:Fallback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E41AE854-2A49-2104-97AB-4F263D83908B}"/>
                  </a:ext>
                </a:extLst>
              </p:cNvPr>
              <p:cNvPicPr/>
              <p:nvPr/>
            </p:nvPicPr>
            <p:blipFill>
              <a:blip r:embed="rId537"/>
              <a:stretch>
                <a:fillRect/>
              </a:stretch>
            </p:blipFill>
            <p:spPr>
              <a:xfrm>
                <a:off x="6976260" y="2136608"/>
                <a:ext cx="2592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8">
            <p14:nvContentPartPr>
              <p14:cNvPr id="328" name="Ink 327">
                <a:extLst>
                  <a:ext uri="{FF2B5EF4-FFF2-40B4-BE49-F238E27FC236}">
                    <a16:creationId xmlns:a16="http://schemas.microsoft.com/office/drawing/2014/main" id="{A5031866-600B-F909-E635-51160C5CC120}"/>
                  </a:ext>
                </a:extLst>
              </p14:cNvPr>
              <p14:cNvContentPartPr/>
              <p14:nvPr/>
            </p14:nvContentPartPr>
            <p14:xfrm>
              <a:off x="5282460" y="2102768"/>
              <a:ext cx="1951200" cy="198360"/>
            </p14:xfrm>
          </p:contentPart>
        </mc:Choice>
        <mc:Fallback>
          <p:pic>
            <p:nvPicPr>
              <p:cNvPr id="328" name="Ink 327">
                <a:extLst>
                  <a:ext uri="{FF2B5EF4-FFF2-40B4-BE49-F238E27FC236}">
                    <a16:creationId xmlns:a16="http://schemas.microsoft.com/office/drawing/2014/main" id="{A5031866-600B-F909-E635-51160C5CC120}"/>
                  </a:ext>
                </a:extLst>
              </p:cNvPr>
              <p:cNvPicPr/>
              <p:nvPr/>
            </p:nvPicPr>
            <p:blipFill>
              <a:blip r:embed="rId539"/>
              <a:stretch>
                <a:fillRect/>
              </a:stretch>
            </p:blipFill>
            <p:spPr>
              <a:xfrm>
                <a:off x="5273460" y="2093768"/>
                <a:ext cx="19688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0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8DB8BC1B-133F-ACA7-600C-77BECA20ED9E}"/>
                  </a:ext>
                </a:extLst>
              </p14:cNvPr>
              <p14:cNvContentPartPr/>
              <p14:nvPr/>
            </p14:nvContentPartPr>
            <p14:xfrm>
              <a:off x="7199820" y="2255768"/>
              <a:ext cx="104040" cy="90360"/>
            </p14:xfrm>
          </p:contentPart>
        </mc:Choice>
        <mc:Fallback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8DB8BC1B-133F-ACA7-600C-77BECA20ED9E}"/>
                  </a:ext>
                </a:extLst>
              </p:cNvPr>
              <p:cNvPicPr/>
              <p:nvPr/>
            </p:nvPicPr>
            <p:blipFill>
              <a:blip r:embed="rId541"/>
              <a:stretch>
                <a:fillRect/>
              </a:stretch>
            </p:blipFill>
            <p:spPr>
              <a:xfrm>
                <a:off x="7190820" y="2247128"/>
                <a:ext cx="12168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2">
            <p14:nvContentPartPr>
              <p14:cNvPr id="331" name="Ink 330">
                <a:extLst>
                  <a:ext uri="{FF2B5EF4-FFF2-40B4-BE49-F238E27FC236}">
                    <a16:creationId xmlns:a16="http://schemas.microsoft.com/office/drawing/2014/main" id="{C210CF1E-6C5A-34D1-C0C5-7606EF6E9A62}"/>
                  </a:ext>
                </a:extLst>
              </p14:cNvPr>
              <p14:cNvContentPartPr/>
              <p14:nvPr/>
            </p14:nvContentPartPr>
            <p14:xfrm>
              <a:off x="4592700" y="2449088"/>
              <a:ext cx="178560" cy="108000"/>
            </p14:xfrm>
          </p:contentPart>
        </mc:Choice>
        <mc:Fallback>
          <p:pic>
            <p:nvPicPr>
              <p:cNvPr id="331" name="Ink 330">
                <a:extLst>
                  <a:ext uri="{FF2B5EF4-FFF2-40B4-BE49-F238E27FC236}">
                    <a16:creationId xmlns:a16="http://schemas.microsoft.com/office/drawing/2014/main" id="{C210CF1E-6C5A-34D1-C0C5-7606EF6E9A62}"/>
                  </a:ext>
                </a:extLst>
              </p:cNvPr>
              <p:cNvPicPr/>
              <p:nvPr/>
            </p:nvPicPr>
            <p:blipFill>
              <a:blip r:embed="rId543"/>
              <a:stretch>
                <a:fillRect/>
              </a:stretch>
            </p:blipFill>
            <p:spPr>
              <a:xfrm>
                <a:off x="4583700" y="2440088"/>
                <a:ext cx="19620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4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012AE9DC-41CB-6A9D-0ACB-AA1645937376}"/>
                  </a:ext>
                </a:extLst>
              </p14:cNvPr>
              <p14:cNvContentPartPr/>
              <p14:nvPr/>
            </p14:nvContentPartPr>
            <p14:xfrm>
              <a:off x="4800420" y="2358728"/>
              <a:ext cx="165240" cy="163080"/>
            </p14:xfrm>
          </p:contentPart>
        </mc:Choice>
        <mc:Fallback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012AE9DC-41CB-6A9D-0ACB-AA1645937376}"/>
                  </a:ext>
                </a:extLst>
              </p:cNvPr>
              <p:cNvPicPr/>
              <p:nvPr/>
            </p:nvPicPr>
            <p:blipFill>
              <a:blip r:embed="rId545"/>
              <a:stretch>
                <a:fillRect/>
              </a:stretch>
            </p:blipFill>
            <p:spPr>
              <a:xfrm>
                <a:off x="4791420" y="2349728"/>
                <a:ext cx="18288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6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13B40244-9415-69F0-C505-E7E30596E667}"/>
                  </a:ext>
                </a:extLst>
              </p14:cNvPr>
              <p14:cNvContentPartPr/>
              <p14:nvPr/>
            </p14:nvContentPartPr>
            <p14:xfrm>
              <a:off x="5017140" y="2405168"/>
              <a:ext cx="123840" cy="109080"/>
            </p14:xfrm>
          </p:contentPart>
        </mc:Choice>
        <mc:Fallback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13B40244-9415-69F0-C505-E7E30596E667}"/>
                  </a:ext>
                </a:extLst>
              </p:cNvPr>
              <p:cNvPicPr/>
              <p:nvPr/>
            </p:nvPicPr>
            <p:blipFill>
              <a:blip r:embed="rId547"/>
              <a:stretch>
                <a:fillRect/>
              </a:stretch>
            </p:blipFill>
            <p:spPr>
              <a:xfrm>
                <a:off x="5008500" y="2396528"/>
                <a:ext cx="14148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8">
            <p14:nvContentPartPr>
              <p14:cNvPr id="334" name="Ink 333">
                <a:extLst>
                  <a:ext uri="{FF2B5EF4-FFF2-40B4-BE49-F238E27FC236}">
                    <a16:creationId xmlns:a16="http://schemas.microsoft.com/office/drawing/2014/main" id="{53593618-7C95-23CE-175C-7F7C0701B82F}"/>
                  </a:ext>
                </a:extLst>
              </p14:cNvPr>
              <p14:cNvContentPartPr/>
              <p14:nvPr/>
            </p14:nvContentPartPr>
            <p14:xfrm>
              <a:off x="5133060" y="2280608"/>
              <a:ext cx="105840" cy="203760"/>
            </p14:xfrm>
          </p:contentPart>
        </mc:Choice>
        <mc:Fallback>
          <p:pic>
            <p:nvPicPr>
              <p:cNvPr id="334" name="Ink 333">
                <a:extLst>
                  <a:ext uri="{FF2B5EF4-FFF2-40B4-BE49-F238E27FC236}">
                    <a16:creationId xmlns:a16="http://schemas.microsoft.com/office/drawing/2014/main" id="{53593618-7C95-23CE-175C-7F7C0701B82F}"/>
                  </a:ext>
                </a:extLst>
              </p:cNvPr>
              <p:cNvPicPr/>
              <p:nvPr/>
            </p:nvPicPr>
            <p:blipFill>
              <a:blip r:embed="rId549"/>
              <a:stretch>
                <a:fillRect/>
              </a:stretch>
            </p:blipFill>
            <p:spPr>
              <a:xfrm>
                <a:off x="5124060" y="2271968"/>
                <a:ext cx="12348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0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E9101699-8AD2-E711-F84C-EA438E847C71}"/>
                  </a:ext>
                </a:extLst>
              </p14:cNvPr>
              <p14:cNvContentPartPr/>
              <p14:nvPr/>
            </p14:nvContentPartPr>
            <p14:xfrm>
              <a:off x="5178060" y="2410568"/>
              <a:ext cx="69480" cy="12960"/>
            </p14:xfrm>
          </p:contentPart>
        </mc:Choice>
        <mc:Fallback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E9101699-8AD2-E711-F84C-EA438E847C71}"/>
                  </a:ext>
                </a:extLst>
              </p:cNvPr>
              <p:cNvPicPr/>
              <p:nvPr/>
            </p:nvPicPr>
            <p:blipFill>
              <a:blip r:embed="rId551"/>
              <a:stretch>
                <a:fillRect/>
              </a:stretch>
            </p:blipFill>
            <p:spPr>
              <a:xfrm>
                <a:off x="5169060" y="2401568"/>
                <a:ext cx="8712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2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CF10E889-DD7C-4055-B46E-BA3C86FDA4AF}"/>
                  </a:ext>
                </a:extLst>
              </p14:cNvPr>
              <p14:cNvContentPartPr/>
              <p14:nvPr/>
            </p14:nvContentPartPr>
            <p14:xfrm>
              <a:off x="4535460" y="2774168"/>
              <a:ext cx="212760" cy="170280"/>
            </p14:xfrm>
          </p:contentPart>
        </mc:Choice>
        <mc:Fallback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CF10E889-DD7C-4055-B46E-BA3C86FDA4AF}"/>
                  </a:ext>
                </a:extLst>
              </p:cNvPr>
              <p:cNvPicPr/>
              <p:nvPr/>
            </p:nvPicPr>
            <p:blipFill>
              <a:blip r:embed="rId553"/>
              <a:stretch>
                <a:fillRect/>
              </a:stretch>
            </p:blipFill>
            <p:spPr>
              <a:xfrm>
                <a:off x="4526460" y="2765528"/>
                <a:ext cx="23040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4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B148A295-843C-C422-39C2-85946A140CB8}"/>
                  </a:ext>
                </a:extLst>
              </p14:cNvPr>
              <p14:cNvContentPartPr/>
              <p14:nvPr/>
            </p14:nvContentPartPr>
            <p14:xfrm>
              <a:off x="4764780" y="2841848"/>
              <a:ext cx="123840" cy="79200"/>
            </p14:xfrm>
          </p:contentPart>
        </mc:Choice>
        <mc:Fallback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B148A295-843C-C422-39C2-85946A140CB8}"/>
                  </a:ext>
                </a:extLst>
              </p:cNvPr>
              <p:cNvPicPr/>
              <p:nvPr/>
            </p:nvPicPr>
            <p:blipFill>
              <a:blip r:embed="rId555"/>
              <a:stretch>
                <a:fillRect/>
              </a:stretch>
            </p:blipFill>
            <p:spPr>
              <a:xfrm>
                <a:off x="4756140" y="2832848"/>
                <a:ext cx="14148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6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8819B51D-2335-1B62-C745-9E96CA8DDA0A}"/>
                  </a:ext>
                </a:extLst>
              </p14:cNvPr>
              <p14:cNvContentPartPr/>
              <p14:nvPr/>
            </p14:nvContentPartPr>
            <p14:xfrm>
              <a:off x="4949100" y="2810888"/>
              <a:ext cx="84600" cy="193680"/>
            </p14:xfrm>
          </p:contentPart>
        </mc:Choice>
        <mc:Fallback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8819B51D-2335-1B62-C745-9E96CA8DDA0A}"/>
                  </a:ext>
                </a:extLst>
              </p:cNvPr>
              <p:cNvPicPr/>
              <p:nvPr/>
            </p:nvPicPr>
            <p:blipFill>
              <a:blip r:embed="rId557"/>
              <a:stretch>
                <a:fillRect/>
              </a:stretch>
            </p:blipFill>
            <p:spPr>
              <a:xfrm>
                <a:off x="4940100" y="2801888"/>
                <a:ext cx="10224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8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4C2CF49D-2FE5-66C8-9456-ED4C56D8B945}"/>
                  </a:ext>
                </a:extLst>
              </p14:cNvPr>
              <p14:cNvContentPartPr/>
              <p14:nvPr/>
            </p14:nvContentPartPr>
            <p14:xfrm>
              <a:off x="5018580" y="2742488"/>
              <a:ext cx="413640" cy="208440"/>
            </p14:xfrm>
          </p:contentPart>
        </mc:Choice>
        <mc:Fallback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4C2CF49D-2FE5-66C8-9456-ED4C56D8B945}"/>
                  </a:ext>
                </a:extLst>
              </p:cNvPr>
              <p:cNvPicPr/>
              <p:nvPr/>
            </p:nvPicPr>
            <p:blipFill>
              <a:blip r:embed="rId559"/>
              <a:stretch>
                <a:fillRect/>
              </a:stretch>
            </p:blipFill>
            <p:spPr>
              <a:xfrm>
                <a:off x="5009580" y="2733488"/>
                <a:ext cx="43128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0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25CE1A60-49AB-37EC-D017-6A5D0783A785}"/>
                  </a:ext>
                </a:extLst>
              </p14:cNvPr>
              <p14:cNvContentPartPr/>
              <p14:nvPr/>
            </p14:nvContentPartPr>
            <p14:xfrm>
              <a:off x="5434740" y="2654648"/>
              <a:ext cx="137520" cy="167760"/>
            </p14:xfrm>
          </p:contentPart>
        </mc:Choice>
        <mc:Fallback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25CE1A60-49AB-37EC-D017-6A5D0783A785}"/>
                  </a:ext>
                </a:extLst>
              </p:cNvPr>
              <p:cNvPicPr/>
              <p:nvPr/>
            </p:nvPicPr>
            <p:blipFill>
              <a:blip r:embed="rId561"/>
              <a:stretch>
                <a:fillRect/>
              </a:stretch>
            </p:blipFill>
            <p:spPr>
              <a:xfrm>
                <a:off x="5425740" y="2646008"/>
                <a:ext cx="155160" cy="18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0" name="Group 359">
            <a:extLst>
              <a:ext uri="{FF2B5EF4-FFF2-40B4-BE49-F238E27FC236}">
                <a16:creationId xmlns:a16="http://schemas.microsoft.com/office/drawing/2014/main" id="{4D36EF03-ED2B-A8CA-802B-F01D41A1DAE0}"/>
              </a:ext>
            </a:extLst>
          </p:cNvPr>
          <p:cNvGrpSpPr/>
          <p:nvPr/>
        </p:nvGrpSpPr>
        <p:grpSpPr>
          <a:xfrm>
            <a:off x="4705380" y="3152888"/>
            <a:ext cx="1726920" cy="717480"/>
            <a:chOff x="4705380" y="3152888"/>
            <a:chExt cx="1726920" cy="71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1834774C-2A60-1157-58BA-7A460310777E}"/>
                    </a:ext>
                  </a:extLst>
                </p14:cNvPr>
                <p14:cNvContentPartPr/>
                <p14:nvPr/>
              </p14:nvContentPartPr>
              <p14:xfrm>
                <a:off x="4705380" y="3152888"/>
                <a:ext cx="209520" cy="31464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1834774C-2A60-1157-58BA-7A460310777E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4696740" y="3143888"/>
                  <a:ext cx="22716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79BF4783-614F-8E44-11F5-44EDEA7A476F}"/>
                    </a:ext>
                  </a:extLst>
                </p14:cNvPr>
                <p14:cNvContentPartPr/>
                <p14:nvPr/>
              </p14:nvContentPartPr>
              <p14:xfrm>
                <a:off x="4774140" y="3319208"/>
                <a:ext cx="156600" cy="2160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79BF4783-614F-8E44-11F5-44EDEA7A476F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4765500" y="3310208"/>
                  <a:ext cx="1742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8E01FB89-BB5F-28D8-EF07-03CE125EC10D}"/>
                    </a:ext>
                  </a:extLst>
                </p14:cNvPr>
                <p14:cNvContentPartPr/>
                <p14:nvPr/>
              </p14:nvContentPartPr>
              <p14:xfrm>
                <a:off x="4952340" y="3246488"/>
                <a:ext cx="98280" cy="8964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8E01FB89-BB5F-28D8-EF07-03CE125EC10D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4943700" y="3237848"/>
                  <a:ext cx="1159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B740A977-6F39-8333-BB82-99ED8F0AE771}"/>
                    </a:ext>
                  </a:extLst>
                </p14:cNvPr>
                <p14:cNvContentPartPr/>
                <p14:nvPr/>
              </p14:nvContentPartPr>
              <p14:xfrm>
                <a:off x="5041620" y="3163688"/>
                <a:ext cx="117720" cy="13536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B740A977-6F39-8333-BB82-99ED8F0AE771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5032980" y="3155048"/>
                  <a:ext cx="1353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0A091677-E314-6551-8980-3C23A316F495}"/>
                    </a:ext>
                  </a:extLst>
                </p14:cNvPr>
                <p14:cNvContentPartPr/>
                <p14:nvPr/>
              </p14:nvContentPartPr>
              <p14:xfrm>
                <a:off x="4992660" y="3646808"/>
                <a:ext cx="232920" cy="14148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0A091677-E314-6551-8980-3C23A316F495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4983660" y="3637808"/>
                  <a:ext cx="2505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DFD293C7-7E75-E417-3B3C-68E4DB235A67}"/>
                    </a:ext>
                  </a:extLst>
                </p14:cNvPr>
                <p14:cNvContentPartPr/>
                <p14:nvPr/>
              </p14:nvContentPartPr>
              <p14:xfrm>
                <a:off x="5070420" y="3714128"/>
                <a:ext cx="110160" cy="1116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DFD293C7-7E75-E417-3B3C-68E4DB235A67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5061780" y="3705128"/>
                  <a:ext cx="1278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133FF6CD-76FC-C9FC-EDED-EDCBBAB9446F}"/>
                    </a:ext>
                  </a:extLst>
                </p14:cNvPr>
                <p14:cNvContentPartPr/>
                <p14:nvPr/>
              </p14:nvContentPartPr>
              <p14:xfrm>
                <a:off x="5257620" y="3564008"/>
                <a:ext cx="93240" cy="24264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133FF6CD-76FC-C9FC-EDED-EDCBBAB9446F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5248620" y="3555008"/>
                  <a:ext cx="1108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BA7683E6-9273-0C8F-AFBF-8D3F6D6415A4}"/>
                    </a:ext>
                  </a:extLst>
                </p14:cNvPr>
                <p14:cNvContentPartPr/>
                <p14:nvPr/>
              </p14:nvContentPartPr>
              <p14:xfrm>
                <a:off x="4822380" y="3643568"/>
                <a:ext cx="88200" cy="22680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BA7683E6-9273-0C8F-AFBF-8D3F6D6415A4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4813380" y="3634928"/>
                  <a:ext cx="1058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85937D86-E6C4-D905-23A1-A7AEA1FFAAE0}"/>
                    </a:ext>
                  </a:extLst>
                </p14:cNvPr>
                <p14:cNvContentPartPr/>
                <p14:nvPr/>
              </p14:nvContentPartPr>
              <p14:xfrm>
                <a:off x="5399460" y="3567968"/>
                <a:ext cx="207360" cy="9468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85937D86-E6C4-D905-23A1-A7AEA1FFAAE0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5390820" y="3559328"/>
                  <a:ext cx="2250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8B387017-3127-9072-0152-91334ECF9DB6}"/>
                    </a:ext>
                  </a:extLst>
                </p14:cNvPr>
                <p14:cNvContentPartPr/>
                <p14:nvPr/>
              </p14:nvContentPartPr>
              <p14:xfrm>
                <a:off x="5794020" y="3512168"/>
                <a:ext cx="154080" cy="9360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8B387017-3127-9072-0152-91334ECF9DB6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5785380" y="3503528"/>
                  <a:ext cx="1717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B48A779F-CA24-9550-B88D-BC2DDD845FE5}"/>
                    </a:ext>
                  </a:extLst>
                </p14:cNvPr>
                <p14:cNvContentPartPr/>
                <p14:nvPr/>
              </p14:nvContentPartPr>
              <p14:xfrm>
                <a:off x="5637060" y="3491288"/>
                <a:ext cx="123480" cy="18180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B48A779F-CA24-9550-B88D-BC2DDD845FE5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5628060" y="3482288"/>
                  <a:ext cx="1411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1E66BA90-796A-454D-D64C-D594E349C3D9}"/>
                    </a:ext>
                  </a:extLst>
                </p14:cNvPr>
                <p14:cNvContentPartPr/>
                <p14:nvPr/>
              </p14:nvContentPartPr>
              <p14:xfrm>
                <a:off x="5956020" y="3397688"/>
                <a:ext cx="147960" cy="17712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1E66BA90-796A-454D-D64C-D594E349C3D9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5947380" y="3388688"/>
                  <a:ext cx="1656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F27B428E-2A30-D786-B81F-0968C4548355}"/>
                    </a:ext>
                  </a:extLst>
                </p14:cNvPr>
                <p14:cNvContentPartPr/>
                <p14:nvPr/>
              </p14:nvContentPartPr>
              <p14:xfrm>
                <a:off x="5886180" y="3579488"/>
                <a:ext cx="21600" cy="1188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F27B428E-2A30-D786-B81F-0968C4548355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5877540" y="3570488"/>
                  <a:ext cx="392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F9B27152-0B7C-D8B8-441A-7A050357C7AC}"/>
                    </a:ext>
                  </a:extLst>
                </p14:cNvPr>
                <p14:cNvContentPartPr/>
                <p14:nvPr/>
              </p14:nvContentPartPr>
              <p14:xfrm>
                <a:off x="6247260" y="3386888"/>
                <a:ext cx="160200" cy="18360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F9B27152-0B7C-D8B8-441A-7A050357C7AC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6238260" y="3377888"/>
                  <a:ext cx="1778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B939FEEB-EDFB-8F5A-223F-97DC6368F56D}"/>
                    </a:ext>
                  </a:extLst>
                </p14:cNvPr>
                <p14:cNvContentPartPr/>
                <p14:nvPr/>
              </p14:nvContentPartPr>
              <p14:xfrm>
                <a:off x="6380100" y="3666248"/>
                <a:ext cx="52200" cy="3168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B939FEEB-EDFB-8F5A-223F-97DC6368F56D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6371100" y="3657248"/>
                  <a:ext cx="6984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" name="Group 368">
            <a:extLst>
              <a:ext uri="{FF2B5EF4-FFF2-40B4-BE49-F238E27FC236}">
                <a16:creationId xmlns:a16="http://schemas.microsoft.com/office/drawing/2014/main" id="{AE200382-E34F-091B-11B1-DF75156E6864}"/>
              </a:ext>
            </a:extLst>
          </p:cNvPr>
          <p:cNvGrpSpPr/>
          <p:nvPr/>
        </p:nvGrpSpPr>
        <p:grpSpPr>
          <a:xfrm>
            <a:off x="5492340" y="3912488"/>
            <a:ext cx="2129760" cy="473400"/>
            <a:chOff x="5492340" y="3912488"/>
            <a:chExt cx="2129760" cy="47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036B5F44-6558-F269-4862-C0D6F02CC96B}"/>
                    </a:ext>
                  </a:extLst>
                </p14:cNvPr>
                <p14:cNvContentPartPr/>
                <p14:nvPr/>
              </p14:nvContentPartPr>
              <p14:xfrm>
                <a:off x="5558220" y="3912488"/>
                <a:ext cx="221760" cy="20448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036B5F44-6558-F269-4862-C0D6F02CC96B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5549220" y="3903848"/>
                  <a:ext cx="2394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2FB898C2-71C0-516E-47E2-7357F71A94EF}"/>
                    </a:ext>
                  </a:extLst>
                </p14:cNvPr>
                <p14:cNvContentPartPr/>
                <p14:nvPr/>
              </p14:nvContentPartPr>
              <p14:xfrm>
                <a:off x="5492340" y="4311008"/>
                <a:ext cx="367920" cy="7488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2FB898C2-71C0-516E-47E2-7357F71A94EF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5483700" y="4302368"/>
                  <a:ext cx="3855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C4B042FF-97C3-E58E-9257-EE530F4B783E}"/>
                    </a:ext>
                  </a:extLst>
                </p14:cNvPr>
                <p14:cNvContentPartPr/>
                <p14:nvPr/>
              </p14:nvContentPartPr>
              <p14:xfrm>
                <a:off x="5904180" y="4284728"/>
                <a:ext cx="113400" cy="8028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C4B042FF-97C3-E58E-9257-EE530F4B783E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5895180" y="4275728"/>
                  <a:ext cx="1310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78FB00BA-AF65-E2DC-B84E-6B9FB2E435A7}"/>
                    </a:ext>
                  </a:extLst>
                </p14:cNvPr>
                <p14:cNvContentPartPr/>
                <p14:nvPr/>
              </p14:nvContentPartPr>
              <p14:xfrm>
                <a:off x="6032340" y="4166648"/>
                <a:ext cx="129600" cy="17604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78FB00BA-AF65-E2DC-B84E-6B9FB2E435A7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6023340" y="4157648"/>
                  <a:ext cx="1472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D8D63D66-A107-3063-A371-E7AFC047D347}"/>
                    </a:ext>
                  </a:extLst>
                </p14:cNvPr>
                <p14:cNvContentPartPr/>
                <p14:nvPr/>
              </p14:nvContentPartPr>
              <p14:xfrm>
                <a:off x="6172020" y="4161248"/>
                <a:ext cx="430560" cy="13644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D8D63D66-A107-3063-A371-E7AFC047D347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6163380" y="4152608"/>
                  <a:ext cx="4482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F3FE08E6-B2DE-A636-ED10-F20D744E6FC9}"/>
                    </a:ext>
                  </a:extLst>
                </p14:cNvPr>
                <p14:cNvContentPartPr/>
                <p14:nvPr/>
              </p14:nvContentPartPr>
              <p14:xfrm>
                <a:off x="6840900" y="4113368"/>
                <a:ext cx="329400" cy="21744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F3FE08E6-B2DE-A636-ED10-F20D744E6FC9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6831900" y="4104368"/>
                  <a:ext cx="3470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B3091A9E-48A0-CE52-8718-5A53117E4836}"/>
                    </a:ext>
                  </a:extLst>
                </p14:cNvPr>
                <p14:cNvContentPartPr/>
                <p14:nvPr/>
              </p14:nvContentPartPr>
              <p14:xfrm>
                <a:off x="7153740" y="4165568"/>
                <a:ext cx="173520" cy="10692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B3091A9E-48A0-CE52-8718-5A53117E4836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7145100" y="4156928"/>
                  <a:ext cx="1911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E057246A-9324-F2DC-4D5C-1BB74F5088A1}"/>
                    </a:ext>
                  </a:extLst>
                </p14:cNvPr>
                <p14:cNvContentPartPr/>
                <p14:nvPr/>
              </p14:nvContentPartPr>
              <p14:xfrm>
                <a:off x="7434900" y="4119128"/>
                <a:ext cx="187200" cy="15192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E057246A-9324-F2DC-4D5C-1BB74F5088A1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7425900" y="4110128"/>
                  <a:ext cx="20484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103327F7-544D-9DCC-A824-CEDE35A27B17}"/>
              </a:ext>
            </a:extLst>
          </p:cNvPr>
          <p:cNvGrpSpPr/>
          <p:nvPr/>
        </p:nvGrpSpPr>
        <p:grpSpPr>
          <a:xfrm>
            <a:off x="7990380" y="3880808"/>
            <a:ext cx="2518560" cy="513000"/>
            <a:chOff x="7990380" y="3880808"/>
            <a:chExt cx="2518560" cy="51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5C9A26DD-3526-8AD7-8BC2-9856E993D50B}"/>
                    </a:ext>
                  </a:extLst>
                </p14:cNvPr>
                <p14:cNvContentPartPr/>
                <p14:nvPr/>
              </p14:nvContentPartPr>
              <p14:xfrm>
                <a:off x="7990380" y="4134248"/>
                <a:ext cx="172080" cy="25956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5C9A26DD-3526-8AD7-8BC2-9856E993D50B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7981740" y="4125248"/>
                  <a:ext cx="18972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48168AB6-EC93-A87F-63EF-EE74B8ACD683}"/>
                    </a:ext>
                  </a:extLst>
                </p14:cNvPr>
                <p14:cNvContentPartPr/>
                <p14:nvPr/>
              </p14:nvContentPartPr>
              <p14:xfrm>
                <a:off x="7998660" y="4316768"/>
                <a:ext cx="106560" cy="2160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48168AB6-EC93-A87F-63EF-EE74B8ACD683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7989660" y="4308128"/>
                  <a:ext cx="1242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D82E9491-CD07-6758-CE80-C7A833B4BA73}"/>
                    </a:ext>
                  </a:extLst>
                </p14:cNvPr>
                <p14:cNvContentPartPr/>
                <p14:nvPr/>
              </p14:nvContentPartPr>
              <p14:xfrm>
                <a:off x="8201700" y="4171688"/>
                <a:ext cx="204120" cy="17244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D82E9491-CD07-6758-CE80-C7A833B4BA73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8193060" y="4162688"/>
                  <a:ext cx="2217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4CAA20A4-77D3-3A1B-57BF-473D9F160BA8}"/>
                    </a:ext>
                  </a:extLst>
                </p14:cNvPr>
                <p14:cNvContentPartPr/>
                <p14:nvPr/>
              </p14:nvContentPartPr>
              <p14:xfrm>
                <a:off x="8608140" y="4176008"/>
                <a:ext cx="110880" cy="12636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4CAA20A4-77D3-3A1B-57BF-473D9F160BA8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8599500" y="4167368"/>
                  <a:ext cx="1285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BFA89888-2593-A52B-384B-602C0C5ED9D4}"/>
                    </a:ext>
                  </a:extLst>
                </p14:cNvPr>
                <p14:cNvContentPartPr/>
                <p14:nvPr/>
              </p14:nvContentPartPr>
              <p14:xfrm>
                <a:off x="8762580" y="4182488"/>
                <a:ext cx="391680" cy="8928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BFA89888-2593-A52B-384B-602C0C5ED9D4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8753580" y="4173848"/>
                  <a:ext cx="4093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E7846950-DC81-EE4C-C5AA-EC7F5F9D14CE}"/>
                    </a:ext>
                  </a:extLst>
                </p14:cNvPr>
                <p14:cNvContentPartPr/>
                <p14:nvPr/>
              </p14:nvContentPartPr>
              <p14:xfrm>
                <a:off x="9221580" y="4180328"/>
                <a:ext cx="124200" cy="7992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E7846950-DC81-EE4C-C5AA-EC7F5F9D14CE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9212940" y="4171688"/>
                  <a:ext cx="1418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6D9EADD7-2EB8-2DCE-B82D-CD40DAC991FF}"/>
                    </a:ext>
                  </a:extLst>
                </p14:cNvPr>
                <p14:cNvContentPartPr/>
                <p14:nvPr/>
              </p14:nvContentPartPr>
              <p14:xfrm>
                <a:off x="9148860" y="4207688"/>
                <a:ext cx="169560" cy="4644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6D9EADD7-2EB8-2DCE-B82D-CD40DAC991FF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9140220" y="4199048"/>
                  <a:ext cx="1872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5DBEB4B7-42D8-73DF-F714-DBBDCFFA415F}"/>
                    </a:ext>
                  </a:extLst>
                </p14:cNvPr>
                <p14:cNvContentPartPr/>
                <p14:nvPr/>
              </p14:nvContentPartPr>
              <p14:xfrm>
                <a:off x="9404460" y="4140008"/>
                <a:ext cx="155520" cy="12132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5DBEB4B7-42D8-73DF-F714-DBBDCFFA415F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9395820" y="4131008"/>
                  <a:ext cx="1731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1A31EF1D-9DA2-72C8-59FF-35026EAF84D4}"/>
                    </a:ext>
                  </a:extLst>
                </p14:cNvPr>
                <p14:cNvContentPartPr/>
                <p14:nvPr/>
              </p14:nvContentPartPr>
              <p14:xfrm>
                <a:off x="9774900" y="3998528"/>
                <a:ext cx="286920" cy="20052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1A31EF1D-9DA2-72C8-59FF-35026EAF84D4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9765900" y="3989888"/>
                  <a:ext cx="3045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29AA5223-25E1-A8B4-94C8-0DA1754C9E2D}"/>
                    </a:ext>
                  </a:extLst>
                </p14:cNvPr>
                <p14:cNvContentPartPr/>
                <p14:nvPr/>
              </p14:nvContentPartPr>
              <p14:xfrm>
                <a:off x="9881100" y="3974768"/>
                <a:ext cx="63360" cy="28296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29AA5223-25E1-A8B4-94C8-0DA1754C9E2D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9872100" y="3966128"/>
                  <a:ext cx="810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FEB84DCA-C90F-A165-2D27-6C9F8EDFD112}"/>
                    </a:ext>
                  </a:extLst>
                </p14:cNvPr>
                <p14:cNvContentPartPr/>
                <p14:nvPr/>
              </p14:nvContentPartPr>
              <p14:xfrm>
                <a:off x="10096020" y="3904208"/>
                <a:ext cx="118080" cy="30924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FEB84DCA-C90F-A165-2D27-6C9F8EDFD112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10087380" y="3895568"/>
                  <a:ext cx="13572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0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9241030C-6990-44BF-F934-DDCA5BDB7738}"/>
                    </a:ext>
                  </a:extLst>
                </p14:cNvPr>
                <p14:cNvContentPartPr/>
                <p14:nvPr/>
              </p14:nvContentPartPr>
              <p14:xfrm>
                <a:off x="10182780" y="4025168"/>
                <a:ext cx="184680" cy="14220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9241030C-6990-44BF-F934-DDCA5BDB7738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10174140" y="4016168"/>
                  <a:ext cx="2023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7E7F24EE-994D-F357-04DD-00836D25E976}"/>
                    </a:ext>
                  </a:extLst>
                </p14:cNvPr>
                <p14:cNvContentPartPr/>
                <p14:nvPr/>
              </p14:nvContentPartPr>
              <p14:xfrm>
                <a:off x="10203300" y="4088528"/>
                <a:ext cx="125280" cy="3060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7E7F24EE-994D-F357-04DD-00836D25E976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10194660" y="4079888"/>
                  <a:ext cx="1429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4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F6EEB03E-9A50-4E6E-0B9A-8FC031A8DB68}"/>
                    </a:ext>
                  </a:extLst>
                </p14:cNvPr>
                <p14:cNvContentPartPr/>
                <p14:nvPr/>
              </p14:nvContentPartPr>
              <p14:xfrm>
                <a:off x="10291860" y="3880808"/>
                <a:ext cx="217080" cy="33660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F6EEB03E-9A50-4E6E-0B9A-8FC031A8DB68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10283220" y="3872168"/>
                  <a:ext cx="234720" cy="35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36">
            <p14:nvContentPartPr>
              <p14:cNvPr id="386" name="Ink 385">
                <a:extLst>
                  <a:ext uri="{FF2B5EF4-FFF2-40B4-BE49-F238E27FC236}">
                    <a16:creationId xmlns:a16="http://schemas.microsoft.com/office/drawing/2014/main" id="{A91C1113-9CD9-97B6-0C07-C70DB1E2B263}"/>
                  </a:ext>
                </a:extLst>
              </p14:cNvPr>
              <p14:cNvContentPartPr/>
              <p14:nvPr/>
            </p14:nvContentPartPr>
            <p14:xfrm>
              <a:off x="548460" y="981368"/>
              <a:ext cx="558360" cy="37440"/>
            </p14:xfrm>
          </p:contentPart>
        </mc:Choice>
        <mc:Fallback>
          <p:pic>
            <p:nvPicPr>
              <p:cNvPr id="386" name="Ink 385">
                <a:extLst>
                  <a:ext uri="{FF2B5EF4-FFF2-40B4-BE49-F238E27FC236}">
                    <a16:creationId xmlns:a16="http://schemas.microsoft.com/office/drawing/2014/main" id="{A91C1113-9CD9-97B6-0C07-C70DB1E2B263}"/>
                  </a:ext>
                </a:extLst>
              </p:cNvPr>
              <p:cNvPicPr/>
              <p:nvPr/>
            </p:nvPicPr>
            <p:blipFill>
              <a:blip r:embed="rId637"/>
              <a:stretch>
                <a:fillRect/>
              </a:stretch>
            </p:blipFill>
            <p:spPr>
              <a:xfrm>
                <a:off x="539460" y="972368"/>
                <a:ext cx="576000" cy="5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0175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Same rational expression, different sequence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35–55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ROC is what tells you which time support is intended.</a:t>
            </a:r>
          </a:p>
        </p:txBody>
      </p:sp>
      <p:pic>
        <p:nvPicPr>
          <p:cNvPr id="6" name="Picture 5" descr="roc_same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34440"/>
            <a:ext cx="1014984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14400" y="5440680"/>
            <a:ext cx="10332720" cy="6858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5541264"/>
            <a:ext cx="99669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Key fact:  1/(1−az⁻¹)  alone does NOT uniquely determine x[n].  The ROC is part of the transform.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8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16C9AE5-6317-2059-AE2C-7DEC02200671}"/>
                  </a:ext>
                </a:extLst>
              </p14:cNvPr>
              <p14:cNvContentPartPr/>
              <p14:nvPr/>
            </p14:nvContentPartPr>
            <p14:xfrm>
              <a:off x="2072700" y="1345688"/>
              <a:ext cx="317880" cy="5036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16C9AE5-6317-2059-AE2C-7DEC0220067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64060" y="1337048"/>
                <a:ext cx="335520" cy="52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D568F07E-ED51-5690-1E19-3C83EF34F6EA}"/>
              </a:ext>
            </a:extLst>
          </p:cNvPr>
          <p:cNvGrpSpPr/>
          <p:nvPr/>
        </p:nvGrpSpPr>
        <p:grpSpPr>
          <a:xfrm>
            <a:off x="198180" y="1126808"/>
            <a:ext cx="1093320" cy="727560"/>
            <a:chOff x="198180" y="1126808"/>
            <a:chExt cx="1093320" cy="72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8178BA2-0209-C3FC-E938-76A928885AFB}"/>
                    </a:ext>
                  </a:extLst>
                </p14:cNvPr>
                <p14:cNvContentPartPr/>
                <p14:nvPr/>
              </p14:nvContentPartPr>
              <p14:xfrm>
                <a:off x="753300" y="1220768"/>
                <a:ext cx="18360" cy="105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8178BA2-0209-C3FC-E938-76A928885AF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44300" y="1211768"/>
                  <a:ext cx="360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8CA8284-3BB6-3B86-4471-C1807ADE57D8}"/>
                    </a:ext>
                  </a:extLst>
                </p14:cNvPr>
                <p14:cNvContentPartPr/>
                <p14:nvPr/>
              </p14:nvContentPartPr>
              <p14:xfrm>
                <a:off x="711540" y="1126808"/>
                <a:ext cx="189360" cy="137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8CA8284-3BB6-3B86-4471-C1807ADE57D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02900" y="1118168"/>
                  <a:ext cx="2070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789DBA1-1105-F0E5-8A57-993CCADD249E}"/>
                    </a:ext>
                  </a:extLst>
                </p14:cNvPr>
                <p14:cNvContentPartPr/>
                <p14:nvPr/>
              </p14:nvContentPartPr>
              <p14:xfrm>
                <a:off x="866700" y="1155248"/>
                <a:ext cx="172080" cy="103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789DBA1-1105-F0E5-8A57-993CCADD249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58060" y="1146608"/>
                  <a:ext cx="1897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1F4DC55-086B-EF2C-0CF0-1BFB69F88CC1}"/>
                    </a:ext>
                  </a:extLst>
                </p14:cNvPr>
                <p14:cNvContentPartPr/>
                <p14:nvPr/>
              </p14:nvContentPartPr>
              <p14:xfrm>
                <a:off x="1076580" y="1127168"/>
                <a:ext cx="214920" cy="110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1F4DC55-086B-EF2C-0CF0-1BFB69F88CC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67580" y="1118528"/>
                  <a:ext cx="2325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F8BBDF5-7309-2B3C-58CC-088E99373CD4}"/>
                    </a:ext>
                  </a:extLst>
                </p14:cNvPr>
                <p14:cNvContentPartPr/>
                <p14:nvPr/>
              </p14:nvContentPartPr>
              <p14:xfrm>
                <a:off x="337500" y="1652768"/>
                <a:ext cx="222480" cy="160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F8BBDF5-7309-2B3C-58CC-088E99373CD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28860" y="1644128"/>
                  <a:ext cx="2401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F86A158-020B-09B1-7E03-2F330C164261}"/>
                    </a:ext>
                  </a:extLst>
                </p14:cNvPr>
                <p14:cNvContentPartPr/>
                <p14:nvPr/>
              </p14:nvContentPartPr>
              <p14:xfrm>
                <a:off x="363420" y="1729448"/>
                <a:ext cx="121320" cy="11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F86A158-020B-09B1-7E03-2F330C16426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4780" y="1720808"/>
                  <a:ext cx="138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8F50820-C404-C4C9-89DA-1C7EFAA3A846}"/>
                    </a:ext>
                  </a:extLst>
                </p14:cNvPr>
                <p14:cNvContentPartPr/>
                <p14:nvPr/>
              </p14:nvContentPartPr>
              <p14:xfrm>
                <a:off x="582300" y="1610288"/>
                <a:ext cx="69480" cy="198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8F50820-C404-C4C9-89DA-1C7EFAA3A84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73660" y="1601648"/>
                  <a:ext cx="871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34AED8B-D812-B519-ED52-350D881732B3}"/>
                    </a:ext>
                  </a:extLst>
                </p14:cNvPr>
                <p14:cNvContentPartPr/>
                <p14:nvPr/>
              </p14:nvContentPartPr>
              <p14:xfrm>
                <a:off x="198180" y="1609568"/>
                <a:ext cx="82080" cy="244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34AED8B-D812-B519-ED52-350D881732B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89540" y="1600568"/>
                  <a:ext cx="997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F766BAD-5E9F-10CE-7F65-1FB6F3E58079}"/>
                    </a:ext>
                  </a:extLst>
                </p14:cNvPr>
                <p14:cNvContentPartPr/>
                <p14:nvPr/>
              </p14:nvContentPartPr>
              <p14:xfrm>
                <a:off x="689940" y="1594088"/>
                <a:ext cx="162000" cy="116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F766BAD-5E9F-10CE-7F65-1FB6F3E5807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80940" y="1585448"/>
                  <a:ext cx="1796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7A832FA-EEA2-2FA3-FB49-2180C7778010}"/>
                    </a:ext>
                  </a:extLst>
                </p14:cNvPr>
                <p14:cNvContentPartPr/>
                <p14:nvPr/>
              </p14:nvContentPartPr>
              <p14:xfrm>
                <a:off x="863460" y="1459808"/>
                <a:ext cx="95760" cy="205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7A832FA-EEA2-2FA3-FB49-2180C777801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54460" y="1450808"/>
                  <a:ext cx="1134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68EE786-5457-11C1-CB98-451D6D88BB49}"/>
                    </a:ext>
                  </a:extLst>
                </p14:cNvPr>
                <p14:cNvContentPartPr/>
                <p14:nvPr/>
              </p14:nvContentPartPr>
              <p14:xfrm>
                <a:off x="1010340" y="1521368"/>
                <a:ext cx="124920" cy="89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68EE786-5457-11C1-CB98-451D6D88BB4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01700" y="1512728"/>
                  <a:ext cx="1425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B52CD06-9830-BC00-67E6-44727EBDAA63}"/>
                    </a:ext>
                  </a:extLst>
                </p14:cNvPr>
                <p14:cNvContentPartPr/>
                <p14:nvPr/>
              </p14:nvContentPartPr>
              <p14:xfrm>
                <a:off x="1123740" y="1389608"/>
                <a:ext cx="113040" cy="177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B52CD06-9830-BC00-67E6-44727EBDAA6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14740" y="1380608"/>
                  <a:ext cx="130680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6917CC9-B0B4-2EE7-3D33-C6541873630B}"/>
              </a:ext>
            </a:extLst>
          </p:cNvPr>
          <p:cNvGrpSpPr/>
          <p:nvPr/>
        </p:nvGrpSpPr>
        <p:grpSpPr>
          <a:xfrm>
            <a:off x="6851700" y="507968"/>
            <a:ext cx="1662120" cy="780840"/>
            <a:chOff x="6851700" y="507968"/>
            <a:chExt cx="1662120" cy="78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1F7C6AB-6001-BDB3-C871-BC1D0614138F}"/>
                    </a:ext>
                  </a:extLst>
                </p14:cNvPr>
                <p14:cNvContentPartPr/>
                <p14:nvPr/>
              </p14:nvContentPartPr>
              <p14:xfrm>
                <a:off x="6946020" y="916208"/>
                <a:ext cx="3240" cy="3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1F7C6AB-6001-BDB3-C871-BC1D0614138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937380" y="907568"/>
                  <a:ext cx="208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4BDD401-1E38-431C-CFB5-4FD6E0BD8909}"/>
                    </a:ext>
                  </a:extLst>
                </p14:cNvPr>
                <p14:cNvContentPartPr/>
                <p14:nvPr/>
              </p14:nvContentPartPr>
              <p14:xfrm>
                <a:off x="6851700" y="888488"/>
                <a:ext cx="153360" cy="84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4BDD401-1E38-431C-CFB5-4FD6E0BD890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842700" y="879488"/>
                  <a:ext cx="1710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6D0BE38-7248-9B7B-A100-39F977755DA0}"/>
                    </a:ext>
                  </a:extLst>
                </p14:cNvPr>
                <p14:cNvContentPartPr/>
                <p14:nvPr/>
              </p14:nvContentPartPr>
              <p14:xfrm>
                <a:off x="6966900" y="732248"/>
                <a:ext cx="156240" cy="222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6D0BE38-7248-9B7B-A100-39F977755DA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958260" y="723608"/>
                  <a:ext cx="1738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01E0E8A-FB2D-93FC-C47F-7DDE7B3FB37F}"/>
                    </a:ext>
                  </a:extLst>
                </p14:cNvPr>
                <p14:cNvContentPartPr/>
                <p14:nvPr/>
              </p14:nvContentPartPr>
              <p14:xfrm>
                <a:off x="6982380" y="861488"/>
                <a:ext cx="114840" cy="187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01E0E8A-FB2D-93FC-C47F-7DDE7B3FB37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973380" y="852848"/>
                  <a:ext cx="1324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12FD4CE-6548-75BE-1A18-7D549A578CDE}"/>
                    </a:ext>
                  </a:extLst>
                </p14:cNvPr>
                <p14:cNvContentPartPr/>
                <p14:nvPr/>
              </p14:nvContentPartPr>
              <p14:xfrm>
                <a:off x="7070940" y="716768"/>
                <a:ext cx="448560" cy="153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12FD4CE-6548-75BE-1A18-7D549A578CD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061940" y="708128"/>
                  <a:ext cx="4662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DDD3926-C142-F23B-2262-CCCA2B993B2B}"/>
                    </a:ext>
                  </a:extLst>
                </p14:cNvPr>
                <p14:cNvContentPartPr/>
                <p14:nvPr/>
              </p14:nvContentPartPr>
              <p14:xfrm>
                <a:off x="7663500" y="549368"/>
                <a:ext cx="252360" cy="191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DDD3926-C142-F23B-2262-CCCA2B993B2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654500" y="540728"/>
                  <a:ext cx="2700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DE12A30-E565-AFC1-F7D3-5DB91B43741C}"/>
                    </a:ext>
                  </a:extLst>
                </p14:cNvPr>
                <p14:cNvContentPartPr/>
                <p14:nvPr/>
              </p14:nvContentPartPr>
              <p14:xfrm>
                <a:off x="7914420" y="581768"/>
                <a:ext cx="73800" cy="74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DE12A30-E565-AFC1-F7D3-5DB91B43741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905780" y="573128"/>
                  <a:ext cx="914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1164905-E29B-FF5D-050F-3065FA76C3BF}"/>
                    </a:ext>
                  </a:extLst>
                </p14:cNvPr>
                <p14:cNvContentPartPr/>
                <p14:nvPr/>
              </p14:nvContentPartPr>
              <p14:xfrm>
                <a:off x="8109540" y="507968"/>
                <a:ext cx="146520" cy="1267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1164905-E29B-FF5D-050F-3065FA76C3B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100540" y="499328"/>
                  <a:ext cx="1641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AEDFA08-3DC5-C49A-B587-FD0BDBDF9CE6}"/>
                    </a:ext>
                  </a:extLst>
                </p14:cNvPr>
                <p14:cNvContentPartPr/>
                <p14:nvPr/>
              </p14:nvContentPartPr>
              <p14:xfrm>
                <a:off x="7424100" y="1080368"/>
                <a:ext cx="184320" cy="126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AEDFA08-3DC5-C49A-B587-FD0BDBDF9CE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415460" y="1071368"/>
                  <a:ext cx="2019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8F5B832-0429-2376-F78D-54EC1725A405}"/>
                    </a:ext>
                  </a:extLst>
                </p14:cNvPr>
                <p14:cNvContentPartPr/>
                <p14:nvPr/>
              </p14:nvContentPartPr>
              <p14:xfrm>
                <a:off x="7491780" y="1130768"/>
                <a:ext cx="89640" cy="28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8F5B832-0429-2376-F78D-54EC1725A40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482780" y="1121768"/>
                  <a:ext cx="1072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72C8508-CDC3-30C1-9F65-A5B24AD65DC0}"/>
                    </a:ext>
                  </a:extLst>
                </p14:cNvPr>
                <p14:cNvContentPartPr/>
                <p14:nvPr/>
              </p14:nvContentPartPr>
              <p14:xfrm>
                <a:off x="7658100" y="1002608"/>
                <a:ext cx="95040" cy="182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72C8508-CDC3-30C1-9F65-A5B24AD65DC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649100" y="993608"/>
                  <a:ext cx="1126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6882F79-3293-263B-B839-98851D9FAC7C}"/>
                    </a:ext>
                  </a:extLst>
                </p14:cNvPr>
                <p14:cNvContentPartPr/>
                <p14:nvPr/>
              </p14:nvContentPartPr>
              <p14:xfrm>
                <a:off x="7257780" y="1085768"/>
                <a:ext cx="131400" cy="203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6882F79-3293-263B-B839-98851D9FAC7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249140" y="1076768"/>
                  <a:ext cx="1490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FD3C8AD-3BB1-A851-4F72-78C9FF1AEAC0}"/>
                    </a:ext>
                  </a:extLst>
                </p14:cNvPr>
                <p14:cNvContentPartPr/>
                <p14:nvPr/>
              </p14:nvContentPartPr>
              <p14:xfrm>
                <a:off x="7853220" y="908288"/>
                <a:ext cx="188640" cy="1051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FD3C8AD-3BB1-A851-4F72-78C9FF1AEAC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844220" y="899648"/>
                  <a:ext cx="2062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687BF8C-CC71-8AF5-F3CC-EB28D5016C5D}"/>
                    </a:ext>
                  </a:extLst>
                </p14:cNvPr>
                <p14:cNvContentPartPr/>
                <p14:nvPr/>
              </p14:nvContentPartPr>
              <p14:xfrm>
                <a:off x="8208180" y="838448"/>
                <a:ext cx="118080" cy="102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687BF8C-CC71-8AF5-F3CC-EB28D5016C5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199180" y="829448"/>
                  <a:ext cx="1357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BD74637-06B1-823E-C278-AAE5E3DEDADA}"/>
                    </a:ext>
                  </a:extLst>
                </p14:cNvPr>
                <p14:cNvContentPartPr/>
                <p14:nvPr/>
              </p14:nvContentPartPr>
              <p14:xfrm>
                <a:off x="8369820" y="753128"/>
                <a:ext cx="144000" cy="1720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BD74637-06B1-823E-C278-AAE5E3DEDAD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360820" y="744488"/>
                  <a:ext cx="1616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915467E-CFFE-7754-E586-5B2CD0192DF2}"/>
                    </a:ext>
                  </a:extLst>
                </p14:cNvPr>
                <p14:cNvContentPartPr/>
                <p14:nvPr/>
              </p14:nvContentPartPr>
              <p14:xfrm>
                <a:off x="8094780" y="838808"/>
                <a:ext cx="99360" cy="1836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915467E-CFFE-7754-E586-5B2CD0192DF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085780" y="830168"/>
                  <a:ext cx="117000" cy="2012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974D2ED-8058-D4AF-544F-4C4C3EF6038D}"/>
              </a:ext>
            </a:extLst>
          </p:cNvPr>
          <p:cNvGrpSpPr/>
          <p:nvPr/>
        </p:nvGrpSpPr>
        <p:grpSpPr>
          <a:xfrm>
            <a:off x="238860" y="279368"/>
            <a:ext cx="701640" cy="240840"/>
            <a:chOff x="238860" y="279368"/>
            <a:chExt cx="701640" cy="24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C470F54-8531-C833-6271-FD4C197AE529}"/>
                    </a:ext>
                  </a:extLst>
                </p14:cNvPr>
                <p14:cNvContentPartPr/>
                <p14:nvPr/>
              </p14:nvContentPartPr>
              <p14:xfrm>
                <a:off x="290700" y="352448"/>
                <a:ext cx="45360" cy="1677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C470F54-8531-C833-6271-FD4C197AE52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82060" y="343448"/>
                  <a:ext cx="630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DA9F342-41B0-DAD8-519D-AA23899C4538}"/>
                    </a:ext>
                  </a:extLst>
                </p14:cNvPr>
                <p14:cNvContentPartPr/>
                <p14:nvPr/>
              </p14:nvContentPartPr>
              <p14:xfrm>
                <a:off x="238860" y="279368"/>
                <a:ext cx="150120" cy="637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DA9F342-41B0-DAD8-519D-AA23899C453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9860" y="270368"/>
                  <a:ext cx="1677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B47E08C-B3FE-EF52-C062-4F183A532B94}"/>
                    </a:ext>
                  </a:extLst>
                </p14:cNvPr>
                <p14:cNvContentPartPr/>
                <p14:nvPr/>
              </p14:nvContentPartPr>
              <p14:xfrm>
                <a:off x="296100" y="388448"/>
                <a:ext cx="78480" cy="118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B47E08C-B3FE-EF52-C062-4F183A532B9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87100" y="379448"/>
                  <a:ext cx="961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191D8CA-24B6-1F1D-22C8-B5D70A30A8E8}"/>
                    </a:ext>
                  </a:extLst>
                </p14:cNvPr>
                <p14:cNvContentPartPr/>
                <p14:nvPr/>
              </p14:nvContentPartPr>
              <p14:xfrm>
                <a:off x="431100" y="425888"/>
                <a:ext cx="51480" cy="536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191D8CA-24B6-1F1D-22C8-B5D70A30A8E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22100" y="416888"/>
                  <a:ext cx="691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0EA9E58-88AF-5C57-4213-75983E765BBF}"/>
                    </a:ext>
                  </a:extLst>
                </p14:cNvPr>
                <p14:cNvContentPartPr/>
                <p14:nvPr/>
              </p14:nvContentPartPr>
              <p14:xfrm>
                <a:off x="415620" y="337688"/>
                <a:ext cx="3600" cy="64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0EA9E58-88AF-5C57-4213-75983E765BB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06620" y="328688"/>
                  <a:ext cx="212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1F6F5A8-EBF8-D05E-4AB6-DF039EE63AB6}"/>
                    </a:ext>
                  </a:extLst>
                </p14:cNvPr>
                <p14:cNvContentPartPr/>
                <p14:nvPr/>
              </p14:nvContentPartPr>
              <p14:xfrm>
                <a:off x="529740" y="389528"/>
                <a:ext cx="35640" cy="72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1F6F5A8-EBF8-D05E-4AB6-DF039EE63AB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21100" y="380528"/>
                  <a:ext cx="532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1078F87-9F1E-2C5B-29F7-F24D43ECE277}"/>
                    </a:ext>
                  </a:extLst>
                </p14:cNvPr>
                <p14:cNvContentPartPr/>
                <p14:nvPr/>
              </p14:nvContentPartPr>
              <p14:xfrm>
                <a:off x="645660" y="399968"/>
                <a:ext cx="137880" cy="103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1078F87-9F1E-2C5B-29F7-F24D43ECE27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37020" y="390968"/>
                  <a:ext cx="1555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0D4FF44-D8A7-B188-1B20-660C236034DB}"/>
                    </a:ext>
                  </a:extLst>
                </p14:cNvPr>
                <p14:cNvContentPartPr/>
                <p14:nvPr/>
              </p14:nvContentPartPr>
              <p14:xfrm>
                <a:off x="853380" y="298808"/>
                <a:ext cx="60840" cy="168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0D4FF44-D8A7-B188-1B20-660C236034D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44380" y="290168"/>
                  <a:ext cx="784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6AEAFEA-2AF1-ED48-24C0-D0FC7977B2EE}"/>
                    </a:ext>
                  </a:extLst>
                </p14:cNvPr>
                <p14:cNvContentPartPr/>
                <p14:nvPr/>
              </p14:nvContentPartPr>
              <p14:xfrm>
                <a:off x="818100" y="405728"/>
                <a:ext cx="122400" cy="20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6AEAFEA-2AF1-ED48-24C0-D0FC7977B2E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09460" y="397088"/>
                  <a:ext cx="14004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11089C1-0797-E79E-5646-FFBDD97D4711}"/>
              </a:ext>
            </a:extLst>
          </p:cNvPr>
          <p:cNvGrpSpPr/>
          <p:nvPr/>
        </p:nvGrpSpPr>
        <p:grpSpPr>
          <a:xfrm>
            <a:off x="1184220" y="265688"/>
            <a:ext cx="705240" cy="197640"/>
            <a:chOff x="1184220" y="265688"/>
            <a:chExt cx="705240" cy="19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7FF92AC-49F9-26A8-C677-B9D865DBB7CF}"/>
                    </a:ext>
                  </a:extLst>
                </p14:cNvPr>
                <p14:cNvContentPartPr/>
                <p14:nvPr/>
              </p14:nvContentPartPr>
              <p14:xfrm>
                <a:off x="1184220" y="265688"/>
                <a:ext cx="245160" cy="1609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7FF92AC-49F9-26A8-C677-B9D865DBB7C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75580" y="256688"/>
                  <a:ext cx="2628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811CE81-B178-3B4B-F8D4-26218D7BE7BB}"/>
                    </a:ext>
                  </a:extLst>
                </p14:cNvPr>
                <p14:cNvContentPartPr/>
                <p14:nvPr/>
              </p14:nvContentPartPr>
              <p14:xfrm>
                <a:off x="1476540" y="332648"/>
                <a:ext cx="131400" cy="89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811CE81-B178-3B4B-F8D4-26218D7BE7B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467540" y="324008"/>
                  <a:ext cx="1490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A4E64BD-871F-AAA8-83A8-67EFCD893A8F}"/>
                    </a:ext>
                  </a:extLst>
                </p14:cNvPr>
                <p14:cNvContentPartPr/>
                <p14:nvPr/>
              </p14:nvContentPartPr>
              <p14:xfrm>
                <a:off x="1738980" y="318968"/>
                <a:ext cx="150480" cy="144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A4E64BD-871F-AAA8-83A8-67EFCD893A8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729980" y="310328"/>
                  <a:ext cx="1681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2742891-A63B-C37E-45E3-55CFF34E3638}"/>
                    </a:ext>
                  </a:extLst>
                </p14:cNvPr>
                <p14:cNvContentPartPr/>
                <p14:nvPr/>
              </p14:nvContentPartPr>
              <p14:xfrm>
                <a:off x="1262340" y="389528"/>
                <a:ext cx="7200" cy="45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2742891-A63B-C37E-45E3-55CFF34E363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253340" y="380528"/>
                  <a:ext cx="24840" cy="6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3552B7F-8F6A-F1D2-0462-E2A9B071DE8A}"/>
              </a:ext>
            </a:extLst>
          </p:cNvPr>
          <p:cNvGrpSpPr/>
          <p:nvPr/>
        </p:nvGrpSpPr>
        <p:grpSpPr>
          <a:xfrm>
            <a:off x="2244420" y="249128"/>
            <a:ext cx="1149120" cy="244440"/>
            <a:chOff x="2244420" y="249128"/>
            <a:chExt cx="1149120" cy="24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411E73A-E9C7-18A0-2B3C-0B841F183936}"/>
                    </a:ext>
                  </a:extLst>
                </p14:cNvPr>
                <p14:cNvContentPartPr/>
                <p14:nvPr/>
              </p14:nvContentPartPr>
              <p14:xfrm>
                <a:off x="2389860" y="359648"/>
                <a:ext cx="178200" cy="133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411E73A-E9C7-18A0-2B3C-0B841F18393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380860" y="351008"/>
                  <a:ext cx="1958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B5C34AE-D6EE-0C73-49D5-E338206A1C08}"/>
                    </a:ext>
                  </a:extLst>
                </p14:cNvPr>
                <p14:cNvContentPartPr/>
                <p14:nvPr/>
              </p14:nvContentPartPr>
              <p14:xfrm>
                <a:off x="2457180" y="420488"/>
                <a:ext cx="84600" cy="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B5C34AE-D6EE-0C73-49D5-E338206A1C0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448540" y="411848"/>
                  <a:ext cx="1022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370024C-F56B-B34C-5EA8-C67E3C7D6682}"/>
                    </a:ext>
                  </a:extLst>
                </p14:cNvPr>
                <p14:cNvContentPartPr/>
                <p14:nvPr/>
              </p14:nvContentPartPr>
              <p14:xfrm>
                <a:off x="2623500" y="295928"/>
                <a:ext cx="58320" cy="172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370024C-F56B-B34C-5EA8-C67E3C7D668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614860" y="287288"/>
                  <a:ext cx="759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EE3797E-1842-28CF-D2E5-D9286569F0D7}"/>
                    </a:ext>
                  </a:extLst>
                </p14:cNvPr>
                <p14:cNvContentPartPr/>
                <p14:nvPr/>
              </p14:nvContentPartPr>
              <p14:xfrm>
                <a:off x="2244420" y="264968"/>
                <a:ext cx="71280" cy="203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EE3797E-1842-28CF-D2E5-D9286569F0D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235420" y="255968"/>
                  <a:ext cx="889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7A7F64B-648B-12A8-EDF2-446262268433}"/>
                    </a:ext>
                  </a:extLst>
                </p14:cNvPr>
                <p14:cNvContentPartPr/>
                <p14:nvPr/>
              </p14:nvContentPartPr>
              <p14:xfrm>
                <a:off x="2789820" y="347768"/>
                <a:ext cx="165600" cy="131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7A7F64B-648B-12A8-EDF2-44626226843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780820" y="339128"/>
                  <a:ext cx="1832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C25FFD9-2F1D-05C0-6923-BD2A5E4D852B}"/>
                    </a:ext>
                  </a:extLst>
                </p14:cNvPr>
                <p14:cNvContentPartPr/>
                <p14:nvPr/>
              </p14:nvContentPartPr>
              <p14:xfrm>
                <a:off x="3152340" y="354608"/>
                <a:ext cx="121680" cy="89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C25FFD9-2F1D-05C0-6923-BD2A5E4D852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143700" y="345968"/>
                  <a:ext cx="1393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B907414-0523-EE69-F61D-33F2E9F1EFF5}"/>
                    </a:ext>
                  </a:extLst>
                </p14:cNvPr>
                <p14:cNvContentPartPr/>
                <p14:nvPr/>
              </p14:nvContentPartPr>
              <p14:xfrm>
                <a:off x="3314700" y="285488"/>
                <a:ext cx="78840" cy="162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B907414-0523-EE69-F61D-33F2E9F1EFF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05700" y="276848"/>
                  <a:ext cx="964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BA2DDAD-BFE3-234F-CB03-CE6073455D52}"/>
                    </a:ext>
                  </a:extLst>
                </p14:cNvPr>
                <p14:cNvContentPartPr/>
                <p14:nvPr/>
              </p14:nvContentPartPr>
              <p14:xfrm>
                <a:off x="2997540" y="249128"/>
                <a:ext cx="97560" cy="244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BA2DDAD-BFE3-234F-CB03-CE6073455D5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988900" y="240488"/>
                  <a:ext cx="115200" cy="26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4021321-7E8F-7589-D32B-9A37C8957E66}"/>
              </a:ext>
            </a:extLst>
          </p:cNvPr>
          <p:cNvGrpSpPr/>
          <p:nvPr/>
        </p:nvGrpSpPr>
        <p:grpSpPr>
          <a:xfrm>
            <a:off x="3943260" y="259928"/>
            <a:ext cx="971640" cy="281880"/>
            <a:chOff x="3943260" y="259928"/>
            <a:chExt cx="971640" cy="28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CA2B77D-8F36-2B55-98EE-A2E213D86D82}"/>
                    </a:ext>
                  </a:extLst>
                </p14:cNvPr>
                <p14:cNvContentPartPr/>
                <p14:nvPr/>
              </p14:nvContentPartPr>
              <p14:xfrm>
                <a:off x="3943260" y="374048"/>
                <a:ext cx="193320" cy="943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CA2B77D-8F36-2B55-98EE-A2E213D86D8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934260" y="365048"/>
                  <a:ext cx="2109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6321AC7-B1B5-63CD-B84C-817A3E37F03B}"/>
                    </a:ext>
                  </a:extLst>
                </p14:cNvPr>
                <p14:cNvContentPartPr/>
                <p14:nvPr/>
              </p14:nvContentPartPr>
              <p14:xfrm>
                <a:off x="3988620" y="368648"/>
                <a:ext cx="74160" cy="97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6321AC7-B1B5-63CD-B84C-817A3E37F03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979980" y="360008"/>
                  <a:ext cx="918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47C2C60-C0B3-DD65-041D-BE11A965D195}"/>
                    </a:ext>
                  </a:extLst>
                </p14:cNvPr>
                <p14:cNvContentPartPr/>
                <p14:nvPr/>
              </p14:nvContentPartPr>
              <p14:xfrm>
                <a:off x="4156020" y="259928"/>
                <a:ext cx="204840" cy="232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47C2C60-C0B3-DD65-041D-BE11A965D19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147380" y="251288"/>
                  <a:ext cx="2224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95F57ED-036A-2A2A-61C6-FA6A53E69893}"/>
                    </a:ext>
                  </a:extLst>
                </p14:cNvPr>
                <p14:cNvContentPartPr/>
                <p14:nvPr/>
              </p14:nvContentPartPr>
              <p14:xfrm>
                <a:off x="4322340" y="394568"/>
                <a:ext cx="203040" cy="67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95F57ED-036A-2A2A-61C6-FA6A53E6989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313700" y="385928"/>
                  <a:ext cx="2206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B53E8E5-0969-6536-87D1-B498E044A87D}"/>
                    </a:ext>
                  </a:extLst>
                </p14:cNvPr>
                <p14:cNvContentPartPr/>
                <p14:nvPr/>
              </p14:nvContentPartPr>
              <p14:xfrm>
                <a:off x="4441860" y="276128"/>
                <a:ext cx="196920" cy="2656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B53E8E5-0969-6536-87D1-B498E044A87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433220" y="267128"/>
                  <a:ext cx="2145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B3F79C1-A7C6-1459-B666-902401F9D7F1}"/>
                    </a:ext>
                  </a:extLst>
                </p14:cNvPr>
                <p14:cNvContentPartPr/>
                <p14:nvPr/>
              </p14:nvContentPartPr>
              <p14:xfrm>
                <a:off x="4774860" y="435968"/>
                <a:ext cx="140040" cy="21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B3F79C1-A7C6-1459-B666-902401F9D7F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766220" y="426968"/>
                  <a:ext cx="1576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788F122-38CB-26C6-4512-36AA4C82A1ED}"/>
                    </a:ext>
                  </a:extLst>
                </p14:cNvPr>
                <p14:cNvContentPartPr/>
                <p14:nvPr/>
              </p14:nvContentPartPr>
              <p14:xfrm>
                <a:off x="4772340" y="375128"/>
                <a:ext cx="96120" cy="9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788F122-38CB-26C6-4512-36AA4C82A1E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763340" y="366128"/>
                  <a:ext cx="11376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A2C9FAF-CC0D-D687-5E08-36DB2B751F97}"/>
              </a:ext>
            </a:extLst>
          </p:cNvPr>
          <p:cNvGrpSpPr/>
          <p:nvPr/>
        </p:nvGrpSpPr>
        <p:grpSpPr>
          <a:xfrm>
            <a:off x="5152140" y="235808"/>
            <a:ext cx="1137960" cy="318600"/>
            <a:chOff x="5152140" y="235808"/>
            <a:chExt cx="1137960" cy="31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E1920EC-9D59-0A5B-C9FC-62E5BC56F6B1}"/>
                    </a:ext>
                  </a:extLst>
                </p14:cNvPr>
                <p14:cNvContentPartPr/>
                <p14:nvPr/>
              </p14:nvContentPartPr>
              <p14:xfrm>
                <a:off x="5152140" y="398888"/>
                <a:ext cx="174960" cy="109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E1920EC-9D59-0A5B-C9FC-62E5BC56F6B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143500" y="389888"/>
                  <a:ext cx="1926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A4AEE7E-AE81-A661-8ACE-EDCD773ED0AC}"/>
                    </a:ext>
                  </a:extLst>
                </p14:cNvPr>
                <p14:cNvContentPartPr/>
                <p14:nvPr/>
              </p14:nvContentPartPr>
              <p14:xfrm>
                <a:off x="5273100" y="235808"/>
                <a:ext cx="134640" cy="75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A4AEE7E-AE81-A661-8ACE-EDCD773ED0A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264460" y="227168"/>
                  <a:ext cx="1522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806A2A6-2902-CB00-28F5-5F4803B992ED}"/>
                    </a:ext>
                  </a:extLst>
                </p14:cNvPr>
                <p14:cNvContentPartPr/>
                <p14:nvPr/>
              </p14:nvContentPartPr>
              <p14:xfrm>
                <a:off x="5475780" y="441368"/>
                <a:ext cx="11160" cy="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806A2A6-2902-CB00-28F5-5F4803B992E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467140" y="432728"/>
                  <a:ext cx="28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75D975A-22B0-D262-75FA-06AB9C395943}"/>
                    </a:ext>
                  </a:extLst>
                </p14:cNvPr>
                <p14:cNvContentPartPr/>
                <p14:nvPr/>
              </p14:nvContentPartPr>
              <p14:xfrm>
                <a:off x="5574420" y="363608"/>
                <a:ext cx="192600" cy="90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75D975A-22B0-D262-75FA-06AB9C39594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65780" y="354608"/>
                  <a:ext cx="2102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9CE9175-F8C2-0B45-94C4-1F1432D2D2FA}"/>
                    </a:ext>
                  </a:extLst>
                </p14:cNvPr>
                <p14:cNvContentPartPr/>
                <p14:nvPr/>
              </p14:nvContentPartPr>
              <p14:xfrm>
                <a:off x="5842980" y="285488"/>
                <a:ext cx="146880" cy="218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9CE9175-F8C2-0B45-94C4-1F1432D2D2F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834340" y="276848"/>
                  <a:ext cx="1645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16E1BA7-1C23-2730-41DA-84CDBA45CA5C}"/>
                    </a:ext>
                  </a:extLst>
                </p14:cNvPr>
                <p14:cNvContentPartPr/>
                <p14:nvPr/>
              </p14:nvContentPartPr>
              <p14:xfrm>
                <a:off x="5984820" y="389528"/>
                <a:ext cx="116280" cy="68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16E1BA7-1C23-2730-41DA-84CDBA45CA5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976180" y="380528"/>
                  <a:ext cx="1339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02143C2-6701-F50B-61DC-632D70DE8D7D}"/>
                    </a:ext>
                  </a:extLst>
                </p14:cNvPr>
                <p14:cNvContentPartPr/>
                <p14:nvPr/>
              </p14:nvContentPartPr>
              <p14:xfrm>
                <a:off x="6083820" y="282608"/>
                <a:ext cx="206280" cy="271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02143C2-6701-F50B-61DC-632D70DE8D7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074820" y="273608"/>
                  <a:ext cx="2239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2281DD4-53D4-13C0-8FC6-30F5B005AA55}"/>
                    </a:ext>
                  </a:extLst>
                </p14:cNvPr>
                <p14:cNvContentPartPr/>
                <p14:nvPr/>
              </p14:nvContentPartPr>
              <p14:xfrm>
                <a:off x="6078420" y="430928"/>
                <a:ext cx="33840" cy="349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2281DD4-53D4-13C0-8FC6-30F5B005AA5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69780" y="422288"/>
                  <a:ext cx="5148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45821C6-2D7F-B700-0AC0-DEEDFD2AEF81}"/>
              </a:ext>
            </a:extLst>
          </p:cNvPr>
          <p:cNvGrpSpPr/>
          <p:nvPr/>
        </p:nvGrpSpPr>
        <p:grpSpPr>
          <a:xfrm>
            <a:off x="5755860" y="623168"/>
            <a:ext cx="253080" cy="167760"/>
            <a:chOff x="5755860" y="623168"/>
            <a:chExt cx="253080" cy="16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FC1596B-10A0-D49E-EBE3-CFFD09F212DC}"/>
                    </a:ext>
                  </a:extLst>
                </p14:cNvPr>
                <p14:cNvContentPartPr/>
                <p14:nvPr/>
              </p14:nvContentPartPr>
              <p14:xfrm>
                <a:off x="5855220" y="711728"/>
                <a:ext cx="153720" cy="79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FC1596B-10A0-D49E-EBE3-CFFD09F212D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846220" y="702728"/>
                  <a:ext cx="1713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D1ADD34-73FB-2DF6-8D6A-3F4D9BFCD120}"/>
                    </a:ext>
                  </a:extLst>
                </p14:cNvPr>
                <p14:cNvContentPartPr/>
                <p14:nvPr/>
              </p14:nvContentPartPr>
              <p14:xfrm>
                <a:off x="5755860" y="623168"/>
                <a:ext cx="104040" cy="680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D1ADD34-73FB-2DF6-8D6A-3F4D9BFCD12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747220" y="614528"/>
                  <a:ext cx="12168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6CDA9E4-ED6E-1D0A-872A-D127A443A7BB}"/>
              </a:ext>
            </a:extLst>
          </p:cNvPr>
          <p:cNvGrpSpPr/>
          <p:nvPr/>
        </p:nvGrpSpPr>
        <p:grpSpPr>
          <a:xfrm>
            <a:off x="6228900" y="673568"/>
            <a:ext cx="468720" cy="266760"/>
            <a:chOff x="6228900" y="673568"/>
            <a:chExt cx="468720" cy="26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BBA02C2-9F8C-9D6A-45B1-30598842C9CF}"/>
                    </a:ext>
                  </a:extLst>
                </p14:cNvPr>
                <p14:cNvContentPartPr/>
                <p14:nvPr/>
              </p14:nvContentPartPr>
              <p14:xfrm>
                <a:off x="6228900" y="673568"/>
                <a:ext cx="177120" cy="2667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BBA02C2-9F8C-9D6A-45B1-30598842C9C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220260" y="664568"/>
                  <a:ext cx="1947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4B0C27E-1BD9-C329-9033-A352B972A6F4}"/>
                    </a:ext>
                  </a:extLst>
                </p14:cNvPr>
                <p14:cNvContentPartPr/>
                <p14:nvPr/>
              </p14:nvContentPartPr>
              <p14:xfrm>
                <a:off x="6310620" y="834128"/>
                <a:ext cx="38520" cy="7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4B0C27E-1BD9-C329-9033-A352B972A6F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301620" y="825128"/>
                  <a:ext cx="561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C3B3D92-3FD0-ED80-E6D5-ABF74D73CCEE}"/>
                    </a:ext>
                  </a:extLst>
                </p14:cNvPr>
                <p14:cNvContentPartPr/>
                <p14:nvPr/>
              </p14:nvContentPartPr>
              <p14:xfrm>
                <a:off x="6420060" y="747728"/>
                <a:ext cx="277560" cy="1101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C3B3D92-3FD0-ED80-E6D5-ABF74D73CCE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411420" y="739088"/>
                  <a:ext cx="29520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163A009-00AC-B625-A93E-8E06FDAE300D}"/>
              </a:ext>
            </a:extLst>
          </p:cNvPr>
          <p:cNvGrpSpPr/>
          <p:nvPr/>
        </p:nvGrpSpPr>
        <p:grpSpPr>
          <a:xfrm>
            <a:off x="7107300" y="597248"/>
            <a:ext cx="1340280" cy="318240"/>
            <a:chOff x="7107300" y="597248"/>
            <a:chExt cx="1340280" cy="31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A49BF04-57E4-9B34-A352-EE9ACC99758B}"/>
                    </a:ext>
                  </a:extLst>
                </p14:cNvPr>
                <p14:cNvContentPartPr/>
                <p14:nvPr/>
              </p14:nvContentPartPr>
              <p14:xfrm>
                <a:off x="7107300" y="742688"/>
                <a:ext cx="172800" cy="1087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A49BF04-57E4-9B34-A352-EE9ACC99758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098300" y="734048"/>
                  <a:ext cx="1904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1864B9A-2519-47BE-D388-DB14C51AB6D7}"/>
                    </a:ext>
                  </a:extLst>
                </p14:cNvPr>
                <p14:cNvContentPartPr/>
                <p14:nvPr/>
              </p14:nvContentPartPr>
              <p14:xfrm>
                <a:off x="7433820" y="708128"/>
                <a:ext cx="170280" cy="1807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1864B9A-2519-47BE-D388-DB14C51AB6D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425180" y="699128"/>
                  <a:ext cx="1879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6E8A454-8CDB-763B-F732-3C684C3A0C98}"/>
                    </a:ext>
                  </a:extLst>
                </p14:cNvPr>
                <p14:cNvContentPartPr/>
                <p14:nvPr/>
              </p14:nvContentPartPr>
              <p14:xfrm>
                <a:off x="7475940" y="809648"/>
                <a:ext cx="105120" cy="219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6E8A454-8CDB-763B-F732-3C684C3A0C9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467300" y="800648"/>
                  <a:ext cx="1227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5AA19B0-D8E3-0153-9720-D003C4E078E5}"/>
                    </a:ext>
                  </a:extLst>
                </p14:cNvPr>
                <p14:cNvContentPartPr/>
                <p14:nvPr/>
              </p14:nvContentPartPr>
              <p14:xfrm>
                <a:off x="7720380" y="597248"/>
                <a:ext cx="189000" cy="318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5AA19B0-D8E3-0153-9720-D003C4E078E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711740" y="588608"/>
                  <a:ext cx="20664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C78AAC9-FFBA-A11A-693E-E986F2F05B81}"/>
                    </a:ext>
                  </a:extLst>
                </p14:cNvPr>
                <p14:cNvContentPartPr/>
                <p14:nvPr/>
              </p14:nvContentPartPr>
              <p14:xfrm>
                <a:off x="7877340" y="717848"/>
                <a:ext cx="123120" cy="93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C78AAC9-FFBA-A11A-693E-E986F2F05B8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868340" y="708848"/>
                  <a:ext cx="1407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E3DC002-5654-4218-9A22-340409AFA347}"/>
                    </a:ext>
                  </a:extLst>
                </p14:cNvPr>
                <p14:cNvContentPartPr/>
                <p14:nvPr/>
              </p14:nvContentPartPr>
              <p14:xfrm>
                <a:off x="8141220" y="818288"/>
                <a:ext cx="28080" cy="2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E3DC002-5654-4218-9A22-340409AFA34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132220" y="809648"/>
                  <a:ext cx="457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616963C-00E3-4578-4F6F-961FA51CC44A}"/>
                    </a:ext>
                  </a:extLst>
                </p14:cNvPr>
                <p14:cNvContentPartPr/>
                <p14:nvPr/>
              </p14:nvContentPartPr>
              <p14:xfrm>
                <a:off x="8234460" y="793808"/>
                <a:ext cx="213120" cy="17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616963C-00E3-4578-4F6F-961FA51CC44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225820" y="785168"/>
                  <a:ext cx="23076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327FF19-8DAF-0891-8A89-8C73C341BB37}"/>
              </a:ext>
            </a:extLst>
          </p:cNvPr>
          <p:cNvGrpSpPr/>
          <p:nvPr/>
        </p:nvGrpSpPr>
        <p:grpSpPr>
          <a:xfrm>
            <a:off x="8645220" y="567728"/>
            <a:ext cx="457920" cy="295560"/>
            <a:chOff x="8645220" y="567728"/>
            <a:chExt cx="457920" cy="29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2ED1237-FAC1-1659-2B2B-0831C98193EA}"/>
                    </a:ext>
                  </a:extLst>
                </p14:cNvPr>
                <p14:cNvContentPartPr/>
                <p14:nvPr/>
              </p14:nvContentPartPr>
              <p14:xfrm>
                <a:off x="8645220" y="695528"/>
                <a:ext cx="259920" cy="1098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2ED1237-FAC1-1659-2B2B-0831C98193E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636220" y="686528"/>
                  <a:ext cx="2775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D2EF107-7478-F9F5-B30C-1D693022B12D}"/>
                    </a:ext>
                  </a:extLst>
                </p14:cNvPr>
                <p14:cNvContentPartPr/>
                <p14:nvPr/>
              </p14:nvContentPartPr>
              <p14:xfrm>
                <a:off x="8951580" y="567728"/>
                <a:ext cx="151560" cy="2955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D2EF107-7478-F9F5-B30C-1D693022B12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942940" y="558728"/>
                  <a:ext cx="169200" cy="31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B6CBEBE-6709-5024-16BD-96A961CD8A4B}"/>
              </a:ext>
            </a:extLst>
          </p:cNvPr>
          <p:cNvGrpSpPr/>
          <p:nvPr/>
        </p:nvGrpSpPr>
        <p:grpSpPr>
          <a:xfrm>
            <a:off x="311580" y="1132568"/>
            <a:ext cx="995760" cy="232920"/>
            <a:chOff x="311580" y="1132568"/>
            <a:chExt cx="995760" cy="23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9EFEC81-B4AC-3BAB-F292-CD8C5E9EB0C3}"/>
                    </a:ext>
                  </a:extLst>
                </p14:cNvPr>
                <p14:cNvContentPartPr/>
                <p14:nvPr/>
              </p14:nvContentPartPr>
              <p14:xfrm>
                <a:off x="311580" y="1155608"/>
                <a:ext cx="204840" cy="2098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9EFEC81-B4AC-3BAB-F292-CD8C5E9EB0C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02580" y="1146608"/>
                  <a:ext cx="2224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D19AF74-F846-6C02-A533-B4510FCAF3F1}"/>
                    </a:ext>
                  </a:extLst>
                </p14:cNvPr>
                <p14:cNvContentPartPr/>
                <p14:nvPr/>
              </p14:nvContentPartPr>
              <p14:xfrm>
                <a:off x="524700" y="1272248"/>
                <a:ext cx="160560" cy="42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D19AF74-F846-6C02-A533-B4510FCAF3F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15700" y="1263248"/>
                  <a:ext cx="1782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57FBC9A-E977-0844-7F68-83F1D323DEC5}"/>
                    </a:ext>
                  </a:extLst>
                </p14:cNvPr>
                <p14:cNvContentPartPr/>
                <p14:nvPr/>
              </p14:nvContentPartPr>
              <p14:xfrm>
                <a:off x="727020" y="1251368"/>
                <a:ext cx="105480" cy="928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57FBC9A-E977-0844-7F68-83F1D323DE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18380" y="1242368"/>
                  <a:ext cx="1231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93EFFD3-F26A-33B4-17BB-F711A7F61C97}"/>
                    </a:ext>
                  </a:extLst>
                </p14:cNvPr>
                <p14:cNvContentPartPr/>
                <p14:nvPr/>
              </p14:nvContentPartPr>
              <p14:xfrm>
                <a:off x="841500" y="1132568"/>
                <a:ext cx="85320" cy="187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93EFFD3-F26A-33B4-17BB-F711A7F61C9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32500" y="1123568"/>
                  <a:ext cx="1029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A599CD7-BB53-7421-E13A-2523591F2552}"/>
                    </a:ext>
                  </a:extLst>
                </p14:cNvPr>
                <p14:cNvContentPartPr/>
                <p14:nvPr/>
              </p14:nvContentPartPr>
              <p14:xfrm>
                <a:off x="841500" y="1238768"/>
                <a:ext cx="99000" cy="237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A599CD7-BB53-7421-E13A-2523591F255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32860" y="1229768"/>
                  <a:ext cx="1166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3B13AFD-4D99-5412-9FD2-63CB86EC1268}"/>
                    </a:ext>
                  </a:extLst>
                </p14:cNvPr>
                <p14:cNvContentPartPr/>
                <p14:nvPr/>
              </p14:nvContentPartPr>
              <p14:xfrm>
                <a:off x="914220" y="1137608"/>
                <a:ext cx="190440" cy="1389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3B13AFD-4D99-5412-9FD2-63CB86EC126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05220" y="1128968"/>
                  <a:ext cx="2080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BD84AA9-0703-ADEB-2CAD-B3BB1FC6D6DF}"/>
                    </a:ext>
                  </a:extLst>
                </p14:cNvPr>
                <p14:cNvContentPartPr/>
                <p14:nvPr/>
              </p14:nvContentPartPr>
              <p14:xfrm>
                <a:off x="1111500" y="1181168"/>
                <a:ext cx="195840" cy="1029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BD84AA9-0703-ADEB-2CAD-B3BB1FC6D6D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02860" y="1172168"/>
                  <a:ext cx="213480" cy="12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F5790793-2624-57C5-BE64-A0B05B017C03}"/>
              </a:ext>
            </a:extLst>
          </p:cNvPr>
          <p:cNvGrpSpPr/>
          <p:nvPr/>
        </p:nvGrpSpPr>
        <p:grpSpPr>
          <a:xfrm>
            <a:off x="1537020" y="1064888"/>
            <a:ext cx="1019160" cy="340560"/>
            <a:chOff x="1537020" y="1064888"/>
            <a:chExt cx="1019160" cy="34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93810A1-7453-403E-A81C-279C0F0E36E5}"/>
                    </a:ext>
                  </a:extLst>
                </p14:cNvPr>
                <p14:cNvContentPartPr/>
                <p14:nvPr/>
              </p14:nvContentPartPr>
              <p14:xfrm>
                <a:off x="1537020" y="1208888"/>
                <a:ext cx="131760" cy="196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93810A1-7453-403E-A81C-279C0F0E36E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528020" y="1200248"/>
                  <a:ext cx="1494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BEF4733-318F-1BD0-7DD1-7FBD4B101C26}"/>
                    </a:ext>
                  </a:extLst>
                </p14:cNvPr>
                <p14:cNvContentPartPr/>
                <p14:nvPr/>
              </p14:nvContentPartPr>
              <p14:xfrm>
                <a:off x="1727820" y="1220768"/>
                <a:ext cx="106200" cy="986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BEF4733-318F-1BD0-7DD1-7FBD4B101C2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718820" y="1211768"/>
                  <a:ext cx="1238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8BF58CD-8210-7178-2C1D-3FB2F353AA32}"/>
                    </a:ext>
                  </a:extLst>
                </p14:cNvPr>
                <p14:cNvContentPartPr/>
                <p14:nvPr/>
              </p14:nvContentPartPr>
              <p14:xfrm>
                <a:off x="1884780" y="1205288"/>
                <a:ext cx="68760" cy="990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8BF58CD-8210-7178-2C1D-3FB2F353AA3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876140" y="1196648"/>
                  <a:ext cx="864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61C1FF1-B386-3100-C39F-38AD3EB56934}"/>
                    </a:ext>
                  </a:extLst>
                </p14:cNvPr>
                <p14:cNvContentPartPr/>
                <p14:nvPr/>
              </p14:nvContentPartPr>
              <p14:xfrm>
                <a:off x="1989540" y="1064888"/>
                <a:ext cx="204120" cy="2448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61C1FF1-B386-3100-C39F-38AD3EB5693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980900" y="1055888"/>
                  <a:ext cx="22176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56DDE91-6014-AAB8-2F0A-705AF244306A}"/>
                    </a:ext>
                  </a:extLst>
                </p14:cNvPr>
                <p14:cNvContentPartPr/>
                <p14:nvPr/>
              </p14:nvContentPartPr>
              <p14:xfrm>
                <a:off x="2119500" y="1119248"/>
                <a:ext cx="5760" cy="216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56DDE91-6014-AAB8-2F0A-705AF244306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110500" y="1110608"/>
                  <a:ext cx="234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9BFF516-9BF1-4A96-80AC-6FF3208C1DAF}"/>
                    </a:ext>
                  </a:extLst>
                </p14:cNvPr>
                <p14:cNvContentPartPr/>
                <p14:nvPr/>
              </p14:nvContentPartPr>
              <p14:xfrm>
                <a:off x="2192940" y="1216448"/>
                <a:ext cx="88200" cy="46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9BFF516-9BF1-4A96-80AC-6FF3208C1DA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183940" y="1207448"/>
                  <a:ext cx="1058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292E709-EDD2-2794-984A-F141A4D5C0EC}"/>
                    </a:ext>
                  </a:extLst>
                </p14:cNvPr>
                <p14:cNvContentPartPr/>
                <p14:nvPr/>
              </p14:nvContentPartPr>
              <p14:xfrm>
                <a:off x="2239020" y="1204928"/>
                <a:ext cx="24840" cy="162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292E709-EDD2-2794-984A-F141A4D5C0E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230380" y="1195928"/>
                  <a:ext cx="424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A0AEF6C-67F0-062E-97D3-5E4E6D2F2B05}"/>
                    </a:ext>
                  </a:extLst>
                </p14:cNvPr>
                <p14:cNvContentPartPr/>
                <p14:nvPr/>
              </p14:nvContentPartPr>
              <p14:xfrm>
                <a:off x="2368980" y="1216808"/>
                <a:ext cx="187200" cy="658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A0AEF6C-67F0-062E-97D3-5E4E6D2F2B0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359980" y="1208168"/>
                  <a:ext cx="20484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B77B23A7-CABF-ADF2-BF2D-623EC6E01829}"/>
              </a:ext>
            </a:extLst>
          </p:cNvPr>
          <p:cNvGrpSpPr/>
          <p:nvPr/>
        </p:nvGrpSpPr>
        <p:grpSpPr>
          <a:xfrm>
            <a:off x="2814660" y="1049048"/>
            <a:ext cx="288000" cy="368280"/>
            <a:chOff x="2814660" y="1049048"/>
            <a:chExt cx="288000" cy="36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5840FFF-730B-D1AA-0670-3377A3D5F8EA}"/>
                    </a:ext>
                  </a:extLst>
                </p14:cNvPr>
                <p14:cNvContentPartPr/>
                <p14:nvPr/>
              </p14:nvContentPartPr>
              <p14:xfrm>
                <a:off x="2814660" y="1229768"/>
                <a:ext cx="115920" cy="806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5840FFF-730B-D1AA-0670-3377A3D5F8E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806020" y="1221128"/>
                  <a:ext cx="1335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D4AFA7D-4137-7D56-ABA4-62734F53E2A9}"/>
                    </a:ext>
                  </a:extLst>
                </p14:cNvPr>
                <p14:cNvContentPartPr/>
                <p14:nvPr/>
              </p14:nvContentPartPr>
              <p14:xfrm>
                <a:off x="2959020" y="1049048"/>
                <a:ext cx="143640" cy="3682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D4AFA7D-4137-7D56-ABA4-62734F53E2A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950020" y="1040048"/>
                  <a:ext cx="161280" cy="38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AE08EA97-4B8E-84D6-C4CA-CD82FB8A7543}"/>
                  </a:ext>
                </a:extLst>
              </p14:cNvPr>
              <p14:cNvContentPartPr/>
              <p14:nvPr/>
            </p14:nvContentPartPr>
            <p14:xfrm>
              <a:off x="3319740" y="1178648"/>
              <a:ext cx="186120" cy="9684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AE08EA97-4B8E-84D6-C4CA-CD82FB8A7543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310740" y="1169648"/>
                <a:ext cx="203760" cy="11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2635CAA7-E587-BE06-B0A4-31DAC0207845}"/>
              </a:ext>
            </a:extLst>
          </p:cNvPr>
          <p:cNvGrpSpPr/>
          <p:nvPr/>
        </p:nvGrpSpPr>
        <p:grpSpPr>
          <a:xfrm>
            <a:off x="3761460" y="1108088"/>
            <a:ext cx="236160" cy="193680"/>
            <a:chOff x="3761460" y="1108088"/>
            <a:chExt cx="236160" cy="19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BF370BC-B547-3A0D-446D-4546554DCB74}"/>
                    </a:ext>
                  </a:extLst>
                </p14:cNvPr>
                <p14:cNvContentPartPr/>
                <p14:nvPr/>
              </p14:nvContentPartPr>
              <p14:xfrm>
                <a:off x="3819060" y="1225808"/>
                <a:ext cx="8640" cy="486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BF370BC-B547-3A0D-446D-4546554DCB7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810060" y="1217168"/>
                  <a:ext cx="262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C555D8F-1ED5-9F29-B066-BF3D6A2AD305}"/>
                    </a:ext>
                  </a:extLst>
                </p14:cNvPr>
                <p14:cNvContentPartPr/>
                <p14:nvPr/>
              </p14:nvContentPartPr>
              <p14:xfrm>
                <a:off x="3761460" y="1108088"/>
                <a:ext cx="15840" cy="226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C555D8F-1ED5-9F29-B066-BF3D6A2AD30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752460" y="1099448"/>
                  <a:ext cx="334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89B6717-A312-612F-7F56-909AA6123946}"/>
                    </a:ext>
                  </a:extLst>
                </p14:cNvPr>
                <p14:cNvContentPartPr/>
                <p14:nvPr/>
              </p14:nvContentPartPr>
              <p14:xfrm>
                <a:off x="3904740" y="1182968"/>
                <a:ext cx="92880" cy="1188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89B6717-A312-612F-7F56-909AA612394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896100" y="1174328"/>
                  <a:ext cx="110520" cy="13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72EA2E60-366A-D2CA-2F70-A71F15E5939A}"/>
                  </a:ext>
                </a:extLst>
              </p14:cNvPr>
              <p14:cNvContentPartPr/>
              <p14:nvPr/>
            </p14:nvContentPartPr>
            <p14:xfrm>
              <a:off x="4284900" y="1173608"/>
              <a:ext cx="182880" cy="9468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72EA2E60-366A-D2CA-2F70-A71F15E5939A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4275900" y="1164968"/>
                <a:ext cx="200520" cy="11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6A06ABC4-962E-C144-2442-9C29534654A5}"/>
              </a:ext>
            </a:extLst>
          </p:cNvPr>
          <p:cNvGrpSpPr/>
          <p:nvPr/>
        </p:nvGrpSpPr>
        <p:grpSpPr>
          <a:xfrm>
            <a:off x="4664700" y="1045448"/>
            <a:ext cx="1891440" cy="322920"/>
            <a:chOff x="4664700" y="1045448"/>
            <a:chExt cx="1891440" cy="32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3A7F0A6-7483-A4FF-FFF8-DE3EA99D58B3}"/>
                    </a:ext>
                  </a:extLst>
                </p14:cNvPr>
                <p14:cNvContentPartPr/>
                <p14:nvPr/>
              </p14:nvContentPartPr>
              <p14:xfrm>
                <a:off x="4664700" y="1178288"/>
                <a:ext cx="174960" cy="1472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3A7F0A6-7483-A4FF-FFF8-DE3EA99D58B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655700" y="1169648"/>
                  <a:ext cx="1926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BE309B6-5532-ACCD-48A3-1EF56D016D3F}"/>
                    </a:ext>
                  </a:extLst>
                </p14:cNvPr>
                <p14:cNvContentPartPr/>
                <p14:nvPr/>
              </p14:nvContentPartPr>
              <p14:xfrm>
                <a:off x="4701780" y="1246688"/>
                <a:ext cx="88200" cy="316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BE309B6-5532-ACCD-48A3-1EF56D016D3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692780" y="1237688"/>
                  <a:ext cx="1058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7B6C907-81B9-3B6E-8C71-47646FD75BB3}"/>
                    </a:ext>
                  </a:extLst>
                </p14:cNvPr>
                <p14:cNvContentPartPr/>
                <p14:nvPr/>
              </p14:nvContentPartPr>
              <p14:xfrm>
                <a:off x="4986180" y="1049048"/>
                <a:ext cx="120600" cy="3085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7B6C907-81B9-3B6E-8C71-47646FD75BB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977180" y="1040408"/>
                  <a:ext cx="13824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DC86E20-1562-CF2A-16C4-364A052B46B8}"/>
                    </a:ext>
                  </a:extLst>
                </p14:cNvPr>
                <p14:cNvContentPartPr/>
                <p14:nvPr/>
              </p14:nvContentPartPr>
              <p14:xfrm>
                <a:off x="5131260" y="1214648"/>
                <a:ext cx="80280" cy="68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DC86E20-1562-CF2A-16C4-364A052B46B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122620" y="1206008"/>
                  <a:ext cx="979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920B5A6-683F-0760-723C-8B014ABD60E8}"/>
                    </a:ext>
                  </a:extLst>
                </p14:cNvPr>
                <p14:cNvContentPartPr/>
                <p14:nvPr/>
              </p14:nvContentPartPr>
              <p14:xfrm>
                <a:off x="5314500" y="1172168"/>
                <a:ext cx="287640" cy="1231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920B5A6-683F-0760-723C-8B014ABD60E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305500" y="1163528"/>
                  <a:ext cx="3052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CE7F634-18CF-2C96-A615-2F4BE4647DC6}"/>
                    </a:ext>
                  </a:extLst>
                </p14:cNvPr>
                <p14:cNvContentPartPr/>
                <p14:nvPr/>
              </p14:nvContentPartPr>
              <p14:xfrm>
                <a:off x="5730300" y="1310408"/>
                <a:ext cx="306360" cy="172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CE7F634-18CF-2C96-A615-2F4BE4647DC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721660" y="1301768"/>
                  <a:ext cx="3240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71DE6FB-4203-3DEE-75E5-CCF6E051B21B}"/>
                    </a:ext>
                  </a:extLst>
                </p14:cNvPr>
                <p14:cNvContentPartPr/>
                <p14:nvPr/>
              </p14:nvContentPartPr>
              <p14:xfrm>
                <a:off x="6101460" y="1206368"/>
                <a:ext cx="133200" cy="201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71DE6FB-4203-3DEE-75E5-CCF6E051B21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092460" y="1197368"/>
                  <a:ext cx="1508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CFF73C8-783A-3D52-B9CD-E5B45D7480B3}"/>
                    </a:ext>
                  </a:extLst>
                </p14:cNvPr>
                <p14:cNvContentPartPr/>
                <p14:nvPr/>
              </p14:nvContentPartPr>
              <p14:xfrm>
                <a:off x="6329340" y="1153448"/>
                <a:ext cx="59400" cy="1580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CFF73C8-783A-3D52-B9CD-E5B45D7480B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320700" y="1144448"/>
                  <a:ext cx="770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5F7296-A4EE-6999-AB78-FB970D581E68}"/>
                    </a:ext>
                  </a:extLst>
                </p14:cNvPr>
                <p14:cNvContentPartPr/>
                <p14:nvPr/>
              </p14:nvContentPartPr>
              <p14:xfrm>
                <a:off x="6343380" y="1045448"/>
                <a:ext cx="212760" cy="3229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5F7296-A4EE-6999-AB78-FB970D581E6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334740" y="1036808"/>
                  <a:ext cx="230400" cy="34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84C02BF-7FF3-ED01-0D30-67F8D7994937}"/>
              </a:ext>
            </a:extLst>
          </p:cNvPr>
          <p:cNvGrpSpPr/>
          <p:nvPr/>
        </p:nvGrpSpPr>
        <p:grpSpPr>
          <a:xfrm>
            <a:off x="655020" y="1822328"/>
            <a:ext cx="446040" cy="317520"/>
            <a:chOff x="655020" y="1822328"/>
            <a:chExt cx="446040" cy="31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1105A09-4200-6C40-6375-CCB703B0544A}"/>
                    </a:ext>
                  </a:extLst>
                </p14:cNvPr>
                <p14:cNvContentPartPr/>
                <p14:nvPr/>
              </p14:nvContentPartPr>
              <p14:xfrm>
                <a:off x="655020" y="1822328"/>
                <a:ext cx="431280" cy="3175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1105A09-4200-6C40-6375-CCB703B0544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46020" y="1813688"/>
                  <a:ext cx="4489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EF8009F-FB52-3D2D-153B-CDB7E8EBF7D9}"/>
                    </a:ext>
                  </a:extLst>
                </p14:cNvPr>
                <p14:cNvContentPartPr/>
                <p14:nvPr/>
              </p14:nvContentPartPr>
              <p14:xfrm>
                <a:off x="1044180" y="2071448"/>
                <a:ext cx="56880" cy="316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EF8009F-FB52-3D2D-153B-CDB7E8EBF7D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35180" y="2062448"/>
                  <a:ext cx="745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052FEA6-16F7-13CD-E049-FB87FDF3A022}"/>
                    </a:ext>
                  </a:extLst>
                </p14:cNvPr>
                <p14:cNvContentPartPr/>
                <p14:nvPr/>
              </p14:nvContentPartPr>
              <p14:xfrm>
                <a:off x="1028700" y="1825208"/>
                <a:ext cx="5760" cy="496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052FEA6-16F7-13CD-E049-FB87FDF3A02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19700" y="1816208"/>
                  <a:ext cx="23400" cy="6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AB69C2D4-4446-813C-CAE6-76F83770857E}"/>
              </a:ext>
            </a:extLst>
          </p:cNvPr>
          <p:cNvGrpSpPr/>
          <p:nvPr/>
        </p:nvGrpSpPr>
        <p:grpSpPr>
          <a:xfrm>
            <a:off x="576180" y="2290328"/>
            <a:ext cx="848880" cy="120960"/>
            <a:chOff x="576180" y="2290328"/>
            <a:chExt cx="848880" cy="12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022573B-D449-039D-E219-8B008B0C8668}"/>
                    </a:ext>
                  </a:extLst>
                </p14:cNvPr>
                <p14:cNvContentPartPr/>
                <p14:nvPr/>
              </p14:nvContentPartPr>
              <p14:xfrm>
                <a:off x="576180" y="2306528"/>
                <a:ext cx="136080" cy="1047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022573B-D449-039D-E219-8B008B0C866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67540" y="2297888"/>
                  <a:ext cx="1537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C64DE19-965B-6023-F706-FAB26C03E6E4}"/>
                    </a:ext>
                  </a:extLst>
                </p14:cNvPr>
                <p14:cNvContentPartPr/>
                <p14:nvPr/>
              </p14:nvContentPartPr>
              <p14:xfrm>
                <a:off x="800460" y="2373848"/>
                <a:ext cx="72720" cy="57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C64DE19-965B-6023-F706-FAB26C03E6E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91460" y="2365208"/>
                  <a:ext cx="903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22FB3FB-D493-4C33-BF53-D221DD72DE1E}"/>
                    </a:ext>
                  </a:extLst>
                </p14:cNvPr>
                <p14:cNvContentPartPr/>
                <p14:nvPr/>
              </p14:nvContentPartPr>
              <p14:xfrm>
                <a:off x="768420" y="2316248"/>
                <a:ext cx="130680" cy="219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22FB3FB-D493-4C33-BF53-D221DD72DE1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59420" y="2307248"/>
                  <a:ext cx="1483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8502D73-F2DA-BA7A-C5F3-C20BE931AB6A}"/>
                    </a:ext>
                  </a:extLst>
                </p14:cNvPr>
                <p14:cNvContentPartPr/>
                <p14:nvPr/>
              </p14:nvContentPartPr>
              <p14:xfrm>
                <a:off x="996660" y="2337488"/>
                <a:ext cx="115200" cy="57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8502D73-F2DA-BA7A-C5F3-C20BE931AB6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88020" y="2328848"/>
                  <a:ext cx="132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E7BA77F-A194-6E1E-870B-42F838D81C8E}"/>
                    </a:ext>
                  </a:extLst>
                </p14:cNvPr>
                <p14:cNvContentPartPr/>
                <p14:nvPr/>
              </p14:nvContentPartPr>
              <p14:xfrm>
                <a:off x="1194660" y="2290328"/>
                <a:ext cx="230400" cy="1137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E7BA77F-A194-6E1E-870B-42F838D81C8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86020" y="2281688"/>
                  <a:ext cx="24804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9F8AF394-FE28-02C2-45F8-8157DE789D84}"/>
              </a:ext>
            </a:extLst>
          </p:cNvPr>
          <p:cNvGrpSpPr/>
          <p:nvPr/>
        </p:nvGrpSpPr>
        <p:grpSpPr>
          <a:xfrm>
            <a:off x="701820" y="1591928"/>
            <a:ext cx="243360" cy="128160"/>
            <a:chOff x="701820" y="1591928"/>
            <a:chExt cx="243360" cy="12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6596045-0CAD-A175-F6CB-ACDA479725BE}"/>
                    </a:ext>
                  </a:extLst>
                </p14:cNvPr>
                <p14:cNvContentPartPr/>
                <p14:nvPr/>
              </p14:nvContentPartPr>
              <p14:xfrm>
                <a:off x="701820" y="1693448"/>
                <a:ext cx="72720" cy="57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6596045-0CAD-A175-F6CB-ACDA479725B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92820" y="1684808"/>
                  <a:ext cx="903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AB6D811-C26B-96A2-1BFD-8B94C3BA546D}"/>
                    </a:ext>
                  </a:extLst>
                </p14:cNvPr>
                <p14:cNvContentPartPr/>
                <p14:nvPr/>
              </p14:nvContentPartPr>
              <p14:xfrm>
                <a:off x="886140" y="1591928"/>
                <a:ext cx="59040" cy="1281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AB6D811-C26B-96A2-1BFD-8B94C3BA546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77140" y="1583288"/>
                  <a:ext cx="76680" cy="14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09DE84F6-2FE8-B554-28E0-42A596828694}"/>
                  </a:ext>
                </a:extLst>
              </p14:cNvPr>
              <p14:cNvContentPartPr/>
              <p14:nvPr/>
            </p14:nvContentPartPr>
            <p14:xfrm>
              <a:off x="1532340" y="1724408"/>
              <a:ext cx="141480" cy="7236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09DE84F6-2FE8-B554-28E0-42A596828694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523700" y="1715768"/>
                <a:ext cx="159120" cy="9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" name="Group 119">
            <a:extLst>
              <a:ext uri="{FF2B5EF4-FFF2-40B4-BE49-F238E27FC236}">
                <a16:creationId xmlns:a16="http://schemas.microsoft.com/office/drawing/2014/main" id="{595A6B0A-1902-B2AC-9BC6-EF41FE52C8A0}"/>
              </a:ext>
            </a:extLst>
          </p:cNvPr>
          <p:cNvGrpSpPr/>
          <p:nvPr/>
        </p:nvGrpSpPr>
        <p:grpSpPr>
          <a:xfrm>
            <a:off x="1396980" y="1895408"/>
            <a:ext cx="523440" cy="163800"/>
            <a:chOff x="1396980" y="1895408"/>
            <a:chExt cx="523440" cy="16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C013675-745D-614E-83FC-C24E4CB9463D}"/>
                    </a:ext>
                  </a:extLst>
                </p14:cNvPr>
                <p14:cNvContentPartPr/>
                <p14:nvPr/>
              </p14:nvContentPartPr>
              <p14:xfrm>
                <a:off x="1396980" y="1924208"/>
                <a:ext cx="205560" cy="1263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C013675-745D-614E-83FC-C24E4CB9463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387980" y="1915208"/>
                  <a:ext cx="2232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621E986-4CF8-980B-A330-E3EBED30651B}"/>
                    </a:ext>
                  </a:extLst>
                </p14:cNvPr>
                <p14:cNvContentPartPr/>
                <p14:nvPr/>
              </p14:nvContentPartPr>
              <p14:xfrm>
                <a:off x="1740420" y="1895408"/>
                <a:ext cx="180000" cy="1638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621E986-4CF8-980B-A330-E3EBED30651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731420" y="1886408"/>
                  <a:ext cx="1976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B565944-37AD-5216-A767-D9BDEAB2DD78}"/>
                    </a:ext>
                  </a:extLst>
                </p14:cNvPr>
                <p14:cNvContentPartPr/>
                <p14:nvPr/>
              </p14:nvContentPartPr>
              <p14:xfrm>
                <a:off x="1795500" y="1968848"/>
                <a:ext cx="101160" cy="57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B565944-37AD-5216-A767-D9BDEAB2DD7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786500" y="1959848"/>
                  <a:ext cx="11880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5EA53E91-1921-22AC-12E2-39E8FBE54D66}"/>
              </a:ext>
            </a:extLst>
          </p:cNvPr>
          <p:cNvGrpSpPr/>
          <p:nvPr/>
        </p:nvGrpSpPr>
        <p:grpSpPr>
          <a:xfrm>
            <a:off x="1865340" y="1692728"/>
            <a:ext cx="360720" cy="76320"/>
            <a:chOff x="1865340" y="1692728"/>
            <a:chExt cx="360720" cy="7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52AA8C7-C367-E8EA-A72E-CF58BD0A5F67}"/>
                    </a:ext>
                  </a:extLst>
                </p14:cNvPr>
                <p14:cNvContentPartPr/>
                <p14:nvPr/>
              </p14:nvContentPartPr>
              <p14:xfrm>
                <a:off x="1865340" y="1735208"/>
                <a:ext cx="104040" cy="54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52AA8C7-C367-E8EA-A72E-CF58BD0A5F6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856700" y="1726208"/>
                  <a:ext cx="1216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4DD1E4F-1C7F-9BFC-540D-18AE808C7E2C}"/>
                    </a:ext>
                  </a:extLst>
                </p14:cNvPr>
                <p14:cNvContentPartPr/>
                <p14:nvPr/>
              </p14:nvContentPartPr>
              <p14:xfrm>
                <a:off x="2045700" y="1692728"/>
                <a:ext cx="180360" cy="763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4DD1E4F-1C7F-9BFC-540D-18AE808C7E2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036700" y="1683728"/>
                  <a:ext cx="19800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B48EC964-AD9D-CCCE-BC96-87225599043B}"/>
              </a:ext>
            </a:extLst>
          </p:cNvPr>
          <p:cNvGrpSpPr/>
          <p:nvPr/>
        </p:nvGrpSpPr>
        <p:grpSpPr>
          <a:xfrm>
            <a:off x="2442060" y="1937888"/>
            <a:ext cx="163080" cy="58680"/>
            <a:chOff x="2442060" y="1937888"/>
            <a:chExt cx="163080" cy="5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246FD7B-52CE-B7B7-1EF9-469B4AB35898}"/>
                    </a:ext>
                  </a:extLst>
                </p14:cNvPr>
                <p14:cNvContentPartPr/>
                <p14:nvPr/>
              </p14:nvContentPartPr>
              <p14:xfrm>
                <a:off x="2442060" y="1989368"/>
                <a:ext cx="163080" cy="72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246FD7B-52CE-B7B7-1EF9-469B4AB3589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433420" y="1980728"/>
                  <a:ext cx="1807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4C4EDD2-AD41-897A-A810-C7FAEEAE32B2}"/>
                    </a:ext>
                  </a:extLst>
                </p14:cNvPr>
                <p14:cNvContentPartPr/>
                <p14:nvPr/>
              </p14:nvContentPartPr>
              <p14:xfrm>
                <a:off x="2447820" y="1937888"/>
                <a:ext cx="129600" cy="118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4C4EDD2-AD41-897A-A810-C7FAEEAE32B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438820" y="1928888"/>
                  <a:ext cx="147240" cy="2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23B24A2F-B54A-0C60-7993-B0D9E9525F4C}"/>
              </a:ext>
            </a:extLst>
          </p:cNvPr>
          <p:cNvGrpSpPr/>
          <p:nvPr/>
        </p:nvGrpSpPr>
        <p:grpSpPr>
          <a:xfrm>
            <a:off x="400860" y="2648168"/>
            <a:ext cx="1119960" cy="105840"/>
            <a:chOff x="400860" y="2648168"/>
            <a:chExt cx="1119960" cy="10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84DF527-7106-100B-7DDB-B39A13C8F46F}"/>
                    </a:ext>
                  </a:extLst>
                </p14:cNvPr>
                <p14:cNvContentPartPr/>
                <p14:nvPr/>
              </p14:nvContentPartPr>
              <p14:xfrm>
                <a:off x="1345500" y="2648528"/>
                <a:ext cx="175320" cy="972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84DF527-7106-100B-7DDB-B39A13C8F46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336500" y="2639528"/>
                  <a:ext cx="1929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AB04315-A6AC-000B-EB09-BE94C02F6127}"/>
                    </a:ext>
                  </a:extLst>
                </p14:cNvPr>
                <p14:cNvContentPartPr/>
                <p14:nvPr/>
              </p14:nvContentPartPr>
              <p14:xfrm>
                <a:off x="938700" y="2680568"/>
                <a:ext cx="277200" cy="633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AB04315-A6AC-000B-EB09-BE94C02F612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30060" y="2671568"/>
                  <a:ext cx="2948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D52767F-D097-5DC3-BCE0-1BC33254FDC3}"/>
                    </a:ext>
                  </a:extLst>
                </p14:cNvPr>
                <p14:cNvContentPartPr/>
                <p14:nvPr/>
              </p14:nvContentPartPr>
              <p14:xfrm>
                <a:off x="400860" y="2738528"/>
                <a:ext cx="150120" cy="154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D52767F-D097-5DC3-BCE0-1BC33254FDC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92220" y="2729528"/>
                  <a:ext cx="1677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E188188-443F-7AB1-134F-639B4B43078A}"/>
                    </a:ext>
                  </a:extLst>
                </p14:cNvPr>
                <p14:cNvContentPartPr/>
                <p14:nvPr/>
              </p14:nvContentPartPr>
              <p14:xfrm>
                <a:off x="615780" y="2648168"/>
                <a:ext cx="205560" cy="1054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E188188-443F-7AB1-134F-639B4B43078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07140" y="2639168"/>
                  <a:ext cx="22320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2E305DBE-D9E2-EFB2-9273-76E40F17C993}"/>
              </a:ext>
            </a:extLst>
          </p:cNvPr>
          <p:cNvGrpSpPr/>
          <p:nvPr/>
        </p:nvGrpSpPr>
        <p:grpSpPr>
          <a:xfrm>
            <a:off x="1281420" y="2908808"/>
            <a:ext cx="364320" cy="88920"/>
            <a:chOff x="1281420" y="2908808"/>
            <a:chExt cx="364320" cy="8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5336FC1-6AE6-8199-D88C-49BBC4580A8A}"/>
                    </a:ext>
                  </a:extLst>
                </p14:cNvPr>
                <p14:cNvContentPartPr/>
                <p14:nvPr/>
              </p14:nvContentPartPr>
              <p14:xfrm>
                <a:off x="1281420" y="2984048"/>
                <a:ext cx="126720" cy="36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5336FC1-6AE6-8199-D88C-49BBC4580A8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272780" y="2975048"/>
                  <a:ext cx="1443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5B88311-1D5A-F531-28A4-7BAA1423B047}"/>
                    </a:ext>
                  </a:extLst>
                </p14:cNvPr>
                <p14:cNvContentPartPr/>
                <p14:nvPr/>
              </p14:nvContentPartPr>
              <p14:xfrm>
                <a:off x="1474380" y="2908808"/>
                <a:ext cx="171360" cy="889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5B88311-1D5A-F531-28A4-7BAA1423B04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465380" y="2900168"/>
                  <a:ext cx="189000" cy="10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B11B7E89-E2F8-20D7-3C97-352F454C44D7}"/>
                  </a:ext>
                </a:extLst>
              </p14:cNvPr>
              <p14:cNvContentPartPr/>
              <p14:nvPr/>
            </p14:nvContentPartPr>
            <p14:xfrm>
              <a:off x="783180" y="2946608"/>
              <a:ext cx="256320" cy="8892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B11B7E89-E2F8-20D7-3C97-352F454C44D7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774180" y="2937608"/>
                <a:ext cx="27396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4DAB57C9-0A31-6F6F-7F08-AA17D75ACF7C}"/>
                  </a:ext>
                </a:extLst>
              </p14:cNvPr>
              <p14:cNvContentPartPr/>
              <p14:nvPr/>
            </p14:nvContentPartPr>
            <p14:xfrm>
              <a:off x="328500" y="2982248"/>
              <a:ext cx="263880" cy="10836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4DAB57C9-0A31-6F6F-7F08-AA17D75ACF7C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319500" y="2973248"/>
                <a:ext cx="28152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2C5D5392-4213-C749-384E-26D34507DF61}"/>
              </a:ext>
            </a:extLst>
          </p:cNvPr>
          <p:cNvGrpSpPr/>
          <p:nvPr/>
        </p:nvGrpSpPr>
        <p:grpSpPr>
          <a:xfrm>
            <a:off x="2844900" y="1755368"/>
            <a:ext cx="479520" cy="317160"/>
            <a:chOff x="2844900" y="1755368"/>
            <a:chExt cx="479520" cy="31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9E1DD6D-9A78-A301-56BF-68D06930867F}"/>
                    </a:ext>
                  </a:extLst>
                </p14:cNvPr>
                <p14:cNvContentPartPr/>
                <p14:nvPr/>
              </p14:nvContentPartPr>
              <p14:xfrm>
                <a:off x="2844900" y="1755368"/>
                <a:ext cx="479520" cy="3171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9E1DD6D-9A78-A301-56BF-68D06930867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836260" y="1746368"/>
                  <a:ext cx="49716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AD9CFC0-B712-742B-B5DF-9CD5ABFF57C1}"/>
                    </a:ext>
                  </a:extLst>
                </p14:cNvPr>
                <p14:cNvContentPartPr/>
                <p14:nvPr/>
              </p14:nvContentPartPr>
              <p14:xfrm>
                <a:off x="3163860" y="2035088"/>
                <a:ext cx="35640" cy="205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AD9CFC0-B712-742B-B5DF-9CD5ABFF57C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154860" y="2026448"/>
                  <a:ext cx="532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FA0DBEB-F318-CD98-6032-19D2F50B86ED}"/>
                    </a:ext>
                  </a:extLst>
                </p14:cNvPr>
                <p14:cNvContentPartPr/>
                <p14:nvPr/>
              </p14:nvContentPartPr>
              <p14:xfrm>
                <a:off x="3247020" y="1773368"/>
                <a:ext cx="11160" cy="172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FA0DBEB-F318-CD98-6032-19D2F50B86E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238020" y="1764368"/>
                  <a:ext cx="28800" cy="3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DC169D2E-4E49-1F68-74C3-82116413D129}"/>
                  </a:ext>
                </a:extLst>
              </p14:cNvPr>
              <p14:cNvContentPartPr/>
              <p14:nvPr/>
            </p14:nvContentPartPr>
            <p14:xfrm>
              <a:off x="3640860" y="1884968"/>
              <a:ext cx="188640" cy="9576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DC169D2E-4E49-1F68-74C3-82116413D129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3631860" y="1875968"/>
                <a:ext cx="206280" cy="11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Group 146">
            <a:extLst>
              <a:ext uri="{FF2B5EF4-FFF2-40B4-BE49-F238E27FC236}">
                <a16:creationId xmlns:a16="http://schemas.microsoft.com/office/drawing/2014/main" id="{B2656880-CD8B-E5FF-D44F-3C518564DC71}"/>
              </a:ext>
            </a:extLst>
          </p:cNvPr>
          <p:cNvGrpSpPr/>
          <p:nvPr/>
        </p:nvGrpSpPr>
        <p:grpSpPr>
          <a:xfrm>
            <a:off x="3777300" y="1699928"/>
            <a:ext cx="386640" cy="82800"/>
            <a:chOff x="3777300" y="1699928"/>
            <a:chExt cx="386640" cy="8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B7AEA4C-E0DD-CABD-773E-5BD10C8D2AAA}"/>
                    </a:ext>
                  </a:extLst>
                </p14:cNvPr>
                <p14:cNvContentPartPr/>
                <p14:nvPr/>
              </p14:nvContentPartPr>
              <p14:xfrm>
                <a:off x="3777300" y="1773368"/>
                <a:ext cx="124920" cy="93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B7AEA4C-E0DD-CABD-773E-5BD10C8D2AA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768300" y="1764368"/>
                  <a:ext cx="1425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788A2D5-F920-58C7-C9B3-88FAB47C4EA0}"/>
                    </a:ext>
                  </a:extLst>
                </p14:cNvPr>
                <p14:cNvContentPartPr/>
                <p14:nvPr/>
              </p14:nvContentPartPr>
              <p14:xfrm>
                <a:off x="3963780" y="1699928"/>
                <a:ext cx="200160" cy="576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788A2D5-F920-58C7-C9B3-88FAB47C4EA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955140" y="1690928"/>
                  <a:ext cx="217800" cy="7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A16E4577-A2A1-1BB1-1BCB-7D72028BED11}"/>
              </a:ext>
            </a:extLst>
          </p:cNvPr>
          <p:cNvGrpSpPr/>
          <p:nvPr/>
        </p:nvGrpSpPr>
        <p:grpSpPr>
          <a:xfrm>
            <a:off x="4194540" y="1828088"/>
            <a:ext cx="216360" cy="162000"/>
            <a:chOff x="4194540" y="1828088"/>
            <a:chExt cx="216360" cy="16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BF0F003-12E3-341A-95AB-97DEAFE2E1A0}"/>
                    </a:ext>
                  </a:extLst>
                </p14:cNvPr>
                <p14:cNvContentPartPr/>
                <p14:nvPr/>
              </p14:nvContentPartPr>
              <p14:xfrm>
                <a:off x="4194540" y="1828088"/>
                <a:ext cx="216360" cy="1620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BF0F003-12E3-341A-95AB-97DEAFE2E1A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185540" y="1819088"/>
                  <a:ext cx="2340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F5F38AF-10D7-4007-FE94-EDC30E36BCDF}"/>
                    </a:ext>
                  </a:extLst>
                </p14:cNvPr>
                <p14:cNvContentPartPr/>
                <p14:nvPr/>
              </p14:nvContentPartPr>
              <p14:xfrm>
                <a:off x="4240260" y="1898288"/>
                <a:ext cx="124200" cy="86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F5F38AF-10D7-4007-FE94-EDC30E36BCD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231260" y="1889288"/>
                  <a:ext cx="141840" cy="2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8160B59A-C43F-F7F0-DD66-3A68E20ECE5B}"/>
                  </a:ext>
                </a:extLst>
              </p14:cNvPr>
              <p14:cNvContentPartPr/>
              <p14:nvPr/>
            </p14:nvContentPartPr>
            <p14:xfrm>
              <a:off x="4383900" y="1666808"/>
              <a:ext cx="262800" cy="7704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8160B59A-C43F-F7F0-DD66-3A68E20ECE5B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4375260" y="1658168"/>
                <a:ext cx="280440" cy="94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6" name="Group 155">
            <a:extLst>
              <a:ext uri="{FF2B5EF4-FFF2-40B4-BE49-F238E27FC236}">
                <a16:creationId xmlns:a16="http://schemas.microsoft.com/office/drawing/2014/main" id="{CF910BC7-DF32-206E-8D20-9E9B72830839}"/>
              </a:ext>
            </a:extLst>
          </p:cNvPr>
          <p:cNvGrpSpPr/>
          <p:nvPr/>
        </p:nvGrpSpPr>
        <p:grpSpPr>
          <a:xfrm>
            <a:off x="2758500" y="2196368"/>
            <a:ext cx="771120" cy="122040"/>
            <a:chOff x="2758500" y="2196368"/>
            <a:chExt cx="771120" cy="12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A5E587E-8A85-D187-4DEA-A3180BD263F1}"/>
                    </a:ext>
                  </a:extLst>
                </p14:cNvPr>
                <p14:cNvContentPartPr/>
                <p14:nvPr/>
              </p14:nvContentPartPr>
              <p14:xfrm>
                <a:off x="2758500" y="2239208"/>
                <a:ext cx="233640" cy="702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A5E587E-8A85-D187-4DEA-A3180BD263F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749860" y="2230208"/>
                  <a:ext cx="2512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F611052-B97D-F060-56EB-95AA9A65A88B}"/>
                    </a:ext>
                  </a:extLst>
                </p14:cNvPr>
                <p14:cNvContentPartPr/>
                <p14:nvPr/>
              </p14:nvContentPartPr>
              <p14:xfrm>
                <a:off x="2872980" y="2261528"/>
                <a:ext cx="97200" cy="568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F611052-B97D-F060-56EB-95AA9A65A88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863980" y="2252888"/>
                  <a:ext cx="1148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C591442-042C-2316-B344-B1F1629598CC}"/>
                    </a:ext>
                  </a:extLst>
                </p14:cNvPr>
                <p14:cNvContentPartPr/>
                <p14:nvPr/>
              </p14:nvContentPartPr>
              <p14:xfrm>
                <a:off x="3107340" y="2280608"/>
                <a:ext cx="77760" cy="111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C591442-042C-2316-B344-B1F1629598C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098340" y="2271968"/>
                  <a:ext cx="954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0EDD685-353F-6167-AC96-49337C9DE4C7}"/>
                    </a:ext>
                  </a:extLst>
                </p14:cNvPr>
                <p14:cNvContentPartPr/>
                <p14:nvPr/>
              </p14:nvContentPartPr>
              <p14:xfrm>
                <a:off x="3071700" y="2228768"/>
                <a:ext cx="87120" cy="57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0EDD685-353F-6167-AC96-49337C9DE4C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063060" y="2219768"/>
                  <a:ext cx="104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DD77E04-361B-2292-6E82-A62B9F9C98B6}"/>
                    </a:ext>
                  </a:extLst>
                </p14:cNvPr>
                <p14:cNvContentPartPr/>
                <p14:nvPr/>
              </p14:nvContentPartPr>
              <p14:xfrm>
                <a:off x="3276900" y="2196368"/>
                <a:ext cx="252720" cy="1058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DD77E04-361B-2292-6E82-A62B9F9C98B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268260" y="2187728"/>
                  <a:ext cx="270360" cy="12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F64CA727-6346-D896-3F03-20B4BC6812F4}"/>
                  </a:ext>
                </a:extLst>
              </p14:cNvPr>
              <p14:cNvContentPartPr/>
              <p14:nvPr/>
            </p14:nvContentPartPr>
            <p14:xfrm>
              <a:off x="3023460" y="1544048"/>
              <a:ext cx="41400" cy="9864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F64CA727-6346-D896-3F03-20B4BC6812F4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3014820" y="1535048"/>
                <a:ext cx="59040" cy="11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0" name="Group 159">
            <a:extLst>
              <a:ext uri="{FF2B5EF4-FFF2-40B4-BE49-F238E27FC236}">
                <a16:creationId xmlns:a16="http://schemas.microsoft.com/office/drawing/2014/main" id="{7614835B-C473-B533-EBA8-980DDE194235}"/>
              </a:ext>
            </a:extLst>
          </p:cNvPr>
          <p:cNvGrpSpPr/>
          <p:nvPr/>
        </p:nvGrpSpPr>
        <p:grpSpPr>
          <a:xfrm>
            <a:off x="4844700" y="1860848"/>
            <a:ext cx="153720" cy="77040"/>
            <a:chOff x="4844700" y="1860848"/>
            <a:chExt cx="153720" cy="7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C5CC2AA-2D88-4620-7316-6D0000238FDC}"/>
                    </a:ext>
                  </a:extLst>
                </p14:cNvPr>
                <p14:cNvContentPartPr/>
                <p14:nvPr/>
              </p14:nvContentPartPr>
              <p14:xfrm>
                <a:off x="4861980" y="1927088"/>
                <a:ext cx="136440" cy="108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C5CC2AA-2D88-4620-7316-6D0000238FD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852980" y="1918448"/>
                  <a:ext cx="1540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C8F911B-8F6C-9AC3-3977-C716CD17114F}"/>
                    </a:ext>
                  </a:extLst>
                </p14:cNvPr>
                <p14:cNvContentPartPr/>
                <p14:nvPr/>
              </p14:nvContentPartPr>
              <p14:xfrm>
                <a:off x="4844700" y="1860848"/>
                <a:ext cx="106560" cy="147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C8F911B-8F6C-9AC3-3977-C716CD17114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836060" y="1852208"/>
                  <a:ext cx="124200" cy="3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3C166EF4-776E-CD43-E757-0F02178A842A}"/>
                  </a:ext>
                </a:extLst>
              </p14:cNvPr>
              <p14:cNvContentPartPr/>
              <p14:nvPr/>
            </p14:nvContentPartPr>
            <p14:xfrm>
              <a:off x="5228460" y="1745648"/>
              <a:ext cx="448920" cy="27000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3C166EF4-776E-CD43-E757-0F02178A842A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5219820" y="1736648"/>
                <a:ext cx="466560" cy="28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Group 166">
            <a:extLst>
              <a:ext uri="{FF2B5EF4-FFF2-40B4-BE49-F238E27FC236}">
                <a16:creationId xmlns:a16="http://schemas.microsoft.com/office/drawing/2014/main" id="{94D95AB6-19C5-EFAE-12C4-A3EE25A760BB}"/>
              </a:ext>
            </a:extLst>
          </p:cNvPr>
          <p:cNvGrpSpPr/>
          <p:nvPr/>
        </p:nvGrpSpPr>
        <p:grpSpPr>
          <a:xfrm>
            <a:off x="5225940" y="2093768"/>
            <a:ext cx="544680" cy="99720"/>
            <a:chOff x="5225940" y="2093768"/>
            <a:chExt cx="544680" cy="9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EB33543-A741-6232-716B-5CA93ECAEDEC}"/>
                    </a:ext>
                  </a:extLst>
                </p14:cNvPr>
                <p14:cNvContentPartPr/>
                <p14:nvPr/>
              </p14:nvContentPartPr>
              <p14:xfrm>
                <a:off x="5225940" y="2130128"/>
                <a:ext cx="205200" cy="633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EB33543-A741-6232-716B-5CA93ECAEDE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216940" y="2121128"/>
                  <a:ext cx="2228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E833912-1755-ADFB-AE57-C3D16EA63CE8}"/>
                    </a:ext>
                  </a:extLst>
                </p14:cNvPr>
                <p14:cNvContentPartPr/>
                <p14:nvPr/>
              </p14:nvContentPartPr>
              <p14:xfrm>
                <a:off x="5507460" y="2172608"/>
                <a:ext cx="108720" cy="97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E833912-1755-ADFB-AE57-C3D16EA63CE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498820" y="2163608"/>
                  <a:ext cx="1263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2120DFD-1CD0-7619-944F-422D9DBA94F5}"/>
                    </a:ext>
                  </a:extLst>
                </p14:cNvPr>
                <p14:cNvContentPartPr/>
                <p14:nvPr/>
              </p14:nvContentPartPr>
              <p14:xfrm>
                <a:off x="5485860" y="2113568"/>
                <a:ext cx="120240" cy="219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2120DFD-1CD0-7619-944F-422D9DBA94F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477220" y="2104568"/>
                  <a:ext cx="1378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DC32253-EE12-AC1C-0DC4-7B75E6A0A03A}"/>
                    </a:ext>
                  </a:extLst>
                </p14:cNvPr>
                <p14:cNvContentPartPr/>
                <p14:nvPr/>
              </p14:nvContentPartPr>
              <p14:xfrm>
                <a:off x="5709780" y="2093768"/>
                <a:ext cx="60840" cy="997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DC32253-EE12-AC1C-0DC4-7B75E6A0A03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700780" y="2084768"/>
                  <a:ext cx="78480" cy="11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73D3457C-21D0-D3FF-5A65-120DA414F5AF}"/>
                  </a:ext>
                </a:extLst>
              </p14:cNvPr>
              <p14:cNvContentPartPr/>
              <p14:nvPr/>
            </p14:nvContentPartPr>
            <p14:xfrm>
              <a:off x="5259060" y="1540088"/>
              <a:ext cx="248400" cy="10224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73D3457C-21D0-D3FF-5A65-120DA414F5AF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5250060" y="1531088"/>
                <a:ext cx="266040" cy="11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7" name="Group 176">
            <a:extLst>
              <a:ext uri="{FF2B5EF4-FFF2-40B4-BE49-F238E27FC236}">
                <a16:creationId xmlns:a16="http://schemas.microsoft.com/office/drawing/2014/main" id="{CC6FAA73-232E-56C2-0DB3-CC02A42A86D7}"/>
              </a:ext>
            </a:extLst>
          </p:cNvPr>
          <p:cNvGrpSpPr/>
          <p:nvPr/>
        </p:nvGrpSpPr>
        <p:grpSpPr>
          <a:xfrm>
            <a:off x="5850180" y="1676528"/>
            <a:ext cx="882360" cy="303840"/>
            <a:chOff x="5850180" y="1676528"/>
            <a:chExt cx="882360" cy="30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47CD4DF-F25D-2E01-DD38-47B8197F21BE}"/>
                    </a:ext>
                  </a:extLst>
                </p14:cNvPr>
                <p14:cNvContentPartPr/>
                <p14:nvPr/>
              </p14:nvContentPartPr>
              <p14:xfrm>
                <a:off x="5850180" y="1869488"/>
                <a:ext cx="158760" cy="936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47CD4DF-F25D-2E01-DD38-47B8197F21B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841540" y="1860848"/>
                  <a:ext cx="1764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1358060-3F0A-7132-0E5D-B3EAAACDD9C3}"/>
                    </a:ext>
                  </a:extLst>
                </p14:cNvPr>
                <p14:cNvContentPartPr/>
                <p14:nvPr/>
              </p14:nvContentPartPr>
              <p14:xfrm>
                <a:off x="5952780" y="1730168"/>
                <a:ext cx="95040" cy="262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1358060-3F0A-7132-0E5D-B3EAAACDD9C3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943780" y="1721168"/>
                  <a:ext cx="1126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9EF9D97-F0DD-AA0A-740D-6D9386F72E49}"/>
                    </a:ext>
                  </a:extLst>
                </p14:cNvPr>
                <p14:cNvContentPartPr/>
                <p14:nvPr/>
              </p14:nvContentPartPr>
              <p14:xfrm>
                <a:off x="6083820" y="1676528"/>
                <a:ext cx="241200" cy="842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9EF9D97-F0DD-AA0A-740D-6D9386F72E4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074820" y="1667888"/>
                  <a:ext cx="2588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1D0AA1B-A66B-B87A-EE3B-7565BF21C1DF}"/>
                    </a:ext>
                  </a:extLst>
                </p14:cNvPr>
                <p14:cNvContentPartPr/>
                <p14:nvPr/>
              </p14:nvContentPartPr>
              <p14:xfrm>
                <a:off x="6367860" y="1830248"/>
                <a:ext cx="167400" cy="1501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1D0AA1B-A66B-B87A-EE3B-7565BF21C1D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358860" y="1821248"/>
                  <a:ext cx="1850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D74C250-9C94-5B01-76EF-76E79A97CB51}"/>
                    </a:ext>
                  </a:extLst>
                </p14:cNvPr>
                <p14:cNvContentPartPr/>
                <p14:nvPr/>
              </p14:nvContentPartPr>
              <p14:xfrm>
                <a:off x="6398820" y="1919888"/>
                <a:ext cx="79920" cy="25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D74C250-9C94-5B01-76EF-76E79A97CB5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390180" y="1910888"/>
                  <a:ext cx="975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24B3C42-FF2E-E55A-4006-4F72EF5E0D96}"/>
                    </a:ext>
                  </a:extLst>
                </p14:cNvPr>
                <p14:cNvContentPartPr/>
                <p14:nvPr/>
              </p14:nvContentPartPr>
              <p14:xfrm>
                <a:off x="6494220" y="1695248"/>
                <a:ext cx="238320" cy="741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24B3C42-FF2E-E55A-4006-4F72EF5E0D96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485220" y="1686248"/>
                  <a:ext cx="255960" cy="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312E2763-39FA-CDE5-B1AA-8FA80230CCB2}"/>
              </a:ext>
            </a:extLst>
          </p:cNvPr>
          <p:cNvGrpSpPr/>
          <p:nvPr/>
        </p:nvGrpSpPr>
        <p:grpSpPr>
          <a:xfrm>
            <a:off x="6922260" y="1839968"/>
            <a:ext cx="154080" cy="72000"/>
            <a:chOff x="6922260" y="1839968"/>
            <a:chExt cx="154080" cy="7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2572D5A-A88A-EBA6-6481-27237E8F9762}"/>
                    </a:ext>
                  </a:extLst>
                </p14:cNvPr>
                <p14:cNvContentPartPr/>
                <p14:nvPr/>
              </p14:nvContentPartPr>
              <p14:xfrm>
                <a:off x="6951780" y="1906208"/>
                <a:ext cx="124560" cy="57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2572D5A-A88A-EBA6-6481-27237E8F976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943140" y="1897568"/>
                  <a:ext cx="1422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0691059-58A5-AAF5-AD77-A558E5A20614}"/>
                    </a:ext>
                  </a:extLst>
                </p14:cNvPr>
                <p14:cNvContentPartPr/>
                <p14:nvPr/>
              </p14:nvContentPartPr>
              <p14:xfrm>
                <a:off x="6922260" y="1839968"/>
                <a:ext cx="112680" cy="97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0691059-58A5-AAF5-AD77-A558E5A2061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913260" y="1830968"/>
                  <a:ext cx="130320" cy="2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54809F31-7983-E398-37A1-2E142E74F418}"/>
                  </a:ext>
                </a:extLst>
              </p14:cNvPr>
              <p14:cNvContentPartPr/>
              <p14:nvPr/>
            </p14:nvContentPartPr>
            <p14:xfrm>
              <a:off x="7607700" y="1521008"/>
              <a:ext cx="59040" cy="13572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54809F31-7983-E398-37A1-2E142E74F418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7598700" y="1512368"/>
                <a:ext cx="7668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55F48024-2137-7AF7-EB57-D4B61276BEBB}"/>
                  </a:ext>
                </a:extLst>
              </p14:cNvPr>
              <p14:cNvContentPartPr/>
              <p14:nvPr/>
            </p14:nvContentPartPr>
            <p14:xfrm>
              <a:off x="7279020" y="1863008"/>
              <a:ext cx="919800" cy="1296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55F48024-2137-7AF7-EB57-D4B61276BEBB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7270020" y="1854368"/>
                <a:ext cx="937440" cy="3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7" name="Group 186">
            <a:extLst>
              <a:ext uri="{FF2B5EF4-FFF2-40B4-BE49-F238E27FC236}">
                <a16:creationId xmlns:a16="http://schemas.microsoft.com/office/drawing/2014/main" id="{76BA329D-BA3C-9383-579C-67DD5B8AA0BD}"/>
              </a:ext>
            </a:extLst>
          </p:cNvPr>
          <p:cNvGrpSpPr/>
          <p:nvPr/>
        </p:nvGrpSpPr>
        <p:grpSpPr>
          <a:xfrm>
            <a:off x="7384500" y="1947248"/>
            <a:ext cx="907200" cy="272160"/>
            <a:chOff x="7384500" y="1947248"/>
            <a:chExt cx="907200" cy="27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C7B077D-C427-FA55-A97C-3AEBCA8F5E9C}"/>
                    </a:ext>
                  </a:extLst>
                </p14:cNvPr>
                <p14:cNvContentPartPr/>
                <p14:nvPr/>
              </p14:nvContentPartPr>
              <p14:xfrm>
                <a:off x="7384500" y="2063168"/>
                <a:ext cx="66600" cy="1562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C7B077D-C427-FA55-A97C-3AEBCA8F5E9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375500" y="2054168"/>
                  <a:ext cx="842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DA0FB821-0B58-2EFC-10E5-644489A67682}"/>
                    </a:ext>
                  </a:extLst>
                </p14:cNvPr>
                <p14:cNvContentPartPr/>
                <p14:nvPr/>
              </p14:nvContentPartPr>
              <p14:xfrm>
                <a:off x="7534980" y="2136968"/>
                <a:ext cx="128520" cy="144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DA0FB821-0B58-2EFC-10E5-644489A6768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525980" y="2128328"/>
                  <a:ext cx="1461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27DF82A-9F9F-4E44-1095-C4EF822DDF21}"/>
                    </a:ext>
                  </a:extLst>
                </p14:cNvPr>
                <p14:cNvContentPartPr/>
                <p14:nvPr/>
              </p14:nvContentPartPr>
              <p14:xfrm>
                <a:off x="7767180" y="2107808"/>
                <a:ext cx="140400" cy="914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27DF82A-9F9F-4E44-1095-C4EF822DDF2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758540" y="2098808"/>
                  <a:ext cx="1580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CA739C6-13EB-E6E1-3858-9DBAB21F71D4}"/>
                    </a:ext>
                  </a:extLst>
                </p14:cNvPr>
                <p14:cNvContentPartPr/>
                <p14:nvPr/>
              </p14:nvContentPartPr>
              <p14:xfrm>
                <a:off x="7876620" y="2031128"/>
                <a:ext cx="62280" cy="57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CA739C6-13EB-E6E1-3858-9DBAB21F71D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867980" y="2022128"/>
                  <a:ext cx="79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98B7AA5-3722-9AE3-7246-FDCFD22C5D1B}"/>
                    </a:ext>
                  </a:extLst>
                </p14:cNvPr>
                <p14:cNvContentPartPr/>
                <p14:nvPr/>
              </p14:nvContentPartPr>
              <p14:xfrm>
                <a:off x="8005860" y="1947248"/>
                <a:ext cx="41400" cy="784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98B7AA5-3722-9AE3-7246-FDCFD22C5D1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997220" y="1938608"/>
                  <a:ext cx="590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6AF4957-55F2-CCEF-84DF-5944E2DC833C}"/>
                    </a:ext>
                  </a:extLst>
                </p14:cNvPr>
                <p14:cNvContentPartPr/>
                <p14:nvPr/>
              </p14:nvContentPartPr>
              <p14:xfrm>
                <a:off x="8141220" y="2030768"/>
                <a:ext cx="150480" cy="1620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6AF4957-55F2-CCEF-84DF-5944E2DC833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132220" y="2022128"/>
                  <a:ext cx="1681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5FC02547-E3BE-5BA0-DAE0-F10A776C66F9}"/>
                    </a:ext>
                  </a:extLst>
                </p14:cNvPr>
                <p14:cNvContentPartPr/>
                <p14:nvPr/>
              </p14:nvContentPartPr>
              <p14:xfrm>
                <a:off x="8175060" y="2118248"/>
                <a:ext cx="106560" cy="122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5FC02547-E3BE-5BA0-DAE0-F10A776C66F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166420" y="2109608"/>
                  <a:ext cx="124200" cy="2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26EF5442-359B-0BCA-87C1-7329303CC017}"/>
              </a:ext>
            </a:extLst>
          </p:cNvPr>
          <p:cNvGrpSpPr/>
          <p:nvPr/>
        </p:nvGrpSpPr>
        <p:grpSpPr>
          <a:xfrm>
            <a:off x="6908940" y="2062808"/>
            <a:ext cx="114840" cy="323640"/>
            <a:chOff x="6908940" y="2062808"/>
            <a:chExt cx="114840" cy="32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27A06DD0-0768-50E7-7E82-2F0FD828DDDC}"/>
                    </a:ext>
                  </a:extLst>
                </p14:cNvPr>
                <p14:cNvContentPartPr/>
                <p14:nvPr/>
              </p14:nvContentPartPr>
              <p14:xfrm>
                <a:off x="6923700" y="2106368"/>
                <a:ext cx="71280" cy="28008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27A06DD0-0768-50E7-7E82-2F0FD828DDD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914700" y="2097728"/>
                  <a:ext cx="8892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1A72F60-7FE1-5E98-A625-CC5CA3816CBF}"/>
                    </a:ext>
                  </a:extLst>
                </p14:cNvPr>
                <p14:cNvContentPartPr/>
                <p14:nvPr/>
              </p14:nvContentPartPr>
              <p14:xfrm>
                <a:off x="6908940" y="2062808"/>
                <a:ext cx="114840" cy="885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1A72F60-7FE1-5E98-A625-CC5CA3816CB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899940" y="2053808"/>
                  <a:ext cx="132480" cy="10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C88E7DEA-0483-7BF8-54C9-33FF6C2BA869}"/>
              </a:ext>
            </a:extLst>
          </p:cNvPr>
          <p:cNvGrpSpPr/>
          <p:nvPr/>
        </p:nvGrpSpPr>
        <p:grpSpPr>
          <a:xfrm>
            <a:off x="6083460" y="2493728"/>
            <a:ext cx="2448000" cy="317160"/>
            <a:chOff x="6083460" y="2493728"/>
            <a:chExt cx="2448000" cy="31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617C65B3-39AD-8E8D-31BD-DB5A375512D8}"/>
                    </a:ext>
                  </a:extLst>
                </p14:cNvPr>
                <p14:cNvContentPartPr/>
                <p14:nvPr/>
              </p14:nvContentPartPr>
              <p14:xfrm>
                <a:off x="6296580" y="2664728"/>
                <a:ext cx="149040" cy="1195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617C65B3-39AD-8E8D-31BD-DB5A375512D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287580" y="2656088"/>
                  <a:ext cx="1666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28C7573B-1C74-0F10-A3F8-6DB2BBE7AC52}"/>
                    </a:ext>
                  </a:extLst>
                </p14:cNvPr>
                <p14:cNvContentPartPr/>
                <p14:nvPr/>
              </p14:nvContentPartPr>
              <p14:xfrm>
                <a:off x="6403140" y="2568248"/>
                <a:ext cx="75600" cy="90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28C7573B-1C74-0F10-A3F8-6DB2BBE7AC5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394500" y="2559608"/>
                  <a:ext cx="932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EEC5A2B-7C28-ADD0-A456-A5978D3AB8D2}"/>
                    </a:ext>
                  </a:extLst>
                </p14:cNvPr>
                <p14:cNvContentPartPr/>
                <p14:nvPr/>
              </p14:nvContentPartPr>
              <p14:xfrm>
                <a:off x="6541020" y="2493728"/>
                <a:ext cx="26280" cy="986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EEC5A2B-7C28-ADD0-A456-A5978D3AB8D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532020" y="2484728"/>
                  <a:ext cx="439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A9ABBCE5-5D3D-DA13-E3A5-21C40E29AD5A}"/>
                    </a:ext>
                  </a:extLst>
                </p14:cNvPr>
                <p14:cNvContentPartPr/>
                <p14:nvPr/>
              </p14:nvContentPartPr>
              <p14:xfrm>
                <a:off x="6608340" y="2644208"/>
                <a:ext cx="190080" cy="1616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A9ABBCE5-5D3D-DA13-E3A5-21C40E29AD5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599700" y="2635208"/>
                  <a:ext cx="2077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8606560-4600-2E80-029A-11BE2F20795C}"/>
                    </a:ext>
                  </a:extLst>
                </p14:cNvPr>
                <p14:cNvContentPartPr/>
                <p14:nvPr/>
              </p14:nvContentPartPr>
              <p14:xfrm>
                <a:off x="6650820" y="2727368"/>
                <a:ext cx="129240" cy="54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8606560-4600-2E80-029A-11BE2F20795C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642180" y="2718728"/>
                  <a:ext cx="1468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DB50554A-DCC9-192E-2803-740C1E57129D}"/>
                    </a:ext>
                  </a:extLst>
                </p14:cNvPr>
                <p14:cNvContentPartPr/>
                <p14:nvPr/>
              </p14:nvContentPartPr>
              <p14:xfrm>
                <a:off x="6842340" y="2550968"/>
                <a:ext cx="61920" cy="2466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DB50554A-DCC9-192E-2803-740C1E57129D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833340" y="2541968"/>
                  <a:ext cx="795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DB344746-4213-C78E-C66C-12BA2C519C60}"/>
                    </a:ext>
                  </a:extLst>
                </p14:cNvPr>
                <p14:cNvContentPartPr/>
                <p14:nvPr/>
              </p14:nvContentPartPr>
              <p14:xfrm>
                <a:off x="6083460" y="2581208"/>
                <a:ext cx="57960" cy="2296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DB344746-4213-C78E-C66C-12BA2C519C60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074820" y="2572208"/>
                  <a:ext cx="756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0322F33-D63D-E88F-2603-7BFE40E0A946}"/>
                    </a:ext>
                  </a:extLst>
                </p14:cNvPr>
                <p14:cNvContentPartPr/>
                <p14:nvPr/>
              </p14:nvContentPartPr>
              <p14:xfrm>
                <a:off x="7017300" y="2606408"/>
                <a:ext cx="137520" cy="1080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0322F33-D63D-E88F-2603-7BFE40E0A94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008660" y="2597768"/>
                  <a:ext cx="1551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59F5E52C-5D36-F342-22A5-CD99A7A11A00}"/>
                    </a:ext>
                  </a:extLst>
                </p14:cNvPr>
                <p14:cNvContentPartPr/>
                <p14:nvPr/>
              </p14:nvContentPartPr>
              <p14:xfrm>
                <a:off x="7285860" y="2573648"/>
                <a:ext cx="35280" cy="1692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59F5E52C-5D36-F342-22A5-CD99A7A11A00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276860" y="2565008"/>
                  <a:ext cx="529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CCF544B-B182-14F0-BC64-8041B18E2DF5}"/>
                    </a:ext>
                  </a:extLst>
                </p14:cNvPr>
                <p14:cNvContentPartPr/>
                <p14:nvPr/>
              </p14:nvContentPartPr>
              <p14:xfrm>
                <a:off x="7498620" y="2671208"/>
                <a:ext cx="233280" cy="306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CCF544B-B182-14F0-BC64-8041B18E2DF5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489620" y="2662568"/>
                  <a:ext cx="2509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E77725F8-1976-B4E7-A5B7-F507A33A7D47}"/>
                    </a:ext>
                  </a:extLst>
                </p14:cNvPr>
                <p14:cNvContentPartPr/>
                <p14:nvPr/>
              </p14:nvContentPartPr>
              <p14:xfrm>
                <a:off x="7538940" y="2639888"/>
                <a:ext cx="171360" cy="176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E77725F8-1976-B4E7-A5B7-F507A33A7D47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529940" y="2630888"/>
                  <a:ext cx="1890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669EACA-189C-6668-9312-AF69C1E03BEB}"/>
                    </a:ext>
                  </a:extLst>
                </p14:cNvPr>
                <p14:cNvContentPartPr/>
                <p14:nvPr/>
              </p14:nvContentPartPr>
              <p14:xfrm>
                <a:off x="7663140" y="2587328"/>
                <a:ext cx="212760" cy="1699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669EACA-189C-6668-9312-AF69C1E03BEB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654140" y="2578328"/>
                  <a:ext cx="2304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6EAFA01-32F3-93F2-08D6-1352C887E1CE}"/>
                    </a:ext>
                  </a:extLst>
                </p14:cNvPr>
                <p14:cNvContentPartPr/>
                <p14:nvPr/>
              </p14:nvContentPartPr>
              <p14:xfrm>
                <a:off x="8010900" y="2556008"/>
                <a:ext cx="221040" cy="1893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6EAFA01-32F3-93F2-08D6-1352C887E1C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001900" y="2547008"/>
                  <a:ext cx="2386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6750472-B3CD-A129-D0BB-CB52158DAF7D}"/>
                    </a:ext>
                  </a:extLst>
                </p14:cNvPr>
                <p14:cNvContentPartPr/>
                <p14:nvPr/>
              </p14:nvContentPartPr>
              <p14:xfrm>
                <a:off x="8199540" y="2613968"/>
                <a:ext cx="108720" cy="936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6750472-B3CD-A129-D0BB-CB52158DAF7D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190540" y="2605328"/>
                  <a:ext cx="1263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628DE37E-2907-43F9-911A-5908F68FED08}"/>
                    </a:ext>
                  </a:extLst>
                </p14:cNvPr>
                <p14:cNvContentPartPr/>
                <p14:nvPr/>
              </p14:nvContentPartPr>
              <p14:xfrm>
                <a:off x="8358660" y="2594528"/>
                <a:ext cx="172800" cy="1296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628DE37E-2907-43F9-911A-5908F68FED0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349660" y="2585528"/>
                  <a:ext cx="19044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6823A294-CD80-A938-B5B2-7FC0DAD00318}"/>
              </a:ext>
            </a:extLst>
          </p:cNvPr>
          <p:cNvGrpSpPr/>
          <p:nvPr/>
        </p:nvGrpSpPr>
        <p:grpSpPr>
          <a:xfrm>
            <a:off x="8675460" y="2466728"/>
            <a:ext cx="1071720" cy="285120"/>
            <a:chOff x="8675460" y="2466728"/>
            <a:chExt cx="1071720" cy="28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1C7EC976-01BD-3C85-C881-58F95098FFA8}"/>
                    </a:ext>
                  </a:extLst>
                </p14:cNvPr>
                <p14:cNvContentPartPr/>
                <p14:nvPr/>
              </p14:nvContentPartPr>
              <p14:xfrm>
                <a:off x="8754300" y="2570768"/>
                <a:ext cx="200880" cy="1576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1C7EC976-01BD-3C85-C881-58F95098FFA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745300" y="2561768"/>
                  <a:ext cx="2185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376F4E98-2906-16E0-8F57-63417EC001FF}"/>
                    </a:ext>
                  </a:extLst>
                </p14:cNvPr>
                <p14:cNvContentPartPr/>
                <p14:nvPr/>
              </p14:nvContentPartPr>
              <p14:xfrm>
                <a:off x="8827020" y="2654648"/>
                <a:ext cx="82800" cy="57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376F4E98-2906-16E0-8F57-63417EC001FF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818020" y="2645648"/>
                  <a:ext cx="100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25CF8D60-3ED9-CF17-14A7-CD0997BDFB8C}"/>
                    </a:ext>
                  </a:extLst>
                </p14:cNvPr>
                <p14:cNvContentPartPr/>
                <p14:nvPr/>
              </p14:nvContentPartPr>
              <p14:xfrm>
                <a:off x="8992980" y="2514248"/>
                <a:ext cx="78480" cy="2361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25CF8D60-3ED9-CF17-14A7-CD0997BDFB8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984340" y="2505608"/>
                  <a:ext cx="961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95BE784-6E9A-DBC0-BCD8-667E6907B25F}"/>
                    </a:ext>
                  </a:extLst>
                </p14:cNvPr>
                <p14:cNvContentPartPr/>
                <p14:nvPr/>
              </p14:nvContentPartPr>
              <p14:xfrm>
                <a:off x="8675460" y="2503448"/>
                <a:ext cx="71280" cy="2484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95BE784-6E9A-DBC0-BCD8-667E6907B25F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666460" y="2494808"/>
                  <a:ext cx="889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F954DB3-6A5E-9B01-07D8-D01BC7DD2482}"/>
                    </a:ext>
                  </a:extLst>
                </p14:cNvPr>
                <p14:cNvContentPartPr/>
                <p14:nvPr/>
              </p14:nvContentPartPr>
              <p14:xfrm>
                <a:off x="9163980" y="2520368"/>
                <a:ext cx="125640" cy="10584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F954DB3-6A5E-9B01-07D8-D01BC7DD2482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155340" y="2511728"/>
                  <a:ext cx="1432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A8392710-9473-A33F-0CBD-32F726011AC8}"/>
                    </a:ext>
                  </a:extLst>
                </p14:cNvPr>
                <p14:cNvContentPartPr/>
                <p14:nvPr/>
              </p14:nvContentPartPr>
              <p14:xfrm>
                <a:off x="9343260" y="2466728"/>
                <a:ext cx="82080" cy="2462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A8392710-9473-A33F-0CBD-32F726011AC8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334620" y="2458088"/>
                  <a:ext cx="997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76BA5529-5928-BCE1-AAB0-5EF0B6C4FC17}"/>
                    </a:ext>
                  </a:extLst>
                </p14:cNvPr>
                <p14:cNvContentPartPr/>
                <p14:nvPr/>
              </p14:nvContentPartPr>
              <p14:xfrm>
                <a:off x="9497340" y="2586248"/>
                <a:ext cx="129240" cy="792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76BA5529-5928-BCE1-AAB0-5EF0B6C4FC17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488700" y="2577608"/>
                  <a:ext cx="1468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93EC2ED-CEF3-6DF6-28F7-AA20C3C24718}"/>
                    </a:ext>
                  </a:extLst>
                </p14:cNvPr>
                <p14:cNvContentPartPr/>
                <p14:nvPr/>
              </p14:nvContentPartPr>
              <p14:xfrm>
                <a:off x="9678780" y="2483288"/>
                <a:ext cx="68400" cy="1972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93EC2ED-CEF3-6DF6-28F7-AA20C3C24718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670140" y="2474288"/>
                  <a:ext cx="86040" cy="21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6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4D23F741-4C9E-75A8-1D1A-5391B5DED9B3}"/>
                  </a:ext>
                </a:extLst>
              </p14:cNvPr>
              <p14:cNvContentPartPr/>
              <p14:nvPr/>
            </p14:nvContentPartPr>
            <p14:xfrm>
              <a:off x="8458380" y="1845368"/>
              <a:ext cx="132120" cy="1512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4D23F741-4C9E-75A8-1D1A-5391B5DED9B3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8449380" y="1836368"/>
                <a:ext cx="14976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8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7FCCDC44-289E-7AAC-7FB1-4ECB99D0ADDE}"/>
                  </a:ext>
                </a:extLst>
              </p14:cNvPr>
              <p14:cNvContentPartPr/>
              <p14:nvPr/>
            </p14:nvContentPartPr>
            <p14:xfrm>
              <a:off x="8431740" y="1833848"/>
              <a:ext cx="156600" cy="2556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7FCCDC44-289E-7AAC-7FB1-4ECB99D0ADDE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8423100" y="1825208"/>
                <a:ext cx="17424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0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33B922E6-A4BA-6BC5-AFBB-2A31F0E0913C}"/>
                  </a:ext>
                </a:extLst>
              </p14:cNvPr>
              <p14:cNvContentPartPr/>
              <p14:nvPr/>
            </p14:nvContentPartPr>
            <p14:xfrm>
              <a:off x="8816220" y="1710728"/>
              <a:ext cx="51120" cy="20340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33B922E6-A4BA-6BC5-AFBB-2A31F0E0913C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8807220" y="1701728"/>
                <a:ext cx="68760" cy="22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7" name="Group 226">
            <a:extLst>
              <a:ext uri="{FF2B5EF4-FFF2-40B4-BE49-F238E27FC236}">
                <a16:creationId xmlns:a16="http://schemas.microsoft.com/office/drawing/2014/main" id="{B43288B1-8B86-7391-CC87-E160B1B434E5}"/>
              </a:ext>
            </a:extLst>
          </p:cNvPr>
          <p:cNvGrpSpPr/>
          <p:nvPr/>
        </p:nvGrpSpPr>
        <p:grpSpPr>
          <a:xfrm>
            <a:off x="9178020" y="1766888"/>
            <a:ext cx="189720" cy="92880"/>
            <a:chOff x="9178020" y="1766888"/>
            <a:chExt cx="189720" cy="9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1F4F727C-101B-F086-E551-00EFFD8C637B}"/>
                    </a:ext>
                  </a:extLst>
                </p14:cNvPr>
                <p14:cNvContentPartPr/>
                <p14:nvPr/>
              </p14:nvContentPartPr>
              <p14:xfrm>
                <a:off x="9210060" y="1836008"/>
                <a:ext cx="157680" cy="2376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1F4F727C-101B-F086-E551-00EFFD8C637B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201060" y="1827008"/>
                  <a:ext cx="1753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B2D1AF1C-D51F-174E-9510-7A512458974E}"/>
                    </a:ext>
                  </a:extLst>
                </p14:cNvPr>
                <p14:cNvContentPartPr/>
                <p14:nvPr/>
              </p14:nvContentPartPr>
              <p14:xfrm>
                <a:off x="9178020" y="1766888"/>
                <a:ext cx="142920" cy="100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B2D1AF1C-D51F-174E-9510-7A512458974E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169380" y="1757888"/>
                  <a:ext cx="160560" cy="2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6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06624A41-BB15-B63F-BB73-BDDB578E40C1}"/>
                  </a:ext>
                </a:extLst>
              </p14:cNvPr>
              <p14:cNvContentPartPr/>
              <p14:nvPr/>
            </p14:nvContentPartPr>
            <p14:xfrm>
              <a:off x="9824580" y="1501928"/>
              <a:ext cx="43920" cy="14256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06624A41-BB15-B63F-BB73-BDDB578E40C1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9815580" y="1493288"/>
                <a:ext cx="6156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8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501115FB-D2DC-4DEE-CE57-0E3864C4F603}"/>
                  </a:ext>
                </a:extLst>
              </p14:cNvPr>
              <p14:cNvContentPartPr/>
              <p14:nvPr/>
            </p14:nvContentPartPr>
            <p14:xfrm>
              <a:off x="10146420" y="1558088"/>
              <a:ext cx="105120" cy="1620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501115FB-D2DC-4DEE-CE57-0E3864C4F603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10137780" y="1549448"/>
                <a:ext cx="122760" cy="3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8" name="Group 237">
            <a:extLst>
              <a:ext uri="{FF2B5EF4-FFF2-40B4-BE49-F238E27FC236}">
                <a16:creationId xmlns:a16="http://schemas.microsoft.com/office/drawing/2014/main" id="{339A9061-28BB-0093-CFFF-C401794E060D}"/>
              </a:ext>
            </a:extLst>
          </p:cNvPr>
          <p:cNvGrpSpPr/>
          <p:nvPr/>
        </p:nvGrpSpPr>
        <p:grpSpPr>
          <a:xfrm>
            <a:off x="10435500" y="1319408"/>
            <a:ext cx="915120" cy="285840"/>
            <a:chOff x="10435500" y="1319408"/>
            <a:chExt cx="915120" cy="28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C01B06C9-9E96-0F4C-22DE-65F28B24DCE0}"/>
                    </a:ext>
                  </a:extLst>
                </p14:cNvPr>
                <p14:cNvContentPartPr/>
                <p14:nvPr/>
              </p14:nvContentPartPr>
              <p14:xfrm>
                <a:off x="10435500" y="1459448"/>
                <a:ext cx="74880" cy="1458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C01B06C9-9E96-0F4C-22DE-65F28B24DCE0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426500" y="1450448"/>
                  <a:ext cx="925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E495C282-D848-093B-7B1F-61BDDBC701B4}"/>
                    </a:ext>
                  </a:extLst>
                </p14:cNvPr>
                <p14:cNvContentPartPr/>
                <p14:nvPr/>
              </p14:nvContentPartPr>
              <p14:xfrm>
                <a:off x="10666260" y="1490768"/>
                <a:ext cx="80280" cy="10692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E495C282-D848-093B-7B1F-61BDDBC701B4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657260" y="1482128"/>
                  <a:ext cx="979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778C3440-3617-24BC-21B3-C27A1D8A4302}"/>
                    </a:ext>
                  </a:extLst>
                </p14:cNvPr>
                <p14:cNvContentPartPr/>
                <p14:nvPr/>
              </p14:nvContentPartPr>
              <p14:xfrm>
                <a:off x="10666980" y="1553408"/>
                <a:ext cx="108720" cy="43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778C3440-3617-24BC-21B3-C27A1D8A4302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657980" y="1544408"/>
                  <a:ext cx="1263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2AFFF55-79EC-B83D-F7B9-1B69CF7FB50F}"/>
                    </a:ext>
                  </a:extLst>
                </p14:cNvPr>
                <p14:cNvContentPartPr/>
                <p14:nvPr/>
              </p14:nvContentPartPr>
              <p14:xfrm>
                <a:off x="10914300" y="1500488"/>
                <a:ext cx="154800" cy="950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2AFFF55-79EC-B83D-F7B9-1B69CF7FB50F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905660" y="1491848"/>
                  <a:ext cx="1724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804AE58C-284D-C3B8-1B2F-C671B8AB7F57}"/>
                    </a:ext>
                  </a:extLst>
                </p14:cNvPr>
                <p14:cNvContentPartPr/>
                <p14:nvPr/>
              </p14:nvContentPartPr>
              <p14:xfrm>
                <a:off x="10957140" y="1392128"/>
                <a:ext cx="93600" cy="205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804AE58C-284D-C3B8-1B2F-C671B8AB7F57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948500" y="1383488"/>
                  <a:ext cx="1112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0EAA7D01-6A15-F671-4BF9-604D142067C7}"/>
                    </a:ext>
                  </a:extLst>
                </p14:cNvPr>
                <p14:cNvContentPartPr/>
                <p14:nvPr/>
              </p14:nvContentPartPr>
              <p14:xfrm>
                <a:off x="11123460" y="1319408"/>
                <a:ext cx="42480" cy="8316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0EAA7D01-6A15-F671-4BF9-604D142067C7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1114460" y="1310768"/>
                  <a:ext cx="601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73B97E80-4758-43CB-D0AA-D1AFC0FB9753}"/>
                    </a:ext>
                  </a:extLst>
                </p14:cNvPr>
                <p14:cNvContentPartPr/>
                <p14:nvPr/>
              </p14:nvContentPartPr>
              <p14:xfrm>
                <a:off x="11227140" y="1458008"/>
                <a:ext cx="123480" cy="1382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73B97E80-4758-43CB-D0AA-D1AFC0FB975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1218500" y="1449008"/>
                  <a:ext cx="1411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ACF7F7C1-DE6B-4F46-B65D-D3F8459F2A73}"/>
                    </a:ext>
                  </a:extLst>
                </p14:cNvPr>
                <p14:cNvContentPartPr/>
                <p14:nvPr/>
              </p14:nvContentPartPr>
              <p14:xfrm>
                <a:off x="11203380" y="1526048"/>
                <a:ext cx="107280" cy="684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ACF7F7C1-DE6B-4F46-B65D-D3F8459F2A73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1194380" y="1517408"/>
                  <a:ext cx="12492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4628CDE9-54F7-D465-1EA0-7F291726F7EC}"/>
              </a:ext>
            </a:extLst>
          </p:cNvPr>
          <p:cNvGrpSpPr/>
          <p:nvPr/>
        </p:nvGrpSpPr>
        <p:grpSpPr>
          <a:xfrm>
            <a:off x="9772740" y="1797488"/>
            <a:ext cx="1595160" cy="363600"/>
            <a:chOff x="9772740" y="1797488"/>
            <a:chExt cx="1595160" cy="36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A122821-2D43-0DC5-FE29-F5C37F82B1AE}"/>
                    </a:ext>
                  </a:extLst>
                </p14:cNvPr>
                <p14:cNvContentPartPr/>
                <p14:nvPr/>
              </p14:nvContentPartPr>
              <p14:xfrm>
                <a:off x="9772740" y="1797488"/>
                <a:ext cx="1595160" cy="608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A122821-2D43-0DC5-FE29-F5C37F82B1AE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763740" y="1788488"/>
                  <a:ext cx="16128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94279CF1-6269-3A78-B9FE-51C6814B3303}"/>
                    </a:ext>
                  </a:extLst>
                </p14:cNvPr>
                <p14:cNvContentPartPr/>
                <p14:nvPr/>
              </p14:nvContentPartPr>
              <p14:xfrm>
                <a:off x="10059660" y="1989008"/>
                <a:ext cx="66960" cy="17208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94279CF1-6269-3A78-B9FE-51C6814B3303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0051020" y="1980008"/>
                  <a:ext cx="846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0D60729A-257C-AFF6-3322-9FA6B3E22553}"/>
                    </a:ext>
                  </a:extLst>
                </p14:cNvPr>
                <p14:cNvContentPartPr/>
                <p14:nvPr/>
              </p14:nvContentPartPr>
              <p14:xfrm>
                <a:off x="10202940" y="2078648"/>
                <a:ext cx="141480" cy="93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0D60729A-257C-AFF6-3322-9FA6B3E22553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0193940" y="2069648"/>
                  <a:ext cx="1591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2B91B752-2CE7-0F65-1ADF-A0A14D7BA41D}"/>
                    </a:ext>
                  </a:extLst>
                </p14:cNvPr>
                <p14:cNvContentPartPr/>
                <p14:nvPr/>
              </p14:nvContentPartPr>
              <p14:xfrm>
                <a:off x="10419300" y="2056328"/>
                <a:ext cx="142560" cy="741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2B91B752-2CE7-0F65-1ADF-A0A14D7BA41D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0410300" y="2047328"/>
                  <a:ext cx="160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55BDC5A3-0797-94AE-1183-2D99D58E422D}"/>
                    </a:ext>
                  </a:extLst>
                </p14:cNvPr>
                <p14:cNvContentPartPr/>
                <p14:nvPr/>
              </p14:nvContentPartPr>
              <p14:xfrm>
                <a:off x="10546380" y="1983248"/>
                <a:ext cx="78840" cy="43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55BDC5A3-0797-94AE-1183-2D99D58E422D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0537380" y="1974608"/>
                  <a:ext cx="964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3F5474C0-FF84-0DCE-2A0C-FEE84B2C0A72}"/>
                    </a:ext>
                  </a:extLst>
                </p14:cNvPr>
                <p14:cNvContentPartPr/>
                <p14:nvPr/>
              </p14:nvContentPartPr>
              <p14:xfrm>
                <a:off x="10723140" y="1917008"/>
                <a:ext cx="28440" cy="716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3F5474C0-FF84-0DCE-2A0C-FEE84B2C0A72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714500" y="1908008"/>
                  <a:ext cx="460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F4D2DB1E-A368-F5A6-053E-BE7BB286D133}"/>
                    </a:ext>
                  </a:extLst>
                </p14:cNvPr>
                <p14:cNvContentPartPr/>
                <p14:nvPr/>
              </p14:nvContentPartPr>
              <p14:xfrm>
                <a:off x="10827180" y="2005208"/>
                <a:ext cx="156240" cy="14652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F4D2DB1E-A368-F5A6-053E-BE7BB286D133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818180" y="1996568"/>
                  <a:ext cx="1738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37A615E5-4D6C-6D9B-390C-06D666E91A39}"/>
                    </a:ext>
                  </a:extLst>
                </p14:cNvPr>
                <p14:cNvContentPartPr/>
                <p14:nvPr/>
              </p14:nvContentPartPr>
              <p14:xfrm>
                <a:off x="10863900" y="2088368"/>
                <a:ext cx="88200" cy="64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37A615E5-4D6C-6D9B-390C-06D666E91A39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0855260" y="2079728"/>
                  <a:ext cx="105840" cy="2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2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1CBD7200-2D46-8709-49FE-B6D5839BE95F}"/>
                  </a:ext>
                </a:extLst>
              </p14:cNvPr>
              <p14:cNvContentPartPr/>
              <p14:nvPr/>
            </p14:nvContentPartPr>
            <p14:xfrm>
              <a:off x="2012940" y="3270968"/>
              <a:ext cx="164520" cy="252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1CBD7200-2D46-8709-49FE-B6D5839BE95F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2003940" y="3261968"/>
                <a:ext cx="18216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4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77ADDB0A-6E5F-B5A2-BC88-FD947C2B035A}"/>
                  </a:ext>
                </a:extLst>
              </p14:cNvPr>
              <p14:cNvContentPartPr/>
              <p14:nvPr/>
            </p14:nvContentPartPr>
            <p14:xfrm>
              <a:off x="2016180" y="3200048"/>
              <a:ext cx="145080" cy="612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77ADDB0A-6E5F-B5A2-BC88-FD947C2B035A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2007540" y="3191048"/>
                <a:ext cx="162720" cy="2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6" name="Group 255">
            <a:extLst>
              <a:ext uri="{FF2B5EF4-FFF2-40B4-BE49-F238E27FC236}">
                <a16:creationId xmlns:a16="http://schemas.microsoft.com/office/drawing/2014/main" id="{FD5F1FB7-3266-B08D-16CF-F84A110B3694}"/>
              </a:ext>
            </a:extLst>
          </p:cNvPr>
          <p:cNvGrpSpPr/>
          <p:nvPr/>
        </p:nvGrpSpPr>
        <p:grpSpPr>
          <a:xfrm>
            <a:off x="2597580" y="2753288"/>
            <a:ext cx="529920" cy="298440"/>
            <a:chOff x="2597580" y="2753288"/>
            <a:chExt cx="529920" cy="29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3CCB1881-D0D0-C123-E482-210459F3EE56}"/>
                    </a:ext>
                  </a:extLst>
                </p14:cNvPr>
                <p14:cNvContentPartPr/>
                <p14:nvPr/>
              </p14:nvContentPartPr>
              <p14:xfrm>
                <a:off x="2597580" y="2929328"/>
                <a:ext cx="197280" cy="12240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3CCB1881-D0D0-C123-E482-210459F3EE56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588940" y="2920328"/>
                  <a:ext cx="2149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69593A86-4055-E378-4B57-CAB0FAB4FD6D}"/>
                    </a:ext>
                  </a:extLst>
                </p14:cNvPr>
                <p14:cNvContentPartPr/>
                <p14:nvPr/>
              </p14:nvContentPartPr>
              <p14:xfrm>
                <a:off x="2732580" y="2833208"/>
                <a:ext cx="78120" cy="360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69593A86-4055-E378-4B57-CAB0FAB4FD6D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723940" y="2824568"/>
                  <a:ext cx="957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FD22F548-57F8-386F-BF30-49B78E9F642D}"/>
                    </a:ext>
                  </a:extLst>
                </p14:cNvPr>
                <p14:cNvContentPartPr/>
                <p14:nvPr/>
              </p14:nvContentPartPr>
              <p14:xfrm>
                <a:off x="2878020" y="2753288"/>
                <a:ext cx="24840" cy="8136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FD22F548-57F8-386F-BF30-49B78E9F642D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2869380" y="2744648"/>
                  <a:ext cx="424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90543B42-C235-8941-651D-F252732402A8}"/>
                    </a:ext>
                  </a:extLst>
                </p14:cNvPr>
                <p14:cNvContentPartPr/>
                <p14:nvPr/>
              </p14:nvContentPartPr>
              <p14:xfrm>
                <a:off x="2961180" y="2868848"/>
                <a:ext cx="166320" cy="13572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90543B42-C235-8941-651D-F252732402A8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952540" y="2859848"/>
                  <a:ext cx="1839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3515E30B-54BB-4751-0A40-7B21FEDA043C}"/>
                    </a:ext>
                  </a:extLst>
                </p14:cNvPr>
                <p14:cNvContentPartPr/>
                <p14:nvPr/>
              </p14:nvContentPartPr>
              <p14:xfrm>
                <a:off x="2989620" y="2957048"/>
                <a:ext cx="127800" cy="972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3515E30B-54BB-4751-0A40-7B21FEDA043C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2980980" y="2948048"/>
                  <a:ext cx="14544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CC0DC60F-33B0-31FF-9BC4-DEAAA09FFB3C}"/>
              </a:ext>
            </a:extLst>
          </p:cNvPr>
          <p:cNvGrpSpPr/>
          <p:nvPr/>
        </p:nvGrpSpPr>
        <p:grpSpPr>
          <a:xfrm>
            <a:off x="2460060" y="3163328"/>
            <a:ext cx="883440" cy="358920"/>
            <a:chOff x="2460060" y="3163328"/>
            <a:chExt cx="883440" cy="35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85DFEBD1-CB6E-CBF4-1B2C-31FF1E6790FC}"/>
                    </a:ext>
                  </a:extLst>
                </p14:cNvPr>
                <p14:cNvContentPartPr/>
                <p14:nvPr/>
              </p14:nvContentPartPr>
              <p14:xfrm>
                <a:off x="2460060" y="3163328"/>
                <a:ext cx="787320" cy="475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85DFEBD1-CB6E-CBF4-1B2C-31FF1E6790FC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2451060" y="3154328"/>
                  <a:ext cx="8049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B6AD0701-6C3B-127F-9619-C9204AD952DE}"/>
                    </a:ext>
                  </a:extLst>
                </p14:cNvPr>
                <p14:cNvContentPartPr/>
                <p14:nvPr/>
              </p14:nvContentPartPr>
              <p14:xfrm>
                <a:off x="2516220" y="3375728"/>
                <a:ext cx="65520" cy="14652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B6AD0701-6C3B-127F-9619-C9204AD952DE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2507220" y="3366728"/>
                  <a:ext cx="831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D5C6E5DB-A734-DC2C-CA10-BE0FA8513A46}"/>
                    </a:ext>
                  </a:extLst>
                </p14:cNvPr>
                <p14:cNvContentPartPr/>
                <p14:nvPr/>
              </p14:nvContentPartPr>
              <p14:xfrm>
                <a:off x="2696580" y="3446288"/>
                <a:ext cx="114480" cy="1044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D5C6E5DB-A734-DC2C-CA10-BE0FA8513A46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2687580" y="3437648"/>
                  <a:ext cx="1321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7E238305-5BBC-5E77-C67B-E521CA23E03B}"/>
                    </a:ext>
                  </a:extLst>
                </p14:cNvPr>
                <p14:cNvContentPartPr/>
                <p14:nvPr/>
              </p14:nvContentPartPr>
              <p14:xfrm>
                <a:off x="2888100" y="3401648"/>
                <a:ext cx="150480" cy="11160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7E238305-5BBC-5E77-C67B-E521CA23E03B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2879460" y="3392648"/>
                  <a:ext cx="1681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3F1C60FE-81D2-928E-9FE0-0524B9AE7D41}"/>
                    </a:ext>
                  </a:extLst>
                </p14:cNvPr>
                <p14:cNvContentPartPr/>
                <p14:nvPr/>
              </p14:nvContentPartPr>
              <p14:xfrm>
                <a:off x="2957580" y="3318488"/>
                <a:ext cx="118080" cy="108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3F1C60FE-81D2-928E-9FE0-0524B9AE7D41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2948940" y="3309848"/>
                  <a:ext cx="1357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4FF9C15E-9B32-C17B-253E-24A2190EA4B5}"/>
                    </a:ext>
                  </a:extLst>
                </p14:cNvPr>
                <p14:cNvContentPartPr/>
                <p14:nvPr/>
              </p14:nvContentPartPr>
              <p14:xfrm>
                <a:off x="3122460" y="3246848"/>
                <a:ext cx="30960" cy="6228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4FF9C15E-9B32-C17B-253E-24A2190EA4B5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113460" y="3238208"/>
                  <a:ext cx="486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AD12A58F-2272-7E52-E226-D725253D26FB}"/>
                    </a:ext>
                  </a:extLst>
                </p14:cNvPr>
                <p14:cNvContentPartPr/>
                <p14:nvPr/>
              </p14:nvContentPartPr>
              <p14:xfrm>
                <a:off x="3195180" y="3340448"/>
                <a:ext cx="148320" cy="13644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AD12A58F-2272-7E52-E226-D725253D26FB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3186180" y="3331808"/>
                  <a:ext cx="1659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9ACDEEF6-1D37-6696-A20F-EBD49F0E90D0}"/>
                    </a:ext>
                  </a:extLst>
                </p14:cNvPr>
                <p14:cNvContentPartPr/>
                <p14:nvPr/>
              </p14:nvContentPartPr>
              <p14:xfrm>
                <a:off x="3267180" y="3426488"/>
                <a:ext cx="68400" cy="324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9ACDEEF6-1D37-6696-A20F-EBD49F0E90D0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3258540" y="3417848"/>
                  <a:ext cx="86040" cy="2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2AC41EA9-5E33-1DA7-794A-9CF3F8185671}"/>
              </a:ext>
            </a:extLst>
          </p:cNvPr>
          <p:cNvGrpSpPr/>
          <p:nvPr/>
        </p:nvGrpSpPr>
        <p:grpSpPr>
          <a:xfrm>
            <a:off x="3497220" y="3165128"/>
            <a:ext cx="176040" cy="77760"/>
            <a:chOff x="3497220" y="3165128"/>
            <a:chExt cx="176040" cy="7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79040C20-8E2A-7440-E41A-6ADA98F67612}"/>
                    </a:ext>
                  </a:extLst>
                </p14:cNvPr>
                <p14:cNvContentPartPr/>
                <p14:nvPr/>
              </p14:nvContentPartPr>
              <p14:xfrm>
                <a:off x="3527820" y="3231368"/>
                <a:ext cx="145440" cy="1152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79040C20-8E2A-7440-E41A-6ADA98F67612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3519180" y="3222728"/>
                  <a:ext cx="1630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B22FA1F7-A45D-98C6-C8F0-DB37444A3185}"/>
                    </a:ext>
                  </a:extLst>
                </p14:cNvPr>
                <p14:cNvContentPartPr/>
                <p14:nvPr/>
              </p14:nvContentPartPr>
              <p14:xfrm>
                <a:off x="3497220" y="3165128"/>
                <a:ext cx="124200" cy="1476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B22FA1F7-A45D-98C6-C8F0-DB37444A3185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3488580" y="3156128"/>
                  <a:ext cx="14184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BD1BD44C-45E5-C509-1BAB-741AD0E42763}"/>
              </a:ext>
            </a:extLst>
          </p:cNvPr>
          <p:cNvGrpSpPr/>
          <p:nvPr/>
        </p:nvGrpSpPr>
        <p:grpSpPr>
          <a:xfrm>
            <a:off x="3235860" y="3368528"/>
            <a:ext cx="685440" cy="621720"/>
            <a:chOff x="3235860" y="3368528"/>
            <a:chExt cx="685440" cy="62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565DAA92-0E65-53D1-82B1-39A5A1EB3FF3}"/>
                    </a:ext>
                  </a:extLst>
                </p14:cNvPr>
                <p14:cNvContentPartPr/>
                <p14:nvPr/>
              </p14:nvContentPartPr>
              <p14:xfrm>
                <a:off x="3569220" y="3402728"/>
                <a:ext cx="37080" cy="28620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565DAA92-0E65-53D1-82B1-39A5A1EB3FF3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3560220" y="3394088"/>
                  <a:ext cx="5472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8B9652D7-BEE6-C0D1-1B75-317A7FEA423C}"/>
                    </a:ext>
                  </a:extLst>
                </p14:cNvPr>
                <p14:cNvContentPartPr/>
                <p14:nvPr/>
              </p14:nvContentPartPr>
              <p14:xfrm>
                <a:off x="3536100" y="3368528"/>
                <a:ext cx="96480" cy="9360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8B9652D7-BEE6-C0D1-1B75-317A7FEA423C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3527100" y="3359888"/>
                  <a:ext cx="1141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8E6223B7-072E-90DA-5213-5A17B02A82F8}"/>
                    </a:ext>
                  </a:extLst>
                </p14:cNvPr>
                <p14:cNvContentPartPr/>
                <p14:nvPr/>
              </p14:nvContentPartPr>
              <p14:xfrm>
                <a:off x="3235860" y="3860648"/>
                <a:ext cx="163800" cy="12492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8E6223B7-072E-90DA-5213-5A17B02A82F8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3226860" y="3851648"/>
                  <a:ext cx="1814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D8DAF6CE-2BD7-FC8A-F69D-51E59AAA5D60}"/>
                    </a:ext>
                  </a:extLst>
                </p14:cNvPr>
                <p14:cNvContentPartPr/>
                <p14:nvPr/>
              </p14:nvContentPartPr>
              <p14:xfrm>
                <a:off x="3448980" y="3893048"/>
                <a:ext cx="11160" cy="360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D8DAF6CE-2BD7-FC8A-F69D-51E59AAA5D60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3440340" y="3884048"/>
                  <a:ext cx="288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79E05F6B-7411-4EE4-FB6B-9661DE4753E7}"/>
                    </a:ext>
                  </a:extLst>
                </p14:cNvPr>
                <p14:cNvContentPartPr/>
                <p14:nvPr/>
              </p14:nvContentPartPr>
              <p14:xfrm>
                <a:off x="3553380" y="3832568"/>
                <a:ext cx="170280" cy="15768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79E05F6B-7411-4EE4-FB6B-9661DE4753E7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3544740" y="3823928"/>
                  <a:ext cx="1879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AC3705C1-DBC6-121A-3312-FB4F2C9B4FA1}"/>
                    </a:ext>
                  </a:extLst>
                </p14:cNvPr>
                <p14:cNvContentPartPr/>
                <p14:nvPr/>
              </p14:nvContentPartPr>
              <p14:xfrm>
                <a:off x="3592620" y="3911768"/>
                <a:ext cx="137880" cy="57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AC3705C1-DBC6-121A-3312-FB4F2C9B4FA1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3583620" y="3903128"/>
                  <a:ext cx="1555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485E5CEA-B1DC-19D4-EE9E-8B8E889DCE6C}"/>
                    </a:ext>
                  </a:extLst>
                </p14:cNvPr>
                <p14:cNvContentPartPr/>
                <p14:nvPr/>
              </p14:nvContentPartPr>
              <p14:xfrm>
                <a:off x="3726900" y="3791888"/>
                <a:ext cx="123120" cy="2160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485E5CEA-B1DC-19D4-EE9E-8B8E889DCE6C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3717900" y="3783248"/>
                  <a:ext cx="1407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0AC0A7DE-472E-6612-BD4D-C41B7D3418A8}"/>
                    </a:ext>
                  </a:extLst>
                </p14:cNvPr>
                <p14:cNvContentPartPr/>
                <p14:nvPr/>
              </p14:nvContentPartPr>
              <p14:xfrm>
                <a:off x="3880980" y="3735368"/>
                <a:ext cx="40320" cy="1054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0AC0A7DE-472E-6612-BD4D-C41B7D3418A8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3871980" y="3726368"/>
                  <a:ext cx="5796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EC557855-74CA-8A73-0720-BE76EBF8F795}"/>
              </a:ext>
            </a:extLst>
          </p:cNvPr>
          <p:cNvGrpSpPr/>
          <p:nvPr/>
        </p:nvGrpSpPr>
        <p:grpSpPr>
          <a:xfrm>
            <a:off x="2292300" y="3789008"/>
            <a:ext cx="764640" cy="190440"/>
            <a:chOff x="2292300" y="3789008"/>
            <a:chExt cx="764640" cy="19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B0EF65E1-A89F-8527-E3E4-BCB0AB37B491}"/>
                    </a:ext>
                  </a:extLst>
                </p14:cNvPr>
                <p14:cNvContentPartPr/>
                <p14:nvPr/>
              </p14:nvContentPartPr>
              <p14:xfrm>
                <a:off x="2339820" y="3789008"/>
                <a:ext cx="74520" cy="18108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B0EF65E1-A89F-8527-E3E4-BCB0AB37B491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2330820" y="3780008"/>
                  <a:ext cx="921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C067C44F-CC47-418D-028C-E22599D69D70}"/>
                    </a:ext>
                  </a:extLst>
                </p14:cNvPr>
                <p14:cNvContentPartPr/>
                <p14:nvPr/>
              </p14:nvContentPartPr>
              <p14:xfrm>
                <a:off x="2292300" y="3879008"/>
                <a:ext cx="160200" cy="2340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C067C44F-CC47-418D-028C-E22599D69D70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2283660" y="3870368"/>
                  <a:ext cx="1778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9790A435-0DEA-9556-0E9B-2677DD7B16DD}"/>
                    </a:ext>
                  </a:extLst>
                </p14:cNvPr>
                <p14:cNvContentPartPr/>
                <p14:nvPr/>
              </p14:nvContentPartPr>
              <p14:xfrm>
                <a:off x="2483100" y="3885848"/>
                <a:ext cx="64080" cy="7056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9790A435-0DEA-9556-0E9B-2677DD7B16DD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2474460" y="3877208"/>
                  <a:ext cx="817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D973CA17-818D-EAC4-1938-DEAB477CE335}"/>
                    </a:ext>
                  </a:extLst>
                </p14:cNvPr>
                <p14:cNvContentPartPr/>
                <p14:nvPr/>
              </p14:nvContentPartPr>
              <p14:xfrm>
                <a:off x="2483100" y="3791168"/>
                <a:ext cx="5760" cy="1008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D973CA17-818D-EAC4-1938-DEAB477CE335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2474460" y="3782168"/>
                  <a:ext cx="234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D47E211D-5724-D71A-84DB-108733C75B1F}"/>
                    </a:ext>
                  </a:extLst>
                </p14:cNvPr>
                <p14:cNvContentPartPr/>
                <p14:nvPr/>
              </p14:nvContentPartPr>
              <p14:xfrm>
                <a:off x="2592180" y="3870368"/>
                <a:ext cx="225360" cy="5580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D47E211D-5724-D71A-84DB-108733C75B1F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2583540" y="3861728"/>
                  <a:ext cx="2430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1EC28892-517F-08A4-7B75-5BF50023CC47}"/>
                    </a:ext>
                  </a:extLst>
                </p14:cNvPr>
                <p14:cNvContentPartPr/>
                <p14:nvPr/>
              </p14:nvContentPartPr>
              <p14:xfrm>
                <a:off x="2861100" y="3814208"/>
                <a:ext cx="90720" cy="10944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1EC28892-517F-08A4-7B75-5BF50023CC47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2852100" y="3805208"/>
                  <a:ext cx="1083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19F4EB1F-FD90-9B0C-0A93-C130C9E3BE99}"/>
                    </a:ext>
                  </a:extLst>
                </p14:cNvPr>
                <p14:cNvContentPartPr/>
                <p14:nvPr/>
              </p14:nvContentPartPr>
              <p14:xfrm>
                <a:off x="2990700" y="3832928"/>
                <a:ext cx="66240" cy="14652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19F4EB1F-FD90-9B0C-0A93-C130C9E3BE99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2982060" y="3823928"/>
                  <a:ext cx="83880" cy="16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6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E6880FE1-ABCA-E8C6-AB47-36059E136F32}"/>
                  </a:ext>
                </a:extLst>
              </p14:cNvPr>
              <p14:cNvContentPartPr/>
              <p14:nvPr/>
            </p14:nvContentPartPr>
            <p14:xfrm>
              <a:off x="4504140" y="2772008"/>
              <a:ext cx="93240" cy="177840"/>
            </p14:xfrm>
          </p:contentPart>
        </mc:Choice>
        <mc:Fallback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E6880FE1-ABCA-E8C6-AB47-36059E136F32}"/>
                  </a:ext>
                </a:extLst>
              </p:cNvPr>
              <p:cNvPicPr/>
              <p:nvPr/>
            </p:nvPicPr>
            <p:blipFill>
              <a:blip r:embed="rId457"/>
              <a:stretch>
                <a:fillRect/>
              </a:stretch>
            </p:blipFill>
            <p:spPr>
              <a:xfrm>
                <a:off x="4495500" y="2763368"/>
                <a:ext cx="11088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8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AF231822-4809-BD90-B4A5-CBA7217C2BE8}"/>
                  </a:ext>
                </a:extLst>
              </p14:cNvPr>
              <p14:cNvContentPartPr/>
              <p14:nvPr/>
            </p14:nvContentPartPr>
            <p14:xfrm>
              <a:off x="4156740" y="3070088"/>
              <a:ext cx="950040" cy="11160"/>
            </p14:xfrm>
          </p:contentPart>
        </mc:Choice>
        <mc:Fallback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AF231822-4809-BD90-B4A5-CBA7217C2BE8}"/>
                  </a:ext>
                </a:extLst>
              </p:cNvPr>
              <p:cNvPicPr/>
              <p:nvPr/>
            </p:nvPicPr>
            <p:blipFill>
              <a:blip r:embed="rId459"/>
              <a:stretch>
                <a:fillRect/>
              </a:stretch>
            </p:blipFill>
            <p:spPr>
              <a:xfrm>
                <a:off x="4148100" y="3061088"/>
                <a:ext cx="967680" cy="2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1" name="Group 300">
            <a:extLst>
              <a:ext uri="{FF2B5EF4-FFF2-40B4-BE49-F238E27FC236}">
                <a16:creationId xmlns:a16="http://schemas.microsoft.com/office/drawing/2014/main" id="{5AED1DBD-60FC-5001-9AE9-96A24D23C9C3}"/>
              </a:ext>
            </a:extLst>
          </p:cNvPr>
          <p:cNvGrpSpPr/>
          <p:nvPr/>
        </p:nvGrpSpPr>
        <p:grpSpPr>
          <a:xfrm>
            <a:off x="4185900" y="3196808"/>
            <a:ext cx="837000" cy="275400"/>
            <a:chOff x="4185900" y="3196808"/>
            <a:chExt cx="837000" cy="27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5325D9E8-57A2-C108-BF7C-7EA9C236AE71}"/>
                    </a:ext>
                  </a:extLst>
                </p14:cNvPr>
                <p14:cNvContentPartPr/>
                <p14:nvPr/>
              </p14:nvContentPartPr>
              <p14:xfrm>
                <a:off x="4185900" y="3330368"/>
                <a:ext cx="169560" cy="12492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5325D9E8-57A2-C108-BF7C-7EA9C236AE71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4176900" y="3321728"/>
                  <a:ext cx="1872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F650560D-0E75-66E9-85B6-0FC8397FA5B8}"/>
                    </a:ext>
                  </a:extLst>
                </p14:cNvPr>
                <p14:cNvContentPartPr/>
                <p14:nvPr/>
              </p14:nvContentPartPr>
              <p14:xfrm>
                <a:off x="4390020" y="3296888"/>
                <a:ext cx="166320" cy="17460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F650560D-0E75-66E9-85B6-0FC8397FA5B8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4381020" y="3287888"/>
                  <a:ext cx="1839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3398C136-67E8-8436-34DF-FE10586D2CAB}"/>
                    </a:ext>
                  </a:extLst>
                </p14:cNvPr>
                <p14:cNvContentPartPr/>
                <p14:nvPr/>
              </p14:nvContentPartPr>
              <p14:xfrm>
                <a:off x="4415220" y="3386528"/>
                <a:ext cx="120600" cy="1656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3398C136-67E8-8436-34DF-FE10586D2CAB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4406220" y="3377888"/>
                  <a:ext cx="1382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24AFA8F6-623D-6C5D-0BF5-8BFC30DCAD2A}"/>
                    </a:ext>
                  </a:extLst>
                </p14:cNvPr>
                <p14:cNvContentPartPr/>
                <p14:nvPr/>
              </p14:nvContentPartPr>
              <p14:xfrm>
                <a:off x="4552020" y="3262688"/>
                <a:ext cx="93240" cy="432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24AFA8F6-623D-6C5D-0BF5-8BFC30DCAD2A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4543020" y="3253688"/>
                  <a:ext cx="1108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DD134DCD-2613-AA52-6340-2B71105987CE}"/>
                    </a:ext>
                  </a:extLst>
                </p14:cNvPr>
                <p14:cNvContentPartPr/>
                <p14:nvPr/>
              </p14:nvContentPartPr>
              <p14:xfrm>
                <a:off x="4690260" y="3196808"/>
                <a:ext cx="26640" cy="7596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DD134DCD-2613-AA52-6340-2B71105987CE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4681260" y="3187808"/>
                  <a:ext cx="442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9B7697A1-139C-DB85-69BF-DA90DA3A92DB}"/>
                    </a:ext>
                  </a:extLst>
                </p14:cNvPr>
                <p14:cNvContentPartPr/>
                <p14:nvPr/>
              </p14:nvContentPartPr>
              <p14:xfrm>
                <a:off x="4712580" y="3371768"/>
                <a:ext cx="160920" cy="2124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9B7697A1-139C-DB85-69BF-DA90DA3A92DB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4703940" y="3362768"/>
                  <a:ext cx="1785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D2004F7B-2249-CA6F-C7A3-F134D591D151}"/>
                    </a:ext>
                  </a:extLst>
                </p14:cNvPr>
                <p14:cNvContentPartPr/>
                <p14:nvPr/>
              </p14:nvContentPartPr>
              <p14:xfrm>
                <a:off x="4956660" y="3294008"/>
                <a:ext cx="66240" cy="17820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D2004F7B-2249-CA6F-C7A3-F134D591D151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4948020" y="3285368"/>
                  <a:ext cx="83880" cy="19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68A91DCA-4E2F-6B61-FB4F-B052A3B339C3}"/>
              </a:ext>
            </a:extLst>
          </p:cNvPr>
          <p:cNvGrpSpPr/>
          <p:nvPr/>
        </p:nvGrpSpPr>
        <p:grpSpPr>
          <a:xfrm>
            <a:off x="5545980" y="3161888"/>
            <a:ext cx="158760" cy="59400"/>
            <a:chOff x="5545980" y="3161888"/>
            <a:chExt cx="158760" cy="5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201DEE44-1BDA-D520-8825-16EEA222B0B8}"/>
                    </a:ext>
                  </a:extLst>
                </p14:cNvPr>
                <p14:cNvContentPartPr/>
                <p14:nvPr/>
              </p14:nvContentPartPr>
              <p14:xfrm>
                <a:off x="5548860" y="3196808"/>
                <a:ext cx="150480" cy="2448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201DEE44-1BDA-D520-8825-16EEA222B0B8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5540220" y="3187808"/>
                  <a:ext cx="1681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7BCFE0F8-4D9A-B59F-7E34-3D9194AC1367}"/>
                    </a:ext>
                  </a:extLst>
                </p14:cNvPr>
                <p14:cNvContentPartPr/>
                <p14:nvPr/>
              </p14:nvContentPartPr>
              <p14:xfrm>
                <a:off x="5588820" y="3166208"/>
                <a:ext cx="95400" cy="1368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7BCFE0F8-4D9A-B59F-7E34-3D9194AC1367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5579820" y="3157208"/>
                  <a:ext cx="1130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058FDAC1-F9F5-9529-DCBF-50E95DC902E7}"/>
                    </a:ext>
                  </a:extLst>
                </p14:cNvPr>
                <p14:cNvContentPartPr/>
                <p14:nvPr/>
              </p14:nvContentPartPr>
              <p14:xfrm>
                <a:off x="5545980" y="3161888"/>
                <a:ext cx="158760" cy="1800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058FDAC1-F9F5-9529-DCBF-50E95DC902E7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5537340" y="3152888"/>
                  <a:ext cx="176400" cy="3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CA25B0D8-29C0-B745-94A4-EA36011EF0EB}"/>
              </a:ext>
            </a:extLst>
          </p:cNvPr>
          <p:cNvGrpSpPr/>
          <p:nvPr/>
        </p:nvGrpSpPr>
        <p:grpSpPr>
          <a:xfrm>
            <a:off x="5999940" y="2956688"/>
            <a:ext cx="329400" cy="128160"/>
            <a:chOff x="5999940" y="2956688"/>
            <a:chExt cx="329400" cy="12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2640AF17-80F6-34E6-72DF-6CEC62D8DCCC}"/>
                    </a:ext>
                  </a:extLst>
                </p14:cNvPr>
                <p14:cNvContentPartPr/>
                <p14:nvPr/>
              </p14:nvContentPartPr>
              <p14:xfrm>
                <a:off x="5999940" y="3065048"/>
                <a:ext cx="152280" cy="1620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2640AF17-80F6-34E6-72DF-6CEC62D8DCCC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5990940" y="3056048"/>
                  <a:ext cx="1699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702EFD92-F25A-9DAC-4456-496B3300CCF0}"/>
                    </a:ext>
                  </a:extLst>
                </p14:cNvPr>
                <p14:cNvContentPartPr/>
                <p14:nvPr/>
              </p14:nvContentPartPr>
              <p14:xfrm>
                <a:off x="6286140" y="2956688"/>
                <a:ext cx="43200" cy="12816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702EFD92-F25A-9DAC-4456-496B3300CCF0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6277140" y="2948048"/>
                  <a:ext cx="60840" cy="14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4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8803AD5C-B072-37C3-EBED-CBC51E46059B}"/>
                  </a:ext>
                </a:extLst>
              </p14:cNvPr>
              <p14:cNvContentPartPr/>
              <p14:nvPr/>
            </p14:nvContentPartPr>
            <p14:xfrm>
              <a:off x="5964300" y="3215528"/>
              <a:ext cx="685440" cy="16200"/>
            </p14:xfrm>
          </p:contentPart>
        </mc:Choice>
        <mc:Fallback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8803AD5C-B072-37C3-EBED-CBC51E46059B}"/>
                  </a:ext>
                </a:extLst>
              </p:cNvPr>
              <p:cNvPicPr/>
              <p:nvPr/>
            </p:nvPicPr>
            <p:blipFill>
              <a:blip r:embed="rId485"/>
              <a:stretch>
                <a:fillRect/>
              </a:stretch>
            </p:blipFill>
            <p:spPr>
              <a:xfrm>
                <a:off x="5955660" y="3206888"/>
                <a:ext cx="703080" cy="3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21" name="Group 320">
            <a:extLst>
              <a:ext uri="{FF2B5EF4-FFF2-40B4-BE49-F238E27FC236}">
                <a16:creationId xmlns:a16="http://schemas.microsoft.com/office/drawing/2014/main" id="{F04DB248-A0A4-93D3-1B3B-9400F36EB13B}"/>
              </a:ext>
            </a:extLst>
          </p:cNvPr>
          <p:cNvGrpSpPr/>
          <p:nvPr/>
        </p:nvGrpSpPr>
        <p:grpSpPr>
          <a:xfrm>
            <a:off x="6016140" y="3293648"/>
            <a:ext cx="920880" cy="279720"/>
            <a:chOff x="6016140" y="3293648"/>
            <a:chExt cx="920880" cy="27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066AA358-5E38-02CE-C4C9-014E84574EE7}"/>
                    </a:ext>
                  </a:extLst>
                </p14:cNvPr>
                <p14:cNvContentPartPr/>
                <p14:nvPr/>
              </p14:nvContentPartPr>
              <p14:xfrm>
                <a:off x="6016140" y="3403088"/>
                <a:ext cx="55800" cy="17028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066AA358-5E38-02CE-C4C9-014E84574EE7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6007500" y="3394448"/>
                  <a:ext cx="734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72A7F02B-A321-44CE-FADF-0B98BF64B911}"/>
                    </a:ext>
                  </a:extLst>
                </p14:cNvPr>
                <p14:cNvContentPartPr/>
                <p14:nvPr/>
              </p14:nvContentPartPr>
              <p14:xfrm>
                <a:off x="6151860" y="3475088"/>
                <a:ext cx="124200" cy="1116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72A7F02B-A321-44CE-FADF-0B98BF64B911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6143220" y="3466448"/>
                  <a:ext cx="1418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206534A9-A890-CD65-D835-AE4060FD3F7F}"/>
                    </a:ext>
                  </a:extLst>
                </p14:cNvPr>
                <p14:cNvContentPartPr/>
                <p14:nvPr/>
              </p14:nvContentPartPr>
              <p14:xfrm>
                <a:off x="6404580" y="3456008"/>
                <a:ext cx="145440" cy="9936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206534A9-A890-CD65-D835-AE4060FD3F7F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6395940" y="3447008"/>
                  <a:ext cx="1630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83ABD3AE-E16F-52D7-E9CB-836FEAD78E82}"/>
                    </a:ext>
                  </a:extLst>
                </p14:cNvPr>
                <p14:cNvContentPartPr/>
                <p14:nvPr/>
              </p14:nvContentPartPr>
              <p14:xfrm>
                <a:off x="6571980" y="3396968"/>
                <a:ext cx="160920" cy="15696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83ABD3AE-E16F-52D7-E9CB-836FEAD78E82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6563340" y="3388328"/>
                  <a:ext cx="1785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40B6CFE6-A1A0-A438-C356-B9599C45CB10}"/>
                    </a:ext>
                  </a:extLst>
                </p14:cNvPr>
                <p14:cNvContentPartPr/>
                <p14:nvPr/>
              </p14:nvContentPartPr>
              <p14:xfrm>
                <a:off x="6609060" y="3478328"/>
                <a:ext cx="109080" cy="1296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40B6CFE6-A1A0-A438-C356-B9599C45CB10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6600060" y="3469688"/>
                  <a:ext cx="1267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B8AAAD21-0831-9070-EEEE-0B719C3E2914}"/>
                    </a:ext>
                  </a:extLst>
                </p14:cNvPr>
                <p14:cNvContentPartPr/>
                <p14:nvPr/>
              </p14:nvContentPartPr>
              <p14:xfrm>
                <a:off x="6712020" y="3344768"/>
                <a:ext cx="119880" cy="2736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B8AAAD21-0831-9070-EEEE-0B719C3E2914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6703380" y="3335768"/>
                  <a:ext cx="1375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288C1D07-58EF-AEA9-0CED-D97B90BA6EA8}"/>
                    </a:ext>
                  </a:extLst>
                </p14:cNvPr>
                <p14:cNvContentPartPr/>
                <p14:nvPr/>
              </p14:nvContentPartPr>
              <p14:xfrm>
                <a:off x="6889140" y="3293648"/>
                <a:ext cx="47880" cy="10908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288C1D07-58EF-AEA9-0CED-D97B90BA6EA8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6880140" y="3285008"/>
                  <a:ext cx="65520" cy="12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6CD322F7-5081-D210-0F3B-0CE4991409E6}"/>
              </a:ext>
            </a:extLst>
          </p:cNvPr>
          <p:cNvGrpSpPr/>
          <p:nvPr/>
        </p:nvGrpSpPr>
        <p:grpSpPr>
          <a:xfrm>
            <a:off x="6001380" y="3184568"/>
            <a:ext cx="900360" cy="26640"/>
            <a:chOff x="6001380" y="3184568"/>
            <a:chExt cx="900360" cy="2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31321A58-5500-B4BF-54E5-E6D8929BB144}"/>
                    </a:ext>
                  </a:extLst>
                </p14:cNvPr>
                <p14:cNvContentPartPr/>
                <p14:nvPr/>
              </p14:nvContentPartPr>
              <p14:xfrm>
                <a:off x="6566940" y="3184568"/>
                <a:ext cx="330120" cy="1152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31321A58-5500-B4BF-54E5-E6D8929BB144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6557940" y="3175568"/>
                  <a:ext cx="3477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1C4EC249-AFEF-9841-2687-B2D1FA00C767}"/>
                    </a:ext>
                  </a:extLst>
                </p14:cNvPr>
                <p14:cNvContentPartPr/>
                <p14:nvPr/>
              </p14:nvContentPartPr>
              <p14:xfrm>
                <a:off x="6001380" y="3190688"/>
                <a:ext cx="900360" cy="2052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1C4EC249-AFEF-9841-2687-B2D1FA00C767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5992740" y="3182048"/>
                  <a:ext cx="91800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01D09D91-4B9C-54C2-FB08-0F8AC3A7CBFF}"/>
              </a:ext>
            </a:extLst>
          </p:cNvPr>
          <p:cNvGrpSpPr/>
          <p:nvPr/>
        </p:nvGrpSpPr>
        <p:grpSpPr>
          <a:xfrm>
            <a:off x="472500" y="4470848"/>
            <a:ext cx="2119320" cy="320040"/>
            <a:chOff x="472500" y="4470848"/>
            <a:chExt cx="2119320" cy="32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B93C8A39-EF78-B13D-DF55-162003DCD8C8}"/>
                    </a:ext>
                  </a:extLst>
                </p14:cNvPr>
                <p14:cNvContentPartPr/>
                <p14:nvPr/>
              </p14:nvContentPartPr>
              <p14:xfrm>
                <a:off x="472500" y="4623848"/>
                <a:ext cx="168480" cy="15696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B93C8A39-EF78-B13D-DF55-162003DCD8C8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463860" y="4614848"/>
                  <a:ext cx="1861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CF641183-B714-0B4B-3336-FEC405514A49}"/>
                    </a:ext>
                  </a:extLst>
                </p14:cNvPr>
                <p14:cNvContentPartPr/>
                <p14:nvPr/>
              </p14:nvContentPartPr>
              <p14:xfrm>
                <a:off x="539100" y="4670648"/>
                <a:ext cx="63720" cy="9828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CF641183-B714-0B4B-3336-FEC405514A49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530100" y="4661648"/>
                  <a:ext cx="813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4D656CB0-F6BA-C138-B021-A439352D3118}"/>
                    </a:ext>
                  </a:extLst>
                </p14:cNvPr>
                <p14:cNvContentPartPr/>
                <p14:nvPr/>
              </p14:nvContentPartPr>
              <p14:xfrm>
                <a:off x="634140" y="4547528"/>
                <a:ext cx="110520" cy="23868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4D656CB0-F6BA-C138-B021-A439352D3118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625500" y="4538888"/>
                  <a:ext cx="1281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CD1DF57F-4E6E-0CAA-6F37-223BB222A91C}"/>
                    </a:ext>
                  </a:extLst>
                </p14:cNvPr>
                <p14:cNvContentPartPr/>
                <p14:nvPr/>
              </p14:nvContentPartPr>
              <p14:xfrm>
                <a:off x="763380" y="4681448"/>
                <a:ext cx="140040" cy="5076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CD1DF57F-4E6E-0CAA-6F37-223BB222A91C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754740" y="4672448"/>
                  <a:ext cx="1576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8F46FFAA-2A3D-C72E-EBEF-08EA00105855}"/>
                    </a:ext>
                  </a:extLst>
                </p14:cNvPr>
                <p14:cNvContentPartPr/>
                <p14:nvPr/>
              </p14:nvContentPartPr>
              <p14:xfrm>
                <a:off x="888300" y="4551488"/>
                <a:ext cx="172080" cy="23940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8F46FFAA-2A3D-C72E-EBEF-08EA00105855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879300" y="4542848"/>
                  <a:ext cx="1897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AA431E7E-3741-4B01-16BA-4CC881282724}"/>
                    </a:ext>
                  </a:extLst>
                </p14:cNvPr>
                <p14:cNvContentPartPr/>
                <p14:nvPr/>
              </p14:nvContentPartPr>
              <p14:xfrm>
                <a:off x="1143180" y="4701608"/>
                <a:ext cx="145440" cy="2664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AA431E7E-3741-4B01-16BA-4CC881282724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134540" y="4692608"/>
                  <a:ext cx="1630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5E748138-C251-3ED6-2079-F4D479476408}"/>
                    </a:ext>
                  </a:extLst>
                </p14:cNvPr>
                <p14:cNvContentPartPr/>
                <p14:nvPr/>
              </p14:nvContentPartPr>
              <p14:xfrm>
                <a:off x="1179900" y="4649768"/>
                <a:ext cx="93240" cy="1620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5E748138-C251-3ED6-2079-F4D479476408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170900" y="4640768"/>
                  <a:ext cx="1108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F8A897ED-53C8-A0C8-2416-92441C417EA8}"/>
                    </a:ext>
                  </a:extLst>
                </p14:cNvPr>
                <p14:cNvContentPartPr/>
                <p14:nvPr/>
              </p14:nvContentPartPr>
              <p14:xfrm>
                <a:off x="1437660" y="4638968"/>
                <a:ext cx="187200" cy="10764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F8A897ED-53C8-A0C8-2416-92441C417EA8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1428660" y="4629968"/>
                  <a:ext cx="2048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90FE2F9F-56FB-3357-7C28-7DB5265396D8}"/>
                    </a:ext>
                  </a:extLst>
                </p14:cNvPr>
                <p14:cNvContentPartPr/>
                <p14:nvPr/>
              </p14:nvContentPartPr>
              <p14:xfrm>
                <a:off x="1600020" y="4487768"/>
                <a:ext cx="160200" cy="6120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90FE2F9F-56FB-3357-7C28-7DB5265396D8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1591020" y="4478768"/>
                  <a:ext cx="1778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37391F2E-571A-F40F-8D07-3B6A2E57A6B5}"/>
                    </a:ext>
                  </a:extLst>
                </p14:cNvPr>
                <p14:cNvContentPartPr/>
                <p14:nvPr/>
              </p14:nvContentPartPr>
              <p14:xfrm>
                <a:off x="1791540" y="4699808"/>
                <a:ext cx="1080" cy="216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37391F2E-571A-F40F-8D07-3B6A2E57A6B5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782540" y="4691168"/>
                  <a:ext cx="187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8C4EFD58-4F49-439D-AB55-8B7F38175CC5}"/>
                    </a:ext>
                  </a:extLst>
                </p14:cNvPr>
                <p14:cNvContentPartPr/>
                <p14:nvPr/>
              </p14:nvContentPartPr>
              <p14:xfrm>
                <a:off x="1896300" y="4637168"/>
                <a:ext cx="177480" cy="7596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8C4EFD58-4F49-439D-AB55-8B7F38175CC5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887300" y="4628168"/>
                  <a:ext cx="1951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5B6DD125-DFD1-EB27-AC13-9F525EC5D35E}"/>
                    </a:ext>
                  </a:extLst>
                </p14:cNvPr>
                <p14:cNvContentPartPr/>
                <p14:nvPr/>
              </p14:nvContentPartPr>
              <p14:xfrm>
                <a:off x="2086740" y="4470848"/>
                <a:ext cx="159120" cy="27864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5B6DD125-DFD1-EB27-AC13-9F525EC5D35E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2078100" y="4461848"/>
                  <a:ext cx="1767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03AEDF74-6378-B145-AC44-8E52AE7E2BA9}"/>
                    </a:ext>
                  </a:extLst>
                </p14:cNvPr>
                <p14:cNvContentPartPr/>
                <p14:nvPr/>
              </p14:nvContentPartPr>
              <p14:xfrm>
                <a:off x="2256300" y="4623848"/>
                <a:ext cx="146520" cy="7056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03AEDF74-6378-B145-AC44-8E52AE7E2BA9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2247660" y="4615208"/>
                  <a:ext cx="1641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E90CB7C6-9F19-5B9C-C0F5-B8D4B0BE02D3}"/>
                    </a:ext>
                  </a:extLst>
                </p14:cNvPr>
                <p14:cNvContentPartPr/>
                <p14:nvPr/>
              </p14:nvContentPartPr>
              <p14:xfrm>
                <a:off x="2431260" y="4473008"/>
                <a:ext cx="160560" cy="26496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E90CB7C6-9F19-5B9C-C0F5-B8D4B0BE02D3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2422620" y="4464368"/>
                  <a:ext cx="178200" cy="28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7" name="Group 366">
            <a:extLst>
              <a:ext uri="{FF2B5EF4-FFF2-40B4-BE49-F238E27FC236}">
                <a16:creationId xmlns:a16="http://schemas.microsoft.com/office/drawing/2014/main" id="{161A832F-4E9D-1769-3A75-2E74377B8154}"/>
              </a:ext>
            </a:extLst>
          </p:cNvPr>
          <p:cNvGrpSpPr/>
          <p:nvPr/>
        </p:nvGrpSpPr>
        <p:grpSpPr>
          <a:xfrm>
            <a:off x="2918700" y="4232528"/>
            <a:ext cx="2975400" cy="642600"/>
            <a:chOff x="2918700" y="4232528"/>
            <a:chExt cx="2975400" cy="64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4BA291EC-3FF4-3BB1-BE1D-24EA14355EA0}"/>
                    </a:ext>
                  </a:extLst>
                </p14:cNvPr>
                <p14:cNvContentPartPr/>
                <p14:nvPr/>
              </p14:nvContentPartPr>
              <p14:xfrm>
                <a:off x="3029580" y="4623848"/>
                <a:ext cx="311040" cy="1116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4BA291EC-3FF4-3BB1-BE1D-24EA14355EA0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3020580" y="4614848"/>
                  <a:ext cx="3286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8FD776D3-1FBB-7E7A-C712-2467906CD792}"/>
                    </a:ext>
                  </a:extLst>
                </p14:cNvPr>
                <p14:cNvContentPartPr/>
                <p14:nvPr/>
              </p14:nvContentPartPr>
              <p14:xfrm>
                <a:off x="2956140" y="4571648"/>
                <a:ext cx="332640" cy="2160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8FD776D3-1FBB-7E7A-C712-2467906CD792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2947500" y="4563008"/>
                  <a:ext cx="3502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B28A14F2-EA48-1D1E-3C78-21D208764E6C}"/>
                    </a:ext>
                  </a:extLst>
                </p14:cNvPr>
                <p14:cNvContentPartPr/>
                <p14:nvPr/>
              </p14:nvContentPartPr>
              <p14:xfrm>
                <a:off x="3241620" y="4512968"/>
                <a:ext cx="262800" cy="16236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B28A14F2-EA48-1D1E-3C78-21D208764E6C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3232980" y="4504328"/>
                  <a:ext cx="2804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A15F2672-5844-4921-0DA9-2FEABB767396}"/>
                    </a:ext>
                  </a:extLst>
                </p14:cNvPr>
                <p14:cNvContentPartPr/>
                <p14:nvPr/>
              </p14:nvContentPartPr>
              <p14:xfrm>
                <a:off x="2918700" y="4524488"/>
                <a:ext cx="157320" cy="15876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A15F2672-5844-4921-0DA9-2FEABB767396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2909700" y="4515488"/>
                  <a:ext cx="1749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2FB5C12F-583B-06B6-E1CD-F4CFE5657933}"/>
                    </a:ext>
                  </a:extLst>
                </p14:cNvPr>
                <p14:cNvContentPartPr/>
                <p14:nvPr/>
              </p14:nvContentPartPr>
              <p14:xfrm>
                <a:off x="3672180" y="4432328"/>
                <a:ext cx="248040" cy="28404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2FB5C12F-583B-06B6-E1CD-F4CFE5657933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3663180" y="4423688"/>
                  <a:ext cx="2656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19343D18-8523-B3A4-2198-DBF3BC4FA675}"/>
                    </a:ext>
                  </a:extLst>
                </p14:cNvPr>
                <p14:cNvContentPartPr/>
                <p14:nvPr/>
              </p14:nvContentPartPr>
              <p14:xfrm>
                <a:off x="3714660" y="4436648"/>
                <a:ext cx="114840" cy="27288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19343D18-8523-B3A4-2198-DBF3BC4FA675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3705660" y="4428008"/>
                  <a:ext cx="1324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A7D94598-7007-B6BE-57C7-44E3A23E80D3}"/>
                    </a:ext>
                  </a:extLst>
                </p14:cNvPr>
                <p14:cNvContentPartPr/>
                <p14:nvPr/>
              </p14:nvContentPartPr>
              <p14:xfrm>
                <a:off x="3927420" y="4385888"/>
                <a:ext cx="103680" cy="32148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A7D94598-7007-B6BE-57C7-44E3A23E80D3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3918780" y="4377248"/>
                  <a:ext cx="12132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B8DB84AF-FA2E-45A2-F846-B15F7A3FEC0F}"/>
                    </a:ext>
                  </a:extLst>
                </p14:cNvPr>
                <p14:cNvContentPartPr/>
                <p14:nvPr/>
              </p14:nvContentPartPr>
              <p14:xfrm>
                <a:off x="4021020" y="4520528"/>
                <a:ext cx="199080" cy="17640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B8DB84AF-FA2E-45A2-F846-B15F7A3FEC0F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4012380" y="4511528"/>
                  <a:ext cx="2167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F7A59EA7-514B-5ABD-2FA1-2326BEDB752B}"/>
                    </a:ext>
                  </a:extLst>
                </p14:cNvPr>
                <p14:cNvContentPartPr/>
                <p14:nvPr/>
              </p14:nvContentPartPr>
              <p14:xfrm>
                <a:off x="4060260" y="4618448"/>
                <a:ext cx="169200" cy="1116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F7A59EA7-514B-5ABD-2FA1-2326BEDB752B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4051260" y="4609448"/>
                  <a:ext cx="1868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B82C9E38-1AF1-C9CC-CABC-4D1BECA73582}"/>
                    </a:ext>
                  </a:extLst>
                </p14:cNvPr>
                <p14:cNvContentPartPr/>
                <p14:nvPr/>
              </p14:nvContentPartPr>
              <p14:xfrm>
                <a:off x="4218660" y="4395248"/>
                <a:ext cx="167400" cy="31392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B82C9E38-1AF1-C9CC-CABC-4D1BECA73582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4209660" y="4386248"/>
                  <a:ext cx="18504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6831FC01-332A-739A-5570-3CC6E68658ED}"/>
                    </a:ext>
                  </a:extLst>
                </p14:cNvPr>
                <p14:cNvContentPartPr/>
                <p14:nvPr/>
              </p14:nvContentPartPr>
              <p14:xfrm>
                <a:off x="4551660" y="4597208"/>
                <a:ext cx="104760" cy="1116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6831FC01-332A-739A-5570-3CC6E68658ED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4542660" y="4588568"/>
                  <a:ext cx="1224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2BA23B72-7682-A607-9191-D07749955CED}"/>
                    </a:ext>
                  </a:extLst>
                </p14:cNvPr>
                <p14:cNvContentPartPr/>
                <p14:nvPr/>
              </p14:nvContentPartPr>
              <p14:xfrm>
                <a:off x="4511340" y="4527008"/>
                <a:ext cx="107640" cy="900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2BA23B72-7682-A607-9191-D07749955CED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4502340" y="4518008"/>
                  <a:ext cx="1252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BE1CBF47-F723-7AC7-7E2A-1D1A3E208171}"/>
                    </a:ext>
                  </a:extLst>
                </p14:cNvPr>
                <p14:cNvContentPartPr/>
                <p14:nvPr/>
              </p14:nvContentPartPr>
              <p14:xfrm>
                <a:off x="5188500" y="4232528"/>
                <a:ext cx="58680" cy="21816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BE1CBF47-F723-7AC7-7E2A-1D1A3E208171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5179500" y="4223528"/>
                  <a:ext cx="763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A07A8144-404F-9716-541C-20569FBA7B92}"/>
                    </a:ext>
                  </a:extLst>
                </p14:cNvPr>
                <p14:cNvContentPartPr/>
                <p14:nvPr/>
              </p14:nvContentPartPr>
              <p14:xfrm>
                <a:off x="4831740" y="4555448"/>
                <a:ext cx="826200" cy="3240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A07A8144-404F-9716-541C-20569FBA7B92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4823100" y="4546808"/>
                  <a:ext cx="8438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B06C13AE-A21F-682A-DA30-8757702D9A5D}"/>
                    </a:ext>
                  </a:extLst>
                </p14:cNvPr>
                <p14:cNvContentPartPr/>
                <p14:nvPr/>
              </p14:nvContentPartPr>
              <p14:xfrm>
                <a:off x="4950540" y="4735448"/>
                <a:ext cx="61920" cy="13968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B06C13AE-A21F-682A-DA30-8757702D9A5D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4941900" y="4726448"/>
                  <a:ext cx="795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CF1E2FD1-7151-EF65-57CF-7B719DA94002}"/>
                    </a:ext>
                  </a:extLst>
                </p14:cNvPr>
                <p14:cNvContentPartPr/>
                <p14:nvPr/>
              </p14:nvContentPartPr>
              <p14:xfrm>
                <a:off x="5131980" y="4799528"/>
                <a:ext cx="89640" cy="648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CF1E2FD1-7151-EF65-57CF-7B719DA94002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5123340" y="4790528"/>
                  <a:ext cx="1072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A8F1FFF6-39F1-53E5-B3C0-7FC34C2F10D6}"/>
                    </a:ext>
                  </a:extLst>
                </p14:cNvPr>
                <p14:cNvContentPartPr/>
                <p14:nvPr/>
              </p14:nvContentPartPr>
              <p14:xfrm>
                <a:off x="5344740" y="4757048"/>
                <a:ext cx="133920" cy="8136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A8F1FFF6-39F1-53E5-B3C0-7FC34C2F10D6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5335740" y="4748048"/>
                  <a:ext cx="1515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29CADAD8-4E82-5504-6C98-A54078ED936B}"/>
                    </a:ext>
                  </a:extLst>
                </p14:cNvPr>
                <p14:cNvContentPartPr/>
                <p14:nvPr/>
              </p14:nvContentPartPr>
              <p14:xfrm>
                <a:off x="5527620" y="4728608"/>
                <a:ext cx="124200" cy="13608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29CADAD8-4E82-5504-6C98-A54078ED936B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5518980" y="4719968"/>
                  <a:ext cx="1418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A953BCDF-7157-ABDC-7ED8-9D9100AAC181}"/>
                    </a:ext>
                  </a:extLst>
                </p14:cNvPr>
                <p14:cNvContentPartPr/>
                <p14:nvPr/>
              </p14:nvContentPartPr>
              <p14:xfrm>
                <a:off x="5584140" y="4787648"/>
                <a:ext cx="78840" cy="576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A953BCDF-7157-ABDC-7ED8-9D9100AAC181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5575500" y="4779008"/>
                  <a:ext cx="964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AE3BCEA7-BEB0-9CD5-D290-B542BB3E1281}"/>
                    </a:ext>
                  </a:extLst>
                </p14:cNvPr>
                <p14:cNvContentPartPr/>
                <p14:nvPr/>
              </p14:nvContentPartPr>
              <p14:xfrm>
                <a:off x="5720220" y="4707008"/>
                <a:ext cx="62280" cy="1656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AE3BCEA7-BEB0-9CD5-D290-B542BB3E1281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5711580" y="4698008"/>
                  <a:ext cx="79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5A2B05BC-3E4C-A307-6A8C-24822B99C1DE}"/>
                    </a:ext>
                  </a:extLst>
                </p14:cNvPr>
                <p14:cNvContentPartPr/>
                <p14:nvPr/>
              </p14:nvContentPartPr>
              <p14:xfrm>
                <a:off x="5855220" y="4654808"/>
                <a:ext cx="38880" cy="7272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5A2B05BC-3E4C-A307-6A8C-24822B99C1DE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5846220" y="4646168"/>
                  <a:ext cx="5652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687C1D56-FF28-6174-9BDE-67853506F8A1}"/>
              </a:ext>
            </a:extLst>
          </p:cNvPr>
          <p:cNvGrpSpPr/>
          <p:nvPr/>
        </p:nvGrpSpPr>
        <p:grpSpPr>
          <a:xfrm>
            <a:off x="359460" y="5391368"/>
            <a:ext cx="2876400" cy="388260"/>
            <a:chOff x="359460" y="5391368"/>
            <a:chExt cx="2876400" cy="3882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9B765C61-41D7-F622-FAD4-0BCA25F0CF6E}"/>
                    </a:ext>
                  </a:extLst>
                </p14:cNvPr>
                <p14:cNvContentPartPr/>
                <p14:nvPr/>
              </p14:nvContentPartPr>
              <p14:xfrm>
                <a:off x="359460" y="5587748"/>
                <a:ext cx="206280" cy="16992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9B765C61-41D7-F622-FAD4-0BCA25F0CF6E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350460" y="5579108"/>
                  <a:ext cx="2239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D4DC0878-AEB2-E4F4-B0B9-237090B8E4E4}"/>
                    </a:ext>
                  </a:extLst>
                </p14:cNvPr>
                <p14:cNvContentPartPr/>
                <p14:nvPr/>
              </p14:nvContentPartPr>
              <p14:xfrm>
                <a:off x="436140" y="5625188"/>
                <a:ext cx="79200" cy="12204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D4DC0878-AEB2-E4F4-B0B9-237090B8E4E4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427500" y="5616548"/>
                  <a:ext cx="968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52700715-2B41-4C30-98E1-A339315C7CFD}"/>
                    </a:ext>
                  </a:extLst>
                </p14:cNvPr>
                <p14:cNvContentPartPr/>
                <p14:nvPr/>
              </p14:nvContentPartPr>
              <p14:xfrm>
                <a:off x="557460" y="5503508"/>
                <a:ext cx="153360" cy="27612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52700715-2B41-4C30-98E1-A339315C7CFD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548460" y="5494508"/>
                  <a:ext cx="17100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F06727B5-C21B-BC28-6BF8-620152537719}"/>
                    </a:ext>
                  </a:extLst>
                </p14:cNvPr>
                <p14:cNvContentPartPr/>
                <p14:nvPr/>
              </p14:nvContentPartPr>
              <p14:xfrm>
                <a:off x="697860" y="5638868"/>
                <a:ext cx="142200" cy="6192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F06727B5-C21B-BC28-6BF8-620152537719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689220" y="5629868"/>
                  <a:ext cx="1598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62C3B46F-EAEF-8734-2E6F-CA3EDFB39FBE}"/>
                    </a:ext>
                  </a:extLst>
                </p14:cNvPr>
                <p14:cNvContentPartPr/>
                <p14:nvPr/>
              </p14:nvContentPartPr>
              <p14:xfrm>
                <a:off x="779940" y="5500628"/>
                <a:ext cx="187560" cy="25920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62C3B46F-EAEF-8734-2E6F-CA3EDFB39FBE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771300" y="5491988"/>
                  <a:ext cx="2052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32AFF818-3417-E639-A48E-B0C117801E76}"/>
                    </a:ext>
                  </a:extLst>
                </p14:cNvPr>
                <p14:cNvContentPartPr/>
                <p14:nvPr/>
              </p14:nvContentPartPr>
              <p14:xfrm>
                <a:off x="1081980" y="5684948"/>
                <a:ext cx="82800" cy="1764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32AFF818-3417-E639-A48E-B0C117801E76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1072980" y="5675948"/>
                  <a:ext cx="1004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8C267EB3-51CC-6AFC-EEF7-D11B8955331C}"/>
                    </a:ext>
                  </a:extLst>
                </p14:cNvPr>
                <p14:cNvContentPartPr/>
                <p14:nvPr/>
              </p14:nvContentPartPr>
              <p14:xfrm>
                <a:off x="1058580" y="5621228"/>
                <a:ext cx="101160" cy="1872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8C267EB3-51CC-6AFC-EEF7-D11B8955331C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1049940" y="5612588"/>
                  <a:ext cx="1188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C4FABC8A-11BB-F890-467C-8A14E8FA97BA}"/>
                    </a:ext>
                  </a:extLst>
                </p14:cNvPr>
                <p14:cNvContentPartPr/>
                <p14:nvPr/>
              </p14:nvContentPartPr>
              <p14:xfrm>
                <a:off x="1568340" y="5620688"/>
                <a:ext cx="171360" cy="9000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C4FABC8A-11BB-F890-467C-8A14E8FA97BA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1559700" y="5612048"/>
                  <a:ext cx="1890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465A2FE8-95CD-C12E-5E55-0FF51FC17A4A}"/>
                    </a:ext>
                  </a:extLst>
                </p14:cNvPr>
                <p14:cNvContentPartPr/>
                <p14:nvPr/>
              </p14:nvContentPartPr>
              <p14:xfrm>
                <a:off x="1677780" y="5408648"/>
                <a:ext cx="138960" cy="7704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465A2FE8-95CD-C12E-5E55-0FF51FC17A4A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1669140" y="5400008"/>
                  <a:ext cx="1566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C8A79175-900C-A081-170E-A04FB2E83FC2}"/>
                    </a:ext>
                  </a:extLst>
                </p14:cNvPr>
                <p14:cNvContentPartPr/>
                <p14:nvPr/>
              </p14:nvContentPartPr>
              <p14:xfrm>
                <a:off x="1948140" y="5564168"/>
                <a:ext cx="219600" cy="10476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C8A79175-900C-A081-170E-A04FB2E83FC2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1939140" y="5555168"/>
                  <a:ext cx="2372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FE37A182-FA58-CC7B-5D56-67E43D8F4868}"/>
                    </a:ext>
                  </a:extLst>
                </p14:cNvPr>
                <p14:cNvContentPartPr/>
                <p14:nvPr/>
              </p14:nvContentPartPr>
              <p14:xfrm>
                <a:off x="2173500" y="5391368"/>
                <a:ext cx="172080" cy="32400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FE37A182-FA58-CC7B-5D56-67E43D8F4868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2164500" y="5382368"/>
                  <a:ext cx="18972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F4D17CC8-F7A9-3A44-5FE9-6D4204A56284}"/>
                    </a:ext>
                  </a:extLst>
                </p14:cNvPr>
                <p14:cNvContentPartPr/>
                <p14:nvPr/>
              </p14:nvContentPartPr>
              <p14:xfrm>
                <a:off x="2348460" y="5595128"/>
                <a:ext cx="93600" cy="2664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F4D17CC8-F7A9-3A44-5FE9-6D4204A56284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2339460" y="5586128"/>
                  <a:ext cx="1112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9E2A2FE4-D159-73BE-8265-3D5C1DCECD44}"/>
                    </a:ext>
                  </a:extLst>
                </p14:cNvPr>
                <p14:cNvContentPartPr/>
                <p14:nvPr/>
              </p14:nvContentPartPr>
              <p14:xfrm>
                <a:off x="2526300" y="5559128"/>
                <a:ext cx="145800" cy="6552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9E2A2FE4-D159-73BE-8265-3D5C1DCECD44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2517660" y="5550128"/>
                  <a:ext cx="1634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BFC32DBB-4D8D-DED9-1459-4657CA78A0EA}"/>
                    </a:ext>
                  </a:extLst>
                </p14:cNvPr>
                <p14:cNvContentPartPr/>
                <p14:nvPr/>
              </p14:nvContentPartPr>
              <p14:xfrm>
                <a:off x="2779740" y="5573528"/>
                <a:ext cx="94680" cy="144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BFC32DBB-4D8D-DED9-1459-4657CA78A0EA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2771100" y="5564528"/>
                  <a:ext cx="1123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0366A17E-4BF0-88AB-E2BC-DB3BD318A3A0}"/>
                    </a:ext>
                  </a:extLst>
                </p14:cNvPr>
                <p14:cNvContentPartPr/>
                <p14:nvPr/>
              </p14:nvContentPartPr>
              <p14:xfrm>
                <a:off x="2945700" y="5496488"/>
                <a:ext cx="88920" cy="14040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0366A17E-4BF0-88AB-E2BC-DB3BD318A3A0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2936700" y="5487848"/>
                  <a:ext cx="1065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A895EF78-8A87-1B5F-5E54-A8917BCF2849}"/>
                    </a:ext>
                  </a:extLst>
                </p14:cNvPr>
                <p14:cNvContentPartPr/>
                <p14:nvPr/>
              </p14:nvContentPartPr>
              <p14:xfrm>
                <a:off x="2992500" y="5398928"/>
                <a:ext cx="243360" cy="31284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A895EF78-8A87-1B5F-5E54-A8917BCF2849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2983500" y="5389928"/>
                  <a:ext cx="261000" cy="33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0E0ABD75-3945-23AB-7E8D-FD41C2E4B72B}"/>
              </a:ext>
            </a:extLst>
          </p:cNvPr>
          <p:cNvGrpSpPr/>
          <p:nvPr/>
        </p:nvGrpSpPr>
        <p:grpSpPr>
          <a:xfrm>
            <a:off x="3600540" y="5500808"/>
            <a:ext cx="644040" cy="237600"/>
            <a:chOff x="3600540" y="5500808"/>
            <a:chExt cx="644040" cy="23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6CD6DD70-5DFE-EEA0-E62F-B323EF722A5C}"/>
                    </a:ext>
                  </a:extLst>
                </p14:cNvPr>
                <p14:cNvContentPartPr/>
                <p14:nvPr/>
              </p14:nvContentPartPr>
              <p14:xfrm>
                <a:off x="3729420" y="5634368"/>
                <a:ext cx="354600" cy="2880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6CD6DD70-5DFE-EEA0-E62F-B323EF722A5C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3720420" y="5625728"/>
                  <a:ext cx="3722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7ACD37FE-8748-5AB6-7C8D-4515A0794599}"/>
                    </a:ext>
                  </a:extLst>
                </p14:cNvPr>
                <p14:cNvContentPartPr/>
                <p14:nvPr/>
              </p14:nvContentPartPr>
              <p14:xfrm>
                <a:off x="3851100" y="5606288"/>
                <a:ext cx="212040" cy="1044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7ACD37FE-8748-5AB6-7C8D-4515A0794599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3842460" y="5597288"/>
                  <a:ext cx="2296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070EDFD7-0669-9339-F4BA-F4D1E5834AD0}"/>
                    </a:ext>
                  </a:extLst>
                </p14:cNvPr>
                <p14:cNvContentPartPr/>
                <p14:nvPr/>
              </p14:nvContentPartPr>
              <p14:xfrm>
                <a:off x="4036860" y="5532848"/>
                <a:ext cx="207720" cy="20556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070EDFD7-0669-9339-F4BA-F4D1E5834AD0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4027860" y="5524208"/>
                  <a:ext cx="2253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5BAD5E8B-91FD-B473-370F-7816D82F59C5}"/>
                    </a:ext>
                  </a:extLst>
                </p14:cNvPr>
                <p14:cNvContentPartPr/>
                <p14:nvPr/>
              </p14:nvContentPartPr>
              <p14:xfrm>
                <a:off x="3600540" y="5500808"/>
                <a:ext cx="262800" cy="19512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5BAD5E8B-91FD-B473-370F-7816D82F59C5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3591540" y="5491808"/>
                  <a:ext cx="280440" cy="21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9" name="Group 398">
            <a:extLst>
              <a:ext uri="{FF2B5EF4-FFF2-40B4-BE49-F238E27FC236}">
                <a16:creationId xmlns:a16="http://schemas.microsoft.com/office/drawing/2014/main" id="{7643777F-B15A-B500-1AC1-EAF7E3CAEE40}"/>
              </a:ext>
            </a:extLst>
          </p:cNvPr>
          <p:cNvGrpSpPr/>
          <p:nvPr/>
        </p:nvGrpSpPr>
        <p:grpSpPr>
          <a:xfrm>
            <a:off x="4537620" y="5382368"/>
            <a:ext cx="1037160" cy="348480"/>
            <a:chOff x="4537620" y="5382368"/>
            <a:chExt cx="1037160" cy="34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4AA67915-2E25-CE5E-83B0-992827035AB5}"/>
                    </a:ext>
                  </a:extLst>
                </p14:cNvPr>
                <p14:cNvContentPartPr/>
                <p14:nvPr/>
              </p14:nvContentPartPr>
              <p14:xfrm>
                <a:off x="4537620" y="5424848"/>
                <a:ext cx="271080" cy="27180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4AA67915-2E25-CE5E-83B0-992827035AB5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4528620" y="5415848"/>
                  <a:ext cx="2887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E4E5C8A3-74B7-F2ED-ACA1-C4481973E787}"/>
                    </a:ext>
                  </a:extLst>
                </p14:cNvPr>
                <p14:cNvContentPartPr/>
                <p14:nvPr/>
              </p14:nvContentPartPr>
              <p14:xfrm>
                <a:off x="4581900" y="5407568"/>
                <a:ext cx="88920" cy="28620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E4E5C8A3-74B7-F2ED-ACA1-C4481973E787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4572900" y="5398928"/>
                  <a:ext cx="1065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8381439C-6812-F85E-A8E4-622A67169F82}"/>
                    </a:ext>
                  </a:extLst>
                </p14:cNvPr>
                <p14:cNvContentPartPr/>
                <p14:nvPr/>
              </p14:nvContentPartPr>
              <p14:xfrm>
                <a:off x="4862340" y="5382368"/>
                <a:ext cx="113040" cy="33264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8381439C-6812-F85E-A8E4-622A67169F82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4853340" y="5373368"/>
                  <a:ext cx="13068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9E6280E5-76D5-C580-295A-B4CAB39AE528}"/>
                    </a:ext>
                  </a:extLst>
                </p14:cNvPr>
                <p14:cNvContentPartPr/>
                <p14:nvPr/>
              </p14:nvContentPartPr>
              <p14:xfrm>
                <a:off x="4940820" y="5498648"/>
                <a:ext cx="210960" cy="18684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9E6280E5-76D5-C580-295A-B4CAB39AE528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4931820" y="5489648"/>
                  <a:ext cx="2286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A64FAA0C-E025-AB3C-6C45-0954893F48E6}"/>
                    </a:ext>
                  </a:extLst>
                </p14:cNvPr>
                <p14:cNvContentPartPr/>
                <p14:nvPr/>
              </p14:nvContentPartPr>
              <p14:xfrm>
                <a:off x="4967100" y="5585048"/>
                <a:ext cx="166320" cy="2124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A64FAA0C-E025-AB3C-6C45-0954893F48E6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4958460" y="5576048"/>
                  <a:ext cx="1839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D7862803-35C0-D78C-12BA-16FF694783E8}"/>
                    </a:ext>
                  </a:extLst>
                </p14:cNvPr>
                <p14:cNvContentPartPr/>
                <p14:nvPr/>
              </p14:nvContentPartPr>
              <p14:xfrm>
                <a:off x="5091300" y="5392808"/>
                <a:ext cx="192600" cy="33804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D7862803-35C0-D78C-12BA-16FF694783E8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5082660" y="5383808"/>
                  <a:ext cx="21024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4E997FA1-1373-0C6B-BFDD-D7920B5C679F}"/>
                    </a:ext>
                  </a:extLst>
                </p14:cNvPr>
                <p14:cNvContentPartPr/>
                <p14:nvPr/>
              </p14:nvContentPartPr>
              <p14:xfrm>
                <a:off x="5460660" y="5589368"/>
                <a:ext cx="114120" cy="2196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4E997FA1-1373-0C6B-BFDD-D7920B5C679F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5452020" y="5580728"/>
                  <a:ext cx="1317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F05F222E-B41E-6272-239D-CE9C26A8C967}"/>
                    </a:ext>
                  </a:extLst>
                </p14:cNvPr>
                <p14:cNvContentPartPr/>
                <p14:nvPr/>
              </p14:nvContentPartPr>
              <p14:xfrm>
                <a:off x="5468580" y="5528528"/>
                <a:ext cx="59400" cy="468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F05F222E-B41E-6272-239D-CE9C26A8C967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5459580" y="5519888"/>
                  <a:ext cx="77040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2" name="Group 401">
            <a:extLst>
              <a:ext uri="{FF2B5EF4-FFF2-40B4-BE49-F238E27FC236}">
                <a16:creationId xmlns:a16="http://schemas.microsoft.com/office/drawing/2014/main" id="{CBD914FD-A318-F32A-036E-50B37F290238}"/>
              </a:ext>
            </a:extLst>
          </p:cNvPr>
          <p:cNvGrpSpPr/>
          <p:nvPr/>
        </p:nvGrpSpPr>
        <p:grpSpPr>
          <a:xfrm>
            <a:off x="5862060" y="5229368"/>
            <a:ext cx="304920" cy="148320"/>
            <a:chOff x="5862060" y="5229368"/>
            <a:chExt cx="304920" cy="14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0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DB79CDB5-079D-D170-EDEC-F67DE6B99592}"/>
                    </a:ext>
                  </a:extLst>
                </p14:cNvPr>
                <p14:cNvContentPartPr/>
                <p14:nvPr/>
              </p14:nvContentPartPr>
              <p14:xfrm>
                <a:off x="5862060" y="5366168"/>
                <a:ext cx="123120" cy="1152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DB79CDB5-079D-D170-EDEC-F67DE6B99592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5853420" y="5357168"/>
                  <a:ext cx="1407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9F224D21-C5CD-621A-272B-7E68BC73EC85}"/>
                    </a:ext>
                  </a:extLst>
                </p14:cNvPr>
                <p14:cNvContentPartPr/>
                <p14:nvPr/>
              </p14:nvContentPartPr>
              <p14:xfrm>
                <a:off x="6119820" y="5229368"/>
                <a:ext cx="47160" cy="13320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9F224D21-C5CD-621A-272B-7E68BC73EC85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6110820" y="5220368"/>
                  <a:ext cx="64800" cy="15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815B3F55-BC83-E36A-79CD-0AB01436E575}"/>
              </a:ext>
            </a:extLst>
          </p:cNvPr>
          <p:cNvGrpSpPr/>
          <p:nvPr/>
        </p:nvGrpSpPr>
        <p:grpSpPr>
          <a:xfrm>
            <a:off x="5725620" y="5527808"/>
            <a:ext cx="1147320" cy="345240"/>
            <a:chOff x="5725620" y="5527808"/>
            <a:chExt cx="1147320" cy="34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4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7ADA3A50-6740-EC74-F803-B3DBCA81AE50}"/>
                    </a:ext>
                  </a:extLst>
                </p14:cNvPr>
                <p14:cNvContentPartPr/>
                <p14:nvPr/>
              </p14:nvContentPartPr>
              <p14:xfrm>
                <a:off x="5725620" y="5527808"/>
                <a:ext cx="753480" cy="4608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7ADA3A50-6740-EC74-F803-B3DBCA81AE50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5716620" y="5518808"/>
                  <a:ext cx="7711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775BDA2C-ED53-8DA4-1A37-D5600ED59F55}"/>
                    </a:ext>
                  </a:extLst>
                </p14:cNvPr>
                <p14:cNvContentPartPr/>
                <p14:nvPr/>
              </p14:nvContentPartPr>
              <p14:xfrm>
                <a:off x="5913540" y="5673248"/>
                <a:ext cx="55800" cy="16092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775BDA2C-ED53-8DA4-1A37-D5600ED59F55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5904540" y="5664608"/>
                  <a:ext cx="734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8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8AB8F8CA-F3CF-A9F8-412E-4A6881FB3E76}"/>
                    </a:ext>
                  </a:extLst>
                </p14:cNvPr>
                <p14:cNvContentPartPr/>
                <p14:nvPr/>
              </p14:nvContentPartPr>
              <p14:xfrm>
                <a:off x="6079140" y="5747048"/>
                <a:ext cx="93240" cy="1116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8AB8F8CA-F3CF-A9F8-412E-4A6881FB3E76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6070140" y="5738408"/>
                  <a:ext cx="1108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0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F92C917A-A490-3A3D-5AAA-BBBB9BEF7128}"/>
                    </a:ext>
                  </a:extLst>
                </p14:cNvPr>
                <p14:cNvContentPartPr/>
                <p14:nvPr/>
              </p14:nvContentPartPr>
              <p14:xfrm>
                <a:off x="6293700" y="5720408"/>
                <a:ext cx="113760" cy="8244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F92C917A-A490-3A3D-5AAA-BBBB9BEF7128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6285060" y="5711768"/>
                  <a:ext cx="1314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2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28CADC3C-D336-EAA6-4708-5B9DAD28A8F9}"/>
                    </a:ext>
                  </a:extLst>
                </p14:cNvPr>
                <p14:cNvContentPartPr/>
                <p14:nvPr/>
              </p14:nvContentPartPr>
              <p14:xfrm>
                <a:off x="6452460" y="5712128"/>
                <a:ext cx="186840" cy="16092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28CADC3C-D336-EAA6-4708-5B9DAD28A8F9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6443820" y="5703128"/>
                  <a:ext cx="2044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4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6090853B-1F1F-3D41-AC9E-55A4E0A9E561}"/>
                    </a:ext>
                  </a:extLst>
                </p14:cNvPr>
                <p14:cNvContentPartPr/>
                <p14:nvPr/>
              </p14:nvContentPartPr>
              <p14:xfrm>
                <a:off x="6525900" y="5792768"/>
                <a:ext cx="124560" cy="1692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6090853B-1F1F-3D41-AC9E-55A4E0A9E561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6516900" y="5784128"/>
                  <a:ext cx="1422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6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AEBB2B86-EF15-CB19-D56D-2FEF6AE3462F}"/>
                    </a:ext>
                  </a:extLst>
                </p14:cNvPr>
                <p14:cNvContentPartPr/>
                <p14:nvPr/>
              </p14:nvContentPartPr>
              <p14:xfrm>
                <a:off x="6676020" y="5683688"/>
                <a:ext cx="88560" cy="1152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AEBB2B86-EF15-CB19-D56D-2FEF6AE3462F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6667380" y="5674688"/>
                  <a:ext cx="1062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8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1DAA75CF-701E-A8E4-0341-D65A70053421}"/>
                    </a:ext>
                  </a:extLst>
                </p14:cNvPr>
                <p14:cNvContentPartPr/>
                <p14:nvPr/>
              </p14:nvContentPartPr>
              <p14:xfrm>
                <a:off x="6826500" y="5626448"/>
                <a:ext cx="46440" cy="8748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1DAA75CF-701E-A8E4-0341-D65A70053421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6817860" y="5617808"/>
                  <a:ext cx="64080" cy="105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50">
            <p14:nvContentPartPr>
              <p14:cNvPr id="412" name="Ink 411">
                <a:extLst>
                  <a:ext uri="{FF2B5EF4-FFF2-40B4-BE49-F238E27FC236}">
                    <a16:creationId xmlns:a16="http://schemas.microsoft.com/office/drawing/2014/main" id="{72E83A98-8E87-720E-54C1-9D014B6D7AC6}"/>
                  </a:ext>
                </a:extLst>
              </p14:cNvPr>
              <p14:cNvContentPartPr/>
              <p14:nvPr/>
            </p14:nvContentPartPr>
            <p14:xfrm>
              <a:off x="1294020" y="5657408"/>
              <a:ext cx="149760" cy="11160"/>
            </p14:xfrm>
          </p:contentPart>
        </mc:Choice>
        <mc:Fallback>
          <p:pic>
            <p:nvPicPr>
              <p:cNvPr id="412" name="Ink 411">
                <a:extLst>
                  <a:ext uri="{FF2B5EF4-FFF2-40B4-BE49-F238E27FC236}">
                    <a16:creationId xmlns:a16="http://schemas.microsoft.com/office/drawing/2014/main" id="{72E83A98-8E87-720E-54C1-9D014B6D7AC6}"/>
                  </a:ext>
                </a:extLst>
              </p:cNvPr>
              <p:cNvPicPr/>
              <p:nvPr/>
            </p:nvPicPr>
            <p:blipFill>
              <a:blip r:embed="rId651"/>
              <a:stretch>
                <a:fillRect/>
              </a:stretch>
            </p:blipFill>
            <p:spPr>
              <a:xfrm>
                <a:off x="1285020" y="5648768"/>
                <a:ext cx="167400" cy="2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5" name="Group 414">
            <a:extLst>
              <a:ext uri="{FF2B5EF4-FFF2-40B4-BE49-F238E27FC236}">
                <a16:creationId xmlns:a16="http://schemas.microsoft.com/office/drawing/2014/main" id="{8C5F2481-56E0-4561-05C2-544F16EB3766}"/>
              </a:ext>
            </a:extLst>
          </p:cNvPr>
          <p:cNvGrpSpPr/>
          <p:nvPr/>
        </p:nvGrpSpPr>
        <p:grpSpPr>
          <a:xfrm>
            <a:off x="5813820" y="5306768"/>
            <a:ext cx="156240" cy="127440"/>
            <a:chOff x="5813820" y="5306768"/>
            <a:chExt cx="156240" cy="12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2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92720889-B380-F913-CDC3-558EAEFC3FE2}"/>
                    </a:ext>
                  </a:extLst>
                </p14:cNvPr>
                <p14:cNvContentPartPr/>
                <p14:nvPr/>
              </p14:nvContentPartPr>
              <p14:xfrm>
                <a:off x="5889420" y="5306768"/>
                <a:ext cx="47160" cy="12744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92720889-B380-F913-CDC3-558EAEFC3FE2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5880780" y="5298128"/>
                  <a:ext cx="648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4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A2588922-B464-7E97-6E0C-9BD3291FE291}"/>
                    </a:ext>
                  </a:extLst>
                </p14:cNvPr>
                <p14:cNvContentPartPr/>
                <p14:nvPr/>
              </p14:nvContentPartPr>
              <p14:xfrm>
                <a:off x="5813820" y="5362568"/>
                <a:ext cx="156240" cy="1080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A2588922-B464-7E97-6E0C-9BD3291FE291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5804820" y="5353568"/>
                  <a:ext cx="173880" cy="2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56">
            <p14:nvContentPartPr>
              <p14:cNvPr id="416" name="Ink 415">
                <a:extLst>
                  <a:ext uri="{FF2B5EF4-FFF2-40B4-BE49-F238E27FC236}">
                    <a16:creationId xmlns:a16="http://schemas.microsoft.com/office/drawing/2014/main" id="{66CFB2A4-C1C6-2FAF-010E-61006C1AE9BE}"/>
                  </a:ext>
                </a:extLst>
              </p14:cNvPr>
              <p14:cNvContentPartPr/>
              <p14:nvPr/>
            </p14:nvContentPartPr>
            <p14:xfrm>
              <a:off x="6473340" y="4535288"/>
              <a:ext cx="786600" cy="195120"/>
            </p14:xfrm>
          </p:contentPart>
        </mc:Choice>
        <mc:Fallback>
          <p:pic>
            <p:nvPicPr>
              <p:cNvPr id="416" name="Ink 415">
                <a:extLst>
                  <a:ext uri="{FF2B5EF4-FFF2-40B4-BE49-F238E27FC236}">
                    <a16:creationId xmlns:a16="http://schemas.microsoft.com/office/drawing/2014/main" id="{66CFB2A4-C1C6-2FAF-010E-61006C1AE9BE}"/>
                  </a:ext>
                </a:extLst>
              </p:cNvPr>
              <p:cNvPicPr/>
              <p:nvPr/>
            </p:nvPicPr>
            <p:blipFill>
              <a:blip r:embed="rId657"/>
              <a:stretch>
                <a:fillRect/>
              </a:stretch>
            </p:blipFill>
            <p:spPr>
              <a:xfrm>
                <a:off x="6464700" y="4526648"/>
                <a:ext cx="80424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8">
            <p14:nvContentPartPr>
              <p14:cNvPr id="417" name="Ink 416">
                <a:extLst>
                  <a:ext uri="{FF2B5EF4-FFF2-40B4-BE49-F238E27FC236}">
                    <a16:creationId xmlns:a16="http://schemas.microsoft.com/office/drawing/2014/main" id="{9E6C3C30-337B-AC62-3754-57998BBB4D27}"/>
                  </a:ext>
                </a:extLst>
              </p14:cNvPr>
              <p14:cNvContentPartPr/>
              <p14:nvPr/>
            </p14:nvContentPartPr>
            <p14:xfrm>
              <a:off x="6989580" y="4922288"/>
              <a:ext cx="301680" cy="287640"/>
            </p14:xfrm>
          </p:contentPart>
        </mc:Choice>
        <mc:Fallback>
          <p:pic>
            <p:nvPicPr>
              <p:cNvPr id="417" name="Ink 416">
                <a:extLst>
                  <a:ext uri="{FF2B5EF4-FFF2-40B4-BE49-F238E27FC236}">
                    <a16:creationId xmlns:a16="http://schemas.microsoft.com/office/drawing/2014/main" id="{9E6C3C30-337B-AC62-3754-57998BBB4D27}"/>
                  </a:ext>
                </a:extLst>
              </p:cNvPr>
              <p:cNvPicPr/>
              <p:nvPr/>
            </p:nvPicPr>
            <p:blipFill>
              <a:blip r:embed="rId659"/>
              <a:stretch>
                <a:fillRect/>
              </a:stretch>
            </p:blipFill>
            <p:spPr>
              <a:xfrm>
                <a:off x="6980940" y="4913648"/>
                <a:ext cx="319320" cy="30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31" name="Group 430">
            <a:extLst>
              <a:ext uri="{FF2B5EF4-FFF2-40B4-BE49-F238E27FC236}">
                <a16:creationId xmlns:a16="http://schemas.microsoft.com/office/drawing/2014/main" id="{D6D436E9-B3A5-5131-B8B2-0B75302C99B4}"/>
              </a:ext>
            </a:extLst>
          </p:cNvPr>
          <p:cNvGrpSpPr/>
          <p:nvPr/>
        </p:nvGrpSpPr>
        <p:grpSpPr>
          <a:xfrm>
            <a:off x="7589340" y="4487768"/>
            <a:ext cx="862200" cy="274320"/>
            <a:chOff x="7589340" y="4487768"/>
            <a:chExt cx="862200" cy="27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0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B5B21E84-5B5B-A338-8DDB-F3F52EE13D93}"/>
                    </a:ext>
                  </a:extLst>
                </p14:cNvPr>
                <p14:cNvContentPartPr/>
                <p14:nvPr/>
              </p14:nvContentPartPr>
              <p14:xfrm>
                <a:off x="7589340" y="4618448"/>
                <a:ext cx="131400" cy="14364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B5B21E84-5B5B-A338-8DDB-F3F52EE13D93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7580340" y="4609808"/>
                  <a:ext cx="1490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2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24CB4262-85EB-81DA-83DD-796D016BD215}"/>
                    </a:ext>
                  </a:extLst>
                </p14:cNvPr>
                <p14:cNvContentPartPr/>
                <p14:nvPr/>
              </p14:nvContentPartPr>
              <p14:xfrm>
                <a:off x="7761060" y="4487768"/>
                <a:ext cx="690480" cy="20016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24CB4262-85EB-81DA-83DD-796D016BD215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7752060" y="4478768"/>
                  <a:ext cx="708120" cy="21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0" name="Group 429">
            <a:extLst>
              <a:ext uri="{FF2B5EF4-FFF2-40B4-BE49-F238E27FC236}">
                <a16:creationId xmlns:a16="http://schemas.microsoft.com/office/drawing/2014/main" id="{92114572-63FC-0C02-D78B-043A18648D20}"/>
              </a:ext>
            </a:extLst>
          </p:cNvPr>
          <p:cNvGrpSpPr/>
          <p:nvPr/>
        </p:nvGrpSpPr>
        <p:grpSpPr>
          <a:xfrm>
            <a:off x="8707500" y="4080608"/>
            <a:ext cx="1418040" cy="534600"/>
            <a:chOff x="8707500" y="4080608"/>
            <a:chExt cx="1418040" cy="53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4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419A3611-A5CF-6AE1-94E2-150BB5670AFF}"/>
                    </a:ext>
                  </a:extLst>
                </p14:cNvPr>
                <p14:cNvContentPartPr/>
                <p14:nvPr/>
              </p14:nvContentPartPr>
              <p14:xfrm>
                <a:off x="8707500" y="4429088"/>
                <a:ext cx="317520" cy="18612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419A3611-A5CF-6AE1-94E2-150BB5670AFF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8698500" y="4420088"/>
                  <a:ext cx="3351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6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FE04E905-9898-6BC4-3746-BC22B134413F}"/>
                    </a:ext>
                  </a:extLst>
                </p14:cNvPr>
                <p14:cNvContentPartPr/>
                <p14:nvPr/>
              </p14:nvContentPartPr>
              <p14:xfrm>
                <a:off x="8820540" y="4535288"/>
                <a:ext cx="115920" cy="360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FE04E905-9898-6BC4-3746-BC22B134413F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8811900" y="4526648"/>
                  <a:ext cx="1335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8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7D4A3B92-4E13-EE72-0D93-E34C550F560F}"/>
                    </a:ext>
                  </a:extLst>
                </p14:cNvPr>
                <p14:cNvContentPartPr/>
                <p14:nvPr/>
              </p14:nvContentPartPr>
              <p14:xfrm>
                <a:off x="9080820" y="4467968"/>
                <a:ext cx="130680" cy="1260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7D4A3B92-4E13-EE72-0D93-E34C550F560F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9072180" y="4459328"/>
                  <a:ext cx="1483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0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480F6BE0-C73E-9523-8C52-E8A4803BF048}"/>
                    </a:ext>
                  </a:extLst>
                </p14:cNvPr>
                <p14:cNvContentPartPr/>
                <p14:nvPr/>
              </p14:nvContentPartPr>
              <p14:xfrm>
                <a:off x="9185220" y="4296608"/>
                <a:ext cx="154080" cy="20844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480F6BE0-C73E-9523-8C52-E8A4803BF048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9176580" y="4287608"/>
                  <a:ext cx="1717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2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47EE6701-2A7F-F504-B5B0-79E89ADEE8D7}"/>
                    </a:ext>
                  </a:extLst>
                </p14:cNvPr>
                <p14:cNvContentPartPr/>
                <p14:nvPr/>
              </p14:nvContentPartPr>
              <p14:xfrm>
                <a:off x="9194220" y="4395968"/>
                <a:ext cx="178560" cy="2988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47EE6701-2A7F-F504-B5B0-79E89ADEE8D7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9185580" y="4386968"/>
                  <a:ext cx="1962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4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E4062566-C50D-F0AB-B680-444EA225226A}"/>
                    </a:ext>
                  </a:extLst>
                </p14:cNvPr>
                <p14:cNvContentPartPr/>
                <p14:nvPr/>
              </p14:nvContentPartPr>
              <p14:xfrm>
                <a:off x="9361620" y="4364648"/>
                <a:ext cx="81000" cy="10224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E4062566-C50D-F0AB-B680-444EA225226A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9352620" y="4355648"/>
                  <a:ext cx="986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6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FC532BF0-CEF7-D1A9-5924-1C2B01E6F793}"/>
                    </a:ext>
                  </a:extLst>
                </p14:cNvPr>
                <p14:cNvContentPartPr/>
                <p14:nvPr/>
              </p14:nvContentPartPr>
              <p14:xfrm>
                <a:off x="9468900" y="4346288"/>
                <a:ext cx="335880" cy="8424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FC532BF0-CEF7-D1A9-5924-1C2B01E6F793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9459900" y="4337288"/>
                  <a:ext cx="3535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8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1EF18435-E974-9648-2BF9-0FE33FEE53D5}"/>
                    </a:ext>
                  </a:extLst>
                </p14:cNvPr>
                <p14:cNvContentPartPr/>
                <p14:nvPr/>
              </p14:nvContentPartPr>
              <p14:xfrm>
                <a:off x="9746100" y="4266728"/>
                <a:ext cx="129240" cy="9216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1EF18435-E974-9648-2BF9-0FE33FEE53D5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9737100" y="4258088"/>
                  <a:ext cx="1468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0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482482AF-D109-9B75-ABF8-C7D842AF1D97}"/>
                    </a:ext>
                  </a:extLst>
                </p14:cNvPr>
                <p14:cNvContentPartPr/>
                <p14:nvPr/>
              </p14:nvContentPartPr>
              <p14:xfrm>
                <a:off x="9930420" y="4080608"/>
                <a:ext cx="195120" cy="33984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482482AF-D109-9B75-ABF8-C7D842AF1D97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9921780" y="4071608"/>
                  <a:ext cx="21276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2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F1BD2F13-F054-8C65-53F0-C2C3FDAC366B}"/>
                    </a:ext>
                  </a:extLst>
                </p14:cNvPr>
                <p14:cNvContentPartPr/>
                <p14:nvPr/>
              </p14:nvContentPartPr>
              <p14:xfrm>
                <a:off x="9923220" y="4271408"/>
                <a:ext cx="171720" cy="1836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F1BD2F13-F054-8C65-53F0-C2C3FDAC366B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9914580" y="4262408"/>
                  <a:ext cx="18936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4">
            <p14:nvContentPartPr>
              <p14:cNvPr id="432" name="Ink 431">
                <a:extLst>
                  <a:ext uri="{FF2B5EF4-FFF2-40B4-BE49-F238E27FC236}">
                    <a16:creationId xmlns:a16="http://schemas.microsoft.com/office/drawing/2014/main" id="{1F24F464-8851-D3A7-E860-4986A39A0F01}"/>
                  </a:ext>
                </a:extLst>
              </p14:cNvPr>
              <p14:cNvContentPartPr/>
              <p14:nvPr/>
            </p14:nvContentPartPr>
            <p14:xfrm>
              <a:off x="654300" y="4811408"/>
              <a:ext cx="36720" cy="83520"/>
            </p14:xfrm>
          </p:contentPart>
        </mc:Choice>
        <mc:Fallback>
          <p:pic>
            <p:nvPicPr>
              <p:cNvPr id="432" name="Ink 431">
                <a:extLst>
                  <a:ext uri="{FF2B5EF4-FFF2-40B4-BE49-F238E27FC236}">
                    <a16:creationId xmlns:a16="http://schemas.microsoft.com/office/drawing/2014/main" id="{1F24F464-8851-D3A7-E860-4986A39A0F01}"/>
                  </a:ext>
                </a:extLst>
              </p:cNvPr>
              <p:cNvPicPr/>
              <p:nvPr/>
            </p:nvPicPr>
            <p:blipFill>
              <a:blip r:embed="rId685"/>
              <a:stretch>
                <a:fillRect/>
              </a:stretch>
            </p:blipFill>
            <p:spPr>
              <a:xfrm>
                <a:off x="645660" y="4802408"/>
                <a:ext cx="5436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6">
            <p14:nvContentPartPr>
              <p14:cNvPr id="433" name="Ink 432">
                <a:extLst>
                  <a:ext uri="{FF2B5EF4-FFF2-40B4-BE49-F238E27FC236}">
                    <a16:creationId xmlns:a16="http://schemas.microsoft.com/office/drawing/2014/main" id="{E0F09DF5-86A2-A779-09AA-0E30B401D2FE}"/>
                  </a:ext>
                </a:extLst>
              </p14:cNvPr>
              <p14:cNvContentPartPr/>
              <p14:nvPr/>
            </p14:nvContentPartPr>
            <p14:xfrm>
              <a:off x="540180" y="5838488"/>
              <a:ext cx="161280" cy="100080"/>
            </p14:xfrm>
          </p:contentPart>
        </mc:Choice>
        <mc:Fallback>
          <p:pic>
            <p:nvPicPr>
              <p:cNvPr id="433" name="Ink 432">
                <a:extLst>
                  <a:ext uri="{FF2B5EF4-FFF2-40B4-BE49-F238E27FC236}">
                    <a16:creationId xmlns:a16="http://schemas.microsoft.com/office/drawing/2014/main" id="{E0F09DF5-86A2-A779-09AA-0E30B401D2FE}"/>
                  </a:ext>
                </a:extLst>
              </p:cNvPr>
              <p:cNvPicPr/>
              <p:nvPr/>
            </p:nvPicPr>
            <p:blipFill>
              <a:blip r:embed="rId687"/>
              <a:stretch>
                <a:fillRect/>
              </a:stretch>
            </p:blipFill>
            <p:spPr>
              <a:xfrm>
                <a:off x="531180" y="5829488"/>
                <a:ext cx="17892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8">
            <p14:nvContentPartPr>
              <p14:cNvPr id="434" name="Ink 433">
                <a:extLst>
                  <a:ext uri="{FF2B5EF4-FFF2-40B4-BE49-F238E27FC236}">
                    <a16:creationId xmlns:a16="http://schemas.microsoft.com/office/drawing/2014/main" id="{893337E1-B810-5988-2E2F-C1D7959E4140}"/>
                  </a:ext>
                </a:extLst>
              </p14:cNvPr>
              <p14:cNvContentPartPr/>
              <p14:nvPr/>
            </p14:nvContentPartPr>
            <p14:xfrm>
              <a:off x="3944340" y="4744088"/>
              <a:ext cx="24840" cy="76320"/>
            </p14:xfrm>
          </p:contentPart>
        </mc:Choice>
        <mc:Fallback>
          <p:pic>
            <p:nvPicPr>
              <p:cNvPr id="434" name="Ink 433">
                <a:extLst>
                  <a:ext uri="{FF2B5EF4-FFF2-40B4-BE49-F238E27FC236}">
                    <a16:creationId xmlns:a16="http://schemas.microsoft.com/office/drawing/2014/main" id="{893337E1-B810-5988-2E2F-C1D7959E4140}"/>
                  </a:ext>
                </a:extLst>
              </p:cNvPr>
              <p:cNvPicPr/>
              <p:nvPr/>
            </p:nvPicPr>
            <p:blipFill>
              <a:blip r:embed="rId689"/>
              <a:stretch>
                <a:fillRect/>
              </a:stretch>
            </p:blipFill>
            <p:spPr>
              <a:xfrm>
                <a:off x="3935340" y="4735448"/>
                <a:ext cx="42480" cy="9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48" name="Group 447">
            <a:extLst>
              <a:ext uri="{FF2B5EF4-FFF2-40B4-BE49-F238E27FC236}">
                <a16:creationId xmlns:a16="http://schemas.microsoft.com/office/drawing/2014/main" id="{0D4AAA09-C5B5-FC36-7BAF-3DCEAAD87DD8}"/>
              </a:ext>
            </a:extLst>
          </p:cNvPr>
          <p:cNvGrpSpPr/>
          <p:nvPr/>
        </p:nvGrpSpPr>
        <p:grpSpPr>
          <a:xfrm>
            <a:off x="5939100" y="3844448"/>
            <a:ext cx="1234440" cy="468000"/>
            <a:chOff x="5939100" y="3844448"/>
            <a:chExt cx="1234440" cy="46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0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E6C8C42C-6DFB-7B9A-312C-A75FEA8772D8}"/>
                    </a:ext>
                  </a:extLst>
                </p14:cNvPr>
                <p14:cNvContentPartPr/>
                <p14:nvPr/>
              </p14:nvContentPartPr>
              <p14:xfrm>
                <a:off x="6062940" y="4113728"/>
                <a:ext cx="248040" cy="146520"/>
              </p14:xfrm>
            </p:contentPart>
          </mc:Choice>
          <mc:Fallback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E6C8C42C-6DFB-7B9A-312C-A75FEA8772D8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6053940" y="4105088"/>
                  <a:ext cx="2656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2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AACE8BF6-BE17-FC5C-0321-8D7585B22332}"/>
                    </a:ext>
                  </a:extLst>
                </p14:cNvPr>
                <p14:cNvContentPartPr/>
                <p14:nvPr/>
              </p14:nvContentPartPr>
              <p14:xfrm>
                <a:off x="6156540" y="4178888"/>
                <a:ext cx="109440" cy="2988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AACE8BF6-BE17-FC5C-0321-8D7585B22332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6147540" y="4169888"/>
                  <a:ext cx="1270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4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C629ECF0-75ED-CDDA-3E97-FBE70D73E6D7}"/>
                    </a:ext>
                  </a:extLst>
                </p14:cNvPr>
                <p14:cNvContentPartPr/>
                <p14:nvPr/>
              </p14:nvContentPartPr>
              <p14:xfrm>
                <a:off x="6305580" y="4037048"/>
                <a:ext cx="100440" cy="191880"/>
              </p14:xfrm>
            </p:contentPart>
          </mc:Choice>
          <mc:Fallback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C629ECF0-75ED-CDDA-3E97-FBE70D73E6D7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6296580" y="4028408"/>
                  <a:ext cx="1180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6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3C321EBD-5C09-F0C6-940B-CDC51FE40D43}"/>
                    </a:ext>
                  </a:extLst>
                </p14:cNvPr>
                <p14:cNvContentPartPr/>
                <p14:nvPr/>
              </p14:nvContentPartPr>
              <p14:xfrm>
                <a:off x="5939100" y="4083488"/>
                <a:ext cx="102960" cy="22896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3C321EBD-5C09-F0C6-940B-CDC51FE40D43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5930100" y="4074848"/>
                  <a:ext cx="1206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8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9A9F415E-1DF4-9DE5-0941-DA01FB89F40F}"/>
                    </a:ext>
                  </a:extLst>
                </p14:cNvPr>
                <p14:cNvContentPartPr/>
                <p14:nvPr/>
              </p14:nvContentPartPr>
              <p14:xfrm>
                <a:off x="6517980" y="4041728"/>
                <a:ext cx="151920" cy="120240"/>
              </p14:xfrm>
            </p:contentPart>
          </mc:Choice>
          <mc:Fallback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9A9F415E-1DF4-9DE5-0941-DA01FB89F40F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6509340" y="4032728"/>
                  <a:ext cx="1695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0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DAD8062C-2102-D6C2-AB37-2D5F8DFB143D}"/>
                    </a:ext>
                  </a:extLst>
                </p14:cNvPr>
                <p14:cNvContentPartPr/>
                <p14:nvPr/>
              </p14:nvContentPartPr>
              <p14:xfrm>
                <a:off x="6743700" y="3917168"/>
                <a:ext cx="97920" cy="183960"/>
              </p14:xfrm>
            </p:contentPart>
          </mc:Choice>
          <mc:Fallback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DAD8062C-2102-D6C2-AB37-2D5F8DFB143D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6734700" y="3908528"/>
                  <a:ext cx="1155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2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3CE1EF65-4119-7D08-533E-BDDA1A7EAF49}"/>
                    </a:ext>
                  </a:extLst>
                </p14:cNvPr>
                <p14:cNvContentPartPr/>
                <p14:nvPr/>
              </p14:nvContentPartPr>
              <p14:xfrm>
                <a:off x="6925140" y="3963248"/>
                <a:ext cx="140040" cy="73440"/>
              </p14:xfrm>
            </p:contentPart>
          </mc:Choice>
          <mc:Fallback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3CE1EF65-4119-7D08-533E-BDDA1A7EAF49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6916140" y="3954608"/>
                  <a:ext cx="1576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4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6CADDD7E-73D6-7F57-2FB2-3A80DBED8D14}"/>
                    </a:ext>
                  </a:extLst>
                </p14:cNvPr>
                <p14:cNvContentPartPr/>
                <p14:nvPr/>
              </p14:nvContentPartPr>
              <p14:xfrm>
                <a:off x="7070940" y="3844448"/>
                <a:ext cx="102600" cy="15228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6CADDD7E-73D6-7F57-2FB2-3A80DBED8D14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7061940" y="3835808"/>
                  <a:ext cx="12024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00FB8345-FCAB-3EC3-6FD8-E3F9A8E29E86}"/>
              </a:ext>
            </a:extLst>
          </p:cNvPr>
          <p:cNvGrpSpPr/>
          <p:nvPr/>
        </p:nvGrpSpPr>
        <p:grpSpPr>
          <a:xfrm>
            <a:off x="7392060" y="3702608"/>
            <a:ext cx="669960" cy="253800"/>
            <a:chOff x="7392060" y="3702608"/>
            <a:chExt cx="669960" cy="25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6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ABFEFB93-C4D0-3AC0-9DE5-EE900B602588}"/>
                    </a:ext>
                  </a:extLst>
                </p14:cNvPr>
                <p14:cNvContentPartPr/>
                <p14:nvPr/>
              </p14:nvContentPartPr>
              <p14:xfrm>
                <a:off x="7392060" y="3770288"/>
                <a:ext cx="245520" cy="186120"/>
              </p14:xfrm>
            </p:contentPart>
          </mc:Choice>
          <mc:Fallback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ABFEFB93-C4D0-3AC0-9DE5-EE900B602588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7383060" y="3761288"/>
                  <a:ext cx="2631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8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490ABF6C-5C81-C6DF-1A9D-EF5F8B3D1873}"/>
                    </a:ext>
                  </a:extLst>
                </p14:cNvPr>
                <p14:cNvContentPartPr/>
                <p14:nvPr/>
              </p14:nvContentPartPr>
              <p14:xfrm>
                <a:off x="7645860" y="3777128"/>
                <a:ext cx="132120" cy="10404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490ABF6C-5C81-C6DF-1A9D-EF5F8B3D1873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7636860" y="3768128"/>
                  <a:ext cx="1497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0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1751A745-9A7C-07C7-E8BA-01C1ADE7CFF9}"/>
                    </a:ext>
                  </a:extLst>
                </p14:cNvPr>
                <p14:cNvContentPartPr/>
                <p14:nvPr/>
              </p14:nvContentPartPr>
              <p14:xfrm>
                <a:off x="7781580" y="3702608"/>
                <a:ext cx="162360" cy="132840"/>
              </p14:xfrm>
            </p:contentPart>
          </mc:Choice>
          <mc:Fallback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1751A745-9A7C-07C7-E8BA-01C1ADE7CFF9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7772580" y="3693608"/>
                  <a:ext cx="1800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2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2AAA8E11-A171-43E6-A0EE-8353A373250F}"/>
                    </a:ext>
                  </a:extLst>
                </p14:cNvPr>
                <p14:cNvContentPartPr/>
                <p14:nvPr/>
              </p14:nvContentPartPr>
              <p14:xfrm>
                <a:off x="8005860" y="3813128"/>
                <a:ext cx="56160" cy="8316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2AAA8E11-A171-43E6-A0EE-8353A373250F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7997220" y="3804488"/>
                  <a:ext cx="73800" cy="10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1" name="Group 460">
            <a:extLst>
              <a:ext uri="{FF2B5EF4-FFF2-40B4-BE49-F238E27FC236}">
                <a16:creationId xmlns:a16="http://schemas.microsoft.com/office/drawing/2014/main" id="{41E50061-62F2-17E6-7C7C-145882245778}"/>
              </a:ext>
            </a:extLst>
          </p:cNvPr>
          <p:cNvGrpSpPr/>
          <p:nvPr/>
        </p:nvGrpSpPr>
        <p:grpSpPr>
          <a:xfrm>
            <a:off x="7039620" y="5850008"/>
            <a:ext cx="1716120" cy="339840"/>
            <a:chOff x="7039620" y="5850008"/>
            <a:chExt cx="1716120" cy="33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4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E70B5CF4-A043-AB4D-7A74-97E21866896F}"/>
                    </a:ext>
                  </a:extLst>
                </p14:cNvPr>
                <p14:cNvContentPartPr/>
                <p14:nvPr/>
              </p14:nvContentPartPr>
              <p14:xfrm>
                <a:off x="7039620" y="5891408"/>
                <a:ext cx="250560" cy="94320"/>
              </p14:xfrm>
            </p:contentPart>
          </mc:Choice>
          <mc:Fallback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E70B5CF4-A043-AB4D-7A74-97E21866896F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7030980" y="5882768"/>
                  <a:ext cx="2682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6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AD0F58F3-F90A-29D2-A1F0-DDD27CF66950}"/>
                    </a:ext>
                  </a:extLst>
                </p14:cNvPr>
                <p14:cNvContentPartPr/>
                <p14:nvPr/>
              </p14:nvContentPartPr>
              <p14:xfrm>
                <a:off x="7624620" y="6009848"/>
                <a:ext cx="162360" cy="168120"/>
              </p14:xfrm>
            </p:contentPart>
          </mc:Choice>
          <mc:Fallback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AD0F58F3-F90A-29D2-A1F0-DDD27CF66950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7615620" y="6000848"/>
                  <a:ext cx="1800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8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B2A20E3B-C775-BE99-EB7C-3C4500263C44}"/>
                    </a:ext>
                  </a:extLst>
                </p14:cNvPr>
                <p14:cNvContentPartPr/>
                <p14:nvPr/>
              </p14:nvContentPartPr>
              <p14:xfrm>
                <a:off x="7684020" y="6107048"/>
                <a:ext cx="87840" cy="18720"/>
              </p14:xfrm>
            </p:contentPart>
          </mc:Choice>
          <mc:Fallback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B2A20E3B-C775-BE99-EB7C-3C4500263C44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7675020" y="6098048"/>
                  <a:ext cx="1054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0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E660AE8D-369E-72C5-CC97-461E2FF832C7}"/>
                    </a:ext>
                  </a:extLst>
                </p14:cNvPr>
                <p14:cNvContentPartPr/>
                <p14:nvPr/>
              </p14:nvContentPartPr>
              <p14:xfrm>
                <a:off x="7880940" y="5969528"/>
                <a:ext cx="46440" cy="208080"/>
              </p14:xfrm>
            </p:contentPart>
          </mc:Choice>
          <mc:Fallback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E660AE8D-369E-72C5-CC97-461E2FF832C7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7871940" y="5960528"/>
                  <a:ext cx="640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2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50442B02-7621-86C1-A50B-B254CB8AED84}"/>
                    </a:ext>
                  </a:extLst>
                </p14:cNvPr>
                <p14:cNvContentPartPr/>
                <p14:nvPr/>
              </p14:nvContentPartPr>
              <p14:xfrm>
                <a:off x="7480980" y="5979968"/>
                <a:ext cx="40680" cy="209880"/>
              </p14:xfrm>
            </p:contentPart>
          </mc:Choice>
          <mc:Fallback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50442B02-7621-86C1-A50B-B254CB8AED84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7471980" y="5970968"/>
                  <a:ext cx="583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4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F6604E81-4C45-2AD0-69F1-61136643C620}"/>
                    </a:ext>
                  </a:extLst>
                </p14:cNvPr>
                <p14:cNvContentPartPr/>
                <p14:nvPr/>
              </p14:nvContentPartPr>
              <p14:xfrm>
                <a:off x="8000820" y="5962688"/>
                <a:ext cx="182160" cy="136440"/>
              </p14:xfrm>
            </p:contentPart>
          </mc:Choice>
          <mc:Fallback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F6604E81-4C45-2AD0-69F1-61136643C620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7992180" y="5953688"/>
                  <a:ext cx="1998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6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A6F8E1A2-5320-3BC2-C114-0BECD4CAE37D}"/>
                    </a:ext>
                  </a:extLst>
                </p14:cNvPr>
                <p14:cNvContentPartPr/>
                <p14:nvPr/>
              </p14:nvContentPartPr>
              <p14:xfrm>
                <a:off x="8312580" y="5860448"/>
                <a:ext cx="56880" cy="257760"/>
              </p14:xfrm>
            </p:contentPart>
          </mc:Choice>
          <mc:Fallback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A6F8E1A2-5320-3BC2-C114-0BECD4CAE37D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8303580" y="5851448"/>
                  <a:ext cx="745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8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B9465108-4A1A-D91E-A38F-4D889F228864}"/>
                    </a:ext>
                  </a:extLst>
                </p14:cNvPr>
                <p14:cNvContentPartPr/>
                <p14:nvPr/>
              </p14:nvContentPartPr>
              <p14:xfrm>
                <a:off x="8490060" y="5979608"/>
                <a:ext cx="127080" cy="100080"/>
              </p14:xfrm>
            </p:contentPart>
          </mc:Choice>
          <mc:Fallback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B9465108-4A1A-D91E-A38F-4D889F228864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8481060" y="5970968"/>
                  <a:ext cx="1447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0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4EFDEFBE-60FD-79B1-B4AE-88DBEEF550EF}"/>
                    </a:ext>
                  </a:extLst>
                </p14:cNvPr>
                <p14:cNvContentPartPr/>
                <p14:nvPr/>
              </p14:nvContentPartPr>
              <p14:xfrm>
                <a:off x="8676180" y="5850008"/>
                <a:ext cx="79560" cy="203760"/>
              </p14:xfrm>
            </p:contentPart>
          </mc:Choice>
          <mc:Fallback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4EFDEFBE-60FD-79B1-B4AE-88DBEEF550EF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8667540" y="5841008"/>
                  <a:ext cx="97200" cy="22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500951D4-10AF-BB19-35D9-4907DA3DAAFF}"/>
              </a:ext>
            </a:extLst>
          </p:cNvPr>
          <p:cNvGrpSpPr/>
          <p:nvPr/>
        </p:nvGrpSpPr>
        <p:grpSpPr>
          <a:xfrm>
            <a:off x="9117540" y="5775848"/>
            <a:ext cx="766080" cy="234360"/>
            <a:chOff x="9117540" y="5775848"/>
            <a:chExt cx="766080" cy="23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2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4FE48F60-DD13-198F-D8B3-A145E8C042A6}"/>
                    </a:ext>
                  </a:extLst>
                </p14:cNvPr>
                <p14:cNvContentPartPr/>
                <p14:nvPr/>
              </p14:nvContentPartPr>
              <p14:xfrm>
                <a:off x="9117540" y="5775848"/>
                <a:ext cx="193320" cy="234360"/>
              </p14:xfrm>
            </p:contentPart>
          </mc:Choice>
          <mc:Fallback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4FE48F60-DD13-198F-D8B3-A145E8C042A6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9108540" y="5767208"/>
                  <a:ext cx="2109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4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FA62D290-E5C5-776A-F570-65DFE7D6C446}"/>
                    </a:ext>
                  </a:extLst>
                </p14:cNvPr>
                <p14:cNvContentPartPr/>
                <p14:nvPr/>
              </p14:nvContentPartPr>
              <p14:xfrm>
                <a:off x="9310140" y="5860088"/>
                <a:ext cx="106920" cy="99720"/>
              </p14:xfrm>
            </p:contentPart>
          </mc:Choice>
          <mc:Fallback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FA62D290-E5C5-776A-F570-65DFE7D6C446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9301500" y="5851448"/>
                  <a:ext cx="1245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6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489CFAB1-E85A-387B-2979-395F9FE3E98A}"/>
                    </a:ext>
                  </a:extLst>
                </p14:cNvPr>
                <p14:cNvContentPartPr/>
                <p14:nvPr/>
              </p14:nvContentPartPr>
              <p14:xfrm>
                <a:off x="9466020" y="5800688"/>
                <a:ext cx="185760" cy="106920"/>
              </p14:xfrm>
            </p:contentPart>
          </mc:Choice>
          <mc:Fallback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489CFAB1-E85A-387B-2979-395F9FE3E98A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9457020" y="5792048"/>
                  <a:ext cx="2034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8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E59ADE0F-67EB-B471-1748-AC0BA0C991A8}"/>
                    </a:ext>
                  </a:extLst>
                </p14:cNvPr>
                <p14:cNvContentPartPr/>
                <p14:nvPr/>
              </p14:nvContentPartPr>
              <p14:xfrm>
                <a:off x="9736020" y="5869808"/>
                <a:ext cx="147600" cy="126000"/>
              </p14:xfrm>
            </p:contentPart>
          </mc:Choice>
          <mc:Fallback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E59ADE0F-67EB-B471-1748-AC0BA0C991A8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9727380" y="5861168"/>
                  <a:ext cx="165240" cy="14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40">
            <p14:nvContentPartPr>
              <p14:cNvPr id="468" name="Ink 467">
                <a:extLst>
                  <a:ext uri="{FF2B5EF4-FFF2-40B4-BE49-F238E27FC236}">
                    <a16:creationId xmlns:a16="http://schemas.microsoft.com/office/drawing/2014/main" id="{E0786DCD-866D-8E67-921D-E4EDA8E078BA}"/>
                  </a:ext>
                </a:extLst>
              </p14:cNvPr>
              <p14:cNvContentPartPr/>
              <p14:nvPr/>
            </p14:nvContentPartPr>
            <p14:xfrm>
              <a:off x="4790340" y="5792408"/>
              <a:ext cx="136800" cy="131760"/>
            </p14:xfrm>
          </p:contentPart>
        </mc:Choice>
        <mc:Fallback>
          <p:pic>
            <p:nvPicPr>
              <p:cNvPr id="468" name="Ink 467">
                <a:extLst>
                  <a:ext uri="{FF2B5EF4-FFF2-40B4-BE49-F238E27FC236}">
                    <a16:creationId xmlns:a16="http://schemas.microsoft.com/office/drawing/2014/main" id="{E0786DCD-866D-8E67-921D-E4EDA8E078BA}"/>
                  </a:ext>
                </a:extLst>
              </p:cNvPr>
              <p:cNvPicPr/>
              <p:nvPr/>
            </p:nvPicPr>
            <p:blipFill>
              <a:blip r:embed="rId741"/>
              <a:stretch>
                <a:fillRect/>
              </a:stretch>
            </p:blipFill>
            <p:spPr>
              <a:xfrm>
                <a:off x="4781700" y="5783768"/>
                <a:ext cx="154440" cy="14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7275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2834513-6557-E5D0-D3BB-F58725C46459}"/>
                  </a:ext>
                </a:extLst>
              </p14:cNvPr>
              <p14:cNvContentPartPr/>
              <p14:nvPr/>
            </p14:nvContentPartPr>
            <p14:xfrm>
              <a:off x="836460" y="3730328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2834513-6557-E5D0-D3BB-F58725C4645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7460" y="3721328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90099A89-12DB-97B5-E337-6383D283A00A}"/>
              </a:ext>
            </a:extLst>
          </p:cNvPr>
          <p:cNvGrpSpPr/>
          <p:nvPr/>
        </p:nvGrpSpPr>
        <p:grpSpPr>
          <a:xfrm>
            <a:off x="316620" y="451448"/>
            <a:ext cx="691920" cy="397080"/>
            <a:chOff x="316620" y="451448"/>
            <a:chExt cx="691920" cy="39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2D9608B-B034-3371-E3D5-DEB4100AA558}"/>
                    </a:ext>
                  </a:extLst>
                </p14:cNvPr>
                <p14:cNvContentPartPr/>
                <p14:nvPr/>
              </p14:nvContentPartPr>
              <p14:xfrm>
                <a:off x="316620" y="451448"/>
                <a:ext cx="169920" cy="2329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2D9608B-B034-3371-E3D5-DEB4100AA55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7980" y="442808"/>
                  <a:ext cx="1875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5DF07A5-8253-628F-064C-9A2953BAA754}"/>
                    </a:ext>
                  </a:extLst>
                </p14:cNvPr>
                <p14:cNvContentPartPr/>
                <p14:nvPr/>
              </p14:nvContentPartPr>
              <p14:xfrm>
                <a:off x="466020" y="581048"/>
                <a:ext cx="134640" cy="80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5DF07A5-8253-628F-064C-9A2953BAA75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57380" y="572048"/>
                  <a:ext cx="1522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3BFBFC0-FFA1-5727-6603-5A5A20B6D7A5}"/>
                    </a:ext>
                  </a:extLst>
                </p14:cNvPr>
                <p14:cNvContentPartPr/>
                <p14:nvPr/>
              </p14:nvContentPartPr>
              <p14:xfrm>
                <a:off x="685620" y="602648"/>
                <a:ext cx="124560" cy="424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3BFBFC0-FFA1-5727-6603-5A5A20B6D7A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76620" y="593648"/>
                  <a:ext cx="1422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BA19C50-2ED2-0139-753C-952FBDF492B1}"/>
                    </a:ext>
                  </a:extLst>
                </p14:cNvPr>
                <p14:cNvContentPartPr/>
                <p14:nvPr/>
              </p14:nvContentPartPr>
              <p14:xfrm>
                <a:off x="913860" y="576368"/>
                <a:ext cx="94680" cy="272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BA19C50-2ED2-0139-753C-952FBDF492B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04860" y="567728"/>
                  <a:ext cx="112320" cy="28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D48C4B0-BFD0-EBEA-DD51-AAEAB70D0544}"/>
              </a:ext>
            </a:extLst>
          </p:cNvPr>
          <p:cNvGrpSpPr/>
          <p:nvPr/>
        </p:nvGrpSpPr>
        <p:grpSpPr>
          <a:xfrm>
            <a:off x="1380060" y="442088"/>
            <a:ext cx="1209600" cy="244440"/>
            <a:chOff x="1380060" y="442088"/>
            <a:chExt cx="1209600" cy="24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B585710-154F-3BB0-593A-78D5395D0AC2}"/>
                    </a:ext>
                  </a:extLst>
                </p14:cNvPr>
                <p14:cNvContentPartPr/>
                <p14:nvPr/>
              </p14:nvContentPartPr>
              <p14:xfrm>
                <a:off x="1380060" y="442088"/>
                <a:ext cx="127800" cy="2444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B585710-154F-3BB0-593A-78D5395D0AC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71420" y="433088"/>
                  <a:ext cx="1454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FC50546-E4A1-962E-E4AB-579E4D82855E}"/>
                    </a:ext>
                  </a:extLst>
                </p14:cNvPr>
                <p14:cNvContentPartPr/>
                <p14:nvPr/>
              </p14:nvContentPartPr>
              <p14:xfrm>
                <a:off x="1568700" y="597248"/>
                <a:ext cx="63000" cy="78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FC50546-E4A1-962E-E4AB-579E4D82855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60060" y="588608"/>
                  <a:ext cx="806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A675808-EF63-5AD9-19A3-68A5B94927F6}"/>
                    </a:ext>
                  </a:extLst>
                </p14:cNvPr>
                <p14:cNvContentPartPr/>
                <p14:nvPr/>
              </p14:nvContentPartPr>
              <p14:xfrm>
                <a:off x="1511820" y="467288"/>
                <a:ext cx="14760" cy="16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A675808-EF63-5AD9-19A3-68A5B94927F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02820" y="458648"/>
                  <a:ext cx="324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04FBBAA-93B2-29B5-8072-6B8784B7A988}"/>
                    </a:ext>
                  </a:extLst>
                </p14:cNvPr>
                <p14:cNvContentPartPr/>
                <p14:nvPr/>
              </p14:nvContentPartPr>
              <p14:xfrm>
                <a:off x="1672740" y="529928"/>
                <a:ext cx="84240" cy="1335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04FBBAA-93B2-29B5-8072-6B8784B7A9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664100" y="520928"/>
                  <a:ext cx="1018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BC9B0C9-3A16-0386-FBCB-F36DC1224F3B}"/>
                    </a:ext>
                  </a:extLst>
                </p14:cNvPr>
                <p14:cNvContentPartPr/>
                <p14:nvPr/>
              </p14:nvContentPartPr>
              <p14:xfrm>
                <a:off x="1818180" y="607688"/>
                <a:ext cx="20520" cy="46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BC9B0C9-3A16-0386-FBCB-F36DC1224F3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809540" y="598688"/>
                  <a:ext cx="381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CE00C59-F0B3-9F73-12F2-52EA7C71667F}"/>
                    </a:ext>
                  </a:extLst>
                </p14:cNvPr>
                <p14:cNvContentPartPr/>
                <p14:nvPr/>
              </p14:nvContentPartPr>
              <p14:xfrm>
                <a:off x="1755900" y="483128"/>
                <a:ext cx="16200" cy="24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CE00C59-F0B3-9F73-12F2-52EA7C71667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746900" y="474128"/>
                  <a:ext cx="338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A91F337-4018-DA83-10F4-AB0071CBFCE5}"/>
                    </a:ext>
                  </a:extLst>
                </p14:cNvPr>
                <p14:cNvContentPartPr/>
                <p14:nvPr/>
              </p14:nvContentPartPr>
              <p14:xfrm>
                <a:off x="1924020" y="548288"/>
                <a:ext cx="135720" cy="136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A91F337-4018-DA83-10F4-AB0071CBFCE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15020" y="539288"/>
                  <a:ext cx="1533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AB0081D-46CB-E0EB-0DD1-A85A13986D2D}"/>
                    </a:ext>
                  </a:extLst>
                </p14:cNvPr>
                <p14:cNvContentPartPr/>
                <p14:nvPr/>
              </p14:nvContentPartPr>
              <p14:xfrm>
                <a:off x="2104020" y="586808"/>
                <a:ext cx="34200" cy="95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AB0081D-46CB-E0EB-0DD1-A85A13986D2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095020" y="578168"/>
                  <a:ext cx="518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B792D07-1C6B-DEF7-5DAA-5B12A3A7E5DF}"/>
                    </a:ext>
                  </a:extLst>
                </p14:cNvPr>
                <p14:cNvContentPartPr/>
                <p14:nvPr/>
              </p14:nvContentPartPr>
              <p14:xfrm>
                <a:off x="2078100" y="483128"/>
                <a:ext cx="20880" cy="50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B792D07-1C6B-DEF7-5DAA-5B12A3A7E5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69100" y="474128"/>
                  <a:ext cx="385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6A79194-419A-4FCF-4A1D-AB27DE1169F2}"/>
                    </a:ext>
                  </a:extLst>
                </p14:cNvPr>
                <p14:cNvContentPartPr/>
                <p14:nvPr/>
              </p14:nvContentPartPr>
              <p14:xfrm>
                <a:off x="2160180" y="555128"/>
                <a:ext cx="105480" cy="94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6A79194-419A-4FCF-4A1D-AB27DE1169F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151540" y="546128"/>
                  <a:ext cx="1231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6E7D54E-81A7-2AEB-40FF-9BB0769A8131}"/>
                    </a:ext>
                  </a:extLst>
                </p14:cNvPr>
                <p14:cNvContentPartPr/>
                <p14:nvPr/>
              </p14:nvContentPartPr>
              <p14:xfrm>
                <a:off x="2353500" y="581768"/>
                <a:ext cx="236160" cy="61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6E7D54E-81A7-2AEB-40FF-9BB0769A813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344500" y="572768"/>
                  <a:ext cx="25380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FF54B49-4806-D1D4-9255-C5B608905EA4}"/>
              </a:ext>
            </a:extLst>
          </p:cNvPr>
          <p:cNvGrpSpPr/>
          <p:nvPr/>
        </p:nvGrpSpPr>
        <p:grpSpPr>
          <a:xfrm>
            <a:off x="356940" y="1184048"/>
            <a:ext cx="1985400" cy="446760"/>
            <a:chOff x="356940" y="1184048"/>
            <a:chExt cx="1985400" cy="44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50E1C48-1367-060E-AC96-86F09B47A443}"/>
                    </a:ext>
                  </a:extLst>
                </p14:cNvPr>
                <p14:cNvContentPartPr/>
                <p14:nvPr/>
              </p14:nvContentPartPr>
              <p14:xfrm>
                <a:off x="1558620" y="1389608"/>
                <a:ext cx="52920" cy="1476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50E1C48-1367-060E-AC96-86F09B47A44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549620" y="1380968"/>
                  <a:ext cx="705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814E6D7-C499-A964-8D3C-6B51E5326C44}"/>
                    </a:ext>
                  </a:extLst>
                </p14:cNvPr>
                <p14:cNvContentPartPr/>
                <p14:nvPr/>
              </p14:nvContentPartPr>
              <p14:xfrm>
                <a:off x="1226340" y="1184048"/>
                <a:ext cx="1116000" cy="446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814E6D7-C499-A964-8D3C-6B51E5326C4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217700" y="1175408"/>
                  <a:ext cx="113364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4E36EE3-48CC-65E4-05B7-C0D2D98A8ED3}"/>
                    </a:ext>
                  </a:extLst>
                </p14:cNvPr>
                <p14:cNvContentPartPr/>
                <p14:nvPr/>
              </p14:nvContentPartPr>
              <p14:xfrm>
                <a:off x="356940" y="1373408"/>
                <a:ext cx="59040" cy="196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4E36EE3-48CC-65E4-05B7-C0D2D98A8ED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47940" y="1364768"/>
                  <a:ext cx="766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5850488-B4A7-A66F-2534-35BC152971FE}"/>
                    </a:ext>
                  </a:extLst>
                </p14:cNvPr>
                <p14:cNvContentPartPr/>
                <p14:nvPr/>
              </p14:nvContentPartPr>
              <p14:xfrm>
                <a:off x="535500" y="1477448"/>
                <a:ext cx="93600" cy="3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5850488-B4A7-A66F-2534-35BC152971F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26500" y="1468448"/>
                  <a:ext cx="1112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DA6BF73-5155-627F-4F58-5612C6F46696}"/>
                    </a:ext>
                  </a:extLst>
                </p14:cNvPr>
                <p14:cNvContentPartPr/>
                <p14:nvPr/>
              </p14:nvContentPartPr>
              <p14:xfrm>
                <a:off x="715860" y="1438568"/>
                <a:ext cx="104040" cy="85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DA6BF73-5155-627F-4F58-5612C6F4669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7220" y="1429568"/>
                  <a:ext cx="1216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F5A2675-1384-15A4-DFEE-754675188C54}"/>
                    </a:ext>
                  </a:extLst>
                </p14:cNvPr>
                <p14:cNvContentPartPr/>
                <p14:nvPr/>
              </p14:nvContentPartPr>
              <p14:xfrm>
                <a:off x="872820" y="1402568"/>
                <a:ext cx="145440" cy="151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F5A2675-1384-15A4-DFEE-754675188C5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63820" y="1393928"/>
                  <a:ext cx="1630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CC9659F-FFBA-5059-3D03-099EC050BCD1}"/>
                    </a:ext>
                  </a:extLst>
                </p14:cNvPr>
                <p14:cNvContentPartPr/>
                <p14:nvPr/>
              </p14:nvContentPartPr>
              <p14:xfrm>
                <a:off x="904140" y="1475288"/>
                <a:ext cx="93600" cy="9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CC9659F-FFBA-5059-3D03-099EC050BCD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95140" y="1466648"/>
                  <a:ext cx="1112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EFC5743-EEF9-A63E-453B-871480376F6B}"/>
                    </a:ext>
                  </a:extLst>
                </p14:cNvPr>
                <p14:cNvContentPartPr/>
                <p14:nvPr/>
              </p14:nvContentPartPr>
              <p14:xfrm>
                <a:off x="935100" y="1324448"/>
                <a:ext cx="83520" cy="5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EFC5743-EEF9-A63E-453B-871480376F6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26100" y="1315808"/>
                  <a:ext cx="101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352B3EB-8CCC-32C9-DCEF-1601168BF7BA}"/>
                    </a:ext>
                  </a:extLst>
                </p14:cNvPr>
                <p14:cNvContentPartPr/>
                <p14:nvPr/>
              </p14:nvContentPartPr>
              <p14:xfrm>
                <a:off x="1028700" y="1220768"/>
                <a:ext cx="95760" cy="135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352B3EB-8CCC-32C9-DCEF-1601168BF7B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19700" y="1211768"/>
                  <a:ext cx="11340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C62227A-91BC-E09A-5D0D-15A6BCBC2DC6}"/>
              </a:ext>
            </a:extLst>
          </p:cNvPr>
          <p:cNvGrpSpPr/>
          <p:nvPr/>
        </p:nvGrpSpPr>
        <p:grpSpPr>
          <a:xfrm>
            <a:off x="1324620" y="766088"/>
            <a:ext cx="2235600" cy="293760"/>
            <a:chOff x="1324620" y="766088"/>
            <a:chExt cx="2235600" cy="29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FED04E9-66BA-152E-C2DD-82D5C4FAC555}"/>
                    </a:ext>
                  </a:extLst>
                </p14:cNvPr>
                <p14:cNvContentPartPr/>
                <p14:nvPr/>
              </p14:nvContentPartPr>
              <p14:xfrm>
                <a:off x="1324620" y="909008"/>
                <a:ext cx="66240" cy="1450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FED04E9-66BA-152E-C2DD-82D5C4FAC55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315980" y="900368"/>
                  <a:ext cx="838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E648225-89BF-9ED8-E096-496ABB81CD01}"/>
                    </a:ext>
                  </a:extLst>
                </p14:cNvPr>
                <p14:cNvContentPartPr/>
                <p14:nvPr/>
              </p14:nvContentPartPr>
              <p14:xfrm>
                <a:off x="1501380" y="924488"/>
                <a:ext cx="33120" cy="99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E648225-89BF-9ED8-E096-496ABB81CD0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492380" y="915848"/>
                  <a:ext cx="507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78E840F-08AE-B0D4-55FB-08CC9B9C5713}"/>
                    </a:ext>
                  </a:extLst>
                </p14:cNvPr>
                <p14:cNvContentPartPr/>
                <p14:nvPr/>
              </p14:nvContentPartPr>
              <p14:xfrm>
                <a:off x="1458900" y="992168"/>
                <a:ext cx="125640" cy="12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78E840F-08AE-B0D4-55FB-08CC9B9C571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450260" y="983168"/>
                  <a:ext cx="1432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82270B7-3AA9-1DFB-72BA-8BBB9A0C7A3C}"/>
                    </a:ext>
                  </a:extLst>
                </p14:cNvPr>
                <p14:cNvContentPartPr/>
                <p14:nvPr/>
              </p14:nvContentPartPr>
              <p14:xfrm>
                <a:off x="1672740" y="944288"/>
                <a:ext cx="154440" cy="91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82270B7-3AA9-1DFB-72BA-8BBB9A0C7A3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664100" y="935648"/>
                  <a:ext cx="1720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B54A753-67B9-9ADB-A898-A283962057F5}"/>
                    </a:ext>
                  </a:extLst>
                </p14:cNvPr>
                <p14:cNvContentPartPr/>
                <p14:nvPr/>
              </p14:nvContentPartPr>
              <p14:xfrm>
                <a:off x="1864980" y="908648"/>
                <a:ext cx="122760" cy="137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B54A753-67B9-9ADB-A898-A283962057F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856340" y="900008"/>
                  <a:ext cx="1404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65015E8-311C-68F2-3275-E938FE9F5C56}"/>
                    </a:ext>
                  </a:extLst>
                </p14:cNvPr>
                <p14:cNvContentPartPr/>
                <p14:nvPr/>
              </p14:nvContentPartPr>
              <p14:xfrm>
                <a:off x="1881540" y="976688"/>
                <a:ext cx="87480" cy="17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65015E8-311C-68F2-3275-E938FE9F5C5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872900" y="967688"/>
                  <a:ext cx="1051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756DAF5-BED9-C4F7-3C85-59A34C836C22}"/>
                    </a:ext>
                  </a:extLst>
                </p14:cNvPr>
                <p14:cNvContentPartPr/>
                <p14:nvPr/>
              </p14:nvContentPartPr>
              <p14:xfrm>
                <a:off x="1989900" y="838448"/>
                <a:ext cx="78120" cy="13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756DAF5-BED9-C4F7-3C85-59A34C836C2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980900" y="829808"/>
                  <a:ext cx="957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6C5A045-E82F-C6CE-05B6-82609E46A63C}"/>
                    </a:ext>
                  </a:extLst>
                </p14:cNvPr>
                <p14:cNvContentPartPr/>
                <p14:nvPr/>
              </p14:nvContentPartPr>
              <p14:xfrm>
                <a:off x="2104020" y="799928"/>
                <a:ext cx="50040" cy="774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6C5A045-E82F-C6CE-05B6-82609E46A63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095020" y="790928"/>
                  <a:ext cx="676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B429A73-C950-2892-8395-C09D0B9A5CBC}"/>
                    </a:ext>
                  </a:extLst>
                </p14:cNvPr>
                <p14:cNvContentPartPr/>
                <p14:nvPr/>
              </p14:nvContentPartPr>
              <p14:xfrm>
                <a:off x="2270340" y="914048"/>
                <a:ext cx="43560" cy="997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B429A73-C950-2892-8395-C09D0B9A5CB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261340" y="905408"/>
                  <a:ext cx="612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EB8CB5B-9BE3-C7B7-CE6E-C23616A48C3D}"/>
                    </a:ext>
                  </a:extLst>
                </p14:cNvPr>
                <p14:cNvContentPartPr/>
                <p14:nvPr/>
              </p14:nvContentPartPr>
              <p14:xfrm>
                <a:off x="2241540" y="970928"/>
                <a:ext cx="106920" cy="122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EB8CB5B-9BE3-C7B7-CE6E-C23616A48C3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232900" y="962288"/>
                  <a:ext cx="1245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B6B5B7E-E4CC-992E-6E02-DEF138B1B295}"/>
                    </a:ext>
                  </a:extLst>
                </p14:cNvPr>
                <p14:cNvContentPartPr/>
                <p14:nvPr/>
              </p14:nvContentPartPr>
              <p14:xfrm>
                <a:off x="2437380" y="960848"/>
                <a:ext cx="123840" cy="64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B6B5B7E-E4CC-992E-6E02-DEF138B1B29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428380" y="952208"/>
                  <a:ext cx="1414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928492A-DAF1-922C-8733-46E181C75C44}"/>
                    </a:ext>
                  </a:extLst>
                </p14:cNvPr>
                <p14:cNvContentPartPr/>
                <p14:nvPr/>
              </p14:nvContentPartPr>
              <p14:xfrm>
                <a:off x="2613060" y="945728"/>
                <a:ext cx="90360" cy="1141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928492A-DAF1-922C-8733-46E181C75C4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604420" y="937088"/>
                  <a:ext cx="1080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487F00B-1220-ED16-9012-394C23E55A1A}"/>
                    </a:ext>
                  </a:extLst>
                </p14:cNvPr>
                <p14:cNvContentPartPr/>
                <p14:nvPr/>
              </p14:nvContentPartPr>
              <p14:xfrm>
                <a:off x="2623860" y="1002248"/>
                <a:ext cx="124920" cy="126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487F00B-1220-ED16-9012-394C23E55A1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614860" y="993608"/>
                  <a:ext cx="1425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F6613A8-8A29-1F60-C576-6CD884502B6A}"/>
                    </a:ext>
                  </a:extLst>
                </p14:cNvPr>
                <p14:cNvContentPartPr/>
                <p14:nvPr/>
              </p14:nvContentPartPr>
              <p14:xfrm>
                <a:off x="2712420" y="846368"/>
                <a:ext cx="62280" cy="5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F6613A8-8A29-1F60-C576-6CD884502B6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703420" y="837728"/>
                  <a:ext cx="79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9C50B78-152D-A383-1449-375CEF600AE4}"/>
                    </a:ext>
                  </a:extLst>
                </p14:cNvPr>
                <p14:cNvContentPartPr/>
                <p14:nvPr/>
              </p14:nvContentPartPr>
              <p14:xfrm>
                <a:off x="2789820" y="766088"/>
                <a:ext cx="129960" cy="118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9C50B78-152D-A383-1449-375CEF600AE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780820" y="757448"/>
                  <a:ext cx="1476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A9EDFCD-B92C-0E88-D651-5C4E2DFBB734}"/>
                    </a:ext>
                  </a:extLst>
                </p14:cNvPr>
                <p14:cNvContentPartPr/>
                <p14:nvPr/>
              </p14:nvContentPartPr>
              <p14:xfrm>
                <a:off x="3028860" y="909008"/>
                <a:ext cx="33120" cy="131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A9EDFCD-B92C-0E88-D651-5C4E2DFBB73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019860" y="900368"/>
                  <a:ext cx="507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D2EF1EC-052E-A5FD-E21A-A22874AEC7F9}"/>
                    </a:ext>
                  </a:extLst>
                </p14:cNvPr>
                <p14:cNvContentPartPr/>
                <p14:nvPr/>
              </p14:nvContentPartPr>
              <p14:xfrm>
                <a:off x="2986380" y="961928"/>
                <a:ext cx="105120" cy="21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D2EF1EC-052E-A5FD-E21A-A22874AEC7F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977740" y="952928"/>
                  <a:ext cx="1227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B9A2D18-B742-2954-6439-9D92B8E810D9}"/>
                    </a:ext>
                  </a:extLst>
                </p14:cNvPr>
                <p14:cNvContentPartPr/>
                <p14:nvPr/>
              </p14:nvContentPartPr>
              <p14:xfrm>
                <a:off x="3231540" y="1038968"/>
                <a:ext cx="111600" cy="5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B9A2D18-B742-2954-6439-9D92B8E810D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222540" y="1029968"/>
                  <a:ext cx="1292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E0427ED-8E62-3FDC-58B4-EAD14DCDA6D8}"/>
                    </a:ext>
                  </a:extLst>
                </p14:cNvPr>
                <p14:cNvContentPartPr/>
                <p14:nvPr/>
              </p14:nvContentPartPr>
              <p14:xfrm>
                <a:off x="3402900" y="1013048"/>
                <a:ext cx="157320" cy="151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E0427ED-8E62-3FDC-58B4-EAD14DCDA6D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393900" y="1004048"/>
                  <a:ext cx="174960" cy="3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A9C64DE4-A544-3787-5539-22EEA9F0AEC7}"/>
                  </a:ext>
                </a:extLst>
              </p14:cNvPr>
              <p14:cNvContentPartPr/>
              <p14:nvPr/>
            </p14:nvContentPartPr>
            <p14:xfrm>
              <a:off x="1781820" y="1740248"/>
              <a:ext cx="360" cy="3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A9C64DE4-A544-3787-5539-22EEA9F0AEC7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773180" y="173160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58C4A34E-2620-3C6B-5D61-FC5A68F9916A}"/>
                  </a:ext>
                </a:extLst>
              </p14:cNvPr>
              <p14:cNvContentPartPr/>
              <p14:nvPr/>
            </p14:nvContentPartPr>
            <p14:xfrm>
              <a:off x="1875420" y="1859768"/>
              <a:ext cx="360" cy="36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58C4A34E-2620-3C6B-5D61-FC5A68F9916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866420" y="185112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AE50DC94-80A1-E8CB-CE9A-6F8253102F5B}"/>
                  </a:ext>
                </a:extLst>
              </p14:cNvPr>
              <p14:cNvContentPartPr/>
              <p14:nvPr/>
            </p14:nvContentPartPr>
            <p14:xfrm>
              <a:off x="1932660" y="2005208"/>
              <a:ext cx="70560" cy="4104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AE50DC94-80A1-E8CB-CE9A-6F8253102F5B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923660" y="1996568"/>
                <a:ext cx="88200" cy="5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1EE6A3A7-5389-1B14-B3F9-8CD1956F50D1}"/>
              </a:ext>
            </a:extLst>
          </p:cNvPr>
          <p:cNvGrpSpPr/>
          <p:nvPr/>
        </p:nvGrpSpPr>
        <p:grpSpPr>
          <a:xfrm>
            <a:off x="296100" y="2737808"/>
            <a:ext cx="665280" cy="337680"/>
            <a:chOff x="296100" y="2737808"/>
            <a:chExt cx="665280" cy="33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2DC2C58-7E84-65A9-FAD2-722110B064E7}"/>
                    </a:ext>
                  </a:extLst>
                </p14:cNvPr>
                <p14:cNvContentPartPr/>
                <p14:nvPr/>
              </p14:nvContentPartPr>
              <p14:xfrm>
                <a:off x="296100" y="2737808"/>
                <a:ext cx="53640" cy="172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2DC2C58-7E84-65A9-FAD2-722110B064E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87100" y="2729168"/>
                  <a:ext cx="712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7836444-C22E-80C3-63E7-DC3287EB0839}"/>
                    </a:ext>
                  </a:extLst>
                </p14:cNvPr>
                <p14:cNvContentPartPr/>
                <p14:nvPr/>
              </p14:nvContentPartPr>
              <p14:xfrm>
                <a:off x="347940" y="2892608"/>
                <a:ext cx="88560" cy="4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7836444-C22E-80C3-63E7-DC3287EB083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38940" y="2883968"/>
                  <a:ext cx="1062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4BFE2A9-3D1F-B6DE-3F7A-1CAD07107D3E}"/>
                    </a:ext>
                  </a:extLst>
                </p14:cNvPr>
                <p14:cNvContentPartPr/>
                <p14:nvPr/>
              </p14:nvContentPartPr>
              <p14:xfrm>
                <a:off x="444060" y="2837888"/>
                <a:ext cx="158400" cy="72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4BFE2A9-3D1F-B6DE-3F7A-1CAD07107D3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35060" y="2829248"/>
                  <a:ext cx="1760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31D26EE-70EC-4ACB-713E-301368F5EB09}"/>
                    </a:ext>
                  </a:extLst>
                </p14:cNvPr>
                <p14:cNvContentPartPr/>
                <p14:nvPr/>
              </p14:nvContentPartPr>
              <p14:xfrm>
                <a:off x="633780" y="2841848"/>
                <a:ext cx="218520" cy="572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31D26EE-70EC-4ACB-713E-301368F5EB0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24780" y="2832848"/>
                  <a:ext cx="2361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03EB85A-C65D-4539-57FC-E15DAD2228AD}"/>
                    </a:ext>
                  </a:extLst>
                </p14:cNvPr>
                <p14:cNvContentPartPr/>
                <p14:nvPr/>
              </p14:nvContentPartPr>
              <p14:xfrm>
                <a:off x="866700" y="2804048"/>
                <a:ext cx="94680" cy="2714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03EB85A-C65D-4539-57FC-E15DAD2228A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57700" y="2795408"/>
                  <a:ext cx="112320" cy="28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CF7E4E6E-F007-1851-84BC-1E81C4A5AB26}"/>
              </a:ext>
            </a:extLst>
          </p:cNvPr>
          <p:cNvGrpSpPr/>
          <p:nvPr/>
        </p:nvGrpSpPr>
        <p:grpSpPr>
          <a:xfrm>
            <a:off x="1167660" y="2639168"/>
            <a:ext cx="1165320" cy="249120"/>
            <a:chOff x="1167660" y="2639168"/>
            <a:chExt cx="1165320" cy="24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53D0E5B-66C2-4E5F-87FB-C65188306A43}"/>
                    </a:ext>
                  </a:extLst>
                </p14:cNvPr>
                <p14:cNvContentPartPr/>
                <p14:nvPr/>
              </p14:nvContentPartPr>
              <p14:xfrm>
                <a:off x="1167660" y="2655368"/>
                <a:ext cx="178200" cy="2239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53D0E5B-66C2-4E5F-87FB-C65188306A4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58660" y="2646728"/>
                  <a:ext cx="1958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05554DF-E4F6-61B6-BAC0-324D34905726}"/>
                    </a:ext>
                  </a:extLst>
                </p14:cNvPr>
                <p14:cNvContentPartPr/>
                <p14:nvPr/>
              </p14:nvContentPartPr>
              <p14:xfrm>
                <a:off x="1393020" y="2815928"/>
                <a:ext cx="67680" cy="72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05554DF-E4F6-61B6-BAC0-324D3490572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384020" y="2806928"/>
                  <a:ext cx="853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509C531-F830-5FFF-35A5-3FF226A8494C}"/>
                    </a:ext>
                  </a:extLst>
                </p14:cNvPr>
                <p14:cNvContentPartPr/>
                <p14:nvPr/>
              </p14:nvContentPartPr>
              <p14:xfrm>
                <a:off x="1360980" y="2664008"/>
                <a:ext cx="360" cy="20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509C531-F830-5FFF-35A5-3FF226A8494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352340" y="2655008"/>
                  <a:ext cx="180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D03500A-4056-7E8F-9890-81DA7CAFE508}"/>
                    </a:ext>
                  </a:extLst>
                </p14:cNvPr>
                <p14:cNvContentPartPr/>
                <p14:nvPr/>
              </p14:nvContentPartPr>
              <p14:xfrm>
                <a:off x="1475460" y="2719448"/>
                <a:ext cx="110880" cy="1465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D03500A-4056-7E8F-9890-81DA7CAFE50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466460" y="2710808"/>
                  <a:ext cx="1285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08EF199-3B1E-772E-AAF3-20DECF53CE32}"/>
                    </a:ext>
                  </a:extLst>
                </p14:cNvPr>
                <p14:cNvContentPartPr/>
                <p14:nvPr/>
              </p14:nvContentPartPr>
              <p14:xfrm>
                <a:off x="1620900" y="2784608"/>
                <a:ext cx="47160" cy="71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08EF199-3B1E-772E-AAF3-20DECF53CE3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611900" y="2775608"/>
                  <a:ext cx="648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1835D2D-EDAD-003D-2D50-55F3DC22F4BF}"/>
                    </a:ext>
                  </a:extLst>
                </p14:cNvPr>
                <p14:cNvContentPartPr/>
                <p14:nvPr/>
              </p14:nvContentPartPr>
              <p14:xfrm>
                <a:off x="1579140" y="2639168"/>
                <a:ext cx="31680" cy="590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1835D2D-EDAD-003D-2D50-55F3DC22F4B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570500" y="2630168"/>
                  <a:ext cx="493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34BC430-DF29-1301-BE67-1CEFB8F7FCC5}"/>
                    </a:ext>
                  </a:extLst>
                </p14:cNvPr>
                <p14:cNvContentPartPr/>
                <p14:nvPr/>
              </p14:nvContentPartPr>
              <p14:xfrm>
                <a:off x="1714140" y="2734928"/>
                <a:ext cx="95400" cy="1213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34BC430-DF29-1301-BE67-1CEFB8F7FCC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705500" y="2726288"/>
                  <a:ext cx="1130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46674A8-22CC-152F-52AD-34EE6E4F2B09}"/>
                    </a:ext>
                  </a:extLst>
                </p14:cNvPr>
                <p14:cNvContentPartPr/>
                <p14:nvPr/>
              </p14:nvContentPartPr>
              <p14:xfrm>
                <a:off x="1875420" y="2769128"/>
                <a:ext cx="30240" cy="752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46674A8-22CC-152F-52AD-34EE6E4F2B0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866420" y="2760128"/>
                  <a:ext cx="478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2B19110-B927-6D38-40D1-2F1C87D0C981}"/>
                    </a:ext>
                  </a:extLst>
                </p14:cNvPr>
                <p14:cNvContentPartPr/>
                <p14:nvPr/>
              </p14:nvContentPartPr>
              <p14:xfrm>
                <a:off x="1854540" y="2665088"/>
                <a:ext cx="11160" cy="248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2B19110-B927-6D38-40D1-2F1C87D0C98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845900" y="2656088"/>
                  <a:ext cx="288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1030B00-CB37-CE1B-BBCF-08873F58D1D1}"/>
                    </a:ext>
                  </a:extLst>
                </p14:cNvPr>
                <p14:cNvContentPartPr/>
                <p14:nvPr/>
              </p14:nvContentPartPr>
              <p14:xfrm>
                <a:off x="1947060" y="2757608"/>
                <a:ext cx="385920" cy="856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1030B00-CB37-CE1B-BBCF-08873F58D1D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938420" y="2748608"/>
                  <a:ext cx="40356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97B032F-0544-D683-C790-22E4DA68F233}"/>
              </a:ext>
            </a:extLst>
          </p:cNvPr>
          <p:cNvGrpSpPr/>
          <p:nvPr/>
        </p:nvGrpSpPr>
        <p:grpSpPr>
          <a:xfrm>
            <a:off x="2627460" y="2581928"/>
            <a:ext cx="1114200" cy="377640"/>
            <a:chOff x="2627460" y="2581928"/>
            <a:chExt cx="1114200" cy="37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7B9FC19-98F2-9C13-E264-A06C93343AF0}"/>
                    </a:ext>
                  </a:extLst>
                </p14:cNvPr>
                <p14:cNvContentPartPr/>
                <p14:nvPr/>
              </p14:nvContentPartPr>
              <p14:xfrm>
                <a:off x="2627460" y="2752928"/>
                <a:ext cx="196200" cy="1584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7B9FC19-98F2-9C13-E264-A06C93343AF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618460" y="2743928"/>
                  <a:ext cx="2138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3DB680D-B213-1321-7720-62F8D9B999E7}"/>
                    </a:ext>
                  </a:extLst>
                </p14:cNvPr>
                <p14:cNvContentPartPr/>
                <p14:nvPr/>
              </p14:nvContentPartPr>
              <p14:xfrm>
                <a:off x="2784420" y="2628728"/>
                <a:ext cx="81000" cy="2102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3DB680D-B213-1321-7720-62F8D9B999E7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775780" y="2619728"/>
                  <a:ext cx="986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E1CB66C-F953-1870-2EBB-E48A1EF1E6C6}"/>
                    </a:ext>
                  </a:extLst>
                </p14:cNvPr>
                <p14:cNvContentPartPr/>
                <p14:nvPr/>
              </p14:nvContentPartPr>
              <p14:xfrm>
                <a:off x="2773980" y="2755088"/>
                <a:ext cx="109800" cy="284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E1CB66C-F953-1870-2EBB-E48A1EF1E6C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765340" y="2746448"/>
                  <a:ext cx="1274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BF68A3F-20EF-D03C-DB13-C2264DCDC764}"/>
                    </a:ext>
                  </a:extLst>
                </p14:cNvPr>
                <p14:cNvContentPartPr/>
                <p14:nvPr/>
              </p14:nvContentPartPr>
              <p14:xfrm>
                <a:off x="2949660" y="2689928"/>
                <a:ext cx="271080" cy="1216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BF68A3F-20EF-D03C-DB13-C2264DCDC76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940660" y="2681288"/>
                  <a:ext cx="2887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A2505B4-F1A7-D7F5-503D-5A7E70DDBE57}"/>
                    </a:ext>
                  </a:extLst>
                </p14:cNvPr>
                <p14:cNvContentPartPr/>
                <p14:nvPr/>
              </p14:nvContentPartPr>
              <p14:xfrm>
                <a:off x="3158820" y="2779568"/>
                <a:ext cx="360" cy="3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A2505B4-F1A7-D7F5-503D-5A7E70DDBE5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149820" y="277056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A5765CE-7ACC-DD35-C2BE-4C0A18AC4318}"/>
                    </a:ext>
                  </a:extLst>
                </p14:cNvPr>
                <p14:cNvContentPartPr/>
                <p14:nvPr/>
              </p14:nvContentPartPr>
              <p14:xfrm>
                <a:off x="3184740" y="2581928"/>
                <a:ext cx="77760" cy="1760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A5765CE-7ACC-DD35-C2BE-4C0A18AC431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175740" y="2573288"/>
                  <a:ext cx="954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F944565-B012-A8B6-BA57-67F3A59E4EBE}"/>
                    </a:ext>
                  </a:extLst>
                </p14:cNvPr>
                <p14:cNvContentPartPr/>
                <p14:nvPr/>
              </p14:nvContentPartPr>
              <p14:xfrm>
                <a:off x="3164220" y="2691368"/>
                <a:ext cx="135000" cy="169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F944565-B012-A8B6-BA57-67F3A59E4EB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155220" y="2682368"/>
                  <a:ext cx="1526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527454D-B2E1-FD59-047A-B52714F11C7B}"/>
                    </a:ext>
                  </a:extLst>
                </p14:cNvPr>
                <p14:cNvContentPartPr/>
                <p14:nvPr/>
              </p14:nvContentPartPr>
              <p14:xfrm>
                <a:off x="3394620" y="2748248"/>
                <a:ext cx="3600" cy="18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527454D-B2E1-FD59-047A-B52714F11C7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385620" y="2739248"/>
                  <a:ext cx="212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78EACBA-BA30-F8E0-3A96-FD1A491E33A2}"/>
                    </a:ext>
                  </a:extLst>
                </p14:cNvPr>
                <p14:cNvContentPartPr/>
                <p14:nvPr/>
              </p14:nvContentPartPr>
              <p14:xfrm>
                <a:off x="3340620" y="2602808"/>
                <a:ext cx="16920" cy="378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78EACBA-BA30-F8E0-3A96-FD1A491E33A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331620" y="2593808"/>
                  <a:ext cx="345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60D4E1E-A772-8B22-DA1A-77C6F7CE9D4D}"/>
                    </a:ext>
                  </a:extLst>
                </p14:cNvPr>
                <p14:cNvContentPartPr/>
                <p14:nvPr/>
              </p14:nvContentPartPr>
              <p14:xfrm>
                <a:off x="3457980" y="2727368"/>
                <a:ext cx="88200" cy="313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60D4E1E-A772-8B22-DA1A-77C6F7CE9D4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449340" y="2718728"/>
                  <a:ext cx="1058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EC9F77F-02CA-C917-D70C-1EA9B112AA9F}"/>
                    </a:ext>
                  </a:extLst>
                </p14:cNvPr>
                <p14:cNvContentPartPr/>
                <p14:nvPr/>
              </p14:nvContentPartPr>
              <p14:xfrm>
                <a:off x="3629340" y="2707928"/>
                <a:ext cx="112320" cy="2516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EC9F77F-02CA-C917-D70C-1EA9B112AA9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620340" y="2699288"/>
                  <a:ext cx="1299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AC04AC8-3BF1-A021-E99E-4785C85F32E9}"/>
                    </a:ext>
                  </a:extLst>
                </p14:cNvPr>
                <p14:cNvContentPartPr/>
                <p14:nvPr/>
              </p14:nvContentPartPr>
              <p14:xfrm>
                <a:off x="3475620" y="2724848"/>
                <a:ext cx="67680" cy="540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AC04AC8-3BF1-A021-E99E-4785C85F32E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466620" y="2716208"/>
                  <a:ext cx="85320" cy="7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44C0885-E2A9-F7C2-CC0F-39A30E84ECF1}"/>
              </a:ext>
            </a:extLst>
          </p:cNvPr>
          <p:cNvGrpSpPr/>
          <p:nvPr/>
        </p:nvGrpSpPr>
        <p:grpSpPr>
          <a:xfrm>
            <a:off x="3988620" y="2519648"/>
            <a:ext cx="1758600" cy="290160"/>
            <a:chOff x="3988620" y="2519648"/>
            <a:chExt cx="1758600" cy="29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E22F3C9-035E-BCF0-05D5-28B72A1D66DB}"/>
                    </a:ext>
                  </a:extLst>
                </p14:cNvPr>
                <p14:cNvContentPartPr/>
                <p14:nvPr/>
              </p14:nvContentPartPr>
              <p14:xfrm>
                <a:off x="3988620" y="2681648"/>
                <a:ext cx="230040" cy="1184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E22F3C9-035E-BCF0-05D5-28B72A1D66D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979980" y="2673008"/>
                  <a:ext cx="2476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361FC80-18B0-03F1-0808-18D386ED17BF}"/>
                    </a:ext>
                  </a:extLst>
                </p14:cNvPr>
                <p14:cNvContentPartPr/>
                <p14:nvPr/>
              </p14:nvContentPartPr>
              <p14:xfrm>
                <a:off x="4301820" y="2742848"/>
                <a:ext cx="23760" cy="568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361FC80-18B0-03F1-0808-18D386ED17B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292820" y="2734208"/>
                  <a:ext cx="414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15BA8FF-7042-AC0D-5A4D-C7D329F59253}"/>
                    </a:ext>
                  </a:extLst>
                </p14:cNvPr>
                <p14:cNvContentPartPr/>
                <p14:nvPr/>
              </p14:nvContentPartPr>
              <p14:xfrm>
                <a:off x="4229100" y="2561048"/>
                <a:ext cx="8640" cy="169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15BA8FF-7042-AC0D-5A4D-C7D329F5925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220100" y="2552408"/>
                  <a:ext cx="262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8F85F9F-73EF-3AC5-C086-2C990DAED4C6}"/>
                    </a:ext>
                  </a:extLst>
                </p14:cNvPr>
                <p14:cNvContentPartPr/>
                <p14:nvPr/>
              </p14:nvContentPartPr>
              <p14:xfrm>
                <a:off x="4379580" y="2561048"/>
                <a:ext cx="74160" cy="2196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8F85F9F-73EF-3AC5-C086-2C990DAED4C6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370940" y="2552408"/>
                  <a:ext cx="918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BAA4E52-4BC7-A6F0-9EB2-4E49FAEAD6C3}"/>
                    </a:ext>
                  </a:extLst>
                </p14:cNvPr>
                <p14:cNvContentPartPr/>
                <p14:nvPr/>
              </p14:nvContentPartPr>
              <p14:xfrm>
                <a:off x="4301820" y="2548448"/>
                <a:ext cx="421200" cy="2613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BAA4E52-4BC7-A6F0-9EB2-4E49FAEAD6C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292820" y="2539808"/>
                  <a:ext cx="43884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237849B-A292-1E82-1FB7-04F446C08161}"/>
                    </a:ext>
                  </a:extLst>
                </p14:cNvPr>
                <p14:cNvContentPartPr/>
                <p14:nvPr/>
              </p14:nvContentPartPr>
              <p14:xfrm>
                <a:off x="4873140" y="2545568"/>
                <a:ext cx="91440" cy="2066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237849B-A292-1E82-1FB7-04F446C0816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864500" y="2536928"/>
                  <a:ext cx="1090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165E12C-0FC6-569E-E382-C10C4C394CC2}"/>
                    </a:ext>
                  </a:extLst>
                </p14:cNvPr>
                <p14:cNvContentPartPr/>
                <p14:nvPr/>
              </p14:nvContentPartPr>
              <p14:xfrm>
                <a:off x="4996620" y="2669768"/>
                <a:ext cx="121680" cy="1112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165E12C-0FC6-569E-E382-C10C4C394CC2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987980" y="2660768"/>
                  <a:ext cx="1393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C524D2-CA16-6C3A-559F-4891AC3C77EF}"/>
                    </a:ext>
                  </a:extLst>
                </p14:cNvPr>
                <p14:cNvContentPartPr/>
                <p14:nvPr/>
              </p14:nvContentPartPr>
              <p14:xfrm>
                <a:off x="5148540" y="2658968"/>
                <a:ext cx="225000" cy="1008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C524D2-CA16-6C3A-559F-4891AC3C77EF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139540" y="2649968"/>
                  <a:ext cx="2426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AAEB223-78BC-ED19-B739-5076C646E898}"/>
                    </a:ext>
                  </a:extLst>
                </p14:cNvPr>
                <p14:cNvContentPartPr/>
                <p14:nvPr/>
              </p14:nvContentPartPr>
              <p14:xfrm>
                <a:off x="5409540" y="2654648"/>
                <a:ext cx="135720" cy="1144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AAEB223-78BC-ED19-B739-5076C646E898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400900" y="2646008"/>
                  <a:ext cx="1533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4556B73-251C-FD29-64D4-B0824B4A6B41}"/>
                    </a:ext>
                  </a:extLst>
                </p14:cNvPr>
                <p14:cNvContentPartPr/>
                <p14:nvPr/>
              </p14:nvContentPartPr>
              <p14:xfrm>
                <a:off x="5490900" y="2633768"/>
                <a:ext cx="151560" cy="1458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4556B73-251C-FD29-64D4-B0824B4A6B41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481900" y="2625128"/>
                  <a:ext cx="1692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4665EE3-9C1D-3698-D072-66E2AD589231}"/>
                    </a:ext>
                  </a:extLst>
                </p14:cNvPr>
                <p14:cNvContentPartPr/>
                <p14:nvPr/>
              </p14:nvContentPartPr>
              <p14:xfrm>
                <a:off x="5561100" y="2519648"/>
                <a:ext cx="186120" cy="2206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4665EE3-9C1D-3698-D072-66E2AD58923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552460" y="2510648"/>
                  <a:ext cx="20376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A520C8D9-088A-12D6-90C2-6FAC35D3600C}"/>
              </a:ext>
            </a:extLst>
          </p:cNvPr>
          <p:cNvGrpSpPr/>
          <p:nvPr/>
        </p:nvGrpSpPr>
        <p:grpSpPr>
          <a:xfrm>
            <a:off x="5922180" y="2611808"/>
            <a:ext cx="982080" cy="238680"/>
            <a:chOff x="5922180" y="2611808"/>
            <a:chExt cx="982080" cy="23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2E4358A-8159-0BCF-03BC-9781F9861205}"/>
                    </a:ext>
                  </a:extLst>
                </p14:cNvPr>
                <p14:cNvContentPartPr/>
                <p14:nvPr/>
              </p14:nvContentPartPr>
              <p14:xfrm>
                <a:off x="5922180" y="2642768"/>
                <a:ext cx="161640" cy="2077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2E4358A-8159-0BCF-03BC-9781F9861205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913540" y="2634128"/>
                  <a:ext cx="17928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0AEA210-114B-4ABA-6E9A-3FC171A4E81D}"/>
                    </a:ext>
                  </a:extLst>
                </p14:cNvPr>
                <p14:cNvContentPartPr/>
                <p14:nvPr/>
              </p14:nvContentPartPr>
              <p14:xfrm>
                <a:off x="6117660" y="2649608"/>
                <a:ext cx="92520" cy="882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0AEA210-114B-4ABA-6E9A-3FC171A4E81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109020" y="2640968"/>
                  <a:ext cx="1101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7960A5C-85F7-471B-50AE-FD3B8F2845B7}"/>
                    </a:ext>
                  </a:extLst>
                </p14:cNvPr>
                <p14:cNvContentPartPr/>
                <p14:nvPr/>
              </p14:nvContentPartPr>
              <p14:xfrm>
                <a:off x="6244740" y="2640608"/>
                <a:ext cx="219960" cy="936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7960A5C-85F7-471B-50AE-FD3B8F2845B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236100" y="2631608"/>
                  <a:ext cx="2376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8E2738C-6933-183B-B9A5-2054DA58A10D}"/>
                    </a:ext>
                  </a:extLst>
                </p14:cNvPr>
                <p14:cNvContentPartPr/>
                <p14:nvPr/>
              </p14:nvContentPartPr>
              <p14:xfrm>
                <a:off x="6551460" y="2613608"/>
                <a:ext cx="191520" cy="1069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8E2738C-6933-183B-B9A5-2054DA58A10D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542460" y="2604608"/>
                  <a:ext cx="2091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85FB4B6-B076-E077-A39C-8E363822C5E2}"/>
                    </a:ext>
                  </a:extLst>
                </p14:cNvPr>
                <p14:cNvContentPartPr/>
                <p14:nvPr/>
              </p14:nvContentPartPr>
              <p14:xfrm>
                <a:off x="6814620" y="2611808"/>
                <a:ext cx="89640" cy="1166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85FB4B6-B076-E077-A39C-8E363822C5E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805620" y="2603168"/>
                  <a:ext cx="107280" cy="13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1378B57B-C4D8-CE25-C838-27313E2D4ECD}"/>
              </a:ext>
            </a:extLst>
          </p:cNvPr>
          <p:cNvGrpSpPr/>
          <p:nvPr/>
        </p:nvGrpSpPr>
        <p:grpSpPr>
          <a:xfrm>
            <a:off x="7107660" y="2422448"/>
            <a:ext cx="577800" cy="432720"/>
            <a:chOff x="7107660" y="2422448"/>
            <a:chExt cx="577800" cy="43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A46F74E-B545-C793-E0FD-C9B3AC5799BC}"/>
                    </a:ext>
                  </a:extLst>
                </p14:cNvPr>
                <p14:cNvContentPartPr/>
                <p14:nvPr/>
              </p14:nvContentPartPr>
              <p14:xfrm>
                <a:off x="7107660" y="2662568"/>
                <a:ext cx="142560" cy="972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A46F74E-B545-C793-E0FD-C9B3AC5799BC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098660" y="2653928"/>
                  <a:ext cx="1602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CDF45A5-B6A7-9289-478F-B5A91CB7BE31}"/>
                    </a:ext>
                  </a:extLst>
                </p14:cNvPr>
                <p14:cNvContentPartPr/>
                <p14:nvPr/>
              </p14:nvContentPartPr>
              <p14:xfrm>
                <a:off x="7240500" y="2422448"/>
                <a:ext cx="106560" cy="4327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CDF45A5-B6A7-9289-478F-B5A91CB7BE31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231500" y="2413448"/>
                  <a:ext cx="12420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BDFDD6B-7680-4887-5768-E998888E084A}"/>
                    </a:ext>
                  </a:extLst>
                </p14:cNvPr>
                <p14:cNvContentPartPr/>
                <p14:nvPr/>
              </p14:nvContentPartPr>
              <p14:xfrm>
                <a:off x="7277220" y="2704328"/>
                <a:ext cx="74520" cy="442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BDFDD6B-7680-4887-5768-E998888E084A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268580" y="2695328"/>
                  <a:ext cx="921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41BD6BC-4E50-A91A-BAB3-8ED344AB11C1}"/>
                    </a:ext>
                  </a:extLst>
                </p14:cNvPr>
                <p14:cNvContentPartPr/>
                <p14:nvPr/>
              </p14:nvContentPartPr>
              <p14:xfrm>
                <a:off x="7533180" y="2564648"/>
                <a:ext cx="152280" cy="1900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41BD6BC-4E50-A91A-BAB3-8ED344AB11C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524540" y="2556008"/>
                  <a:ext cx="1699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105D5A9-59E8-8E8A-E0B2-63FDF318E26B}"/>
                    </a:ext>
                  </a:extLst>
                </p14:cNvPr>
                <p14:cNvContentPartPr/>
                <p14:nvPr/>
              </p14:nvContentPartPr>
              <p14:xfrm>
                <a:off x="7512660" y="2638808"/>
                <a:ext cx="140400" cy="162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105D5A9-59E8-8E8A-E0B2-63FDF318E26B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504020" y="2629808"/>
                  <a:ext cx="1580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FE26896-725F-7B2F-9FB2-18DEB9038CEB}"/>
                    </a:ext>
                  </a:extLst>
                </p14:cNvPr>
                <p14:cNvContentPartPr/>
                <p14:nvPr/>
              </p14:nvContentPartPr>
              <p14:xfrm>
                <a:off x="7487820" y="2561768"/>
                <a:ext cx="82800" cy="100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FE26896-725F-7B2F-9FB2-18DEB9038CEB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479180" y="2553128"/>
                  <a:ext cx="10044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8B031017-C928-9316-8F22-8CB9EC2F26E9}"/>
              </a:ext>
            </a:extLst>
          </p:cNvPr>
          <p:cNvGrpSpPr/>
          <p:nvPr/>
        </p:nvGrpSpPr>
        <p:grpSpPr>
          <a:xfrm>
            <a:off x="7925580" y="2446928"/>
            <a:ext cx="569160" cy="390960"/>
            <a:chOff x="7925580" y="2446928"/>
            <a:chExt cx="569160" cy="39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58E95FB-92BB-45E5-E06D-C97A4B84A912}"/>
                    </a:ext>
                  </a:extLst>
                </p14:cNvPr>
                <p14:cNvContentPartPr/>
                <p14:nvPr/>
              </p14:nvContentPartPr>
              <p14:xfrm>
                <a:off x="7938900" y="2446928"/>
                <a:ext cx="155520" cy="3909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58E95FB-92BB-45E5-E06D-C97A4B84A912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930260" y="2437928"/>
                  <a:ext cx="17316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C94C664-ADEE-B015-4507-53DD5110DC6E}"/>
                    </a:ext>
                  </a:extLst>
                </p14:cNvPr>
                <p14:cNvContentPartPr/>
                <p14:nvPr/>
              </p14:nvContentPartPr>
              <p14:xfrm>
                <a:off x="7925580" y="2695688"/>
                <a:ext cx="106920" cy="111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C94C664-ADEE-B015-4507-53DD5110DC6E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916580" y="2687048"/>
                  <a:ext cx="1245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A1C55AD-24B5-D295-EFF2-BDBCD6EB2721}"/>
                    </a:ext>
                  </a:extLst>
                </p14:cNvPr>
                <p14:cNvContentPartPr/>
                <p14:nvPr/>
              </p14:nvContentPartPr>
              <p14:xfrm>
                <a:off x="8066700" y="2644208"/>
                <a:ext cx="25920" cy="568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A1C55AD-24B5-D295-EFF2-BDBCD6EB2721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057700" y="2635568"/>
                  <a:ext cx="435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ADE021B-A2B0-1E10-4252-5E3A58CE14B5}"/>
                    </a:ext>
                  </a:extLst>
                </p14:cNvPr>
                <p14:cNvContentPartPr/>
                <p14:nvPr/>
              </p14:nvContentPartPr>
              <p14:xfrm>
                <a:off x="8026740" y="2561048"/>
                <a:ext cx="19800" cy="136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ADE021B-A2B0-1E10-4252-5E3A58CE14B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018100" y="2552408"/>
                  <a:ext cx="374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C5919BB-F1FD-5F45-E62B-9DD640E0E38B}"/>
                    </a:ext>
                  </a:extLst>
                </p14:cNvPr>
                <p14:cNvContentPartPr/>
                <p14:nvPr/>
              </p14:nvContentPartPr>
              <p14:xfrm>
                <a:off x="8140140" y="2601728"/>
                <a:ext cx="57600" cy="1105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C5919BB-F1FD-5F45-E62B-9DD640E0E38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131500" y="2593088"/>
                  <a:ext cx="752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7099003-6329-DA16-42AA-72721EE0ABAB}"/>
                    </a:ext>
                  </a:extLst>
                </p14:cNvPr>
                <p14:cNvContentPartPr/>
                <p14:nvPr/>
              </p14:nvContentPartPr>
              <p14:xfrm>
                <a:off x="8242020" y="2604248"/>
                <a:ext cx="138240" cy="1058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7099003-6329-DA16-42AA-72721EE0ABAB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233380" y="2595248"/>
                  <a:ext cx="1558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82A92A1-F4A5-E109-6CF0-50893A55C458}"/>
                    </a:ext>
                  </a:extLst>
                </p14:cNvPr>
                <p14:cNvContentPartPr/>
                <p14:nvPr/>
              </p14:nvContentPartPr>
              <p14:xfrm>
                <a:off x="8359380" y="2488328"/>
                <a:ext cx="109080" cy="2026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82A92A1-F4A5-E109-6CF0-50893A55C45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350380" y="2479688"/>
                  <a:ext cx="1267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740B99F-FC91-384C-23C2-C75ACEFF0BFC}"/>
                    </a:ext>
                  </a:extLst>
                </p14:cNvPr>
                <p14:cNvContentPartPr/>
                <p14:nvPr/>
              </p14:nvContentPartPr>
              <p14:xfrm>
                <a:off x="8408700" y="2605328"/>
                <a:ext cx="86040" cy="342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740B99F-FC91-384C-23C2-C75ACEFF0BFC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399700" y="2596328"/>
                  <a:ext cx="10368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C590DCE7-32EB-47A1-95D5-F493F2044FFB}"/>
              </a:ext>
            </a:extLst>
          </p:cNvPr>
          <p:cNvGrpSpPr/>
          <p:nvPr/>
        </p:nvGrpSpPr>
        <p:grpSpPr>
          <a:xfrm>
            <a:off x="3434940" y="295928"/>
            <a:ext cx="2888280" cy="475560"/>
            <a:chOff x="3434940" y="295928"/>
            <a:chExt cx="2888280" cy="47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35DED40-881A-1363-4EFE-4BD1B4C3212F}"/>
                    </a:ext>
                  </a:extLst>
                </p14:cNvPr>
                <p14:cNvContentPartPr/>
                <p14:nvPr/>
              </p14:nvContentPartPr>
              <p14:xfrm>
                <a:off x="3434940" y="450368"/>
                <a:ext cx="145800" cy="1173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35DED40-881A-1363-4EFE-4BD1B4C3212F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3425940" y="441728"/>
                  <a:ext cx="1634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A6F694F-5BF5-BDDD-FD72-E6405D23EB99}"/>
                    </a:ext>
                  </a:extLst>
                </p14:cNvPr>
                <p14:cNvContentPartPr/>
                <p14:nvPr/>
              </p14:nvContentPartPr>
              <p14:xfrm>
                <a:off x="3595140" y="347768"/>
                <a:ext cx="55800" cy="2037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A6F694F-5BF5-BDDD-FD72-E6405D23EB99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3586140" y="339128"/>
                  <a:ext cx="734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FFA6B94-6193-1473-374E-866D26AA5A94}"/>
                    </a:ext>
                  </a:extLst>
                </p14:cNvPr>
                <p14:cNvContentPartPr/>
                <p14:nvPr/>
              </p14:nvContentPartPr>
              <p14:xfrm>
                <a:off x="3544380" y="482768"/>
                <a:ext cx="123840" cy="162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FFA6B94-6193-1473-374E-866D26AA5A94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3535740" y="474128"/>
                  <a:ext cx="1414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F356B5F-A0AF-84B8-4F1B-6370D7C7846A}"/>
                    </a:ext>
                  </a:extLst>
                </p14:cNvPr>
                <p14:cNvContentPartPr/>
                <p14:nvPr/>
              </p14:nvContentPartPr>
              <p14:xfrm>
                <a:off x="3686580" y="456488"/>
                <a:ext cx="203040" cy="943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F356B5F-A0AF-84B8-4F1B-6370D7C7846A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3677940" y="447488"/>
                  <a:ext cx="2206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2D452A5-EFF8-3169-DDA2-59CE372FDFB8}"/>
                    </a:ext>
                  </a:extLst>
                </p14:cNvPr>
                <p14:cNvContentPartPr/>
                <p14:nvPr/>
              </p14:nvContentPartPr>
              <p14:xfrm>
                <a:off x="3963780" y="301328"/>
                <a:ext cx="78480" cy="2455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2D452A5-EFF8-3169-DDA2-59CE372FDFB8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955140" y="292328"/>
                  <a:ext cx="961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5848CCC-EE6B-6348-50E4-F76A92316291}"/>
                    </a:ext>
                  </a:extLst>
                </p14:cNvPr>
                <p14:cNvContentPartPr/>
                <p14:nvPr/>
              </p14:nvContentPartPr>
              <p14:xfrm>
                <a:off x="3958740" y="491768"/>
                <a:ext cx="214560" cy="356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5848CCC-EE6B-6348-50E4-F76A92316291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950100" y="483128"/>
                  <a:ext cx="2322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8CB26A2-B4D4-9BA8-903F-A74B8EA51A63}"/>
                    </a:ext>
                  </a:extLst>
                </p14:cNvPr>
                <p14:cNvContentPartPr/>
                <p14:nvPr/>
              </p14:nvContentPartPr>
              <p14:xfrm>
                <a:off x="4129740" y="372608"/>
                <a:ext cx="16200" cy="298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8CB26A2-B4D4-9BA8-903F-A74B8EA51A63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121100" y="363968"/>
                  <a:ext cx="338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EE62A57-05C5-61B8-B576-C9A17929D850}"/>
                    </a:ext>
                  </a:extLst>
                </p14:cNvPr>
                <p14:cNvContentPartPr/>
                <p14:nvPr/>
              </p14:nvContentPartPr>
              <p14:xfrm>
                <a:off x="4234140" y="483128"/>
                <a:ext cx="86040" cy="327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EE62A57-05C5-61B8-B576-C9A17929D850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4225140" y="474128"/>
                  <a:ext cx="1036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1A31B0E-AEDE-D651-6523-B4E5E627F504}"/>
                    </a:ext>
                  </a:extLst>
                </p14:cNvPr>
                <p14:cNvContentPartPr/>
                <p14:nvPr/>
              </p14:nvContentPartPr>
              <p14:xfrm>
                <a:off x="4412340" y="453608"/>
                <a:ext cx="201240" cy="3178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1A31B0E-AEDE-D651-6523-B4E5E627F504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4403340" y="444968"/>
                  <a:ext cx="21888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C63DB46-4993-2D32-F385-200F9CB9747A}"/>
                    </a:ext>
                  </a:extLst>
                </p14:cNvPr>
                <p14:cNvContentPartPr/>
                <p14:nvPr/>
              </p14:nvContentPartPr>
              <p14:xfrm>
                <a:off x="4738500" y="460448"/>
                <a:ext cx="207720" cy="957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C63DB46-4993-2D32-F385-200F9CB9747A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4729860" y="451448"/>
                  <a:ext cx="2253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5204BCF-F0C6-C6DD-8585-E1E0918ECAE6}"/>
                    </a:ext>
                  </a:extLst>
                </p14:cNvPr>
                <p14:cNvContentPartPr/>
                <p14:nvPr/>
              </p14:nvContentPartPr>
              <p14:xfrm>
                <a:off x="5038380" y="540008"/>
                <a:ext cx="6480" cy="43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5204BCF-F0C6-C6DD-8585-E1E0918ECAE6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029740" y="531368"/>
                  <a:ext cx="241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62D440E-6059-AD61-75B4-14E7AD9A26B7}"/>
                    </a:ext>
                  </a:extLst>
                </p14:cNvPr>
                <p14:cNvContentPartPr/>
                <p14:nvPr/>
              </p14:nvContentPartPr>
              <p14:xfrm>
                <a:off x="4935420" y="329048"/>
                <a:ext cx="360" cy="172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62D440E-6059-AD61-75B4-14E7AD9A26B7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926780" y="320048"/>
                  <a:ext cx="180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98F10CD-C6D0-18B7-A0E9-6E92C3FF68C3}"/>
                    </a:ext>
                  </a:extLst>
                </p14:cNvPr>
                <p14:cNvContentPartPr/>
                <p14:nvPr/>
              </p14:nvContentPartPr>
              <p14:xfrm>
                <a:off x="5054940" y="337688"/>
                <a:ext cx="66240" cy="2084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98F10CD-C6D0-18B7-A0E9-6E92C3FF68C3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046300" y="328688"/>
                  <a:ext cx="838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8829632-BA19-A226-BCA8-76C3662B2268}"/>
                    </a:ext>
                  </a:extLst>
                </p14:cNvPr>
                <p14:cNvContentPartPr/>
                <p14:nvPr/>
              </p14:nvContentPartPr>
              <p14:xfrm>
                <a:off x="5038740" y="465488"/>
                <a:ext cx="94680" cy="126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8829632-BA19-A226-BCA8-76C3662B226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5029740" y="456848"/>
                  <a:ext cx="1123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53243A3-672C-8195-A5E2-AA8D49CE5273}"/>
                    </a:ext>
                  </a:extLst>
                </p14:cNvPr>
                <p14:cNvContentPartPr/>
                <p14:nvPr/>
              </p14:nvContentPartPr>
              <p14:xfrm>
                <a:off x="5138100" y="321848"/>
                <a:ext cx="192240" cy="1832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53243A3-672C-8195-A5E2-AA8D49CE5273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5129460" y="313208"/>
                  <a:ext cx="2098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B4D3156-94DE-7A0C-D53D-AD2B22073D0E}"/>
                    </a:ext>
                  </a:extLst>
                </p14:cNvPr>
                <p14:cNvContentPartPr/>
                <p14:nvPr/>
              </p14:nvContentPartPr>
              <p14:xfrm>
                <a:off x="5423940" y="295928"/>
                <a:ext cx="272520" cy="2469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B4D3156-94DE-7A0C-D53D-AD2B22073D0E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5414940" y="287288"/>
                  <a:ext cx="2901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A806651-8354-2DB5-8806-424887EC94A7}"/>
                    </a:ext>
                  </a:extLst>
                </p14:cNvPr>
                <p14:cNvContentPartPr/>
                <p14:nvPr/>
              </p14:nvContentPartPr>
              <p14:xfrm>
                <a:off x="5563980" y="311408"/>
                <a:ext cx="32400" cy="295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A806651-8354-2DB5-8806-424887EC94A7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5555340" y="302768"/>
                  <a:ext cx="500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DF2A1CB-1E23-4F2D-D7D1-119F6C389263}"/>
                    </a:ext>
                  </a:extLst>
                </p14:cNvPr>
                <p14:cNvContentPartPr/>
                <p14:nvPr/>
              </p14:nvContentPartPr>
              <p14:xfrm>
                <a:off x="5693940" y="390968"/>
                <a:ext cx="113040" cy="2574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DF2A1CB-1E23-4F2D-D7D1-119F6C389263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5684940" y="382328"/>
                  <a:ext cx="1306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64A52B9-2804-A7B4-98CC-DDA4C4343CDC}"/>
                    </a:ext>
                  </a:extLst>
                </p14:cNvPr>
                <p14:cNvContentPartPr/>
                <p14:nvPr/>
              </p14:nvContentPartPr>
              <p14:xfrm>
                <a:off x="5797980" y="332648"/>
                <a:ext cx="253800" cy="1933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64A52B9-2804-A7B4-98CC-DDA4C4343CDC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788980" y="324008"/>
                  <a:ext cx="2714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B3EF2E9-F51A-24EA-229B-05F586C92972}"/>
                    </a:ext>
                  </a:extLst>
                </p14:cNvPr>
                <p14:cNvContentPartPr/>
                <p14:nvPr/>
              </p14:nvContentPartPr>
              <p14:xfrm>
                <a:off x="6124140" y="394568"/>
                <a:ext cx="42120" cy="1465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B3EF2E9-F51A-24EA-229B-05F586C9297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115140" y="385928"/>
                  <a:ext cx="597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DD59715-684D-3DBD-0691-32F33F3CD905}"/>
                    </a:ext>
                  </a:extLst>
                </p14:cNvPr>
                <p14:cNvContentPartPr/>
                <p14:nvPr/>
              </p14:nvContentPartPr>
              <p14:xfrm>
                <a:off x="6187500" y="317528"/>
                <a:ext cx="135720" cy="2286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DD59715-684D-3DBD-0691-32F33F3CD905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178860" y="308888"/>
                  <a:ext cx="153360" cy="24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C6BC098C-4F57-3F4F-56D9-189A50FC7448}"/>
              </a:ext>
            </a:extLst>
          </p:cNvPr>
          <p:cNvGrpSpPr/>
          <p:nvPr/>
        </p:nvGrpSpPr>
        <p:grpSpPr>
          <a:xfrm>
            <a:off x="6504660" y="282968"/>
            <a:ext cx="1211040" cy="424440"/>
            <a:chOff x="6504660" y="282968"/>
            <a:chExt cx="1211040" cy="42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7CFF921-79B6-F1B1-3909-CE951CB779E5}"/>
                    </a:ext>
                  </a:extLst>
                </p14:cNvPr>
                <p14:cNvContentPartPr/>
                <p14:nvPr/>
              </p14:nvContentPartPr>
              <p14:xfrm>
                <a:off x="6504660" y="471608"/>
                <a:ext cx="110880" cy="2358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7CFF921-79B6-F1B1-3909-CE951CB779E5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496020" y="462608"/>
                  <a:ext cx="1285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5F60ECE-FE68-1163-53EA-7F0129612740}"/>
                    </a:ext>
                  </a:extLst>
                </p14:cNvPr>
                <p14:cNvContentPartPr/>
                <p14:nvPr/>
              </p14:nvContentPartPr>
              <p14:xfrm>
                <a:off x="6639660" y="472688"/>
                <a:ext cx="94320" cy="626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5F60ECE-FE68-1163-53EA-7F0129612740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630660" y="464048"/>
                  <a:ext cx="1119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9ACA5F8-0E4B-7DE5-E394-3D4B97B35F9F}"/>
                    </a:ext>
                  </a:extLst>
                </p14:cNvPr>
                <p14:cNvContentPartPr/>
                <p14:nvPr/>
              </p14:nvContentPartPr>
              <p14:xfrm>
                <a:off x="6795540" y="451088"/>
                <a:ext cx="189000" cy="745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9ACA5F8-0E4B-7DE5-E394-3D4B97B35F9F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786540" y="442088"/>
                  <a:ext cx="2066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08129C0-D69C-E280-4A79-468BE97ABA84}"/>
                    </a:ext>
                  </a:extLst>
                </p14:cNvPr>
                <p14:cNvContentPartPr/>
                <p14:nvPr/>
              </p14:nvContentPartPr>
              <p14:xfrm>
                <a:off x="7002180" y="410408"/>
                <a:ext cx="224280" cy="1407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08129C0-D69C-E280-4A79-468BE97ABA84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993180" y="401768"/>
                  <a:ext cx="2419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257BD0F-1701-CF19-BAF1-E95EDB42FEA7}"/>
                    </a:ext>
                  </a:extLst>
                </p14:cNvPr>
                <p14:cNvContentPartPr/>
                <p14:nvPr/>
              </p14:nvContentPartPr>
              <p14:xfrm>
                <a:off x="7277580" y="393488"/>
                <a:ext cx="62640" cy="1162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257BD0F-1701-CF19-BAF1-E95EDB42FEA7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268580" y="384848"/>
                  <a:ext cx="802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D1C081F-6BF6-CB99-51BA-1428E49AC722}"/>
                    </a:ext>
                  </a:extLst>
                </p14:cNvPr>
                <p14:cNvContentPartPr/>
                <p14:nvPr/>
              </p14:nvContentPartPr>
              <p14:xfrm>
                <a:off x="7491780" y="456488"/>
                <a:ext cx="103680" cy="590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D1C081F-6BF6-CB99-51BA-1428E49AC72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482780" y="447488"/>
                  <a:ext cx="1213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9C3435D-EC32-8FDF-EAEA-59151E9BFC94}"/>
                    </a:ext>
                  </a:extLst>
                </p14:cNvPr>
                <p14:cNvContentPartPr/>
                <p14:nvPr/>
              </p14:nvContentPartPr>
              <p14:xfrm>
                <a:off x="7598340" y="282968"/>
                <a:ext cx="117360" cy="3643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9C3435D-EC32-8FDF-EAEA-59151E9BFC94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589340" y="273968"/>
                  <a:ext cx="135000" cy="38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AE48652-6C7E-4675-0B79-A6B4124D6FA3}"/>
              </a:ext>
            </a:extLst>
          </p:cNvPr>
          <p:cNvGrpSpPr/>
          <p:nvPr/>
        </p:nvGrpSpPr>
        <p:grpSpPr>
          <a:xfrm>
            <a:off x="7891740" y="395288"/>
            <a:ext cx="160920" cy="171000"/>
            <a:chOff x="7891740" y="395288"/>
            <a:chExt cx="160920" cy="17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888CBAB-8B5E-2F8E-1B92-BF4AADB3EAD3}"/>
                    </a:ext>
                  </a:extLst>
                </p14:cNvPr>
                <p14:cNvContentPartPr/>
                <p14:nvPr/>
              </p14:nvContentPartPr>
              <p14:xfrm>
                <a:off x="7896780" y="395288"/>
                <a:ext cx="155880" cy="1710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888CBAB-8B5E-2F8E-1B92-BF4AADB3EAD3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888140" y="386288"/>
                  <a:ext cx="1735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8AB31F5-4FF5-1258-9820-BFF20D888911}"/>
                    </a:ext>
                  </a:extLst>
                </p14:cNvPr>
                <p14:cNvContentPartPr/>
                <p14:nvPr/>
              </p14:nvContentPartPr>
              <p14:xfrm>
                <a:off x="7891740" y="472688"/>
                <a:ext cx="146880" cy="86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8AB31F5-4FF5-1258-9820-BFF20D888911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882740" y="463688"/>
                  <a:ext cx="16452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0062404E-C158-75DF-B211-43BBBCD26E8D}"/>
              </a:ext>
            </a:extLst>
          </p:cNvPr>
          <p:cNvGrpSpPr/>
          <p:nvPr/>
        </p:nvGrpSpPr>
        <p:grpSpPr>
          <a:xfrm>
            <a:off x="223380" y="3568688"/>
            <a:ext cx="2404080" cy="390600"/>
            <a:chOff x="223380" y="3568688"/>
            <a:chExt cx="2404080" cy="39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C8C843B-7864-D16D-848B-A608031439FD}"/>
                    </a:ext>
                  </a:extLst>
                </p14:cNvPr>
                <p14:cNvContentPartPr/>
                <p14:nvPr/>
              </p14:nvContentPartPr>
              <p14:xfrm>
                <a:off x="1624860" y="3715208"/>
                <a:ext cx="51480" cy="1987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C8C843B-7864-D16D-848B-A608031439FD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616220" y="3706568"/>
                  <a:ext cx="691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D7E99C31-514A-9C25-E8DF-6066C52418A8}"/>
                    </a:ext>
                  </a:extLst>
                </p14:cNvPr>
                <p14:cNvContentPartPr/>
                <p14:nvPr/>
              </p14:nvContentPartPr>
              <p14:xfrm>
                <a:off x="1353780" y="3621968"/>
                <a:ext cx="81360" cy="3294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D7E99C31-514A-9C25-E8DF-6066C52418A8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345140" y="3612968"/>
                  <a:ext cx="9900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A8646C0-E33A-BDFF-39C7-A9066D227DEC}"/>
                    </a:ext>
                  </a:extLst>
                </p14:cNvPr>
                <p14:cNvContentPartPr/>
                <p14:nvPr/>
              </p14:nvContentPartPr>
              <p14:xfrm>
                <a:off x="1325700" y="3568688"/>
                <a:ext cx="1301760" cy="1044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A8646C0-E33A-BDFF-39C7-A9066D227DEC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316700" y="3560048"/>
                  <a:ext cx="13194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5E3A0D3-ECF6-121E-8D12-1D208DE533CA}"/>
                    </a:ext>
                  </a:extLst>
                </p14:cNvPr>
                <p14:cNvContentPartPr/>
                <p14:nvPr/>
              </p14:nvContentPartPr>
              <p14:xfrm>
                <a:off x="223380" y="3884408"/>
                <a:ext cx="161280" cy="126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5E3A0D3-ECF6-121E-8D12-1D208DE533CA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214740" y="3875408"/>
                  <a:ext cx="1789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779B730-8D65-CDD8-7D18-779678F7E9A3}"/>
                    </a:ext>
                  </a:extLst>
                </p14:cNvPr>
                <p14:cNvContentPartPr/>
                <p14:nvPr/>
              </p14:nvContentPartPr>
              <p14:xfrm>
                <a:off x="420300" y="3822128"/>
                <a:ext cx="152640" cy="1209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779B730-8D65-CDD8-7D18-779678F7E9A3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411660" y="3813128"/>
                  <a:ext cx="1702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F58E1828-0D2D-2491-7240-FAB7C85DAEFC}"/>
                    </a:ext>
                  </a:extLst>
                </p14:cNvPr>
                <p14:cNvContentPartPr/>
                <p14:nvPr/>
              </p14:nvContentPartPr>
              <p14:xfrm>
                <a:off x="581580" y="3782528"/>
                <a:ext cx="168120" cy="1767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F58E1828-0D2D-2491-7240-FAB7C85DAEFC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572940" y="3773888"/>
                  <a:ext cx="1857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D25B7E5-8209-77B9-12D5-46ED683C2E57}"/>
                    </a:ext>
                  </a:extLst>
                </p14:cNvPr>
                <p14:cNvContentPartPr/>
                <p14:nvPr/>
              </p14:nvContentPartPr>
              <p14:xfrm>
                <a:off x="616500" y="3875048"/>
                <a:ext cx="116280" cy="111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D25B7E5-8209-77B9-12D5-46ED683C2E57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07500" y="3866408"/>
                  <a:ext cx="1339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5A396EC-E48B-54FD-AF52-6232D3BAC11F}"/>
                    </a:ext>
                  </a:extLst>
                </p14:cNvPr>
                <p14:cNvContentPartPr/>
                <p14:nvPr/>
              </p14:nvContentPartPr>
              <p14:xfrm>
                <a:off x="648900" y="3698648"/>
                <a:ext cx="119880" cy="162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5A396EC-E48B-54FD-AF52-6232D3BAC11F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40260" y="3689648"/>
                  <a:ext cx="1375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D622481-8A21-26A3-D6EF-63C26D06C598}"/>
                    </a:ext>
                  </a:extLst>
                </p14:cNvPr>
                <p14:cNvContentPartPr/>
                <p14:nvPr/>
              </p14:nvContentPartPr>
              <p14:xfrm>
                <a:off x="820620" y="3620888"/>
                <a:ext cx="62280" cy="1252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D622481-8A21-26A3-D6EF-63C26D06C598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811980" y="3612248"/>
                  <a:ext cx="799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F77FB4B-C5B1-7F1A-C079-B4A725908CBE}"/>
                    </a:ext>
                  </a:extLst>
                </p14:cNvPr>
                <p14:cNvContentPartPr/>
                <p14:nvPr/>
              </p14:nvContentPartPr>
              <p14:xfrm>
                <a:off x="914220" y="3787208"/>
                <a:ext cx="76680" cy="1515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F77FB4B-C5B1-7F1A-C079-B4A725908CBE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905220" y="3778568"/>
                  <a:ext cx="943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2AE30FB-D998-4D6B-BB15-9DDFA91FB65F}"/>
                    </a:ext>
                  </a:extLst>
                </p14:cNvPr>
                <p14:cNvContentPartPr/>
                <p14:nvPr/>
              </p14:nvContentPartPr>
              <p14:xfrm>
                <a:off x="903420" y="3880088"/>
                <a:ext cx="125280" cy="165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2AE30FB-D998-4D6B-BB15-9DDFA91FB65F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894780" y="3871448"/>
                  <a:ext cx="142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FA3146E-0E12-4A60-C506-A020B31364E4}"/>
                    </a:ext>
                  </a:extLst>
                </p14:cNvPr>
                <p14:cNvContentPartPr/>
                <p14:nvPr/>
              </p14:nvContentPartPr>
              <p14:xfrm>
                <a:off x="1120140" y="3715928"/>
                <a:ext cx="101880" cy="1803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FA3146E-0E12-4A60-C506-A020B31364E4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111140" y="3707288"/>
                  <a:ext cx="1195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1C152B7-6ADE-D816-736B-FC234786F520}"/>
                    </a:ext>
                  </a:extLst>
                </p14:cNvPr>
                <p14:cNvContentPartPr/>
                <p14:nvPr/>
              </p14:nvContentPartPr>
              <p14:xfrm>
                <a:off x="848700" y="3866048"/>
                <a:ext cx="164160" cy="201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1C152B7-6ADE-D816-736B-FC234786F520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39700" y="3857408"/>
                  <a:ext cx="18180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159CE145-D9DF-838D-169C-313A6E0EFF4E}"/>
              </a:ext>
            </a:extLst>
          </p:cNvPr>
          <p:cNvGrpSpPr/>
          <p:nvPr/>
        </p:nvGrpSpPr>
        <p:grpSpPr>
          <a:xfrm>
            <a:off x="1208700" y="3088808"/>
            <a:ext cx="771120" cy="290160"/>
            <a:chOff x="1208700" y="3088808"/>
            <a:chExt cx="771120" cy="29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8B39EDC-CD27-E5BC-59C8-A8845AF3E6E6}"/>
                    </a:ext>
                  </a:extLst>
                </p14:cNvPr>
                <p14:cNvContentPartPr/>
                <p14:nvPr/>
              </p14:nvContentPartPr>
              <p14:xfrm>
                <a:off x="1208700" y="3322448"/>
                <a:ext cx="137160" cy="136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8B39EDC-CD27-E5BC-59C8-A8845AF3E6E6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199700" y="3313448"/>
                  <a:ext cx="1548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D91902E-9E3B-A36B-6438-C5DB292A2142}"/>
                    </a:ext>
                  </a:extLst>
                </p14:cNvPr>
                <p14:cNvContentPartPr/>
                <p14:nvPr/>
              </p14:nvContentPartPr>
              <p14:xfrm>
                <a:off x="1454940" y="3282848"/>
                <a:ext cx="144720" cy="961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D91902E-9E3B-A36B-6438-C5DB292A2142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445940" y="3274208"/>
                  <a:ext cx="1623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9EA52D4-8392-4B03-087A-CC66E301ED24}"/>
                    </a:ext>
                  </a:extLst>
                </p14:cNvPr>
                <p14:cNvContentPartPr/>
                <p14:nvPr/>
              </p14:nvContentPartPr>
              <p14:xfrm>
                <a:off x="1522980" y="3168728"/>
                <a:ext cx="113760" cy="162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9EA52D4-8392-4B03-087A-CC66E301ED24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514340" y="3159728"/>
                  <a:ext cx="131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BEB6CDB6-0374-AD3C-854F-A404D944A71B}"/>
                    </a:ext>
                  </a:extLst>
                </p14:cNvPr>
                <p14:cNvContentPartPr/>
                <p14:nvPr/>
              </p14:nvContentPartPr>
              <p14:xfrm>
                <a:off x="1720980" y="3088808"/>
                <a:ext cx="19800" cy="939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BEB6CDB6-0374-AD3C-854F-A404D944A71B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711980" y="3080168"/>
                  <a:ext cx="374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69444CD-5BAB-42E8-4DDA-58B10E29B046}"/>
                    </a:ext>
                  </a:extLst>
                </p14:cNvPr>
                <p14:cNvContentPartPr/>
                <p14:nvPr/>
              </p14:nvContentPartPr>
              <p14:xfrm>
                <a:off x="1844100" y="3209408"/>
                <a:ext cx="124560" cy="1580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69444CD-5BAB-42E8-4DDA-58B10E29B046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835460" y="3200768"/>
                  <a:ext cx="1422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9FCA857-B893-0827-0588-DA1A440F98C6}"/>
                    </a:ext>
                  </a:extLst>
                </p14:cNvPr>
                <p14:cNvContentPartPr/>
                <p14:nvPr/>
              </p14:nvContentPartPr>
              <p14:xfrm>
                <a:off x="1811340" y="3279608"/>
                <a:ext cx="168480" cy="104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9FCA857-B893-0827-0588-DA1A440F98C6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802340" y="3270968"/>
                  <a:ext cx="186120" cy="2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5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A7F239AD-B71E-06EE-F2AF-DEDAB81B8510}"/>
                  </a:ext>
                </a:extLst>
              </p14:cNvPr>
              <p14:cNvContentPartPr/>
              <p14:nvPr/>
            </p14:nvContentPartPr>
            <p14:xfrm>
              <a:off x="1630620" y="4114448"/>
              <a:ext cx="43920" cy="17964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A7F239AD-B71E-06EE-F2AF-DEDAB81B8510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1621980" y="4105808"/>
                <a:ext cx="61560" cy="19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6" name="Group 185">
            <a:extLst>
              <a:ext uri="{FF2B5EF4-FFF2-40B4-BE49-F238E27FC236}">
                <a16:creationId xmlns:a16="http://schemas.microsoft.com/office/drawing/2014/main" id="{B0EA3F2A-614E-A13B-DD6A-1434C28B281E}"/>
              </a:ext>
            </a:extLst>
          </p:cNvPr>
          <p:cNvGrpSpPr/>
          <p:nvPr/>
        </p:nvGrpSpPr>
        <p:grpSpPr>
          <a:xfrm>
            <a:off x="1867140" y="3995288"/>
            <a:ext cx="883080" cy="300240"/>
            <a:chOff x="1867140" y="3995288"/>
            <a:chExt cx="883080" cy="30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BA942EE-7026-4B27-8FCD-A59E2523F89E}"/>
                    </a:ext>
                  </a:extLst>
                </p14:cNvPr>
                <p14:cNvContentPartPr/>
                <p14:nvPr/>
              </p14:nvContentPartPr>
              <p14:xfrm>
                <a:off x="1867140" y="4199768"/>
                <a:ext cx="154440" cy="180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BA942EE-7026-4B27-8FCD-A59E2523F89E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858500" y="4191128"/>
                  <a:ext cx="1720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A60119B-19A6-447B-62CA-914ED06219AA}"/>
                    </a:ext>
                  </a:extLst>
                </p14:cNvPr>
                <p14:cNvContentPartPr/>
                <p14:nvPr/>
              </p14:nvContentPartPr>
              <p14:xfrm>
                <a:off x="2161980" y="4155488"/>
                <a:ext cx="176400" cy="1400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A60119B-19A6-447B-62CA-914ED06219AA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2152980" y="4146488"/>
                  <a:ext cx="1940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CAEA75CF-E217-2ED5-648B-389420488E9A}"/>
                    </a:ext>
                  </a:extLst>
                </p14:cNvPr>
                <p14:cNvContentPartPr/>
                <p14:nvPr/>
              </p14:nvContentPartPr>
              <p14:xfrm>
                <a:off x="2300940" y="4091768"/>
                <a:ext cx="115200" cy="108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CAEA75CF-E217-2ED5-648B-389420488E9A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2291940" y="4082768"/>
                  <a:ext cx="1328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C776F558-9C9D-C262-2200-F2B8254CDDCA}"/>
                    </a:ext>
                  </a:extLst>
                </p14:cNvPr>
                <p14:cNvContentPartPr/>
                <p14:nvPr/>
              </p14:nvContentPartPr>
              <p14:xfrm>
                <a:off x="2457180" y="3995288"/>
                <a:ext cx="39960" cy="1144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C776F558-9C9D-C262-2200-F2B8254CDDCA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2448540" y="3986288"/>
                  <a:ext cx="576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1D20297F-BDA7-0E32-71C3-B9040DF42D5A}"/>
                    </a:ext>
                  </a:extLst>
                </p14:cNvPr>
                <p14:cNvContentPartPr/>
                <p14:nvPr/>
              </p14:nvContentPartPr>
              <p14:xfrm>
                <a:off x="2582100" y="4095008"/>
                <a:ext cx="168120" cy="1670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1D20297F-BDA7-0E32-71C3-B9040DF42D5A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2573100" y="4086368"/>
                  <a:ext cx="1857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E4E80D49-97D2-38F7-CB6F-FABB35CF3723}"/>
                    </a:ext>
                  </a:extLst>
                </p14:cNvPr>
                <p14:cNvContentPartPr/>
                <p14:nvPr/>
              </p14:nvContentPartPr>
              <p14:xfrm>
                <a:off x="2599740" y="4187528"/>
                <a:ext cx="133200" cy="280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E4E80D49-97D2-38F7-CB6F-FABB35CF3723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2590740" y="4178528"/>
                  <a:ext cx="150840" cy="4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9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B84AAA69-7EF1-D287-3C9A-B66D717D120D}"/>
                  </a:ext>
                </a:extLst>
              </p14:cNvPr>
              <p14:cNvContentPartPr/>
              <p14:nvPr/>
            </p14:nvContentPartPr>
            <p14:xfrm>
              <a:off x="1388700" y="4405328"/>
              <a:ext cx="1515960" cy="8568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B84AAA69-7EF1-D287-3C9A-B66D717D120D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1379700" y="4396688"/>
                <a:ext cx="1533600" cy="10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Group 191">
            <a:extLst>
              <a:ext uri="{FF2B5EF4-FFF2-40B4-BE49-F238E27FC236}">
                <a16:creationId xmlns:a16="http://schemas.microsoft.com/office/drawing/2014/main" id="{0D7C0DA3-3DC1-8E8B-CB55-B75AA8EB10ED}"/>
              </a:ext>
            </a:extLst>
          </p:cNvPr>
          <p:cNvGrpSpPr/>
          <p:nvPr/>
        </p:nvGrpSpPr>
        <p:grpSpPr>
          <a:xfrm>
            <a:off x="2197260" y="4571648"/>
            <a:ext cx="547920" cy="248400"/>
            <a:chOff x="2197260" y="4571648"/>
            <a:chExt cx="547920" cy="24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FB334F3-BFBB-A11A-418B-077FF06FDBD2}"/>
                    </a:ext>
                  </a:extLst>
                </p14:cNvPr>
                <p14:cNvContentPartPr/>
                <p14:nvPr/>
              </p14:nvContentPartPr>
              <p14:xfrm>
                <a:off x="2197260" y="4723568"/>
                <a:ext cx="147600" cy="964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FB334F3-BFBB-A11A-418B-077FF06FDBD2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2188260" y="4714928"/>
                  <a:ext cx="1652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CF6508B-41EF-8D2B-89D1-A2930CA16E66}"/>
                    </a:ext>
                  </a:extLst>
                </p14:cNvPr>
                <p14:cNvContentPartPr/>
                <p14:nvPr/>
              </p14:nvContentPartPr>
              <p14:xfrm>
                <a:off x="2250900" y="4634648"/>
                <a:ext cx="92520" cy="50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CF6508B-41EF-8D2B-89D1-A2930CA16E66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2242260" y="4625648"/>
                  <a:ext cx="1101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795A388-F24F-40A5-8A48-15200202CC69}"/>
                    </a:ext>
                  </a:extLst>
                </p14:cNvPr>
                <p14:cNvContentPartPr/>
                <p14:nvPr/>
              </p14:nvContentPartPr>
              <p14:xfrm>
                <a:off x="2440620" y="4571648"/>
                <a:ext cx="20880" cy="1044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795A388-F24F-40A5-8A48-15200202CC69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2431620" y="4563008"/>
                  <a:ext cx="385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B5A3DC00-FACB-E1C4-1A19-20D1EAE429FB}"/>
                    </a:ext>
                  </a:extLst>
                </p14:cNvPr>
                <p14:cNvContentPartPr/>
                <p14:nvPr/>
              </p14:nvContentPartPr>
              <p14:xfrm>
                <a:off x="2550780" y="4629248"/>
                <a:ext cx="194400" cy="1670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B5A3DC00-FACB-E1C4-1A19-20D1EAE429FB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2542140" y="4620608"/>
                  <a:ext cx="2120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EFA0287-C030-5A6D-FE96-37114215B6FA}"/>
                    </a:ext>
                  </a:extLst>
                </p14:cNvPr>
                <p14:cNvContentPartPr/>
                <p14:nvPr/>
              </p14:nvContentPartPr>
              <p14:xfrm>
                <a:off x="2603340" y="4717088"/>
                <a:ext cx="140040" cy="93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EFA0287-C030-5A6D-FE96-37114215B6FA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2594340" y="4708448"/>
                  <a:ext cx="157680" cy="2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1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ADA07391-8F5D-0B1E-ED8A-2D204911E320}"/>
                  </a:ext>
                </a:extLst>
              </p14:cNvPr>
              <p14:cNvContentPartPr/>
              <p14:nvPr/>
            </p14:nvContentPartPr>
            <p14:xfrm>
              <a:off x="2167740" y="3272768"/>
              <a:ext cx="120240" cy="1908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ADA07391-8F5D-0B1E-ED8A-2D204911E320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2159100" y="3263768"/>
                <a:ext cx="13788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3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216E0CD3-E328-70F7-5851-93D1030D9549}"/>
                  </a:ext>
                </a:extLst>
              </p14:cNvPr>
              <p14:cNvContentPartPr/>
              <p14:nvPr/>
            </p14:nvContentPartPr>
            <p14:xfrm>
              <a:off x="2436300" y="3242168"/>
              <a:ext cx="141840" cy="10440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216E0CD3-E328-70F7-5851-93D1030D9549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2427660" y="3233168"/>
                <a:ext cx="159480" cy="12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7" name="Group 196">
            <a:extLst>
              <a:ext uri="{FF2B5EF4-FFF2-40B4-BE49-F238E27FC236}">
                <a16:creationId xmlns:a16="http://schemas.microsoft.com/office/drawing/2014/main" id="{CA4AA75F-0967-8566-6C18-323A405624A4}"/>
              </a:ext>
            </a:extLst>
          </p:cNvPr>
          <p:cNvGrpSpPr/>
          <p:nvPr/>
        </p:nvGrpSpPr>
        <p:grpSpPr>
          <a:xfrm>
            <a:off x="2530620" y="3059648"/>
            <a:ext cx="347760" cy="106200"/>
            <a:chOff x="2530620" y="3059648"/>
            <a:chExt cx="347760" cy="10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C5A2CA1-5E78-C2C0-2246-3F3FB06D41FB}"/>
                    </a:ext>
                  </a:extLst>
                </p14:cNvPr>
                <p14:cNvContentPartPr/>
                <p14:nvPr/>
              </p14:nvContentPartPr>
              <p14:xfrm>
                <a:off x="2530620" y="3148208"/>
                <a:ext cx="124560" cy="162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C5A2CA1-5E78-C2C0-2246-3F3FB06D41FB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2521620" y="3139568"/>
                  <a:ext cx="1422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326AB87B-14F9-D56C-A165-8787F26035AA}"/>
                    </a:ext>
                  </a:extLst>
                </p14:cNvPr>
                <p14:cNvContentPartPr/>
                <p14:nvPr/>
              </p14:nvContentPartPr>
              <p14:xfrm>
                <a:off x="2706660" y="3059648"/>
                <a:ext cx="171720" cy="1062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326AB87B-14F9-D56C-A165-8787F26035AA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2697660" y="3050648"/>
                  <a:ext cx="189360" cy="12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C2B95EBE-EDDB-FD3B-7E60-915E26583A33}"/>
              </a:ext>
            </a:extLst>
          </p:cNvPr>
          <p:cNvGrpSpPr/>
          <p:nvPr/>
        </p:nvGrpSpPr>
        <p:grpSpPr>
          <a:xfrm>
            <a:off x="2890620" y="3101048"/>
            <a:ext cx="340920" cy="272520"/>
            <a:chOff x="2890620" y="3101048"/>
            <a:chExt cx="340920" cy="27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8C22ACD6-1A4C-8BD2-8BFD-63B2FE72D2A1}"/>
                    </a:ext>
                  </a:extLst>
                </p14:cNvPr>
                <p14:cNvContentPartPr/>
                <p14:nvPr/>
              </p14:nvContentPartPr>
              <p14:xfrm>
                <a:off x="2890620" y="3209408"/>
                <a:ext cx="159120" cy="1641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8C22ACD6-1A4C-8BD2-8BFD-63B2FE72D2A1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2881620" y="3200408"/>
                  <a:ext cx="1767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DB8F4AB0-8FAB-F50B-1C31-0582CF7C9F9D}"/>
                    </a:ext>
                  </a:extLst>
                </p14:cNvPr>
                <p14:cNvContentPartPr/>
                <p14:nvPr/>
              </p14:nvContentPartPr>
              <p14:xfrm>
                <a:off x="2894220" y="3283208"/>
                <a:ext cx="129600" cy="151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DB8F4AB0-8FAB-F50B-1C31-0582CF7C9F9D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2885220" y="3274208"/>
                  <a:ext cx="1472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F344E2BE-BFE0-48EB-6D58-7BD80BCE0218}"/>
                    </a:ext>
                  </a:extLst>
                </p14:cNvPr>
                <p14:cNvContentPartPr/>
                <p14:nvPr/>
              </p14:nvContentPartPr>
              <p14:xfrm>
                <a:off x="3054780" y="3101048"/>
                <a:ext cx="176760" cy="903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F344E2BE-BFE0-48EB-6D58-7BD80BCE0218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3045780" y="3092408"/>
                  <a:ext cx="19440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94719B2D-B3BC-6752-D80E-B901393B9567}"/>
              </a:ext>
            </a:extLst>
          </p:cNvPr>
          <p:cNvGrpSpPr/>
          <p:nvPr/>
        </p:nvGrpSpPr>
        <p:grpSpPr>
          <a:xfrm>
            <a:off x="2301660" y="4894208"/>
            <a:ext cx="1725120" cy="348120"/>
            <a:chOff x="2301660" y="4894208"/>
            <a:chExt cx="1725120" cy="34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C7FD3A6B-8CFA-A1EF-B755-52807EC0EA8C}"/>
                    </a:ext>
                  </a:extLst>
                </p14:cNvPr>
                <p14:cNvContentPartPr/>
                <p14:nvPr/>
              </p14:nvContentPartPr>
              <p14:xfrm>
                <a:off x="2301660" y="5112008"/>
                <a:ext cx="176760" cy="1303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C7FD3A6B-8CFA-A1EF-B755-52807EC0EA8C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2293020" y="5103368"/>
                  <a:ext cx="1944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94964F5C-08C3-DBF3-7749-F2AF61CC14E2}"/>
                    </a:ext>
                  </a:extLst>
                </p14:cNvPr>
                <p14:cNvContentPartPr/>
                <p14:nvPr/>
              </p14:nvContentPartPr>
              <p14:xfrm>
                <a:off x="2363580" y="5003288"/>
                <a:ext cx="130320" cy="158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94964F5C-08C3-DBF3-7749-F2AF61CC14E2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2354940" y="4994288"/>
                  <a:ext cx="1479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D3A35759-2769-8482-A558-F947AE0DD316}"/>
                    </a:ext>
                  </a:extLst>
                </p14:cNvPr>
                <p14:cNvContentPartPr/>
                <p14:nvPr/>
              </p14:nvContentPartPr>
              <p14:xfrm>
                <a:off x="2602620" y="5052608"/>
                <a:ext cx="185040" cy="1476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D3A35759-2769-8482-A558-F947AE0DD316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2593980" y="5043608"/>
                  <a:ext cx="2026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97AF6CB8-BF08-FA06-36FA-103E84C1B481}"/>
                    </a:ext>
                  </a:extLst>
                </p14:cNvPr>
                <p14:cNvContentPartPr/>
                <p14:nvPr/>
              </p14:nvContentPartPr>
              <p14:xfrm>
                <a:off x="2656620" y="5138288"/>
                <a:ext cx="118080" cy="43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97AF6CB8-BF08-FA06-36FA-103E84C1B481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2647620" y="5129288"/>
                  <a:ext cx="1357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760A57C-11F0-6A69-CB09-6A7EC03622D1}"/>
                    </a:ext>
                  </a:extLst>
                </p14:cNvPr>
                <p14:cNvContentPartPr/>
                <p14:nvPr/>
              </p14:nvContentPartPr>
              <p14:xfrm>
                <a:off x="2506860" y="4946048"/>
                <a:ext cx="29520" cy="774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760A57C-11F0-6A69-CB09-6A7EC03622D1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2498220" y="4937048"/>
                  <a:ext cx="471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F03B72F-BFA3-B01C-E928-EBB55855549F}"/>
                    </a:ext>
                  </a:extLst>
                </p14:cNvPr>
                <p14:cNvContentPartPr/>
                <p14:nvPr/>
              </p14:nvContentPartPr>
              <p14:xfrm>
                <a:off x="2919780" y="5106968"/>
                <a:ext cx="124920" cy="25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F03B72F-BFA3-B01C-E928-EBB55855549F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2911140" y="5097968"/>
                  <a:ext cx="1425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26817C97-3BF4-58E7-00A0-8F5605B5D7EE}"/>
                    </a:ext>
                  </a:extLst>
                </p14:cNvPr>
                <p14:cNvContentPartPr/>
                <p14:nvPr/>
              </p14:nvContentPartPr>
              <p14:xfrm>
                <a:off x="3166740" y="5080688"/>
                <a:ext cx="189720" cy="777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26817C97-3BF4-58E7-00A0-8F5605B5D7EE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3158100" y="5072048"/>
                  <a:ext cx="2073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4C6D460B-8D03-BD2D-6253-087F40D4F540}"/>
                    </a:ext>
                  </a:extLst>
                </p14:cNvPr>
                <p14:cNvContentPartPr/>
                <p14:nvPr/>
              </p14:nvContentPartPr>
              <p14:xfrm>
                <a:off x="3276540" y="4982768"/>
                <a:ext cx="105840" cy="205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4C6D460B-8D03-BD2D-6253-087F40D4F540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3267900" y="4974128"/>
                  <a:ext cx="1234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7642DFEA-B57E-5C07-93BD-BDAB14FE4FAE}"/>
                    </a:ext>
                  </a:extLst>
                </p14:cNvPr>
                <p14:cNvContentPartPr/>
                <p14:nvPr/>
              </p14:nvContentPartPr>
              <p14:xfrm>
                <a:off x="3439260" y="4920488"/>
                <a:ext cx="171720" cy="1047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7642DFEA-B57E-5C07-93BD-BDAB14FE4FAE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3430260" y="4911848"/>
                  <a:ext cx="1893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4C5024B8-A2D9-2A75-029F-724963218E88}"/>
                    </a:ext>
                  </a:extLst>
                </p14:cNvPr>
                <p14:cNvContentPartPr/>
                <p14:nvPr/>
              </p14:nvContentPartPr>
              <p14:xfrm>
                <a:off x="3657420" y="5007968"/>
                <a:ext cx="150840" cy="1368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4C5024B8-A2D9-2A75-029F-724963218E88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3648420" y="4999328"/>
                  <a:ext cx="1684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4BB1F594-546B-27DA-FFE4-CA7CB6F634F7}"/>
                    </a:ext>
                  </a:extLst>
                </p14:cNvPr>
                <p14:cNvContentPartPr/>
                <p14:nvPr/>
              </p14:nvContentPartPr>
              <p14:xfrm>
                <a:off x="3656700" y="5080688"/>
                <a:ext cx="141480" cy="111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4BB1F594-546B-27DA-FFE4-CA7CB6F634F7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3648060" y="5071688"/>
                  <a:ext cx="159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FB8F5A5-AF46-4E3F-A915-99C28EB258B6}"/>
                    </a:ext>
                  </a:extLst>
                </p14:cNvPr>
                <p14:cNvContentPartPr/>
                <p14:nvPr/>
              </p14:nvContentPartPr>
              <p14:xfrm>
                <a:off x="3839220" y="4894208"/>
                <a:ext cx="187560" cy="1101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FB8F5A5-AF46-4E3F-A915-99C28EB258B6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3830580" y="4885208"/>
                  <a:ext cx="20520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2537EBD4-BB9D-A227-F461-777F04E52C0F}"/>
              </a:ext>
            </a:extLst>
          </p:cNvPr>
          <p:cNvGrpSpPr/>
          <p:nvPr/>
        </p:nvGrpSpPr>
        <p:grpSpPr>
          <a:xfrm>
            <a:off x="2220300" y="5272208"/>
            <a:ext cx="1931400" cy="352440"/>
            <a:chOff x="2220300" y="5272208"/>
            <a:chExt cx="1931400" cy="35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E7232724-E069-A24A-A6B2-3AFA5841D3CC}"/>
                    </a:ext>
                  </a:extLst>
                </p14:cNvPr>
                <p14:cNvContentPartPr/>
                <p14:nvPr/>
              </p14:nvContentPartPr>
              <p14:xfrm>
                <a:off x="2220300" y="5272208"/>
                <a:ext cx="1611720" cy="615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E7232724-E069-A24A-A6B2-3AFA5841D3CC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2211300" y="5263568"/>
                  <a:ext cx="16293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D367FADD-07DB-D6C0-EB2C-57C6DA2F80C3}"/>
                    </a:ext>
                  </a:extLst>
                </p14:cNvPr>
                <p14:cNvContentPartPr/>
                <p14:nvPr/>
              </p14:nvContentPartPr>
              <p14:xfrm>
                <a:off x="3256740" y="5527448"/>
                <a:ext cx="140400" cy="972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D367FADD-07DB-D6C0-EB2C-57C6DA2F80C3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3248100" y="5518448"/>
                  <a:ext cx="1580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4D60052C-F838-1381-25CE-5A1AAC39181D}"/>
                    </a:ext>
                  </a:extLst>
                </p14:cNvPr>
                <p14:cNvContentPartPr/>
                <p14:nvPr/>
              </p14:nvContentPartPr>
              <p14:xfrm>
                <a:off x="3349260" y="5465528"/>
                <a:ext cx="100800" cy="54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4D60052C-F838-1381-25CE-5A1AAC39181D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3340260" y="5456528"/>
                  <a:ext cx="1184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6D57FB25-E92E-62CC-9138-C8E4DAB5D92F}"/>
                    </a:ext>
                  </a:extLst>
                </p14:cNvPr>
                <p14:cNvContentPartPr/>
                <p14:nvPr/>
              </p14:nvContentPartPr>
              <p14:xfrm>
                <a:off x="3475620" y="5385248"/>
                <a:ext cx="201240" cy="1051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6D57FB25-E92E-62CC-9138-C8E4DAB5D92F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3466620" y="5376608"/>
                  <a:ext cx="2188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2A2871F3-C579-EE3A-B5F9-83B6A720A608}"/>
                    </a:ext>
                  </a:extLst>
                </p14:cNvPr>
                <p14:cNvContentPartPr/>
                <p14:nvPr/>
              </p14:nvContentPartPr>
              <p14:xfrm>
                <a:off x="3698820" y="5436728"/>
                <a:ext cx="202320" cy="1598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2A2871F3-C579-EE3A-B5F9-83B6A720A608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3690180" y="5428088"/>
                  <a:ext cx="2199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51EC143B-8C56-1065-179E-239A6353911B}"/>
                    </a:ext>
                  </a:extLst>
                </p14:cNvPr>
                <p14:cNvContentPartPr/>
                <p14:nvPr/>
              </p14:nvContentPartPr>
              <p14:xfrm>
                <a:off x="3771900" y="5517008"/>
                <a:ext cx="129960" cy="212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51EC143B-8C56-1065-179E-239A6353911B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3763260" y="5508008"/>
                  <a:ext cx="1476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A3C0B57F-89EB-FA1F-7EA8-403DDF961E5F}"/>
                    </a:ext>
                  </a:extLst>
                </p14:cNvPr>
                <p14:cNvContentPartPr/>
                <p14:nvPr/>
              </p14:nvContentPartPr>
              <p14:xfrm>
                <a:off x="3937860" y="5334848"/>
                <a:ext cx="213840" cy="993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A3C0B57F-89EB-FA1F-7EA8-403DDF961E5F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3929220" y="5326208"/>
                  <a:ext cx="23148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EF01818A-60ED-51BD-3CAC-408FFB301129}"/>
              </a:ext>
            </a:extLst>
          </p:cNvPr>
          <p:cNvGrpSpPr/>
          <p:nvPr/>
        </p:nvGrpSpPr>
        <p:grpSpPr>
          <a:xfrm>
            <a:off x="3424140" y="3004208"/>
            <a:ext cx="583920" cy="319680"/>
            <a:chOff x="3424140" y="3004208"/>
            <a:chExt cx="583920" cy="31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EBCB34F2-FF5B-1276-4D6C-703FC2F3AB52}"/>
                    </a:ext>
                  </a:extLst>
                </p14:cNvPr>
                <p14:cNvContentPartPr/>
                <p14:nvPr/>
              </p14:nvContentPartPr>
              <p14:xfrm>
                <a:off x="3424140" y="3236768"/>
                <a:ext cx="126720" cy="158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EBCB34F2-FF5B-1276-4D6C-703FC2F3AB52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3415500" y="3227768"/>
                  <a:ext cx="1443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9ECE137-357E-B893-9F02-00EBEA4018EB}"/>
                    </a:ext>
                  </a:extLst>
                </p14:cNvPr>
                <p14:cNvContentPartPr/>
                <p14:nvPr/>
              </p14:nvContentPartPr>
              <p14:xfrm>
                <a:off x="3667140" y="3220568"/>
                <a:ext cx="174240" cy="1033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9ECE137-357E-B893-9F02-00EBEA4018EB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3658140" y="3211568"/>
                  <a:ext cx="1918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2F15E6E-9861-9130-E4CB-3E13890398B2}"/>
                    </a:ext>
                  </a:extLst>
                </p14:cNvPr>
                <p14:cNvContentPartPr/>
                <p14:nvPr/>
              </p14:nvContentPartPr>
              <p14:xfrm>
                <a:off x="3791340" y="3121208"/>
                <a:ext cx="89640" cy="90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2F15E6E-9861-9130-E4CB-3E13890398B2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3782700" y="3112568"/>
                  <a:ext cx="1072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5DA603AB-9A93-C956-DE46-9E80A782FA65}"/>
                    </a:ext>
                  </a:extLst>
                </p14:cNvPr>
                <p14:cNvContentPartPr/>
                <p14:nvPr/>
              </p14:nvContentPartPr>
              <p14:xfrm>
                <a:off x="3875580" y="3004208"/>
                <a:ext cx="132480" cy="1630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5DA603AB-9A93-C956-DE46-9E80A782FA65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3866940" y="2995568"/>
                  <a:ext cx="150120" cy="18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BD7930E5-781E-6DAE-23BD-5F1EBCF5D7F1}"/>
              </a:ext>
            </a:extLst>
          </p:cNvPr>
          <p:cNvGrpSpPr/>
          <p:nvPr/>
        </p:nvGrpSpPr>
        <p:grpSpPr>
          <a:xfrm>
            <a:off x="4092660" y="3162608"/>
            <a:ext cx="192240" cy="127800"/>
            <a:chOff x="4092660" y="3162608"/>
            <a:chExt cx="192240" cy="12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4ECE572D-7EC0-8F76-874E-28F1678188FE}"/>
                    </a:ext>
                  </a:extLst>
                </p14:cNvPr>
                <p14:cNvContentPartPr/>
                <p14:nvPr/>
              </p14:nvContentPartPr>
              <p14:xfrm>
                <a:off x="4092660" y="3162608"/>
                <a:ext cx="192240" cy="12780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4ECE572D-7EC0-8F76-874E-28F1678188FE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4084020" y="3153968"/>
                  <a:ext cx="2098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FA6D80B2-976C-34C8-21CA-8351177220C9}"/>
                    </a:ext>
                  </a:extLst>
                </p14:cNvPr>
                <p14:cNvContentPartPr/>
                <p14:nvPr/>
              </p14:nvContentPartPr>
              <p14:xfrm>
                <a:off x="4109580" y="3221648"/>
                <a:ext cx="119880" cy="118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FA6D80B2-976C-34C8-21CA-8351177220C9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4100580" y="3212648"/>
                  <a:ext cx="137520" cy="2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5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AF47383F-17CA-6C6C-59D3-6DA641E16E8E}"/>
                  </a:ext>
                </a:extLst>
              </p14:cNvPr>
              <p14:cNvContentPartPr/>
              <p14:nvPr/>
            </p14:nvContentPartPr>
            <p14:xfrm>
              <a:off x="4197780" y="2950208"/>
              <a:ext cx="101880" cy="12996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AF47383F-17CA-6C6C-59D3-6DA641E16E8E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4188780" y="2941568"/>
                <a:ext cx="11952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7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EA898322-7A4C-F150-F975-894735E22C9E}"/>
                  </a:ext>
                </a:extLst>
              </p14:cNvPr>
              <p14:cNvContentPartPr/>
              <p14:nvPr/>
            </p14:nvContentPartPr>
            <p14:xfrm>
              <a:off x="4509900" y="3179528"/>
              <a:ext cx="160920" cy="1404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EA898322-7A4C-F150-F975-894735E22C9E}"/>
                  </a:ext>
                </a:extLst>
              </p:cNvPr>
              <p:cNvPicPr/>
              <p:nvPr/>
            </p:nvPicPr>
            <p:blipFill>
              <a:blip r:embed="rId398"/>
              <a:stretch>
                <a:fillRect/>
              </a:stretch>
            </p:blipFill>
            <p:spPr>
              <a:xfrm>
                <a:off x="4500900" y="3170528"/>
                <a:ext cx="178560" cy="3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6" name="Group 235">
            <a:extLst>
              <a:ext uri="{FF2B5EF4-FFF2-40B4-BE49-F238E27FC236}">
                <a16:creationId xmlns:a16="http://schemas.microsoft.com/office/drawing/2014/main" id="{8AC546C7-0E5B-853B-ADD2-7C19B2A0958C}"/>
              </a:ext>
            </a:extLst>
          </p:cNvPr>
          <p:cNvGrpSpPr/>
          <p:nvPr/>
        </p:nvGrpSpPr>
        <p:grpSpPr>
          <a:xfrm>
            <a:off x="4841820" y="3277808"/>
            <a:ext cx="516240" cy="37080"/>
            <a:chOff x="4841820" y="3277808"/>
            <a:chExt cx="516240" cy="3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AA975988-2791-93F0-3B64-BD199A3D4BFD}"/>
                    </a:ext>
                  </a:extLst>
                </p14:cNvPr>
                <p14:cNvContentPartPr/>
                <p14:nvPr/>
              </p14:nvContentPartPr>
              <p14:xfrm>
                <a:off x="4841820" y="3280328"/>
                <a:ext cx="12600" cy="86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AA975988-2791-93F0-3B64-BD199A3D4BFD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4833180" y="3271328"/>
                  <a:ext cx="302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1B8135FD-1A13-F7E8-C306-129F67E60571}"/>
                    </a:ext>
                  </a:extLst>
                </p14:cNvPr>
                <p14:cNvContentPartPr/>
                <p14:nvPr/>
              </p14:nvContentPartPr>
              <p14:xfrm>
                <a:off x="5018580" y="3277808"/>
                <a:ext cx="339480" cy="3708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1B8135FD-1A13-F7E8-C306-129F67E60571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5009940" y="3269168"/>
                  <a:ext cx="35712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4AFA3E05-983B-9805-E168-E3C63BBC1D59}"/>
              </a:ext>
            </a:extLst>
          </p:cNvPr>
          <p:cNvGrpSpPr/>
          <p:nvPr/>
        </p:nvGrpSpPr>
        <p:grpSpPr>
          <a:xfrm>
            <a:off x="6178860" y="3061088"/>
            <a:ext cx="762480" cy="321840"/>
            <a:chOff x="6178860" y="3061088"/>
            <a:chExt cx="762480" cy="32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2BF3C856-7312-9CFD-A2F2-AACC37FEDD7A}"/>
                    </a:ext>
                  </a:extLst>
                </p14:cNvPr>
                <p14:cNvContentPartPr/>
                <p14:nvPr/>
              </p14:nvContentPartPr>
              <p14:xfrm>
                <a:off x="6178860" y="3191408"/>
                <a:ext cx="162000" cy="1065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2BF3C856-7312-9CFD-A2F2-AACC37FEDD7A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6170220" y="3182768"/>
                  <a:ext cx="1796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DA4205B-411A-E65E-24C0-E8A62C8C5F01}"/>
                    </a:ext>
                  </a:extLst>
                </p14:cNvPr>
                <p14:cNvContentPartPr/>
                <p14:nvPr/>
              </p14:nvContentPartPr>
              <p14:xfrm>
                <a:off x="6201900" y="3199328"/>
                <a:ext cx="95040" cy="1141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DA4205B-411A-E65E-24C0-E8A62C8C5F01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6193260" y="3190328"/>
                  <a:ext cx="1126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702BA461-34C7-2388-5B6E-76FD1AA14B13}"/>
                    </a:ext>
                  </a:extLst>
                </p14:cNvPr>
                <p14:cNvContentPartPr/>
                <p14:nvPr/>
              </p14:nvContentPartPr>
              <p14:xfrm>
                <a:off x="6390180" y="3292928"/>
                <a:ext cx="118080" cy="900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702BA461-34C7-2388-5B6E-76FD1AA14B13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6381540" y="3284288"/>
                  <a:ext cx="1357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8D4FFA2-ACF0-09BB-17CD-E3EFA47EA4CE}"/>
                    </a:ext>
                  </a:extLst>
                </p14:cNvPr>
                <p14:cNvContentPartPr/>
                <p14:nvPr/>
              </p14:nvContentPartPr>
              <p14:xfrm>
                <a:off x="6467220" y="3074408"/>
                <a:ext cx="157320" cy="2415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8D4FFA2-ACF0-09BB-17CD-E3EFA47EA4CE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6458220" y="3065768"/>
                  <a:ext cx="1749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7202F260-9987-1A8D-577D-34CC4F708B85}"/>
                    </a:ext>
                  </a:extLst>
                </p14:cNvPr>
                <p14:cNvContentPartPr/>
                <p14:nvPr/>
              </p14:nvContentPartPr>
              <p14:xfrm>
                <a:off x="6639660" y="3231728"/>
                <a:ext cx="155880" cy="514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7202F260-9987-1A8D-577D-34CC4F708B85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6630660" y="3223088"/>
                  <a:ext cx="1735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56BF2222-FDC7-5035-F6C9-F6A290B88E76}"/>
                    </a:ext>
                  </a:extLst>
                </p14:cNvPr>
                <p14:cNvContentPartPr/>
                <p14:nvPr/>
              </p14:nvContentPartPr>
              <p14:xfrm>
                <a:off x="6795540" y="3061088"/>
                <a:ext cx="145800" cy="2779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56BF2222-FDC7-5035-F6C9-F6A290B88E76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6786540" y="3052088"/>
                  <a:ext cx="163440" cy="29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5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9F3629EB-56B1-A772-BBA0-B194F65CD9B1}"/>
                  </a:ext>
                </a:extLst>
              </p14:cNvPr>
              <p14:cNvContentPartPr/>
              <p14:nvPr/>
            </p14:nvContentPartPr>
            <p14:xfrm>
              <a:off x="3860100" y="1122488"/>
              <a:ext cx="477720" cy="129960"/>
            </p14:xfrm>
          </p:contentPart>
        </mc:Choice>
        <mc:Fallback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9F3629EB-56B1-A772-BBA0-B194F65CD9B1}"/>
                  </a:ext>
                </a:extLst>
              </p:cNvPr>
              <p:cNvPicPr/>
              <p:nvPr/>
            </p:nvPicPr>
            <p:blipFill>
              <a:blip r:embed="rId416"/>
              <a:stretch>
                <a:fillRect/>
              </a:stretch>
            </p:blipFill>
            <p:spPr>
              <a:xfrm>
                <a:off x="3851460" y="1113848"/>
                <a:ext cx="495360" cy="14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7" name="Group 256">
            <a:extLst>
              <a:ext uri="{FF2B5EF4-FFF2-40B4-BE49-F238E27FC236}">
                <a16:creationId xmlns:a16="http://schemas.microsoft.com/office/drawing/2014/main" id="{7DFEDB9A-0A02-D4FA-C0A3-ACDB872F6C80}"/>
              </a:ext>
            </a:extLst>
          </p:cNvPr>
          <p:cNvGrpSpPr/>
          <p:nvPr/>
        </p:nvGrpSpPr>
        <p:grpSpPr>
          <a:xfrm>
            <a:off x="4545900" y="1013048"/>
            <a:ext cx="748440" cy="376560"/>
            <a:chOff x="4545900" y="1013048"/>
            <a:chExt cx="748440" cy="37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E64CF1CC-F82A-571E-F160-FF6B93DA5CC5}"/>
                    </a:ext>
                  </a:extLst>
                </p14:cNvPr>
                <p14:cNvContentPartPr/>
                <p14:nvPr/>
              </p14:nvContentPartPr>
              <p14:xfrm>
                <a:off x="4665420" y="1136528"/>
                <a:ext cx="33480" cy="2016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E64CF1CC-F82A-571E-F160-FF6B93DA5CC5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4656420" y="1127528"/>
                  <a:ext cx="511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888024A0-2271-3233-69CA-5EAA8F94FDBE}"/>
                    </a:ext>
                  </a:extLst>
                </p14:cNvPr>
                <p14:cNvContentPartPr/>
                <p14:nvPr/>
              </p14:nvContentPartPr>
              <p14:xfrm>
                <a:off x="4545900" y="1235888"/>
                <a:ext cx="233640" cy="1036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888024A0-2271-3233-69CA-5EAA8F94FDBE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4536900" y="1227248"/>
                  <a:ext cx="2512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117FECBF-CFFA-5575-742F-85A23595A2DA}"/>
                    </a:ext>
                  </a:extLst>
                </p14:cNvPr>
                <p14:cNvContentPartPr/>
                <p14:nvPr/>
              </p14:nvContentPartPr>
              <p14:xfrm>
                <a:off x="4878900" y="1230848"/>
                <a:ext cx="159840" cy="1587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117FECBF-CFFA-5575-742F-85A23595A2DA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4869900" y="1221848"/>
                  <a:ext cx="1774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DA3D88D6-9DDC-615C-53B4-0B5B18041B8B}"/>
                    </a:ext>
                  </a:extLst>
                </p14:cNvPr>
                <p14:cNvContentPartPr/>
                <p14:nvPr/>
              </p14:nvContentPartPr>
              <p14:xfrm>
                <a:off x="4933980" y="1067408"/>
                <a:ext cx="268200" cy="20520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DA3D88D6-9DDC-615C-53B4-0B5B18041B8B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4925340" y="1058408"/>
                  <a:ext cx="2858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39AAD944-866D-D415-9FDD-F7E45F6C6E29}"/>
                    </a:ext>
                  </a:extLst>
                </p14:cNvPr>
                <p14:cNvContentPartPr/>
                <p14:nvPr/>
              </p14:nvContentPartPr>
              <p14:xfrm>
                <a:off x="5127660" y="1013048"/>
                <a:ext cx="160200" cy="2350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39AAD944-866D-D415-9FDD-F7E45F6C6E29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5119020" y="1004048"/>
                  <a:ext cx="1778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B636B4A5-62B0-CA82-FB40-41E789A686AA}"/>
                    </a:ext>
                  </a:extLst>
                </p14:cNvPr>
                <p14:cNvContentPartPr/>
                <p14:nvPr/>
              </p14:nvContentPartPr>
              <p14:xfrm>
                <a:off x="5195700" y="1157048"/>
                <a:ext cx="98640" cy="1620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B636B4A5-62B0-CA82-FB40-41E789A686AA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5186700" y="1148048"/>
                  <a:ext cx="11628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14601204-7AD5-97F2-39FD-522BF27FDD17}"/>
              </a:ext>
            </a:extLst>
          </p:cNvPr>
          <p:cNvGrpSpPr/>
          <p:nvPr/>
        </p:nvGrpSpPr>
        <p:grpSpPr>
          <a:xfrm>
            <a:off x="5472900" y="918728"/>
            <a:ext cx="943920" cy="303120"/>
            <a:chOff x="5472900" y="918728"/>
            <a:chExt cx="943920" cy="30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1FE79EA3-263E-5BE0-2C49-1045FC66D35C}"/>
                    </a:ext>
                  </a:extLst>
                </p14:cNvPr>
                <p14:cNvContentPartPr/>
                <p14:nvPr/>
              </p14:nvContentPartPr>
              <p14:xfrm>
                <a:off x="5472900" y="1163528"/>
                <a:ext cx="75960" cy="97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1FE79EA3-263E-5BE0-2C49-1045FC66D35C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5463900" y="1154888"/>
                  <a:ext cx="936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B5E4D37F-63B8-FF38-EF59-C98F2085EB86}"/>
                    </a:ext>
                  </a:extLst>
                </p14:cNvPr>
                <p14:cNvContentPartPr/>
                <p14:nvPr/>
              </p14:nvContentPartPr>
              <p14:xfrm>
                <a:off x="5655780" y="1104848"/>
                <a:ext cx="108360" cy="11700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B5E4D37F-63B8-FF38-EF59-C98F2085EB86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5646780" y="1095848"/>
                  <a:ext cx="1260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61452B52-A27D-5F76-EABE-1EFE14DAF413}"/>
                    </a:ext>
                  </a:extLst>
                </p14:cNvPr>
                <p14:cNvContentPartPr/>
                <p14:nvPr/>
              </p14:nvContentPartPr>
              <p14:xfrm>
                <a:off x="5857380" y="1179368"/>
                <a:ext cx="3240" cy="2700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61452B52-A27D-5F76-EABE-1EFE14DAF413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5848380" y="1170368"/>
                  <a:ext cx="208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17008F5A-EAF3-97F0-77A8-7490DF0F047E}"/>
                    </a:ext>
                  </a:extLst>
                </p14:cNvPr>
                <p14:cNvContentPartPr/>
                <p14:nvPr/>
              </p14:nvContentPartPr>
              <p14:xfrm>
                <a:off x="5782500" y="1038968"/>
                <a:ext cx="15120" cy="5508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17008F5A-EAF3-97F0-77A8-7490DF0F047E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5773500" y="1029968"/>
                  <a:ext cx="327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E96CBEB5-9C63-18B8-39E8-128F64B1AB48}"/>
                    </a:ext>
                  </a:extLst>
                </p14:cNvPr>
                <p14:cNvContentPartPr/>
                <p14:nvPr/>
              </p14:nvContentPartPr>
              <p14:xfrm>
                <a:off x="5938380" y="971648"/>
                <a:ext cx="249120" cy="24516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E96CBEB5-9C63-18B8-39E8-128F64B1AB48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5929380" y="963008"/>
                  <a:ext cx="2667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F307745B-71ED-56D7-7B30-47ADB2A01545}"/>
                    </a:ext>
                  </a:extLst>
                </p14:cNvPr>
                <p14:cNvContentPartPr/>
                <p14:nvPr/>
              </p14:nvContentPartPr>
              <p14:xfrm>
                <a:off x="6280740" y="918728"/>
                <a:ext cx="136080" cy="2620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F307745B-71ED-56D7-7B30-47ADB2A01545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6272100" y="910088"/>
                  <a:ext cx="153720" cy="27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D8D53BF4-DB2B-8C25-6E22-88AF4874EF2B}"/>
              </a:ext>
            </a:extLst>
          </p:cNvPr>
          <p:cNvGrpSpPr/>
          <p:nvPr/>
        </p:nvGrpSpPr>
        <p:grpSpPr>
          <a:xfrm>
            <a:off x="6736500" y="979568"/>
            <a:ext cx="1315080" cy="338400"/>
            <a:chOff x="6736500" y="979568"/>
            <a:chExt cx="1315080" cy="33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383A47DB-E087-701E-6CD4-9440FF876A86}"/>
                    </a:ext>
                  </a:extLst>
                </p14:cNvPr>
                <p14:cNvContentPartPr/>
                <p14:nvPr/>
              </p14:nvContentPartPr>
              <p14:xfrm>
                <a:off x="6736500" y="1063448"/>
                <a:ext cx="315720" cy="13140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383A47DB-E087-701E-6CD4-9440FF876A86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6727500" y="1054808"/>
                  <a:ext cx="3333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34C67058-A952-93CA-CEA3-B31EB5369682}"/>
                    </a:ext>
                  </a:extLst>
                </p14:cNvPr>
                <p14:cNvContentPartPr/>
                <p14:nvPr/>
              </p14:nvContentPartPr>
              <p14:xfrm>
                <a:off x="7039980" y="1064888"/>
                <a:ext cx="135720" cy="25308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34C67058-A952-93CA-CEA3-B31EB5369682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7031340" y="1055888"/>
                  <a:ext cx="1533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859BA067-6ACE-4C48-2F46-F72F0BB8ABA5}"/>
                    </a:ext>
                  </a:extLst>
                </p14:cNvPr>
                <p14:cNvContentPartPr/>
                <p14:nvPr/>
              </p14:nvContentPartPr>
              <p14:xfrm>
                <a:off x="7185420" y="1018448"/>
                <a:ext cx="538560" cy="14508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859BA067-6ACE-4C48-2F46-F72F0BB8ABA5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7176780" y="1009448"/>
                  <a:ext cx="5562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F8838D05-3ADA-3BEF-D116-C74E73069376}"/>
                    </a:ext>
                  </a:extLst>
                </p14:cNvPr>
                <p14:cNvContentPartPr/>
                <p14:nvPr/>
              </p14:nvContentPartPr>
              <p14:xfrm>
                <a:off x="7740900" y="979568"/>
                <a:ext cx="310680" cy="13716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F8838D05-3ADA-3BEF-D116-C74E73069376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7732260" y="970928"/>
                  <a:ext cx="328320" cy="15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1EF556D8-C636-60F9-8690-8C9E23183D83}"/>
              </a:ext>
            </a:extLst>
          </p:cNvPr>
          <p:cNvGrpSpPr/>
          <p:nvPr/>
        </p:nvGrpSpPr>
        <p:grpSpPr>
          <a:xfrm>
            <a:off x="5635980" y="1432448"/>
            <a:ext cx="1585800" cy="301680"/>
            <a:chOff x="5635980" y="1432448"/>
            <a:chExt cx="1585800" cy="30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2F607B40-AD1C-3139-03D7-E353DD751075}"/>
                    </a:ext>
                  </a:extLst>
                </p14:cNvPr>
                <p14:cNvContentPartPr/>
                <p14:nvPr/>
              </p14:nvContentPartPr>
              <p14:xfrm>
                <a:off x="5635980" y="1516328"/>
                <a:ext cx="171720" cy="10656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2F607B40-AD1C-3139-03D7-E353DD751075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5627340" y="1507688"/>
                  <a:ext cx="1893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7F74557D-E22E-683D-09DF-0C7E848E646E}"/>
                    </a:ext>
                  </a:extLst>
                </p14:cNvPr>
                <p14:cNvContentPartPr/>
                <p14:nvPr/>
              </p14:nvContentPartPr>
              <p14:xfrm>
                <a:off x="5792580" y="1527128"/>
                <a:ext cx="203040" cy="11808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7F74557D-E22E-683D-09DF-0C7E848E646E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5783940" y="1518488"/>
                  <a:ext cx="2206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26B8C3EB-66C6-B176-990A-4A72A91A2119}"/>
                    </a:ext>
                  </a:extLst>
                </p14:cNvPr>
                <p14:cNvContentPartPr/>
                <p14:nvPr/>
              </p14:nvContentPartPr>
              <p14:xfrm>
                <a:off x="5845140" y="1542968"/>
                <a:ext cx="93600" cy="10188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26B8C3EB-66C6-B176-990A-4A72A91A2119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5836140" y="1533968"/>
                  <a:ext cx="1112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36163F27-2053-F3A1-6E34-5DAA83D6AF70}"/>
                    </a:ext>
                  </a:extLst>
                </p14:cNvPr>
                <p14:cNvContentPartPr/>
                <p14:nvPr/>
              </p14:nvContentPartPr>
              <p14:xfrm>
                <a:off x="6026220" y="1510568"/>
                <a:ext cx="135360" cy="22356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36163F27-2053-F3A1-6E34-5DAA83D6AF70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6017220" y="1501568"/>
                  <a:ext cx="1530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A45B6FE1-6E7B-39ED-1DEF-2EDF92A3F170}"/>
                    </a:ext>
                  </a:extLst>
                </p14:cNvPr>
                <p14:cNvContentPartPr/>
                <p14:nvPr/>
              </p14:nvContentPartPr>
              <p14:xfrm>
                <a:off x="6212340" y="1517048"/>
                <a:ext cx="312120" cy="885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A45B6FE1-6E7B-39ED-1DEF-2EDF92A3F170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6203340" y="1508408"/>
                  <a:ext cx="3297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493DDEAC-4FA6-8309-8ED9-5733AB7AE4FE}"/>
                    </a:ext>
                  </a:extLst>
                </p14:cNvPr>
                <p14:cNvContentPartPr/>
                <p14:nvPr/>
              </p14:nvContentPartPr>
              <p14:xfrm>
                <a:off x="6571980" y="1475648"/>
                <a:ext cx="135720" cy="13104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493DDEAC-4FA6-8309-8ED9-5733AB7AE4FE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6562980" y="1466648"/>
                  <a:ext cx="1533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50A377D0-132B-85B5-FAF3-2A694A611449}"/>
                    </a:ext>
                  </a:extLst>
                </p14:cNvPr>
                <p14:cNvContentPartPr/>
                <p14:nvPr/>
              </p14:nvContentPartPr>
              <p14:xfrm>
                <a:off x="6748740" y="1548008"/>
                <a:ext cx="17280" cy="6228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50A377D0-132B-85B5-FAF3-2A694A611449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6739740" y="1539368"/>
                  <a:ext cx="349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9BD5F323-6354-7DF0-7F01-EF65AED3DF33}"/>
                    </a:ext>
                  </a:extLst>
                </p14:cNvPr>
                <p14:cNvContentPartPr/>
                <p14:nvPr/>
              </p14:nvContentPartPr>
              <p14:xfrm>
                <a:off x="6696900" y="1432448"/>
                <a:ext cx="7200" cy="684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9BD5F323-6354-7DF0-7F01-EF65AED3DF33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6687900" y="1423448"/>
                  <a:ext cx="248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DB3400B0-8986-6998-C944-AB87E7153167}"/>
                    </a:ext>
                  </a:extLst>
                </p14:cNvPr>
                <p14:cNvContentPartPr/>
                <p14:nvPr/>
              </p14:nvContentPartPr>
              <p14:xfrm>
                <a:off x="6794460" y="1485368"/>
                <a:ext cx="127080" cy="7524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DB3400B0-8986-6998-C944-AB87E7153167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6785820" y="1476728"/>
                  <a:ext cx="1447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0307606C-8863-F30E-B5C8-54B6F025B4E2}"/>
                    </a:ext>
                  </a:extLst>
                </p14:cNvPr>
                <p14:cNvContentPartPr/>
                <p14:nvPr/>
              </p14:nvContentPartPr>
              <p14:xfrm>
                <a:off x="6990660" y="1475648"/>
                <a:ext cx="231120" cy="7776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0307606C-8863-F30E-B5C8-54B6F025B4E2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6982020" y="1466648"/>
                  <a:ext cx="2487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9DAB80B0-336E-AFCB-BFF5-1E1E6D56A2C8}"/>
                    </a:ext>
                  </a:extLst>
                </p14:cNvPr>
                <p14:cNvContentPartPr/>
                <p14:nvPr/>
              </p14:nvContentPartPr>
              <p14:xfrm>
                <a:off x="6826500" y="1501208"/>
                <a:ext cx="86760" cy="2376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9DAB80B0-336E-AFCB-BFF5-1E1E6D56A2C8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6817860" y="1492568"/>
                  <a:ext cx="10440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5CCC89C9-E437-E433-C3BF-58122E8C4241}"/>
              </a:ext>
            </a:extLst>
          </p:cNvPr>
          <p:cNvGrpSpPr/>
          <p:nvPr/>
        </p:nvGrpSpPr>
        <p:grpSpPr>
          <a:xfrm>
            <a:off x="7969140" y="1329848"/>
            <a:ext cx="1247040" cy="259920"/>
            <a:chOff x="7969140" y="1329848"/>
            <a:chExt cx="1247040" cy="25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F868A2B2-06D3-31C5-5583-4539BA1F3D14}"/>
                    </a:ext>
                  </a:extLst>
                </p14:cNvPr>
                <p14:cNvContentPartPr/>
                <p14:nvPr/>
              </p14:nvContentPartPr>
              <p14:xfrm>
                <a:off x="7969140" y="1401488"/>
                <a:ext cx="179640" cy="1850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F868A2B2-06D3-31C5-5583-4539BA1F3D14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7960140" y="1392848"/>
                  <a:ext cx="1972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2664A15E-A507-097F-ACCD-FEEBC28E5F8F}"/>
                    </a:ext>
                  </a:extLst>
                </p14:cNvPr>
                <p14:cNvContentPartPr/>
                <p14:nvPr/>
              </p14:nvContentPartPr>
              <p14:xfrm>
                <a:off x="8177940" y="1495088"/>
                <a:ext cx="160920" cy="9072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2664A15E-A507-097F-ACCD-FEEBC28E5F8F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8169300" y="1486088"/>
                  <a:ext cx="1785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67888D3-3723-57BD-CB93-E33C962DA7C6}"/>
                    </a:ext>
                  </a:extLst>
                </p14:cNvPr>
                <p14:cNvContentPartPr/>
                <p14:nvPr/>
              </p14:nvContentPartPr>
              <p14:xfrm>
                <a:off x="8381340" y="1517048"/>
                <a:ext cx="159120" cy="687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67888D3-3723-57BD-CB93-E33C962DA7C6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8372340" y="1508048"/>
                  <a:ext cx="1767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D52CB161-2F62-3499-4BB5-6FAA88BC8728}"/>
                    </a:ext>
                  </a:extLst>
                </p14:cNvPr>
                <p14:cNvContentPartPr/>
                <p14:nvPr/>
              </p14:nvContentPartPr>
              <p14:xfrm>
                <a:off x="8588700" y="1460168"/>
                <a:ext cx="103320" cy="12960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D52CB161-2F62-3499-4BB5-6FAA88BC8728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8580060" y="1451528"/>
                  <a:ext cx="1209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AFF592C0-CF62-360D-19EE-8101AA32ED3A}"/>
                    </a:ext>
                  </a:extLst>
                </p14:cNvPr>
                <p14:cNvContentPartPr/>
                <p14:nvPr/>
              </p14:nvContentPartPr>
              <p14:xfrm>
                <a:off x="8762940" y="1450808"/>
                <a:ext cx="129240" cy="11376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AFF592C0-CF62-360D-19EE-8101AA32ED3A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8754300" y="1441808"/>
                  <a:ext cx="1468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DA1200E1-483B-BA04-2C1C-4E6E302A6FF2}"/>
                    </a:ext>
                  </a:extLst>
                </p14:cNvPr>
                <p14:cNvContentPartPr/>
                <p14:nvPr/>
              </p14:nvContentPartPr>
              <p14:xfrm>
                <a:off x="8936100" y="1512368"/>
                <a:ext cx="195120" cy="6444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DA1200E1-483B-BA04-2C1C-4E6E302A6FF2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8927100" y="1503368"/>
                  <a:ext cx="2127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D0C53C68-246B-DFF9-0E01-C67AFC349327}"/>
                    </a:ext>
                  </a:extLst>
                </p14:cNvPr>
                <p14:cNvContentPartPr/>
                <p14:nvPr/>
              </p14:nvContentPartPr>
              <p14:xfrm>
                <a:off x="9107460" y="1329848"/>
                <a:ext cx="108720" cy="19944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D0C53C68-246B-DFF9-0E01-C67AFC349327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9098460" y="1321208"/>
                  <a:ext cx="1263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5AE0878B-2E34-DC5D-4DAC-BEBE8829365A}"/>
                    </a:ext>
                  </a:extLst>
                </p14:cNvPr>
                <p14:cNvContentPartPr/>
                <p14:nvPr/>
              </p14:nvContentPartPr>
              <p14:xfrm>
                <a:off x="9116100" y="1423448"/>
                <a:ext cx="79920" cy="3384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5AE0878B-2E34-DC5D-4DAC-BEBE8829365A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9107460" y="1414448"/>
                  <a:ext cx="9756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51D426BA-0C9D-E560-764F-F209E16BA9D6}"/>
              </a:ext>
            </a:extLst>
          </p:cNvPr>
          <p:cNvGrpSpPr/>
          <p:nvPr/>
        </p:nvGrpSpPr>
        <p:grpSpPr>
          <a:xfrm>
            <a:off x="9485820" y="1340288"/>
            <a:ext cx="769320" cy="243360"/>
            <a:chOff x="9485820" y="1340288"/>
            <a:chExt cx="769320" cy="24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60E26C46-E0D6-F82B-C183-17D901EE2954}"/>
                    </a:ext>
                  </a:extLst>
                </p14:cNvPr>
                <p14:cNvContentPartPr/>
                <p14:nvPr/>
              </p14:nvContentPartPr>
              <p14:xfrm>
                <a:off x="9485820" y="1391408"/>
                <a:ext cx="462240" cy="16776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60E26C46-E0D6-F82B-C183-17D901EE2954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9477180" y="1382408"/>
                  <a:ext cx="4798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117884F2-4693-B6FB-6447-77C28D5E6B45}"/>
                    </a:ext>
                  </a:extLst>
                </p14:cNvPr>
                <p14:cNvContentPartPr/>
                <p14:nvPr/>
              </p14:nvContentPartPr>
              <p14:xfrm>
                <a:off x="9964620" y="1485728"/>
                <a:ext cx="27000" cy="9792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117884F2-4693-B6FB-6447-77C28D5E6B45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9955980" y="1476728"/>
                  <a:ext cx="446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07EC8963-CBE1-E2B7-4696-AF77FC07DFB7}"/>
                    </a:ext>
                  </a:extLst>
                </p14:cNvPr>
                <p14:cNvContentPartPr/>
                <p14:nvPr/>
              </p14:nvContentPartPr>
              <p14:xfrm>
                <a:off x="9917820" y="1340288"/>
                <a:ext cx="4320" cy="2196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07EC8963-CBE1-E2B7-4696-AF77FC07DFB7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9909180" y="1331288"/>
                  <a:ext cx="219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41B0D8E0-9ABC-4B11-9A50-5808DF0F438F}"/>
                    </a:ext>
                  </a:extLst>
                </p14:cNvPr>
                <p14:cNvContentPartPr/>
                <p14:nvPr/>
              </p14:nvContentPartPr>
              <p14:xfrm>
                <a:off x="10028700" y="1408688"/>
                <a:ext cx="154440" cy="11844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41B0D8E0-9ABC-4B11-9A50-5808DF0F438F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10019700" y="1400048"/>
                  <a:ext cx="1720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3FD13D3B-8975-C4C0-351C-7D70705051A3}"/>
                    </a:ext>
                  </a:extLst>
                </p14:cNvPr>
                <p14:cNvContentPartPr/>
                <p14:nvPr/>
              </p14:nvContentPartPr>
              <p14:xfrm>
                <a:off x="10176300" y="1395368"/>
                <a:ext cx="78840" cy="16092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3FD13D3B-8975-C4C0-351C-7D70705051A3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10167660" y="1386368"/>
                  <a:ext cx="96480" cy="17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7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A65AD060-B017-E283-63BB-8BCB9442DFCC}"/>
                  </a:ext>
                </a:extLst>
              </p14:cNvPr>
              <p14:cNvContentPartPr/>
              <p14:nvPr/>
            </p14:nvContentPartPr>
            <p14:xfrm>
              <a:off x="4508100" y="3604688"/>
              <a:ext cx="408600" cy="316440"/>
            </p14:xfrm>
          </p:contentPart>
        </mc:Choice>
        <mc:Fallback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A65AD060-B017-E283-63BB-8BCB9442DFCC}"/>
                  </a:ext>
                </a:extLst>
              </p:cNvPr>
              <p:cNvPicPr/>
              <p:nvPr/>
            </p:nvPicPr>
            <p:blipFill>
              <a:blip r:embed="rId498"/>
              <a:stretch>
                <a:fillRect/>
              </a:stretch>
            </p:blipFill>
            <p:spPr>
              <a:xfrm>
                <a:off x="4499460" y="3596048"/>
                <a:ext cx="426240" cy="33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06" name="Group 305">
            <a:extLst>
              <a:ext uri="{FF2B5EF4-FFF2-40B4-BE49-F238E27FC236}">
                <a16:creationId xmlns:a16="http://schemas.microsoft.com/office/drawing/2014/main" id="{F251996F-797E-0393-95BB-C17516E2C19A}"/>
              </a:ext>
            </a:extLst>
          </p:cNvPr>
          <p:cNvGrpSpPr/>
          <p:nvPr/>
        </p:nvGrpSpPr>
        <p:grpSpPr>
          <a:xfrm>
            <a:off x="5143500" y="3848048"/>
            <a:ext cx="1758960" cy="438120"/>
            <a:chOff x="5143500" y="3848048"/>
            <a:chExt cx="1758960" cy="43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3508886F-7DBF-B16C-5098-32AE1C984D8C}"/>
                    </a:ext>
                  </a:extLst>
                </p14:cNvPr>
                <p14:cNvContentPartPr/>
                <p14:nvPr/>
              </p14:nvContentPartPr>
              <p14:xfrm>
                <a:off x="5143500" y="3891248"/>
                <a:ext cx="170280" cy="26532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3508886F-7DBF-B16C-5098-32AE1C984D8C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5134860" y="3882248"/>
                  <a:ext cx="18792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17BC1281-E2D4-FB73-4CDB-4F5F091F47FF}"/>
                    </a:ext>
                  </a:extLst>
                </p14:cNvPr>
                <p14:cNvContentPartPr/>
                <p14:nvPr/>
              </p14:nvContentPartPr>
              <p14:xfrm>
                <a:off x="5267340" y="4010408"/>
                <a:ext cx="162000" cy="13644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17BC1281-E2D4-FB73-4CDB-4F5F091F47FF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5258340" y="4001768"/>
                  <a:ext cx="1796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1191CFCA-B7D8-E309-FE76-25FCD885AED6}"/>
                    </a:ext>
                  </a:extLst>
                </p14:cNvPr>
                <p14:cNvContentPartPr/>
                <p14:nvPr/>
              </p14:nvContentPartPr>
              <p14:xfrm>
                <a:off x="5421060" y="3893408"/>
                <a:ext cx="219600" cy="39276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1191CFCA-B7D8-E309-FE76-25FCD885AED6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5412060" y="3884768"/>
                  <a:ext cx="23724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4220EB48-4CE6-98A1-CE36-79883842041D}"/>
                    </a:ext>
                  </a:extLst>
                </p14:cNvPr>
                <p14:cNvContentPartPr/>
                <p14:nvPr/>
              </p14:nvContentPartPr>
              <p14:xfrm>
                <a:off x="5584860" y="3932648"/>
                <a:ext cx="116640" cy="21276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4220EB48-4CE6-98A1-CE36-79883842041D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5576220" y="3924008"/>
                  <a:ext cx="1342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A30CE0A4-44CB-9B60-95EC-4D2E6FFC9B35}"/>
                    </a:ext>
                  </a:extLst>
                </p14:cNvPr>
                <p14:cNvContentPartPr/>
                <p14:nvPr/>
              </p14:nvContentPartPr>
              <p14:xfrm>
                <a:off x="5552100" y="4028768"/>
                <a:ext cx="132120" cy="7092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A30CE0A4-44CB-9B60-95EC-4D2E6FFC9B35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5543100" y="4019768"/>
                  <a:ext cx="1497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FE4806FF-2622-3E11-D731-1A4CC76EA26E}"/>
                    </a:ext>
                  </a:extLst>
                </p14:cNvPr>
                <p14:cNvContentPartPr/>
                <p14:nvPr/>
              </p14:nvContentPartPr>
              <p14:xfrm>
                <a:off x="5827860" y="4119128"/>
                <a:ext cx="90000" cy="2160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FE4806FF-2622-3E11-D731-1A4CC76EA26E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5819220" y="4110488"/>
                  <a:ext cx="1076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A994E029-F250-1456-A724-9B136FDD407F}"/>
                    </a:ext>
                  </a:extLst>
                </p14:cNvPr>
                <p14:cNvContentPartPr/>
                <p14:nvPr/>
              </p14:nvContentPartPr>
              <p14:xfrm>
                <a:off x="6015420" y="4017248"/>
                <a:ext cx="159840" cy="13536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A994E029-F250-1456-A724-9B136FDD407F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6006420" y="4008248"/>
                  <a:ext cx="1774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C16EDE17-4822-FA6A-D7B3-073C34FE54B1}"/>
                    </a:ext>
                  </a:extLst>
                </p14:cNvPr>
                <p14:cNvContentPartPr/>
                <p14:nvPr/>
              </p14:nvContentPartPr>
              <p14:xfrm>
                <a:off x="6239700" y="4088528"/>
                <a:ext cx="35280" cy="7200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C16EDE17-4822-FA6A-D7B3-073C34FE54B1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6230700" y="4079888"/>
                  <a:ext cx="529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68838B96-4538-FA94-1FDE-468CF542BA56}"/>
                    </a:ext>
                  </a:extLst>
                </p14:cNvPr>
                <p14:cNvContentPartPr/>
                <p14:nvPr/>
              </p14:nvContentPartPr>
              <p14:xfrm>
                <a:off x="6203340" y="3958928"/>
                <a:ext cx="30240" cy="4320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68838B96-4538-FA94-1FDE-468CF542BA56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6194340" y="3949928"/>
                  <a:ext cx="478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B9DDF4C7-A3CF-B6A5-F356-774902378217}"/>
                    </a:ext>
                  </a:extLst>
                </p14:cNvPr>
                <p14:cNvContentPartPr/>
                <p14:nvPr/>
              </p14:nvContentPartPr>
              <p14:xfrm>
                <a:off x="6318540" y="3898808"/>
                <a:ext cx="311760" cy="21636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B9DDF4C7-A3CF-B6A5-F356-774902378217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6309540" y="3890168"/>
                  <a:ext cx="3294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4B18D202-A0FB-72EA-81B3-C400540C6CC0}"/>
                    </a:ext>
                  </a:extLst>
                </p14:cNvPr>
                <p14:cNvContentPartPr/>
                <p14:nvPr/>
              </p14:nvContentPartPr>
              <p14:xfrm>
                <a:off x="6719580" y="3848048"/>
                <a:ext cx="182880" cy="26712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4B18D202-A0FB-72EA-81B3-C400540C6CC0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6710580" y="3839408"/>
                  <a:ext cx="200520" cy="28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E793967B-1895-A298-0BA1-8DF211E150BC}"/>
              </a:ext>
            </a:extLst>
          </p:cNvPr>
          <p:cNvGrpSpPr/>
          <p:nvPr/>
        </p:nvGrpSpPr>
        <p:grpSpPr>
          <a:xfrm>
            <a:off x="7163460" y="3896648"/>
            <a:ext cx="1531800" cy="295920"/>
            <a:chOff x="7163460" y="3896648"/>
            <a:chExt cx="1531800" cy="29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B5D95752-493D-5032-640F-671FCD6A70B1}"/>
                    </a:ext>
                  </a:extLst>
                </p14:cNvPr>
                <p14:cNvContentPartPr/>
                <p14:nvPr/>
              </p14:nvContentPartPr>
              <p14:xfrm>
                <a:off x="7163460" y="3957848"/>
                <a:ext cx="359640" cy="13788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B5D95752-493D-5032-640F-671FCD6A70B1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7154460" y="3948848"/>
                  <a:ext cx="3772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9F2539B2-62C1-0733-40B2-3715B3C4F62C}"/>
                    </a:ext>
                  </a:extLst>
                </p14:cNvPr>
                <p14:cNvContentPartPr/>
                <p14:nvPr/>
              </p14:nvContentPartPr>
              <p14:xfrm>
                <a:off x="7509060" y="3974408"/>
                <a:ext cx="172800" cy="21816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9F2539B2-62C1-0733-40B2-3715B3C4F62C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7500060" y="3965408"/>
                  <a:ext cx="1904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6DA59852-A7C8-1244-0316-41CBE66EE108}"/>
                    </a:ext>
                  </a:extLst>
                </p14:cNvPr>
                <p14:cNvContentPartPr/>
                <p14:nvPr/>
              </p14:nvContentPartPr>
              <p14:xfrm>
                <a:off x="7684020" y="3917888"/>
                <a:ext cx="522000" cy="12564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6DA59852-A7C8-1244-0316-41CBE66EE108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7675020" y="3908888"/>
                  <a:ext cx="5396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A862EEF5-7B55-E5D0-7FDE-E109FC57C675}"/>
                    </a:ext>
                  </a:extLst>
                </p14:cNvPr>
                <p14:cNvContentPartPr/>
                <p14:nvPr/>
              </p14:nvContentPartPr>
              <p14:xfrm>
                <a:off x="8253900" y="3896648"/>
                <a:ext cx="441360" cy="14184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A862EEF5-7B55-E5D0-7FDE-E109FC57C675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8245260" y="3888008"/>
                  <a:ext cx="459000" cy="15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8A3568D6-F440-EFE1-4504-09C3E4CC0D18}"/>
              </a:ext>
            </a:extLst>
          </p:cNvPr>
          <p:cNvGrpSpPr/>
          <p:nvPr/>
        </p:nvGrpSpPr>
        <p:grpSpPr>
          <a:xfrm>
            <a:off x="6279300" y="4379768"/>
            <a:ext cx="1626840" cy="333360"/>
            <a:chOff x="6279300" y="4379768"/>
            <a:chExt cx="1626840" cy="33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D1155ACF-6937-8DB1-B816-E9F0B3E000EB}"/>
                    </a:ext>
                  </a:extLst>
                </p14:cNvPr>
                <p14:cNvContentPartPr/>
                <p14:nvPr/>
              </p14:nvContentPartPr>
              <p14:xfrm>
                <a:off x="6279300" y="4469768"/>
                <a:ext cx="168480" cy="11844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D1155ACF-6937-8DB1-B816-E9F0B3E000EB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6270660" y="4460768"/>
                  <a:ext cx="1861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81672C81-4E1E-2F69-5224-075E36D56331}"/>
                    </a:ext>
                  </a:extLst>
                </p14:cNvPr>
                <p14:cNvContentPartPr/>
                <p14:nvPr/>
              </p14:nvContentPartPr>
              <p14:xfrm>
                <a:off x="6416100" y="4514768"/>
                <a:ext cx="172080" cy="7704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81672C81-4E1E-2F69-5224-075E36D56331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6407460" y="4505768"/>
                  <a:ext cx="1897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7E5E57BA-F287-C402-93E7-74FC44192865}"/>
                    </a:ext>
                  </a:extLst>
                </p14:cNvPr>
                <p14:cNvContentPartPr/>
                <p14:nvPr/>
              </p14:nvContentPartPr>
              <p14:xfrm>
                <a:off x="6478380" y="4498928"/>
                <a:ext cx="57600" cy="8856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7E5E57BA-F287-C402-93E7-74FC44192865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6469740" y="4490288"/>
                  <a:ext cx="752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3DBDF58E-8A01-E007-213A-BD79852E7947}"/>
                    </a:ext>
                  </a:extLst>
                </p14:cNvPr>
                <p14:cNvContentPartPr/>
                <p14:nvPr/>
              </p14:nvContentPartPr>
              <p14:xfrm>
                <a:off x="6601860" y="4488488"/>
                <a:ext cx="159480" cy="22464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3DBDF58E-8A01-E007-213A-BD79852E7947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6593220" y="4479488"/>
                  <a:ext cx="1771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B22F82D7-3433-8258-A70E-EC6FFA542693}"/>
                    </a:ext>
                  </a:extLst>
                </p14:cNvPr>
                <p14:cNvContentPartPr/>
                <p14:nvPr/>
              </p14:nvContentPartPr>
              <p14:xfrm>
                <a:off x="6794100" y="4485968"/>
                <a:ext cx="320400" cy="8784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B22F82D7-3433-8258-A70E-EC6FFA542693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6785100" y="4476968"/>
                  <a:ext cx="3380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63F19E46-2D49-A650-5518-9840ABA53BF3}"/>
                    </a:ext>
                  </a:extLst>
                </p14:cNvPr>
                <p14:cNvContentPartPr/>
                <p14:nvPr/>
              </p14:nvContentPartPr>
              <p14:xfrm>
                <a:off x="7143660" y="4456448"/>
                <a:ext cx="124200" cy="14076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63F19E46-2D49-A650-5518-9840ABA53BF3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7134660" y="4447808"/>
                  <a:ext cx="1418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CD77C95D-A0D2-67AF-55AE-C0871D65717C}"/>
                    </a:ext>
                  </a:extLst>
                </p14:cNvPr>
                <p14:cNvContentPartPr/>
                <p14:nvPr/>
              </p14:nvContentPartPr>
              <p14:xfrm>
                <a:off x="7348500" y="4493888"/>
                <a:ext cx="11880" cy="7632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CD77C95D-A0D2-67AF-55AE-C0871D65717C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7339500" y="4485248"/>
                  <a:ext cx="295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3DD03A28-23AD-8B39-E675-66BE2FA2B8C1}"/>
                    </a:ext>
                  </a:extLst>
                </p14:cNvPr>
                <p14:cNvContentPartPr/>
                <p14:nvPr/>
              </p14:nvContentPartPr>
              <p14:xfrm>
                <a:off x="7289100" y="4379768"/>
                <a:ext cx="18720" cy="2808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3DD03A28-23AD-8B39-E675-66BE2FA2B8C1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7280100" y="4370768"/>
                  <a:ext cx="363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90B230C0-49DB-AAF0-E182-32B8FE07ED0A}"/>
                    </a:ext>
                  </a:extLst>
                </p14:cNvPr>
                <p14:cNvContentPartPr/>
                <p14:nvPr/>
              </p14:nvContentPartPr>
              <p14:xfrm>
                <a:off x="7459740" y="4473368"/>
                <a:ext cx="446400" cy="7848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90B230C0-49DB-AAF0-E182-32B8FE07ED0A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7450740" y="4464368"/>
                  <a:ext cx="464040" cy="9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E047F075-70AB-6DFB-CC5B-0C6314AA30CF}"/>
              </a:ext>
            </a:extLst>
          </p:cNvPr>
          <p:cNvGrpSpPr/>
          <p:nvPr/>
        </p:nvGrpSpPr>
        <p:grpSpPr>
          <a:xfrm>
            <a:off x="8453700" y="4306688"/>
            <a:ext cx="1128240" cy="402480"/>
            <a:chOff x="8453700" y="4306688"/>
            <a:chExt cx="1128240" cy="40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66FEC4A6-AFFD-E8D6-AD27-4D68735E5501}"/>
                    </a:ext>
                  </a:extLst>
                </p14:cNvPr>
                <p14:cNvContentPartPr/>
                <p14:nvPr/>
              </p14:nvContentPartPr>
              <p14:xfrm>
                <a:off x="8694900" y="4379048"/>
                <a:ext cx="83880" cy="16704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66FEC4A6-AFFD-E8D6-AD27-4D68735E5501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8686260" y="4370408"/>
                  <a:ext cx="1015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EAF014B1-53F1-05D8-C3D2-EB6F12F4AEB8}"/>
                    </a:ext>
                  </a:extLst>
                </p14:cNvPr>
                <p14:cNvContentPartPr/>
                <p14:nvPr/>
              </p14:nvContentPartPr>
              <p14:xfrm>
                <a:off x="8453700" y="4325048"/>
                <a:ext cx="352800" cy="1332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EAF014B1-53F1-05D8-C3D2-EB6F12F4AEB8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8444700" y="4316408"/>
                  <a:ext cx="3704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CB185B74-1A7B-EB38-306B-F6CA608DB40B}"/>
                    </a:ext>
                  </a:extLst>
                </p14:cNvPr>
                <p14:cNvContentPartPr/>
                <p14:nvPr/>
              </p14:nvContentPartPr>
              <p14:xfrm>
                <a:off x="8836380" y="4429088"/>
                <a:ext cx="140400" cy="8244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CB185B74-1A7B-EB38-306B-F6CA608DB40B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8827740" y="4420088"/>
                  <a:ext cx="1580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009D006F-5FF1-7C82-CF38-14375F1CF925}"/>
                    </a:ext>
                  </a:extLst>
                </p14:cNvPr>
                <p14:cNvContentPartPr/>
                <p14:nvPr/>
              </p14:nvContentPartPr>
              <p14:xfrm>
                <a:off x="9037260" y="4454288"/>
                <a:ext cx="168840" cy="25488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009D006F-5FF1-7C82-CF38-14375F1CF925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9028620" y="4445288"/>
                  <a:ext cx="1864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D9FD058B-7A3D-99F6-5EF0-4C0E59BDC98A}"/>
                    </a:ext>
                  </a:extLst>
                </p14:cNvPr>
                <p14:cNvContentPartPr/>
                <p14:nvPr/>
              </p14:nvContentPartPr>
              <p14:xfrm>
                <a:off x="9195660" y="4306688"/>
                <a:ext cx="63000" cy="18756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D9FD058B-7A3D-99F6-5EF0-4C0E59BDC98A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9187020" y="4298048"/>
                  <a:ext cx="806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22A464D9-BCD7-A08B-0F32-BD84844A7EBA}"/>
                    </a:ext>
                  </a:extLst>
                </p14:cNvPr>
                <p14:cNvContentPartPr/>
                <p14:nvPr/>
              </p14:nvContentPartPr>
              <p14:xfrm>
                <a:off x="9343620" y="4416128"/>
                <a:ext cx="117720" cy="10476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22A464D9-BCD7-A08B-0F32-BD84844A7EBA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9334980" y="4407128"/>
                  <a:ext cx="1353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3B4BED07-2247-98F9-472E-915B622A5AB7}"/>
                    </a:ext>
                  </a:extLst>
                </p14:cNvPr>
                <p14:cNvContentPartPr/>
                <p14:nvPr/>
              </p14:nvContentPartPr>
              <p14:xfrm>
                <a:off x="9507060" y="4368608"/>
                <a:ext cx="74880" cy="12060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3B4BED07-2247-98F9-472E-915B622A5AB7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9498420" y="4359608"/>
                  <a:ext cx="9252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9DA8EEC5-895E-5F4E-C052-22D831C9E152}"/>
              </a:ext>
            </a:extLst>
          </p:cNvPr>
          <p:cNvGrpSpPr/>
          <p:nvPr/>
        </p:nvGrpSpPr>
        <p:grpSpPr>
          <a:xfrm>
            <a:off x="9909900" y="4260248"/>
            <a:ext cx="772200" cy="259560"/>
            <a:chOff x="9909900" y="4260248"/>
            <a:chExt cx="772200" cy="25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12D94222-0FF3-59F7-B651-997C196D7DD7}"/>
                    </a:ext>
                  </a:extLst>
                </p14:cNvPr>
                <p14:cNvContentPartPr/>
                <p14:nvPr/>
              </p14:nvContentPartPr>
              <p14:xfrm>
                <a:off x="9909900" y="4350608"/>
                <a:ext cx="432360" cy="16452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12D94222-0FF3-59F7-B651-997C196D7DD7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9900900" y="4341968"/>
                  <a:ext cx="4500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ABF05688-8F76-6533-BFBB-01D0CB0142EF}"/>
                    </a:ext>
                  </a:extLst>
                </p14:cNvPr>
                <p14:cNvContentPartPr/>
                <p14:nvPr/>
              </p14:nvContentPartPr>
              <p14:xfrm>
                <a:off x="10281780" y="4260248"/>
                <a:ext cx="18360" cy="5436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ABF05688-8F76-6533-BFBB-01D0CB0142EF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10272780" y="4251248"/>
                  <a:ext cx="36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DECB047D-5638-A338-759C-59DC600CB811}"/>
                    </a:ext>
                  </a:extLst>
                </p14:cNvPr>
                <p14:cNvContentPartPr/>
                <p14:nvPr/>
              </p14:nvContentPartPr>
              <p14:xfrm>
                <a:off x="10402380" y="4344848"/>
                <a:ext cx="156240" cy="15012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DECB047D-5638-A338-759C-59DC600CB811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10393380" y="4335848"/>
                  <a:ext cx="1738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7EE71D2E-3175-7B1A-E47A-A49B79054E14}"/>
                    </a:ext>
                  </a:extLst>
                </p14:cNvPr>
                <p14:cNvContentPartPr/>
                <p14:nvPr/>
              </p14:nvContentPartPr>
              <p14:xfrm>
                <a:off x="10609740" y="4348448"/>
                <a:ext cx="72360" cy="17136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7EE71D2E-3175-7B1A-E47A-A49B79054E14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10601100" y="4339448"/>
                  <a:ext cx="9000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484AF093-57E6-52D4-B339-70CC49225C20}"/>
              </a:ext>
            </a:extLst>
          </p:cNvPr>
          <p:cNvGrpSpPr/>
          <p:nvPr/>
        </p:nvGrpSpPr>
        <p:grpSpPr>
          <a:xfrm>
            <a:off x="5247900" y="1778768"/>
            <a:ext cx="1085400" cy="315720"/>
            <a:chOff x="5247900" y="1778768"/>
            <a:chExt cx="1085400" cy="31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91B18BE8-DCD4-1672-F8C1-892261948B7A}"/>
                    </a:ext>
                  </a:extLst>
                </p14:cNvPr>
                <p14:cNvContentPartPr/>
                <p14:nvPr/>
              </p14:nvContentPartPr>
              <p14:xfrm>
                <a:off x="5247900" y="1978208"/>
                <a:ext cx="162720" cy="11628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91B18BE8-DCD4-1672-F8C1-892261948B7A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5239260" y="1969208"/>
                  <a:ext cx="1803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1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078DE35A-D238-8ED0-D7E3-1BF39179EE03}"/>
                    </a:ext>
                  </a:extLst>
                </p14:cNvPr>
                <p14:cNvContentPartPr/>
                <p14:nvPr/>
              </p14:nvContentPartPr>
              <p14:xfrm>
                <a:off x="5454540" y="1978928"/>
                <a:ext cx="393120" cy="10476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078DE35A-D238-8ED0-D7E3-1BF39179EE03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5445900" y="1970288"/>
                  <a:ext cx="4107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F478790C-19E7-6A4B-A029-277C92EEB010}"/>
                    </a:ext>
                  </a:extLst>
                </p14:cNvPr>
                <p14:cNvContentPartPr/>
                <p14:nvPr/>
              </p14:nvContentPartPr>
              <p14:xfrm>
                <a:off x="5865300" y="1943288"/>
                <a:ext cx="143640" cy="15120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F478790C-19E7-6A4B-A029-277C92EEB010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5856300" y="1934648"/>
                  <a:ext cx="1612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981FF4BC-E5C9-D39D-E258-096C4C3B3AC9}"/>
                    </a:ext>
                  </a:extLst>
                </p14:cNvPr>
                <p14:cNvContentPartPr/>
                <p14:nvPr/>
              </p14:nvContentPartPr>
              <p14:xfrm>
                <a:off x="6043140" y="1778768"/>
                <a:ext cx="290160" cy="30960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981FF4BC-E5C9-D39D-E258-096C4C3B3AC9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6034140" y="1770128"/>
                  <a:ext cx="30780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7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54099644-4526-0B43-2874-558F899F6C87}"/>
                    </a:ext>
                  </a:extLst>
                </p14:cNvPr>
                <p14:cNvContentPartPr/>
                <p14:nvPr/>
              </p14:nvContentPartPr>
              <p14:xfrm>
                <a:off x="6091020" y="2021408"/>
                <a:ext cx="39960" cy="6732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54099644-4526-0B43-2874-558F899F6C87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6082020" y="2012768"/>
                  <a:ext cx="57600" cy="8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DA0306D1-6536-A5B9-9C1F-09C9E66A3294}"/>
              </a:ext>
            </a:extLst>
          </p:cNvPr>
          <p:cNvGrpSpPr/>
          <p:nvPr/>
        </p:nvGrpSpPr>
        <p:grpSpPr>
          <a:xfrm>
            <a:off x="6632820" y="1823408"/>
            <a:ext cx="1139040" cy="344520"/>
            <a:chOff x="6632820" y="1823408"/>
            <a:chExt cx="1139040" cy="34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9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F37C0318-BA95-FC52-710F-44D0EC5F485E}"/>
                    </a:ext>
                  </a:extLst>
                </p14:cNvPr>
                <p14:cNvContentPartPr/>
                <p14:nvPr/>
              </p14:nvContentPartPr>
              <p14:xfrm>
                <a:off x="6632820" y="1932488"/>
                <a:ext cx="153360" cy="14688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F37C0318-BA95-FC52-710F-44D0EC5F485E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6623820" y="1923848"/>
                  <a:ext cx="1710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2042485C-F7F1-56D5-E57F-DB4BED2DEADF}"/>
                    </a:ext>
                  </a:extLst>
                </p14:cNvPr>
                <p14:cNvContentPartPr/>
                <p14:nvPr/>
              </p14:nvContentPartPr>
              <p14:xfrm>
                <a:off x="6786540" y="1984328"/>
                <a:ext cx="143280" cy="18360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2042485C-F7F1-56D5-E57F-DB4BED2DEADF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6777900" y="1975328"/>
                  <a:ext cx="1609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AA897B2E-875E-6A2B-FB71-D9E6DAA26AED}"/>
                    </a:ext>
                  </a:extLst>
                </p14:cNvPr>
                <p14:cNvContentPartPr/>
                <p14:nvPr/>
              </p14:nvContentPartPr>
              <p14:xfrm>
                <a:off x="6942420" y="1913048"/>
                <a:ext cx="177480" cy="15120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AA897B2E-875E-6A2B-FB71-D9E6DAA26AED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6933780" y="1904048"/>
                  <a:ext cx="1951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8B977451-A90E-3844-3DEE-4CAAC633381C}"/>
                    </a:ext>
                  </a:extLst>
                </p14:cNvPr>
                <p14:cNvContentPartPr/>
                <p14:nvPr/>
              </p14:nvContentPartPr>
              <p14:xfrm>
                <a:off x="7138260" y="1823408"/>
                <a:ext cx="75240" cy="22212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8B977451-A90E-3844-3DEE-4CAAC633381C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7129620" y="1814768"/>
                  <a:ext cx="928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7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B9913D6D-232D-68AC-6B50-2A54F28BD16F}"/>
                    </a:ext>
                  </a:extLst>
                </p14:cNvPr>
                <p14:cNvContentPartPr/>
                <p14:nvPr/>
              </p14:nvContentPartPr>
              <p14:xfrm>
                <a:off x="7128540" y="1947968"/>
                <a:ext cx="150480" cy="2880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B9913D6D-232D-68AC-6B50-2A54F28BD16F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7119900" y="1939328"/>
                  <a:ext cx="1681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9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2B6E8FAE-13F6-5C56-BEB6-648308E6ECA4}"/>
                    </a:ext>
                  </a:extLst>
                </p14:cNvPr>
                <p14:cNvContentPartPr/>
                <p14:nvPr/>
              </p14:nvContentPartPr>
              <p14:xfrm>
                <a:off x="7366860" y="1930328"/>
                <a:ext cx="405000" cy="11232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2B6E8FAE-13F6-5C56-BEB6-648308E6ECA4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7358220" y="1921688"/>
                  <a:ext cx="42264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AD06D731-F3F6-A4A4-F48C-9D1AD95822BB}"/>
              </a:ext>
            </a:extLst>
          </p:cNvPr>
          <p:cNvGrpSpPr/>
          <p:nvPr/>
        </p:nvGrpSpPr>
        <p:grpSpPr>
          <a:xfrm>
            <a:off x="8109900" y="1804328"/>
            <a:ext cx="302040" cy="369000"/>
            <a:chOff x="8109900" y="1804328"/>
            <a:chExt cx="302040" cy="36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1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6B849344-9DE7-9253-2B4B-D5D3DA30CCF7}"/>
                    </a:ext>
                  </a:extLst>
                </p14:cNvPr>
                <p14:cNvContentPartPr/>
                <p14:nvPr/>
              </p14:nvContentPartPr>
              <p14:xfrm>
                <a:off x="8172180" y="1979288"/>
                <a:ext cx="67320" cy="9144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6B849344-9DE7-9253-2B4B-D5D3DA30CCF7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8163540" y="1970648"/>
                  <a:ext cx="849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3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54367045-6FD8-0607-52D5-78D4B642A342}"/>
                    </a:ext>
                  </a:extLst>
                </p14:cNvPr>
                <p14:cNvContentPartPr/>
                <p14:nvPr/>
              </p14:nvContentPartPr>
              <p14:xfrm>
                <a:off x="8109900" y="1870208"/>
                <a:ext cx="24840" cy="2592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54367045-6FD8-0607-52D5-78D4B642A342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8101260" y="1861208"/>
                  <a:ext cx="424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5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7696CD32-160E-A003-3AEF-8CFDB65287BB}"/>
                    </a:ext>
                  </a:extLst>
                </p14:cNvPr>
                <p14:cNvContentPartPr/>
                <p14:nvPr/>
              </p14:nvContentPartPr>
              <p14:xfrm>
                <a:off x="8244900" y="1804328"/>
                <a:ext cx="167040" cy="36900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7696CD32-160E-A003-3AEF-8CFDB65287BB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8236260" y="1795328"/>
                  <a:ext cx="18468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7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81675461-3D0A-82CD-FB9C-3AD48D0F90B6}"/>
                    </a:ext>
                  </a:extLst>
                </p14:cNvPr>
                <p14:cNvContentPartPr/>
                <p14:nvPr/>
              </p14:nvContentPartPr>
              <p14:xfrm>
                <a:off x="8293140" y="2049848"/>
                <a:ext cx="76680" cy="1800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81675461-3D0A-82CD-FB9C-3AD48D0F90B6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8284500" y="2041208"/>
                  <a:ext cx="94320" cy="3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D5DEECBD-9C28-8364-5F65-E8744E02BB4D}"/>
              </a:ext>
            </a:extLst>
          </p:cNvPr>
          <p:cNvGrpSpPr/>
          <p:nvPr/>
        </p:nvGrpSpPr>
        <p:grpSpPr>
          <a:xfrm>
            <a:off x="8809380" y="1790288"/>
            <a:ext cx="1699560" cy="327960"/>
            <a:chOff x="8809380" y="1790288"/>
            <a:chExt cx="1699560" cy="32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9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EB0422C5-6065-F4AB-AC22-D39A6E6A73DC}"/>
                    </a:ext>
                  </a:extLst>
                </p14:cNvPr>
                <p14:cNvContentPartPr/>
                <p14:nvPr/>
              </p14:nvContentPartPr>
              <p14:xfrm>
                <a:off x="8809380" y="1964888"/>
                <a:ext cx="178560" cy="11232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EB0422C5-6065-F4AB-AC22-D39A6E6A73DC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8800740" y="1956248"/>
                  <a:ext cx="1962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1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D4E58C9E-5E89-49F9-052C-E4BFA8617E53}"/>
                    </a:ext>
                  </a:extLst>
                </p14:cNvPr>
                <p14:cNvContentPartPr/>
                <p14:nvPr/>
              </p14:nvContentPartPr>
              <p14:xfrm>
                <a:off x="8847540" y="1963808"/>
                <a:ext cx="68040" cy="10368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D4E58C9E-5E89-49F9-052C-E4BFA8617E53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8838540" y="1954808"/>
                  <a:ext cx="856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3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FE2BD3F9-036E-15EC-C28E-303D3669924D}"/>
                    </a:ext>
                  </a:extLst>
                </p14:cNvPr>
                <p14:cNvContentPartPr/>
                <p14:nvPr/>
              </p14:nvContentPartPr>
              <p14:xfrm>
                <a:off x="8955900" y="1806848"/>
                <a:ext cx="223920" cy="28872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FE2BD3F9-036E-15EC-C28E-303D3669924D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8946900" y="1798208"/>
                  <a:ext cx="2415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97E97039-BA02-78E5-8587-318461013320}"/>
                    </a:ext>
                  </a:extLst>
                </p14:cNvPr>
                <p14:cNvContentPartPr/>
                <p14:nvPr/>
              </p14:nvContentPartPr>
              <p14:xfrm>
                <a:off x="9164700" y="1985408"/>
                <a:ext cx="140400" cy="7812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97E97039-BA02-78E5-8587-318461013320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9155700" y="1976768"/>
                  <a:ext cx="1580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7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AA588A35-E0FF-4024-791C-6B0EB324B3CC}"/>
                    </a:ext>
                  </a:extLst>
                </p14:cNvPr>
                <p14:cNvContentPartPr/>
                <p14:nvPr/>
              </p14:nvContentPartPr>
              <p14:xfrm>
                <a:off x="9226980" y="1800728"/>
                <a:ext cx="198000" cy="31752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AA588A35-E0FF-4024-791C-6B0EB324B3CC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9217980" y="1792088"/>
                  <a:ext cx="21564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8EF19B74-C22A-CBDF-702F-8C3D6481AB5C}"/>
                    </a:ext>
                  </a:extLst>
                </p14:cNvPr>
                <p14:cNvContentPartPr/>
                <p14:nvPr/>
              </p14:nvContentPartPr>
              <p14:xfrm>
                <a:off x="9580500" y="1992608"/>
                <a:ext cx="73080" cy="1836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8EF19B74-C22A-CBDF-702F-8C3D6481AB5C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9571500" y="1983608"/>
                  <a:ext cx="907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1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700C1528-A941-4BC5-F076-AB6AFCCB10F5}"/>
                    </a:ext>
                  </a:extLst>
                </p14:cNvPr>
                <p14:cNvContentPartPr/>
                <p14:nvPr/>
              </p14:nvContentPartPr>
              <p14:xfrm>
                <a:off x="9560700" y="1916288"/>
                <a:ext cx="113400" cy="2700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700C1528-A941-4BC5-F076-AB6AFCCB10F5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9551700" y="1907288"/>
                  <a:ext cx="1310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3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CE4A36FF-5C50-59E5-9547-DB8A471B1A53}"/>
                    </a:ext>
                  </a:extLst>
                </p14:cNvPr>
                <p14:cNvContentPartPr/>
                <p14:nvPr/>
              </p14:nvContentPartPr>
              <p14:xfrm>
                <a:off x="9751860" y="1818368"/>
                <a:ext cx="214560" cy="22644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CE4A36FF-5C50-59E5-9547-DB8A471B1A53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9742860" y="1809368"/>
                  <a:ext cx="2322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5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ED6EC174-426C-C8AF-7301-23DEF1285038}"/>
                    </a:ext>
                  </a:extLst>
                </p14:cNvPr>
                <p14:cNvContentPartPr/>
                <p14:nvPr/>
              </p14:nvContentPartPr>
              <p14:xfrm>
                <a:off x="10031580" y="1792088"/>
                <a:ext cx="175320" cy="29772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ED6EC174-426C-C8AF-7301-23DEF1285038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10022580" y="1783448"/>
                  <a:ext cx="19296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7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F3DE7914-67C8-2551-9112-398DF8024CC1}"/>
                    </a:ext>
                  </a:extLst>
                </p14:cNvPr>
                <p14:cNvContentPartPr/>
                <p14:nvPr/>
              </p14:nvContentPartPr>
              <p14:xfrm>
                <a:off x="10208700" y="1943288"/>
                <a:ext cx="176760" cy="9180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F3DE7914-67C8-2551-9112-398DF8024CC1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10200060" y="1934648"/>
                  <a:ext cx="1944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9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82628A2E-A5CA-02E2-B3DC-C0AFC97A5777}"/>
                    </a:ext>
                  </a:extLst>
                </p14:cNvPr>
                <p14:cNvContentPartPr/>
                <p14:nvPr/>
              </p14:nvContentPartPr>
              <p14:xfrm>
                <a:off x="10312740" y="1790288"/>
                <a:ext cx="196200" cy="30708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82628A2E-A5CA-02E2-B3DC-C0AFC97A5777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10304100" y="1781288"/>
                  <a:ext cx="213840" cy="32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5" name="Group 374">
            <a:extLst>
              <a:ext uri="{FF2B5EF4-FFF2-40B4-BE49-F238E27FC236}">
                <a16:creationId xmlns:a16="http://schemas.microsoft.com/office/drawing/2014/main" id="{28FE1DF9-6208-7280-4154-6A51D7429C76}"/>
              </a:ext>
            </a:extLst>
          </p:cNvPr>
          <p:cNvGrpSpPr/>
          <p:nvPr/>
        </p:nvGrpSpPr>
        <p:grpSpPr>
          <a:xfrm>
            <a:off x="6001740" y="4854608"/>
            <a:ext cx="1931400" cy="379080"/>
            <a:chOff x="6001740" y="4854608"/>
            <a:chExt cx="1931400" cy="37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1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6F06835C-94DB-D227-01AD-CB5DA35EC801}"/>
                    </a:ext>
                  </a:extLst>
                </p14:cNvPr>
                <p14:cNvContentPartPr/>
                <p14:nvPr/>
              </p14:nvContentPartPr>
              <p14:xfrm>
                <a:off x="6001740" y="5106248"/>
                <a:ext cx="529560" cy="12744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6F06835C-94DB-D227-01AD-CB5DA35EC801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5993100" y="5097248"/>
                  <a:ext cx="5472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3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8C8F4383-CB65-0718-488C-5D2DD2B3B62C}"/>
                    </a:ext>
                  </a:extLst>
                </p14:cNvPr>
                <p14:cNvContentPartPr/>
                <p14:nvPr/>
              </p14:nvContentPartPr>
              <p14:xfrm>
                <a:off x="6483780" y="4951088"/>
                <a:ext cx="149400" cy="24516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8C8F4383-CB65-0718-488C-5D2DD2B3B62C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6474780" y="4942088"/>
                  <a:ext cx="1670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5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4B3536E7-2EE5-8DBD-1A0E-F144CA639137}"/>
                    </a:ext>
                  </a:extLst>
                </p14:cNvPr>
                <p14:cNvContentPartPr/>
                <p14:nvPr/>
              </p14:nvContentPartPr>
              <p14:xfrm>
                <a:off x="6509700" y="5112008"/>
                <a:ext cx="271800" cy="6660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4B3536E7-2EE5-8DBD-1A0E-F144CA639137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6501060" y="5103368"/>
                  <a:ext cx="2894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7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FD0886A8-3CA4-AF87-4B4D-0DECDAB10E68}"/>
                    </a:ext>
                  </a:extLst>
                </p14:cNvPr>
                <p14:cNvContentPartPr/>
                <p14:nvPr/>
              </p14:nvContentPartPr>
              <p14:xfrm>
                <a:off x="6665580" y="4971968"/>
                <a:ext cx="39240" cy="2196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FD0886A8-3CA4-AF87-4B4D-0DECDAB10E68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6656940" y="4962968"/>
                  <a:ext cx="568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9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D218FE95-AD98-FF3E-F245-06BDED5C5D7B}"/>
                    </a:ext>
                  </a:extLst>
                </p14:cNvPr>
                <p14:cNvContentPartPr/>
                <p14:nvPr/>
              </p14:nvContentPartPr>
              <p14:xfrm>
                <a:off x="6861780" y="5107328"/>
                <a:ext cx="129240" cy="11916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D218FE95-AD98-FF3E-F245-06BDED5C5D7B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6852780" y="5098688"/>
                  <a:ext cx="1468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1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686C2409-1989-E01B-E2F8-863740CDEBD6}"/>
                    </a:ext>
                  </a:extLst>
                </p14:cNvPr>
                <p14:cNvContentPartPr/>
                <p14:nvPr/>
              </p14:nvContentPartPr>
              <p14:xfrm>
                <a:off x="7052580" y="5086448"/>
                <a:ext cx="413640" cy="11376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686C2409-1989-E01B-E2F8-863740CDEBD6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7043580" y="5077808"/>
                  <a:ext cx="4312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3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BC6C7FA8-262C-84B1-867D-547AE7C0C9D5}"/>
                    </a:ext>
                  </a:extLst>
                </p14:cNvPr>
                <p14:cNvContentPartPr/>
                <p14:nvPr/>
              </p14:nvContentPartPr>
              <p14:xfrm>
                <a:off x="7423380" y="5034248"/>
                <a:ext cx="196560" cy="12096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BC6C7FA8-262C-84B1-867D-547AE7C0C9D5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7414740" y="5025248"/>
                  <a:ext cx="2142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5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9402735A-677C-E3F4-F72B-36DB55507E5C}"/>
                    </a:ext>
                  </a:extLst>
                </p14:cNvPr>
                <p14:cNvContentPartPr/>
                <p14:nvPr/>
              </p14:nvContentPartPr>
              <p14:xfrm>
                <a:off x="7704540" y="4854608"/>
                <a:ext cx="228600" cy="30888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9402735A-677C-E3F4-F72B-36DB55507E5C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7695540" y="4845608"/>
                  <a:ext cx="246240" cy="32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FFF22E7F-9548-AB3E-C678-501E0A8A7493}"/>
              </a:ext>
            </a:extLst>
          </p:cNvPr>
          <p:cNvGrpSpPr/>
          <p:nvPr/>
        </p:nvGrpSpPr>
        <p:grpSpPr>
          <a:xfrm>
            <a:off x="8171820" y="4904288"/>
            <a:ext cx="1022760" cy="430560"/>
            <a:chOff x="8171820" y="4904288"/>
            <a:chExt cx="1022760" cy="43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7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BF0E5993-0326-261F-BC51-370EB36772D3}"/>
                    </a:ext>
                  </a:extLst>
                </p14:cNvPr>
                <p14:cNvContentPartPr/>
                <p14:nvPr/>
              </p14:nvContentPartPr>
              <p14:xfrm>
                <a:off x="8171820" y="5022728"/>
                <a:ext cx="140040" cy="15336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BF0E5993-0326-261F-BC51-370EB36772D3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8163180" y="5013728"/>
                  <a:ext cx="1576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9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93E9B676-23E2-CACF-E890-A18C315F0AFE}"/>
                    </a:ext>
                  </a:extLst>
                </p14:cNvPr>
                <p14:cNvContentPartPr/>
                <p14:nvPr/>
              </p14:nvContentPartPr>
              <p14:xfrm>
                <a:off x="8333460" y="5106968"/>
                <a:ext cx="130680" cy="22788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93E9B676-23E2-CACF-E890-A18C315F0AFE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8324460" y="5097968"/>
                  <a:ext cx="1483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1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614670F2-462C-C246-D6B2-666EFAD355E6}"/>
                    </a:ext>
                  </a:extLst>
                </p14:cNvPr>
                <p14:cNvContentPartPr/>
                <p14:nvPr/>
              </p14:nvContentPartPr>
              <p14:xfrm>
                <a:off x="8449380" y="5024528"/>
                <a:ext cx="190800" cy="16668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614670F2-462C-C246-D6B2-666EFAD355E6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8440380" y="5015888"/>
                  <a:ext cx="2084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3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8E8A9432-7CC9-FB13-2B20-46917F3FA970}"/>
                    </a:ext>
                  </a:extLst>
                </p14:cNvPr>
                <p14:cNvContentPartPr/>
                <p14:nvPr/>
              </p14:nvContentPartPr>
              <p14:xfrm>
                <a:off x="8665740" y="4904288"/>
                <a:ext cx="528840" cy="28152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8E8A9432-7CC9-FB13-2B20-46917F3FA970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8657100" y="4895648"/>
                  <a:ext cx="546480" cy="29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4" name="Group 383">
            <a:extLst>
              <a:ext uri="{FF2B5EF4-FFF2-40B4-BE49-F238E27FC236}">
                <a16:creationId xmlns:a16="http://schemas.microsoft.com/office/drawing/2014/main" id="{B103FE53-3849-C943-8054-D40ED0CDA7AA}"/>
              </a:ext>
            </a:extLst>
          </p:cNvPr>
          <p:cNvGrpSpPr/>
          <p:nvPr/>
        </p:nvGrpSpPr>
        <p:grpSpPr>
          <a:xfrm>
            <a:off x="9408780" y="4911848"/>
            <a:ext cx="244800" cy="388080"/>
            <a:chOff x="9408780" y="4911848"/>
            <a:chExt cx="244800" cy="38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5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C93F8BE4-5456-BC6B-C55B-B63D819B22A1}"/>
                    </a:ext>
                  </a:extLst>
                </p14:cNvPr>
                <p14:cNvContentPartPr/>
                <p14:nvPr/>
              </p14:nvContentPartPr>
              <p14:xfrm>
                <a:off x="9460620" y="5122448"/>
                <a:ext cx="32760" cy="6228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C93F8BE4-5456-BC6B-C55B-B63D819B22A1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9451980" y="5113808"/>
                  <a:ext cx="504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7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D4DF5591-5B41-A450-E87A-7EDC2C26E332}"/>
                    </a:ext>
                  </a:extLst>
                </p14:cNvPr>
                <p14:cNvContentPartPr/>
                <p14:nvPr/>
              </p14:nvContentPartPr>
              <p14:xfrm>
                <a:off x="9408780" y="4997888"/>
                <a:ext cx="360" cy="864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D4DF5591-5B41-A450-E87A-7EDC2C26E332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9400140" y="4988888"/>
                  <a:ext cx="180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9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17133548-21F2-1578-299F-B8366E2F6010}"/>
                    </a:ext>
                  </a:extLst>
                </p14:cNvPr>
                <p14:cNvContentPartPr/>
                <p14:nvPr/>
              </p14:nvContentPartPr>
              <p14:xfrm>
                <a:off x="9501660" y="4911848"/>
                <a:ext cx="151920" cy="38808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17133548-21F2-1578-299F-B8366E2F6010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9492660" y="4903208"/>
                  <a:ext cx="16956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1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977B839D-7B9F-44E0-4B54-FCF1963F5121}"/>
                    </a:ext>
                  </a:extLst>
                </p14:cNvPr>
                <p14:cNvContentPartPr/>
                <p14:nvPr/>
              </p14:nvContentPartPr>
              <p14:xfrm>
                <a:off x="9527580" y="5164928"/>
                <a:ext cx="94680" cy="4104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977B839D-7B9F-44E0-4B54-FCF1963F5121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9518580" y="5156288"/>
                  <a:ext cx="112320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7" name="Group 396">
            <a:extLst>
              <a:ext uri="{FF2B5EF4-FFF2-40B4-BE49-F238E27FC236}">
                <a16:creationId xmlns:a16="http://schemas.microsoft.com/office/drawing/2014/main" id="{7D95864C-878C-8283-BD33-803FEBADE7DA}"/>
              </a:ext>
            </a:extLst>
          </p:cNvPr>
          <p:cNvGrpSpPr/>
          <p:nvPr/>
        </p:nvGrpSpPr>
        <p:grpSpPr>
          <a:xfrm>
            <a:off x="9845100" y="4943168"/>
            <a:ext cx="1507320" cy="359280"/>
            <a:chOff x="9845100" y="4943168"/>
            <a:chExt cx="1507320" cy="35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3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BC921AD5-6A01-FBB0-BD07-7B265AA19C3B}"/>
                    </a:ext>
                  </a:extLst>
                </p14:cNvPr>
                <p14:cNvContentPartPr/>
                <p14:nvPr/>
              </p14:nvContentPartPr>
              <p14:xfrm>
                <a:off x="9845100" y="5096528"/>
                <a:ext cx="206280" cy="11880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BC921AD5-6A01-FBB0-BD07-7B265AA19C3B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9836460" y="5087888"/>
                  <a:ext cx="2239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5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F72723E9-5D8E-93FC-44BE-0C820D1B70C4}"/>
                    </a:ext>
                  </a:extLst>
                </p14:cNvPr>
                <p14:cNvContentPartPr/>
                <p14:nvPr/>
              </p14:nvContentPartPr>
              <p14:xfrm>
                <a:off x="9935100" y="5096528"/>
                <a:ext cx="40320" cy="11016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F72723E9-5D8E-93FC-44BE-0C820D1B70C4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9926100" y="5087888"/>
                  <a:ext cx="579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7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6C75BD3F-1CFC-3CBB-930F-ADF95449F195}"/>
                    </a:ext>
                  </a:extLst>
                </p14:cNvPr>
                <p14:cNvContentPartPr/>
                <p14:nvPr/>
              </p14:nvContentPartPr>
              <p14:xfrm>
                <a:off x="10020780" y="4956128"/>
                <a:ext cx="205560" cy="33948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6C75BD3F-1CFC-3CBB-930F-ADF95449F195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10012140" y="4947128"/>
                  <a:ext cx="22320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9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F1C9C004-8847-1445-F8FD-46CBA4DEAF1F}"/>
                    </a:ext>
                  </a:extLst>
                </p14:cNvPr>
                <p14:cNvContentPartPr/>
                <p14:nvPr/>
              </p14:nvContentPartPr>
              <p14:xfrm>
                <a:off x="10175220" y="5132888"/>
                <a:ext cx="156600" cy="5832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F1C9C004-8847-1445-F8FD-46CBA4DEAF1F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10166580" y="5124248"/>
                  <a:ext cx="1742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1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4039A84D-1C3F-AE81-CCCD-D8A06B49BF92}"/>
                    </a:ext>
                  </a:extLst>
                </p14:cNvPr>
                <p14:cNvContentPartPr/>
                <p14:nvPr/>
              </p14:nvContentPartPr>
              <p14:xfrm>
                <a:off x="10302300" y="4950728"/>
                <a:ext cx="165240" cy="33840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4039A84D-1C3F-AE81-CCCD-D8A06B49BF92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10293660" y="4942088"/>
                  <a:ext cx="18288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3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BD0C2E6E-67B8-5EC5-1B25-2DE050D9D3E6}"/>
                    </a:ext>
                  </a:extLst>
                </p14:cNvPr>
                <p14:cNvContentPartPr/>
                <p14:nvPr/>
              </p14:nvContentPartPr>
              <p14:xfrm>
                <a:off x="10609020" y="5129648"/>
                <a:ext cx="88560" cy="2988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BD0C2E6E-67B8-5EC5-1B25-2DE050D9D3E6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10600380" y="5120648"/>
                  <a:ext cx="1062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5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F1DF69AF-6910-4072-D781-FD14ADC711AD}"/>
                    </a:ext>
                  </a:extLst>
                </p14:cNvPr>
                <p14:cNvContentPartPr/>
                <p14:nvPr/>
              </p14:nvContentPartPr>
              <p14:xfrm>
                <a:off x="10593540" y="5086448"/>
                <a:ext cx="83160" cy="1584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F1DF69AF-6910-4072-D781-FD14ADC711AD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10584900" y="5077448"/>
                  <a:ext cx="1008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7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BA5BA29A-985B-ED60-3318-FEC4CEAE8EFD}"/>
                    </a:ext>
                  </a:extLst>
                </p14:cNvPr>
                <p14:cNvContentPartPr/>
                <p14:nvPr/>
              </p14:nvContentPartPr>
              <p14:xfrm>
                <a:off x="10744020" y="4956128"/>
                <a:ext cx="181800" cy="23184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BA5BA29A-985B-ED60-3318-FEC4CEAE8EFD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10735020" y="4947128"/>
                  <a:ext cx="1994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9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9FE398B5-0302-4340-CD53-35931EBB5C40}"/>
                    </a:ext>
                  </a:extLst>
                </p14:cNvPr>
                <p14:cNvContentPartPr/>
                <p14:nvPr/>
              </p14:nvContentPartPr>
              <p14:xfrm>
                <a:off x="10899900" y="4943168"/>
                <a:ext cx="113400" cy="30348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9FE398B5-0302-4340-CD53-35931EBB5C40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10891260" y="4934528"/>
                  <a:ext cx="13104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1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9FE7AFC8-7869-1C9A-725D-F92D052D211D}"/>
                    </a:ext>
                  </a:extLst>
                </p14:cNvPr>
                <p14:cNvContentPartPr/>
                <p14:nvPr/>
              </p14:nvContentPartPr>
              <p14:xfrm>
                <a:off x="11040300" y="5127848"/>
                <a:ext cx="160920" cy="7992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9FE7AFC8-7869-1C9A-725D-F92D052D211D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11031300" y="5118848"/>
                  <a:ext cx="1785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3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ED723F6E-449D-E27A-A969-A6CE39578E3C}"/>
                    </a:ext>
                  </a:extLst>
                </p14:cNvPr>
                <p14:cNvContentPartPr/>
                <p14:nvPr/>
              </p14:nvContentPartPr>
              <p14:xfrm>
                <a:off x="11149380" y="4955408"/>
                <a:ext cx="203040" cy="34704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ED723F6E-449D-E27A-A969-A6CE39578E3C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11140380" y="4946768"/>
                  <a:ext cx="220680" cy="36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2" name="Group 401">
            <a:extLst>
              <a:ext uri="{FF2B5EF4-FFF2-40B4-BE49-F238E27FC236}">
                <a16:creationId xmlns:a16="http://schemas.microsoft.com/office/drawing/2014/main" id="{0E0C8A06-B5F7-832C-F7A9-6265E3CBD6D0}"/>
              </a:ext>
            </a:extLst>
          </p:cNvPr>
          <p:cNvGrpSpPr/>
          <p:nvPr/>
        </p:nvGrpSpPr>
        <p:grpSpPr>
          <a:xfrm>
            <a:off x="8478900" y="3032288"/>
            <a:ext cx="707400" cy="217080"/>
            <a:chOff x="8478900" y="3032288"/>
            <a:chExt cx="707400" cy="21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5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26903B0B-7E42-0A23-B54A-146ADD962601}"/>
                    </a:ext>
                  </a:extLst>
                </p14:cNvPr>
                <p14:cNvContentPartPr/>
                <p14:nvPr/>
              </p14:nvContentPartPr>
              <p14:xfrm>
                <a:off x="8554500" y="3097448"/>
                <a:ext cx="39960" cy="15192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26903B0B-7E42-0A23-B54A-146ADD962601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8545500" y="3088448"/>
                  <a:ext cx="576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7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054ACCA2-E257-B891-29E9-655FF3433288}"/>
                    </a:ext>
                  </a:extLst>
                </p14:cNvPr>
                <p14:cNvContentPartPr/>
                <p14:nvPr/>
              </p14:nvContentPartPr>
              <p14:xfrm>
                <a:off x="8478900" y="3032288"/>
                <a:ext cx="284400" cy="19764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054ACCA2-E257-B891-29E9-655FF3433288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8469900" y="3023288"/>
                  <a:ext cx="3020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9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67E9831B-E2A5-C0C8-D63C-ED41B47B9473}"/>
                    </a:ext>
                  </a:extLst>
                </p14:cNvPr>
                <p14:cNvContentPartPr/>
                <p14:nvPr/>
              </p14:nvContentPartPr>
              <p14:xfrm>
                <a:off x="8747100" y="3111128"/>
                <a:ext cx="148320" cy="10620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67E9831B-E2A5-C0C8-D63C-ED41B47B9473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8738100" y="3102488"/>
                  <a:ext cx="1659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1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8771CE5C-BA7F-4083-C082-8ACCDC008D49}"/>
                    </a:ext>
                  </a:extLst>
                </p14:cNvPr>
                <p14:cNvContentPartPr/>
                <p14:nvPr/>
              </p14:nvContentPartPr>
              <p14:xfrm>
                <a:off x="8992260" y="3102848"/>
                <a:ext cx="194040" cy="12384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8771CE5C-BA7F-4083-C082-8ACCDC008D49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8983620" y="3094208"/>
                  <a:ext cx="21168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48BF5F5A-A4C9-8890-9DFA-0C46DE5E6764}"/>
              </a:ext>
            </a:extLst>
          </p:cNvPr>
          <p:cNvGrpSpPr/>
          <p:nvPr/>
        </p:nvGrpSpPr>
        <p:grpSpPr>
          <a:xfrm>
            <a:off x="9487260" y="2997728"/>
            <a:ext cx="1221840" cy="249480"/>
            <a:chOff x="9487260" y="2997728"/>
            <a:chExt cx="1221840" cy="24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3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ED2CEB29-2ADE-4DC5-5FAD-C22F86EF3D84}"/>
                    </a:ext>
                  </a:extLst>
                </p14:cNvPr>
                <p14:cNvContentPartPr/>
                <p14:nvPr/>
              </p14:nvContentPartPr>
              <p14:xfrm>
                <a:off x="9606060" y="3064688"/>
                <a:ext cx="171360" cy="16308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ED2CEB29-2ADE-4DC5-5FAD-C22F86EF3D84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9597420" y="3056048"/>
                  <a:ext cx="1890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5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E4B32B35-AD4B-CA56-82B5-C6F1355ABBAD}"/>
                    </a:ext>
                  </a:extLst>
                </p14:cNvPr>
                <p14:cNvContentPartPr/>
                <p14:nvPr/>
              </p14:nvContentPartPr>
              <p14:xfrm>
                <a:off x="9673740" y="3155408"/>
                <a:ext cx="126000" cy="900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E4B32B35-AD4B-CA56-82B5-C6F1355ABBAD}"/>
                    </a:ext>
                  </a:extLst>
                </p:cNvPr>
                <p:cNvPicPr/>
                <p:nvPr/>
              </p:nvPicPr>
              <p:blipFill>
                <a:blip r:embed="rId686"/>
                <a:stretch>
                  <a:fillRect/>
                </a:stretch>
              </p:blipFill>
              <p:spPr>
                <a:xfrm>
                  <a:off x="9665100" y="3146408"/>
                  <a:ext cx="1436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7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C23402FD-D3AD-B1B6-CA91-E3A694CE1790}"/>
                    </a:ext>
                  </a:extLst>
                </p14:cNvPr>
                <p14:cNvContentPartPr/>
                <p14:nvPr/>
              </p14:nvContentPartPr>
              <p14:xfrm>
                <a:off x="9855540" y="3060008"/>
                <a:ext cx="57960" cy="17244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C23402FD-D3AD-B1B6-CA91-E3A694CE1790}"/>
                    </a:ext>
                  </a:extLst>
                </p:cNvPr>
                <p:cNvPicPr/>
                <p:nvPr/>
              </p:nvPicPr>
              <p:blipFill>
                <a:blip r:embed="rId688"/>
                <a:stretch>
                  <a:fillRect/>
                </a:stretch>
              </p:blipFill>
              <p:spPr>
                <a:xfrm>
                  <a:off x="9846900" y="3051008"/>
                  <a:ext cx="756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9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8BA1EC4D-CBCB-E7E6-206A-9EF4E2D1E3DA}"/>
                    </a:ext>
                  </a:extLst>
                </p14:cNvPr>
                <p14:cNvContentPartPr/>
                <p14:nvPr/>
              </p14:nvContentPartPr>
              <p14:xfrm>
                <a:off x="9487260" y="3000968"/>
                <a:ext cx="62640" cy="23004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8BA1EC4D-CBCB-E7E6-206A-9EF4E2D1E3DA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9478620" y="2992328"/>
                  <a:ext cx="802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1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B42667E4-9713-33F7-0DE5-D445CD7DB7DE}"/>
                    </a:ext>
                  </a:extLst>
                </p14:cNvPr>
                <p14:cNvContentPartPr/>
                <p14:nvPr/>
              </p14:nvContentPartPr>
              <p14:xfrm>
                <a:off x="10067220" y="3034088"/>
                <a:ext cx="175680" cy="13932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B42667E4-9713-33F7-0DE5-D445CD7DB7DE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10058580" y="3025088"/>
                  <a:ext cx="1933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3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19570953-1454-C008-4151-0D315F00BD2F}"/>
                    </a:ext>
                  </a:extLst>
                </p14:cNvPr>
                <p14:cNvContentPartPr/>
                <p14:nvPr/>
              </p14:nvContentPartPr>
              <p14:xfrm>
                <a:off x="10488060" y="3090968"/>
                <a:ext cx="96840" cy="7272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19570953-1454-C008-4151-0D315F00BD2F}"/>
                    </a:ext>
                  </a:extLst>
                </p:cNvPr>
                <p:cNvPicPr/>
                <p:nvPr/>
              </p:nvPicPr>
              <p:blipFill>
                <a:blip r:embed="rId694"/>
                <a:stretch>
                  <a:fillRect/>
                </a:stretch>
              </p:blipFill>
              <p:spPr>
                <a:xfrm>
                  <a:off x="10479420" y="3082328"/>
                  <a:ext cx="1144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5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C74784A3-6F9B-9062-4891-FC521D7705D5}"/>
                    </a:ext>
                  </a:extLst>
                </p14:cNvPr>
                <p14:cNvContentPartPr/>
                <p14:nvPr/>
              </p14:nvContentPartPr>
              <p14:xfrm>
                <a:off x="10645380" y="2997728"/>
                <a:ext cx="63720" cy="20952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C74784A3-6F9B-9062-4891-FC521D7705D5}"/>
                    </a:ext>
                  </a:extLst>
                </p:cNvPr>
                <p:cNvPicPr/>
                <p:nvPr/>
              </p:nvPicPr>
              <p:blipFill>
                <a:blip r:embed="rId696"/>
                <a:stretch>
                  <a:fillRect/>
                </a:stretch>
              </p:blipFill>
              <p:spPr>
                <a:xfrm>
                  <a:off x="10636380" y="2988728"/>
                  <a:ext cx="813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7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CCCC9DCF-7329-3562-B9BB-FC4D2F90B617}"/>
                    </a:ext>
                  </a:extLst>
                </p14:cNvPr>
                <p14:cNvContentPartPr/>
                <p14:nvPr/>
              </p14:nvContentPartPr>
              <p14:xfrm>
                <a:off x="10344060" y="3023648"/>
                <a:ext cx="76320" cy="22356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CCCC9DCF-7329-3562-B9BB-FC4D2F90B617}"/>
                    </a:ext>
                  </a:extLst>
                </p:cNvPr>
                <p:cNvPicPr/>
                <p:nvPr/>
              </p:nvPicPr>
              <p:blipFill>
                <a:blip r:embed="rId698"/>
                <a:stretch>
                  <a:fillRect/>
                </a:stretch>
              </p:blipFill>
              <p:spPr>
                <a:xfrm>
                  <a:off x="10335060" y="3014648"/>
                  <a:ext cx="93960" cy="24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2" name="Group 421">
            <a:extLst>
              <a:ext uri="{FF2B5EF4-FFF2-40B4-BE49-F238E27FC236}">
                <a16:creationId xmlns:a16="http://schemas.microsoft.com/office/drawing/2014/main" id="{3D1C48C9-8DDE-EBEE-702E-56E83C74068B}"/>
              </a:ext>
            </a:extLst>
          </p:cNvPr>
          <p:cNvGrpSpPr/>
          <p:nvPr/>
        </p:nvGrpSpPr>
        <p:grpSpPr>
          <a:xfrm>
            <a:off x="8567100" y="867608"/>
            <a:ext cx="1429560" cy="212760"/>
            <a:chOff x="8567100" y="867608"/>
            <a:chExt cx="1429560" cy="21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9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6FE8DA9D-DFD7-481E-6577-1D1E4220A9C9}"/>
                    </a:ext>
                  </a:extLst>
                </p14:cNvPr>
                <p14:cNvContentPartPr/>
                <p14:nvPr/>
              </p14:nvContentPartPr>
              <p14:xfrm>
                <a:off x="8634780" y="924488"/>
                <a:ext cx="41760" cy="15372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6FE8DA9D-DFD7-481E-6577-1D1E4220A9C9}"/>
                    </a:ext>
                  </a:extLst>
                </p:cNvPr>
                <p:cNvPicPr/>
                <p:nvPr/>
              </p:nvPicPr>
              <p:blipFill>
                <a:blip r:embed="rId700"/>
                <a:stretch>
                  <a:fillRect/>
                </a:stretch>
              </p:blipFill>
              <p:spPr>
                <a:xfrm>
                  <a:off x="8625780" y="915848"/>
                  <a:ext cx="594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1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17441EF3-8B45-4434-1740-DA3CB2F14DB9}"/>
                    </a:ext>
                  </a:extLst>
                </p14:cNvPr>
                <p14:cNvContentPartPr/>
                <p14:nvPr/>
              </p14:nvContentPartPr>
              <p14:xfrm>
                <a:off x="8567100" y="889208"/>
                <a:ext cx="243360" cy="15444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17441EF3-8B45-4434-1740-DA3CB2F14DB9}"/>
                    </a:ext>
                  </a:extLst>
                </p:cNvPr>
                <p:cNvPicPr/>
                <p:nvPr/>
              </p:nvPicPr>
              <p:blipFill>
                <a:blip r:embed="rId702"/>
                <a:stretch>
                  <a:fillRect/>
                </a:stretch>
              </p:blipFill>
              <p:spPr>
                <a:xfrm>
                  <a:off x="8558460" y="880568"/>
                  <a:ext cx="2610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3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A8A7CAFF-3C60-19FB-F9A1-4BB4B0646DB2}"/>
                    </a:ext>
                  </a:extLst>
                </p14:cNvPr>
                <p14:cNvContentPartPr/>
                <p14:nvPr/>
              </p14:nvContentPartPr>
              <p14:xfrm>
                <a:off x="8804700" y="955088"/>
                <a:ext cx="140760" cy="11484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A8A7CAFF-3C60-19FB-F9A1-4BB4B0646DB2}"/>
                    </a:ext>
                  </a:extLst>
                </p:cNvPr>
                <p:cNvPicPr/>
                <p:nvPr/>
              </p:nvPicPr>
              <p:blipFill>
                <a:blip r:embed="rId704"/>
                <a:stretch>
                  <a:fillRect/>
                </a:stretch>
              </p:blipFill>
              <p:spPr>
                <a:xfrm>
                  <a:off x="8796060" y="946448"/>
                  <a:ext cx="1584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5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2B4C8AF9-A4AC-F029-3D42-EB521ADB06FD}"/>
                    </a:ext>
                  </a:extLst>
                </p14:cNvPr>
                <p14:cNvContentPartPr/>
                <p14:nvPr/>
              </p14:nvContentPartPr>
              <p14:xfrm>
                <a:off x="9013140" y="950408"/>
                <a:ext cx="180000" cy="12600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2B4C8AF9-A4AC-F029-3D42-EB521ADB06FD}"/>
                    </a:ext>
                  </a:extLst>
                </p:cNvPr>
                <p:cNvPicPr/>
                <p:nvPr/>
              </p:nvPicPr>
              <p:blipFill>
                <a:blip r:embed="rId706"/>
                <a:stretch>
                  <a:fillRect/>
                </a:stretch>
              </p:blipFill>
              <p:spPr>
                <a:xfrm>
                  <a:off x="9004500" y="941768"/>
                  <a:ext cx="1976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7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C061F88A-9AAE-2049-94F0-AA8DB4D3F8A2}"/>
                    </a:ext>
                  </a:extLst>
                </p14:cNvPr>
                <p14:cNvContentPartPr/>
                <p14:nvPr/>
              </p14:nvContentPartPr>
              <p14:xfrm>
                <a:off x="9429660" y="939608"/>
                <a:ext cx="162000" cy="137160"/>
              </p14:xfrm>
            </p:contentPart>
          </mc:Choice>
          <mc:Fallback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C061F88A-9AAE-2049-94F0-AA8DB4D3F8A2}"/>
                    </a:ext>
                  </a:extLst>
                </p:cNvPr>
                <p:cNvPicPr/>
                <p:nvPr/>
              </p:nvPicPr>
              <p:blipFill>
                <a:blip r:embed="rId708"/>
                <a:stretch>
                  <a:fillRect/>
                </a:stretch>
              </p:blipFill>
              <p:spPr>
                <a:xfrm>
                  <a:off x="9420660" y="930608"/>
                  <a:ext cx="1796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9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A68CC78D-B558-BF36-8E6F-27641C70603A}"/>
                    </a:ext>
                  </a:extLst>
                </p14:cNvPr>
                <p14:cNvContentPartPr/>
                <p14:nvPr/>
              </p14:nvContentPartPr>
              <p14:xfrm>
                <a:off x="9491940" y="1010528"/>
                <a:ext cx="126000" cy="288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A68CC78D-B558-BF36-8E6F-27641C70603A}"/>
                    </a:ext>
                  </a:extLst>
                </p:cNvPr>
                <p:cNvPicPr/>
                <p:nvPr/>
              </p:nvPicPr>
              <p:blipFill>
                <a:blip r:embed="rId710"/>
                <a:stretch>
                  <a:fillRect/>
                </a:stretch>
              </p:blipFill>
              <p:spPr>
                <a:xfrm>
                  <a:off x="9482940" y="1001888"/>
                  <a:ext cx="1436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1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6FDFC49D-D29B-B30A-BBE0-D1525DEA42A9}"/>
                    </a:ext>
                  </a:extLst>
                </p14:cNvPr>
                <p14:cNvContentPartPr/>
                <p14:nvPr/>
              </p14:nvContentPartPr>
              <p14:xfrm>
                <a:off x="9652860" y="883088"/>
                <a:ext cx="42480" cy="19728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6FDFC49D-D29B-B30A-BBE0-D1525DEA42A9}"/>
                    </a:ext>
                  </a:extLst>
                </p:cNvPr>
                <p:cNvPicPr/>
                <p:nvPr/>
              </p:nvPicPr>
              <p:blipFill>
                <a:blip r:embed="rId712"/>
                <a:stretch>
                  <a:fillRect/>
                </a:stretch>
              </p:blipFill>
              <p:spPr>
                <a:xfrm>
                  <a:off x="9644220" y="874088"/>
                  <a:ext cx="601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3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40A53300-FFBB-7516-0B2F-F47913C97E2C}"/>
                    </a:ext>
                  </a:extLst>
                </p14:cNvPr>
                <p14:cNvContentPartPr/>
                <p14:nvPr/>
              </p14:nvContentPartPr>
              <p14:xfrm>
                <a:off x="9329580" y="867608"/>
                <a:ext cx="59400" cy="20304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40A53300-FFBB-7516-0B2F-F47913C97E2C}"/>
                    </a:ext>
                  </a:extLst>
                </p:cNvPr>
                <p:cNvPicPr/>
                <p:nvPr/>
              </p:nvPicPr>
              <p:blipFill>
                <a:blip r:embed="rId714"/>
                <a:stretch>
                  <a:fillRect/>
                </a:stretch>
              </p:blipFill>
              <p:spPr>
                <a:xfrm>
                  <a:off x="9320580" y="858608"/>
                  <a:ext cx="770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5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47959278-EBB3-3CD9-E5BB-434B6690BB30}"/>
                    </a:ext>
                  </a:extLst>
                </p14:cNvPr>
                <p14:cNvContentPartPr/>
                <p14:nvPr/>
              </p14:nvContentPartPr>
              <p14:xfrm>
                <a:off x="9814140" y="934928"/>
                <a:ext cx="182520" cy="11412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47959278-EBB3-3CD9-E5BB-434B6690BB30}"/>
                    </a:ext>
                  </a:extLst>
                </p:cNvPr>
                <p:cNvPicPr/>
                <p:nvPr/>
              </p:nvPicPr>
              <p:blipFill>
                <a:blip r:embed="rId716"/>
                <a:stretch>
                  <a:fillRect/>
                </a:stretch>
              </p:blipFill>
              <p:spPr>
                <a:xfrm>
                  <a:off x="9805140" y="926288"/>
                  <a:ext cx="200160" cy="13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17">
            <p14:nvContentPartPr>
              <p14:cNvPr id="423" name="Ink 422">
                <a:extLst>
                  <a:ext uri="{FF2B5EF4-FFF2-40B4-BE49-F238E27FC236}">
                    <a16:creationId xmlns:a16="http://schemas.microsoft.com/office/drawing/2014/main" id="{B60EFE77-4517-F50C-0CD3-1C0A6DC250ED}"/>
                  </a:ext>
                </a:extLst>
              </p14:cNvPr>
              <p14:cNvContentPartPr/>
              <p14:nvPr/>
            </p14:nvContentPartPr>
            <p14:xfrm>
              <a:off x="10084140" y="862208"/>
              <a:ext cx="60840" cy="200520"/>
            </p14:xfrm>
          </p:contentPart>
        </mc:Choice>
        <mc:Fallback>
          <p:pic>
            <p:nvPicPr>
              <p:cNvPr id="423" name="Ink 422">
                <a:extLst>
                  <a:ext uri="{FF2B5EF4-FFF2-40B4-BE49-F238E27FC236}">
                    <a16:creationId xmlns:a16="http://schemas.microsoft.com/office/drawing/2014/main" id="{B60EFE77-4517-F50C-0CD3-1C0A6DC250ED}"/>
                  </a:ext>
                </a:extLst>
              </p:cNvPr>
              <p:cNvPicPr/>
              <p:nvPr/>
            </p:nvPicPr>
            <p:blipFill>
              <a:blip r:embed="rId718"/>
              <a:stretch>
                <a:fillRect/>
              </a:stretch>
            </p:blipFill>
            <p:spPr>
              <a:xfrm>
                <a:off x="10075500" y="853568"/>
                <a:ext cx="7848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9">
            <p14:nvContentPartPr>
              <p14:cNvPr id="424" name="Ink 423">
                <a:extLst>
                  <a:ext uri="{FF2B5EF4-FFF2-40B4-BE49-F238E27FC236}">
                    <a16:creationId xmlns:a16="http://schemas.microsoft.com/office/drawing/2014/main" id="{40525A36-B448-DE8A-44E7-C82FC6796BF0}"/>
                  </a:ext>
                </a:extLst>
              </p14:cNvPr>
              <p14:cNvContentPartPr/>
              <p14:nvPr/>
            </p14:nvContentPartPr>
            <p14:xfrm>
              <a:off x="10276740" y="983888"/>
              <a:ext cx="107280" cy="72000"/>
            </p14:xfrm>
          </p:contentPart>
        </mc:Choice>
        <mc:Fallback>
          <p:pic>
            <p:nvPicPr>
              <p:cNvPr id="424" name="Ink 423">
                <a:extLst>
                  <a:ext uri="{FF2B5EF4-FFF2-40B4-BE49-F238E27FC236}">
                    <a16:creationId xmlns:a16="http://schemas.microsoft.com/office/drawing/2014/main" id="{40525A36-B448-DE8A-44E7-C82FC6796BF0}"/>
                  </a:ext>
                </a:extLst>
              </p:cNvPr>
              <p:cNvPicPr/>
              <p:nvPr/>
            </p:nvPicPr>
            <p:blipFill>
              <a:blip r:embed="rId720"/>
              <a:stretch>
                <a:fillRect/>
              </a:stretch>
            </p:blipFill>
            <p:spPr>
              <a:xfrm>
                <a:off x="10267740" y="974888"/>
                <a:ext cx="12492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1">
            <p14:nvContentPartPr>
              <p14:cNvPr id="427" name="Ink 426">
                <a:extLst>
                  <a:ext uri="{FF2B5EF4-FFF2-40B4-BE49-F238E27FC236}">
                    <a16:creationId xmlns:a16="http://schemas.microsoft.com/office/drawing/2014/main" id="{A7400B49-39AB-4DEB-DF54-4651D8441C64}"/>
                  </a:ext>
                </a:extLst>
              </p14:cNvPr>
              <p14:cNvContentPartPr/>
              <p14:nvPr/>
            </p14:nvContentPartPr>
            <p14:xfrm>
              <a:off x="10483020" y="887048"/>
              <a:ext cx="57960" cy="193320"/>
            </p14:xfrm>
          </p:contentPart>
        </mc:Choice>
        <mc:Fallback>
          <p:pic>
            <p:nvPicPr>
              <p:cNvPr id="427" name="Ink 426">
                <a:extLst>
                  <a:ext uri="{FF2B5EF4-FFF2-40B4-BE49-F238E27FC236}">
                    <a16:creationId xmlns:a16="http://schemas.microsoft.com/office/drawing/2014/main" id="{A7400B49-39AB-4DEB-DF54-4651D8441C64}"/>
                  </a:ext>
                </a:extLst>
              </p:cNvPr>
              <p:cNvPicPr/>
              <p:nvPr/>
            </p:nvPicPr>
            <p:blipFill>
              <a:blip r:embed="rId722"/>
              <a:stretch>
                <a:fillRect/>
              </a:stretch>
            </p:blipFill>
            <p:spPr>
              <a:xfrm>
                <a:off x="10474380" y="878408"/>
                <a:ext cx="75600" cy="21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8993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Left-sided exponential: why the minus sign appears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35–55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Expand the same rational function in powers appropriate to |z|&lt;|a|.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66360" cy="42976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6634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6324F"/>
                </a:solidFill>
                <a:latin typeface="Aptos"/>
              </a:rPr>
              <a:t>For |z|&lt;|a|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4572000" cy="3154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12B"/>
                </a:solidFill>
                <a:latin typeface="Aptos"/>
              </a:rPr>
              <a:t>1/(1−az⁻¹) = z/(z−a)
Rewrite so the geometric ratio has magnitude &lt; 1:
= −(z/a)/(1−z/a)
= −Σₖ₌₁∞ (z/a)ᵏ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166360" cy="42976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46634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6324F"/>
                </a:solidFill>
                <a:latin typeface="Aptos"/>
              </a:rPr>
              <a:t>Inverse 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48840"/>
            <a:ext cx="4389120" cy="2834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7212B"/>
                </a:solidFill>
                <a:latin typeface="Aptos"/>
              </a:rPr>
              <a:t>−aⁿ u[−n−1]
Nonzero only for n≤−1.
Same pole at z=a.
Different support.
Different ROC.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9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2E60194-3848-B54D-FFB3-020A30414C84}"/>
              </a:ext>
            </a:extLst>
          </p:cNvPr>
          <p:cNvGrpSpPr/>
          <p:nvPr/>
        </p:nvGrpSpPr>
        <p:grpSpPr>
          <a:xfrm>
            <a:off x="3066300" y="1703168"/>
            <a:ext cx="2461680" cy="576000"/>
            <a:chOff x="3066300" y="1703168"/>
            <a:chExt cx="2461680" cy="57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28397C6-D400-0CB0-1646-05921997E813}"/>
                    </a:ext>
                  </a:extLst>
                </p14:cNvPr>
                <p14:cNvContentPartPr/>
                <p14:nvPr/>
              </p14:nvContentPartPr>
              <p14:xfrm>
                <a:off x="3066300" y="2004848"/>
                <a:ext cx="695520" cy="151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28397C6-D400-0CB0-1646-05921997E81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057660" y="1995848"/>
                  <a:ext cx="7131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1041D8B-CA19-22A3-B98C-FD42B52AF861}"/>
                    </a:ext>
                  </a:extLst>
                </p14:cNvPr>
                <p14:cNvContentPartPr/>
                <p14:nvPr/>
              </p14:nvContentPartPr>
              <p14:xfrm>
                <a:off x="4144860" y="1703168"/>
                <a:ext cx="295920" cy="1602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1041D8B-CA19-22A3-B98C-FD42B52AF86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136220" y="1694168"/>
                  <a:ext cx="3135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DF1133D-F533-D5EC-4AAF-B05E69CD6628}"/>
                    </a:ext>
                  </a:extLst>
                </p14:cNvPr>
                <p14:cNvContentPartPr/>
                <p14:nvPr/>
              </p14:nvContentPartPr>
              <p14:xfrm>
                <a:off x="4409460" y="1723328"/>
                <a:ext cx="121320" cy="95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DF1133D-F533-D5EC-4AAF-B05E69CD662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00460" y="1714688"/>
                  <a:ext cx="1389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C3E241D-168B-0C99-4E10-EF95547CFBFC}"/>
                    </a:ext>
                  </a:extLst>
                </p14:cNvPr>
                <p14:cNvContentPartPr/>
                <p14:nvPr/>
              </p14:nvContentPartPr>
              <p14:xfrm>
                <a:off x="4620780" y="1725488"/>
                <a:ext cx="214920" cy="135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C3E241D-168B-0C99-4E10-EF95547CFBF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11780" y="1716488"/>
                  <a:ext cx="2325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485AAA5-3AA2-8766-2359-13F8E9383CEE}"/>
                    </a:ext>
                  </a:extLst>
                </p14:cNvPr>
                <p14:cNvContentPartPr/>
                <p14:nvPr/>
              </p14:nvContentPartPr>
              <p14:xfrm>
                <a:off x="3820860" y="2196728"/>
                <a:ext cx="375840" cy="79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485AAA5-3AA2-8766-2359-13F8E9383CE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11860" y="2187728"/>
                  <a:ext cx="3934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7D52AE7-D8A4-7277-36AB-65800A4B63F7}"/>
                    </a:ext>
                  </a:extLst>
                </p14:cNvPr>
                <p14:cNvContentPartPr/>
                <p14:nvPr/>
              </p14:nvContentPartPr>
              <p14:xfrm>
                <a:off x="4163940" y="2088368"/>
                <a:ext cx="149400" cy="182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7D52AE7-D8A4-7277-36AB-65800A4B63F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155300" y="2079728"/>
                  <a:ext cx="1670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7AC07FC-1FDC-953F-0EE8-AF9A28F755D2}"/>
                    </a:ext>
                  </a:extLst>
                </p14:cNvPr>
                <p14:cNvContentPartPr/>
                <p14:nvPr/>
              </p14:nvContentPartPr>
              <p14:xfrm>
                <a:off x="4338180" y="2202848"/>
                <a:ext cx="29880" cy="41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7AC07FC-1FDC-953F-0EE8-AF9A28F755D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329180" y="2193848"/>
                  <a:ext cx="475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7207E6F-F3EA-5457-41BB-09DA565F477B}"/>
                    </a:ext>
                  </a:extLst>
                </p14:cNvPr>
                <p14:cNvContentPartPr/>
                <p14:nvPr/>
              </p14:nvContentPartPr>
              <p14:xfrm>
                <a:off x="4307940" y="2093768"/>
                <a:ext cx="4320" cy="13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7207E6F-F3EA-5457-41BB-09DA565F477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299300" y="2084768"/>
                  <a:ext cx="219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EDBB208-9384-225B-D223-B228CE75023E}"/>
                    </a:ext>
                  </a:extLst>
                </p14:cNvPr>
                <p14:cNvContentPartPr/>
                <p14:nvPr/>
              </p14:nvContentPartPr>
              <p14:xfrm>
                <a:off x="4451580" y="2192408"/>
                <a:ext cx="146520" cy="26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EDBB208-9384-225B-D223-B228CE75023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442580" y="2183768"/>
                  <a:ext cx="1641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432D461-E63F-6590-1B16-3FFA7C07028A}"/>
                    </a:ext>
                  </a:extLst>
                </p14:cNvPr>
                <p14:cNvContentPartPr/>
                <p14:nvPr/>
              </p14:nvContentPartPr>
              <p14:xfrm>
                <a:off x="4633020" y="2159288"/>
                <a:ext cx="149040" cy="1198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432D461-E63F-6590-1B16-3FFA7C07028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24020" y="2150648"/>
                  <a:ext cx="1666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514D864-332A-1FCE-961B-336C44455CC8}"/>
                    </a:ext>
                  </a:extLst>
                </p14:cNvPr>
                <p14:cNvContentPartPr/>
                <p14:nvPr/>
              </p14:nvContentPartPr>
              <p14:xfrm>
                <a:off x="4789980" y="2158928"/>
                <a:ext cx="303840" cy="92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514D864-332A-1FCE-961B-336C44455CC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80980" y="2150288"/>
                  <a:ext cx="3214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9E3124D-B369-A562-338A-4146BE46419B}"/>
                    </a:ext>
                  </a:extLst>
                </p14:cNvPr>
                <p14:cNvContentPartPr/>
                <p14:nvPr/>
              </p14:nvContentPartPr>
              <p14:xfrm>
                <a:off x="5089860" y="2128688"/>
                <a:ext cx="66960" cy="101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9E3124D-B369-A562-338A-4146BE46419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080860" y="2119688"/>
                  <a:ext cx="846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D353C2F-35CE-D198-6E73-DDAF8458719D}"/>
                    </a:ext>
                  </a:extLst>
                </p14:cNvPr>
                <p14:cNvContentPartPr/>
                <p14:nvPr/>
              </p14:nvContentPartPr>
              <p14:xfrm>
                <a:off x="5233140" y="1942928"/>
                <a:ext cx="294840" cy="281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D353C2F-35CE-D198-6E73-DDAF8458719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224140" y="1933928"/>
                  <a:ext cx="312480" cy="29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F810B61-2A65-731F-26D2-BC29C38E25C5}"/>
              </a:ext>
            </a:extLst>
          </p:cNvPr>
          <p:cNvGrpSpPr/>
          <p:nvPr/>
        </p:nvGrpSpPr>
        <p:grpSpPr>
          <a:xfrm>
            <a:off x="4000500" y="2457008"/>
            <a:ext cx="1382040" cy="347760"/>
            <a:chOff x="4000500" y="2457008"/>
            <a:chExt cx="1382040" cy="34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B9132A9-3945-F93D-F9D5-6B8A14A84F8D}"/>
                    </a:ext>
                  </a:extLst>
                </p14:cNvPr>
                <p14:cNvContentPartPr/>
                <p14:nvPr/>
              </p14:nvContentPartPr>
              <p14:xfrm>
                <a:off x="4000500" y="2545208"/>
                <a:ext cx="311040" cy="136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B9132A9-3945-F93D-F9D5-6B8A14A84F8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91860" y="2536208"/>
                  <a:ext cx="3286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944FAE7-FBE4-4FFD-C34D-B87DE089ACD0}"/>
                    </a:ext>
                  </a:extLst>
                </p14:cNvPr>
                <p14:cNvContentPartPr/>
                <p14:nvPr/>
              </p14:nvContentPartPr>
              <p14:xfrm>
                <a:off x="4381740" y="2572568"/>
                <a:ext cx="110160" cy="232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944FAE7-FBE4-4FFD-C34D-B87DE089ACD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372740" y="2563568"/>
                  <a:ext cx="1278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CA93FCF-E8BF-F7F7-FA4D-FB50EF495B0F}"/>
                    </a:ext>
                  </a:extLst>
                </p14:cNvPr>
                <p14:cNvContentPartPr/>
                <p14:nvPr/>
              </p14:nvContentPartPr>
              <p14:xfrm>
                <a:off x="4519980" y="2524688"/>
                <a:ext cx="483120" cy="1393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CA93FCF-E8BF-F7F7-FA4D-FB50EF495B0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510980" y="2516048"/>
                  <a:ext cx="5007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576EABB-B06E-34E6-030E-739ADD361BBB}"/>
                    </a:ext>
                  </a:extLst>
                </p14:cNvPr>
                <p14:cNvContentPartPr/>
                <p14:nvPr/>
              </p14:nvContentPartPr>
              <p14:xfrm>
                <a:off x="5085900" y="2457008"/>
                <a:ext cx="296640" cy="150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576EABB-B06E-34E6-030E-739ADD361BB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076900" y="2448368"/>
                  <a:ext cx="314280" cy="1684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ROC geometry: annuli bounded by poles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35–55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For rational transforms, the ROC cannot contain a pole.</a:t>
            </a:r>
          </a:p>
        </p:txBody>
      </p:sp>
      <p:pic>
        <p:nvPicPr>
          <p:cNvPr id="6" name="Picture 5" descr="roc_annu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25880"/>
            <a:ext cx="10424160" cy="3291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0" y="4754880"/>
            <a:ext cx="3154680" cy="11430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36592" y="4864608"/>
            <a:ext cx="28254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Right-sided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6592" y="5230368"/>
            <a:ext cx="2825496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ROC is outside the outermost pole.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4754880"/>
            <a:ext cx="3154680" cy="114300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48472" y="4864608"/>
            <a:ext cx="28254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Left-sided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2" y="5230368"/>
            <a:ext cx="2825496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ROC is inside the innermost pole.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10</a:t>
            </a:r>
          </a:p>
        </p:txBody>
      </p:sp>
      <p:sp>
        <p:nvSpPr>
          <p:cNvPr id="19" name="Rounded Rectangle 12">
            <a:extLst>
              <a:ext uri="{FF2B5EF4-FFF2-40B4-BE49-F238E27FC236}">
                <a16:creationId xmlns:a16="http://schemas.microsoft.com/office/drawing/2014/main" id="{86548733-B26D-1F55-6EA4-A79274D4A5D7}"/>
              </a:ext>
            </a:extLst>
          </p:cNvPr>
          <p:cNvSpPr/>
          <p:nvPr/>
        </p:nvSpPr>
        <p:spPr>
          <a:xfrm>
            <a:off x="960120" y="4754880"/>
            <a:ext cx="3154680" cy="114300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A5FD82-D608-82EB-107A-48BFD02DCEF6}"/>
              </a:ext>
            </a:extLst>
          </p:cNvPr>
          <p:cNvSpPr txBox="1"/>
          <p:nvPr/>
        </p:nvSpPr>
        <p:spPr>
          <a:xfrm>
            <a:off x="1124712" y="4864608"/>
            <a:ext cx="28254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Two-sided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344309-091A-97D0-1144-58AA7D814C3A}"/>
              </a:ext>
            </a:extLst>
          </p:cNvPr>
          <p:cNvSpPr txBox="1"/>
          <p:nvPr/>
        </p:nvSpPr>
        <p:spPr>
          <a:xfrm>
            <a:off x="1124712" y="5230368"/>
            <a:ext cx="2825496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ROC lies between pole radii.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BCD7115-6018-0819-3AF5-E69CFDA5BEDA}"/>
                  </a:ext>
                </a:extLst>
              </p14:cNvPr>
              <p14:cNvContentPartPr/>
              <p14:nvPr/>
            </p14:nvContentPartPr>
            <p14:xfrm>
              <a:off x="9152460" y="1604888"/>
              <a:ext cx="569160" cy="475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BCD7115-6018-0819-3AF5-E69CFDA5BED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43820" y="1595888"/>
                <a:ext cx="58680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4D1F241-4891-D586-5C04-47F3E6D48929}"/>
                  </a:ext>
                </a:extLst>
              </p14:cNvPr>
              <p14:cNvContentPartPr/>
              <p14:nvPr/>
            </p14:nvContentPartPr>
            <p14:xfrm>
              <a:off x="5624460" y="1557368"/>
              <a:ext cx="672120" cy="568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4D1F241-4891-D586-5C04-47F3E6D4892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15820" y="1548368"/>
                <a:ext cx="689760" cy="7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08E3D0EE-D9CE-192B-F057-CD018D1B3F37}"/>
              </a:ext>
            </a:extLst>
          </p:cNvPr>
          <p:cNvGrpSpPr/>
          <p:nvPr/>
        </p:nvGrpSpPr>
        <p:grpSpPr>
          <a:xfrm>
            <a:off x="8779140" y="959408"/>
            <a:ext cx="1424160" cy="249840"/>
            <a:chOff x="8779140" y="959408"/>
            <a:chExt cx="1424160" cy="24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252EFBA-175E-0BF2-8BDD-CD21FF922624}"/>
                    </a:ext>
                  </a:extLst>
                </p14:cNvPr>
                <p14:cNvContentPartPr/>
                <p14:nvPr/>
              </p14:nvContentPartPr>
              <p14:xfrm>
                <a:off x="8779140" y="1105208"/>
                <a:ext cx="142920" cy="100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252EFBA-175E-0BF2-8BDD-CD21FF92262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770500" y="1096568"/>
                  <a:ext cx="1605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CF40EE6-AAD7-EF83-8213-DD48DE68CE1A}"/>
                    </a:ext>
                  </a:extLst>
                </p14:cNvPr>
                <p14:cNvContentPartPr/>
                <p14:nvPr/>
              </p14:nvContentPartPr>
              <p14:xfrm>
                <a:off x="8899740" y="981728"/>
                <a:ext cx="148320" cy="66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CF40EE6-AAD7-EF83-8213-DD48DE68CE1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890740" y="972728"/>
                  <a:ext cx="1659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942F564-E5E2-96E7-F4C6-B6E6C9252CED}"/>
                    </a:ext>
                  </a:extLst>
                </p14:cNvPr>
                <p14:cNvContentPartPr/>
                <p14:nvPr/>
              </p14:nvContentPartPr>
              <p14:xfrm>
                <a:off x="9157140" y="1094408"/>
                <a:ext cx="162720" cy="77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942F564-E5E2-96E7-F4C6-B6E6C9252CE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148500" y="1085768"/>
                  <a:ext cx="1803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C423C99-DB7A-9A3C-DA0E-67FF1ABA4D9A}"/>
                    </a:ext>
                  </a:extLst>
                </p14:cNvPr>
                <p14:cNvContentPartPr/>
                <p14:nvPr/>
              </p14:nvContentPartPr>
              <p14:xfrm>
                <a:off x="9360180" y="977768"/>
                <a:ext cx="161640" cy="231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C423C99-DB7A-9A3C-DA0E-67FF1ABA4D9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351540" y="969128"/>
                  <a:ext cx="1792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8F69D26-005D-9943-B0B5-48EB5D74405A}"/>
                    </a:ext>
                  </a:extLst>
                </p14:cNvPr>
                <p14:cNvContentPartPr/>
                <p14:nvPr/>
              </p14:nvContentPartPr>
              <p14:xfrm>
                <a:off x="9498420" y="1100888"/>
                <a:ext cx="77040" cy="11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8F69D26-005D-9943-B0B5-48EB5D74405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489780" y="1092248"/>
                  <a:ext cx="946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A9496E4-FF03-F819-4D4F-850655BEC125}"/>
                    </a:ext>
                  </a:extLst>
                </p14:cNvPr>
                <p14:cNvContentPartPr/>
                <p14:nvPr/>
              </p14:nvContentPartPr>
              <p14:xfrm>
                <a:off x="9611460" y="1062728"/>
                <a:ext cx="138960" cy="70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A9496E4-FF03-F819-4D4F-850655BEC12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602460" y="1053728"/>
                  <a:ext cx="1566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2C8F767-6F35-DA2D-EB9D-BF21371816CB}"/>
                    </a:ext>
                  </a:extLst>
                </p14:cNvPr>
                <p14:cNvContentPartPr/>
                <p14:nvPr/>
              </p14:nvContentPartPr>
              <p14:xfrm>
                <a:off x="9828540" y="1076408"/>
                <a:ext cx="95040" cy="19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2C8F767-6F35-DA2D-EB9D-BF21371816C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819900" y="1067768"/>
                  <a:ext cx="112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E27519F-981F-8E5C-D7BB-F9DFDE6061D8}"/>
                    </a:ext>
                  </a:extLst>
                </p14:cNvPr>
                <p14:cNvContentPartPr/>
                <p14:nvPr/>
              </p14:nvContentPartPr>
              <p14:xfrm>
                <a:off x="9980460" y="1049408"/>
                <a:ext cx="77400" cy="101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E27519F-981F-8E5C-D7BB-F9DFDE6061D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971460" y="1040408"/>
                  <a:ext cx="950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84090C5-9D4B-D450-9FDD-06EE9A4F008A}"/>
                    </a:ext>
                  </a:extLst>
                </p14:cNvPr>
                <p14:cNvContentPartPr/>
                <p14:nvPr/>
              </p14:nvContentPartPr>
              <p14:xfrm>
                <a:off x="10006380" y="959408"/>
                <a:ext cx="196920" cy="216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84090C5-9D4B-D450-9FDD-06EE9A4F008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997380" y="950408"/>
                  <a:ext cx="214560" cy="23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94EF2A2-4B79-47D6-FA02-05A0F9C1B460}"/>
              </a:ext>
            </a:extLst>
          </p:cNvPr>
          <p:cNvGrpSpPr/>
          <p:nvPr/>
        </p:nvGrpSpPr>
        <p:grpSpPr>
          <a:xfrm>
            <a:off x="5529780" y="941768"/>
            <a:ext cx="995760" cy="238680"/>
            <a:chOff x="5529780" y="941768"/>
            <a:chExt cx="995760" cy="23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78B070B-DCCF-A438-10C6-1F1DAA7798B6}"/>
                    </a:ext>
                  </a:extLst>
                </p14:cNvPr>
                <p14:cNvContentPartPr/>
                <p14:nvPr/>
              </p14:nvContentPartPr>
              <p14:xfrm>
                <a:off x="5529780" y="1096568"/>
                <a:ext cx="128520" cy="83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78B070B-DCCF-A438-10C6-1F1DAA7798B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520780" y="1087928"/>
                  <a:ext cx="1461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BD1B034-1A1D-9531-17BB-009F66B35378}"/>
                    </a:ext>
                  </a:extLst>
                </p14:cNvPr>
                <p14:cNvContentPartPr/>
                <p14:nvPr/>
              </p14:nvContentPartPr>
              <p14:xfrm>
                <a:off x="5656860" y="977768"/>
                <a:ext cx="105480" cy="59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BD1B034-1A1D-9531-17BB-009F66B3537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648220" y="968768"/>
                  <a:ext cx="1231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EFF4A2B-D855-645D-EB6F-DA605D395621}"/>
                    </a:ext>
                  </a:extLst>
                </p14:cNvPr>
                <p14:cNvContentPartPr/>
                <p14:nvPr/>
              </p14:nvContentPartPr>
              <p14:xfrm>
                <a:off x="5908500" y="1097648"/>
                <a:ext cx="141120" cy="70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EFF4A2B-D855-645D-EB6F-DA605D39562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899500" y="1089008"/>
                  <a:ext cx="1587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7A31D5E-D7E8-C4E7-27E8-93E2350F311C}"/>
                    </a:ext>
                  </a:extLst>
                </p14:cNvPr>
                <p14:cNvContentPartPr/>
                <p14:nvPr/>
              </p14:nvContentPartPr>
              <p14:xfrm>
                <a:off x="6097500" y="981008"/>
                <a:ext cx="155520" cy="189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7A31D5E-D7E8-C4E7-27E8-93E2350F311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088860" y="972368"/>
                  <a:ext cx="1731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83562E0-3D80-BEA7-A2E7-AA0B487AC4C9}"/>
                    </a:ext>
                  </a:extLst>
                </p14:cNvPr>
                <p14:cNvContentPartPr/>
                <p14:nvPr/>
              </p14:nvContentPartPr>
              <p14:xfrm>
                <a:off x="6239700" y="1055168"/>
                <a:ext cx="117360" cy="489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83562E0-3D80-BEA7-A2E7-AA0B487AC4C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230700" y="1046168"/>
                  <a:ext cx="1350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2447D2-1482-9297-8C26-F6B66B7821AD}"/>
                    </a:ext>
                  </a:extLst>
                </p14:cNvPr>
                <p14:cNvContentPartPr/>
                <p14:nvPr/>
              </p14:nvContentPartPr>
              <p14:xfrm>
                <a:off x="6332940" y="941768"/>
                <a:ext cx="192600" cy="230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2447D2-1482-9297-8C26-F6B66B7821A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324300" y="932768"/>
                  <a:ext cx="210240" cy="24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42586C6-79C6-3981-B8BD-2E1C354906EF}"/>
                  </a:ext>
                </a:extLst>
              </p14:cNvPr>
              <p14:cNvContentPartPr/>
              <p14:nvPr/>
            </p14:nvContentPartPr>
            <p14:xfrm>
              <a:off x="2011860" y="1616768"/>
              <a:ext cx="641520" cy="565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42586C6-79C6-3981-B8BD-2E1C354906EF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002860" y="1607768"/>
                <a:ext cx="659160" cy="7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8C1C7F0A-D6D1-0863-60BF-DE13FCEE5E83}"/>
              </a:ext>
            </a:extLst>
          </p:cNvPr>
          <p:cNvGrpSpPr/>
          <p:nvPr/>
        </p:nvGrpSpPr>
        <p:grpSpPr>
          <a:xfrm>
            <a:off x="909180" y="5938928"/>
            <a:ext cx="843840" cy="235800"/>
            <a:chOff x="909180" y="5938928"/>
            <a:chExt cx="843840" cy="23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3D1A110-931B-AA06-093F-93F90C401B9B}"/>
                    </a:ext>
                  </a:extLst>
                </p14:cNvPr>
                <p14:cNvContentPartPr/>
                <p14:nvPr/>
              </p14:nvContentPartPr>
              <p14:xfrm>
                <a:off x="909180" y="6036848"/>
                <a:ext cx="531720" cy="1378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3D1A110-931B-AA06-093F-93F90C401B9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00180" y="6028208"/>
                  <a:ext cx="5493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83DEEFA-D327-877A-9B88-1715DA3AD960}"/>
                    </a:ext>
                  </a:extLst>
                </p14:cNvPr>
                <p14:cNvContentPartPr/>
                <p14:nvPr/>
              </p14:nvContentPartPr>
              <p14:xfrm>
                <a:off x="1436940" y="5938928"/>
                <a:ext cx="126360" cy="207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83DEEFA-D327-877A-9B88-1715DA3AD96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428300" y="5929928"/>
                  <a:ext cx="1440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7C8016D-F7D8-6A97-7576-DDBE301107E4}"/>
                    </a:ext>
                  </a:extLst>
                </p14:cNvPr>
                <p14:cNvContentPartPr/>
                <p14:nvPr/>
              </p14:nvContentPartPr>
              <p14:xfrm>
                <a:off x="1598940" y="6012368"/>
                <a:ext cx="154080" cy="144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7C8016D-F7D8-6A97-7576-DDBE301107E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589940" y="6003728"/>
                  <a:ext cx="17172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0B19C31-AD7F-36AF-00FE-353520413456}"/>
              </a:ext>
            </a:extLst>
          </p:cNvPr>
          <p:cNvGrpSpPr/>
          <p:nvPr/>
        </p:nvGrpSpPr>
        <p:grpSpPr>
          <a:xfrm>
            <a:off x="2039220" y="5930288"/>
            <a:ext cx="596520" cy="215640"/>
            <a:chOff x="2039220" y="5930288"/>
            <a:chExt cx="596520" cy="21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AA56DF7-9394-3529-4B42-8B668B8884F3}"/>
                    </a:ext>
                  </a:extLst>
                </p14:cNvPr>
                <p14:cNvContentPartPr/>
                <p14:nvPr/>
              </p14:nvContentPartPr>
              <p14:xfrm>
                <a:off x="2039220" y="5930288"/>
                <a:ext cx="159480" cy="2156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AA56DF7-9394-3529-4B42-8B668B8884F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030220" y="5921288"/>
                  <a:ext cx="1771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9C13CD4-5BD0-E327-5052-F30A49E5935B}"/>
                    </a:ext>
                  </a:extLst>
                </p14:cNvPr>
                <p14:cNvContentPartPr/>
                <p14:nvPr/>
              </p14:nvContentPartPr>
              <p14:xfrm>
                <a:off x="2212020" y="5983928"/>
                <a:ext cx="255960" cy="125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9C13CD4-5BD0-E327-5052-F30A49E5935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203380" y="5975288"/>
                  <a:ext cx="2736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D647CC6-9FC7-61F7-7569-9201A7DB63D6}"/>
                    </a:ext>
                  </a:extLst>
                </p14:cNvPr>
                <p14:cNvContentPartPr/>
                <p14:nvPr/>
              </p14:nvContentPartPr>
              <p14:xfrm>
                <a:off x="2537460" y="5995088"/>
                <a:ext cx="98280" cy="119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D647CC6-9FC7-61F7-7569-9201A7DB63D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528460" y="5986448"/>
                  <a:ext cx="11592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43A86A9-653A-C8C8-EF58-927E7CF4A73B}"/>
              </a:ext>
            </a:extLst>
          </p:cNvPr>
          <p:cNvGrpSpPr/>
          <p:nvPr/>
        </p:nvGrpSpPr>
        <p:grpSpPr>
          <a:xfrm>
            <a:off x="2888820" y="5831648"/>
            <a:ext cx="745200" cy="395280"/>
            <a:chOff x="2888820" y="5831648"/>
            <a:chExt cx="745200" cy="39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84E3E2D-9C9A-CC64-950F-F72E24EDEBCC}"/>
                    </a:ext>
                  </a:extLst>
                </p14:cNvPr>
                <p14:cNvContentPartPr/>
                <p14:nvPr/>
              </p14:nvContentPartPr>
              <p14:xfrm>
                <a:off x="2888820" y="6011648"/>
                <a:ext cx="160560" cy="215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84E3E2D-9C9A-CC64-950F-F72E24EDEBC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880180" y="6003008"/>
                  <a:ext cx="1782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0F3034C-C6D3-AA9F-A32F-001F66617BC5}"/>
                    </a:ext>
                  </a:extLst>
                </p14:cNvPr>
                <p14:cNvContentPartPr/>
                <p14:nvPr/>
              </p14:nvContentPartPr>
              <p14:xfrm>
                <a:off x="3082140" y="6004808"/>
                <a:ext cx="127440" cy="95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0F3034C-C6D3-AA9F-A32F-001F66617BC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073140" y="5996168"/>
                  <a:ext cx="1450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686B5AB-D566-3A6C-EEF4-E3ABB40E9198}"/>
                    </a:ext>
                  </a:extLst>
                </p14:cNvPr>
                <p14:cNvContentPartPr/>
                <p14:nvPr/>
              </p14:nvContentPartPr>
              <p14:xfrm>
                <a:off x="3188700" y="5831648"/>
                <a:ext cx="303840" cy="288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686B5AB-D566-3A6C-EEF4-E3ABB40E919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180060" y="5822648"/>
                  <a:ext cx="32148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35D5154-BEE2-8122-05B9-3462915712DA}"/>
                    </a:ext>
                  </a:extLst>
                </p14:cNvPr>
                <p14:cNvContentPartPr/>
                <p14:nvPr/>
              </p14:nvContentPartPr>
              <p14:xfrm>
                <a:off x="3526020" y="5948648"/>
                <a:ext cx="108000" cy="153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35D5154-BEE2-8122-05B9-3462915712D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517380" y="5939648"/>
                  <a:ext cx="12564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EE5649A-053A-46DE-7F83-120F99FE577F}"/>
              </a:ext>
            </a:extLst>
          </p:cNvPr>
          <p:cNvGrpSpPr/>
          <p:nvPr/>
        </p:nvGrpSpPr>
        <p:grpSpPr>
          <a:xfrm>
            <a:off x="6468660" y="2743568"/>
            <a:ext cx="597960" cy="403200"/>
            <a:chOff x="6468660" y="2743568"/>
            <a:chExt cx="597960" cy="40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C15CBA9-A7A6-7326-5C97-CE4A42CECCC9}"/>
                    </a:ext>
                  </a:extLst>
                </p14:cNvPr>
                <p14:cNvContentPartPr/>
                <p14:nvPr/>
              </p14:nvContentPartPr>
              <p14:xfrm>
                <a:off x="6895260" y="3022208"/>
                <a:ext cx="171360" cy="124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C15CBA9-A7A6-7326-5C97-CE4A42CECCC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886260" y="3013208"/>
                  <a:ext cx="1890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B512561-5337-E6F3-F7D8-20A667672921}"/>
                    </a:ext>
                  </a:extLst>
                </p14:cNvPr>
                <p14:cNvContentPartPr/>
                <p14:nvPr/>
              </p14:nvContentPartPr>
              <p14:xfrm>
                <a:off x="6899940" y="3034088"/>
                <a:ext cx="119160" cy="99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B512561-5337-E6F3-F7D8-20A66767292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890940" y="3025088"/>
                  <a:ext cx="1368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60A04C6-B7A9-9A97-539A-6933CC3F95BB}"/>
                    </a:ext>
                  </a:extLst>
                </p14:cNvPr>
                <p14:cNvContentPartPr/>
                <p14:nvPr/>
              </p14:nvContentPartPr>
              <p14:xfrm>
                <a:off x="6725700" y="2939408"/>
                <a:ext cx="117000" cy="792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60A04C6-B7A9-9A97-539A-6933CC3F95B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716700" y="2930768"/>
                  <a:ext cx="1346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8535CA1-860A-E05A-7D48-41DB22AD868B}"/>
                    </a:ext>
                  </a:extLst>
                </p14:cNvPr>
                <p14:cNvContentPartPr/>
                <p14:nvPr/>
              </p14:nvContentPartPr>
              <p14:xfrm>
                <a:off x="6468660" y="2743568"/>
                <a:ext cx="134640" cy="1188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8535CA1-860A-E05A-7D48-41DB22AD868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459660" y="2734928"/>
                  <a:ext cx="152280" cy="1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EBA6C21-1BDB-8F97-14FE-69AEB9AFA62D}"/>
              </a:ext>
            </a:extLst>
          </p:cNvPr>
          <p:cNvGrpSpPr/>
          <p:nvPr/>
        </p:nvGrpSpPr>
        <p:grpSpPr>
          <a:xfrm>
            <a:off x="10232460" y="3017528"/>
            <a:ext cx="127440" cy="90720"/>
            <a:chOff x="10232460" y="3017528"/>
            <a:chExt cx="127440" cy="9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34D9B28-F532-8430-DE0D-5BC444A20A75}"/>
                    </a:ext>
                  </a:extLst>
                </p14:cNvPr>
                <p14:cNvContentPartPr/>
                <p14:nvPr/>
              </p14:nvContentPartPr>
              <p14:xfrm>
                <a:off x="10232460" y="3021128"/>
                <a:ext cx="127440" cy="838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34D9B28-F532-8430-DE0D-5BC444A20A7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223820" y="3012128"/>
                  <a:ext cx="1450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FDDAD57-4B5D-1027-C7D9-A57EAFD68AC1}"/>
                    </a:ext>
                  </a:extLst>
                </p14:cNvPr>
                <p14:cNvContentPartPr/>
                <p14:nvPr/>
              </p14:nvContentPartPr>
              <p14:xfrm>
                <a:off x="10269180" y="3017528"/>
                <a:ext cx="54360" cy="90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FDDAD57-4B5D-1027-C7D9-A57EAFD68AC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260180" y="3008528"/>
                  <a:ext cx="72000" cy="10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56609E35-B2EC-38E9-2783-E1FB95A842B2}"/>
                  </a:ext>
                </a:extLst>
              </p14:cNvPr>
              <p14:cNvContentPartPr/>
              <p14:nvPr/>
            </p14:nvContentPartPr>
            <p14:xfrm>
              <a:off x="10058940" y="2841128"/>
              <a:ext cx="129600" cy="8856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56609E35-B2EC-38E9-2783-E1FB95A842B2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0049940" y="2832488"/>
                <a:ext cx="147240" cy="10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5C927995-D084-993F-34E2-73F5EB99747F}"/>
              </a:ext>
            </a:extLst>
          </p:cNvPr>
          <p:cNvGrpSpPr/>
          <p:nvPr/>
        </p:nvGrpSpPr>
        <p:grpSpPr>
          <a:xfrm>
            <a:off x="2732580" y="3035168"/>
            <a:ext cx="336240" cy="154800"/>
            <a:chOff x="2732580" y="3035168"/>
            <a:chExt cx="336240" cy="15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D89A1E6-FE23-8409-89C9-7F429A081717}"/>
                    </a:ext>
                  </a:extLst>
                </p14:cNvPr>
                <p14:cNvContentPartPr/>
                <p14:nvPr/>
              </p14:nvContentPartPr>
              <p14:xfrm>
                <a:off x="2947140" y="3035168"/>
                <a:ext cx="121680" cy="774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D89A1E6-FE23-8409-89C9-7F429A08171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938140" y="3026528"/>
                  <a:ext cx="1393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59CF7AF-9AB3-6922-78A4-F34D8FB9DF2C}"/>
                    </a:ext>
                  </a:extLst>
                </p14:cNvPr>
                <p14:cNvContentPartPr/>
                <p14:nvPr/>
              </p14:nvContentPartPr>
              <p14:xfrm>
                <a:off x="2988180" y="3039128"/>
                <a:ext cx="46080" cy="745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59CF7AF-9AB3-6922-78A4-F34D8FB9DF2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979540" y="3030488"/>
                  <a:ext cx="637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DF1AC2F-B4F8-B73E-0C9C-0C636F1088AB}"/>
                    </a:ext>
                  </a:extLst>
                </p14:cNvPr>
                <p14:cNvContentPartPr/>
                <p14:nvPr/>
              </p14:nvContentPartPr>
              <p14:xfrm>
                <a:off x="2732580" y="3106088"/>
                <a:ext cx="135720" cy="838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DF1AC2F-B4F8-B73E-0C9C-0C636F1088A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723940" y="3097448"/>
                  <a:ext cx="153360" cy="10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D953037-BB67-CF7B-518E-46A74592D8AF}"/>
              </a:ext>
            </a:extLst>
          </p:cNvPr>
          <p:cNvGrpSpPr/>
          <p:nvPr/>
        </p:nvGrpSpPr>
        <p:grpSpPr>
          <a:xfrm>
            <a:off x="3717900" y="2929328"/>
            <a:ext cx="324720" cy="194400"/>
            <a:chOff x="3717900" y="2929328"/>
            <a:chExt cx="324720" cy="19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E472AD3-8047-12AD-27B7-F6073AE2520D}"/>
                    </a:ext>
                  </a:extLst>
                </p14:cNvPr>
                <p14:cNvContentPartPr/>
                <p14:nvPr/>
              </p14:nvContentPartPr>
              <p14:xfrm>
                <a:off x="3717900" y="3019328"/>
                <a:ext cx="113040" cy="1044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E472AD3-8047-12AD-27B7-F6073AE2520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709260" y="3010688"/>
                  <a:ext cx="1306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5341A52-F7E7-E893-7A18-B50DBBDB8026}"/>
                    </a:ext>
                  </a:extLst>
                </p14:cNvPr>
                <p14:cNvContentPartPr/>
                <p14:nvPr/>
              </p14:nvContentPartPr>
              <p14:xfrm>
                <a:off x="3731580" y="3030848"/>
                <a:ext cx="66600" cy="702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5341A52-F7E7-E893-7A18-B50DBBDB802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722580" y="3021848"/>
                  <a:ext cx="842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5B6FE6B-0FEF-C6DA-5ED3-7849B432DA19}"/>
                    </a:ext>
                  </a:extLst>
                </p14:cNvPr>
                <p14:cNvContentPartPr/>
                <p14:nvPr/>
              </p14:nvContentPartPr>
              <p14:xfrm>
                <a:off x="3937500" y="2929328"/>
                <a:ext cx="105120" cy="1828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5B6FE6B-0FEF-C6DA-5ED3-7849B432DA1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928860" y="2920688"/>
                  <a:ext cx="122760" cy="20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7D050FCE-92B9-33E8-03CA-3AAD97AF50FE}"/>
                  </a:ext>
                </a:extLst>
              </p14:cNvPr>
              <p14:cNvContentPartPr/>
              <p14:nvPr/>
            </p14:nvContentPartPr>
            <p14:xfrm>
              <a:off x="1345860" y="2295008"/>
              <a:ext cx="419040" cy="21960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7D050FCE-92B9-33E8-03CA-3AAD97AF50FE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336860" y="2286368"/>
                <a:ext cx="436680" cy="23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91782488-DE3E-59B3-A88F-6B77E6353452}"/>
              </a:ext>
            </a:extLst>
          </p:cNvPr>
          <p:cNvGrpSpPr/>
          <p:nvPr/>
        </p:nvGrpSpPr>
        <p:grpSpPr>
          <a:xfrm>
            <a:off x="482220" y="1774808"/>
            <a:ext cx="1144080" cy="288720"/>
            <a:chOff x="482220" y="1774808"/>
            <a:chExt cx="1144080" cy="28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B6949C6-FDAE-F872-4D6B-1DE61D95FC1A}"/>
                    </a:ext>
                  </a:extLst>
                </p14:cNvPr>
                <p14:cNvContentPartPr/>
                <p14:nvPr/>
              </p14:nvContentPartPr>
              <p14:xfrm>
                <a:off x="482220" y="1965248"/>
                <a:ext cx="159480" cy="982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B6949C6-FDAE-F872-4D6B-1DE61D95FC1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73580" y="1956608"/>
                  <a:ext cx="1771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D814D28-5B64-9B49-97AA-0D9736B396B8}"/>
                    </a:ext>
                  </a:extLst>
                </p14:cNvPr>
                <p14:cNvContentPartPr/>
                <p14:nvPr/>
              </p14:nvContentPartPr>
              <p14:xfrm>
                <a:off x="680580" y="1973528"/>
                <a:ext cx="167400" cy="586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D814D28-5B64-9B49-97AA-0D9736B396B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71580" y="1964528"/>
                  <a:ext cx="1850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7B499C3-E613-9D09-D911-67223A7C61D7}"/>
                    </a:ext>
                  </a:extLst>
                </p14:cNvPr>
                <p14:cNvContentPartPr/>
                <p14:nvPr/>
              </p14:nvContentPartPr>
              <p14:xfrm>
                <a:off x="877860" y="1958408"/>
                <a:ext cx="161280" cy="723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7B499C3-E613-9D09-D911-67223A7C61D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68860" y="1949408"/>
                  <a:ext cx="1789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9546FAF-F02E-A39D-21AE-A08E626269BF}"/>
                    </a:ext>
                  </a:extLst>
                </p14:cNvPr>
                <p14:cNvContentPartPr/>
                <p14:nvPr/>
              </p14:nvContentPartPr>
              <p14:xfrm>
                <a:off x="1090980" y="1953368"/>
                <a:ext cx="135720" cy="637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9546FAF-F02E-A39D-21AE-A08E626269B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81980" y="1944368"/>
                  <a:ext cx="1533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DD5DDB6-0CA3-54F9-0146-C1DE2B8AF2F1}"/>
                    </a:ext>
                  </a:extLst>
                </p14:cNvPr>
                <p14:cNvContentPartPr/>
                <p14:nvPr/>
              </p14:nvContentPartPr>
              <p14:xfrm>
                <a:off x="1225260" y="1774808"/>
                <a:ext cx="302760" cy="2516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DD5DDB6-0CA3-54F9-0146-C1DE2B8AF2F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216620" y="1765808"/>
                  <a:ext cx="32040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E28CA97-D073-3F28-5910-798D814C8C24}"/>
                    </a:ext>
                  </a:extLst>
                </p14:cNvPr>
                <p14:cNvContentPartPr/>
                <p14:nvPr/>
              </p14:nvContentPartPr>
              <p14:xfrm>
                <a:off x="1546740" y="1830608"/>
                <a:ext cx="79560" cy="1566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E28CA97-D073-3F28-5910-798D814C8C2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538100" y="1821968"/>
                  <a:ext cx="97200" cy="17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0B791E28-0B36-9561-4D53-579225E6E974}"/>
              </a:ext>
            </a:extLst>
          </p:cNvPr>
          <p:cNvGrpSpPr/>
          <p:nvPr/>
        </p:nvGrpSpPr>
        <p:grpSpPr>
          <a:xfrm>
            <a:off x="6977340" y="1744208"/>
            <a:ext cx="1413000" cy="495000"/>
            <a:chOff x="6977340" y="1744208"/>
            <a:chExt cx="1413000" cy="49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25EA3C1-7E30-3EAC-EEE5-6262A6820906}"/>
                    </a:ext>
                  </a:extLst>
                </p14:cNvPr>
                <p14:cNvContentPartPr/>
                <p14:nvPr/>
              </p14:nvContentPartPr>
              <p14:xfrm>
                <a:off x="6977340" y="2165768"/>
                <a:ext cx="240480" cy="734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25EA3C1-7E30-3EAC-EEE5-6262A682090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968340" y="2157128"/>
                  <a:ext cx="2581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EB34DC9-3C64-918F-EA4C-BE213F89A901}"/>
                    </a:ext>
                  </a:extLst>
                </p14:cNvPr>
                <p14:cNvContentPartPr/>
                <p14:nvPr/>
              </p14:nvContentPartPr>
              <p14:xfrm>
                <a:off x="7240140" y="2094128"/>
                <a:ext cx="376920" cy="572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EB34DC9-3C64-918F-EA4C-BE213F89A90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231500" y="2085488"/>
                  <a:ext cx="3945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EBA7CE1-3A01-3F41-23AF-65CDD0441DE1}"/>
                    </a:ext>
                  </a:extLst>
                </p14:cNvPr>
                <p14:cNvContentPartPr/>
                <p14:nvPr/>
              </p14:nvContentPartPr>
              <p14:xfrm>
                <a:off x="7494660" y="1963808"/>
                <a:ext cx="2520" cy="10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EBA7CE1-3A01-3F41-23AF-65CDD0441DE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485660" y="1955168"/>
                  <a:ext cx="201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E9F3896-7845-8AC5-F2B5-BEE6390C657B}"/>
                    </a:ext>
                  </a:extLst>
                </p14:cNvPr>
                <p14:cNvContentPartPr/>
                <p14:nvPr/>
              </p14:nvContentPartPr>
              <p14:xfrm>
                <a:off x="7600860" y="1947968"/>
                <a:ext cx="117720" cy="1476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E9F3896-7845-8AC5-F2B5-BEE6390C657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591860" y="1939328"/>
                  <a:ext cx="1353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E80A0E3-6A97-43DD-B443-130D2D33D039}"/>
                    </a:ext>
                  </a:extLst>
                </p14:cNvPr>
                <p14:cNvContentPartPr/>
                <p14:nvPr/>
              </p14:nvContentPartPr>
              <p14:xfrm>
                <a:off x="7565220" y="2034728"/>
                <a:ext cx="160560" cy="381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E80A0E3-6A97-43DD-B443-130D2D33D03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556220" y="2026088"/>
                  <a:ext cx="1782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1ABFEDA-A055-64CC-1A59-BFBC8AB63C00}"/>
                    </a:ext>
                  </a:extLst>
                </p14:cNvPr>
                <p14:cNvContentPartPr/>
                <p14:nvPr/>
              </p14:nvContentPartPr>
              <p14:xfrm>
                <a:off x="7845660" y="1937888"/>
                <a:ext cx="97560" cy="788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1ABFEDA-A055-64CC-1A59-BFBC8AB63C00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837020" y="1928888"/>
                  <a:ext cx="1152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4F79F60-1483-53F1-BB9E-981EEDEDC885}"/>
                    </a:ext>
                  </a:extLst>
                </p14:cNvPr>
                <p14:cNvContentPartPr/>
                <p14:nvPr/>
              </p14:nvContentPartPr>
              <p14:xfrm>
                <a:off x="7954020" y="1953368"/>
                <a:ext cx="51840" cy="396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4F79F60-1483-53F1-BB9E-981EEDEDC88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945380" y="1944368"/>
                  <a:ext cx="694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11A7025-6352-0C88-5E91-7F406043E0D6}"/>
                    </a:ext>
                  </a:extLst>
                </p14:cNvPr>
                <p14:cNvContentPartPr/>
                <p14:nvPr/>
              </p14:nvContentPartPr>
              <p14:xfrm>
                <a:off x="7912620" y="1849328"/>
                <a:ext cx="51480" cy="450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11A7025-6352-0C88-5E91-7F406043E0D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903620" y="1840688"/>
                  <a:ext cx="691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F291BD8-ECA0-D595-B13A-C70AC18B9B05}"/>
                    </a:ext>
                  </a:extLst>
                </p14:cNvPr>
                <p14:cNvContentPartPr/>
                <p14:nvPr/>
              </p14:nvContentPartPr>
              <p14:xfrm>
                <a:off x="8025660" y="1893608"/>
                <a:ext cx="53640" cy="705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F291BD8-ECA0-D595-B13A-C70AC18B9B05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016660" y="1884968"/>
                  <a:ext cx="712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F8C0310-16B6-BE41-E70C-0E9C7C0255E4}"/>
                    </a:ext>
                  </a:extLst>
                </p14:cNvPr>
                <p14:cNvContentPartPr/>
                <p14:nvPr/>
              </p14:nvContentPartPr>
              <p14:xfrm>
                <a:off x="8139420" y="1744208"/>
                <a:ext cx="250920" cy="2149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F8C0310-16B6-BE41-E70C-0E9C7C0255E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130420" y="1735208"/>
                  <a:ext cx="268560" cy="23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17FD6393-6072-95A2-11ED-40A96D5EE06B}"/>
              </a:ext>
            </a:extLst>
          </p:cNvPr>
          <p:cNvGrpSpPr/>
          <p:nvPr/>
        </p:nvGrpSpPr>
        <p:grpSpPr>
          <a:xfrm>
            <a:off x="10130940" y="1453328"/>
            <a:ext cx="1269720" cy="583560"/>
            <a:chOff x="10130940" y="1453328"/>
            <a:chExt cx="1269720" cy="58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0A57147-8224-444B-5998-8F2562EEF3ED}"/>
                    </a:ext>
                  </a:extLst>
                </p14:cNvPr>
                <p14:cNvContentPartPr/>
                <p14:nvPr/>
              </p14:nvContentPartPr>
              <p14:xfrm>
                <a:off x="10130940" y="1957328"/>
                <a:ext cx="114840" cy="795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0A57147-8224-444B-5998-8F2562EEF3E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122300" y="1948688"/>
                  <a:ext cx="1324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81FFEC5-4ABE-B4FD-ABA8-7E611B7008B3}"/>
                    </a:ext>
                  </a:extLst>
                </p14:cNvPr>
                <p14:cNvContentPartPr/>
                <p14:nvPr/>
              </p14:nvContentPartPr>
              <p14:xfrm>
                <a:off x="10333620" y="1804328"/>
                <a:ext cx="329040" cy="835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81FFEC5-4ABE-B4FD-ABA8-7E611B7008B3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324620" y="1795328"/>
                  <a:ext cx="3466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41DDC8E-4F24-9307-AC76-4F303CD237FA}"/>
                    </a:ext>
                  </a:extLst>
                </p14:cNvPr>
                <p14:cNvContentPartPr/>
                <p14:nvPr/>
              </p14:nvContentPartPr>
              <p14:xfrm>
                <a:off x="10553220" y="1680848"/>
                <a:ext cx="14400" cy="136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41DDC8E-4F24-9307-AC76-4F303CD237FA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544220" y="1672208"/>
                  <a:ext cx="320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103FFF0-AAED-347B-0EB8-C9CD122908B3}"/>
                    </a:ext>
                  </a:extLst>
                </p14:cNvPr>
                <p14:cNvContentPartPr/>
                <p14:nvPr/>
              </p14:nvContentPartPr>
              <p14:xfrm>
                <a:off x="10567260" y="1656728"/>
                <a:ext cx="155880" cy="1677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103FFF0-AAED-347B-0EB8-C9CD122908B3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558620" y="1647728"/>
                  <a:ext cx="1735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A3DB4B6-1873-2F4A-A52A-341BD4375586}"/>
                    </a:ext>
                  </a:extLst>
                </p14:cNvPr>
                <p14:cNvContentPartPr/>
                <p14:nvPr/>
              </p14:nvContentPartPr>
              <p14:xfrm>
                <a:off x="10649700" y="1767608"/>
                <a:ext cx="73800" cy="248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A3DB4B6-1873-2F4A-A52A-341BD437558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640700" y="1758968"/>
                  <a:ext cx="914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5975166-5BCF-B9CC-D6BD-DE51970D5D7D}"/>
                    </a:ext>
                  </a:extLst>
                </p14:cNvPr>
                <p14:cNvContentPartPr/>
                <p14:nvPr/>
              </p14:nvContentPartPr>
              <p14:xfrm>
                <a:off x="10826100" y="1693448"/>
                <a:ext cx="94320" cy="774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5975166-5BCF-B9CC-D6BD-DE51970D5D7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817100" y="1684808"/>
                  <a:ext cx="1119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E72590E-9736-3F58-2C1D-BA15252F20DA}"/>
                    </a:ext>
                  </a:extLst>
                </p14:cNvPr>
                <p14:cNvContentPartPr/>
                <p14:nvPr/>
              </p14:nvContentPartPr>
              <p14:xfrm>
                <a:off x="10925820" y="1693448"/>
                <a:ext cx="54360" cy="619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E72590E-9736-3F58-2C1D-BA15252F20D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917180" y="1684808"/>
                  <a:ext cx="720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532B332-0609-F5B7-FEFE-D9345090C4F9}"/>
                    </a:ext>
                  </a:extLst>
                </p14:cNvPr>
                <p14:cNvContentPartPr/>
                <p14:nvPr/>
              </p14:nvContentPartPr>
              <p14:xfrm>
                <a:off x="10899900" y="1579328"/>
                <a:ext cx="25920" cy="504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532B332-0609-F5B7-FEFE-D9345090C4F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890900" y="1570328"/>
                  <a:ext cx="435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D2E0C73-F702-74B6-D03A-54D1F274C4DB}"/>
                    </a:ext>
                  </a:extLst>
                </p14:cNvPr>
                <p14:cNvContentPartPr/>
                <p14:nvPr/>
              </p14:nvContentPartPr>
              <p14:xfrm>
                <a:off x="11008260" y="1645568"/>
                <a:ext cx="53280" cy="1026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D2E0C73-F702-74B6-D03A-54D1F274C4D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999260" y="1636568"/>
                  <a:ext cx="709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05E8778-40A8-4EBB-AA3D-1B7094682156}"/>
                    </a:ext>
                  </a:extLst>
                </p14:cNvPr>
                <p14:cNvContentPartPr/>
                <p14:nvPr/>
              </p14:nvContentPartPr>
              <p14:xfrm>
                <a:off x="11106900" y="1453328"/>
                <a:ext cx="293760" cy="2617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05E8778-40A8-4EBB-AA3D-1B709468215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1098260" y="1444688"/>
                  <a:ext cx="311400" cy="27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6C4CBA14-F9EB-DF83-9CDA-12FF183A68F8}"/>
              </a:ext>
            </a:extLst>
          </p:cNvPr>
          <p:cNvGrpSpPr/>
          <p:nvPr/>
        </p:nvGrpSpPr>
        <p:grpSpPr>
          <a:xfrm>
            <a:off x="7372260" y="2259728"/>
            <a:ext cx="810360" cy="630000"/>
            <a:chOff x="7372260" y="2259728"/>
            <a:chExt cx="810360" cy="63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D91CC79-8BD3-0912-DAF8-F94475893154}"/>
                    </a:ext>
                  </a:extLst>
                </p14:cNvPr>
                <p14:cNvContentPartPr/>
                <p14:nvPr/>
              </p14:nvContentPartPr>
              <p14:xfrm>
                <a:off x="7424100" y="2467088"/>
                <a:ext cx="92160" cy="1263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D91CC79-8BD3-0912-DAF8-F94475893154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415460" y="2458088"/>
                  <a:ext cx="1098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3EE1EF8-55EF-71E2-F2CC-8E957DF3C28F}"/>
                    </a:ext>
                  </a:extLst>
                </p14:cNvPr>
                <p14:cNvContentPartPr/>
                <p14:nvPr/>
              </p14:nvContentPartPr>
              <p14:xfrm>
                <a:off x="7372260" y="2440808"/>
                <a:ext cx="182880" cy="1522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3EE1EF8-55EF-71E2-F2CC-8E957DF3C28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363260" y="2432168"/>
                  <a:ext cx="2005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38BCFAE-9947-D9BF-5104-B937A243F4D2}"/>
                    </a:ext>
                  </a:extLst>
                </p14:cNvPr>
                <p14:cNvContentPartPr/>
                <p14:nvPr/>
              </p14:nvContentPartPr>
              <p14:xfrm>
                <a:off x="7600860" y="2431448"/>
                <a:ext cx="51480" cy="748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38BCFAE-9947-D9BF-5104-B937A243F4D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591860" y="2422448"/>
                  <a:ext cx="691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6E96138-ACFC-445A-A8DC-FA1E13CB828E}"/>
                    </a:ext>
                  </a:extLst>
                </p14:cNvPr>
                <p14:cNvContentPartPr/>
                <p14:nvPr/>
              </p14:nvContentPartPr>
              <p14:xfrm>
                <a:off x="7481700" y="2376008"/>
                <a:ext cx="150480" cy="309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6E96138-ACFC-445A-A8DC-FA1E13CB828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472700" y="2367008"/>
                  <a:ext cx="1681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2DABFB8-B5BB-E962-7B92-B5450D0666AE}"/>
                    </a:ext>
                  </a:extLst>
                </p14:cNvPr>
                <p14:cNvContentPartPr/>
                <p14:nvPr/>
              </p14:nvContentPartPr>
              <p14:xfrm>
                <a:off x="7725420" y="2384648"/>
                <a:ext cx="63360" cy="1044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2DABFB8-B5BB-E962-7B92-B5450D0666A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716780" y="2375648"/>
                  <a:ext cx="810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55BE185-6FD9-FDE2-1C2A-83A20E3F7F34}"/>
                    </a:ext>
                  </a:extLst>
                </p14:cNvPr>
                <p14:cNvContentPartPr/>
                <p14:nvPr/>
              </p14:nvContentPartPr>
              <p14:xfrm>
                <a:off x="7694460" y="2295368"/>
                <a:ext cx="64440" cy="532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55BE185-6FD9-FDE2-1C2A-83A20E3F7F34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685460" y="2286368"/>
                  <a:ext cx="820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C136D63-3687-2FFA-6D2C-07D249598C40}"/>
                    </a:ext>
                  </a:extLst>
                </p14:cNvPr>
                <p14:cNvContentPartPr/>
                <p14:nvPr/>
              </p14:nvContentPartPr>
              <p14:xfrm>
                <a:off x="7730820" y="2364488"/>
                <a:ext cx="79200" cy="255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C136D63-3687-2FFA-6D2C-07D249598C40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721820" y="2355488"/>
                  <a:ext cx="968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CEF5B98-B67A-A7B5-2C31-DA950C0DDB99}"/>
                    </a:ext>
                  </a:extLst>
                </p14:cNvPr>
                <p14:cNvContentPartPr/>
                <p14:nvPr/>
              </p14:nvContentPartPr>
              <p14:xfrm>
                <a:off x="7902180" y="2316968"/>
                <a:ext cx="68400" cy="1051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CEF5B98-B67A-A7B5-2C31-DA950C0DDB99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893180" y="2308328"/>
                  <a:ext cx="860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5790AE5-CFC4-3EDA-7DBD-FD4688ED695F}"/>
                    </a:ext>
                  </a:extLst>
                </p14:cNvPr>
                <p14:cNvContentPartPr/>
                <p14:nvPr/>
              </p14:nvContentPartPr>
              <p14:xfrm>
                <a:off x="7818660" y="2259728"/>
                <a:ext cx="130320" cy="486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5790AE5-CFC4-3EDA-7DBD-FD4688ED695F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810020" y="2251088"/>
                  <a:ext cx="1479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6DB8715-E04F-EDC0-43D9-EDF2C504DE6E}"/>
                    </a:ext>
                  </a:extLst>
                </p14:cNvPr>
                <p14:cNvContentPartPr/>
                <p14:nvPr/>
              </p14:nvContentPartPr>
              <p14:xfrm>
                <a:off x="7495740" y="2763008"/>
                <a:ext cx="160200" cy="1267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6DB8715-E04F-EDC0-43D9-EDF2C504DE6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486740" y="2754368"/>
                  <a:ext cx="1778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C572A80-C10F-B16E-9077-80D7589A9B99}"/>
                    </a:ext>
                  </a:extLst>
                </p14:cNvPr>
                <p14:cNvContentPartPr/>
                <p14:nvPr/>
              </p14:nvContentPartPr>
              <p14:xfrm>
                <a:off x="7631820" y="2797928"/>
                <a:ext cx="99360" cy="320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C572A80-C10F-B16E-9077-80D7589A9B9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623180" y="2788928"/>
                  <a:ext cx="1170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323DDFD-F9DE-DDA0-1EE4-DC0F9A096EFA}"/>
                    </a:ext>
                  </a:extLst>
                </p14:cNvPr>
                <p14:cNvContentPartPr/>
                <p14:nvPr/>
              </p14:nvContentPartPr>
              <p14:xfrm>
                <a:off x="7675380" y="2784608"/>
                <a:ext cx="24480" cy="964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323DDFD-F9DE-DDA0-1EE4-DC0F9A096EFA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666380" y="2775608"/>
                  <a:ext cx="421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4348222-D760-131C-8ADB-4257C588F6DE}"/>
                    </a:ext>
                  </a:extLst>
                </p14:cNvPr>
                <p14:cNvContentPartPr/>
                <p14:nvPr/>
              </p14:nvContentPartPr>
              <p14:xfrm>
                <a:off x="7793100" y="2774168"/>
                <a:ext cx="18720" cy="237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4348222-D760-131C-8ADB-4257C588F6D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784100" y="2765528"/>
                  <a:ext cx="363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0CFEB78-0240-103B-83BA-729AE5356E23}"/>
                    </a:ext>
                  </a:extLst>
                </p14:cNvPr>
                <p14:cNvContentPartPr/>
                <p14:nvPr/>
              </p14:nvContentPartPr>
              <p14:xfrm>
                <a:off x="7756740" y="2658608"/>
                <a:ext cx="25560" cy="507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0CFEB78-0240-103B-83BA-729AE5356E2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747740" y="2649968"/>
                  <a:ext cx="432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419519A-686D-4F91-D7F8-9E77583BC2CD}"/>
                    </a:ext>
                  </a:extLst>
                </p14:cNvPr>
                <p14:cNvContentPartPr/>
                <p14:nvPr/>
              </p14:nvContentPartPr>
              <p14:xfrm>
                <a:off x="7878060" y="2703608"/>
                <a:ext cx="95760" cy="1072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419519A-686D-4F91-D7F8-9E77583BC2CD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869420" y="2694968"/>
                  <a:ext cx="1134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B2022BB-50DA-077E-625A-36D678AAE704}"/>
                    </a:ext>
                  </a:extLst>
                </p14:cNvPr>
                <p14:cNvContentPartPr/>
                <p14:nvPr/>
              </p14:nvContentPartPr>
              <p14:xfrm>
                <a:off x="7943580" y="2597408"/>
                <a:ext cx="118080" cy="1562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B2022BB-50DA-077E-625A-36D678AAE70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934940" y="2588768"/>
                  <a:ext cx="1357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42DFD89-570D-6C95-DCF8-BF573DBC4E1D}"/>
                    </a:ext>
                  </a:extLst>
                </p14:cNvPr>
                <p14:cNvContentPartPr/>
                <p14:nvPr/>
              </p14:nvContentPartPr>
              <p14:xfrm>
                <a:off x="7966260" y="2696408"/>
                <a:ext cx="91800" cy="306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42DFD89-570D-6C95-DCF8-BF573DBC4E1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957620" y="2687408"/>
                  <a:ext cx="1094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721F2E5-0CEE-863F-7280-4A4B88949BB8}"/>
                    </a:ext>
                  </a:extLst>
                </p14:cNvPr>
                <p14:cNvContentPartPr/>
                <p14:nvPr/>
              </p14:nvContentPartPr>
              <p14:xfrm>
                <a:off x="8090820" y="2604248"/>
                <a:ext cx="91800" cy="1508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721F2E5-0CEE-863F-7280-4A4B88949BB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082180" y="2595248"/>
                  <a:ext cx="10944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2F48AFFE-D8C9-770D-2D78-E851357A3290}"/>
              </a:ext>
            </a:extLst>
          </p:cNvPr>
          <p:cNvGrpSpPr/>
          <p:nvPr/>
        </p:nvGrpSpPr>
        <p:grpSpPr>
          <a:xfrm>
            <a:off x="10873980" y="2118968"/>
            <a:ext cx="992520" cy="367560"/>
            <a:chOff x="10873980" y="2118968"/>
            <a:chExt cx="992520" cy="36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C3D03C1-E4D4-B6EC-9FE6-489C1ABA26FD}"/>
                    </a:ext>
                  </a:extLst>
                </p14:cNvPr>
                <p14:cNvContentPartPr/>
                <p14:nvPr/>
              </p14:nvContentPartPr>
              <p14:xfrm>
                <a:off x="10873980" y="2410568"/>
                <a:ext cx="136080" cy="759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C3D03C1-E4D4-B6EC-9FE6-489C1ABA26FD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864980" y="2401568"/>
                  <a:ext cx="1537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BC132F9-7E14-3765-774F-67C15FC6E105}"/>
                    </a:ext>
                  </a:extLst>
                </p14:cNvPr>
                <p14:cNvContentPartPr/>
                <p14:nvPr/>
              </p14:nvContentPartPr>
              <p14:xfrm>
                <a:off x="11034900" y="2409848"/>
                <a:ext cx="78840" cy="522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BC132F9-7E14-3765-774F-67C15FC6E10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1026260" y="2401208"/>
                  <a:ext cx="964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ADD8D33-C2C4-1F34-C112-7256D172EA5B}"/>
                    </a:ext>
                  </a:extLst>
                </p14:cNvPr>
                <p14:cNvContentPartPr/>
                <p14:nvPr/>
              </p14:nvContentPartPr>
              <p14:xfrm>
                <a:off x="11226060" y="2253608"/>
                <a:ext cx="114840" cy="1360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ADD8D33-C2C4-1F34-C112-7256D172EA5B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1217420" y="2244608"/>
                  <a:ext cx="1324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6DE93E4-4129-CEB7-E31D-E5895725D327}"/>
                    </a:ext>
                  </a:extLst>
                </p14:cNvPr>
                <p14:cNvContentPartPr/>
                <p14:nvPr/>
              </p14:nvContentPartPr>
              <p14:xfrm>
                <a:off x="11383020" y="2239208"/>
                <a:ext cx="67680" cy="1209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6DE93E4-4129-CEB7-E31D-E5895725D327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1374380" y="2230208"/>
                  <a:ext cx="853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837666D-4D74-F606-C8BB-69A1B83C3973}"/>
                    </a:ext>
                  </a:extLst>
                </p14:cNvPr>
                <p14:cNvContentPartPr/>
                <p14:nvPr/>
              </p14:nvContentPartPr>
              <p14:xfrm>
                <a:off x="11267460" y="2181968"/>
                <a:ext cx="147240" cy="162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837666D-4D74-F606-C8BB-69A1B83C3973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1258820" y="2172968"/>
                  <a:ext cx="1648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53702CA-6895-A563-E278-64F28971A918}"/>
                    </a:ext>
                  </a:extLst>
                </p14:cNvPr>
                <p14:cNvContentPartPr/>
                <p14:nvPr/>
              </p14:nvContentPartPr>
              <p14:xfrm>
                <a:off x="11559780" y="2228768"/>
                <a:ext cx="48600" cy="766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53702CA-6895-A563-E278-64F28971A918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1550780" y="2219768"/>
                  <a:ext cx="662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B737E23-B319-E063-10A0-1A2FE2D76AB9}"/>
                    </a:ext>
                  </a:extLst>
                </p14:cNvPr>
                <p14:cNvContentPartPr/>
                <p14:nvPr/>
              </p14:nvContentPartPr>
              <p14:xfrm>
                <a:off x="11523420" y="2140208"/>
                <a:ext cx="105840" cy="367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B737E23-B319-E063-10A0-1A2FE2D76AB9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1514420" y="2131568"/>
                  <a:ext cx="1234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0CC8C80-0986-63CC-4E3E-A2D91C81C10A}"/>
                    </a:ext>
                  </a:extLst>
                </p14:cNvPr>
                <p14:cNvContentPartPr/>
                <p14:nvPr/>
              </p14:nvContentPartPr>
              <p14:xfrm>
                <a:off x="11559780" y="2217968"/>
                <a:ext cx="62280" cy="111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0CC8C80-0986-63CC-4E3E-A2D91C81C10A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1550780" y="2208968"/>
                  <a:ext cx="799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39D35F3-B118-9D56-F34D-FA10F5D130D7}"/>
                    </a:ext>
                  </a:extLst>
                </p14:cNvPr>
                <p14:cNvContentPartPr/>
                <p14:nvPr/>
              </p14:nvContentPartPr>
              <p14:xfrm>
                <a:off x="11782980" y="2184128"/>
                <a:ext cx="36000" cy="766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39D35F3-B118-9D56-F34D-FA10F5D130D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1774340" y="2175128"/>
                  <a:ext cx="536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A8D0ED6-BCF3-5242-3E4E-CCB5C88F59F8}"/>
                    </a:ext>
                  </a:extLst>
                </p14:cNvPr>
                <p14:cNvContentPartPr/>
                <p14:nvPr/>
              </p14:nvContentPartPr>
              <p14:xfrm>
                <a:off x="11706660" y="2118968"/>
                <a:ext cx="159840" cy="270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A8D0ED6-BCF3-5242-3E4E-CCB5C88F59F8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1698020" y="2110328"/>
                  <a:ext cx="1774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9317D46-A3B6-143E-1014-B9F39DBB3FE3}"/>
                    </a:ext>
                  </a:extLst>
                </p14:cNvPr>
                <p14:cNvContentPartPr/>
                <p14:nvPr/>
              </p14:nvContentPartPr>
              <p14:xfrm>
                <a:off x="11528460" y="2181968"/>
                <a:ext cx="19080" cy="331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9317D46-A3B6-143E-1014-B9F39DBB3FE3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1519820" y="2172968"/>
                  <a:ext cx="36720" cy="507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ROC rules worth being able to reason from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35–55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These are consequences of convergence, not arbitrary conventions.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1508760"/>
            <a:ext cx="502920" cy="502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517904"/>
            <a:ext cx="466344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1490472"/>
            <a:ext cx="4023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17212B"/>
                </a:solidFill>
                <a:latin typeface="Aptos"/>
              </a:rPr>
              <a:t>ROC is a connected annulus centered at the origin.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25880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92240" y="1508760"/>
            <a:ext cx="502920" cy="502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8" y="1517904"/>
            <a:ext cx="466344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752" y="1490472"/>
            <a:ext cx="4023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17212B"/>
                </a:solidFill>
                <a:latin typeface="Aptos"/>
              </a:rPr>
              <a:t>ROC contains no poles.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770632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60120" y="2953512"/>
            <a:ext cx="502920" cy="502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8" y="2962656"/>
            <a:ext cx="466344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2935224"/>
            <a:ext cx="4023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17212B"/>
                </a:solidFill>
                <a:latin typeface="Aptos"/>
              </a:rPr>
              <a:t>Right-sided rational sequence → ROC outside outermost pole.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770632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92240" y="2953512"/>
            <a:ext cx="502920" cy="502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8" y="2962656"/>
            <a:ext cx="466344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9752" y="2935224"/>
            <a:ext cx="4023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17212B"/>
                </a:solidFill>
                <a:latin typeface="Aptos"/>
              </a:rPr>
              <a:t>Left-sided rational sequence → ROC inside innermost pole.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215384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60120" y="4398264"/>
            <a:ext cx="502920" cy="502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8408" y="4407408"/>
            <a:ext cx="466344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7632" y="4379976"/>
            <a:ext cx="4023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17212B"/>
                </a:solidFill>
                <a:latin typeface="Aptos"/>
              </a:rPr>
              <a:t>Finite two-sided sequence: ROC is essentially entire z-plane except possible 0 or ∞.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4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92240" y="4398264"/>
            <a:ext cx="502920" cy="502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0528" y="4407408"/>
            <a:ext cx="466344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9752" y="4379976"/>
            <a:ext cx="4023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17212B"/>
                </a:solidFill>
                <a:latin typeface="Aptos"/>
              </a:rPr>
              <a:t>DTFT exists iff the unit circle lies in the ROC.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11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AA07431-0649-C7FB-5EB4-E17D3F592FDD}"/>
              </a:ext>
            </a:extLst>
          </p:cNvPr>
          <p:cNvGrpSpPr/>
          <p:nvPr/>
        </p:nvGrpSpPr>
        <p:grpSpPr>
          <a:xfrm>
            <a:off x="1675260" y="1843568"/>
            <a:ext cx="2264760" cy="69120"/>
            <a:chOff x="1675260" y="1843568"/>
            <a:chExt cx="2264760" cy="6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60B74F0-AB92-7327-F2E6-431265492FD6}"/>
                    </a:ext>
                  </a:extLst>
                </p14:cNvPr>
                <p14:cNvContentPartPr/>
                <p14:nvPr/>
              </p14:nvContentPartPr>
              <p14:xfrm>
                <a:off x="2394540" y="1869488"/>
                <a:ext cx="1545480" cy="27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60B74F0-AB92-7327-F2E6-431265492FD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85540" y="1860488"/>
                  <a:ext cx="15631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48DD330-A90D-9040-AF18-5544436A680F}"/>
                    </a:ext>
                  </a:extLst>
                </p14:cNvPr>
                <p14:cNvContentPartPr/>
                <p14:nvPr/>
              </p14:nvContentPartPr>
              <p14:xfrm>
                <a:off x="1675260" y="1843568"/>
                <a:ext cx="824400" cy="69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48DD330-A90D-9040-AF18-5544436A680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66620" y="1834568"/>
                  <a:ext cx="842040" cy="8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466AB85-4A90-DFF1-8F32-EAC151CB5C85}"/>
                  </a:ext>
                </a:extLst>
              </p14:cNvPr>
              <p14:cNvContentPartPr/>
              <p14:nvPr/>
            </p14:nvContentPartPr>
            <p14:xfrm>
              <a:off x="7203420" y="2030768"/>
              <a:ext cx="1774800" cy="475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466AB85-4A90-DFF1-8F32-EAC151CB5C8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94420" y="2021768"/>
                <a:ext cx="179244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6FFBF96-D509-67D0-4188-77478DCB2642}"/>
                  </a:ext>
                </a:extLst>
              </p14:cNvPr>
              <p14:cNvContentPartPr/>
              <p14:nvPr/>
            </p14:nvContentPartPr>
            <p14:xfrm>
              <a:off x="1740780" y="3335048"/>
              <a:ext cx="704520" cy="475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6FFBF96-D509-67D0-4188-77478DCB264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32140" y="3326408"/>
                <a:ext cx="72216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C13F2B08-BA7D-43C2-A44F-1C440C16B9BD}"/>
                  </a:ext>
                </a:extLst>
              </p14:cNvPr>
              <p14:cNvContentPartPr/>
              <p14:nvPr/>
            </p14:nvContentPartPr>
            <p14:xfrm>
              <a:off x="4447980" y="3334688"/>
              <a:ext cx="729360" cy="273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C13F2B08-BA7D-43C2-A44F-1C440C16B9B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438980" y="3326048"/>
                <a:ext cx="74700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F501E4D-A137-BBBD-93F2-27E5F01F6889}"/>
                  </a:ext>
                </a:extLst>
              </p14:cNvPr>
              <p14:cNvContentPartPr/>
              <p14:nvPr/>
            </p14:nvContentPartPr>
            <p14:xfrm>
              <a:off x="1798020" y="3563648"/>
              <a:ext cx="1006560" cy="424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F501E4D-A137-BBBD-93F2-27E5F01F688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89380" y="3554648"/>
                <a:ext cx="102420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ACB451EB-2F9F-4D20-66C1-11D9130D4822}"/>
                  </a:ext>
                </a:extLst>
              </p14:cNvPr>
              <p14:cNvContentPartPr/>
              <p14:nvPr/>
            </p14:nvContentPartPr>
            <p14:xfrm>
              <a:off x="7306740" y="3310568"/>
              <a:ext cx="1226880" cy="6156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CB451EB-2F9F-4D20-66C1-11D9130D482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297740" y="3301928"/>
                <a:ext cx="124452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F54DCC91-D4A7-CC64-4980-91E981D562C7}"/>
                  </a:ext>
                </a:extLst>
              </p14:cNvPr>
              <p14:cNvContentPartPr/>
              <p14:nvPr/>
            </p14:nvContentPartPr>
            <p14:xfrm>
              <a:off x="9844020" y="3350888"/>
              <a:ext cx="641160" cy="370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F54DCC91-D4A7-CC64-4980-91E981D562C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835380" y="3341888"/>
                <a:ext cx="65880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F0A100ED-DCE2-A5DB-7009-5455E1933408}"/>
                  </a:ext>
                </a:extLst>
              </p14:cNvPr>
              <p14:cNvContentPartPr/>
              <p14:nvPr/>
            </p14:nvContentPartPr>
            <p14:xfrm>
              <a:off x="7344900" y="3569048"/>
              <a:ext cx="714240" cy="370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F0A100ED-DCE2-A5DB-7009-5455E193340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336260" y="3560048"/>
                <a:ext cx="731880" cy="5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626D176D-2309-62F3-6D40-A838ACCE1ABA}"/>
              </a:ext>
            </a:extLst>
          </p:cNvPr>
          <p:cNvGrpSpPr/>
          <p:nvPr/>
        </p:nvGrpSpPr>
        <p:grpSpPr>
          <a:xfrm>
            <a:off x="1710540" y="4736528"/>
            <a:ext cx="959400" cy="59040"/>
            <a:chOff x="1710540" y="4736528"/>
            <a:chExt cx="959400" cy="5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711077B-B89B-C128-DA2F-611C997A3958}"/>
                    </a:ext>
                  </a:extLst>
                </p14:cNvPr>
                <p14:cNvContentPartPr/>
                <p14:nvPr/>
              </p14:nvContentPartPr>
              <p14:xfrm>
                <a:off x="1710540" y="4736528"/>
                <a:ext cx="373680" cy="38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711077B-B89B-C128-DA2F-611C997A395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01540" y="4727888"/>
                  <a:ext cx="3913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A92BDCF-A56B-6218-4A60-CA7B4CC56111}"/>
                    </a:ext>
                  </a:extLst>
                </p14:cNvPr>
                <p14:cNvContentPartPr/>
                <p14:nvPr/>
              </p14:nvContentPartPr>
              <p14:xfrm>
                <a:off x="2205180" y="4778648"/>
                <a:ext cx="464760" cy="16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A92BDCF-A56B-6218-4A60-CA7B4CC5611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96540" y="4770008"/>
                  <a:ext cx="48240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C6E8B19-AB1B-59F1-BC42-08716BC3205D}"/>
              </a:ext>
            </a:extLst>
          </p:cNvPr>
          <p:cNvGrpSpPr/>
          <p:nvPr/>
        </p:nvGrpSpPr>
        <p:grpSpPr>
          <a:xfrm>
            <a:off x="1587420" y="5393888"/>
            <a:ext cx="1434960" cy="374760"/>
            <a:chOff x="1587420" y="5393888"/>
            <a:chExt cx="1434960" cy="37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1B38E92-3631-C551-EF97-3707D1315CA6}"/>
                    </a:ext>
                  </a:extLst>
                </p14:cNvPr>
                <p14:cNvContentPartPr/>
                <p14:nvPr/>
              </p14:nvContentPartPr>
              <p14:xfrm>
                <a:off x="1629540" y="5607728"/>
                <a:ext cx="38520" cy="78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1B38E92-3631-C551-EF97-3707D1315CA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620540" y="5598728"/>
                  <a:ext cx="561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73507AD-2DC0-59B4-9859-B9585F9586F2}"/>
                    </a:ext>
                  </a:extLst>
                </p14:cNvPr>
                <p14:cNvContentPartPr/>
                <p14:nvPr/>
              </p14:nvContentPartPr>
              <p14:xfrm>
                <a:off x="1587420" y="5521328"/>
                <a:ext cx="25560" cy="37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73507AD-2DC0-59B4-9859-B9585F9586F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78780" y="5512328"/>
                  <a:ext cx="432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EF335D6-7B9D-8033-F3B5-A22502BF911F}"/>
                    </a:ext>
                  </a:extLst>
                </p14:cNvPr>
                <p14:cNvContentPartPr/>
                <p14:nvPr/>
              </p14:nvContentPartPr>
              <p14:xfrm>
                <a:off x="1714500" y="5610608"/>
                <a:ext cx="150840" cy="572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EF335D6-7B9D-8033-F3B5-A22502BF911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705500" y="5601608"/>
                  <a:ext cx="1684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0FF3A28-9795-24CB-5671-3FD5D80DD50D}"/>
                    </a:ext>
                  </a:extLst>
                </p14:cNvPr>
                <p14:cNvContentPartPr/>
                <p14:nvPr/>
              </p14:nvContentPartPr>
              <p14:xfrm>
                <a:off x="2044980" y="5547968"/>
                <a:ext cx="632880" cy="2206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0FF3A28-9795-24CB-5671-3FD5D80DD50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036340" y="5539328"/>
                  <a:ext cx="6505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11DF872-A78C-83D1-085A-3D1D1F4E6DD5}"/>
                    </a:ext>
                  </a:extLst>
                </p14:cNvPr>
                <p14:cNvContentPartPr/>
                <p14:nvPr/>
              </p14:nvContentPartPr>
              <p14:xfrm>
                <a:off x="2746620" y="5393888"/>
                <a:ext cx="275760" cy="2264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11DF872-A78C-83D1-085A-3D1D1F4E6DD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737980" y="5384888"/>
                  <a:ext cx="293400" cy="24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5C3ABB5-71DC-8A61-7A07-2AB200BF435D}"/>
              </a:ext>
            </a:extLst>
          </p:cNvPr>
          <p:cNvGrpSpPr/>
          <p:nvPr/>
        </p:nvGrpSpPr>
        <p:grpSpPr>
          <a:xfrm>
            <a:off x="1852380" y="5914808"/>
            <a:ext cx="1192320" cy="235440"/>
            <a:chOff x="1852380" y="5914808"/>
            <a:chExt cx="1192320" cy="23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3F96163-E63F-527B-5B16-DE4852B45BBE}"/>
                    </a:ext>
                  </a:extLst>
                </p14:cNvPr>
                <p14:cNvContentPartPr/>
                <p14:nvPr/>
              </p14:nvContentPartPr>
              <p14:xfrm>
                <a:off x="1852380" y="5927768"/>
                <a:ext cx="435600" cy="2224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3F96163-E63F-527B-5B16-DE4852B45BB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843740" y="5919128"/>
                  <a:ext cx="4532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3D59990-EB4E-D7C7-2617-AAA3C9C0F444}"/>
                    </a:ext>
                  </a:extLst>
                </p14:cNvPr>
                <p14:cNvContentPartPr/>
                <p14:nvPr/>
              </p14:nvContentPartPr>
              <p14:xfrm>
                <a:off x="2297340" y="5930288"/>
                <a:ext cx="388080" cy="979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3D59990-EB4E-D7C7-2617-AAA3C9C0F44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288340" y="5921288"/>
                  <a:ext cx="4057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8E1F329-E82E-642E-8F5E-6B4BE92A4A76}"/>
                    </a:ext>
                  </a:extLst>
                </p14:cNvPr>
                <p14:cNvContentPartPr/>
                <p14:nvPr/>
              </p14:nvContentPartPr>
              <p14:xfrm>
                <a:off x="2774340" y="5914808"/>
                <a:ext cx="270360" cy="975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8E1F329-E82E-642E-8F5E-6B4BE92A4A7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765340" y="5905808"/>
                  <a:ext cx="288000" cy="11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1744798F-2930-383E-9833-C928FCFE29AC}"/>
                  </a:ext>
                </a:extLst>
              </p14:cNvPr>
              <p14:cNvContentPartPr/>
              <p14:nvPr/>
            </p14:nvContentPartPr>
            <p14:xfrm>
              <a:off x="3583260" y="5335208"/>
              <a:ext cx="240840" cy="11412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1744798F-2930-383E-9833-C928FCFE29A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574260" y="5326568"/>
                <a:ext cx="25848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BA2496CE-8D5B-2B28-AA33-B93058571858}"/>
                  </a:ext>
                </a:extLst>
              </p14:cNvPr>
              <p14:cNvContentPartPr/>
              <p14:nvPr/>
            </p14:nvContentPartPr>
            <p14:xfrm>
              <a:off x="3967020" y="6258248"/>
              <a:ext cx="105120" cy="17928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BA2496CE-8D5B-2B28-AA33-B9305857185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958020" y="6249608"/>
                <a:ext cx="122760" cy="19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714D6012-707D-6BFB-F206-9F0C4D5B6702}"/>
              </a:ext>
            </a:extLst>
          </p:cNvPr>
          <p:cNvGrpSpPr/>
          <p:nvPr/>
        </p:nvGrpSpPr>
        <p:grpSpPr>
          <a:xfrm>
            <a:off x="3266100" y="5414048"/>
            <a:ext cx="4201560" cy="1281960"/>
            <a:chOff x="3266100" y="5414048"/>
            <a:chExt cx="4201560" cy="128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100C2D0-3237-CC28-C359-B9EBFD7A1C7C}"/>
                    </a:ext>
                  </a:extLst>
                </p14:cNvPr>
                <p14:cNvContentPartPr/>
                <p14:nvPr/>
              </p14:nvContentPartPr>
              <p14:xfrm>
                <a:off x="3266100" y="5461208"/>
                <a:ext cx="137880" cy="280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100C2D0-3237-CC28-C359-B9EBFD7A1C7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257460" y="5452568"/>
                  <a:ext cx="15552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0EBC30A-5C7A-340A-3F93-D5B9888DD249}"/>
                    </a:ext>
                  </a:extLst>
                </p14:cNvPr>
                <p14:cNvContentPartPr/>
                <p14:nvPr/>
              </p14:nvContentPartPr>
              <p14:xfrm>
                <a:off x="3292740" y="5646968"/>
                <a:ext cx="110520" cy="111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0EBC30A-5C7A-340A-3F93-D5B9888DD24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283740" y="5637968"/>
                  <a:ext cx="1281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F5E8893-160D-8B7D-FD4A-729F1EE00476}"/>
                    </a:ext>
                  </a:extLst>
                </p14:cNvPr>
                <p14:cNvContentPartPr/>
                <p14:nvPr/>
              </p14:nvContentPartPr>
              <p14:xfrm>
                <a:off x="3416580" y="5516648"/>
                <a:ext cx="268920" cy="153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F5E8893-160D-8B7D-FD4A-729F1EE0047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407940" y="5507648"/>
                  <a:ext cx="2865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9062750-C70B-B731-FBA9-5A66D208398D}"/>
                    </a:ext>
                  </a:extLst>
                </p14:cNvPr>
                <p14:cNvContentPartPr/>
                <p14:nvPr/>
              </p14:nvContentPartPr>
              <p14:xfrm>
                <a:off x="3921660" y="5465528"/>
                <a:ext cx="126000" cy="207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9062750-C70B-B731-FBA9-5A66D208398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912660" y="5456528"/>
                  <a:ext cx="1436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EC042B9-E369-A562-FA9C-192BFDAC7758}"/>
                    </a:ext>
                  </a:extLst>
                </p14:cNvPr>
                <p14:cNvContentPartPr/>
                <p14:nvPr/>
              </p14:nvContentPartPr>
              <p14:xfrm>
                <a:off x="3905100" y="5573888"/>
                <a:ext cx="142200" cy="32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EC042B9-E369-A562-FA9C-192BFDAC775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896460" y="5565248"/>
                  <a:ext cx="1598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CA1AB11-93F3-E82B-9EA9-A0986A0894B2}"/>
                    </a:ext>
                  </a:extLst>
                </p14:cNvPr>
                <p14:cNvContentPartPr/>
                <p14:nvPr/>
              </p14:nvContentPartPr>
              <p14:xfrm>
                <a:off x="4080060" y="5537528"/>
                <a:ext cx="226800" cy="1004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CA1AB11-93F3-E82B-9EA9-A0986A0894B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071420" y="5528888"/>
                  <a:ext cx="2444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72E280E-2AB3-F383-3A3B-64E7806012E6}"/>
                    </a:ext>
                  </a:extLst>
                </p14:cNvPr>
                <p14:cNvContentPartPr/>
                <p14:nvPr/>
              </p14:nvContentPartPr>
              <p14:xfrm>
                <a:off x="4367340" y="5516648"/>
                <a:ext cx="110520" cy="94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72E280E-2AB3-F383-3A3B-64E7806012E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358700" y="5508008"/>
                  <a:ext cx="1281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51AAE24-BF89-C25E-DFEE-DFB894D17D30}"/>
                    </a:ext>
                  </a:extLst>
                </p14:cNvPr>
                <p14:cNvContentPartPr/>
                <p14:nvPr/>
              </p14:nvContentPartPr>
              <p14:xfrm>
                <a:off x="4648500" y="5500088"/>
                <a:ext cx="86040" cy="117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51AAE24-BF89-C25E-DFEE-DFB894D17D3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639500" y="5491088"/>
                  <a:ext cx="1036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C1A30AA-80D7-CEE1-08D6-9544D430A68B}"/>
                    </a:ext>
                  </a:extLst>
                </p14:cNvPr>
                <p14:cNvContentPartPr/>
                <p14:nvPr/>
              </p14:nvContentPartPr>
              <p14:xfrm>
                <a:off x="4805460" y="5564168"/>
                <a:ext cx="2520" cy="313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C1A30AA-80D7-CEE1-08D6-9544D430A68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796820" y="5555168"/>
                  <a:ext cx="201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CBFC466-0CA5-B547-800E-359012DC417A}"/>
                    </a:ext>
                  </a:extLst>
                </p14:cNvPr>
                <p14:cNvContentPartPr/>
                <p14:nvPr/>
              </p14:nvContentPartPr>
              <p14:xfrm>
                <a:off x="4764060" y="5449688"/>
                <a:ext cx="28440" cy="349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CBFC466-0CA5-B547-800E-359012DC417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755060" y="5441048"/>
                  <a:ext cx="460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CBE2DAA-C6DC-4164-A451-D783C55A0C01}"/>
                    </a:ext>
                  </a:extLst>
                </p14:cNvPr>
                <p14:cNvContentPartPr/>
                <p14:nvPr/>
              </p14:nvContentPartPr>
              <p14:xfrm>
                <a:off x="4884300" y="5415488"/>
                <a:ext cx="354960" cy="1854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CBE2DAA-C6DC-4164-A451-D783C55A0C0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875300" y="5406488"/>
                  <a:ext cx="3726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43A1F32-6A9D-2CD1-FAD2-09E459200DC6}"/>
                    </a:ext>
                  </a:extLst>
                </p14:cNvPr>
                <p14:cNvContentPartPr/>
                <p14:nvPr/>
              </p14:nvContentPartPr>
              <p14:xfrm>
                <a:off x="5258700" y="5414048"/>
                <a:ext cx="138960" cy="160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43A1F32-6A9D-2CD1-FAD2-09E459200DC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50060" y="5405408"/>
                  <a:ext cx="1566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9A16A4E-CB4B-EFFA-AF91-8021D7177BE4}"/>
                    </a:ext>
                  </a:extLst>
                </p14:cNvPr>
                <p14:cNvContentPartPr/>
                <p14:nvPr/>
              </p14:nvContentPartPr>
              <p14:xfrm>
                <a:off x="3355740" y="5890688"/>
                <a:ext cx="228960" cy="1850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9A16A4E-CB4B-EFFA-AF91-8021D7177BE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347100" y="5882048"/>
                  <a:ext cx="2466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8094F70-68C7-54BE-ECF7-690E5EED26C7}"/>
                    </a:ext>
                  </a:extLst>
                </p14:cNvPr>
                <p14:cNvContentPartPr/>
                <p14:nvPr/>
              </p14:nvContentPartPr>
              <p14:xfrm>
                <a:off x="3542580" y="5963048"/>
                <a:ext cx="137520" cy="684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8094F70-68C7-54BE-ECF7-690E5EED26C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533580" y="5954408"/>
                  <a:ext cx="1551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CE268DE-E446-6BAA-9E2C-8D69071910E5}"/>
                    </a:ext>
                  </a:extLst>
                </p14:cNvPr>
                <p14:cNvContentPartPr/>
                <p14:nvPr/>
              </p14:nvContentPartPr>
              <p14:xfrm>
                <a:off x="3712140" y="5906888"/>
                <a:ext cx="186840" cy="1004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CE268DE-E446-6BAA-9E2C-8D69071910E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03500" y="5898248"/>
                  <a:ext cx="2044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BEEF7C3-DA6C-A0EF-5FC0-9C075C375ECE}"/>
                    </a:ext>
                  </a:extLst>
                </p14:cNvPr>
                <p14:cNvContentPartPr/>
                <p14:nvPr/>
              </p14:nvContentPartPr>
              <p14:xfrm>
                <a:off x="4156020" y="5943248"/>
                <a:ext cx="50400" cy="748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BEEF7C3-DA6C-A0EF-5FC0-9C075C375EC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147380" y="5934608"/>
                  <a:ext cx="680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66D04A0-04F5-9435-72F5-A193B8218BD1}"/>
                    </a:ext>
                  </a:extLst>
                </p14:cNvPr>
                <p14:cNvContentPartPr/>
                <p14:nvPr/>
              </p14:nvContentPartPr>
              <p14:xfrm>
                <a:off x="4114620" y="5860448"/>
                <a:ext cx="11880" cy="136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66D04A0-04F5-9435-72F5-A193B8218BD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105620" y="5851448"/>
                  <a:ext cx="295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DA2E8B3-76D3-0FCC-2FA2-E17055D31E28}"/>
                    </a:ext>
                  </a:extLst>
                </p14:cNvPr>
                <p14:cNvContentPartPr/>
                <p14:nvPr/>
              </p14:nvContentPartPr>
              <p14:xfrm>
                <a:off x="4237020" y="5910488"/>
                <a:ext cx="104760" cy="1238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DA2E8B3-76D3-0FCC-2FA2-E17055D31E2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228020" y="5901848"/>
                  <a:ext cx="1224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197A8FF-2449-0A2F-6105-29E0C1BDB066}"/>
                    </a:ext>
                  </a:extLst>
                </p14:cNvPr>
                <p14:cNvContentPartPr/>
                <p14:nvPr/>
              </p14:nvContentPartPr>
              <p14:xfrm>
                <a:off x="4645260" y="5885648"/>
                <a:ext cx="488880" cy="1094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197A8FF-2449-0A2F-6105-29E0C1BDB06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636260" y="5877008"/>
                  <a:ext cx="5065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4C3AC94-16CB-412B-F4CA-B355FF85EE55}"/>
                    </a:ext>
                  </a:extLst>
                </p14:cNvPr>
                <p14:cNvContentPartPr/>
                <p14:nvPr/>
              </p14:nvContentPartPr>
              <p14:xfrm>
                <a:off x="5034060" y="5874488"/>
                <a:ext cx="227880" cy="903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4C3AC94-16CB-412B-F4CA-B355FF85EE5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025420" y="5865848"/>
                  <a:ext cx="2455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A37D975-2A77-0003-FB1B-C7551A82389E}"/>
                    </a:ext>
                  </a:extLst>
                </p14:cNvPr>
                <p14:cNvContentPartPr/>
                <p14:nvPr/>
              </p14:nvContentPartPr>
              <p14:xfrm>
                <a:off x="4852260" y="5922728"/>
                <a:ext cx="169560" cy="56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A37D975-2A77-0003-FB1B-C7551A82389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843620" y="5913728"/>
                  <a:ext cx="1872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7C31BC3-A62F-5FE8-EB2B-F2D920EFA863}"/>
                    </a:ext>
                  </a:extLst>
                </p14:cNvPr>
                <p14:cNvContentPartPr/>
                <p14:nvPr/>
              </p14:nvContentPartPr>
              <p14:xfrm>
                <a:off x="5304420" y="5860808"/>
                <a:ext cx="182160" cy="842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7C31BC3-A62F-5FE8-EB2B-F2D920EFA86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295420" y="5852168"/>
                  <a:ext cx="1998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F42F457-4B9C-B31A-F733-E74BA724E2DA}"/>
                    </a:ext>
                  </a:extLst>
                </p14:cNvPr>
                <p14:cNvContentPartPr/>
                <p14:nvPr/>
              </p14:nvContentPartPr>
              <p14:xfrm>
                <a:off x="5443020" y="5652008"/>
                <a:ext cx="338400" cy="2502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F42F457-4B9C-B31A-F733-E74BA724E2D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434020" y="5643368"/>
                  <a:ext cx="3560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C0AB4B2-B111-9917-3885-85926C2F751E}"/>
                    </a:ext>
                  </a:extLst>
                </p14:cNvPr>
                <p14:cNvContentPartPr/>
                <p14:nvPr/>
              </p14:nvContentPartPr>
              <p14:xfrm>
                <a:off x="5839740" y="5746328"/>
                <a:ext cx="95760" cy="1548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C0AB4B2-B111-9917-3885-85926C2F751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831100" y="5737688"/>
                  <a:ext cx="1134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63BAF4B-33BE-247C-09F7-06E1C0B5F340}"/>
                    </a:ext>
                  </a:extLst>
                </p14:cNvPr>
                <p14:cNvContentPartPr/>
                <p14:nvPr/>
              </p14:nvContentPartPr>
              <p14:xfrm>
                <a:off x="4005540" y="6357608"/>
                <a:ext cx="151920" cy="903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63BAF4B-33BE-247C-09F7-06E1C0B5F34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996540" y="6348608"/>
                  <a:ext cx="1695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EF9B9D7-7F41-9CCD-551E-CFE7FE0F7FF0}"/>
                    </a:ext>
                  </a:extLst>
                </p14:cNvPr>
                <p14:cNvContentPartPr/>
                <p14:nvPr/>
              </p14:nvContentPartPr>
              <p14:xfrm>
                <a:off x="4177980" y="6334208"/>
                <a:ext cx="93960" cy="676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EF9B9D7-7F41-9CCD-551E-CFE7FE0F7FF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169340" y="6325208"/>
                  <a:ext cx="1116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300D296-B599-3E8A-E3BE-30601EE02E7E}"/>
                    </a:ext>
                  </a:extLst>
                </p14:cNvPr>
                <p14:cNvContentPartPr/>
                <p14:nvPr/>
              </p14:nvContentPartPr>
              <p14:xfrm>
                <a:off x="4306860" y="6249968"/>
                <a:ext cx="119880" cy="1616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300D296-B599-3E8A-E3BE-30601EE02E7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297860" y="6240968"/>
                  <a:ext cx="1375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24355E5-1AC4-3C00-7AC4-AA954449D39C}"/>
                    </a:ext>
                  </a:extLst>
                </p14:cNvPr>
                <p14:cNvContentPartPr/>
                <p14:nvPr/>
              </p14:nvContentPartPr>
              <p14:xfrm>
                <a:off x="4296420" y="6317648"/>
                <a:ext cx="104040" cy="529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24355E5-1AC4-3C00-7AC4-AA954449D39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287780" y="6308648"/>
                  <a:ext cx="1216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B7BB3B6-94F3-BF2A-B131-21AE39754BF7}"/>
                    </a:ext>
                  </a:extLst>
                </p14:cNvPr>
                <p14:cNvContentPartPr/>
                <p14:nvPr/>
              </p14:nvContentPartPr>
              <p14:xfrm>
                <a:off x="4453380" y="6324128"/>
                <a:ext cx="169920" cy="874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B7BB3B6-94F3-BF2A-B131-21AE39754BF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444380" y="6315488"/>
                  <a:ext cx="1875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1DF6BE7-AC50-2A66-588C-C160EAD20E2C}"/>
                    </a:ext>
                  </a:extLst>
                </p14:cNvPr>
                <p14:cNvContentPartPr/>
                <p14:nvPr/>
              </p14:nvContentPartPr>
              <p14:xfrm>
                <a:off x="4700700" y="6269048"/>
                <a:ext cx="453240" cy="1065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1DF6BE7-AC50-2A66-588C-C160EAD20E2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692060" y="6260408"/>
                  <a:ext cx="4708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594F66B-64D3-09A4-2F55-257C809628DF}"/>
                    </a:ext>
                  </a:extLst>
                </p14:cNvPr>
                <p14:cNvContentPartPr/>
                <p14:nvPr/>
              </p14:nvContentPartPr>
              <p14:xfrm>
                <a:off x="5431860" y="6219368"/>
                <a:ext cx="358560" cy="867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594F66B-64D3-09A4-2F55-257C809628D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422860" y="6210728"/>
                  <a:ext cx="3762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1E0B6C8-9E25-204C-BB73-5CF5989510A5}"/>
                    </a:ext>
                  </a:extLst>
                </p14:cNvPr>
                <p14:cNvContentPartPr/>
                <p14:nvPr/>
              </p14:nvContentPartPr>
              <p14:xfrm>
                <a:off x="5902020" y="6198128"/>
                <a:ext cx="79560" cy="738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1E0B6C8-9E25-204C-BB73-5CF5989510A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893020" y="6189128"/>
                  <a:ext cx="972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6C85643-B580-BED3-1BDB-E0E9B1935A3E}"/>
                    </a:ext>
                  </a:extLst>
                </p14:cNvPr>
                <p14:cNvContentPartPr/>
                <p14:nvPr/>
              </p14:nvContentPartPr>
              <p14:xfrm>
                <a:off x="5875740" y="6094088"/>
                <a:ext cx="7560" cy="219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6C85643-B580-BED3-1BDB-E0E9B1935A3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867100" y="6085448"/>
                  <a:ext cx="252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14A4C69-6FA5-8127-F391-FFB28F698D38}"/>
                    </a:ext>
                  </a:extLst>
                </p14:cNvPr>
                <p14:cNvContentPartPr/>
                <p14:nvPr/>
              </p14:nvContentPartPr>
              <p14:xfrm>
                <a:off x="5979780" y="6174728"/>
                <a:ext cx="140040" cy="658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14A4C69-6FA5-8127-F391-FFB28F698D3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971140" y="6165728"/>
                  <a:ext cx="1576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021EC98-5A44-E674-E270-2FA487510228}"/>
                    </a:ext>
                  </a:extLst>
                </p14:cNvPr>
                <p14:cNvContentPartPr/>
                <p14:nvPr/>
              </p14:nvContentPartPr>
              <p14:xfrm>
                <a:off x="6114780" y="6157808"/>
                <a:ext cx="131760" cy="565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021EC98-5A44-E674-E270-2FA48751022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106140" y="6148808"/>
                  <a:ext cx="1494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5A307BC-0750-72CF-DEED-17A92CA75D56}"/>
                    </a:ext>
                  </a:extLst>
                </p14:cNvPr>
                <p14:cNvContentPartPr/>
                <p14:nvPr/>
              </p14:nvContentPartPr>
              <p14:xfrm>
                <a:off x="6305940" y="6065648"/>
                <a:ext cx="174960" cy="1184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5A307BC-0750-72CF-DEED-17A92CA75D5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297300" y="6056648"/>
                  <a:ext cx="1926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0DC2699-40D8-07E3-DDF6-6E2C0C05820F}"/>
                    </a:ext>
                  </a:extLst>
                </p14:cNvPr>
                <p14:cNvContentPartPr/>
                <p14:nvPr/>
              </p14:nvContentPartPr>
              <p14:xfrm>
                <a:off x="6593220" y="6010208"/>
                <a:ext cx="175680" cy="950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0DC2699-40D8-07E3-DDF6-6E2C0C05820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584220" y="6001208"/>
                  <a:ext cx="1933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71FA665-5D2A-BCE8-653D-EBADF35E02A2}"/>
                    </a:ext>
                  </a:extLst>
                </p14:cNvPr>
                <p14:cNvContentPartPr/>
                <p14:nvPr/>
              </p14:nvContentPartPr>
              <p14:xfrm>
                <a:off x="6691500" y="5917328"/>
                <a:ext cx="360" cy="10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71FA665-5D2A-BCE8-653D-EBADF35E02A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682860" y="5908688"/>
                  <a:ext cx="180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D6C14EB-26E2-4E57-4F7B-1559897AA56D}"/>
                    </a:ext>
                  </a:extLst>
                </p14:cNvPr>
                <p14:cNvContentPartPr/>
                <p14:nvPr/>
              </p14:nvContentPartPr>
              <p14:xfrm>
                <a:off x="6768900" y="5975288"/>
                <a:ext cx="52920" cy="982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D6C14EB-26E2-4E57-4F7B-1559897AA56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759900" y="5966288"/>
                  <a:ext cx="705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2DB64C7-6A70-3F9E-19DD-405CE4D82668}"/>
                    </a:ext>
                  </a:extLst>
                </p14:cNvPr>
                <p14:cNvContentPartPr/>
                <p14:nvPr/>
              </p14:nvContentPartPr>
              <p14:xfrm>
                <a:off x="6905340" y="5815088"/>
                <a:ext cx="294480" cy="2232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2DB64C7-6A70-3F9E-19DD-405CE4D8266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896340" y="5806448"/>
                  <a:ext cx="3121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7B1AC50-A157-72C6-F457-16A079788CDC}"/>
                    </a:ext>
                  </a:extLst>
                </p14:cNvPr>
                <p14:cNvContentPartPr/>
                <p14:nvPr/>
              </p14:nvContentPartPr>
              <p14:xfrm>
                <a:off x="4831740" y="6624008"/>
                <a:ext cx="243360" cy="720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7B1AC50-A157-72C6-F457-16A079788CD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823100" y="6615368"/>
                  <a:ext cx="2610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B906877-9A1D-8010-9808-06FE856D8A38}"/>
                    </a:ext>
                  </a:extLst>
                </p14:cNvPr>
                <p14:cNvContentPartPr/>
                <p14:nvPr/>
              </p14:nvContentPartPr>
              <p14:xfrm>
                <a:off x="5159700" y="6480368"/>
                <a:ext cx="99720" cy="2012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B906877-9A1D-8010-9808-06FE856D8A3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150700" y="6471728"/>
                  <a:ext cx="1173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35F99D1-675C-DCF4-A1B1-47DD8BD07543}"/>
                    </a:ext>
                  </a:extLst>
                </p14:cNvPr>
                <p14:cNvContentPartPr/>
                <p14:nvPr/>
              </p14:nvContentPartPr>
              <p14:xfrm>
                <a:off x="5563620" y="6561368"/>
                <a:ext cx="338760" cy="939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35F99D1-675C-DCF4-A1B1-47DD8BD0754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554620" y="6552368"/>
                  <a:ext cx="3564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371611C-224C-CDFC-7FC3-A9AE4C9E6704}"/>
                    </a:ext>
                  </a:extLst>
                </p14:cNvPr>
                <p14:cNvContentPartPr/>
                <p14:nvPr/>
              </p14:nvContentPartPr>
              <p14:xfrm>
                <a:off x="5985540" y="6493688"/>
                <a:ext cx="104040" cy="795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371611C-224C-CDFC-7FC3-A9AE4C9E670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976540" y="6484688"/>
                  <a:ext cx="1216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D48C933-9E50-568B-465C-B0AABF313B61}"/>
                    </a:ext>
                  </a:extLst>
                </p14:cNvPr>
                <p14:cNvContentPartPr/>
                <p14:nvPr/>
              </p14:nvContentPartPr>
              <p14:xfrm>
                <a:off x="6125220" y="6499448"/>
                <a:ext cx="112680" cy="378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D48C933-9E50-568B-465C-B0AABF313B6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116580" y="6490448"/>
                  <a:ext cx="1303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1CD4D87-FFC3-C400-3697-AE79C4A8EBBD}"/>
                    </a:ext>
                  </a:extLst>
                </p14:cNvPr>
                <p14:cNvContentPartPr/>
                <p14:nvPr/>
              </p14:nvContentPartPr>
              <p14:xfrm>
                <a:off x="6229260" y="6343568"/>
                <a:ext cx="127080" cy="1551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1CD4D87-FFC3-C400-3697-AE79C4A8EBB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220260" y="6334568"/>
                  <a:ext cx="1447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63E1F4F-F8F6-3322-6A56-17F96494CB97}"/>
                    </a:ext>
                  </a:extLst>
                </p14:cNvPr>
                <p14:cNvContentPartPr/>
                <p14:nvPr/>
              </p14:nvContentPartPr>
              <p14:xfrm>
                <a:off x="6258780" y="6447248"/>
                <a:ext cx="79920" cy="180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63E1F4F-F8F6-3322-6A56-17F96494CB9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249780" y="6438608"/>
                  <a:ext cx="975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125900A-4ECA-27B4-6065-AA16764A7933}"/>
                    </a:ext>
                  </a:extLst>
                </p14:cNvPr>
                <p14:cNvContentPartPr/>
                <p14:nvPr/>
              </p14:nvContentPartPr>
              <p14:xfrm>
                <a:off x="6388740" y="6337808"/>
                <a:ext cx="177480" cy="1411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125900A-4ECA-27B4-6065-AA16764A793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380100" y="6328808"/>
                  <a:ext cx="1951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2BA8EBA-2CEB-FA35-6469-5E5C9BD5337E}"/>
                    </a:ext>
                  </a:extLst>
                </p14:cNvPr>
                <p14:cNvContentPartPr/>
                <p14:nvPr/>
              </p14:nvContentPartPr>
              <p14:xfrm>
                <a:off x="6879420" y="6312248"/>
                <a:ext cx="170640" cy="849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2BA8EBA-2CEB-FA35-6469-5E5C9BD5337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870420" y="6303608"/>
                  <a:ext cx="1882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BF4FDE1-3E87-233D-5124-052C522EBD73}"/>
                    </a:ext>
                  </a:extLst>
                </p14:cNvPr>
                <p14:cNvContentPartPr/>
                <p14:nvPr/>
              </p14:nvContentPartPr>
              <p14:xfrm>
                <a:off x="6992820" y="6239528"/>
                <a:ext cx="360" cy="32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BF4FDE1-3E87-233D-5124-052C522EBD7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984180" y="6230888"/>
                  <a:ext cx="180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3F9FC29-19DA-96E4-CA51-DDA7F5385FFD}"/>
                    </a:ext>
                  </a:extLst>
                </p14:cNvPr>
                <p14:cNvContentPartPr/>
                <p14:nvPr/>
              </p14:nvContentPartPr>
              <p14:xfrm>
                <a:off x="7093260" y="6322688"/>
                <a:ext cx="24840" cy="169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3F9FC29-19DA-96E4-CA51-DDA7F5385FF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084260" y="6314048"/>
                  <a:ext cx="424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BD4F775-F4B8-0A39-B6D7-58D1901D285A}"/>
                    </a:ext>
                  </a:extLst>
                </p14:cNvPr>
                <p14:cNvContentPartPr/>
                <p14:nvPr/>
              </p14:nvContentPartPr>
              <p14:xfrm>
                <a:off x="7054740" y="6269408"/>
                <a:ext cx="50760" cy="900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BD4F775-F4B8-0A39-B6D7-58D1901D285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046100" y="6260768"/>
                  <a:ext cx="684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C8939BF-D732-840D-3598-DD76ECF00104}"/>
                    </a:ext>
                  </a:extLst>
                </p14:cNvPr>
                <p14:cNvContentPartPr/>
                <p14:nvPr/>
              </p14:nvContentPartPr>
              <p14:xfrm>
                <a:off x="7162740" y="6265448"/>
                <a:ext cx="91080" cy="676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C8939BF-D732-840D-3598-DD76ECF0010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153740" y="6256808"/>
                  <a:ext cx="1087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C14C621-7D50-23FA-1812-EF38B55C3A64}"/>
                    </a:ext>
                  </a:extLst>
                </p14:cNvPr>
                <p14:cNvContentPartPr/>
                <p14:nvPr/>
              </p14:nvContentPartPr>
              <p14:xfrm>
                <a:off x="7215660" y="6077528"/>
                <a:ext cx="228960" cy="2196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C14C621-7D50-23FA-1812-EF38B55C3A6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207020" y="6068888"/>
                  <a:ext cx="2466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2535C1F-9968-E2DC-4FB9-D4216594C293}"/>
                    </a:ext>
                  </a:extLst>
                </p14:cNvPr>
                <p14:cNvContentPartPr/>
                <p14:nvPr/>
              </p14:nvContentPartPr>
              <p14:xfrm>
                <a:off x="7419060" y="6218288"/>
                <a:ext cx="48600" cy="270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2535C1F-9968-E2DC-4FB9-D4216594C29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410060" y="6209288"/>
                  <a:ext cx="6624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A9ECA8F0-7BBD-135D-F259-A5A6801CB6F2}"/>
              </a:ext>
            </a:extLst>
          </p:cNvPr>
          <p:cNvGrpSpPr/>
          <p:nvPr/>
        </p:nvGrpSpPr>
        <p:grpSpPr>
          <a:xfrm>
            <a:off x="7713900" y="5647328"/>
            <a:ext cx="2267280" cy="887040"/>
            <a:chOff x="7713900" y="5647328"/>
            <a:chExt cx="2267280" cy="88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B2F76D8-1C2D-A0C6-BC2D-ACADB2E55A45}"/>
                    </a:ext>
                  </a:extLst>
                </p14:cNvPr>
                <p14:cNvContentPartPr/>
                <p14:nvPr/>
              </p14:nvContentPartPr>
              <p14:xfrm>
                <a:off x="7713900" y="5927768"/>
                <a:ext cx="291600" cy="2329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B2F76D8-1C2D-A0C6-BC2D-ACADB2E55A4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705260" y="5919128"/>
                  <a:ext cx="3092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BC014B9-9B0B-F2B1-C4CF-0C2987F01B41}"/>
                    </a:ext>
                  </a:extLst>
                </p14:cNvPr>
                <p14:cNvContentPartPr/>
                <p14:nvPr/>
              </p14:nvContentPartPr>
              <p14:xfrm>
                <a:off x="7986060" y="5918408"/>
                <a:ext cx="140400" cy="1303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BC014B9-9B0B-F2B1-C4CF-0C2987F01B4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977060" y="5909408"/>
                  <a:ext cx="1580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E06B9FC-AE63-73D2-762A-77E6671B320A}"/>
                    </a:ext>
                  </a:extLst>
                </p14:cNvPr>
                <p14:cNvContentPartPr/>
                <p14:nvPr/>
              </p14:nvContentPartPr>
              <p14:xfrm>
                <a:off x="8226540" y="5885288"/>
                <a:ext cx="90000" cy="1101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E06B9FC-AE63-73D2-762A-77E6671B320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217900" y="5876288"/>
                  <a:ext cx="1076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66DE09A-1BA3-034F-A342-8A6C97C6689A}"/>
                    </a:ext>
                  </a:extLst>
                </p14:cNvPr>
                <p14:cNvContentPartPr/>
                <p14:nvPr/>
              </p14:nvContentPartPr>
              <p14:xfrm>
                <a:off x="8128260" y="5810048"/>
                <a:ext cx="148320" cy="572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66DE09A-1BA3-034F-A342-8A6C97C6689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119260" y="5801048"/>
                  <a:ext cx="1659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E8AD52F-F1B1-BE83-CBC8-F0A4BE8AA907}"/>
                    </a:ext>
                  </a:extLst>
                </p14:cNvPr>
                <p14:cNvContentPartPr/>
                <p14:nvPr/>
              </p14:nvContentPartPr>
              <p14:xfrm>
                <a:off x="8639820" y="5855048"/>
                <a:ext cx="104040" cy="939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E8AD52F-F1B1-BE83-CBC8-F0A4BE8AA90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631180" y="5846408"/>
                  <a:ext cx="1216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90768DE-689D-6A37-A1EA-89B9FEA245F6}"/>
                    </a:ext>
                  </a:extLst>
                </p14:cNvPr>
                <p14:cNvContentPartPr/>
                <p14:nvPr/>
              </p14:nvContentPartPr>
              <p14:xfrm>
                <a:off x="8782020" y="5865488"/>
                <a:ext cx="107640" cy="784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90768DE-689D-6A37-A1EA-89B9FEA245F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773380" y="5856488"/>
                  <a:ext cx="1252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B843215-DDFC-E754-BFE8-715B84AA857A}"/>
                    </a:ext>
                  </a:extLst>
                </p14:cNvPr>
                <p14:cNvContentPartPr/>
                <p14:nvPr/>
              </p14:nvContentPartPr>
              <p14:xfrm>
                <a:off x="8907300" y="5857208"/>
                <a:ext cx="148320" cy="464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B843215-DDFC-E754-BFE8-715B84AA857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898660" y="5848208"/>
                  <a:ext cx="1659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CF82ACB-05F1-463D-CA41-A9CEFE922689}"/>
                    </a:ext>
                  </a:extLst>
                </p14:cNvPr>
                <p14:cNvContentPartPr/>
                <p14:nvPr/>
              </p14:nvContentPartPr>
              <p14:xfrm>
                <a:off x="8977500" y="5725088"/>
                <a:ext cx="145440" cy="1425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CF82ACB-05F1-463D-CA41-A9CEFE92268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968860" y="5716448"/>
                  <a:ext cx="1630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130EA93-8FFC-B08C-18C5-D0545DA38506}"/>
                    </a:ext>
                  </a:extLst>
                </p14:cNvPr>
                <p14:cNvContentPartPr/>
                <p14:nvPr/>
              </p14:nvContentPartPr>
              <p14:xfrm>
                <a:off x="9003780" y="5834168"/>
                <a:ext cx="124560" cy="97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130EA93-8FFC-B08C-18C5-D0545DA3850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995140" y="5825528"/>
                  <a:ext cx="1422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43F4AF2-6408-7D9C-E9AC-660C020B3E99}"/>
                    </a:ext>
                  </a:extLst>
                </p14:cNvPr>
                <p14:cNvContentPartPr/>
                <p14:nvPr/>
              </p14:nvContentPartPr>
              <p14:xfrm>
                <a:off x="9189180" y="5790968"/>
                <a:ext cx="136440" cy="907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43F4AF2-6408-7D9C-E9AC-660C020B3E9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180180" y="5781968"/>
                  <a:ext cx="1540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55B17D0-4EFF-CF6D-691B-8064E8C7A61C}"/>
                    </a:ext>
                  </a:extLst>
                </p14:cNvPr>
                <p14:cNvContentPartPr/>
                <p14:nvPr/>
              </p14:nvContentPartPr>
              <p14:xfrm>
                <a:off x="9341100" y="5792768"/>
                <a:ext cx="66960" cy="640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55B17D0-4EFF-CF6D-691B-8064E8C7A61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332460" y="5783768"/>
                  <a:ext cx="846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BD89294-DFCB-F8E3-8DC3-B4D2590EA749}"/>
                    </a:ext>
                  </a:extLst>
                </p14:cNvPr>
                <p14:cNvContentPartPr/>
                <p14:nvPr/>
              </p14:nvContentPartPr>
              <p14:xfrm>
                <a:off x="9320580" y="5688728"/>
                <a:ext cx="360" cy="3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BD89294-DFCB-F8E3-8DC3-B4D2590EA74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311580" y="568008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14DFE58-7A69-57F8-15E0-4F0CBF3E61E2}"/>
                    </a:ext>
                  </a:extLst>
                </p14:cNvPr>
                <p14:cNvContentPartPr/>
                <p14:nvPr/>
              </p14:nvContentPartPr>
              <p14:xfrm>
                <a:off x="9424260" y="5788448"/>
                <a:ext cx="87840" cy="291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14DFE58-7A69-57F8-15E0-4F0CBF3E61E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415620" y="5779448"/>
                  <a:ext cx="1054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801D92F-1E6A-E8BD-441D-EEAC904C062F}"/>
                    </a:ext>
                  </a:extLst>
                </p14:cNvPr>
                <p14:cNvContentPartPr/>
                <p14:nvPr/>
              </p14:nvContentPartPr>
              <p14:xfrm>
                <a:off x="9617580" y="5745608"/>
                <a:ext cx="9720" cy="165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801D92F-1E6A-E8BD-441D-EEAC904C062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608580" y="5736608"/>
                  <a:ext cx="273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410E2F3-BA95-E9D0-304B-4EB44F430BA0}"/>
                    </a:ext>
                  </a:extLst>
                </p14:cNvPr>
                <p14:cNvContentPartPr/>
                <p14:nvPr/>
              </p14:nvContentPartPr>
              <p14:xfrm>
                <a:off x="9564660" y="5751368"/>
                <a:ext cx="51840" cy="525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410E2F3-BA95-E9D0-304B-4EB44F430BA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555660" y="5742368"/>
                  <a:ext cx="694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3B38F4A-31D8-A5C5-2491-F20ECA5C878F}"/>
                    </a:ext>
                  </a:extLst>
                </p14:cNvPr>
                <p14:cNvContentPartPr/>
                <p14:nvPr/>
              </p14:nvContentPartPr>
              <p14:xfrm>
                <a:off x="9528300" y="5647328"/>
                <a:ext cx="12960" cy="151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3B38F4A-31D8-A5C5-2491-F20ECA5C878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519300" y="5638328"/>
                  <a:ext cx="306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D5B8DE8-08CB-89FE-39E4-C7B8AFCCC762}"/>
                    </a:ext>
                  </a:extLst>
                </p14:cNvPr>
                <p14:cNvContentPartPr/>
                <p14:nvPr/>
              </p14:nvContentPartPr>
              <p14:xfrm>
                <a:off x="9668700" y="5735168"/>
                <a:ext cx="132840" cy="273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D5B8DE8-08CB-89FE-39E4-C7B8AFCCC76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659700" y="5726168"/>
                  <a:ext cx="1504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9FC3AE4-8FCC-CC9F-2196-377C6B740900}"/>
                    </a:ext>
                  </a:extLst>
                </p14:cNvPr>
                <p14:cNvContentPartPr/>
                <p14:nvPr/>
              </p14:nvContentPartPr>
              <p14:xfrm>
                <a:off x="9833940" y="5671448"/>
                <a:ext cx="147240" cy="2426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9FC3AE4-8FCC-CC9F-2196-377C6B74090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825300" y="5662448"/>
                  <a:ext cx="1648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47C6828-039C-7EA7-69A8-AABF324004E5}"/>
                    </a:ext>
                  </a:extLst>
                </p14:cNvPr>
                <p14:cNvContentPartPr/>
                <p14:nvPr/>
              </p14:nvContentPartPr>
              <p14:xfrm>
                <a:off x="8511300" y="6248528"/>
                <a:ext cx="401760" cy="1173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47C6828-039C-7EA7-69A8-AABF324004E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502660" y="6239528"/>
                  <a:ext cx="4194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257C062-CD55-A0CA-2682-2379051BB455}"/>
                    </a:ext>
                  </a:extLst>
                </p14:cNvPr>
                <p14:cNvContentPartPr/>
                <p14:nvPr/>
              </p14:nvContentPartPr>
              <p14:xfrm>
                <a:off x="8935020" y="6235208"/>
                <a:ext cx="187200" cy="2991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257C062-CD55-A0CA-2682-2379051BB45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926020" y="6226568"/>
                  <a:ext cx="20484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E819758-77A4-A2E8-BBFE-7848EF01492D}"/>
                    </a:ext>
                  </a:extLst>
                </p14:cNvPr>
                <p14:cNvContentPartPr/>
                <p14:nvPr/>
              </p14:nvContentPartPr>
              <p14:xfrm>
                <a:off x="9303660" y="6176168"/>
                <a:ext cx="151200" cy="2116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E819758-77A4-A2E8-BBFE-7848EF01492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295020" y="6167528"/>
                  <a:ext cx="1688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0BF285C-5AEC-5A16-0D15-D5F1D25461D0}"/>
                    </a:ext>
                  </a:extLst>
                </p14:cNvPr>
                <p14:cNvContentPartPr/>
                <p14:nvPr/>
              </p14:nvContentPartPr>
              <p14:xfrm>
                <a:off x="9446580" y="6122168"/>
                <a:ext cx="98280" cy="1180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0BF285C-5AEC-5A16-0D15-D5F1D25461D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437580" y="6113168"/>
                  <a:ext cx="1159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13B1462-CE82-CB7A-5B6F-ADAC6CBDC635}"/>
                    </a:ext>
                  </a:extLst>
                </p14:cNvPr>
                <p14:cNvContentPartPr/>
                <p14:nvPr/>
              </p14:nvContentPartPr>
              <p14:xfrm>
                <a:off x="9525420" y="5998328"/>
                <a:ext cx="335520" cy="2311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13B1462-CE82-CB7A-5B6F-ADAC6CBDC63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516420" y="5989688"/>
                  <a:ext cx="353160" cy="24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B93EE787-6268-FEBE-3D4B-AC0A187EAD77}"/>
                  </a:ext>
                </a:extLst>
              </p14:cNvPr>
              <p14:cNvContentPartPr/>
              <p14:nvPr/>
            </p14:nvContentPartPr>
            <p14:xfrm>
              <a:off x="7164180" y="4945688"/>
              <a:ext cx="921600" cy="5832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B93EE787-6268-FEBE-3D4B-AC0A187EAD77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7155180" y="4937048"/>
                <a:ext cx="939240" cy="7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6" name="Group 155">
            <a:extLst>
              <a:ext uri="{FF2B5EF4-FFF2-40B4-BE49-F238E27FC236}">
                <a16:creationId xmlns:a16="http://schemas.microsoft.com/office/drawing/2014/main" id="{00CF8213-1911-3E52-AC69-3A20740A3281}"/>
              </a:ext>
            </a:extLst>
          </p:cNvPr>
          <p:cNvGrpSpPr/>
          <p:nvPr/>
        </p:nvGrpSpPr>
        <p:grpSpPr>
          <a:xfrm>
            <a:off x="8228700" y="4894568"/>
            <a:ext cx="2505600" cy="56880"/>
            <a:chOff x="8228700" y="4894568"/>
            <a:chExt cx="2505600" cy="5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C844125-6852-A69C-A823-D875966308BF}"/>
                    </a:ext>
                  </a:extLst>
                </p14:cNvPr>
                <p14:cNvContentPartPr/>
                <p14:nvPr/>
              </p14:nvContentPartPr>
              <p14:xfrm>
                <a:off x="8228700" y="4894568"/>
                <a:ext cx="563040" cy="468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C844125-6852-A69C-A823-D875966308B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219700" y="4885568"/>
                  <a:ext cx="5806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D630290-C084-61D8-631E-F98E5FCD6538}"/>
                    </a:ext>
                  </a:extLst>
                </p14:cNvPr>
                <p14:cNvContentPartPr/>
                <p14:nvPr/>
              </p14:nvContentPartPr>
              <p14:xfrm>
                <a:off x="8987940" y="4898528"/>
                <a:ext cx="1746360" cy="529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D630290-C084-61D8-631E-F98E5FCD653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979300" y="4889888"/>
                  <a:ext cx="1764000" cy="705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Quick classification: infer support from the ROC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35–55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Think first; compute only if needed.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8016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444751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389888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X(z)=1/(1−0.7z⁻¹),  |z|&gt;0.7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50591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615184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560320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X(z)=1/(1−1.2z⁻¹),  |z|&gt;1.2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21024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785615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730752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X(z)=1/(1−1.2z⁻¹),  |z|&lt;1.2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791456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956048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901184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poles at 0.5 and 0.9, 0.5&lt;|z|&lt;0.9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12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7AC4043-5437-3BEF-773B-5068B70C549C}"/>
              </a:ext>
            </a:extLst>
          </p:cNvPr>
          <p:cNvGrpSpPr/>
          <p:nvPr/>
        </p:nvGrpSpPr>
        <p:grpSpPr>
          <a:xfrm>
            <a:off x="4997700" y="1413008"/>
            <a:ext cx="520200" cy="268920"/>
            <a:chOff x="4997700" y="1413008"/>
            <a:chExt cx="520200" cy="26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FF5CD2C-D98B-7CBF-5C65-7C3143A96706}"/>
                    </a:ext>
                  </a:extLst>
                </p14:cNvPr>
                <p14:cNvContentPartPr/>
                <p14:nvPr/>
              </p14:nvContentPartPr>
              <p14:xfrm>
                <a:off x="5013540" y="1470248"/>
                <a:ext cx="69120" cy="2116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FF5CD2C-D98B-7CBF-5C65-7C3143A9670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004540" y="1461248"/>
                  <a:ext cx="867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60EBB54-6ACC-3A08-D6CF-067298DA0F98}"/>
                    </a:ext>
                  </a:extLst>
                </p14:cNvPr>
                <p14:cNvContentPartPr/>
                <p14:nvPr/>
              </p14:nvContentPartPr>
              <p14:xfrm>
                <a:off x="4997700" y="1481048"/>
                <a:ext cx="88200" cy="78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60EBB54-6ACC-3A08-D6CF-067298DA0F9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989060" y="1472048"/>
                  <a:ext cx="1058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787279A-6C7A-190A-DA57-4A86DBD9A2DC}"/>
                    </a:ext>
                  </a:extLst>
                </p14:cNvPr>
                <p14:cNvContentPartPr/>
                <p14:nvPr/>
              </p14:nvContentPartPr>
              <p14:xfrm>
                <a:off x="5157900" y="1502648"/>
                <a:ext cx="68400" cy="62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787279A-6C7A-190A-DA57-4A86DBD9A2D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149260" y="1494008"/>
                  <a:ext cx="860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77E3812-DAEC-D628-88DA-9F14D1F93044}"/>
                    </a:ext>
                  </a:extLst>
                </p14:cNvPr>
                <p14:cNvContentPartPr/>
                <p14:nvPr/>
              </p14:nvContentPartPr>
              <p14:xfrm>
                <a:off x="5273100" y="1413008"/>
                <a:ext cx="244800" cy="151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77E3812-DAEC-D628-88DA-9F14D1F9304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264460" y="1404008"/>
                  <a:ext cx="26244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DF8CDF8-FAC7-F4AB-39EF-970D0510466B}"/>
              </a:ext>
            </a:extLst>
          </p:cNvPr>
          <p:cNvGrpSpPr/>
          <p:nvPr/>
        </p:nvGrpSpPr>
        <p:grpSpPr>
          <a:xfrm>
            <a:off x="5818860" y="1385288"/>
            <a:ext cx="914760" cy="221040"/>
            <a:chOff x="5818860" y="1385288"/>
            <a:chExt cx="914760" cy="22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2851FC1-87B8-9376-A3AE-626CC456F08A}"/>
                    </a:ext>
                  </a:extLst>
                </p14:cNvPr>
                <p14:cNvContentPartPr/>
                <p14:nvPr/>
              </p14:nvContentPartPr>
              <p14:xfrm>
                <a:off x="5818860" y="1442528"/>
                <a:ext cx="164160" cy="163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2851FC1-87B8-9376-A3AE-626CC456F08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809860" y="1433528"/>
                  <a:ext cx="1818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6B5A781-471D-95D4-DB8F-534270EA2E50}"/>
                    </a:ext>
                  </a:extLst>
                </p14:cNvPr>
                <p14:cNvContentPartPr/>
                <p14:nvPr/>
              </p14:nvContentPartPr>
              <p14:xfrm>
                <a:off x="5860260" y="1532528"/>
                <a:ext cx="99720" cy="5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6B5A781-471D-95D4-DB8F-534270EA2E5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851620" y="1523528"/>
                  <a:ext cx="1173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DC958A9-0B94-AC7B-50A9-7874638DF9ED}"/>
                    </a:ext>
                  </a:extLst>
                </p14:cNvPr>
                <p14:cNvContentPartPr/>
                <p14:nvPr/>
              </p14:nvContentPartPr>
              <p14:xfrm>
                <a:off x="6104340" y="1516688"/>
                <a:ext cx="93960" cy="11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DC958A9-0B94-AC7B-50A9-7874638DF9E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095700" y="1507688"/>
                  <a:ext cx="1116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44BF8F5-6EFF-4DAB-174E-B5EA8F0CE8FD}"/>
                    </a:ext>
                  </a:extLst>
                </p14:cNvPr>
                <p14:cNvContentPartPr/>
                <p14:nvPr/>
              </p14:nvContentPartPr>
              <p14:xfrm>
                <a:off x="6045300" y="1442888"/>
                <a:ext cx="127080" cy="32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44BF8F5-6EFF-4DAB-174E-B5EA8F0CE8F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036300" y="1433888"/>
                  <a:ext cx="1447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3C31787-DF5C-0F4E-0AA4-CCBE5CAC6554}"/>
                    </a:ext>
                  </a:extLst>
                </p14:cNvPr>
                <p14:cNvContentPartPr/>
                <p14:nvPr/>
              </p14:nvContentPartPr>
              <p14:xfrm>
                <a:off x="6317100" y="1433168"/>
                <a:ext cx="126000" cy="126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3C31787-DF5C-0F4E-0AA4-CCBE5CAC655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308460" y="1424168"/>
                  <a:ext cx="1436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08A3E28-4B48-04DC-4F70-7B5026390434}"/>
                    </a:ext>
                  </a:extLst>
                </p14:cNvPr>
                <p14:cNvContentPartPr/>
                <p14:nvPr/>
              </p14:nvContentPartPr>
              <p14:xfrm>
                <a:off x="6499260" y="1548008"/>
                <a:ext cx="360" cy="1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08A3E28-4B48-04DC-4F70-7B502639043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90620" y="1539368"/>
                  <a:ext cx="180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81A5A00-EDB9-27F8-2A85-3524CEF8B4CE}"/>
                    </a:ext>
                  </a:extLst>
                </p14:cNvPr>
                <p14:cNvContentPartPr/>
                <p14:nvPr/>
              </p14:nvContentPartPr>
              <p14:xfrm>
                <a:off x="6582420" y="1385288"/>
                <a:ext cx="117000" cy="196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81A5A00-EDB9-27F8-2A85-3524CEF8B4C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573780" y="1376648"/>
                  <a:ext cx="1346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F458BB6-00EA-28ED-6A82-7A575266D52B}"/>
                    </a:ext>
                  </a:extLst>
                </p14:cNvPr>
                <p14:cNvContentPartPr/>
                <p14:nvPr/>
              </p14:nvContentPartPr>
              <p14:xfrm>
                <a:off x="6679980" y="1501208"/>
                <a:ext cx="53640" cy="14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F458BB6-00EA-28ED-6A82-7A575266D52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670980" y="1492568"/>
                  <a:ext cx="71280" cy="3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4C3241D-F03E-B53A-7DE7-CB759BD23B42}"/>
                  </a:ext>
                </a:extLst>
              </p14:cNvPr>
              <p14:cNvContentPartPr/>
              <p14:nvPr/>
            </p14:nvContentPartPr>
            <p14:xfrm>
              <a:off x="3329820" y="1901168"/>
              <a:ext cx="649800" cy="316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4C3241D-F03E-B53A-7DE7-CB759BD23B4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321180" y="1892528"/>
                <a:ext cx="667440" cy="4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9BCD77D5-8509-22AA-3270-C09CA712A149}"/>
              </a:ext>
            </a:extLst>
          </p:cNvPr>
          <p:cNvGrpSpPr/>
          <p:nvPr/>
        </p:nvGrpSpPr>
        <p:grpSpPr>
          <a:xfrm>
            <a:off x="5289660" y="1776608"/>
            <a:ext cx="678600" cy="323640"/>
            <a:chOff x="5289660" y="1776608"/>
            <a:chExt cx="678600" cy="32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5DF8786-B96F-E343-35A4-F79A3D96122B}"/>
                    </a:ext>
                  </a:extLst>
                </p14:cNvPr>
                <p14:cNvContentPartPr/>
                <p14:nvPr/>
              </p14:nvContentPartPr>
              <p14:xfrm>
                <a:off x="5289660" y="1937168"/>
                <a:ext cx="178200" cy="133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5DF8786-B96F-E343-35A4-F79A3D96122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281020" y="1928528"/>
                  <a:ext cx="1958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4685C6C-CF26-AFFD-0382-3CD40C87910A}"/>
                    </a:ext>
                  </a:extLst>
                </p14:cNvPr>
                <p14:cNvContentPartPr/>
                <p14:nvPr/>
              </p14:nvContentPartPr>
              <p14:xfrm>
                <a:off x="5413500" y="1818368"/>
                <a:ext cx="16200" cy="10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4685C6C-CF26-AFFD-0382-3CD40C87910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404500" y="1809728"/>
                  <a:ext cx="338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7C17FF8-DCD4-099B-756C-F2E157E840EA}"/>
                    </a:ext>
                  </a:extLst>
                </p14:cNvPr>
                <p14:cNvContentPartPr/>
                <p14:nvPr/>
              </p14:nvContentPartPr>
              <p14:xfrm>
                <a:off x="5574060" y="1937888"/>
                <a:ext cx="126360" cy="162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7C17FF8-DCD4-099B-756C-F2E157E840E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565060" y="1929248"/>
                  <a:ext cx="1440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62FEBC2-89A9-C924-EFA9-52FA0602E7C2}"/>
                    </a:ext>
                  </a:extLst>
                </p14:cNvPr>
                <p14:cNvContentPartPr/>
                <p14:nvPr/>
              </p14:nvContentPartPr>
              <p14:xfrm>
                <a:off x="5673420" y="1787048"/>
                <a:ext cx="180360" cy="208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62FEBC2-89A9-C924-EFA9-52FA0602E7C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664420" y="1778408"/>
                  <a:ext cx="1980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CD5C7A2-1D41-2256-AD1E-0FBFAA9DB8F4}"/>
                    </a:ext>
                  </a:extLst>
                </p14:cNvPr>
                <p14:cNvContentPartPr/>
                <p14:nvPr/>
              </p14:nvContentPartPr>
              <p14:xfrm>
                <a:off x="5823900" y="1776608"/>
                <a:ext cx="144360" cy="212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CD5C7A2-1D41-2256-AD1E-0FBFAA9DB8F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815260" y="1767968"/>
                  <a:ext cx="162000" cy="22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1B26FED-EF83-0E72-B9B3-47D10ADD19B9}"/>
              </a:ext>
            </a:extLst>
          </p:cNvPr>
          <p:cNvGrpSpPr/>
          <p:nvPr/>
        </p:nvGrpSpPr>
        <p:grpSpPr>
          <a:xfrm>
            <a:off x="6197940" y="1766528"/>
            <a:ext cx="721440" cy="239040"/>
            <a:chOff x="6197940" y="1766528"/>
            <a:chExt cx="721440" cy="23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1262012-4439-F406-A799-815A8EACCA7B}"/>
                    </a:ext>
                  </a:extLst>
                </p14:cNvPr>
                <p14:cNvContentPartPr/>
                <p14:nvPr/>
              </p14:nvContentPartPr>
              <p14:xfrm>
                <a:off x="6197940" y="1872728"/>
                <a:ext cx="130320" cy="132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1262012-4439-F406-A799-815A8EACCA7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189300" y="1864088"/>
                  <a:ext cx="1479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50A552B-C61A-ABED-605F-B568C36BFED4}"/>
                    </a:ext>
                  </a:extLst>
                </p14:cNvPr>
                <p14:cNvContentPartPr/>
                <p14:nvPr/>
              </p14:nvContentPartPr>
              <p14:xfrm>
                <a:off x="6390180" y="1947968"/>
                <a:ext cx="360" cy="190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50A552B-C61A-ABED-605F-B568C36BFED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381540" y="1939328"/>
                  <a:ext cx="180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BD5E27D-910C-AF69-3B9F-767DDE75A9B2}"/>
                    </a:ext>
                  </a:extLst>
                </p14:cNvPr>
                <p14:cNvContentPartPr/>
                <p14:nvPr/>
              </p14:nvContentPartPr>
              <p14:xfrm>
                <a:off x="6374700" y="1838888"/>
                <a:ext cx="39960" cy="777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BD5E27D-910C-AF69-3B9F-767DDE75A9B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365700" y="1830248"/>
                  <a:ext cx="576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8F9BEB9-E087-40C5-618D-34C2E761D4AE}"/>
                    </a:ext>
                  </a:extLst>
                </p14:cNvPr>
                <p14:cNvContentPartPr/>
                <p14:nvPr/>
              </p14:nvContentPartPr>
              <p14:xfrm>
                <a:off x="6494940" y="1793168"/>
                <a:ext cx="237960" cy="1976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8F9BEB9-E087-40C5-618D-34C2E761D4A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486300" y="1784528"/>
                  <a:ext cx="2556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4ADF6E1-ACD2-59B7-3958-C75789D21F39}"/>
                    </a:ext>
                  </a:extLst>
                </p14:cNvPr>
                <p14:cNvContentPartPr/>
                <p14:nvPr/>
              </p14:nvContentPartPr>
              <p14:xfrm>
                <a:off x="6813540" y="1766528"/>
                <a:ext cx="105840" cy="212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4ADF6E1-ACD2-59B7-3958-C75789D21F3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804540" y="1757888"/>
                  <a:ext cx="123480" cy="23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82457E8F-3604-9307-2F5E-6F13CE14EDAE}"/>
                  </a:ext>
                </a:extLst>
              </p14:cNvPr>
              <p14:cNvContentPartPr/>
              <p14:nvPr/>
            </p14:nvContentPartPr>
            <p14:xfrm>
              <a:off x="7268220" y="2031128"/>
              <a:ext cx="11160" cy="694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82457E8F-3604-9307-2F5E-6F13CE14EDA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259580" y="2022488"/>
                <a:ext cx="28800" cy="8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00F572BA-8017-FD8C-7FA1-263F5E57C3B8}"/>
              </a:ext>
            </a:extLst>
          </p:cNvPr>
          <p:cNvGrpSpPr/>
          <p:nvPr/>
        </p:nvGrpSpPr>
        <p:grpSpPr>
          <a:xfrm>
            <a:off x="7542900" y="1777688"/>
            <a:ext cx="775080" cy="198360"/>
            <a:chOff x="7542900" y="1777688"/>
            <a:chExt cx="775080" cy="19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0DE9872-03D0-7FA8-677A-75BCD256646B}"/>
                    </a:ext>
                  </a:extLst>
                </p14:cNvPr>
                <p14:cNvContentPartPr/>
                <p14:nvPr/>
              </p14:nvContentPartPr>
              <p14:xfrm>
                <a:off x="7542900" y="1786688"/>
                <a:ext cx="161640" cy="189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0DE9872-03D0-7FA8-677A-75BCD256646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533900" y="1777688"/>
                  <a:ext cx="1792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BE4A795-47C0-0D07-ACC0-9EF36774F606}"/>
                    </a:ext>
                  </a:extLst>
                </p14:cNvPr>
                <p14:cNvContentPartPr/>
                <p14:nvPr/>
              </p14:nvContentPartPr>
              <p14:xfrm>
                <a:off x="7834860" y="1838888"/>
                <a:ext cx="19800" cy="961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BE4A795-47C0-0D07-ACC0-9EF36774F60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825860" y="1830248"/>
                  <a:ext cx="374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2B2C339-82AA-1EE6-FD90-95498DFF3E32}"/>
                    </a:ext>
                  </a:extLst>
                </p14:cNvPr>
                <p14:cNvContentPartPr/>
                <p14:nvPr/>
              </p14:nvContentPartPr>
              <p14:xfrm>
                <a:off x="7658100" y="1777688"/>
                <a:ext cx="239040" cy="392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2B2C339-82AA-1EE6-FD90-95498DFF3E3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649460" y="1769048"/>
                  <a:ext cx="2566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F446FFF-F0BF-4614-7BA4-8B246947DB30}"/>
                    </a:ext>
                  </a:extLst>
                </p14:cNvPr>
                <p14:cNvContentPartPr/>
                <p14:nvPr/>
              </p14:nvContentPartPr>
              <p14:xfrm>
                <a:off x="7995780" y="1854728"/>
                <a:ext cx="25200" cy="99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F446FFF-F0BF-4614-7BA4-8B246947DB3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986780" y="1845728"/>
                  <a:ext cx="428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3DB2F37-2FF8-82F0-2ACD-01D6572E37F7}"/>
                    </a:ext>
                  </a:extLst>
                </p14:cNvPr>
                <p14:cNvContentPartPr/>
                <p14:nvPr/>
              </p14:nvContentPartPr>
              <p14:xfrm>
                <a:off x="7917660" y="1782008"/>
                <a:ext cx="139320" cy="41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3DB2F37-2FF8-82F0-2ACD-01D6572E37F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909020" y="1773368"/>
                  <a:ext cx="1569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0DA690F-F4DD-C8EB-BDB5-DDA36E0DC2A0}"/>
                    </a:ext>
                  </a:extLst>
                </p14:cNvPr>
                <p14:cNvContentPartPr/>
                <p14:nvPr/>
              </p14:nvContentPartPr>
              <p14:xfrm>
                <a:off x="7990380" y="1854728"/>
                <a:ext cx="78840" cy="212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0DA690F-F4DD-C8EB-BDB5-DDA36E0DC2A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981740" y="1845728"/>
                  <a:ext cx="964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2CEE2CE-9625-D917-B977-318F6D65C9B4}"/>
                    </a:ext>
                  </a:extLst>
                </p14:cNvPr>
                <p14:cNvContentPartPr/>
                <p14:nvPr/>
              </p14:nvContentPartPr>
              <p14:xfrm>
                <a:off x="8252100" y="1854728"/>
                <a:ext cx="28080" cy="1144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2CEE2CE-9625-D917-B977-318F6D65C9B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243460" y="1845728"/>
                  <a:ext cx="457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755AA41-5A2F-1ADE-EA6B-587375C69C65}"/>
                    </a:ext>
                  </a:extLst>
                </p14:cNvPr>
                <p14:cNvContentPartPr/>
                <p14:nvPr/>
              </p14:nvContentPartPr>
              <p14:xfrm>
                <a:off x="8157060" y="1800368"/>
                <a:ext cx="160920" cy="169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755AA41-5A2F-1ADE-EA6B-587375C69C6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148420" y="1791368"/>
                  <a:ext cx="17856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C8142E0-7CDE-CB06-3F8D-78EE2CAC25B3}"/>
              </a:ext>
            </a:extLst>
          </p:cNvPr>
          <p:cNvGrpSpPr/>
          <p:nvPr/>
        </p:nvGrpSpPr>
        <p:grpSpPr>
          <a:xfrm>
            <a:off x="8573580" y="1724768"/>
            <a:ext cx="716400" cy="257760"/>
            <a:chOff x="8573580" y="1724768"/>
            <a:chExt cx="716400" cy="25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D5E640A-3B4C-E64A-E983-0A39697745AE}"/>
                    </a:ext>
                  </a:extLst>
                </p14:cNvPr>
                <p14:cNvContentPartPr/>
                <p14:nvPr/>
              </p14:nvContentPartPr>
              <p14:xfrm>
                <a:off x="8573580" y="1829528"/>
                <a:ext cx="130680" cy="1040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D5E640A-3B4C-E64A-E983-0A39697745A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564580" y="1820888"/>
                  <a:ext cx="1483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225F558-CAA9-BE21-4A95-C944DE0828F2}"/>
                    </a:ext>
                  </a:extLst>
                </p14:cNvPr>
                <p14:cNvContentPartPr/>
                <p14:nvPr/>
              </p14:nvContentPartPr>
              <p14:xfrm>
                <a:off x="8655300" y="1854728"/>
                <a:ext cx="197280" cy="961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225F558-CAA9-BE21-4A95-C944DE0828F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646660" y="1845728"/>
                  <a:ext cx="2149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294884C-18B1-24EB-80AD-D445F58C7552}"/>
                    </a:ext>
                  </a:extLst>
                </p14:cNvPr>
                <p14:cNvContentPartPr/>
                <p14:nvPr/>
              </p14:nvContentPartPr>
              <p14:xfrm>
                <a:off x="8760060" y="1875248"/>
                <a:ext cx="51480" cy="705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294884C-18B1-24EB-80AD-D445F58C755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751420" y="1866608"/>
                  <a:ext cx="691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656BD68-363F-8FF5-630C-A5483D698203}"/>
                    </a:ext>
                  </a:extLst>
                </p14:cNvPr>
                <p14:cNvContentPartPr/>
                <p14:nvPr/>
              </p14:nvContentPartPr>
              <p14:xfrm>
                <a:off x="8925660" y="1896128"/>
                <a:ext cx="29880" cy="738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656BD68-363F-8FF5-630C-A5483D69820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916660" y="1887488"/>
                  <a:ext cx="475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B45D885-03FB-6C5A-523B-7C0F8D53B0CD}"/>
                    </a:ext>
                  </a:extLst>
                </p14:cNvPr>
                <p14:cNvContentPartPr/>
                <p14:nvPr/>
              </p14:nvContentPartPr>
              <p14:xfrm>
                <a:off x="8883900" y="1797488"/>
                <a:ext cx="30240" cy="669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B45D885-03FB-6C5A-523B-7C0F8D53B0C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875260" y="1788488"/>
                  <a:ext cx="478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419ABE5-85B9-0832-750E-2BB277D57B76}"/>
                    </a:ext>
                  </a:extLst>
                </p14:cNvPr>
                <p14:cNvContentPartPr/>
                <p14:nvPr/>
              </p14:nvContentPartPr>
              <p14:xfrm>
                <a:off x="8970300" y="1859048"/>
                <a:ext cx="92880" cy="954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419ABE5-85B9-0832-750E-2BB277D57B7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961300" y="1850048"/>
                  <a:ext cx="1105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2F38410-37B0-548A-1598-23C666BAF4FC}"/>
                    </a:ext>
                  </a:extLst>
                </p14:cNvPr>
                <p14:cNvContentPartPr/>
                <p14:nvPr/>
              </p14:nvContentPartPr>
              <p14:xfrm>
                <a:off x="9035460" y="1724768"/>
                <a:ext cx="113760" cy="2268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2F38410-37B0-548A-1598-23C666BAF4F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026460" y="1715768"/>
                  <a:ext cx="1314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B087A81-923F-4BAB-0CB0-836EA734FBB5}"/>
                    </a:ext>
                  </a:extLst>
                </p14:cNvPr>
                <p14:cNvContentPartPr/>
                <p14:nvPr/>
              </p14:nvContentPartPr>
              <p14:xfrm>
                <a:off x="9237420" y="1832768"/>
                <a:ext cx="52560" cy="1497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B087A81-923F-4BAB-0CB0-836EA734FBB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228420" y="1823768"/>
                  <a:ext cx="7020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29D1A06-128F-68EC-67F5-A82462D09901}"/>
              </a:ext>
            </a:extLst>
          </p:cNvPr>
          <p:cNvGrpSpPr/>
          <p:nvPr/>
        </p:nvGrpSpPr>
        <p:grpSpPr>
          <a:xfrm>
            <a:off x="5042700" y="2602808"/>
            <a:ext cx="579600" cy="290520"/>
            <a:chOff x="5042700" y="2602808"/>
            <a:chExt cx="579600" cy="29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A3112EE-D5F0-4EBE-8655-D9A2EEA2D9F7}"/>
                    </a:ext>
                  </a:extLst>
                </p14:cNvPr>
                <p14:cNvContentPartPr/>
                <p14:nvPr/>
              </p14:nvContentPartPr>
              <p14:xfrm>
                <a:off x="5042700" y="2705768"/>
                <a:ext cx="89640" cy="1875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A3112EE-D5F0-4EBE-8655-D9A2EEA2D9F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034060" y="2696768"/>
                  <a:ext cx="1072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C04BC32-D72C-8261-EE46-EE398D60B18D}"/>
                    </a:ext>
                  </a:extLst>
                </p14:cNvPr>
                <p14:cNvContentPartPr/>
                <p14:nvPr/>
              </p14:nvContentPartPr>
              <p14:xfrm>
                <a:off x="5232060" y="2721248"/>
                <a:ext cx="68400" cy="842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C04BC32-D72C-8261-EE46-EE398D60B18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223060" y="2712248"/>
                  <a:ext cx="860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14507AD-0E14-2715-FF5E-99E2D0F7410D}"/>
                    </a:ext>
                  </a:extLst>
                </p14:cNvPr>
                <p14:cNvContentPartPr/>
                <p14:nvPr/>
              </p14:nvContentPartPr>
              <p14:xfrm>
                <a:off x="5340420" y="2602808"/>
                <a:ext cx="281880" cy="2142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14507AD-0E14-2715-FF5E-99E2D0F7410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331420" y="2593808"/>
                  <a:ext cx="299520" cy="23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D68F7551-99A6-EEDC-3297-CDE86B205B13}"/>
              </a:ext>
            </a:extLst>
          </p:cNvPr>
          <p:cNvGrpSpPr/>
          <p:nvPr/>
        </p:nvGrpSpPr>
        <p:grpSpPr>
          <a:xfrm>
            <a:off x="5844780" y="2632688"/>
            <a:ext cx="903960" cy="200160"/>
            <a:chOff x="5844780" y="2632688"/>
            <a:chExt cx="903960" cy="20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4921090-939C-FDF7-8DE1-E77BE73C2A09}"/>
                    </a:ext>
                  </a:extLst>
                </p14:cNvPr>
                <p14:cNvContentPartPr/>
                <p14:nvPr/>
              </p14:nvContentPartPr>
              <p14:xfrm>
                <a:off x="5844780" y="2666528"/>
                <a:ext cx="187200" cy="1663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4921090-939C-FDF7-8DE1-E77BE73C2A0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835780" y="2657528"/>
                  <a:ext cx="2048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6D71970-19A9-2814-DB10-B82732024DA9}"/>
                    </a:ext>
                  </a:extLst>
                </p14:cNvPr>
                <p14:cNvContentPartPr/>
                <p14:nvPr/>
              </p14:nvContentPartPr>
              <p14:xfrm>
                <a:off x="5896260" y="2774168"/>
                <a:ext cx="104400" cy="57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6D71970-19A9-2814-DB10-B82732024DA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887620" y="2765528"/>
                  <a:ext cx="1220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DA2A6C4-DB57-37CE-9602-093B90F98936}"/>
                    </a:ext>
                  </a:extLst>
                </p14:cNvPr>
                <p14:cNvContentPartPr/>
                <p14:nvPr/>
              </p14:nvContentPartPr>
              <p14:xfrm>
                <a:off x="6150060" y="2742488"/>
                <a:ext cx="100440" cy="165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DA2A6C4-DB57-37CE-9602-093B90F9893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141060" y="2733488"/>
                  <a:ext cx="118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FC5524C-E58F-3A5E-CE83-AB611C407175}"/>
                    </a:ext>
                  </a:extLst>
                </p14:cNvPr>
                <p14:cNvContentPartPr/>
                <p14:nvPr/>
              </p14:nvContentPartPr>
              <p14:xfrm>
                <a:off x="6108660" y="2676608"/>
                <a:ext cx="95040" cy="198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FC5524C-E58F-3A5E-CE83-AB611C40717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099660" y="2667968"/>
                  <a:ext cx="112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F462A7E-D990-FC99-9B73-33F8B0AF9F25}"/>
                    </a:ext>
                  </a:extLst>
                </p14:cNvPr>
                <p14:cNvContentPartPr/>
                <p14:nvPr/>
              </p14:nvContentPartPr>
              <p14:xfrm>
                <a:off x="6370740" y="2643488"/>
                <a:ext cx="45000" cy="162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F462A7E-D990-FC99-9B73-33F8B0AF9F2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362100" y="2634488"/>
                  <a:ext cx="626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88B40B8-2BFD-3CB6-8210-52263CEF104A}"/>
                    </a:ext>
                  </a:extLst>
                </p14:cNvPr>
                <p14:cNvContentPartPr/>
                <p14:nvPr/>
              </p14:nvContentPartPr>
              <p14:xfrm>
                <a:off x="6497460" y="2779568"/>
                <a:ext cx="12600" cy="190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88B40B8-2BFD-3CB6-8210-52263CEF104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488820" y="2770568"/>
                  <a:ext cx="302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AD8A644-5056-8B57-D77A-ABC2D0E6C054}"/>
                    </a:ext>
                  </a:extLst>
                </p14:cNvPr>
                <p14:cNvContentPartPr/>
                <p14:nvPr/>
              </p14:nvContentPartPr>
              <p14:xfrm>
                <a:off x="6520140" y="2632688"/>
                <a:ext cx="228600" cy="1429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AD8A644-5056-8B57-D77A-ABC2D0E6C05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511140" y="2624048"/>
                  <a:ext cx="246240" cy="16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A3ADF2F-64AE-763F-AF3D-A251A9807A93}"/>
              </a:ext>
            </a:extLst>
          </p:cNvPr>
          <p:cNvGrpSpPr/>
          <p:nvPr/>
        </p:nvGrpSpPr>
        <p:grpSpPr>
          <a:xfrm>
            <a:off x="7232220" y="2528648"/>
            <a:ext cx="1373400" cy="386640"/>
            <a:chOff x="7232220" y="2528648"/>
            <a:chExt cx="1373400" cy="38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C5AFC41-B3C0-DE35-9D21-4387970A9998}"/>
                    </a:ext>
                  </a:extLst>
                </p14:cNvPr>
                <p14:cNvContentPartPr/>
                <p14:nvPr/>
              </p14:nvContentPartPr>
              <p14:xfrm>
                <a:off x="7232220" y="2705768"/>
                <a:ext cx="64080" cy="1101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C5AFC41-B3C0-DE35-9D21-4387970A999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223220" y="2696768"/>
                  <a:ext cx="817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81922F8-2527-FC9D-F93F-6D144DE0456F}"/>
                    </a:ext>
                  </a:extLst>
                </p14:cNvPr>
                <p14:cNvContentPartPr/>
                <p14:nvPr/>
              </p14:nvContentPartPr>
              <p14:xfrm>
                <a:off x="7351380" y="2753288"/>
                <a:ext cx="47520" cy="63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81922F8-2527-FC9D-F93F-6D144DE0456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342740" y="2744648"/>
                  <a:ext cx="651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9F8D4DF-0431-1A4B-09FD-A6D21FFC10BD}"/>
                    </a:ext>
                  </a:extLst>
                </p14:cNvPr>
                <p14:cNvContentPartPr/>
                <p14:nvPr/>
              </p14:nvContentPartPr>
              <p14:xfrm>
                <a:off x="7340940" y="2680568"/>
                <a:ext cx="18360" cy="151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9F8D4DF-0431-1A4B-09FD-A6D21FFC10B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332300" y="2671928"/>
                  <a:ext cx="360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A3931CA-A7D5-88D3-89A6-A0EBE8783C90}"/>
                    </a:ext>
                  </a:extLst>
                </p14:cNvPr>
                <p14:cNvContentPartPr/>
                <p14:nvPr/>
              </p14:nvContentPartPr>
              <p14:xfrm>
                <a:off x="7470180" y="2750048"/>
                <a:ext cx="100440" cy="1652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A3931CA-A7D5-88D3-89A6-A0EBE8783C9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461180" y="2741408"/>
                  <a:ext cx="1180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8FADC8B-1F89-DB1F-235F-FE08D3242C58}"/>
                    </a:ext>
                  </a:extLst>
                </p14:cNvPr>
                <p14:cNvContentPartPr/>
                <p14:nvPr/>
              </p14:nvContentPartPr>
              <p14:xfrm>
                <a:off x="7522740" y="2571488"/>
                <a:ext cx="110520" cy="2206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8FADC8B-1F89-DB1F-235F-FE08D3242C5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514100" y="2562848"/>
                  <a:ext cx="1281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0FDFDA8-700E-C7C7-D2D6-BC08DEA217A6}"/>
                    </a:ext>
                  </a:extLst>
                </p14:cNvPr>
                <p14:cNvContentPartPr/>
                <p14:nvPr/>
              </p14:nvContentPartPr>
              <p14:xfrm>
                <a:off x="7533180" y="2706488"/>
                <a:ext cx="29880" cy="43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0FDFDA8-700E-C7C7-D2D6-BC08DEA217A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524540" y="2697848"/>
                  <a:ext cx="475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5834005-742F-3812-908E-2D98BACF6799}"/>
                    </a:ext>
                  </a:extLst>
                </p14:cNvPr>
                <p14:cNvContentPartPr/>
                <p14:nvPr/>
              </p14:nvContentPartPr>
              <p14:xfrm>
                <a:off x="7533180" y="2691728"/>
                <a:ext cx="177120" cy="72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5834005-742F-3812-908E-2D98BACF679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524540" y="2682728"/>
                  <a:ext cx="1947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6DF29FC-09DE-6BC4-4810-6E1D4EE142B0}"/>
                    </a:ext>
                  </a:extLst>
                </p14:cNvPr>
                <p14:cNvContentPartPr/>
                <p14:nvPr/>
              </p14:nvContentPartPr>
              <p14:xfrm>
                <a:off x="7704540" y="2571488"/>
                <a:ext cx="109080" cy="1825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6DF29FC-09DE-6BC4-4810-6E1D4EE142B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695900" y="2562848"/>
                  <a:ext cx="1267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1CE60A0-5E2F-E928-75C2-30FA4716FAC6}"/>
                    </a:ext>
                  </a:extLst>
                </p14:cNvPr>
                <p14:cNvContentPartPr/>
                <p14:nvPr/>
              </p14:nvContentPartPr>
              <p14:xfrm>
                <a:off x="7681860" y="2684888"/>
                <a:ext cx="147960" cy="428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1CE60A0-5E2F-E928-75C2-30FA4716FAC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673220" y="2676248"/>
                  <a:ext cx="1656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997C293-122B-1CAD-CE52-2B2DDD7F8CC7}"/>
                    </a:ext>
                  </a:extLst>
                </p14:cNvPr>
                <p14:cNvContentPartPr/>
                <p14:nvPr/>
              </p14:nvContentPartPr>
              <p14:xfrm>
                <a:off x="7975260" y="2674808"/>
                <a:ext cx="105480" cy="802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997C293-122B-1CAD-CE52-2B2DDD7F8CC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966260" y="2665808"/>
                  <a:ext cx="1231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708724E-302F-12D7-230D-AE499F046C4A}"/>
                    </a:ext>
                  </a:extLst>
                </p14:cNvPr>
                <p14:cNvContentPartPr/>
                <p14:nvPr/>
              </p14:nvContentPartPr>
              <p14:xfrm>
                <a:off x="8130780" y="2691008"/>
                <a:ext cx="17640" cy="291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708724E-302F-12D7-230D-AE499F046C4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121780" y="2682368"/>
                  <a:ext cx="352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A5E141E-494B-B6F1-2774-4B56905B0543}"/>
                    </a:ext>
                  </a:extLst>
                </p14:cNvPr>
                <p14:cNvContentPartPr/>
                <p14:nvPr/>
              </p14:nvContentPartPr>
              <p14:xfrm>
                <a:off x="8115300" y="2585888"/>
                <a:ext cx="13680" cy="486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A5E141E-494B-B6F1-2774-4B56905B054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106300" y="2577248"/>
                  <a:ext cx="313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4D5BD45-2D66-F25E-16FC-CCCD365F9B43}"/>
                    </a:ext>
                  </a:extLst>
                </p14:cNvPr>
                <p14:cNvContentPartPr/>
                <p14:nvPr/>
              </p14:nvContentPartPr>
              <p14:xfrm>
                <a:off x="8233020" y="2539088"/>
                <a:ext cx="212400" cy="2059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4D5BD45-2D66-F25E-16FC-CCCD365F9B4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224020" y="2530088"/>
                  <a:ext cx="2300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E62A7EA-C453-E170-462D-FBF302A7F5DA}"/>
                    </a:ext>
                  </a:extLst>
                </p14:cNvPr>
                <p14:cNvContentPartPr/>
                <p14:nvPr/>
              </p14:nvContentPartPr>
              <p14:xfrm>
                <a:off x="8500860" y="2528648"/>
                <a:ext cx="104760" cy="2077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E62A7EA-C453-E170-462D-FBF302A7F5D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492220" y="2520008"/>
                  <a:ext cx="122400" cy="22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CA4DC391-4652-9989-E2C5-67B2CED70088}"/>
                  </a:ext>
                </a:extLst>
              </p14:cNvPr>
              <p14:cNvContentPartPr/>
              <p14:nvPr/>
            </p14:nvContentPartPr>
            <p14:xfrm>
              <a:off x="8817660" y="2769128"/>
              <a:ext cx="30240" cy="6480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CA4DC391-4652-9989-E2C5-67B2CED70088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809020" y="2760128"/>
                <a:ext cx="47880" cy="8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0C2E2D7A-DB45-B2D0-E43C-4631EE4A638D}"/>
              </a:ext>
            </a:extLst>
          </p:cNvPr>
          <p:cNvGrpSpPr/>
          <p:nvPr/>
        </p:nvGrpSpPr>
        <p:grpSpPr>
          <a:xfrm>
            <a:off x="9013860" y="2685248"/>
            <a:ext cx="312480" cy="82800"/>
            <a:chOff x="9013860" y="2685248"/>
            <a:chExt cx="312480" cy="8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26EAB01-B588-3805-98E4-9B460B9D40CA}"/>
                    </a:ext>
                  </a:extLst>
                </p14:cNvPr>
                <p14:cNvContentPartPr/>
                <p14:nvPr/>
              </p14:nvContentPartPr>
              <p14:xfrm>
                <a:off x="9013860" y="2685968"/>
                <a:ext cx="174600" cy="820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26EAB01-B588-3805-98E4-9B460B9D40C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005220" y="2676968"/>
                  <a:ext cx="1922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12582FB-FBDD-1AF1-C333-8B75A161AC58}"/>
                    </a:ext>
                  </a:extLst>
                </p14:cNvPr>
                <p14:cNvContentPartPr/>
                <p14:nvPr/>
              </p14:nvContentPartPr>
              <p14:xfrm>
                <a:off x="9230220" y="2685248"/>
                <a:ext cx="96120" cy="788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12582FB-FBDD-1AF1-C333-8B75A161AC5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221580" y="2676248"/>
                  <a:ext cx="11376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190EFA6C-0223-B722-F527-BA8F5395A6B8}"/>
              </a:ext>
            </a:extLst>
          </p:cNvPr>
          <p:cNvGrpSpPr/>
          <p:nvPr/>
        </p:nvGrpSpPr>
        <p:grpSpPr>
          <a:xfrm>
            <a:off x="9487260" y="2563208"/>
            <a:ext cx="639000" cy="190080"/>
            <a:chOff x="9487260" y="2563208"/>
            <a:chExt cx="639000" cy="19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F236D96-69B0-0A0C-BCAA-32E66EB0DFB5}"/>
                    </a:ext>
                  </a:extLst>
                </p14:cNvPr>
                <p14:cNvContentPartPr/>
                <p14:nvPr/>
              </p14:nvContentPartPr>
              <p14:xfrm>
                <a:off x="9487260" y="2576168"/>
                <a:ext cx="174960" cy="1771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F236D96-69B0-0A0C-BCAA-32E66EB0DFB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478620" y="2567528"/>
                  <a:ext cx="1926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2DE4D74-8B4D-FEB2-A0A5-A5FCAD26960C}"/>
                    </a:ext>
                  </a:extLst>
                </p14:cNvPr>
                <p14:cNvContentPartPr/>
                <p14:nvPr/>
              </p14:nvContentPartPr>
              <p14:xfrm>
                <a:off x="9715500" y="2628728"/>
                <a:ext cx="42120" cy="968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2DE4D74-8B4D-FEB2-A0A5-A5FCAD26960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706500" y="2619728"/>
                  <a:ext cx="597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AC53825-622D-6121-7C77-D1212E7EFA71}"/>
                    </a:ext>
                  </a:extLst>
                </p14:cNvPr>
                <p14:cNvContentPartPr/>
                <p14:nvPr/>
              </p14:nvContentPartPr>
              <p14:xfrm>
                <a:off x="9577980" y="2563208"/>
                <a:ext cx="189360" cy="241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AC53825-622D-6121-7C77-D1212E7EFA7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569340" y="2554208"/>
                  <a:ext cx="2070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21D7855-3123-56BA-8F8F-BBB731769ADA}"/>
                    </a:ext>
                  </a:extLst>
                </p14:cNvPr>
                <p14:cNvContentPartPr/>
                <p14:nvPr/>
              </p14:nvContentPartPr>
              <p14:xfrm>
                <a:off x="9850500" y="2628728"/>
                <a:ext cx="60840" cy="1004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21D7855-3123-56BA-8F8F-BBB731769AD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841500" y="2619728"/>
                  <a:ext cx="784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752E4B9-DCB9-224C-5ADB-972DAD0F69DB}"/>
                    </a:ext>
                  </a:extLst>
                </p14:cNvPr>
                <p14:cNvContentPartPr/>
                <p14:nvPr/>
              </p14:nvContentPartPr>
              <p14:xfrm>
                <a:off x="9829620" y="2575808"/>
                <a:ext cx="125280" cy="273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752E4B9-DCB9-224C-5ADB-972DAD0F69D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820620" y="2566808"/>
                  <a:ext cx="1429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72B2154-AAE7-55BD-CB21-FB3FA1368C37}"/>
                    </a:ext>
                  </a:extLst>
                </p14:cNvPr>
                <p14:cNvContentPartPr/>
                <p14:nvPr/>
              </p14:nvContentPartPr>
              <p14:xfrm>
                <a:off x="9855540" y="2628728"/>
                <a:ext cx="75960" cy="79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72B2154-AAE7-55BD-CB21-FB3FA1368C3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846900" y="2619728"/>
                  <a:ext cx="936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32EEC9A-544C-5588-9468-C2E096C5BE9C}"/>
                    </a:ext>
                  </a:extLst>
                </p14:cNvPr>
                <p14:cNvContentPartPr/>
                <p14:nvPr/>
              </p14:nvContentPartPr>
              <p14:xfrm>
                <a:off x="10063260" y="2628728"/>
                <a:ext cx="54000" cy="1040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32EEC9A-544C-5588-9468-C2E096C5BE9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054620" y="2619728"/>
                  <a:ext cx="716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A3F4CEF-8A3F-67E7-F6B1-EE00A69C4183}"/>
                    </a:ext>
                  </a:extLst>
                </p14:cNvPr>
                <p14:cNvContentPartPr/>
                <p14:nvPr/>
              </p14:nvContentPartPr>
              <p14:xfrm>
                <a:off x="9997740" y="2580848"/>
                <a:ext cx="128520" cy="108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A3F4CEF-8A3F-67E7-F6B1-EE00A69C418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988740" y="2571848"/>
                  <a:ext cx="14616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FBBB03B8-67A7-708E-46C1-163873E08710}"/>
              </a:ext>
            </a:extLst>
          </p:cNvPr>
          <p:cNvGrpSpPr/>
          <p:nvPr/>
        </p:nvGrpSpPr>
        <p:grpSpPr>
          <a:xfrm>
            <a:off x="5054220" y="3787208"/>
            <a:ext cx="541800" cy="283680"/>
            <a:chOff x="5054220" y="3787208"/>
            <a:chExt cx="541800" cy="28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FD62665-9601-1EC6-4CCF-178BEB142ED2}"/>
                    </a:ext>
                  </a:extLst>
                </p14:cNvPr>
                <p14:cNvContentPartPr/>
                <p14:nvPr/>
              </p14:nvContentPartPr>
              <p14:xfrm>
                <a:off x="5054220" y="3895928"/>
                <a:ext cx="87120" cy="1749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FD62665-9601-1EC6-4CCF-178BEB142ED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045580" y="3886928"/>
                  <a:ext cx="1047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6B43123-9E31-B098-9719-4B92D3EBB1BD}"/>
                    </a:ext>
                  </a:extLst>
                </p14:cNvPr>
                <p14:cNvContentPartPr/>
                <p14:nvPr/>
              </p14:nvContentPartPr>
              <p14:xfrm>
                <a:off x="5225940" y="3916448"/>
                <a:ext cx="109800" cy="648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6B43123-9E31-B098-9719-4B92D3EBB1B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217300" y="3907808"/>
                  <a:ext cx="1274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78B2309-D5D5-8AAA-2CE6-558600D7FE6F}"/>
                    </a:ext>
                  </a:extLst>
                </p14:cNvPr>
                <p14:cNvContentPartPr/>
                <p14:nvPr/>
              </p14:nvContentPartPr>
              <p14:xfrm>
                <a:off x="5345820" y="3787208"/>
                <a:ext cx="65160" cy="1760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78B2309-D5D5-8AAA-2CE6-558600D7FE6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337180" y="3778568"/>
                  <a:ext cx="828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D382A3E-3981-0E01-2D7A-20EF41DB6EF5}"/>
                    </a:ext>
                  </a:extLst>
                </p14:cNvPr>
                <p14:cNvContentPartPr/>
                <p14:nvPr/>
              </p14:nvContentPartPr>
              <p14:xfrm>
                <a:off x="5428980" y="3864248"/>
                <a:ext cx="167040" cy="1170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D382A3E-3981-0E01-2D7A-20EF41DB6EF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420340" y="3855248"/>
                  <a:ext cx="184680" cy="13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6E2AF7C7-BC38-BC11-4D63-3C26AEB6977F}"/>
              </a:ext>
            </a:extLst>
          </p:cNvPr>
          <p:cNvGrpSpPr/>
          <p:nvPr/>
        </p:nvGrpSpPr>
        <p:grpSpPr>
          <a:xfrm>
            <a:off x="5839380" y="3795848"/>
            <a:ext cx="904320" cy="210960"/>
            <a:chOff x="5839380" y="3795848"/>
            <a:chExt cx="904320" cy="21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F8A3F74-F025-3B62-ABFB-B4E9ED48E0A0}"/>
                    </a:ext>
                  </a:extLst>
                </p14:cNvPr>
                <p14:cNvContentPartPr/>
                <p14:nvPr/>
              </p14:nvContentPartPr>
              <p14:xfrm>
                <a:off x="5839380" y="3842288"/>
                <a:ext cx="200520" cy="1645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F8A3F74-F025-3B62-ABFB-B4E9ED48E0A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830740" y="3833648"/>
                  <a:ext cx="2181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E41134A-1BBE-C2F1-6435-D3DE598368B8}"/>
                    </a:ext>
                  </a:extLst>
                </p14:cNvPr>
                <p14:cNvContentPartPr/>
                <p14:nvPr/>
              </p14:nvContentPartPr>
              <p14:xfrm>
                <a:off x="5866740" y="3928688"/>
                <a:ext cx="113400" cy="97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E41134A-1BBE-C2F1-6435-D3DE598368B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58100" y="3919688"/>
                  <a:ext cx="1310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ED06DF9-B800-5B22-5EE5-BCCDC80AD2FB}"/>
                    </a:ext>
                  </a:extLst>
                </p14:cNvPr>
                <p14:cNvContentPartPr/>
                <p14:nvPr/>
              </p14:nvContentPartPr>
              <p14:xfrm>
                <a:off x="6141420" y="3917168"/>
                <a:ext cx="114120" cy="158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ED06DF9-B800-5B22-5EE5-BCCDC80AD2F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132780" y="3908528"/>
                  <a:ext cx="1317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330AD55-A4EF-F48F-E9ED-080FEAE1EABB}"/>
                    </a:ext>
                  </a:extLst>
                </p14:cNvPr>
                <p14:cNvContentPartPr/>
                <p14:nvPr/>
              </p14:nvContentPartPr>
              <p14:xfrm>
                <a:off x="6113340" y="3850928"/>
                <a:ext cx="110880" cy="147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330AD55-A4EF-F48F-E9ED-080FEAE1EAB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104700" y="3841928"/>
                  <a:ext cx="1285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5AF1A06-3A1A-17F1-86F1-B699F2582857}"/>
                    </a:ext>
                  </a:extLst>
                </p14:cNvPr>
                <p14:cNvContentPartPr/>
                <p14:nvPr/>
              </p14:nvContentPartPr>
              <p14:xfrm>
                <a:off x="6348780" y="3808088"/>
                <a:ext cx="61200" cy="1422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5AF1A06-3A1A-17F1-86F1-B699F258285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339780" y="3799448"/>
                  <a:ext cx="788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51CEE85-CB45-C2FD-46F7-C5D2B6794847}"/>
                    </a:ext>
                  </a:extLst>
                </p14:cNvPr>
                <p14:cNvContentPartPr/>
                <p14:nvPr/>
              </p14:nvContentPartPr>
              <p14:xfrm>
                <a:off x="6482700" y="3950288"/>
                <a:ext cx="6840" cy="36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51CEE85-CB45-C2FD-46F7-C5D2B679484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473700" y="3941288"/>
                  <a:ext cx="244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9606B4D-8D14-0FA0-E0D9-3B5E58AB2F47}"/>
                    </a:ext>
                  </a:extLst>
                </p14:cNvPr>
                <p14:cNvContentPartPr/>
                <p14:nvPr/>
              </p14:nvContentPartPr>
              <p14:xfrm>
                <a:off x="6535620" y="3795848"/>
                <a:ext cx="208080" cy="1432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9606B4D-8D14-0FA0-E0D9-3B5E58AB2F4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526980" y="3787208"/>
                  <a:ext cx="225720" cy="16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181361D6-86C1-1643-FC73-CF689C159943}"/>
              </a:ext>
            </a:extLst>
          </p:cNvPr>
          <p:cNvGrpSpPr/>
          <p:nvPr/>
        </p:nvGrpSpPr>
        <p:grpSpPr>
          <a:xfrm>
            <a:off x="7330500" y="3686408"/>
            <a:ext cx="525240" cy="349560"/>
            <a:chOff x="7330500" y="3686408"/>
            <a:chExt cx="525240" cy="34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1B3855C-3BE3-A154-31DA-0096841FD8A9}"/>
                    </a:ext>
                  </a:extLst>
                </p14:cNvPr>
                <p14:cNvContentPartPr/>
                <p14:nvPr/>
              </p14:nvContentPartPr>
              <p14:xfrm>
                <a:off x="7330500" y="3686408"/>
                <a:ext cx="283680" cy="2934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1B3855C-3BE3-A154-31DA-0096841FD8A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321500" y="3677768"/>
                  <a:ext cx="30132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AC75AEA-4595-D59E-03AB-436AED345B74}"/>
                    </a:ext>
                  </a:extLst>
                </p14:cNvPr>
                <p14:cNvContentPartPr/>
                <p14:nvPr/>
              </p14:nvContentPartPr>
              <p14:xfrm>
                <a:off x="7622100" y="3708728"/>
                <a:ext cx="134640" cy="3272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AC75AEA-4595-D59E-03AB-436AED345B7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613100" y="3699728"/>
                  <a:ext cx="15228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D3D2495-D026-1987-F7AC-B88E2FA20F31}"/>
                    </a:ext>
                  </a:extLst>
                </p14:cNvPr>
                <p14:cNvContentPartPr/>
                <p14:nvPr/>
              </p14:nvContentPartPr>
              <p14:xfrm>
                <a:off x="7761780" y="3750848"/>
                <a:ext cx="56880" cy="1670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D3D2495-D026-1987-F7AC-B88E2FA20F3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753140" y="3742208"/>
                  <a:ext cx="745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2183F91-CA7D-ED89-36D1-2F95EE32A6F1}"/>
                    </a:ext>
                  </a:extLst>
                </p14:cNvPr>
                <p14:cNvContentPartPr/>
                <p14:nvPr/>
              </p14:nvContentPartPr>
              <p14:xfrm>
                <a:off x="7705980" y="3832928"/>
                <a:ext cx="149760" cy="273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2183F91-CA7D-ED89-36D1-2F95EE32A6F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697340" y="3824288"/>
                  <a:ext cx="16740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4A488D77-4685-EB83-227F-58D46B1BD5ED}"/>
              </a:ext>
            </a:extLst>
          </p:cNvPr>
          <p:cNvGrpSpPr/>
          <p:nvPr/>
        </p:nvGrpSpPr>
        <p:grpSpPr>
          <a:xfrm>
            <a:off x="8016660" y="3678848"/>
            <a:ext cx="706680" cy="248760"/>
            <a:chOff x="8016660" y="3678848"/>
            <a:chExt cx="706680" cy="24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85B6648-C529-26AA-3C42-A691CA4A51D6}"/>
                    </a:ext>
                  </a:extLst>
                </p14:cNvPr>
                <p14:cNvContentPartPr/>
                <p14:nvPr/>
              </p14:nvContentPartPr>
              <p14:xfrm>
                <a:off x="8016660" y="3799088"/>
                <a:ext cx="106920" cy="1285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85B6648-C529-26AA-3C42-A691CA4A51D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007660" y="3790088"/>
                  <a:ext cx="1245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19D6A0F-FE01-3483-F505-CDA5EA81B251}"/>
                    </a:ext>
                  </a:extLst>
                </p14:cNvPr>
                <p14:cNvContentPartPr/>
                <p14:nvPr/>
              </p14:nvContentPartPr>
              <p14:xfrm>
                <a:off x="8202420" y="3880808"/>
                <a:ext cx="1440" cy="136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19D6A0F-FE01-3483-F505-CDA5EA81B25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193420" y="3872168"/>
                  <a:ext cx="190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BD9A87C-2956-DECE-5F45-B117854E6C8D}"/>
                    </a:ext>
                  </a:extLst>
                </p14:cNvPr>
                <p14:cNvContentPartPr/>
                <p14:nvPr/>
              </p14:nvContentPartPr>
              <p14:xfrm>
                <a:off x="8161740" y="3745808"/>
                <a:ext cx="37800" cy="507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BD9A87C-2956-DECE-5F45-B117854E6C8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153100" y="3736808"/>
                  <a:ext cx="554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FA4435F-5E43-AE8B-0462-377946BF79A4}"/>
                    </a:ext>
                  </a:extLst>
                </p14:cNvPr>
                <p14:cNvContentPartPr/>
                <p14:nvPr/>
              </p14:nvContentPartPr>
              <p14:xfrm>
                <a:off x="8281260" y="3693968"/>
                <a:ext cx="238680" cy="2088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FA4435F-5E43-AE8B-0462-377946BF79A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272620" y="3685328"/>
                  <a:ext cx="2563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97D39A6-9299-5C35-4680-64A2F3230CD3}"/>
                    </a:ext>
                  </a:extLst>
                </p14:cNvPr>
                <p14:cNvContentPartPr/>
                <p14:nvPr/>
              </p14:nvContentPartPr>
              <p14:xfrm>
                <a:off x="8628660" y="3678848"/>
                <a:ext cx="94680" cy="2271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97D39A6-9299-5C35-4680-64A2F3230CD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620020" y="3670208"/>
                  <a:ext cx="112320" cy="24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2103CC69-1F0A-60ED-CC52-695246D9CE33}"/>
              </a:ext>
            </a:extLst>
          </p:cNvPr>
          <p:cNvGrpSpPr/>
          <p:nvPr/>
        </p:nvGrpSpPr>
        <p:grpSpPr>
          <a:xfrm>
            <a:off x="9175500" y="3722048"/>
            <a:ext cx="779400" cy="185760"/>
            <a:chOff x="9175500" y="3722048"/>
            <a:chExt cx="779400" cy="18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EAB0E4E-3DFA-3F94-D926-0F4E6E00C5C8}"/>
                    </a:ext>
                  </a:extLst>
                </p14:cNvPr>
                <p14:cNvContentPartPr/>
                <p14:nvPr/>
              </p14:nvContentPartPr>
              <p14:xfrm>
                <a:off x="9175500" y="3734648"/>
                <a:ext cx="167040" cy="1731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EAB0E4E-3DFA-3F94-D926-0F4E6E00C5C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166500" y="3726008"/>
                  <a:ext cx="1846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A9BB68B-1DD6-2C61-800C-5C1FCD650236}"/>
                    </a:ext>
                  </a:extLst>
                </p14:cNvPr>
                <p14:cNvContentPartPr/>
                <p14:nvPr/>
              </p14:nvContentPartPr>
              <p14:xfrm>
                <a:off x="9496980" y="3808088"/>
                <a:ext cx="52920" cy="979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A9BB68B-1DD6-2C61-800C-5C1FCD65023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488340" y="3799448"/>
                  <a:ext cx="705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165E2A5-E07F-BFFB-478F-F5186B286580}"/>
                    </a:ext>
                  </a:extLst>
                </p14:cNvPr>
                <p14:cNvContentPartPr/>
                <p14:nvPr/>
              </p14:nvContentPartPr>
              <p14:xfrm>
                <a:off x="9386460" y="3734288"/>
                <a:ext cx="199440" cy="273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165E2A5-E07F-BFFB-478F-F5186B28658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377820" y="3725288"/>
                  <a:ext cx="2170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C9F99DA-3989-D28A-26E0-22FF69EC3AC6}"/>
                    </a:ext>
                  </a:extLst>
                </p14:cNvPr>
                <p14:cNvContentPartPr/>
                <p14:nvPr/>
              </p14:nvContentPartPr>
              <p14:xfrm>
                <a:off x="9689220" y="3792608"/>
                <a:ext cx="38160" cy="1004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C9F99DA-3989-D28A-26E0-22FF69EC3AC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680580" y="3783608"/>
                  <a:ext cx="558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F90D447-F03D-74D5-DC9C-23F12226FF9E}"/>
                    </a:ext>
                  </a:extLst>
                </p14:cNvPr>
                <p14:cNvContentPartPr/>
                <p14:nvPr/>
              </p14:nvContentPartPr>
              <p14:xfrm>
                <a:off x="9677700" y="3740048"/>
                <a:ext cx="99000" cy="320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F90D447-F03D-74D5-DC9C-23F12226FF9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669060" y="3731408"/>
                  <a:ext cx="1166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F4586F48-8CC0-DAEA-7AD2-CC50392CF9AF}"/>
                    </a:ext>
                  </a:extLst>
                </p14:cNvPr>
                <p14:cNvContentPartPr/>
                <p14:nvPr/>
              </p14:nvContentPartPr>
              <p14:xfrm>
                <a:off x="9705060" y="3796568"/>
                <a:ext cx="62280" cy="273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F4586F48-8CC0-DAEA-7AD2-CC50392CF9A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696060" y="3787928"/>
                  <a:ext cx="799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38C3879-40D9-8A63-2B9D-8AE12B70EF60}"/>
                    </a:ext>
                  </a:extLst>
                </p14:cNvPr>
                <p14:cNvContentPartPr/>
                <p14:nvPr/>
              </p14:nvContentPartPr>
              <p14:xfrm>
                <a:off x="9891900" y="3787208"/>
                <a:ext cx="59040" cy="964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38C3879-40D9-8A63-2B9D-8AE12B70EF6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883260" y="3778568"/>
                  <a:ext cx="766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96B4859-E226-4AA5-E371-134C204880CB}"/>
                    </a:ext>
                  </a:extLst>
                </p14:cNvPr>
                <p14:cNvContentPartPr/>
                <p14:nvPr/>
              </p14:nvContentPartPr>
              <p14:xfrm>
                <a:off x="9778860" y="3722048"/>
                <a:ext cx="176040" cy="183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96B4859-E226-4AA5-E371-134C204880C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769860" y="3713048"/>
                  <a:ext cx="19368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EC938771-BD0E-7EDB-1989-246FF530D395}"/>
              </a:ext>
            </a:extLst>
          </p:cNvPr>
          <p:cNvGrpSpPr/>
          <p:nvPr/>
        </p:nvGrpSpPr>
        <p:grpSpPr>
          <a:xfrm>
            <a:off x="10174140" y="3709448"/>
            <a:ext cx="808200" cy="225720"/>
            <a:chOff x="10174140" y="3709448"/>
            <a:chExt cx="808200" cy="22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F025D99-1561-63BD-645E-1D312CD761C5}"/>
                    </a:ext>
                  </a:extLst>
                </p14:cNvPr>
                <p14:cNvContentPartPr/>
                <p14:nvPr/>
              </p14:nvContentPartPr>
              <p14:xfrm>
                <a:off x="10174140" y="3768848"/>
                <a:ext cx="131400" cy="1342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F025D99-1561-63BD-645E-1D312CD761C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165500" y="3759848"/>
                  <a:ext cx="1490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C16D291-0E85-DD1C-E420-E4DE4B32461D}"/>
                    </a:ext>
                  </a:extLst>
                </p14:cNvPr>
                <p14:cNvContentPartPr/>
                <p14:nvPr/>
              </p14:nvContentPartPr>
              <p14:xfrm>
                <a:off x="10302300" y="3820688"/>
                <a:ext cx="161640" cy="442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C16D291-0E85-DD1C-E420-E4DE4B32461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293660" y="3811688"/>
                  <a:ext cx="1792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7FF2CDA-932F-5127-9B38-6D77A8E244E2}"/>
                    </a:ext>
                  </a:extLst>
                </p14:cNvPr>
                <p14:cNvContentPartPr/>
                <p14:nvPr/>
              </p14:nvContentPartPr>
              <p14:xfrm>
                <a:off x="10412460" y="3823568"/>
                <a:ext cx="30600" cy="828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7FF2CDA-932F-5127-9B38-6D77A8E244E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403460" y="3814928"/>
                  <a:ext cx="482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7274D67-9C9C-8CBE-A728-9C2517B0A17F}"/>
                    </a:ext>
                  </a:extLst>
                </p14:cNvPr>
                <p14:cNvContentPartPr/>
                <p14:nvPr/>
              </p14:nvContentPartPr>
              <p14:xfrm>
                <a:off x="10536300" y="3854888"/>
                <a:ext cx="16560" cy="464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7274D67-9C9C-8CBE-A728-9C2517B0A17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527300" y="3845888"/>
                  <a:ext cx="342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C37C9C3-A830-EFC0-54E3-424350C84FFF}"/>
                    </a:ext>
                  </a:extLst>
                </p14:cNvPr>
                <p14:cNvContentPartPr/>
                <p14:nvPr/>
              </p14:nvContentPartPr>
              <p14:xfrm>
                <a:off x="10520460" y="3727448"/>
                <a:ext cx="5760" cy="187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C37C9C3-A830-EFC0-54E3-424350C84FF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511460" y="3718448"/>
                  <a:ext cx="234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9862645-0411-EED3-FB56-EC0F9BFDC21F}"/>
                    </a:ext>
                  </a:extLst>
                </p14:cNvPr>
                <p14:cNvContentPartPr/>
                <p14:nvPr/>
              </p14:nvContentPartPr>
              <p14:xfrm>
                <a:off x="10601100" y="3792608"/>
                <a:ext cx="89640" cy="946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9862645-0411-EED3-FB56-EC0F9BFDC21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592460" y="3783608"/>
                  <a:ext cx="1072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F3E055D-EB3C-179D-BC69-378A605112FE}"/>
                    </a:ext>
                  </a:extLst>
                </p14:cNvPr>
                <p14:cNvContentPartPr/>
                <p14:nvPr/>
              </p14:nvContentPartPr>
              <p14:xfrm>
                <a:off x="10749060" y="3709448"/>
                <a:ext cx="53640" cy="2034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F3E055D-EB3C-179D-BC69-378A605112F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740420" y="3700448"/>
                  <a:ext cx="712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695EC01-A24D-F931-B0C8-D3DACE346497}"/>
                    </a:ext>
                  </a:extLst>
                </p14:cNvPr>
                <p14:cNvContentPartPr/>
                <p14:nvPr/>
              </p14:nvContentPartPr>
              <p14:xfrm>
                <a:off x="10727100" y="3817808"/>
                <a:ext cx="84960" cy="320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695EC01-A24D-F931-B0C8-D3DACE34649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718100" y="3809168"/>
                  <a:ext cx="1026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E1C349C-7A54-5818-549F-4BEDA8DCE959}"/>
                    </a:ext>
                  </a:extLst>
                </p14:cNvPr>
                <p14:cNvContentPartPr/>
                <p14:nvPr/>
              </p14:nvContentPartPr>
              <p14:xfrm>
                <a:off x="10915380" y="3776768"/>
                <a:ext cx="66960" cy="1584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E1C349C-7A54-5818-549F-4BEDA8DCE95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906740" y="3768128"/>
                  <a:ext cx="846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6B6FFB3-4E4E-00F0-7411-12B1A4811917}"/>
                    </a:ext>
                  </a:extLst>
                </p14:cNvPr>
                <p14:cNvContentPartPr/>
                <p14:nvPr/>
              </p14:nvContentPartPr>
              <p14:xfrm>
                <a:off x="10431180" y="3817448"/>
                <a:ext cx="1440" cy="313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6B6FFB3-4E4E-00F0-7411-12B1A481191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422180" y="3808448"/>
                  <a:ext cx="19080" cy="4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BEA56445-6A3F-47FB-EBF5-DD3A3685C1E4}"/>
                  </a:ext>
                </a:extLst>
              </p14:cNvPr>
              <p14:cNvContentPartPr/>
              <p14:nvPr/>
            </p14:nvContentPartPr>
            <p14:xfrm>
              <a:off x="2394900" y="5340608"/>
              <a:ext cx="311400" cy="1296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BEA56445-6A3F-47FB-EBF5-DD3A3685C1E4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2386260" y="5331968"/>
                <a:ext cx="32904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6E1ED45B-593B-81D4-E730-243AFA122D71}"/>
                  </a:ext>
                </a:extLst>
              </p14:cNvPr>
              <p14:cNvContentPartPr/>
              <p14:nvPr/>
            </p14:nvContentPartPr>
            <p14:xfrm>
              <a:off x="3185100" y="5366888"/>
              <a:ext cx="285480" cy="1584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6E1ED45B-593B-81D4-E730-243AFA122D71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3176460" y="5357888"/>
                <a:ext cx="30312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0FFA12CE-003E-9F2F-B1C9-55853941B9C3}"/>
                  </a:ext>
                </a:extLst>
              </p14:cNvPr>
              <p14:cNvContentPartPr/>
              <p14:nvPr/>
            </p14:nvContentPartPr>
            <p14:xfrm>
              <a:off x="3724740" y="5356448"/>
              <a:ext cx="935640" cy="3708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0FFA12CE-003E-9F2F-B1C9-55853941B9C3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3716100" y="5347448"/>
                <a:ext cx="953280" cy="5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5" name="Group 164">
            <a:extLst>
              <a:ext uri="{FF2B5EF4-FFF2-40B4-BE49-F238E27FC236}">
                <a16:creationId xmlns:a16="http://schemas.microsoft.com/office/drawing/2014/main" id="{5DE560B0-85B2-2E25-20A7-BFB392299D20}"/>
              </a:ext>
            </a:extLst>
          </p:cNvPr>
          <p:cNvGrpSpPr/>
          <p:nvPr/>
        </p:nvGrpSpPr>
        <p:grpSpPr>
          <a:xfrm>
            <a:off x="5270580" y="4971248"/>
            <a:ext cx="637920" cy="205200"/>
            <a:chOff x="5270580" y="4971248"/>
            <a:chExt cx="637920" cy="20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620CFFB-CB56-7362-0BED-93A55D35BD54}"/>
                    </a:ext>
                  </a:extLst>
                </p14:cNvPr>
                <p14:cNvContentPartPr/>
                <p14:nvPr/>
              </p14:nvContentPartPr>
              <p14:xfrm>
                <a:off x="5314500" y="4971248"/>
                <a:ext cx="88920" cy="2052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620CFFB-CB56-7362-0BED-93A55D35BD5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305500" y="4962608"/>
                  <a:ext cx="1065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9859D28-4A47-0F9F-A30D-E7DCF4547AD6}"/>
                    </a:ext>
                  </a:extLst>
                </p14:cNvPr>
                <p14:cNvContentPartPr/>
                <p14:nvPr/>
              </p14:nvContentPartPr>
              <p14:xfrm>
                <a:off x="5270580" y="5101928"/>
                <a:ext cx="169560" cy="36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9859D28-4A47-0F9F-A30D-E7DCF4547AD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261580" y="5092928"/>
                  <a:ext cx="1872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C007D56-22FB-5E7C-9FAF-7ED8D3334BDA}"/>
                    </a:ext>
                  </a:extLst>
                </p14:cNvPr>
                <p14:cNvContentPartPr/>
                <p14:nvPr/>
              </p14:nvContentPartPr>
              <p14:xfrm>
                <a:off x="5460300" y="5064488"/>
                <a:ext cx="245880" cy="1116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C007D56-22FB-5E7C-9FAF-7ED8D3334BD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451300" y="5055848"/>
                  <a:ext cx="2635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107ECFE-C39E-590F-6FA8-A2D0207BCADE}"/>
                    </a:ext>
                  </a:extLst>
                </p14:cNvPr>
                <p14:cNvContentPartPr/>
                <p14:nvPr/>
              </p14:nvContentPartPr>
              <p14:xfrm>
                <a:off x="5776020" y="5065208"/>
                <a:ext cx="132480" cy="903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107ECFE-C39E-590F-6FA8-A2D0207BCAD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767020" y="5056568"/>
                  <a:ext cx="15012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D7DB9812-55A8-537A-D526-DDDB87AE55E4}"/>
              </a:ext>
            </a:extLst>
          </p:cNvPr>
          <p:cNvGrpSpPr/>
          <p:nvPr/>
        </p:nvGrpSpPr>
        <p:grpSpPr>
          <a:xfrm>
            <a:off x="6083820" y="4898888"/>
            <a:ext cx="812880" cy="223920"/>
            <a:chOff x="6083820" y="4898888"/>
            <a:chExt cx="812880" cy="22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AA3E70E-1DC6-3A66-3764-A8F376D0520C}"/>
                    </a:ext>
                  </a:extLst>
                </p14:cNvPr>
                <p14:cNvContentPartPr/>
                <p14:nvPr/>
              </p14:nvContentPartPr>
              <p14:xfrm>
                <a:off x="6083820" y="5002928"/>
                <a:ext cx="128520" cy="1198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AA3E70E-1DC6-3A66-3764-A8F376D0520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074820" y="4994288"/>
                  <a:ext cx="1461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F9FBE2D-6784-A458-4535-7CE85504BBB3}"/>
                    </a:ext>
                  </a:extLst>
                </p14:cNvPr>
                <p14:cNvContentPartPr/>
                <p14:nvPr/>
              </p14:nvContentPartPr>
              <p14:xfrm>
                <a:off x="6234300" y="5055128"/>
                <a:ext cx="50400" cy="500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F9FBE2D-6784-A458-4535-7CE85504BBB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225660" y="5046128"/>
                  <a:ext cx="680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7AACD9F2-98A9-B8F6-BD1B-D7A933BFC888}"/>
                    </a:ext>
                  </a:extLst>
                </p14:cNvPr>
                <p14:cNvContentPartPr/>
                <p14:nvPr/>
              </p14:nvContentPartPr>
              <p14:xfrm>
                <a:off x="6223860" y="4946048"/>
                <a:ext cx="27360" cy="655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7AACD9F2-98A9-B8F6-BD1B-D7A933BFC88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215220" y="4937048"/>
                  <a:ext cx="450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26C15EA-29B8-910B-B11C-F5A306FAFA38}"/>
                    </a:ext>
                  </a:extLst>
                </p14:cNvPr>
                <p14:cNvContentPartPr/>
                <p14:nvPr/>
              </p14:nvContentPartPr>
              <p14:xfrm>
                <a:off x="6355260" y="4898888"/>
                <a:ext cx="326160" cy="2044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26C15EA-29B8-910B-B11C-F5A306FAFA3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346260" y="4889888"/>
                  <a:ext cx="3438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16F0700-9555-3A62-0C7A-3D4AF2A6D1E9}"/>
                    </a:ext>
                  </a:extLst>
                </p14:cNvPr>
                <p14:cNvContentPartPr/>
                <p14:nvPr/>
              </p14:nvContentPartPr>
              <p14:xfrm>
                <a:off x="6758820" y="4926248"/>
                <a:ext cx="137880" cy="1681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16F0700-9555-3A62-0C7A-3D4AF2A6D1E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749820" y="4917248"/>
                  <a:ext cx="1555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95CFD01-83B2-7C57-33F5-C7810FAA32A2}"/>
                    </a:ext>
                  </a:extLst>
                </p14:cNvPr>
                <p14:cNvContentPartPr/>
                <p14:nvPr/>
              </p14:nvContentPartPr>
              <p14:xfrm>
                <a:off x="6114780" y="4994648"/>
                <a:ext cx="66960" cy="90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95CFD01-83B2-7C57-33F5-C7810FAA32A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106140" y="4985648"/>
                  <a:ext cx="8460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0AB8897A-3AE9-76F3-D7F9-1F8167BE3AA8}"/>
              </a:ext>
            </a:extLst>
          </p:cNvPr>
          <p:cNvGrpSpPr/>
          <p:nvPr/>
        </p:nvGrpSpPr>
        <p:grpSpPr>
          <a:xfrm>
            <a:off x="7157340" y="4982048"/>
            <a:ext cx="1181160" cy="191520"/>
            <a:chOff x="7157340" y="4982048"/>
            <a:chExt cx="1181160" cy="19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CCA8A292-585F-E5A1-AF7C-FEE8C16D91CE}"/>
                    </a:ext>
                  </a:extLst>
                </p14:cNvPr>
                <p14:cNvContentPartPr/>
                <p14:nvPr/>
              </p14:nvContentPartPr>
              <p14:xfrm>
                <a:off x="7157340" y="4991048"/>
                <a:ext cx="340560" cy="1825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CCA8A292-585F-E5A1-AF7C-FEE8C16D91CE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148340" y="4982048"/>
                  <a:ext cx="3582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8C7DBB8-CC31-881C-CFDE-6A016B458575}"/>
                    </a:ext>
                  </a:extLst>
                </p14:cNvPr>
                <p14:cNvContentPartPr/>
                <p14:nvPr/>
              </p14:nvContentPartPr>
              <p14:xfrm>
                <a:off x="7496820" y="4982048"/>
                <a:ext cx="478800" cy="1112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8C7DBB8-CC31-881C-CFDE-6A016B45857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488180" y="4973408"/>
                  <a:ext cx="4964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8454FD5-937E-12B2-0764-16F9EA338132}"/>
                    </a:ext>
                  </a:extLst>
                </p14:cNvPr>
                <p14:cNvContentPartPr/>
                <p14:nvPr/>
              </p14:nvContentPartPr>
              <p14:xfrm>
                <a:off x="8083620" y="4992848"/>
                <a:ext cx="254880" cy="1303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8454FD5-937E-12B2-0764-16F9EA33813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074980" y="4983848"/>
                  <a:ext cx="27252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88D9C77A-3DD2-9AE1-A7C5-CEA8F77DF8CE}"/>
              </a:ext>
            </a:extLst>
          </p:cNvPr>
          <p:cNvGrpSpPr/>
          <p:nvPr/>
        </p:nvGrpSpPr>
        <p:grpSpPr>
          <a:xfrm>
            <a:off x="8943300" y="4995008"/>
            <a:ext cx="294840" cy="77040"/>
            <a:chOff x="8943300" y="4995008"/>
            <a:chExt cx="294840" cy="7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29E0AF0-BA63-185B-4DDC-87B2A65D9916}"/>
                    </a:ext>
                  </a:extLst>
                </p14:cNvPr>
                <p14:cNvContentPartPr/>
                <p14:nvPr/>
              </p14:nvContentPartPr>
              <p14:xfrm>
                <a:off x="8943300" y="4995008"/>
                <a:ext cx="136080" cy="730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29E0AF0-BA63-185B-4DDC-87B2A65D991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934300" y="4986008"/>
                  <a:ext cx="1537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DC325485-D9F3-617C-9C12-4B0141699669}"/>
                    </a:ext>
                  </a:extLst>
                </p14:cNvPr>
                <p14:cNvContentPartPr/>
                <p14:nvPr/>
              </p14:nvContentPartPr>
              <p14:xfrm>
                <a:off x="9115740" y="5002568"/>
                <a:ext cx="122400" cy="694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DC325485-D9F3-617C-9C12-4B014169966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107100" y="4993928"/>
                  <a:ext cx="14004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1B259987-076E-7771-3589-D0A127BE6EFF}"/>
              </a:ext>
            </a:extLst>
          </p:cNvPr>
          <p:cNvGrpSpPr/>
          <p:nvPr/>
        </p:nvGrpSpPr>
        <p:grpSpPr>
          <a:xfrm>
            <a:off x="9430740" y="4881248"/>
            <a:ext cx="789120" cy="198720"/>
            <a:chOff x="9430740" y="4881248"/>
            <a:chExt cx="789120" cy="19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796847E-6A4C-974E-0A0F-AE2A36877585}"/>
                    </a:ext>
                  </a:extLst>
                </p14:cNvPr>
                <p14:cNvContentPartPr/>
                <p14:nvPr/>
              </p14:nvContentPartPr>
              <p14:xfrm>
                <a:off x="9430740" y="4897448"/>
                <a:ext cx="162000" cy="1825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796847E-6A4C-974E-0A0F-AE2A3687758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421740" y="4888808"/>
                  <a:ext cx="1796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CC2BE466-94C8-C7C8-8448-0C763D8B3F6B}"/>
                    </a:ext>
                  </a:extLst>
                </p14:cNvPr>
                <p14:cNvContentPartPr/>
                <p14:nvPr/>
              </p14:nvContentPartPr>
              <p14:xfrm>
                <a:off x="9673740" y="4966568"/>
                <a:ext cx="72360" cy="939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CC2BE466-94C8-C7C8-8448-0C763D8B3F6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665100" y="4957928"/>
                  <a:ext cx="900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5CEAD741-D0F2-0AFD-2D76-DC3D3A407A1E}"/>
                    </a:ext>
                  </a:extLst>
                </p14:cNvPr>
                <p14:cNvContentPartPr/>
                <p14:nvPr/>
              </p14:nvContentPartPr>
              <p14:xfrm>
                <a:off x="9550620" y="4903208"/>
                <a:ext cx="222120" cy="327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5CEAD741-D0F2-0AFD-2D76-DC3D3A407A1E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541980" y="4894208"/>
                  <a:ext cx="2397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AED2F84-C2BA-96C2-6A8A-5A86C4392030}"/>
                    </a:ext>
                  </a:extLst>
                </p14:cNvPr>
                <p14:cNvContentPartPr/>
                <p14:nvPr/>
              </p14:nvContentPartPr>
              <p14:xfrm>
                <a:off x="9819180" y="4956128"/>
                <a:ext cx="72360" cy="1026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AED2F84-C2BA-96C2-6A8A-5A86C439203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810540" y="4947488"/>
                  <a:ext cx="900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1302C7F3-D833-B8F2-C86B-81B61CB6D505}"/>
                    </a:ext>
                  </a:extLst>
                </p14:cNvPr>
                <p14:cNvContentPartPr/>
                <p14:nvPr/>
              </p14:nvContentPartPr>
              <p14:xfrm>
                <a:off x="9824580" y="4881248"/>
                <a:ext cx="113400" cy="547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1302C7F3-D833-B8F2-C86B-81B61CB6D50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815580" y="4872608"/>
                  <a:ext cx="1310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9974BE36-521D-382D-A99D-1E7D27049175}"/>
                    </a:ext>
                  </a:extLst>
                </p14:cNvPr>
                <p14:cNvContentPartPr/>
                <p14:nvPr/>
              </p14:nvContentPartPr>
              <p14:xfrm>
                <a:off x="9814140" y="4966208"/>
                <a:ext cx="105480" cy="270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9974BE36-521D-382D-A99D-1E7D2704917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805140" y="4957208"/>
                  <a:ext cx="1231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5C2E916-7D1A-64F5-8446-06CDED28CBA2}"/>
                    </a:ext>
                  </a:extLst>
                </p14:cNvPr>
                <p14:cNvContentPartPr/>
                <p14:nvPr/>
              </p14:nvContentPartPr>
              <p14:xfrm>
                <a:off x="10099620" y="4935608"/>
                <a:ext cx="60840" cy="1130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5C2E916-7D1A-64F5-8446-06CDED28CBA2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090980" y="4926608"/>
                  <a:ext cx="784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4D4BAAB-92A4-B30C-4BD5-BB92A8AA5B8F}"/>
                    </a:ext>
                  </a:extLst>
                </p14:cNvPr>
                <p14:cNvContentPartPr/>
                <p14:nvPr/>
              </p14:nvContentPartPr>
              <p14:xfrm>
                <a:off x="10097460" y="4915448"/>
                <a:ext cx="122400" cy="140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4D4BAAB-92A4-B30C-4BD5-BB92A8AA5B8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088460" y="4906808"/>
                  <a:ext cx="1400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DFAF0DC-3C36-09EE-9DD2-CDA3951BC116}"/>
                    </a:ext>
                  </a:extLst>
                </p14:cNvPr>
                <p14:cNvContentPartPr/>
                <p14:nvPr/>
              </p14:nvContentPartPr>
              <p14:xfrm>
                <a:off x="10038060" y="4919408"/>
                <a:ext cx="82800" cy="111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DFAF0DC-3C36-09EE-9DD2-CDA3951BC11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029060" y="4910768"/>
                  <a:ext cx="100440" cy="288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054C7-266C-5728-565F-DE0B6D2CF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44B66E-7044-B112-B36E-B8F445A55CB3}"/>
              </a:ext>
            </a:extLst>
          </p:cNvPr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Quick classification: infer support from the ROC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DB42B79-19BC-4998-0935-5D090A470C38}"/>
              </a:ext>
            </a:extLst>
          </p:cNvPr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F275D5-523A-361F-E7AD-D25EA4DC9489}"/>
              </a:ext>
            </a:extLst>
          </p:cNvPr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35–55 MIN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04E752-AFDF-CF4E-5D8A-69909E5867E3}"/>
              </a:ext>
            </a:extLst>
          </p:cNvPr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Think first; compute only if needed.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943A3C3-29FE-DCA6-D1DA-115BD118087C}"/>
              </a:ext>
            </a:extLst>
          </p:cNvPr>
          <p:cNvSpPr/>
          <p:nvPr/>
        </p:nvSpPr>
        <p:spPr>
          <a:xfrm>
            <a:off x="822960" y="128016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776C93-3B0D-2612-01C5-E5C6689F4A76}"/>
              </a:ext>
            </a:extLst>
          </p:cNvPr>
          <p:cNvSpPr txBox="1"/>
          <p:nvPr/>
        </p:nvSpPr>
        <p:spPr>
          <a:xfrm>
            <a:off x="1005840" y="1444751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F8A53A-7D12-9AD2-6C26-B65FBCE0624B}"/>
              </a:ext>
            </a:extLst>
          </p:cNvPr>
          <p:cNvSpPr txBox="1"/>
          <p:nvPr/>
        </p:nvSpPr>
        <p:spPr>
          <a:xfrm>
            <a:off x="1600200" y="1389888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X(z)=1/(1−0.7z⁻¹),  |z|&gt;0.7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EB906D-7CFB-6908-6387-9EEE0B36D220}"/>
              </a:ext>
            </a:extLst>
          </p:cNvPr>
          <p:cNvSpPr txBox="1"/>
          <p:nvPr/>
        </p:nvSpPr>
        <p:spPr>
          <a:xfrm>
            <a:off x="7406640" y="1389888"/>
            <a:ext cx="3657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53616E"/>
                </a:solidFill>
                <a:latin typeface="Aptos"/>
              </a:rPr>
              <a:t>Good answer: right-sided; DTFT exists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91F739E-0BF6-CD07-53D0-0B3A44ADC91E}"/>
              </a:ext>
            </a:extLst>
          </p:cNvPr>
          <p:cNvSpPr/>
          <p:nvPr/>
        </p:nvSpPr>
        <p:spPr>
          <a:xfrm>
            <a:off x="822960" y="2450591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30C01A-0D51-E6DF-290E-F3ECA95E1760}"/>
              </a:ext>
            </a:extLst>
          </p:cNvPr>
          <p:cNvSpPr txBox="1"/>
          <p:nvPr/>
        </p:nvSpPr>
        <p:spPr>
          <a:xfrm>
            <a:off x="1005840" y="2615184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2AD889-8811-E955-68A0-A616144C42AC}"/>
              </a:ext>
            </a:extLst>
          </p:cNvPr>
          <p:cNvSpPr txBox="1"/>
          <p:nvPr/>
        </p:nvSpPr>
        <p:spPr>
          <a:xfrm>
            <a:off x="1600200" y="2560320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X(z)=1/(1−1.2z⁻¹),  |z|&gt;1.2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BB72A1-58D6-7C00-C2FB-DAA57AD03E6C}"/>
              </a:ext>
            </a:extLst>
          </p:cNvPr>
          <p:cNvSpPr txBox="1"/>
          <p:nvPr/>
        </p:nvSpPr>
        <p:spPr>
          <a:xfrm>
            <a:off x="7406640" y="2560320"/>
            <a:ext cx="3657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53616E"/>
                </a:solidFill>
                <a:latin typeface="Aptos"/>
              </a:rPr>
              <a:t>Good answer: right-sided; DTFT does not exist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7C0DEF7-9B94-C861-B648-B9A75D1E2C64}"/>
              </a:ext>
            </a:extLst>
          </p:cNvPr>
          <p:cNvSpPr/>
          <p:nvPr/>
        </p:nvSpPr>
        <p:spPr>
          <a:xfrm>
            <a:off x="822960" y="3621024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54B7F6-51A5-DEEB-36ED-35EE12D77E05}"/>
              </a:ext>
            </a:extLst>
          </p:cNvPr>
          <p:cNvSpPr txBox="1"/>
          <p:nvPr/>
        </p:nvSpPr>
        <p:spPr>
          <a:xfrm>
            <a:off x="1005840" y="3785615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61C2A5-4B99-19B1-5C1B-80F38B15F2DC}"/>
              </a:ext>
            </a:extLst>
          </p:cNvPr>
          <p:cNvSpPr txBox="1"/>
          <p:nvPr/>
        </p:nvSpPr>
        <p:spPr>
          <a:xfrm>
            <a:off x="1600200" y="3730752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X(z)=1/(1−1.2z⁻¹),  |z|&lt;1.2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4A3200-35AD-DC61-DC14-15BD714DB9D4}"/>
              </a:ext>
            </a:extLst>
          </p:cNvPr>
          <p:cNvSpPr txBox="1"/>
          <p:nvPr/>
        </p:nvSpPr>
        <p:spPr>
          <a:xfrm>
            <a:off x="7406640" y="3730752"/>
            <a:ext cx="3657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53616E"/>
                </a:solidFill>
                <a:latin typeface="Aptos"/>
              </a:rPr>
              <a:t>Good answer: left-sided; DTFT exists because unit circle is inside ROC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2E6D456-E216-94B4-02D4-1B83EB2D3B16}"/>
              </a:ext>
            </a:extLst>
          </p:cNvPr>
          <p:cNvSpPr/>
          <p:nvPr/>
        </p:nvSpPr>
        <p:spPr>
          <a:xfrm>
            <a:off x="822960" y="4791456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540A86-3E38-71D9-98F0-EB3651E37AFC}"/>
              </a:ext>
            </a:extLst>
          </p:cNvPr>
          <p:cNvSpPr txBox="1"/>
          <p:nvPr/>
        </p:nvSpPr>
        <p:spPr>
          <a:xfrm>
            <a:off x="1005840" y="4956048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7E72A7-3764-0B2B-DB8E-72B978E26057}"/>
              </a:ext>
            </a:extLst>
          </p:cNvPr>
          <p:cNvSpPr txBox="1"/>
          <p:nvPr/>
        </p:nvSpPr>
        <p:spPr>
          <a:xfrm>
            <a:off x="1600200" y="4901184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poles at 0.5 and 0.9, 0.5&lt;|z|&lt;0.9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D0B11B-1C61-23F2-1447-1DAF76841B5D}"/>
              </a:ext>
            </a:extLst>
          </p:cNvPr>
          <p:cNvSpPr txBox="1"/>
          <p:nvPr/>
        </p:nvSpPr>
        <p:spPr>
          <a:xfrm>
            <a:off x="7406640" y="4901184"/>
            <a:ext cx="3657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53616E"/>
                </a:solidFill>
                <a:latin typeface="Aptos"/>
              </a:rPr>
              <a:t>Good answer: two-sided; DTFT does not exist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1D5044-85F8-1B3C-C1CC-6390486EB304}"/>
              </a:ext>
            </a:extLst>
          </p:cNvPr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243B03-8A39-326D-09BB-FB863F2B5D12}"/>
              </a:ext>
            </a:extLst>
          </p:cNvPr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80628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Inverse z-transform: practical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55–75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For rational functions, partial fractions turns algebra back into transform pairs.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1874519" cy="22402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2103120"/>
            <a:ext cx="548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761488"/>
            <a:ext cx="155448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7212B"/>
                </a:solidFill>
                <a:latin typeface="Aptos"/>
              </a:rPr>
              <a:t>Express X(z) in powers of z⁻¹.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98064" y="3017520"/>
            <a:ext cx="219456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63240" y="1920240"/>
            <a:ext cx="1874519" cy="22402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1608" y="2103120"/>
            <a:ext cx="548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7832" y="2761488"/>
            <a:ext cx="155448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7212B"/>
                </a:solidFill>
                <a:latin typeface="Aptos"/>
              </a:rPr>
              <a:t>Factor the denominator into first-order or quadratic factors.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46904" y="3017520"/>
            <a:ext cx="219456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12080" y="1920240"/>
            <a:ext cx="1874519" cy="22402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70448" y="2103120"/>
            <a:ext cx="548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6672" y="2761488"/>
            <a:ext cx="155448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7212B"/>
                </a:solidFill>
                <a:latin typeface="Aptos"/>
              </a:rPr>
              <a:t>Compute partial-fraction coefficients.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95744" y="3017520"/>
            <a:ext cx="219456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60920" y="1920240"/>
            <a:ext cx="1874519" cy="22402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19288" y="2103120"/>
            <a:ext cx="548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512" y="2761488"/>
            <a:ext cx="155448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7212B"/>
                </a:solidFill>
                <a:latin typeface="Aptos"/>
              </a:rPr>
              <a:t>Use the ROC to choose right-sided vs left-sided form for each pole.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244584" y="3017520"/>
            <a:ext cx="219456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509760" y="1920240"/>
            <a:ext cx="1874519" cy="22402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68128" y="2103120"/>
            <a:ext cx="548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74352" y="2761488"/>
            <a:ext cx="155448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7212B"/>
                </a:solidFill>
                <a:latin typeface="Aptos"/>
              </a:rPr>
              <a:t>Check by recomputing poles / a few samples.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4754880"/>
            <a:ext cx="10149840" cy="82296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8720" y="4882896"/>
            <a:ext cx="978408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Do not invert the algebraic expression without the ROC: the same residues can map to different time-domain supports.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Worked partial fractions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55–75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One rational expression; multiple inverse transforms depending on ROC.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2412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16324F"/>
                </a:solidFill>
                <a:latin typeface="Aptos"/>
              </a:rPr>
              <a:t>X(z) = 1 / [(1−0.5z⁻¹)(1−0.8z⁻¹)]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24128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7212B"/>
                </a:solidFill>
                <a:latin typeface="Aptos"/>
              </a:rPr>
              <a:t>=  −5/3 · 1/(1−0.5z⁻¹)  +  8/3 · 1/(1−0.8z⁻¹)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4846320" cy="1874519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3127248"/>
            <a:ext cx="451713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ROC |z|&gt;0.8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493008"/>
            <a:ext cx="4517136" cy="13075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Both terms are right-sided.
x[n]=−(5/3)(0.5)ⁿu[n]+(8/3)(0.8)ⁿu[n]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3017520"/>
            <a:ext cx="5212080" cy="1874519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45352" y="3127248"/>
            <a:ext cx="48828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ROC 0.5&lt;|z|&lt;0.8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3493008"/>
            <a:ext cx="4882896" cy="13075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0.5-pole term is right-sided; 0.8-pole term is left-sided.
x[n]=−(5/3)(0.5)ⁿu[n]−(8/3)(0.8)ⁿu[−n−1]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14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EECB4E7-1B46-141D-75FB-34EEF2678E93}"/>
              </a:ext>
            </a:extLst>
          </p:cNvPr>
          <p:cNvGrpSpPr/>
          <p:nvPr/>
        </p:nvGrpSpPr>
        <p:grpSpPr>
          <a:xfrm>
            <a:off x="647820" y="5191928"/>
            <a:ext cx="4024080" cy="679680"/>
            <a:chOff x="647820" y="5191928"/>
            <a:chExt cx="4024080" cy="67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90D6CCC-2044-9158-5DD4-EEF29D39CAD3}"/>
                    </a:ext>
                  </a:extLst>
                </p14:cNvPr>
                <p14:cNvContentPartPr/>
                <p14:nvPr/>
              </p14:nvContentPartPr>
              <p14:xfrm>
                <a:off x="651060" y="5371928"/>
                <a:ext cx="173520" cy="235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90D6CCC-2044-9158-5DD4-EEF29D39CAD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42060" y="5362928"/>
                  <a:ext cx="1911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6244DCB-84C4-9FBC-C005-200703CA992D}"/>
                    </a:ext>
                  </a:extLst>
                </p14:cNvPr>
                <p14:cNvContentPartPr/>
                <p14:nvPr/>
              </p14:nvContentPartPr>
              <p14:xfrm>
                <a:off x="647820" y="5393528"/>
                <a:ext cx="147960" cy="225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6244DCB-84C4-9FBC-C005-200703CA992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38820" y="5384528"/>
                  <a:ext cx="1656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7268BA2-9861-E2A7-E6E7-2163A29665F6}"/>
                    </a:ext>
                  </a:extLst>
                </p14:cNvPr>
                <p14:cNvContentPartPr/>
                <p14:nvPr/>
              </p14:nvContentPartPr>
              <p14:xfrm>
                <a:off x="877860" y="5349608"/>
                <a:ext cx="86400" cy="295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7268BA2-9861-E2A7-E6E7-2163A29665F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68860" y="5340968"/>
                  <a:ext cx="1040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147F0F0-FEE2-071E-34C0-83A342401BF0}"/>
                    </a:ext>
                  </a:extLst>
                </p14:cNvPr>
                <p14:cNvContentPartPr/>
                <p14:nvPr/>
              </p14:nvContentPartPr>
              <p14:xfrm>
                <a:off x="971460" y="5456888"/>
                <a:ext cx="201960" cy="155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147F0F0-FEE2-071E-34C0-83A342401BF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62460" y="5448248"/>
                  <a:ext cx="2196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986270E-F95F-93C0-E7D5-2BB5CEC7ADAA}"/>
                    </a:ext>
                  </a:extLst>
                </p14:cNvPr>
                <p14:cNvContentPartPr/>
                <p14:nvPr/>
              </p14:nvContentPartPr>
              <p14:xfrm>
                <a:off x="997020" y="5527808"/>
                <a:ext cx="104400" cy="11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986270E-F95F-93C0-E7D5-2BB5CEC7ADA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88380" y="5518808"/>
                  <a:ext cx="1220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4BECB88-884F-08A5-63B5-2ED80C0D6534}"/>
                    </a:ext>
                  </a:extLst>
                </p14:cNvPr>
                <p14:cNvContentPartPr/>
                <p14:nvPr/>
              </p14:nvContentPartPr>
              <p14:xfrm>
                <a:off x="1116900" y="5366888"/>
                <a:ext cx="145440" cy="271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4BECB88-884F-08A5-63B5-2ED80C0D653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07900" y="5357888"/>
                  <a:ext cx="1630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6FD3CED-509C-A0C7-07BB-52878D022CBF}"/>
                    </a:ext>
                  </a:extLst>
                </p14:cNvPr>
                <p14:cNvContentPartPr/>
                <p14:nvPr/>
              </p14:nvContentPartPr>
              <p14:xfrm>
                <a:off x="1376460" y="5546168"/>
                <a:ext cx="119880" cy="23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6FD3CED-509C-A0C7-07BB-52878D022CB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67820" y="5537168"/>
                  <a:ext cx="1375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018F58D-0CB4-CB1B-E8DD-CD4A94565253}"/>
                    </a:ext>
                  </a:extLst>
                </p14:cNvPr>
                <p14:cNvContentPartPr/>
                <p14:nvPr/>
              </p14:nvContentPartPr>
              <p14:xfrm>
                <a:off x="1331820" y="5480648"/>
                <a:ext cx="154080" cy="21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018F58D-0CB4-CB1B-E8DD-CD4A9456525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23180" y="5472008"/>
                  <a:ext cx="1717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D916572-1088-0216-05C5-C8E8F11F6E48}"/>
                    </a:ext>
                  </a:extLst>
                </p14:cNvPr>
                <p14:cNvContentPartPr/>
                <p14:nvPr/>
              </p14:nvContentPartPr>
              <p14:xfrm>
                <a:off x="2443500" y="5191928"/>
                <a:ext cx="14040" cy="143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D916572-1088-0216-05C5-C8E8F11F6E4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34860" y="5182928"/>
                  <a:ext cx="316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E51C58D-22AB-6E98-CBF4-51D7BCF630A4}"/>
                    </a:ext>
                  </a:extLst>
                </p14:cNvPr>
                <p14:cNvContentPartPr/>
                <p14:nvPr/>
              </p14:nvContentPartPr>
              <p14:xfrm>
                <a:off x="1678500" y="5486048"/>
                <a:ext cx="1298520" cy="21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E51C58D-22AB-6E98-CBF4-51D7BCF630A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669860" y="5477048"/>
                  <a:ext cx="13161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E288DE1-9D07-5281-FA12-D998DA75903F}"/>
                    </a:ext>
                  </a:extLst>
                </p14:cNvPr>
                <p14:cNvContentPartPr/>
                <p14:nvPr/>
              </p14:nvContentPartPr>
              <p14:xfrm>
                <a:off x="1774260" y="5720048"/>
                <a:ext cx="29160" cy="139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E288DE1-9D07-5281-FA12-D998DA75903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765260" y="5711048"/>
                  <a:ext cx="468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3C6574D-167D-60E6-219B-8235BA9B100C}"/>
                    </a:ext>
                  </a:extLst>
                </p14:cNvPr>
                <p14:cNvContentPartPr/>
                <p14:nvPr/>
              </p14:nvContentPartPr>
              <p14:xfrm>
                <a:off x="1903860" y="5808248"/>
                <a:ext cx="70560" cy="3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3C6574D-167D-60E6-219B-8235BA9B100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895220" y="5799608"/>
                  <a:ext cx="882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4C06F9B-5A41-FA45-44CD-33D71F81BA12}"/>
                    </a:ext>
                  </a:extLst>
                </p14:cNvPr>
                <p14:cNvContentPartPr/>
                <p14:nvPr/>
              </p14:nvContentPartPr>
              <p14:xfrm>
                <a:off x="2060460" y="5734088"/>
                <a:ext cx="128520" cy="101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4C06F9B-5A41-FA45-44CD-33D71F81BA1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051820" y="5725448"/>
                  <a:ext cx="1461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B6BCCC9-CED1-A154-32BA-B2B89FCB6D53}"/>
                    </a:ext>
                  </a:extLst>
                </p14:cNvPr>
                <p14:cNvContentPartPr/>
                <p14:nvPr/>
              </p14:nvContentPartPr>
              <p14:xfrm>
                <a:off x="2279700" y="5844608"/>
                <a:ext cx="1080" cy="5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B6BCCC9-CED1-A154-32BA-B2B89FCB6D5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271060" y="5835968"/>
                  <a:ext cx="187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DA46A58-471F-1050-690D-D24060342E7C}"/>
                    </a:ext>
                  </a:extLst>
                </p14:cNvPr>
                <p14:cNvContentPartPr/>
                <p14:nvPr/>
              </p14:nvContentPartPr>
              <p14:xfrm>
                <a:off x="2305980" y="5714648"/>
                <a:ext cx="101160" cy="136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DA46A58-471F-1050-690D-D24060342E7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296980" y="5706008"/>
                  <a:ext cx="1188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CF6CA88-8A97-D6C5-BD91-00602C914582}"/>
                    </a:ext>
                  </a:extLst>
                </p14:cNvPr>
                <p14:cNvContentPartPr/>
                <p14:nvPr/>
              </p14:nvContentPartPr>
              <p14:xfrm>
                <a:off x="2343060" y="5704208"/>
                <a:ext cx="95400" cy="5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CF6CA88-8A97-D6C5-BD91-00602C91458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334060" y="5695208"/>
                  <a:ext cx="1130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5073E32-6E19-B5D3-7DF4-E17C356B2402}"/>
                    </a:ext>
                  </a:extLst>
                </p14:cNvPr>
                <p14:cNvContentPartPr/>
                <p14:nvPr/>
              </p14:nvContentPartPr>
              <p14:xfrm>
                <a:off x="2436660" y="5744168"/>
                <a:ext cx="150480" cy="1274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5073E32-6E19-B5D3-7DF4-E17C356B240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27660" y="5735528"/>
                  <a:ext cx="1681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B0DD950-533E-099E-3C97-AAAF671231B3}"/>
                    </a:ext>
                  </a:extLst>
                </p14:cNvPr>
                <p14:cNvContentPartPr/>
                <p14:nvPr/>
              </p14:nvContentPartPr>
              <p14:xfrm>
                <a:off x="2502900" y="5808248"/>
                <a:ext cx="79560" cy="4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B0DD950-533E-099E-3C97-AAAF671231B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493900" y="5799608"/>
                  <a:ext cx="972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20C473A-4E73-C2FE-BFA1-DB0B508EE7E1}"/>
                    </a:ext>
                  </a:extLst>
                </p14:cNvPr>
                <p14:cNvContentPartPr/>
                <p14:nvPr/>
              </p14:nvContentPartPr>
              <p14:xfrm>
                <a:off x="2621700" y="5684768"/>
                <a:ext cx="74880" cy="43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20C473A-4E73-C2FE-BFA1-DB0B508EE7E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612700" y="5675768"/>
                  <a:ext cx="925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2312FD4-901A-E73D-652F-B53FB82C0449}"/>
                    </a:ext>
                  </a:extLst>
                </p14:cNvPr>
                <p14:cNvContentPartPr/>
                <p14:nvPr/>
              </p14:nvContentPartPr>
              <p14:xfrm>
                <a:off x="2737980" y="5641928"/>
                <a:ext cx="24120" cy="914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2312FD4-901A-E73D-652F-B53FB82C044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728980" y="5633288"/>
                  <a:ext cx="417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C512A0B-160A-7A6A-7C24-0583352B21E8}"/>
                    </a:ext>
                  </a:extLst>
                </p14:cNvPr>
                <p14:cNvContentPartPr/>
                <p14:nvPr/>
              </p14:nvContentPartPr>
              <p14:xfrm>
                <a:off x="2857500" y="5626448"/>
                <a:ext cx="101520" cy="2275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C512A0B-160A-7A6A-7C24-0583352B21E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848500" y="5617808"/>
                  <a:ext cx="1191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70DAB63-D305-6B57-F276-2520654282A5}"/>
                    </a:ext>
                  </a:extLst>
                </p14:cNvPr>
                <p14:cNvContentPartPr/>
                <p14:nvPr/>
              </p14:nvContentPartPr>
              <p14:xfrm>
                <a:off x="1604700" y="5613488"/>
                <a:ext cx="83880" cy="2206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70DAB63-D305-6B57-F276-2520654282A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595700" y="5604488"/>
                  <a:ext cx="1015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30C79CA-82A9-DA09-11AF-A5CB329280D9}"/>
                    </a:ext>
                  </a:extLst>
                </p14:cNvPr>
                <p14:cNvContentPartPr/>
                <p14:nvPr/>
              </p14:nvContentPartPr>
              <p14:xfrm>
                <a:off x="3055140" y="5629328"/>
                <a:ext cx="103320" cy="220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30C79CA-82A9-DA09-11AF-A5CB329280D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046500" y="5620328"/>
                  <a:ext cx="1209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A76ED87-3CB2-99C1-A68C-5A5F13E74B99}"/>
                    </a:ext>
                  </a:extLst>
                </p14:cNvPr>
                <p14:cNvContentPartPr/>
                <p14:nvPr/>
              </p14:nvContentPartPr>
              <p14:xfrm>
                <a:off x="3201300" y="5631488"/>
                <a:ext cx="33840" cy="142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A76ED87-3CB2-99C1-A68C-5A5F13E74B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192660" y="5622488"/>
                  <a:ext cx="514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9554F78-9977-1A88-C2DC-D056B7BB8405}"/>
                    </a:ext>
                  </a:extLst>
                </p14:cNvPr>
                <p14:cNvContentPartPr/>
                <p14:nvPr/>
              </p14:nvContentPartPr>
              <p14:xfrm>
                <a:off x="3351060" y="5709248"/>
                <a:ext cx="83520" cy="5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9554F78-9977-1A88-C2DC-D056B7BB840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342060" y="5700608"/>
                  <a:ext cx="101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CA6022C-4305-0491-88FF-0B7ABF32131A}"/>
                    </a:ext>
                  </a:extLst>
                </p14:cNvPr>
                <p14:cNvContentPartPr/>
                <p14:nvPr/>
              </p14:nvContentPartPr>
              <p14:xfrm>
                <a:off x="3526380" y="5655248"/>
                <a:ext cx="137160" cy="117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CA6022C-4305-0491-88FF-0B7ABF32131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517380" y="5646248"/>
                  <a:ext cx="1548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22E166B-CAA9-243D-8ECD-66DBEFBBFEE5}"/>
                    </a:ext>
                  </a:extLst>
                </p14:cNvPr>
                <p14:cNvContentPartPr/>
                <p14:nvPr/>
              </p14:nvContentPartPr>
              <p14:xfrm>
                <a:off x="3732300" y="5777288"/>
                <a:ext cx="8640" cy="6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22E166B-CAA9-243D-8ECD-66DBEFBBFEE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723660" y="5768288"/>
                  <a:ext cx="262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F818BE4-9433-2B52-D8D8-390922E8921A}"/>
                    </a:ext>
                  </a:extLst>
                </p14:cNvPr>
                <p14:cNvContentPartPr/>
                <p14:nvPr/>
              </p14:nvContentPartPr>
              <p14:xfrm>
                <a:off x="3792420" y="5615648"/>
                <a:ext cx="95400" cy="691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F818BE4-9433-2B52-D8D8-390922E8921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783420" y="5607008"/>
                  <a:ext cx="1130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7D78B61-3ECE-BAC6-9C83-17320F4596A7}"/>
                    </a:ext>
                  </a:extLst>
                </p14:cNvPr>
                <p14:cNvContentPartPr/>
                <p14:nvPr/>
              </p14:nvContentPartPr>
              <p14:xfrm>
                <a:off x="3832380" y="5693768"/>
                <a:ext cx="105840" cy="90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7D78B61-3ECE-BAC6-9C83-17320F4596A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823740" y="5684768"/>
                  <a:ext cx="1234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A07E77A-E6B0-31F0-A0F2-F9999DEFD35E}"/>
                    </a:ext>
                  </a:extLst>
                </p14:cNvPr>
                <p14:cNvContentPartPr/>
                <p14:nvPr/>
              </p14:nvContentPartPr>
              <p14:xfrm>
                <a:off x="4062780" y="5637968"/>
                <a:ext cx="143640" cy="150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A07E77A-E6B0-31F0-A0F2-F9999DEFD35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053780" y="5628968"/>
                  <a:ext cx="1612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A955875-C8BF-30C6-EF50-D7FC6D50EE06}"/>
                    </a:ext>
                  </a:extLst>
                </p14:cNvPr>
                <p14:cNvContentPartPr/>
                <p14:nvPr/>
              </p14:nvContentPartPr>
              <p14:xfrm>
                <a:off x="4130100" y="5730128"/>
                <a:ext cx="78120" cy="5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A955875-C8BF-30C6-EF50-D7FC6D50EE0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121460" y="5721488"/>
                  <a:ext cx="95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B9C2698-31CD-CD82-8487-376FF3C75E6C}"/>
                    </a:ext>
                  </a:extLst>
                </p14:cNvPr>
                <p14:cNvContentPartPr/>
                <p14:nvPr/>
              </p14:nvContentPartPr>
              <p14:xfrm>
                <a:off x="4282380" y="5601608"/>
                <a:ext cx="66240" cy="43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B9C2698-31CD-CD82-8487-376FF3C75E6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273740" y="5592968"/>
                  <a:ext cx="838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FB66A07-0343-1B21-00E4-421D3F1C36CC}"/>
                    </a:ext>
                  </a:extLst>
                </p14:cNvPr>
                <p14:cNvContentPartPr/>
                <p14:nvPr/>
              </p14:nvContentPartPr>
              <p14:xfrm>
                <a:off x="4426380" y="5538248"/>
                <a:ext cx="27360" cy="57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FB66A07-0343-1B21-00E4-421D3F1C36C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417380" y="5529248"/>
                  <a:ext cx="450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CA892C1-7C3A-7FB7-270E-1F565F10914B}"/>
                    </a:ext>
                  </a:extLst>
                </p14:cNvPr>
                <p14:cNvContentPartPr/>
                <p14:nvPr/>
              </p14:nvContentPartPr>
              <p14:xfrm>
                <a:off x="4571820" y="5616008"/>
                <a:ext cx="100080" cy="213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CA892C1-7C3A-7FB7-270E-1F565F10914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563180" y="5607368"/>
                  <a:ext cx="1177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EA2E6BC-B858-19A2-376C-FEF27B247712}"/>
                    </a:ext>
                  </a:extLst>
                </p14:cNvPr>
                <p14:cNvContentPartPr/>
                <p14:nvPr/>
              </p14:nvContentPartPr>
              <p14:xfrm>
                <a:off x="2888460" y="5454728"/>
                <a:ext cx="1640160" cy="26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EA2E6BC-B858-19A2-376C-FEF27B24771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879820" y="5446088"/>
                  <a:ext cx="165780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A9462C9-DF74-1B82-88FD-E3657230825B}"/>
              </a:ext>
            </a:extLst>
          </p:cNvPr>
          <p:cNvGrpSpPr/>
          <p:nvPr/>
        </p:nvGrpSpPr>
        <p:grpSpPr>
          <a:xfrm>
            <a:off x="4959900" y="5423768"/>
            <a:ext cx="111240" cy="68400"/>
            <a:chOff x="4959900" y="5423768"/>
            <a:chExt cx="111240" cy="6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C98D025-6DD9-1733-21AD-0377087CD735}"/>
                    </a:ext>
                  </a:extLst>
                </p14:cNvPr>
                <p14:cNvContentPartPr/>
                <p14:nvPr/>
              </p14:nvContentPartPr>
              <p14:xfrm>
                <a:off x="4959900" y="5485688"/>
                <a:ext cx="96840" cy="64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C98D025-6DD9-1733-21AD-0377087CD73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951260" y="5477048"/>
                  <a:ext cx="1144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BA90FCF-B11C-4860-66B6-D7430F85E368}"/>
                    </a:ext>
                  </a:extLst>
                </p14:cNvPr>
                <p14:cNvContentPartPr/>
                <p14:nvPr/>
              </p14:nvContentPartPr>
              <p14:xfrm>
                <a:off x="4977540" y="5423768"/>
                <a:ext cx="93600" cy="57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BA90FCF-B11C-4860-66B6-D7430F85E36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968540" y="5414768"/>
                  <a:ext cx="11124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535C5CA-80FE-BC05-3B00-DF23FAAF7592}"/>
              </a:ext>
            </a:extLst>
          </p:cNvPr>
          <p:cNvGrpSpPr/>
          <p:nvPr/>
        </p:nvGrpSpPr>
        <p:grpSpPr>
          <a:xfrm>
            <a:off x="5652900" y="5091128"/>
            <a:ext cx="633240" cy="265680"/>
            <a:chOff x="5652900" y="5091128"/>
            <a:chExt cx="633240" cy="26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719B779-2853-3CE6-B2A1-21EC2E84DDCA}"/>
                    </a:ext>
                  </a:extLst>
                </p14:cNvPr>
                <p14:cNvContentPartPr/>
                <p14:nvPr/>
              </p14:nvContentPartPr>
              <p14:xfrm>
                <a:off x="5652900" y="5226488"/>
                <a:ext cx="109080" cy="57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719B779-2853-3CE6-B2A1-21EC2E84DD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644260" y="5217488"/>
                  <a:ext cx="1267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55FC4D4-DE90-9CE2-24A2-313FB88E8BA6}"/>
                    </a:ext>
                  </a:extLst>
                </p14:cNvPr>
                <p14:cNvContentPartPr/>
                <p14:nvPr/>
              </p14:nvContentPartPr>
              <p14:xfrm>
                <a:off x="5812020" y="5148368"/>
                <a:ext cx="117360" cy="126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55FC4D4-DE90-9CE2-24A2-313FB88E8BA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803380" y="5139728"/>
                  <a:ext cx="1350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92F9472-FA3B-85AF-DA29-7322F9BB6FEB}"/>
                    </a:ext>
                  </a:extLst>
                </p14:cNvPr>
                <p14:cNvContentPartPr/>
                <p14:nvPr/>
              </p14:nvContentPartPr>
              <p14:xfrm>
                <a:off x="5787540" y="5106968"/>
                <a:ext cx="136440" cy="162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92F9472-FA3B-85AF-DA29-7322F9BB6FE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778900" y="5097968"/>
                  <a:ext cx="1540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38B5FFB-BBFD-A422-FBB7-EF03337CE5B2}"/>
                    </a:ext>
                  </a:extLst>
                </p14:cNvPr>
                <p14:cNvContentPartPr/>
                <p14:nvPr/>
              </p14:nvContentPartPr>
              <p14:xfrm>
                <a:off x="6057540" y="5091128"/>
                <a:ext cx="78480" cy="2026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38B5FFB-BBFD-A422-FBB7-EF03337CE5B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48540" y="5082488"/>
                  <a:ext cx="961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83585AF-5EFD-56F9-0F5B-5C86BAD3012D}"/>
                    </a:ext>
                  </a:extLst>
                </p14:cNvPr>
                <p14:cNvContentPartPr/>
                <p14:nvPr/>
              </p14:nvContentPartPr>
              <p14:xfrm>
                <a:off x="6151140" y="5218568"/>
                <a:ext cx="135000" cy="138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83585AF-5EFD-56F9-0F5B-5C86BAD3012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142500" y="5209928"/>
                  <a:ext cx="1526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56BB9E1-0821-3455-41D9-FDF69589C6A0}"/>
                    </a:ext>
                  </a:extLst>
                </p14:cNvPr>
                <p14:cNvContentPartPr/>
                <p14:nvPr/>
              </p14:nvContentPartPr>
              <p14:xfrm>
                <a:off x="5829660" y="5104448"/>
                <a:ext cx="125280" cy="133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56BB9E1-0821-3455-41D9-FDF69589C6A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820660" y="5095448"/>
                  <a:ext cx="1429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4A943C0-09D1-1A22-5412-2F50982FEE99}"/>
                    </a:ext>
                  </a:extLst>
                </p14:cNvPr>
                <p14:cNvContentPartPr/>
                <p14:nvPr/>
              </p14:nvContentPartPr>
              <p14:xfrm>
                <a:off x="5821740" y="5117408"/>
                <a:ext cx="12960" cy="464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4A943C0-09D1-1A22-5412-2F50982FEE9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812740" y="5108408"/>
                  <a:ext cx="30600" cy="6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5206C665-52FE-8116-6AE3-C8D2E9DF2D74}"/>
                  </a:ext>
                </a:extLst>
              </p14:cNvPr>
              <p14:cNvContentPartPr/>
              <p14:nvPr/>
            </p14:nvContentPartPr>
            <p14:xfrm>
              <a:off x="5313780" y="5496128"/>
              <a:ext cx="1253520" cy="3204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5206C665-52FE-8116-6AE3-C8D2E9DF2D74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305140" y="5487488"/>
                <a:ext cx="1271160" cy="4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4F2A177E-7B7A-5CDD-EA23-3C2C9493ED82}"/>
              </a:ext>
            </a:extLst>
          </p:cNvPr>
          <p:cNvGrpSpPr/>
          <p:nvPr/>
        </p:nvGrpSpPr>
        <p:grpSpPr>
          <a:xfrm>
            <a:off x="5525100" y="5616008"/>
            <a:ext cx="1098720" cy="258480"/>
            <a:chOff x="5525100" y="5616008"/>
            <a:chExt cx="1098720" cy="25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DEE4518-2C77-CACC-43E4-CCB2FEEB6B9B}"/>
                    </a:ext>
                  </a:extLst>
                </p14:cNvPr>
                <p14:cNvContentPartPr/>
                <p14:nvPr/>
              </p14:nvContentPartPr>
              <p14:xfrm>
                <a:off x="5525100" y="5720048"/>
                <a:ext cx="59760" cy="1544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DEE4518-2C77-CACC-43E4-CCB2FEEB6B9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516460" y="5711048"/>
                  <a:ext cx="774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B195C8E-3EDA-E66A-8494-073D3AF1ADA0}"/>
                    </a:ext>
                  </a:extLst>
                </p14:cNvPr>
                <p14:cNvContentPartPr/>
                <p14:nvPr/>
              </p14:nvContentPartPr>
              <p14:xfrm>
                <a:off x="5670540" y="5793488"/>
                <a:ext cx="72000" cy="97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B195C8E-3EDA-E66A-8494-073D3AF1ADA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661540" y="5784848"/>
                  <a:ext cx="896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59AD753-D060-7750-7A27-485333744794}"/>
                    </a:ext>
                  </a:extLst>
                </p14:cNvPr>
                <p14:cNvContentPartPr/>
                <p14:nvPr/>
              </p14:nvContentPartPr>
              <p14:xfrm>
                <a:off x="5916420" y="5729408"/>
                <a:ext cx="111240" cy="957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59AD753-D060-7750-7A27-48533374479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907420" y="5720408"/>
                  <a:ext cx="1288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6A74BD4-7A4C-2EDC-8A3B-1A481D2FBB07}"/>
                    </a:ext>
                  </a:extLst>
                </p14:cNvPr>
                <p14:cNvContentPartPr/>
                <p14:nvPr/>
              </p14:nvContentPartPr>
              <p14:xfrm>
                <a:off x="6078420" y="5829128"/>
                <a:ext cx="1080" cy="2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6A74BD4-7A4C-2EDC-8A3B-1A481D2FBB0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069780" y="5820128"/>
                  <a:ext cx="187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2228538-AC56-D97E-C4D2-21323C1A9FF9}"/>
                    </a:ext>
                  </a:extLst>
                </p14:cNvPr>
                <p14:cNvContentPartPr/>
                <p14:nvPr/>
              </p14:nvContentPartPr>
              <p14:xfrm>
                <a:off x="6106140" y="5722568"/>
                <a:ext cx="96120" cy="856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2228538-AC56-D97E-C4D2-21323C1A9FF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097140" y="5713928"/>
                  <a:ext cx="1137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1E8AC47-17F7-9855-7B5C-6410B9125A4E}"/>
                    </a:ext>
                  </a:extLst>
                </p14:cNvPr>
                <p14:cNvContentPartPr/>
                <p14:nvPr/>
              </p14:nvContentPartPr>
              <p14:xfrm>
                <a:off x="6094260" y="5656328"/>
                <a:ext cx="100440" cy="381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1E8AC47-17F7-9855-7B5C-6410B9125A4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085260" y="5647328"/>
                  <a:ext cx="1180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961B6EC-57BB-4D54-F24A-2E44628C3177}"/>
                    </a:ext>
                  </a:extLst>
                </p14:cNvPr>
                <p14:cNvContentPartPr/>
                <p14:nvPr/>
              </p14:nvContentPartPr>
              <p14:xfrm>
                <a:off x="6317460" y="5747048"/>
                <a:ext cx="135000" cy="123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961B6EC-57BB-4D54-F24A-2E44628C317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308820" y="5738048"/>
                  <a:ext cx="1526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CF51933-65A8-A394-6F08-81530467DAC3}"/>
                    </a:ext>
                  </a:extLst>
                </p14:cNvPr>
                <p14:cNvContentPartPr/>
                <p14:nvPr/>
              </p14:nvContentPartPr>
              <p14:xfrm>
                <a:off x="6359220" y="5808248"/>
                <a:ext cx="88560" cy="43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CF51933-65A8-A394-6F08-81530467DAC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350220" y="5799608"/>
                  <a:ext cx="1062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1C54BDD-D801-3955-A785-1F6841BC347B}"/>
                    </a:ext>
                  </a:extLst>
                </p14:cNvPr>
                <p14:cNvContentPartPr/>
                <p14:nvPr/>
              </p14:nvContentPartPr>
              <p14:xfrm>
                <a:off x="6457140" y="5688728"/>
                <a:ext cx="52920" cy="43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1C54BDD-D801-3955-A785-1F6841BC347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448500" y="5680088"/>
                  <a:ext cx="705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729675A-84FF-B440-DFC5-668EFC0F604E}"/>
                    </a:ext>
                  </a:extLst>
                </p14:cNvPr>
                <p14:cNvContentPartPr/>
                <p14:nvPr/>
              </p14:nvContentPartPr>
              <p14:xfrm>
                <a:off x="6582420" y="5616008"/>
                <a:ext cx="41400" cy="979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729675A-84FF-B440-DFC5-668EFC0F604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573780" y="5607368"/>
                  <a:ext cx="59040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18A7E4D5-88C8-8882-979E-EC00F9BD1AAC}"/>
              </a:ext>
            </a:extLst>
          </p:cNvPr>
          <p:cNvGrpSpPr/>
          <p:nvPr/>
        </p:nvGrpSpPr>
        <p:grpSpPr>
          <a:xfrm>
            <a:off x="7029180" y="5428808"/>
            <a:ext cx="124920" cy="109440"/>
            <a:chOff x="7029180" y="5428808"/>
            <a:chExt cx="124920" cy="10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BBFD72B-823A-DFBF-7FD6-702745E20EC9}"/>
                    </a:ext>
                  </a:extLst>
                </p14:cNvPr>
                <p14:cNvContentPartPr/>
                <p14:nvPr/>
              </p14:nvContentPartPr>
              <p14:xfrm>
                <a:off x="7063020" y="5428808"/>
                <a:ext cx="46800" cy="109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BBFD72B-823A-DFBF-7FD6-702745E20EC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054020" y="5420168"/>
                  <a:ext cx="644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6FE291A-47A2-6B51-BA11-5C23581DC1FB}"/>
                    </a:ext>
                  </a:extLst>
                </p14:cNvPr>
                <p14:cNvContentPartPr/>
                <p14:nvPr/>
              </p14:nvContentPartPr>
              <p14:xfrm>
                <a:off x="7029180" y="5486048"/>
                <a:ext cx="124920" cy="57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6FE291A-47A2-6B51-BA11-5C23581DC1F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020540" y="5477408"/>
                  <a:ext cx="14256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A8A0A564-AE0E-DBC5-0981-B2A3763CF159}"/>
              </a:ext>
            </a:extLst>
          </p:cNvPr>
          <p:cNvGrpSpPr/>
          <p:nvPr/>
        </p:nvGrpSpPr>
        <p:grpSpPr>
          <a:xfrm>
            <a:off x="7576020" y="5085368"/>
            <a:ext cx="452160" cy="281160"/>
            <a:chOff x="7576020" y="5085368"/>
            <a:chExt cx="452160" cy="28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E772C46-DFC6-22E4-A919-C5C4A7DFA2F9}"/>
                    </a:ext>
                  </a:extLst>
                </p14:cNvPr>
                <p14:cNvContentPartPr/>
                <p14:nvPr/>
              </p14:nvContentPartPr>
              <p14:xfrm>
                <a:off x="7576020" y="5153408"/>
                <a:ext cx="138960" cy="954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E772C46-DFC6-22E4-A919-C5C4A7DFA2F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567020" y="5144408"/>
                  <a:ext cx="1566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39BC70D-2BB6-282B-04AB-195C45651D3B}"/>
                    </a:ext>
                  </a:extLst>
                </p14:cNvPr>
                <p14:cNvContentPartPr/>
                <p14:nvPr/>
              </p14:nvContentPartPr>
              <p14:xfrm>
                <a:off x="7611300" y="5256368"/>
                <a:ext cx="109800" cy="705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39BC70D-2BB6-282B-04AB-195C45651D3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602300" y="5247728"/>
                  <a:ext cx="1274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C250237-2972-95C7-9732-D14F837210E7}"/>
                    </a:ext>
                  </a:extLst>
                </p14:cNvPr>
                <p14:cNvContentPartPr/>
                <p14:nvPr/>
              </p14:nvContentPartPr>
              <p14:xfrm>
                <a:off x="7785540" y="5085368"/>
                <a:ext cx="117000" cy="1908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C250237-2972-95C7-9732-D14F837210E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776540" y="5076368"/>
                  <a:ext cx="1346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18BC67D-2DB4-4791-672E-60FEAE96FAE9}"/>
                    </a:ext>
                  </a:extLst>
                </p14:cNvPr>
                <p14:cNvContentPartPr/>
                <p14:nvPr/>
              </p14:nvContentPartPr>
              <p14:xfrm>
                <a:off x="7886700" y="5189408"/>
                <a:ext cx="141480" cy="1771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18BC67D-2DB4-4791-672E-60FEAE96FAE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877700" y="5180768"/>
                  <a:ext cx="159120" cy="19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0F5B9E5C-2CC9-A430-FA8A-D1F5D0F00027}"/>
                  </a:ext>
                </a:extLst>
              </p14:cNvPr>
              <p14:cNvContentPartPr/>
              <p14:nvPr/>
            </p14:nvContentPartPr>
            <p14:xfrm>
              <a:off x="7393140" y="5449688"/>
              <a:ext cx="961200" cy="1620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0F5B9E5C-2CC9-A430-FA8A-D1F5D0F00027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7384500" y="5440688"/>
                <a:ext cx="978840" cy="3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9C0E745E-6E6D-594D-E4CA-730304B94B57}"/>
              </a:ext>
            </a:extLst>
          </p:cNvPr>
          <p:cNvGrpSpPr/>
          <p:nvPr/>
        </p:nvGrpSpPr>
        <p:grpSpPr>
          <a:xfrm>
            <a:off x="7407540" y="5548688"/>
            <a:ext cx="1221840" cy="237240"/>
            <a:chOff x="7407540" y="5548688"/>
            <a:chExt cx="1221840" cy="23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10896E7-F18E-4616-274F-BDD0F71E8B8A}"/>
                    </a:ext>
                  </a:extLst>
                </p14:cNvPr>
                <p14:cNvContentPartPr/>
                <p14:nvPr/>
              </p14:nvContentPartPr>
              <p14:xfrm>
                <a:off x="7407540" y="5614568"/>
                <a:ext cx="63360" cy="171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10896E7-F18E-4616-274F-BDD0F71E8B8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398540" y="5605568"/>
                  <a:ext cx="810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A581E36-2B2B-1055-2468-AC7E835FD79A}"/>
                    </a:ext>
                  </a:extLst>
                </p14:cNvPr>
                <p14:cNvContentPartPr/>
                <p14:nvPr/>
              </p14:nvContentPartPr>
              <p14:xfrm>
                <a:off x="7606260" y="5702048"/>
                <a:ext cx="125280" cy="82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A581E36-2B2B-1055-2468-AC7E835FD79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597620" y="5693408"/>
                  <a:ext cx="1429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4AAE932-5031-7CE2-96B9-49B9547E37B4}"/>
                    </a:ext>
                  </a:extLst>
                </p14:cNvPr>
                <p14:cNvContentPartPr/>
                <p14:nvPr/>
              </p14:nvContentPartPr>
              <p14:xfrm>
                <a:off x="7845660" y="5631848"/>
                <a:ext cx="124200" cy="1155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4AAE932-5031-7CE2-96B9-49B9547E37B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837020" y="5622848"/>
                  <a:ext cx="1418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B1B135E-BC69-2D37-1310-A4866C079A01}"/>
                    </a:ext>
                  </a:extLst>
                </p14:cNvPr>
                <p14:cNvContentPartPr/>
                <p14:nvPr/>
              </p14:nvContentPartPr>
              <p14:xfrm>
                <a:off x="8034300" y="5740928"/>
                <a:ext cx="8640" cy="104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B1B135E-BC69-2D37-1310-A4866C079A0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025300" y="5731928"/>
                  <a:ext cx="262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1CFC46B-834A-9389-829E-A95FE3E653FA}"/>
                    </a:ext>
                  </a:extLst>
                </p14:cNvPr>
                <p14:cNvContentPartPr/>
                <p14:nvPr/>
              </p14:nvContentPartPr>
              <p14:xfrm>
                <a:off x="8048340" y="5599448"/>
                <a:ext cx="135360" cy="702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1CFC46B-834A-9389-829E-A95FE3E653F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039700" y="5590808"/>
                  <a:ext cx="1530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D508178-6BA2-0CC6-9669-D146632ED231}"/>
                    </a:ext>
                  </a:extLst>
                </p14:cNvPr>
                <p14:cNvContentPartPr/>
                <p14:nvPr/>
              </p14:nvContentPartPr>
              <p14:xfrm>
                <a:off x="8108460" y="5678648"/>
                <a:ext cx="102960" cy="738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D508178-6BA2-0CC6-9669-D146632ED23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099820" y="5669648"/>
                  <a:ext cx="1206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50A2A1E-503A-67C3-9A21-F493852EEDD0}"/>
                    </a:ext>
                  </a:extLst>
                </p14:cNvPr>
                <p14:cNvContentPartPr/>
                <p14:nvPr/>
              </p14:nvContentPartPr>
              <p14:xfrm>
                <a:off x="8307180" y="5630768"/>
                <a:ext cx="119160" cy="1368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50A2A1E-503A-67C3-9A21-F493852EEDD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298540" y="5621768"/>
                  <a:ext cx="1368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3885D35-C53C-ADCD-D693-58939367F838}"/>
                    </a:ext>
                  </a:extLst>
                </p14:cNvPr>
                <p14:cNvContentPartPr/>
                <p14:nvPr/>
              </p14:nvContentPartPr>
              <p14:xfrm>
                <a:off x="8307540" y="5700248"/>
                <a:ext cx="119880" cy="43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3885D35-C53C-ADCD-D693-58939367F83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298540" y="5691608"/>
                  <a:ext cx="1375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9915BB7-C1C1-E30F-58A8-30D127B451B8}"/>
                    </a:ext>
                  </a:extLst>
                </p14:cNvPr>
                <p14:cNvContentPartPr/>
                <p14:nvPr/>
              </p14:nvContentPartPr>
              <p14:xfrm>
                <a:off x="8449740" y="5613848"/>
                <a:ext cx="81360" cy="25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9915BB7-C1C1-E30F-58A8-30D127B451B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440740" y="5604848"/>
                  <a:ext cx="990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1D7255E-45F8-5995-05E5-5BEAC4C963FE}"/>
                    </a:ext>
                  </a:extLst>
                </p14:cNvPr>
                <p14:cNvContentPartPr/>
                <p14:nvPr/>
              </p14:nvContentPartPr>
              <p14:xfrm>
                <a:off x="8587980" y="5548688"/>
                <a:ext cx="41400" cy="939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1D7255E-45F8-5995-05E5-5BEAC4C963F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578980" y="5539688"/>
                  <a:ext cx="59040" cy="11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4B9FFF8B-AB28-B3B6-85C7-1B50C72160C4}"/>
                  </a:ext>
                </a:extLst>
              </p14:cNvPr>
              <p14:cNvContentPartPr/>
              <p14:nvPr/>
            </p14:nvContentPartPr>
            <p14:xfrm>
              <a:off x="8276220" y="5450048"/>
              <a:ext cx="316440" cy="1080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4B9FFF8B-AB28-B3B6-85C7-1B50C72160C4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267220" y="5441048"/>
                <a:ext cx="334080" cy="2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Group 158">
            <a:extLst>
              <a:ext uri="{FF2B5EF4-FFF2-40B4-BE49-F238E27FC236}">
                <a16:creationId xmlns:a16="http://schemas.microsoft.com/office/drawing/2014/main" id="{C44C6F97-DBF0-60BC-129E-4899909C55E3}"/>
              </a:ext>
            </a:extLst>
          </p:cNvPr>
          <p:cNvGrpSpPr/>
          <p:nvPr/>
        </p:nvGrpSpPr>
        <p:grpSpPr>
          <a:xfrm>
            <a:off x="5392620" y="3812048"/>
            <a:ext cx="5227560" cy="1632240"/>
            <a:chOff x="5392620" y="3812048"/>
            <a:chExt cx="5227560" cy="163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89B2E76-1A40-3A3A-75CB-C05F80D69D5A}"/>
                    </a:ext>
                  </a:extLst>
                </p14:cNvPr>
                <p14:cNvContentPartPr/>
                <p14:nvPr/>
              </p14:nvContentPartPr>
              <p14:xfrm>
                <a:off x="5392620" y="4987448"/>
                <a:ext cx="1138680" cy="4568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89B2E76-1A40-3A3A-75CB-C05F80D69D5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383980" y="4978808"/>
                  <a:ext cx="1156320" cy="4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BA18A2A-E6C5-5FBC-F1F2-F04183A08A2C}"/>
                    </a:ext>
                  </a:extLst>
                </p14:cNvPr>
                <p14:cNvContentPartPr/>
                <p14:nvPr/>
              </p14:nvContentPartPr>
              <p14:xfrm>
                <a:off x="5979780" y="4805288"/>
                <a:ext cx="130680" cy="1148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BA18A2A-E6C5-5FBC-F1F2-F04183A08A2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971140" y="4796648"/>
                  <a:ext cx="1483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50503E4-CED5-D76F-154E-ACDC2ACBB989}"/>
                    </a:ext>
                  </a:extLst>
                </p14:cNvPr>
                <p14:cNvContentPartPr/>
                <p14:nvPr/>
              </p14:nvContentPartPr>
              <p14:xfrm>
                <a:off x="6262020" y="4623128"/>
                <a:ext cx="298080" cy="1620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50503E4-CED5-D76F-154E-ACDC2ACBB98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253380" y="4614128"/>
                  <a:ext cx="3157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DE9D5FD-DF2C-6BB2-2E38-D25C2CB70B29}"/>
                    </a:ext>
                  </a:extLst>
                </p14:cNvPr>
                <p14:cNvContentPartPr/>
                <p14:nvPr/>
              </p14:nvContentPartPr>
              <p14:xfrm>
                <a:off x="6518700" y="4561568"/>
                <a:ext cx="114120" cy="1148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DE9D5FD-DF2C-6BB2-2E38-D25C2CB70B2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510060" y="4552568"/>
                  <a:ext cx="1317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2B830F0-B972-1303-77D5-D972CBA58129}"/>
                    </a:ext>
                  </a:extLst>
                </p14:cNvPr>
                <p14:cNvContentPartPr/>
                <p14:nvPr/>
              </p14:nvContentPartPr>
              <p14:xfrm>
                <a:off x="6655140" y="4597928"/>
                <a:ext cx="57600" cy="496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2B830F0-B972-1303-77D5-D972CBA5812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646500" y="4588928"/>
                  <a:ext cx="752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359CB8E-9EB0-95C6-11D6-57ACEC791F89}"/>
                    </a:ext>
                  </a:extLst>
                </p14:cNvPr>
                <p14:cNvContentPartPr/>
                <p14:nvPr/>
              </p14:nvContentPartPr>
              <p14:xfrm>
                <a:off x="6587820" y="4503248"/>
                <a:ext cx="7560" cy="14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359CB8E-9EB0-95C6-11D6-57ACEC791F8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578820" y="4494248"/>
                  <a:ext cx="252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F70D261-BC0D-4129-AFA7-F00C502A3FDD}"/>
                    </a:ext>
                  </a:extLst>
                </p14:cNvPr>
                <p14:cNvContentPartPr/>
                <p14:nvPr/>
              </p14:nvContentPartPr>
              <p14:xfrm>
                <a:off x="6664140" y="4337288"/>
                <a:ext cx="509040" cy="2664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F70D261-BC0D-4129-AFA7-F00C502A3FD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655500" y="4328288"/>
                  <a:ext cx="5266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18B15B5-0B65-5398-7828-95676E48AF63}"/>
                    </a:ext>
                  </a:extLst>
                </p14:cNvPr>
                <p14:cNvContentPartPr/>
                <p14:nvPr/>
              </p14:nvContentPartPr>
              <p14:xfrm>
                <a:off x="7221420" y="4259168"/>
                <a:ext cx="136800" cy="590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18B15B5-0B65-5398-7828-95676E48AF6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212780" y="4250528"/>
                  <a:ext cx="1544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F865F6B-24A9-E1BC-1803-D008324318EF}"/>
                    </a:ext>
                  </a:extLst>
                </p14:cNvPr>
                <p14:cNvContentPartPr/>
                <p14:nvPr/>
              </p14:nvContentPartPr>
              <p14:xfrm>
                <a:off x="7333740" y="4070888"/>
                <a:ext cx="264960" cy="2624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F865F6B-24A9-E1BC-1803-D008324318E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324740" y="4062248"/>
                  <a:ext cx="2826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53D331F-A484-132D-2F84-0CD87D1F27D3}"/>
                    </a:ext>
                  </a:extLst>
                </p14:cNvPr>
                <p14:cNvContentPartPr/>
                <p14:nvPr/>
              </p14:nvContentPartPr>
              <p14:xfrm>
                <a:off x="7568460" y="4051088"/>
                <a:ext cx="214560" cy="1926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53D331F-A484-132D-2F84-0CD87D1F27D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559820" y="4042088"/>
                  <a:ext cx="2322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1C16486-7F2C-D01C-C649-77BC953CAE67}"/>
                    </a:ext>
                  </a:extLst>
                </p14:cNvPr>
                <p14:cNvContentPartPr/>
                <p14:nvPr/>
              </p14:nvContentPartPr>
              <p14:xfrm>
                <a:off x="7725060" y="4025168"/>
                <a:ext cx="124920" cy="637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1C16486-7F2C-D01C-C649-77BC953CAE6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716420" y="4016528"/>
                  <a:ext cx="1425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46AA56E-3622-F6FA-4F2F-800C608BD6C9}"/>
                    </a:ext>
                  </a:extLst>
                </p14:cNvPr>
                <p14:cNvContentPartPr/>
                <p14:nvPr/>
              </p14:nvContentPartPr>
              <p14:xfrm>
                <a:off x="7786980" y="3891968"/>
                <a:ext cx="344520" cy="1918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46AA56E-3622-F6FA-4F2F-800C608BD6C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778340" y="3883328"/>
                  <a:ext cx="3621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5D147C9-D40E-7BDE-0DE8-83D7FF51FFBE}"/>
                    </a:ext>
                  </a:extLst>
                </p14:cNvPr>
                <p14:cNvContentPartPr/>
                <p14:nvPr/>
              </p14:nvContentPartPr>
              <p14:xfrm>
                <a:off x="7105500" y="4634288"/>
                <a:ext cx="167760" cy="745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5D147C9-D40E-7BDE-0DE8-83D7FF51FFB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096500" y="4625288"/>
                  <a:ext cx="1854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1B749DF-977A-A560-1E32-759A9A5343B0}"/>
                    </a:ext>
                  </a:extLst>
                </p14:cNvPr>
                <p14:cNvContentPartPr/>
                <p14:nvPr/>
              </p14:nvContentPartPr>
              <p14:xfrm>
                <a:off x="7226820" y="4509368"/>
                <a:ext cx="172080" cy="1587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1B749DF-977A-A560-1E32-759A9A5343B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217820" y="4500728"/>
                  <a:ext cx="1897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A81093F-1AD2-56D2-F360-958ADA758EAF}"/>
                    </a:ext>
                  </a:extLst>
                </p14:cNvPr>
                <p14:cNvContentPartPr/>
                <p14:nvPr/>
              </p14:nvContentPartPr>
              <p14:xfrm>
                <a:off x="7295580" y="4587488"/>
                <a:ext cx="61560" cy="460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A81093F-1AD2-56D2-F360-958ADA758EA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286580" y="4578488"/>
                  <a:ext cx="792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6D2A0EE-621C-E82D-C4D6-BD8EFB3A7BA9}"/>
                    </a:ext>
                  </a:extLst>
                </p14:cNvPr>
                <p14:cNvContentPartPr/>
                <p14:nvPr/>
              </p14:nvContentPartPr>
              <p14:xfrm>
                <a:off x="7476300" y="4445288"/>
                <a:ext cx="217080" cy="1227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6D2A0EE-621C-E82D-C4D6-BD8EFB3A7BA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467660" y="4436648"/>
                  <a:ext cx="2347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56433BD-A56B-E517-61D6-F8AF98EF1629}"/>
                    </a:ext>
                  </a:extLst>
                </p14:cNvPr>
                <p14:cNvContentPartPr/>
                <p14:nvPr/>
              </p14:nvContentPartPr>
              <p14:xfrm>
                <a:off x="7529580" y="4497848"/>
                <a:ext cx="82080" cy="316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56433BD-A56B-E517-61D6-F8AF98EF162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520580" y="4489208"/>
                  <a:ext cx="997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3D4395D-01E3-E217-7702-336925AB7E65}"/>
                    </a:ext>
                  </a:extLst>
                </p14:cNvPr>
                <p14:cNvContentPartPr/>
                <p14:nvPr/>
              </p14:nvContentPartPr>
              <p14:xfrm>
                <a:off x="7767540" y="4403168"/>
                <a:ext cx="82800" cy="270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3D4395D-01E3-E217-7702-336925AB7E6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758900" y="4394528"/>
                  <a:ext cx="1004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CCE84AD-A53D-7B33-B2BB-975980605779}"/>
                    </a:ext>
                  </a:extLst>
                </p14:cNvPr>
                <p14:cNvContentPartPr/>
                <p14:nvPr/>
              </p14:nvContentPartPr>
              <p14:xfrm>
                <a:off x="7725420" y="4353488"/>
                <a:ext cx="63000" cy="241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CCE84AD-A53D-7B33-B2BB-97598060577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716420" y="4344848"/>
                  <a:ext cx="806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9D6F256-C3CA-D3DF-35AA-2E347234D55D}"/>
                    </a:ext>
                  </a:extLst>
                </p14:cNvPr>
                <p14:cNvContentPartPr/>
                <p14:nvPr/>
              </p14:nvContentPartPr>
              <p14:xfrm>
                <a:off x="7885980" y="4234688"/>
                <a:ext cx="119520" cy="788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9D6F256-C3CA-D3DF-35AA-2E347234D55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876980" y="4226048"/>
                  <a:ext cx="1371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D4F3D31-76F6-4FC4-B400-5016373BDDDF}"/>
                    </a:ext>
                  </a:extLst>
                </p14:cNvPr>
                <p14:cNvContentPartPr/>
                <p14:nvPr/>
              </p14:nvContentPartPr>
              <p14:xfrm>
                <a:off x="8089020" y="4301648"/>
                <a:ext cx="360" cy="64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D4F3D31-76F6-4FC4-B400-5016373BDDD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080380" y="4293008"/>
                  <a:ext cx="18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FFD3864-EF97-C5E2-BE13-55475B7517C2}"/>
                    </a:ext>
                  </a:extLst>
                </p14:cNvPr>
                <p14:cNvContentPartPr/>
                <p14:nvPr/>
              </p14:nvContentPartPr>
              <p14:xfrm>
                <a:off x="8037180" y="4156208"/>
                <a:ext cx="182160" cy="939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FFD3864-EF97-C5E2-BE13-55475B7517C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028540" y="4147208"/>
                  <a:ext cx="1998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DAB5DE1-C132-9769-2A8C-BFC7927C61CB}"/>
                    </a:ext>
                  </a:extLst>
                </p14:cNvPr>
                <p14:cNvContentPartPr/>
                <p14:nvPr/>
              </p14:nvContentPartPr>
              <p14:xfrm>
                <a:off x="8026740" y="4071248"/>
                <a:ext cx="99360" cy="853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DAB5DE1-C132-9769-2A8C-BFC7927C61C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018100" y="4062248"/>
                  <a:ext cx="1170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21F4DD9-CABE-3F41-0F59-438D2CCE2007}"/>
                    </a:ext>
                  </a:extLst>
                </p14:cNvPr>
                <p14:cNvContentPartPr/>
                <p14:nvPr/>
              </p14:nvContentPartPr>
              <p14:xfrm>
                <a:off x="7315020" y="4986368"/>
                <a:ext cx="1022400" cy="4478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21F4DD9-CABE-3F41-0F59-438D2CCE200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306020" y="4977728"/>
                  <a:ext cx="104004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38FE85A-D8C4-C8F8-00BF-3F53212435D2}"/>
                    </a:ext>
                  </a:extLst>
                </p14:cNvPr>
                <p14:cNvContentPartPr/>
                <p14:nvPr/>
              </p14:nvContentPartPr>
              <p14:xfrm>
                <a:off x="8234460" y="4798448"/>
                <a:ext cx="290520" cy="2203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38FE85A-D8C4-C8F8-00BF-3F53212435D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225820" y="4789808"/>
                  <a:ext cx="3081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1029E49-872A-6AFB-E16D-2BC95632C451}"/>
                    </a:ext>
                  </a:extLst>
                </p14:cNvPr>
                <p14:cNvContentPartPr/>
                <p14:nvPr/>
              </p14:nvContentPartPr>
              <p14:xfrm>
                <a:off x="8644140" y="4587128"/>
                <a:ext cx="214560" cy="1749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1029E49-872A-6AFB-E16D-2BC95632C45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635140" y="4578128"/>
                  <a:ext cx="2322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407FFB9-6547-4A0F-C2E1-111E50EBD762}"/>
                    </a:ext>
                  </a:extLst>
                </p14:cNvPr>
                <p14:cNvContentPartPr/>
                <p14:nvPr/>
              </p14:nvContentPartPr>
              <p14:xfrm>
                <a:off x="8831700" y="4534568"/>
                <a:ext cx="109440" cy="1004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407FFB9-6547-4A0F-C2E1-111E50EBD76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822700" y="4525568"/>
                  <a:ext cx="1270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6F849C3-24B5-E999-D3C7-69CE32975A82}"/>
                    </a:ext>
                  </a:extLst>
                </p14:cNvPr>
                <p14:cNvContentPartPr/>
                <p14:nvPr/>
              </p14:nvContentPartPr>
              <p14:xfrm>
                <a:off x="8951580" y="4551128"/>
                <a:ext cx="45720" cy="378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6F849C3-24B5-E999-D3C7-69CE32975A8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942940" y="4542128"/>
                  <a:ext cx="633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8291E7C-CC1B-8327-84E7-DA4CC97C247E}"/>
                    </a:ext>
                  </a:extLst>
                </p14:cNvPr>
                <p14:cNvContentPartPr/>
                <p14:nvPr/>
              </p14:nvContentPartPr>
              <p14:xfrm>
                <a:off x="8889300" y="4452488"/>
                <a:ext cx="30600" cy="237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8291E7C-CC1B-8327-84E7-DA4CC97C247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880300" y="4443488"/>
                  <a:ext cx="482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6BA9D09-03C8-853E-8936-764CE892982E}"/>
                    </a:ext>
                  </a:extLst>
                </p14:cNvPr>
                <p14:cNvContentPartPr/>
                <p14:nvPr/>
              </p14:nvContentPartPr>
              <p14:xfrm>
                <a:off x="8965260" y="4276808"/>
                <a:ext cx="462600" cy="2437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6BA9D09-03C8-853E-8936-764CE892982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956260" y="4267808"/>
                  <a:ext cx="4802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ECB9224-EE4A-DA66-0FE4-7B51C0EFFA8C}"/>
                    </a:ext>
                  </a:extLst>
                </p14:cNvPr>
                <p14:cNvContentPartPr/>
                <p14:nvPr/>
              </p14:nvContentPartPr>
              <p14:xfrm>
                <a:off x="9534780" y="4196888"/>
                <a:ext cx="133920" cy="741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ECB9224-EE4A-DA66-0FE4-7B51C0EFFA8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526140" y="4187888"/>
                  <a:ext cx="1515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7ABA6FB-97D2-2D43-E39A-03ED32222B57}"/>
                    </a:ext>
                  </a:extLst>
                </p14:cNvPr>
                <p14:cNvContentPartPr/>
                <p14:nvPr/>
              </p14:nvContentPartPr>
              <p14:xfrm>
                <a:off x="9661860" y="4031648"/>
                <a:ext cx="169920" cy="2394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7ABA6FB-97D2-2D43-E39A-03ED32222B5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652860" y="4022648"/>
                  <a:ext cx="1875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D29645A5-9933-6278-1708-4157C1A06201}"/>
                    </a:ext>
                  </a:extLst>
                </p14:cNvPr>
                <p14:cNvContentPartPr/>
                <p14:nvPr/>
              </p14:nvContentPartPr>
              <p14:xfrm>
                <a:off x="9912780" y="3998888"/>
                <a:ext cx="142200" cy="1872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D29645A5-9933-6278-1708-4157C1A0620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904140" y="3989888"/>
                  <a:ext cx="1598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90E4B89-80B2-7F72-377E-3F25B2601D20}"/>
                    </a:ext>
                  </a:extLst>
                </p14:cNvPr>
                <p14:cNvContentPartPr/>
                <p14:nvPr/>
              </p14:nvContentPartPr>
              <p14:xfrm>
                <a:off x="10065420" y="3995288"/>
                <a:ext cx="66240" cy="381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90E4B89-80B2-7F72-377E-3F25B2601D2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056420" y="3986288"/>
                  <a:ext cx="838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7D7E53F-D938-F7DC-C39D-CCF9455542AA}"/>
                    </a:ext>
                  </a:extLst>
                </p14:cNvPr>
                <p14:cNvContentPartPr/>
                <p14:nvPr/>
              </p14:nvContentPartPr>
              <p14:xfrm>
                <a:off x="10057860" y="3812048"/>
                <a:ext cx="322200" cy="2250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7D7E53F-D938-F7DC-C39D-CCF9455542A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048860" y="3803408"/>
                  <a:ext cx="3398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8F1EDEB-B2FE-9C3F-B034-9C7C1BC04493}"/>
                    </a:ext>
                  </a:extLst>
                </p14:cNvPr>
                <p14:cNvContentPartPr/>
                <p14:nvPr/>
              </p14:nvContentPartPr>
              <p14:xfrm>
                <a:off x="9563580" y="4657328"/>
                <a:ext cx="126360" cy="615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8F1EDEB-B2FE-9C3F-B034-9C7C1BC0449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554940" y="4648688"/>
                  <a:ext cx="1440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30B6E18-F937-3EB9-B5AA-7944B31B2970}"/>
                    </a:ext>
                  </a:extLst>
                </p14:cNvPr>
                <p14:cNvContentPartPr/>
                <p14:nvPr/>
              </p14:nvContentPartPr>
              <p14:xfrm>
                <a:off x="9616500" y="4488848"/>
                <a:ext cx="180720" cy="1641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30B6E18-F937-3EB9-B5AA-7944B31B297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607860" y="4479848"/>
                  <a:ext cx="1983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00FA22C-830E-925D-22BC-0A7EFE9010C7}"/>
                    </a:ext>
                  </a:extLst>
                </p14:cNvPr>
                <p14:cNvContentPartPr/>
                <p14:nvPr/>
              </p14:nvContentPartPr>
              <p14:xfrm>
                <a:off x="9693180" y="4561568"/>
                <a:ext cx="38160" cy="241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00FA22C-830E-925D-22BC-0A7EFE9010C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684180" y="4552568"/>
                  <a:ext cx="558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CD65D77-FBFA-F838-5E2B-9145DBD65D79}"/>
                    </a:ext>
                  </a:extLst>
                </p14:cNvPr>
                <p14:cNvContentPartPr/>
                <p14:nvPr/>
              </p14:nvContentPartPr>
              <p14:xfrm>
                <a:off x="9886860" y="4431968"/>
                <a:ext cx="190080" cy="1465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CD65D77-FBFA-F838-5E2B-9145DBD65D7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877860" y="4422968"/>
                  <a:ext cx="2077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8A53660-85D6-A807-44A4-7A057116CC01}"/>
                    </a:ext>
                  </a:extLst>
                </p14:cNvPr>
                <p14:cNvContentPartPr/>
                <p14:nvPr/>
              </p14:nvContentPartPr>
              <p14:xfrm>
                <a:off x="9954180" y="4496048"/>
                <a:ext cx="51480" cy="504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8A53660-85D6-A807-44A4-7A057116CC0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945540" y="4487048"/>
                  <a:ext cx="691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B3E09C9-8CEF-942E-3635-C7D1CA475EF5}"/>
                    </a:ext>
                  </a:extLst>
                </p14:cNvPr>
                <p14:cNvContentPartPr/>
                <p14:nvPr/>
              </p14:nvContentPartPr>
              <p14:xfrm>
                <a:off x="10177380" y="4410728"/>
                <a:ext cx="73440" cy="352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B3E09C9-8CEF-942E-3635-C7D1CA475EF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168740" y="4402088"/>
                  <a:ext cx="910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82123CE-034E-5714-ED41-9D3FB175BC0A}"/>
                    </a:ext>
                  </a:extLst>
                </p14:cNvPr>
                <p14:cNvContentPartPr/>
                <p14:nvPr/>
              </p14:nvContentPartPr>
              <p14:xfrm>
                <a:off x="10132380" y="4374368"/>
                <a:ext cx="56160" cy="378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82123CE-034E-5714-ED41-9D3FB175BC0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123740" y="4365728"/>
                  <a:ext cx="738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1FAEBECF-750A-7895-E670-933EF4AF7D78}"/>
                    </a:ext>
                  </a:extLst>
                </p14:cNvPr>
                <p14:cNvContentPartPr/>
                <p14:nvPr/>
              </p14:nvContentPartPr>
              <p14:xfrm>
                <a:off x="10323540" y="4254128"/>
                <a:ext cx="93960" cy="1051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1FAEBECF-750A-7895-E670-933EF4AF7D7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314540" y="4245128"/>
                  <a:ext cx="1116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ABCD7A4-AFB9-B806-E1B5-14D7868F47AD}"/>
                    </a:ext>
                  </a:extLst>
                </p14:cNvPr>
                <p14:cNvContentPartPr/>
                <p14:nvPr/>
              </p14:nvContentPartPr>
              <p14:xfrm>
                <a:off x="10484100" y="4332968"/>
                <a:ext cx="3600" cy="64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ABCD7A4-AFB9-B806-E1B5-14D7868F47A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475460" y="4323968"/>
                  <a:ext cx="212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566A6BD-2296-DC1A-2D1D-4E65B1F90672}"/>
                    </a:ext>
                  </a:extLst>
                </p14:cNvPr>
                <p14:cNvContentPartPr/>
                <p14:nvPr/>
              </p14:nvContentPartPr>
              <p14:xfrm>
                <a:off x="10462500" y="4125248"/>
                <a:ext cx="74160" cy="572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566A6BD-2296-DC1A-2D1D-4E65B1F9067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453860" y="4116248"/>
                  <a:ext cx="918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EE18D1A-6F31-EBAF-DC58-6056CB807B74}"/>
                    </a:ext>
                  </a:extLst>
                </p14:cNvPr>
                <p14:cNvContentPartPr/>
                <p14:nvPr/>
              </p14:nvContentPartPr>
              <p14:xfrm>
                <a:off x="10525500" y="4192568"/>
                <a:ext cx="94680" cy="889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EE18D1A-6F31-EBAF-DC58-6056CB807B7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516860" y="4183928"/>
                  <a:ext cx="1123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F980496-2E6C-8506-285B-7730CA512F95}"/>
                    </a:ext>
                  </a:extLst>
                </p14:cNvPr>
                <p14:cNvContentPartPr/>
                <p14:nvPr/>
              </p14:nvContentPartPr>
              <p14:xfrm>
                <a:off x="10479060" y="4194008"/>
                <a:ext cx="15840" cy="90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F980496-2E6C-8506-285B-7730CA512F9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470060" y="4185368"/>
                  <a:ext cx="334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75446EC-8F63-F230-DD9B-99F883B8EFF3}"/>
                    </a:ext>
                  </a:extLst>
                </p14:cNvPr>
                <p14:cNvContentPartPr/>
                <p14:nvPr/>
              </p14:nvContentPartPr>
              <p14:xfrm>
                <a:off x="10421820" y="4108688"/>
                <a:ext cx="109440" cy="849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75446EC-8F63-F230-DD9B-99F883B8EFF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413180" y="4099688"/>
                  <a:ext cx="1270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03735D2-EF33-1942-8590-ACB8C7AA68E1}"/>
                    </a:ext>
                  </a:extLst>
                </p14:cNvPr>
                <p14:cNvContentPartPr/>
                <p14:nvPr/>
              </p14:nvContentPartPr>
              <p14:xfrm>
                <a:off x="10420380" y="4108328"/>
                <a:ext cx="127080" cy="1000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03735D2-EF33-1942-8590-ACB8C7AA68E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411740" y="4099328"/>
                  <a:ext cx="1447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2421A3D-0EF3-1011-9456-F66BB08F77CF}"/>
                    </a:ext>
                  </a:extLst>
                </p14:cNvPr>
                <p14:cNvContentPartPr/>
                <p14:nvPr/>
              </p14:nvContentPartPr>
              <p14:xfrm>
                <a:off x="10461060" y="4331888"/>
                <a:ext cx="2880" cy="118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2421A3D-0EF3-1011-9456-F66BB08F77C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452060" y="4322888"/>
                  <a:ext cx="20520" cy="2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FBDD066B-4E32-3FB9-8081-5166AC31EBA1}"/>
              </a:ext>
            </a:extLst>
          </p:cNvPr>
          <p:cNvGrpSpPr/>
          <p:nvPr/>
        </p:nvGrpSpPr>
        <p:grpSpPr>
          <a:xfrm>
            <a:off x="577260" y="1112408"/>
            <a:ext cx="2435760" cy="1734840"/>
            <a:chOff x="577260" y="1112408"/>
            <a:chExt cx="2435760" cy="173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66D0FC8-9948-A9AB-3683-1E8378B60E38}"/>
                    </a:ext>
                  </a:extLst>
                </p14:cNvPr>
                <p14:cNvContentPartPr/>
                <p14:nvPr/>
              </p14:nvContentPartPr>
              <p14:xfrm>
                <a:off x="1792260" y="1112408"/>
                <a:ext cx="42120" cy="17348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66D0FC8-9948-A9AB-3683-1E8378B60E3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783260" y="1103768"/>
                  <a:ext cx="59760" cy="175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8CE2E06-869A-5078-C2AD-D0C963442A95}"/>
                    </a:ext>
                  </a:extLst>
                </p14:cNvPr>
                <p14:cNvContentPartPr/>
                <p14:nvPr/>
              </p14:nvContentPartPr>
              <p14:xfrm>
                <a:off x="577260" y="1890368"/>
                <a:ext cx="2435760" cy="428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8CE2E06-869A-5078-C2AD-D0C963442A9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68260" y="1881728"/>
                  <a:ext cx="245340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F48D7871-B059-808A-553E-39DE66745C15}"/>
              </a:ext>
            </a:extLst>
          </p:cNvPr>
          <p:cNvGrpSpPr/>
          <p:nvPr/>
        </p:nvGrpSpPr>
        <p:grpSpPr>
          <a:xfrm>
            <a:off x="2053620" y="1849328"/>
            <a:ext cx="692640" cy="322200"/>
            <a:chOff x="2053620" y="1849328"/>
            <a:chExt cx="692640" cy="32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91E6B3D-DE01-7E7D-C2EB-4BEE383275BC}"/>
                    </a:ext>
                  </a:extLst>
                </p14:cNvPr>
                <p14:cNvContentPartPr/>
                <p14:nvPr/>
              </p14:nvContentPartPr>
              <p14:xfrm>
                <a:off x="2134980" y="1849328"/>
                <a:ext cx="110880" cy="979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91E6B3D-DE01-7E7D-C2EB-4BEE383275B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126340" y="1840688"/>
                  <a:ext cx="1285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4C9EA08-EC1C-5106-1623-BCDB64F1ACE7}"/>
                    </a:ext>
                  </a:extLst>
                </p14:cNvPr>
                <p14:cNvContentPartPr/>
                <p14:nvPr/>
              </p14:nvContentPartPr>
              <p14:xfrm>
                <a:off x="2167020" y="1854008"/>
                <a:ext cx="72360" cy="979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4C9EA08-EC1C-5106-1623-BCDB64F1ACE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158020" y="1845008"/>
                  <a:ext cx="900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F0A1940-DD12-764E-F431-535690AD8754}"/>
                    </a:ext>
                  </a:extLst>
                </p14:cNvPr>
                <p14:cNvContentPartPr/>
                <p14:nvPr/>
              </p14:nvContentPartPr>
              <p14:xfrm>
                <a:off x="2053620" y="2066408"/>
                <a:ext cx="85320" cy="788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F0A1940-DD12-764E-F431-535690AD875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044980" y="2057768"/>
                  <a:ext cx="1029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1465D24-6C56-582E-AEC6-12915121681E}"/>
                    </a:ext>
                  </a:extLst>
                </p14:cNvPr>
                <p14:cNvContentPartPr/>
                <p14:nvPr/>
              </p14:nvContentPartPr>
              <p14:xfrm>
                <a:off x="2178900" y="2130128"/>
                <a:ext cx="3600" cy="64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1465D24-6C56-582E-AEC6-12915121681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169900" y="2121128"/>
                  <a:ext cx="212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AD01C01-7009-59D4-546F-F51A434C0219}"/>
                    </a:ext>
                  </a:extLst>
                </p14:cNvPr>
                <p14:cNvContentPartPr/>
                <p14:nvPr/>
              </p14:nvContentPartPr>
              <p14:xfrm>
                <a:off x="2228580" y="2066768"/>
                <a:ext cx="76680" cy="1047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AD01C01-7009-59D4-546F-F51A434C021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219940" y="2057768"/>
                  <a:ext cx="943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2597CC7-C883-9D29-E615-F93C35DFFA45}"/>
                    </a:ext>
                  </a:extLst>
                </p14:cNvPr>
                <p14:cNvContentPartPr/>
                <p14:nvPr/>
              </p14:nvContentPartPr>
              <p14:xfrm>
                <a:off x="2239020" y="2031488"/>
                <a:ext cx="70920" cy="259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2597CC7-C883-9D29-E615-F93C35DFFA4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230380" y="2022848"/>
                  <a:ext cx="885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239C0CF-EC62-D970-1511-EF10A63CDE39}"/>
                    </a:ext>
                  </a:extLst>
                </p14:cNvPr>
                <p14:cNvContentPartPr/>
                <p14:nvPr/>
              </p14:nvContentPartPr>
              <p14:xfrm>
                <a:off x="2519460" y="1870208"/>
                <a:ext cx="86040" cy="849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239C0CF-EC62-D970-1511-EF10A63CDE3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510820" y="1861208"/>
                  <a:ext cx="1036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C7F9BA1-0530-74A3-2376-62F6DDF02250}"/>
                    </a:ext>
                  </a:extLst>
                </p14:cNvPr>
                <p14:cNvContentPartPr/>
                <p14:nvPr/>
              </p14:nvContentPartPr>
              <p14:xfrm>
                <a:off x="2547900" y="1882448"/>
                <a:ext cx="50040" cy="781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C7F9BA1-0530-74A3-2376-62F6DDF0225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538900" y="1873448"/>
                  <a:ext cx="676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5CDCA63-D68C-FA93-0BF4-FE7ED7A323A3}"/>
                    </a:ext>
                  </a:extLst>
                </p14:cNvPr>
                <p14:cNvContentPartPr/>
                <p14:nvPr/>
              </p14:nvContentPartPr>
              <p14:xfrm>
                <a:off x="2476980" y="2062808"/>
                <a:ext cx="87480" cy="637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5CDCA63-D68C-FA93-0BF4-FE7ED7A323A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468340" y="2054168"/>
                  <a:ext cx="1051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62529CDC-A6D7-3397-0873-89272B4E87C9}"/>
                    </a:ext>
                  </a:extLst>
                </p14:cNvPr>
                <p14:cNvContentPartPr/>
                <p14:nvPr/>
              </p14:nvContentPartPr>
              <p14:xfrm>
                <a:off x="2619540" y="2145608"/>
                <a:ext cx="19800" cy="54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62529CDC-A6D7-3397-0873-89272B4E87C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610900" y="2136608"/>
                  <a:ext cx="374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6DD82B3-5050-C9F6-4801-4640E30E19F6}"/>
                    </a:ext>
                  </a:extLst>
                </p14:cNvPr>
                <p14:cNvContentPartPr/>
                <p14:nvPr/>
              </p14:nvContentPartPr>
              <p14:xfrm>
                <a:off x="2640060" y="2038328"/>
                <a:ext cx="104760" cy="655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6DD82B3-5050-C9F6-4801-4640E30E19F6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631060" y="2029688"/>
                  <a:ext cx="1224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056A28A-C038-14C0-6A43-FF3EE019E997}"/>
                    </a:ext>
                  </a:extLst>
                </p14:cNvPr>
                <p14:cNvContentPartPr/>
                <p14:nvPr/>
              </p14:nvContentPartPr>
              <p14:xfrm>
                <a:off x="2664180" y="2112488"/>
                <a:ext cx="82080" cy="453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056A28A-C038-14C0-6A43-FF3EE019E99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655540" y="2103488"/>
                  <a:ext cx="99720" cy="6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035298BE-D4A6-84E5-E5B8-A468540689B4}"/>
                  </a:ext>
                </a:extLst>
              </p14:cNvPr>
              <p14:cNvContentPartPr/>
              <p14:nvPr/>
            </p14:nvContentPartPr>
            <p14:xfrm>
              <a:off x="2068380" y="1377368"/>
              <a:ext cx="316440" cy="18144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035298BE-D4A6-84E5-E5B8-A468540689B4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2059740" y="1368368"/>
                <a:ext cx="334080" cy="19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1" name="Group 180">
            <a:extLst>
              <a:ext uri="{FF2B5EF4-FFF2-40B4-BE49-F238E27FC236}">
                <a16:creationId xmlns:a16="http://schemas.microsoft.com/office/drawing/2014/main" id="{4F8721F3-A26B-8D65-3233-47E1D3F9BA21}"/>
              </a:ext>
            </a:extLst>
          </p:cNvPr>
          <p:cNvGrpSpPr/>
          <p:nvPr/>
        </p:nvGrpSpPr>
        <p:grpSpPr>
          <a:xfrm>
            <a:off x="1096020" y="1397528"/>
            <a:ext cx="338040" cy="529200"/>
            <a:chOff x="1096020" y="1397528"/>
            <a:chExt cx="338040" cy="52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8DF7FEF-47C9-558F-CAC1-385DD736857B}"/>
                    </a:ext>
                  </a:extLst>
                </p14:cNvPr>
                <p14:cNvContentPartPr/>
                <p14:nvPr/>
              </p14:nvContentPartPr>
              <p14:xfrm>
                <a:off x="1182420" y="1397528"/>
                <a:ext cx="251640" cy="1868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8DF7FEF-47C9-558F-CAC1-385DD736857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73780" y="1388528"/>
                  <a:ext cx="2692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F37038F-19B2-4E22-924C-86239648802A}"/>
                    </a:ext>
                  </a:extLst>
                </p14:cNvPr>
                <p14:cNvContentPartPr/>
                <p14:nvPr/>
              </p14:nvContentPartPr>
              <p14:xfrm>
                <a:off x="1096020" y="1683008"/>
                <a:ext cx="20880" cy="2437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F37038F-19B2-4E22-924C-86239648802A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87380" y="1674368"/>
                  <a:ext cx="38520" cy="26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746C8165-6509-1972-2E5D-82CF43662DE9}"/>
                  </a:ext>
                </a:extLst>
              </p14:cNvPr>
              <p14:cNvContentPartPr/>
              <p14:nvPr/>
            </p14:nvContentPartPr>
            <p14:xfrm>
              <a:off x="2374020" y="1542968"/>
              <a:ext cx="186480" cy="22896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746C8165-6509-1972-2E5D-82CF43662DE9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2365380" y="1533968"/>
                <a:ext cx="204120" cy="24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8" name="Group 187">
            <a:extLst>
              <a:ext uri="{FF2B5EF4-FFF2-40B4-BE49-F238E27FC236}">
                <a16:creationId xmlns:a16="http://schemas.microsoft.com/office/drawing/2014/main" id="{896E5410-032F-7FCC-A42A-67A6E7A5849F}"/>
              </a:ext>
            </a:extLst>
          </p:cNvPr>
          <p:cNvGrpSpPr/>
          <p:nvPr/>
        </p:nvGrpSpPr>
        <p:grpSpPr>
          <a:xfrm>
            <a:off x="1095660" y="2094488"/>
            <a:ext cx="1492200" cy="607680"/>
            <a:chOff x="1095660" y="2094488"/>
            <a:chExt cx="1492200" cy="60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82A5026-E136-F2AF-B1A5-36116ADA5B4C}"/>
                    </a:ext>
                  </a:extLst>
                </p14:cNvPr>
                <p14:cNvContentPartPr/>
                <p14:nvPr/>
              </p14:nvContentPartPr>
              <p14:xfrm>
                <a:off x="2332980" y="2109248"/>
                <a:ext cx="254880" cy="4129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82A5026-E136-F2AF-B1A5-36116ADA5B4C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324340" y="2100248"/>
                  <a:ext cx="27252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DA05565-F037-25FD-9118-67BED229D46A}"/>
                    </a:ext>
                  </a:extLst>
                </p14:cNvPr>
                <p14:cNvContentPartPr/>
                <p14:nvPr/>
              </p14:nvContentPartPr>
              <p14:xfrm>
                <a:off x="1830780" y="2592368"/>
                <a:ext cx="413640" cy="1098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DA05565-F037-25FD-9118-67BED229D46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822140" y="2583368"/>
                  <a:ext cx="4312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71A8ED1-2C16-1918-6825-C65CD6C95468}"/>
                    </a:ext>
                  </a:extLst>
                </p14:cNvPr>
                <p14:cNvContentPartPr/>
                <p14:nvPr/>
              </p14:nvContentPartPr>
              <p14:xfrm>
                <a:off x="1095660" y="2094488"/>
                <a:ext cx="16200" cy="720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71A8ED1-2C16-1918-6825-C65CD6C95468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87020" y="2085848"/>
                  <a:ext cx="338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A8A0397-44A8-528F-BEF0-AB50692AC29D}"/>
                    </a:ext>
                  </a:extLst>
                </p14:cNvPr>
                <p14:cNvContentPartPr/>
                <p14:nvPr/>
              </p14:nvContentPartPr>
              <p14:xfrm>
                <a:off x="1210500" y="2400128"/>
                <a:ext cx="76680" cy="943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A8A0397-44A8-528F-BEF0-AB50692AC29D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201500" y="2391128"/>
                  <a:ext cx="943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953F950-DD2D-364F-9DDA-2523DC6C6564}"/>
                    </a:ext>
                  </a:extLst>
                </p14:cNvPr>
                <p14:cNvContentPartPr/>
                <p14:nvPr/>
              </p14:nvContentPartPr>
              <p14:xfrm>
                <a:off x="1376460" y="2550968"/>
                <a:ext cx="311760" cy="838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953F950-DD2D-364F-9DDA-2523DC6C6564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367820" y="2541968"/>
                  <a:ext cx="329400" cy="10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02B07270-5AF7-1191-289E-6482CC40DFF7}"/>
              </a:ext>
            </a:extLst>
          </p:cNvPr>
          <p:cNvGrpSpPr/>
          <p:nvPr/>
        </p:nvGrpSpPr>
        <p:grpSpPr>
          <a:xfrm>
            <a:off x="1542780" y="1693448"/>
            <a:ext cx="660240" cy="473760"/>
            <a:chOff x="1542780" y="1693448"/>
            <a:chExt cx="660240" cy="47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38B27EAF-35F5-77B4-5EB0-33EB0A58543A}"/>
                    </a:ext>
                  </a:extLst>
                </p14:cNvPr>
                <p14:cNvContentPartPr/>
                <p14:nvPr/>
              </p14:nvContentPartPr>
              <p14:xfrm>
                <a:off x="2125980" y="1810448"/>
                <a:ext cx="25920" cy="342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38B27EAF-35F5-77B4-5EB0-33EB0A58543A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117340" y="1801448"/>
                  <a:ext cx="435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0B254EE3-25AC-66AE-CE70-6A9657C01267}"/>
                    </a:ext>
                  </a:extLst>
                </p14:cNvPr>
                <p14:cNvContentPartPr/>
                <p14:nvPr/>
              </p14:nvContentPartPr>
              <p14:xfrm>
                <a:off x="1948860" y="1713968"/>
                <a:ext cx="124560" cy="579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0B254EE3-25AC-66AE-CE70-6A9657C01267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939860" y="1704968"/>
                  <a:ext cx="1422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4D455E6-CF95-30D4-1DF7-DAB1B5854C29}"/>
                    </a:ext>
                  </a:extLst>
                </p14:cNvPr>
                <p14:cNvContentPartPr/>
                <p14:nvPr/>
              </p14:nvContentPartPr>
              <p14:xfrm>
                <a:off x="1886580" y="1709288"/>
                <a:ext cx="41040" cy="54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4D455E6-CF95-30D4-1DF7-DAB1B5854C2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877580" y="1700288"/>
                  <a:ext cx="586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4C07CBEA-21C3-8AD2-3B3A-9B7B92417211}"/>
                    </a:ext>
                  </a:extLst>
                </p14:cNvPr>
                <p14:cNvContentPartPr/>
                <p14:nvPr/>
              </p14:nvContentPartPr>
              <p14:xfrm>
                <a:off x="1546740" y="1693448"/>
                <a:ext cx="292680" cy="1119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4C07CBEA-21C3-8AD2-3B3A-9B7B9241721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538100" y="1684808"/>
                  <a:ext cx="3103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82E50B5-15D4-598D-1646-67DEB7837AED}"/>
                    </a:ext>
                  </a:extLst>
                </p14:cNvPr>
                <p14:cNvContentPartPr/>
                <p14:nvPr/>
              </p14:nvContentPartPr>
              <p14:xfrm>
                <a:off x="1542780" y="1875248"/>
                <a:ext cx="24480" cy="1350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82E50B5-15D4-598D-1646-67DEB7837AE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534140" y="1866608"/>
                  <a:ext cx="421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4BD2D74E-FBD8-C0E3-3AA3-61A6D8722CB1}"/>
                    </a:ext>
                  </a:extLst>
                </p14:cNvPr>
                <p14:cNvContentPartPr/>
                <p14:nvPr/>
              </p14:nvContentPartPr>
              <p14:xfrm>
                <a:off x="1584540" y="2036528"/>
                <a:ext cx="44640" cy="403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4BD2D74E-FBD8-C0E3-3AA3-61A6D8722CB1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575540" y="2027528"/>
                  <a:ext cx="622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618D73D-7F98-A7CA-AE38-89D503430396}"/>
                    </a:ext>
                  </a:extLst>
                </p14:cNvPr>
                <p14:cNvContentPartPr/>
                <p14:nvPr/>
              </p14:nvContentPartPr>
              <p14:xfrm>
                <a:off x="1629900" y="1942928"/>
                <a:ext cx="573120" cy="2242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618D73D-7F98-A7CA-AE38-89D503430396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621260" y="1933928"/>
                  <a:ext cx="590760" cy="24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AEA0CA9F-DF2A-0594-5E0B-6614C1B14998}"/>
              </a:ext>
            </a:extLst>
          </p:cNvPr>
          <p:cNvGrpSpPr/>
          <p:nvPr/>
        </p:nvGrpSpPr>
        <p:grpSpPr>
          <a:xfrm>
            <a:off x="1215540" y="1438928"/>
            <a:ext cx="1211760" cy="1070280"/>
            <a:chOff x="1215540" y="1438928"/>
            <a:chExt cx="1211760" cy="107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A4E1092-5987-72EC-EF19-12C4B4A9A659}"/>
                    </a:ext>
                  </a:extLst>
                </p14:cNvPr>
                <p14:cNvContentPartPr/>
                <p14:nvPr/>
              </p14:nvContentPartPr>
              <p14:xfrm>
                <a:off x="1600020" y="1438928"/>
                <a:ext cx="122040" cy="1512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A4E1092-5987-72EC-EF19-12C4B4A9A65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591020" y="1430288"/>
                  <a:ext cx="1396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3F689D6-D80B-E45F-7091-8837FA811463}"/>
                    </a:ext>
                  </a:extLst>
                </p14:cNvPr>
                <p14:cNvContentPartPr/>
                <p14:nvPr/>
              </p14:nvContentPartPr>
              <p14:xfrm>
                <a:off x="1407780" y="1522088"/>
                <a:ext cx="141120" cy="1440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3F689D6-D80B-E45F-7091-8837FA81146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399140" y="1513088"/>
                  <a:ext cx="1587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F306DE7D-A41E-3598-3230-79F8D34523E5}"/>
                    </a:ext>
                  </a:extLst>
                </p14:cNvPr>
                <p14:cNvContentPartPr/>
                <p14:nvPr/>
              </p14:nvContentPartPr>
              <p14:xfrm>
                <a:off x="1293660" y="1917008"/>
                <a:ext cx="157680" cy="2034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F306DE7D-A41E-3598-3230-79F8D34523E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284660" y="1908008"/>
                  <a:ext cx="1753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EC8E4F8-E72B-0F83-925B-A0E4BDCA0D87}"/>
                    </a:ext>
                  </a:extLst>
                </p14:cNvPr>
                <p14:cNvContentPartPr/>
                <p14:nvPr/>
              </p14:nvContentPartPr>
              <p14:xfrm>
                <a:off x="1283220" y="1729808"/>
                <a:ext cx="141480" cy="1303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EC8E4F8-E72B-0F83-925B-A0E4BDCA0D87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274220" y="1721168"/>
                  <a:ext cx="1591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5DE9DE2-9084-9081-0CCD-CF5B8EA0B510}"/>
                    </a:ext>
                  </a:extLst>
                </p14:cNvPr>
                <p14:cNvContentPartPr/>
                <p14:nvPr/>
              </p14:nvContentPartPr>
              <p14:xfrm>
                <a:off x="1215540" y="2052008"/>
                <a:ext cx="128880" cy="1929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5DE9DE2-9084-9081-0CCD-CF5B8EA0B510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206900" y="2043368"/>
                  <a:ext cx="1465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CC93A40-B0B7-ECFE-05C7-4E8193C7636D}"/>
                    </a:ext>
                  </a:extLst>
                </p14:cNvPr>
                <p14:cNvContentPartPr/>
                <p14:nvPr/>
              </p14:nvContentPartPr>
              <p14:xfrm>
                <a:off x="1225980" y="2197448"/>
                <a:ext cx="292680" cy="3117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CC93A40-B0B7-ECFE-05C7-4E8193C7636D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216980" y="2188808"/>
                  <a:ext cx="31032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128F5D8-8D13-0B91-43BD-CB6F1A21FB3C}"/>
                    </a:ext>
                  </a:extLst>
                </p14:cNvPr>
                <p14:cNvContentPartPr/>
                <p14:nvPr/>
              </p14:nvContentPartPr>
              <p14:xfrm>
                <a:off x="1475460" y="2270168"/>
                <a:ext cx="223920" cy="1879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128F5D8-8D13-0B91-43BD-CB6F1A21FB3C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466460" y="2261528"/>
                  <a:ext cx="2415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4DCA4141-7D61-D318-C501-BE24D37AFF70}"/>
                    </a:ext>
                  </a:extLst>
                </p14:cNvPr>
                <p14:cNvContentPartPr/>
                <p14:nvPr/>
              </p14:nvContentPartPr>
              <p14:xfrm>
                <a:off x="1958580" y="2337848"/>
                <a:ext cx="161280" cy="1090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4DCA4141-7D61-D318-C501-BE24D37AFF70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949580" y="2328848"/>
                  <a:ext cx="1789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79003BC9-2415-6C25-2A63-47362EE949FA}"/>
                    </a:ext>
                  </a:extLst>
                </p14:cNvPr>
                <p14:cNvContentPartPr/>
                <p14:nvPr/>
              </p14:nvContentPartPr>
              <p14:xfrm>
                <a:off x="2104020" y="2228768"/>
                <a:ext cx="239760" cy="1310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79003BC9-2415-6C25-2A63-47362EE949FA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2095020" y="2219768"/>
                  <a:ext cx="2574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FA15E799-66D6-615D-C424-0CF80C173E3E}"/>
                    </a:ext>
                  </a:extLst>
                </p14:cNvPr>
                <p14:cNvContentPartPr/>
                <p14:nvPr/>
              </p14:nvContentPartPr>
              <p14:xfrm>
                <a:off x="2254500" y="1683008"/>
                <a:ext cx="172800" cy="993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FA15E799-66D6-615D-C424-0CF80C173E3E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245860" y="1674368"/>
                  <a:ext cx="1904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2B92AA2-E3C9-7450-348A-CDC11737BA89}"/>
                    </a:ext>
                  </a:extLst>
                </p14:cNvPr>
                <p14:cNvContentPartPr/>
                <p14:nvPr/>
              </p14:nvContentPartPr>
              <p14:xfrm>
                <a:off x="2140380" y="1573928"/>
                <a:ext cx="360" cy="3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2B92AA2-E3C9-7450-348A-CDC11737BA8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2131380" y="156528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A7B20090-28D2-A469-FDA7-986E2EA698A1}"/>
                    </a:ext>
                  </a:extLst>
                </p14:cNvPr>
                <p14:cNvContentPartPr/>
                <p14:nvPr/>
              </p14:nvContentPartPr>
              <p14:xfrm>
                <a:off x="1927260" y="1511648"/>
                <a:ext cx="162000" cy="1011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A7B20090-28D2-A469-FDA7-986E2EA698A1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918620" y="1503008"/>
                  <a:ext cx="17964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3A893A47-77F0-01E6-07E7-D39B44381C7B}"/>
              </a:ext>
            </a:extLst>
          </p:cNvPr>
          <p:cNvGrpSpPr/>
          <p:nvPr/>
        </p:nvGrpSpPr>
        <p:grpSpPr>
          <a:xfrm>
            <a:off x="2340900" y="1091888"/>
            <a:ext cx="717840" cy="262440"/>
            <a:chOff x="2340900" y="1091888"/>
            <a:chExt cx="717840" cy="26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B27A645D-298F-C07B-9F75-78D4911E2511}"/>
                    </a:ext>
                  </a:extLst>
                </p14:cNvPr>
                <p14:cNvContentPartPr/>
                <p14:nvPr/>
              </p14:nvContentPartPr>
              <p14:xfrm>
                <a:off x="2363580" y="1210328"/>
                <a:ext cx="34920" cy="817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B27A645D-298F-C07B-9F75-78D4911E2511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354940" y="1201688"/>
                  <a:ext cx="525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899160A-2C3D-0534-8C24-DA164A0726DD}"/>
                    </a:ext>
                  </a:extLst>
                </p14:cNvPr>
                <p14:cNvContentPartPr/>
                <p14:nvPr/>
              </p14:nvContentPartPr>
              <p14:xfrm>
                <a:off x="2340900" y="1116728"/>
                <a:ext cx="2520" cy="43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899160A-2C3D-0534-8C24-DA164A0726DD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332260" y="1108088"/>
                  <a:ext cx="201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E8BA0031-AF0E-388A-B3F1-4EAC268711F5}"/>
                    </a:ext>
                  </a:extLst>
                </p14:cNvPr>
                <p14:cNvContentPartPr/>
                <p14:nvPr/>
              </p14:nvContentPartPr>
              <p14:xfrm>
                <a:off x="2443500" y="1091888"/>
                <a:ext cx="77040" cy="2624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E8BA0031-AF0E-388A-B3F1-4EAC268711F5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434500" y="1082888"/>
                  <a:ext cx="9468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B6ED1DF8-DFF4-0C89-A726-F041E5B88A08}"/>
                    </a:ext>
                  </a:extLst>
                </p14:cNvPr>
                <p14:cNvContentPartPr/>
                <p14:nvPr/>
              </p14:nvContentPartPr>
              <p14:xfrm>
                <a:off x="2436300" y="1243448"/>
                <a:ext cx="83520" cy="36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B6ED1DF8-DFF4-0C89-A726-F041E5B88A08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427660" y="1234808"/>
                  <a:ext cx="1011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4C36C500-8FB0-94F7-998D-C1F584D26ED2}"/>
                    </a:ext>
                  </a:extLst>
                </p14:cNvPr>
                <p14:cNvContentPartPr/>
                <p14:nvPr/>
              </p14:nvContentPartPr>
              <p14:xfrm>
                <a:off x="2695860" y="1120688"/>
                <a:ext cx="128160" cy="1234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4C36C500-8FB0-94F7-998D-C1F584D26ED2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686860" y="1111688"/>
                  <a:ext cx="1458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685AC5F-E9D4-0D2C-5A00-5C9C3851EE0B}"/>
                    </a:ext>
                  </a:extLst>
                </p14:cNvPr>
                <p14:cNvContentPartPr/>
                <p14:nvPr/>
              </p14:nvContentPartPr>
              <p14:xfrm>
                <a:off x="2816100" y="1153808"/>
                <a:ext cx="61560" cy="572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685AC5F-E9D4-0D2C-5A00-5C9C3851EE0B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807460" y="1144808"/>
                  <a:ext cx="792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2C61E36-C5F4-E0B9-A146-526E8BE77237}"/>
                    </a:ext>
                  </a:extLst>
                </p14:cNvPr>
                <p14:cNvContentPartPr/>
                <p14:nvPr/>
              </p14:nvContentPartPr>
              <p14:xfrm>
                <a:off x="2928420" y="1137248"/>
                <a:ext cx="130320" cy="950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2C61E36-C5F4-E0B9-A146-526E8BE77237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919420" y="1128608"/>
                  <a:ext cx="147960" cy="11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8C9564FC-6987-6BF5-C019-341E290F5753}"/>
              </a:ext>
            </a:extLst>
          </p:cNvPr>
          <p:cNvGrpSpPr/>
          <p:nvPr/>
        </p:nvGrpSpPr>
        <p:grpSpPr>
          <a:xfrm>
            <a:off x="3288420" y="1054448"/>
            <a:ext cx="1424160" cy="166320"/>
            <a:chOff x="3288420" y="1054448"/>
            <a:chExt cx="1424160" cy="16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32593A7F-9A67-5AB6-4B81-F5379F879658}"/>
                    </a:ext>
                  </a:extLst>
                </p14:cNvPr>
                <p14:cNvContentPartPr/>
                <p14:nvPr/>
              </p14:nvContentPartPr>
              <p14:xfrm>
                <a:off x="3288420" y="1126088"/>
                <a:ext cx="87840" cy="910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32593A7F-9A67-5AB6-4B81-F5379F879658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279780" y="1117448"/>
                  <a:ext cx="1054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0C821B2-39DD-A37B-F68B-93BF912287D2}"/>
                    </a:ext>
                  </a:extLst>
                </p14:cNvPr>
                <p14:cNvContentPartPr/>
                <p14:nvPr/>
              </p14:nvContentPartPr>
              <p14:xfrm>
                <a:off x="3428820" y="1189448"/>
                <a:ext cx="2520" cy="1332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0C821B2-39DD-A37B-F68B-93BF912287D2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419820" y="1180808"/>
                  <a:ext cx="201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B720635-7200-B65D-7A40-892DEE3DF82A}"/>
                    </a:ext>
                  </a:extLst>
                </p14:cNvPr>
                <p14:cNvContentPartPr/>
                <p14:nvPr/>
              </p14:nvContentPartPr>
              <p14:xfrm>
                <a:off x="3459780" y="1111688"/>
                <a:ext cx="68760" cy="1090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B720635-7200-B65D-7A40-892DEE3DF82A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450780" y="1102688"/>
                  <a:ext cx="864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4B225E24-5B1C-8AA8-3CF5-8660CD2E79D5}"/>
                    </a:ext>
                  </a:extLst>
                </p14:cNvPr>
                <p14:cNvContentPartPr/>
                <p14:nvPr/>
              </p14:nvContentPartPr>
              <p14:xfrm>
                <a:off x="3444300" y="1077488"/>
                <a:ext cx="98640" cy="136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4B225E24-5B1C-8AA8-3CF5-8660CD2E79D5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435660" y="1068848"/>
                  <a:ext cx="1162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0553D032-4F3A-15BE-7786-09BBBC710701}"/>
                    </a:ext>
                  </a:extLst>
                </p14:cNvPr>
                <p14:cNvContentPartPr/>
                <p14:nvPr/>
              </p14:nvContentPartPr>
              <p14:xfrm>
                <a:off x="3681900" y="1096208"/>
                <a:ext cx="95400" cy="871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0553D032-4F3A-15BE-7786-09BBBC710701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672900" y="1087208"/>
                  <a:ext cx="11304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950F0FA-0FFD-68CE-A933-3DDD7D559296}"/>
                    </a:ext>
                  </a:extLst>
                </p14:cNvPr>
                <p14:cNvContentPartPr/>
                <p14:nvPr/>
              </p14:nvContentPartPr>
              <p14:xfrm>
                <a:off x="3890700" y="1064168"/>
                <a:ext cx="19800" cy="1411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950F0FA-0FFD-68CE-A933-3DDD7D559296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882060" y="1055168"/>
                  <a:ext cx="374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CA89B304-47DF-3726-F993-63AFBCDF7D40}"/>
                    </a:ext>
                  </a:extLst>
                </p14:cNvPr>
                <p14:cNvContentPartPr/>
                <p14:nvPr/>
              </p14:nvContentPartPr>
              <p14:xfrm>
                <a:off x="3953700" y="1080008"/>
                <a:ext cx="104040" cy="12492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CA89B304-47DF-3726-F993-63AFBCDF7D40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944700" y="1071368"/>
                  <a:ext cx="1216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7F79700C-BDFF-4E05-E1F4-0212B3328B06}"/>
                    </a:ext>
                  </a:extLst>
                </p14:cNvPr>
                <p14:cNvContentPartPr/>
                <p14:nvPr/>
              </p14:nvContentPartPr>
              <p14:xfrm>
                <a:off x="3971340" y="1137608"/>
                <a:ext cx="65520" cy="540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7F79700C-BDFF-4E05-E1F4-0212B3328B06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962700" y="1128968"/>
                  <a:ext cx="831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DA38BB9D-F152-41BE-08E0-5EFF735E0C8B}"/>
                    </a:ext>
                  </a:extLst>
                </p14:cNvPr>
                <p14:cNvContentPartPr/>
                <p14:nvPr/>
              </p14:nvContentPartPr>
              <p14:xfrm>
                <a:off x="4088700" y="1054448"/>
                <a:ext cx="55080" cy="1296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DA38BB9D-F152-41BE-08E0-5EFF735E0C8B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079700" y="1045808"/>
                  <a:ext cx="727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0498D2A5-F83E-D480-BC93-C646C49B4B83}"/>
                    </a:ext>
                  </a:extLst>
                </p14:cNvPr>
                <p14:cNvContentPartPr/>
                <p14:nvPr/>
              </p14:nvContentPartPr>
              <p14:xfrm>
                <a:off x="4227660" y="1084688"/>
                <a:ext cx="95400" cy="831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0498D2A5-F83E-D480-BC93-C646C49B4B8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4218660" y="1075688"/>
                  <a:ext cx="1130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D5B5F889-307A-A6CB-1CAD-BB4466D7EB2A}"/>
                    </a:ext>
                  </a:extLst>
                </p14:cNvPr>
                <p14:cNvContentPartPr/>
                <p14:nvPr/>
              </p14:nvContentPartPr>
              <p14:xfrm>
                <a:off x="4416660" y="1092248"/>
                <a:ext cx="114120" cy="9864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D5B5F889-307A-A6CB-1CAD-BB4466D7EB2A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4408020" y="1083248"/>
                  <a:ext cx="1317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1B3138AA-06D8-529A-B01C-0972D33401A1}"/>
                    </a:ext>
                  </a:extLst>
                </p14:cNvPr>
                <p14:cNvContentPartPr/>
                <p14:nvPr/>
              </p14:nvContentPartPr>
              <p14:xfrm>
                <a:off x="4615740" y="1210328"/>
                <a:ext cx="8640" cy="72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1B3138AA-06D8-529A-B01C-0972D33401A1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4606740" y="1201688"/>
                  <a:ext cx="262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0A19574B-604A-827F-87A8-4CC298F02AC2}"/>
                    </a:ext>
                  </a:extLst>
                </p14:cNvPr>
                <p14:cNvContentPartPr/>
                <p14:nvPr/>
              </p14:nvContentPartPr>
              <p14:xfrm>
                <a:off x="4623660" y="1056968"/>
                <a:ext cx="81000" cy="6084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0A19574B-604A-827F-87A8-4CC298F02AC2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4614660" y="1047968"/>
                  <a:ext cx="986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5D1C0003-6DB6-2D5F-916B-6302A75C3A36}"/>
                    </a:ext>
                  </a:extLst>
                </p14:cNvPr>
                <p14:cNvContentPartPr/>
                <p14:nvPr/>
              </p14:nvContentPartPr>
              <p14:xfrm>
                <a:off x="4627980" y="1116008"/>
                <a:ext cx="84600" cy="954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5D1C0003-6DB6-2D5F-916B-6302A75C3A36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4619340" y="1107008"/>
                  <a:ext cx="102240" cy="1130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The ROC changes the time-domain signal dramatically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55–75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Same poles and residues do not imply the same sequence.</a:t>
            </a:r>
          </a:p>
        </p:txBody>
      </p:sp>
      <p:pic>
        <p:nvPicPr>
          <p:cNvPr id="6" name="Picture 5" descr="inverse_roc_seque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80160"/>
            <a:ext cx="10058400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05840" y="5349240"/>
            <a:ext cx="10058400" cy="6400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5458968"/>
            <a:ext cx="969264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This is why “X(z)=rational function” is incomplete unless the ROC (or an equivalent support/causality condition) is specified.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Python demo: see convergence and residues numerically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55–75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Numerical tools confirm the analysis; they do not decide the ROC for you.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5212080" cy="4251960"/>
          </a:xfrm>
          <a:prstGeom prst="roundRect">
            <a:avLst/>
          </a:prstGeom>
          <a:solidFill>
            <a:srgbClr val="17212B"/>
          </a:solidFill>
          <a:ln w="12700">
            <a:solidFill>
              <a:srgbClr val="172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1508760"/>
            <a:ext cx="4709160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 Mono"/>
              </a:rPr>
              <a:t>from scipy import signal
b = [1.0]
a = [1.0, -1.3, 0.4]
r, p, k = signal.residuez(b, a)
print(r, p)
# residues ≈ [-5/3, 8/3]
# poles = [0.5, 0.8]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4937760" cy="425196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508760"/>
            <a:ext cx="43891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6324F"/>
                </a:solidFill>
                <a:latin typeface="Aptos"/>
              </a:rPr>
              <a:t>What SciPy knows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57400"/>
            <a:ext cx="4297680" cy="164592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Algebraic residues and pole locations.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A rational transfer-function representation.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Frequency response if a stable interpretation is appropriate.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886200"/>
            <a:ext cx="43891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6324F"/>
                </a:solidFill>
                <a:latin typeface="Aptos"/>
              </a:rPr>
              <a:t>What SciPy does NOT infer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315968"/>
            <a:ext cx="4297680" cy="73152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Whether each term is right- or left-sided without an ROC/support condition.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16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5E7C579-4463-3BBD-FD4E-54804949D1E7}"/>
                  </a:ext>
                </a:extLst>
              </p14:cNvPr>
              <p14:cNvContentPartPr/>
              <p14:nvPr/>
            </p14:nvContentPartPr>
            <p14:xfrm>
              <a:off x="8251020" y="4214528"/>
              <a:ext cx="937440" cy="457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5E7C579-4463-3BBD-FD4E-54804949D1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42380" y="4205888"/>
                <a:ext cx="95508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D1AB98F-03F5-73B1-DEC8-C2C212E7CB73}"/>
                  </a:ext>
                </a:extLst>
              </p14:cNvPr>
              <p14:cNvContentPartPr/>
              <p14:nvPr/>
            </p14:nvContentPartPr>
            <p14:xfrm>
              <a:off x="8633340" y="4597568"/>
              <a:ext cx="1485000" cy="615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D1AB98F-03F5-73B1-DEC8-C2C212E7CB7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24700" y="4588568"/>
                <a:ext cx="1502640" cy="79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Audio connection: poles forecast decay and resonance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55–75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Lecture 6 will turn ROC geometry into filter behavior.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3291840" cy="1645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527048"/>
            <a:ext cx="296265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Pole magnitude |p|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892808"/>
            <a:ext cx="2962656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Sets exponential growth/decay rate in impulse-response terms.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29184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9431" y="1527048"/>
            <a:ext cx="296265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Pole angle ∠p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892808"/>
            <a:ext cx="2962656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Sets oscillatory frequency of a complex-conjugate pole pair.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291840" cy="164592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1312" y="1527048"/>
            <a:ext cx="296265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Unit circle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1892808"/>
            <a:ext cx="2962656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Frequency response is evaluated here—if this circle lies in the ROC.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3794760"/>
            <a:ext cx="9829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17320" y="4096512"/>
            <a:ext cx="928116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900" b="1">
                <a:solidFill>
                  <a:srgbClr val="16324F"/>
                </a:solidFill>
                <a:latin typeface="Aptos"/>
              </a:rPr>
              <a:t>Preview: moving a pole closer to the unit circle makes the associated resonance sharper and the time-domain ringing last longer.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Concept check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expression and ROC must be interpreted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2412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6324F"/>
                </a:solidFill>
                <a:latin typeface="Aptos"/>
              </a:rPr>
              <a:t>For  X(z)=1/(1−1.1z⁻¹), which ROC gives a DTFT?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46888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263347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A. |z|&gt;1.1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46888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263347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B. |z|&lt;1.1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70332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386791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C. Both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70332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386791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D. Neither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18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AFBE309-AF31-E2D0-CB63-66DA1FCBC5DC}"/>
              </a:ext>
            </a:extLst>
          </p:cNvPr>
          <p:cNvGrpSpPr/>
          <p:nvPr/>
        </p:nvGrpSpPr>
        <p:grpSpPr>
          <a:xfrm>
            <a:off x="5112180" y="899648"/>
            <a:ext cx="627120" cy="313920"/>
            <a:chOff x="5112180" y="899648"/>
            <a:chExt cx="627120" cy="31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F3B8255-DE1B-963A-E825-D9B61780EEF3}"/>
                    </a:ext>
                  </a:extLst>
                </p14:cNvPr>
                <p14:cNvContentPartPr/>
                <p14:nvPr/>
              </p14:nvContentPartPr>
              <p14:xfrm>
                <a:off x="5174460" y="1054448"/>
                <a:ext cx="65520" cy="159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F3B8255-DE1B-963A-E825-D9B61780EEF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165820" y="1045808"/>
                  <a:ext cx="831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6FBCADA-51E4-ABDF-4D15-F71465D4E9CE}"/>
                    </a:ext>
                  </a:extLst>
                </p14:cNvPr>
                <p14:cNvContentPartPr/>
                <p14:nvPr/>
              </p14:nvContentPartPr>
              <p14:xfrm>
                <a:off x="5112180" y="1006928"/>
                <a:ext cx="136800" cy="96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6FBCADA-51E4-ABDF-4D15-F71465D4E9C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103180" y="998288"/>
                  <a:ext cx="1544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AAC83F8-1B17-D7D8-C0AE-B8B754379853}"/>
                    </a:ext>
                  </a:extLst>
                </p14:cNvPr>
                <p14:cNvContentPartPr/>
                <p14:nvPr/>
              </p14:nvContentPartPr>
              <p14:xfrm>
                <a:off x="5335740" y="1017728"/>
                <a:ext cx="114120" cy="98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AAC83F8-1B17-D7D8-C0AE-B8B75437985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26740" y="1008728"/>
                  <a:ext cx="1317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B491E41-7EE7-1876-9259-EDC6807F0014}"/>
                    </a:ext>
                  </a:extLst>
                </p14:cNvPr>
                <p14:cNvContentPartPr/>
                <p14:nvPr/>
              </p14:nvContentPartPr>
              <p14:xfrm>
                <a:off x="5454540" y="899648"/>
                <a:ext cx="284760" cy="186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B491E41-7EE7-1876-9259-EDC6807F001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445540" y="891008"/>
                  <a:ext cx="302400" cy="20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B2019A9-0C5A-23AE-C52B-F4887B0CC9D3}"/>
              </a:ext>
            </a:extLst>
          </p:cNvPr>
          <p:cNvGrpSpPr/>
          <p:nvPr/>
        </p:nvGrpSpPr>
        <p:grpSpPr>
          <a:xfrm>
            <a:off x="5943420" y="831248"/>
            <a:ext cx="637920" cy="286200"/>
            <a:chOff x="5943420" y="831248"/>
            <a:chExt cx="637920" cy="28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08EA894-FAC9-86F4-EC58-41052E35419C}"/>
                    </a:ext>
                  </a:extLst>
                </p14:cNvPr>
                <p14:cNvContentPartPr/>
                <p14:nvPr/>
              </p14:nvContentPartPr>
              <p14:xfrm>
                <a:off x="5943420" y="909368"/>
                <a:ext cx="201960" cy="208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08EA894-FAC9-86F4-EC58-41052E35419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934420" y="900368"/>
                  <a:ext cx="2196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C9184B1-4B2D-57D8-77F3-88D76AF9CCD3}"/>
                    </a:ext>
                  </a:extLst>
                </p14:cNvPr>
                <p14:cNvContentPartPr/>
                <p14:nvPr/>
              </p14:nvContentPartPr>
              <p14:xfrm>
                <a:off x="5948460" y="1028528"/>
                <a:ext cx="125280" cy="5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C9184B1-4B2D-57D8-77F3-88D76AF9CCD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939460" y="1019528"/>
                  <a:ext cx="142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EFB8674-79F0-F46A-930D-B322803D9B20}"/>
                    </a:ext>
                  </a:extLst>
                </p14:cNvPr>
                <p14:cNvContentPartPr/>
                <p14:nvPr/>
              </p14:nvContentPartPr>
              <p14:xfrm>
                <a:off x="6182460" y="996848"/>
                <a:ext cx="109440" cy="16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EFB8674-79F0-F46A-930D-B322803D9B2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173820" y="987848"/>
                  <a:ext cx="127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A3EEBC2-2578-9EEC-52EA-826CFE05BF5F}"/>
                    </a:ext>
                  </a:extLst>
                </p14:cNvPr>
                <p14:cNvContentPartPr/>
                <p14:nvPr/>
              </p14:nvContentPartPr>
              <p14:xfrm>
                <a:off x="6099660" y="928808"/>
                <a:ext cx="155880" cy="21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A3EEBC2-2578-9EEC-52EA-826CFE05BF5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090660" y="920168"/>
                  <a:ext cx="1735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80189E2-52D0-A645-DCB5-29B640A57DFC}"/>
                    </a:ext>
                  </a:extLst>
                </p14:cNvPr>
                <p14:cNvContentPartPr/>
                <p14:nvPr/>
              </p14:nvContentPartPr>
              <p14:xfrm>
                <a:off x="6317460" y="846728"/>
                <a:ext cx="53640" cy="149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80189E2-52D0-A645-DCB5-29B640A57DF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308820" y="837728"/>
                  <a:ext cx="712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F0DCD83-AC19-ACCB-EF99-FB35C7FA6964}"/>
                    </a:ext>
                  </a:extLst>
                </p14:cNvPr>
                <p14:cNvContentPartPr/>
                <p14:nvPr/>
              </p14:nvContentPartPr>
              <p14:xfrm>
                <a:off x="6436980" y="1013048"/>
                <a:ext cx="360" cy="194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F0DCD83-AC19-ACCB-EF99-FB35C7FA696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28340" y="1004048"/>
                  <a:ext cx="180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F333736-8800-9D0E-B1CF-9B4B26730CA7}"/>
                    </a:ext>
                  </a:extLst>
                </p14:cNvPr>
                <p14:cNvContentPartPr/>
                <p14:nvPr/>
              </p14:nvContentPartPr>
              <p14:xfrm>
                <a:off x="6509700" y="831248"/>
                <a:ext cx="71640" cy="165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F333736-8800-9D0E-B1CF-9B4B26730CA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501060" y="822248"/>
                  <a:ext cx="89280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3CC822E-DA1E-5215-71EE-613885FD8762}"/>
              </a:ext>
            </a:extLst>
          </p:cNvPr>
          <p:cNvGrpSpPr/>
          <p:nvPr/>
        </p:nvGrpSpPr>
        <p:grpSpPr>
          <a:xfrm>
            <a:off x="7174620" y="639008"/>
            <a:ext cx="1755000" cy="468000"/>
            <a:chOff x="7174620" y="639008"/>
            <a:chExt cx="1755000" cy="46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B721BB4-F156-68C4-56BA-9594A5A17243}"/>
                    </a:ext>
                  </a:extLst>
                </p14:cNvPr>
                <p14:cNvContentPartPr/>
                <p14:nvPr/>
              </p14:nvContentPartPr>
              <p14:xfrm>
                <a:off x="7174620" y="1009088"/>
                <a:ext cx="436680" cy="97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B721BB4-F156-68C4-56BA-9594A5A1724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165980" y="1000448"/>
                  <a:ext cx="4543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F80E73E-55D3-B2EC-9B7C-940396F0E2D6}"/>
                    </a:ext>
                  </a:extLst>
                </p14:cNvPr>
                <p14:cNvContentPartPr/>
                <p14:nvPr/>
              </p14:nvContentPartPr>
              <p14:xfrm>
                <a:off x="7648020" y="876608"/>
                <a:ext cx="96840" cy="190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F80E73E-55D3-B2EC-9B7C-940396F0E2D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639020" y="867968"/>
                  <a:ext cx="1144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2FE6CC8-1D23-B668-1D4D-49793FD2B601}"/>
                    </a:ext>
                  </a:extLst>
                </p14:cNvPr>
                <p14:cNvContentPartPr/>
                <p14:nvPr/>
              </p14:nvContentPartPr>
              <p14:xfrm>
                <a:off x="7995780" y="887408"/>
                <a:ext cx="196920" cy="138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2FE6CC8-1D23-B668-1D4D-49793FD2B60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986780" y="878768"/>
                  <a:ext cx="2145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FC261BA-5240-60A3-40D3-F810905711D3}"/>
                    </a:ext>
                  </a:extLst>
                </p14:cNvPr>
                <p14:cNvContentPartPr/>
                <p14:nvPr/>
              </p14:nvContentPartPr>
              <p14:xfrm>
                <a:off x="8047620" y="955088"/>
                <a:ext cx="93240" cy="21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FC261BA-5240-60A3-40D3-F810905711D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038620" y="946448"/>
                  <a:ext cx="1108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085B066-C6F5-0B8A-3C46-37EECE0B752E}"/>
                    </a:ext>
                  </a:extLst>
                </p14:cNvPr>
                <p14:cNvContentPartPr/>
                <p14:nvPr/>
              </p14:nvContentPartPr>
              <p14:xfrm>
                <a:off x="8182620" y="817568"/>
                <a:ext cx="98640" cy="164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085B066-C6F5-0B8A-3C46-37EECE0B752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173620" y="808568"/>
                  <a:ext cx="1162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ED13659-283B-173E-89B7-FCB447ACC98C}"/>
                    </a:ext>
                  </a:extLst>
                </p14:cNvPr>
                <p14:cNvContentPartPr/>
                <p14:nvPr/>
              </p14:nvContentPartPr>
              <p14:xfrm>
                <a:off x="7891740" y="825848"/>
                <a:ext cx="109080" cy="219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ED13659-283B-173E-89B7-FCB447ACC98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882740" y="817208"/>
                  <a:ext cx="1267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F568A40-59DB-3633-93F4-7B2D08C6FDF7}"/>
                    </a:ext>
                  </a:extLst>
                </p14:cNvPr>
                <p14:cNvContentPartPr/>
                <p14:nvPr/>
              </p14:nvContentPartPr>
              <p14:xfrm>
                <a:off x="8357940" y="762848"/>
                <a:ext cx="176760" cy="112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F568A40-59DB-3633-93F4-7B2D08C6FDF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348940" y="753848"/>
                  <a:ext cx="1944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F9676BB-AF7C-7925-0F13-24341BD4C0AF}"/>
                    </a:ext>
                  </a:extLst>
                </p14:cNvPr>
                <p14:cNvContentPartPr/>
                <p14:nvPr/>
              </p14:nvContentPartPr>
              <p14:xfrm>
                <a:off x="8659260" y="701648"/>
                <a:ext cx="44640" cy="1033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F9676BB-AF7C-7925-0F13-24341BD4C0A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650620" y="693008"/>
                  <a:ext cx="622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27B87C1-E3B8-847B-3E11-E735BFA33B7E}"/>
                    </a:ext>
                  </a:extLst>
                </p14:cNvPr>
                <p14:cNvContentPartPr/>
                <p14:nvPr/>
              </p14:nvContentPartPr>
              <p14:xfrm>
                <a:off x="8796060" y="775088"/>
                <a:ext cx="5040" cy="147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27B87C1-E3B8-847B-3E11-E735BFA33B7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787420" y="766088"/>
                  <a:ext cx="226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F9EBC75-08E0-ED15-E742-0DE5CBC38712}"/>
                    </a:ext>
                  </a:extLst>
                </p14:cNvPr>
                <p14:cNvContentPartPr/>
                <p14:nvPr/>
              </p14:nvContentPartPr>
              <p14:xfrm>
                <a:off x="8842500" y="639008"/>
                <a:ext cx="87120" cy="1213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F9EBC75-08E0-ED15-E742-0DE5CBC3871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833500" y="630008"/>
                  <a:ext cx="104760" cy="13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0983411-BFB5-8311-EF6C-CB19D82ACDD0}"/>
              </a:ext>
            </a:extLst>
          </p:cNvPr>
          <p:cNvGrpSpPr/>
          <p:nvPr/>
        </p:nvGrpSpPr>
        <p:grpSpPr>
          <a:xfrm>
            <a:off x="7938540" y="1210328"/>
            <a:ext cx="310680" cy="213120"/>
            <a:chOff x="7938540" y="1210328"/>
            <a:chExt cx="310680" cy="21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82E2952-D5B7-F250-0FFB-4C0008B97932}"/>
                    </a:ext>
                  </a:extLst>
                </p14:cNvPr>
                <p14:cNvContentPartPr/>
                <p14:nvPr/>
              </p14:nvContentPartPr>
              <p14:xfrm>
                <a:off x="7938540" y="1210328"/>
                <a:ext cx="126000" cy="2131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82E2952-D5B7-F250-0FFB-4C0008B9793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929540" y="1201688"/>
                  <a:ext cx="1436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01B76B1-6EDB-B868-4BA8-96E3CA192FAB}"/>
                    </a:ext>
                  </a:extLst>
                </p14:cNvPr>
                <p14:cNvContentPartPr/>
                <p14:nvPr/>
              </p14:nvContentPartPr>
              <p14:xfrm>
                <a:off x="7957980" y="1329848"/>
                <a:ext cx="64080" cy="19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01B76B1-6EDB-B868-4BA8-96E3CA192FA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948980" y="1321208"/>
                  <a:ext cx="817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560D9D6-FAD4-7A63-8CA4-C016C74E883B}"/>
                    </a:ext>
                  </a:extLst>
                </p14:cNvPr>
                <p14:cNvContentPartPr/>
                <p14:nvPr/>
              </p14:nvContentPartPr>
              <p14:xfrm>
                <a:off x="8077860" y="1220768"/>
                <a:ext cx="171360" cy="1249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560D9D6-FAD4-7A63-8CA4-C016C74E883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068860" y="1211768"/>
                  <a:ext cx="189000" cy="14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C839C5B-F0C6-37EA-1628-F156C29A5BC6}"/>
              </a:ext>
            </a:extLst>
          </p:cNvPr>
          <p:cNvGrpSpPr/>
          <p:nvPr/>
        </p:nvGrpSpPr>
        <p:grpSpPr>
          <a:xfrm>
            <a:off x="8437860" y="1023488"/>
            <a:ext cx="2081520" cy="849960"/>
            <a:chOff x="8437860" y="1023488"/>
            <a:chExt cx="2081520" cy="84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1B3C259-9596-6DB0-CBC6-3E17663D3ABF}"/>
                    </a:ext>
                  </a:extLst>
                </p14:cNvPr>
                <p14:cNvContentPartPr/>
                <p14:nvPr/>
              </p14:nvContentPartPr>
              <p14:xfrm>
                <a:off x="8437860" y="1105568"/>
                <a:ext cx="168840" cy="155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1B3C259-9596-6DB0-CBC6-3E17663D3AB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428860" y="1096568"/>
                  <a:ext cx="1864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5E74A41-2E9F-F189-66DA-69F5B22213C5}"/>
                    </a:ext>
                  </a:extLst>
                </p14:cNvPr>
                <p14:cNvContentPartPr/>
                <p14:nvPr/>
              </p14:nvContentPartPr>
              <p14:xfrm>
                <a:off x="8616420" y="1075688"/>
                <a:ext cx="86760" cy="831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5E74A41-2E9F-F189-66DA-69F5B22213C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607780" y="1066688"/>
                  <a:ext cx="1044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5F53F9-04E9-2B2F-E4FE-6565B3E9034B}"/>
                    </a:ext>
                  </a:extLst>
                </p14:cNvPr>
                <p14:cNvContentPartPr/>
                <p14:nvPr/>
              </p14:nvContentPartPr>
              <p14:xfrm>
                <a:off x="8768700" y="1023488"/>
                <a:ext cx="171000" cy="1094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5F53F9-04E9-2B2F-E4FE-6565B3E9034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759700" y="1014488"/>
                  <a:ext cx="1886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C9437AC-BC46-EE06-B785-EABE5F22D639}"/>
                    </a:ext>
                  </a:extLst>
                </p14:cNvPr>
                <p14:cNvContentPartPr/>
                <p14:nvPr/>
              </p14:nvContentPartPr>
              <p14:xfrm>
                <a:off x="9024300" y="1366208"/>
                <a:ext cx="68400" cy="1245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C9437AC-BC46-EE06-B785-EABE5F22D63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015660" y="1357568"/>
                  <a:ext cx="860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BC66781-1EA4-D4B9-8733-3DAFE6C33F1E}"/>
                    </a:ext>
                  </a:extLst>
                </p14:cNvPr>
                <p14:cNvContentPartPr/>
                <p14:nvPr/>
              </p14:nvContentPartPr>
              <p14:xfrm>
                <a:off x="9169380" y="1402208"/>
                <a:ext cx="144000" cy="68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BC66781-1EA4-D4B9-8733-3DAFE6C33F1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160380" y="1393568"/>
                  <a:ext cx="1616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6AF221C-74C6-91EB-CFE5-629DF1500348}"/>
                    </a:ext>
                  </a:extLst>
                </p14:cNvPr>
                <p14:cNvContentPartPr/>
                <p14:nvPr/>
              </p14:nvContentPartPr>
              <p14:xfrm>
                <a:off x="9305820" y="1285928"/>
                <a:ext cx="163440" cy="258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6AF221C-74C6-91EB-CFE5-629DF150034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297180" y="1276928"/>
                  <a:ext cx="1810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11AD75A-49F2-1D87-ED9A-92FA5E84E261}"/>
                    </a:ext>
                  </a:extLst>
                </p14:cNvPr>
                <p14:cNvContentPartPr/>
                <p14:nvPr/>
              </p14:nvContentPartPr>
              <p14:xfrm>
                <a:off x="9336060" y="1475648"/>
                <a:ext cx="124920" cy="208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11AD75A-49F2-1D87-ED9A-92FA5E84E26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327420" y="1466648"/>
                  <a:ext cx="1425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D92354F-414B-F511-1F55-B83F62C2DAA5}"/>
                    </a:ext>
                  </a:extLst>
                </p14:cNvPr>
                <p14:cNvContentPartPr/>
                <p14:nvPr/>
              </p14:nvContentPartPr>
              <p14:xfrm>
                <a:off x="9440100" y="1314368"/>
                <a:ext cx="111240" cy="1332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D92354F-414B-F511-1F55-B83F62C2DAA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431100" y="1305368"/>
                  <a:ext cx="1288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B06B29A-B7BD-8D09-0121-83A6D2E8E6B8}"/>
                    </a:ext>
                  </a:extLst>
                </p14:cNvPr>
                <p14:cNvContentPartPr/>
                <p14:nvPr/>
              </p14:nvContentPartPr>
              <p14:xfrm>
                <a:off x="9459180" y="1403648"/>
                <a:ext cx="95400" cy="18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B06B29A-B7BD-8D09-0121-83A6D2E8E6B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450540" y="1394648"/>
                  <a:ext cx="113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3D9B619-704D-860A-DCC7-B06543EE1A75}"/>
                    </a:ext>
                  </a:extLst>
                </p14:cNvPr>
                <p14:cNvContentPartPr/>
                <p14:nvPr/>
              </p14:nvContentPartPr>
              <p14:xfrm>
                <a:off x="9738180" y="1298528"/>
                <a:ext cx="114840" cy="943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3D9B619-704D-860A-DCC7-B06543EE1A7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729180" y="1289888"/>
                  <a:ext cx="1324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FDD2B84-E289-D9A5-E3AC-2800DEE5F8F8}"/>
                    </a:ext>
                  </a:extLst>
                </p14:cNvPr>
                <p14:cNvContentPartPr/>
                <p14:nvPr/>
              </p14:nvContentPartPr>
              <p14:xfrm>
                <a:off x="9886860" y="1308968"/>
                <a:ext cx="27000" cy="57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FDD2B84-E289-D9A5-E3AC-2800DEE5F8F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877860" y="1300328"/>
                  <a:ext cx="446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28C156D-7BAF-0512-9466-71E0B8EE256E}"/>
                    </a:ext>
                  </a:extLst>
                </p14:cNvPr>
                <p14:cNvContentPartPr/>
                <p14:nvPr/>
              </p14:nvContentPartPr>
              <p14:xfrm>
                <a:off x="9829620" y="1199888"/>
                <a:ext cx="42840" cy="421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28C156D-7BAF-0512-9466-71E0B8EE256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820620" y="1191248"/>
                  <a:ext cx="604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6C0FB75-D9AF-B94E-7B00-5EF7BCED19EA}"/>
                    </a:ext>
                  </a:extLst>
                </p14:cNvPr>
                <p14:cNvContentPartPr/>
                <p14:nvPr/>
              </p14:nvContentPartPr>
              <p14:xfrm>
                <a:off x="9969300" y="1117448"/>
                <a:ext cx="270720" cy="2296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6C0FB75-D9AF-B94E-7B00-5EF7BCED19E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960300" y="1108448"/>
                  <a:ext cx="2883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C7D52AE-B65B-A61A-3724-F5B53FCE21B1}"/>
                    </a:ext>
                  </a:extLst>
                </p14:cNvPr>
                <p14:cNvContentPartPr/>
                <p14:nvPr/>
              </p14:nvContentPartPr>
              <p14:xfrm>
                <a:off x="10286820" y="1050128"/>
                <a:ext cx="119880" cy="2336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C7D52AE-B65B-A61A-3724-F5B53FCE21B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277820" y="1041128"/>
                  <a:ext cx="1375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A8BF8A5-A0CB-3FCA-DB27-BB468259B622}"/>
                    </a:ext>
                  </a:extLst>
                </p14:cNvPr>
                <p14:cNvContentPartPr/>
                <p14:nvPr/>
              </p14:nvContentPartPr>
              <p14:xfrm>
                <a:off x="9429300" y="1707848"/>
                <a:ext cx="110520" cy="1656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A8BF8A5-A0CB-3FCA-DB27-BB468259B62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420660" y="1698848"/>
                  <a:ext cx="1281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D86962A-DCBD-FD96-EC5A-1A032B0047A8}"/>
                    </a:ext>
                  </a:extLst>
                </p14:cNvPr>
                <p14:cNvContentPartPr/>
                <p14:nvPr/>
              </p14:nvContentPartPr>
              <p14:xfrm>
                <a:off x="9430020" y="1776608"/>
                <a:ext cx="119160" cy="320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D86962A-DCBD-FD96-EC5A-1A032B0047A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421380" y="1767968"/>
                  <a:ext cx="1368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E6817E1-A0EF-F53F-B747-18A68BC23E6D}"/>
                    </a:ext>
                  </a:extLst>
                </p14:cNvPr>
                <p14:cNvContentPartPr/>
                <p14:nvPr/>
              </p14:nvContentPartPr>
              <p14:xfrm>
                <a:off x="9620460" y="1770848"/>
                <a:ext cx="136080" cy="640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E6817E1-A0EF-F53F-B747-18A68BC23E6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611820" y="1761848"/>
                  <a:ext cx="1537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60CDC5C-5C2F-4C5B-F122-06DD2451B1F3}"/>
                    </a:ext>
                  </a:extLst>
                </p14:cNvPr>
                <p14:cNvContentPartPr/>
                <p14:nvPr/>
              </p14:nvContentPartPr>
              <p14:xfrm>
                <a:off x="9833940" y="1602008"/>
                <a:ext cx="358920" cy="1839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60CDC5C-5C2F-4C5B-F122-06DD2451B1F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824940" y="1593008"/>
                  <a:ext cx="3765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A54D6E9-68C9-CA36-F08A-DD0A8260C954}"/>
                    </a:ext>
                  </a:extLst>
                </p14:cNvPr>
                <p14:cNvContentPartPr/>
                <p14:nvPr/>
              </p14:nvContentPartPr>
              <p14:xfrm>
                <a:off x="10219140" y="1558448"/>
                <a:ext cx="300240" cy="128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A54D6E9-68C9-CA36-F08A-DD0A8260C95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210500" y="1549808"/>
                  <a:ext cx="31788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543BC08-5007-12D7-1D7E-7583F1326063}"/>
              </a:ext>
            </a:extLst>
          </p:cNvPr>
          <p:cNvGrpSpPr/>
          <p:nvPr/>
        </p:nvGrpSpPr>
        <p:grpSpPr>
          <a:xfrm>
            <a:off x="10727460" y="1184408"/>
            <a:ext cx="620280" cy="340920"/>
            <a:chOff x="10727460" y="1184408"/>
            <a:chExt cx="620280" cy="34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49DC9FB-4C98-6EAB-222D-69CB0DA809E6}"/>
                    </a:ext>
                  </a:extLst>
                </p14:cNvPr>
                <p14:cNvContentPartPr/>
                <p14:nvPr/>
              </p14:nvContentPartPr>
              <p14:xfrm>
                <a:off x="10727460" y="1355768"/>
                <a:ext cx="179280" cy="1695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49DC9FB-4C98-6EAB-222D-69CB0DA809E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718460" y="1346768"/>
                  <a:ext cx="1969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8861E8B-B15F-0F01-7796-2948A0EC9179}"/>
                    </a:ext>
                  </a:extLst>
                </p14:cNvPr>
                <p14:cNvContentPartPr/>
                <p14:nvPr/>
              </p14:nvContentPartPr>
              <p14:xfrm>
                <a:off x="10915380" y="1372328"/>
                <a:ext cx="94680" cy="1080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8861E8B-B15F-0F01-7796-2948A0EC917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906740" y="1363328"/>
                  <a:ext cx="1123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A9BE826-3AD6-267A-E177-D2F02B946ACB}"/>
                    </a:ext>
                  </a:extLst>
                </p14:cNvPr>
                <p14:cNvContentPartPr/>
                <p14:nvPr/>
              </p14:nvContentPartPr>
              <p14:xfrm>
                <a:off x="10818180" y="1307168"/>
                <a:ext cx="165240" cy="52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A9BE826-3AD6-267A-E177-D2F02B946AC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809180" y="1298528"/>
                  <a:ext cx="1828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9BDA80D-DFDE-8986-DABC-EADA99E79D33}"/>
                    </a:ext>
                  </a:extLst>
                </p14:cNvPr>
                <p14:cNvContentPartPr/>
                <p14:nvPr/>
              </p14:nvContentPartPr>
              <p14:xfrm>
                <a:off x="11065860" y="1220768"/>
                <a:ext cx="82080" cy="1807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9BDA80D-DFDE-8986-DABC-EADA99E79D3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057220" y="1211768"/>
                  <a:ext cx="997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CC1F1F0-82DE-B5B2-A6AA-01935206271E}"/>
                    </a:ext>
                  </a:extLst>
                </p14:cNvPr>
                <p14:cNvContentPartPr/>
                <p14:nvPr/>
              </p14:nvContentPartPr>
              <p14:xfrm>
                <a:off x="11087100" y="1308608"/>
                <a:ext cx="84960" cy="27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CC1F1F0-82DE-B5B2-A6AA-01935206271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078100" y="1299608"/>
                  <a:ext cx="1026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6925395-E4F1-0AF3-A729-F3F7BB83CEEA}"/>
                    </a:ext>
                  </a:extLst>
                </p14:cNvPr>
                <p14:cNvContentPartPr/>
                <p14:nvPr/>
              </p14:nvContentPartPr>
              <p14:xfrm>
                <a:off x="11277540" y="1240568"/>
                <a:ext cx="70200" cy="1004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6925395-E4F1-0AF3-A729-F3F7BB83CEE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268900" y="1231568"/>
                  <a:ext cx="878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E534709-B652-4DCE-12BB-E958EC351D0F}"/>
                    </a:ext>
                  </a:extLst>
                </p14:cNvPr>
                <p14:cNvContentPartPr/>
                <p14:nvPr/>
              </p14:nvContentPartPr>
              <p14:xfrm>
                <a:off x="11188980" y="1191608"/>
                <a:ext cx="116640" cy="244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E534709-B652-4DCE-12BB-E958EC351D0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179980" y="1182968"/>
                  <a:ext cx="1342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3CD6F3A-63BA-8599-83FD-F9F84D7598CA}"/>
                    </a:ext>
                  </a:extLst>
                </p14:cNvPr>
                <p14:cNvContentPartPr/>
                <p14:nvPr/>
              </p14:nvContentPartPr>
              <p14:xfrm>
                <a:off x="11252340" y="1184408"/>
                <a:ext cx="68760" cy="298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3CD6F3A-63BA-8599-83FD-F9F84D7598C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243700" y="1175408"/>
                  <a:ext cx="8640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5EC46C7F-B1FF-007B-63E3-EC154B45A0F3}"/>
              </a:ext>
            </a:extLst>
          </p:cNvPr>
          <p:cNvGrpSpPr/>
          <p:nvPr/>
        </p:nvGrpSpPr>
        <p:grpSpPr>
          <a:xfrm>
            <a:off x="8125380" y="2334248"/>
            <a:ext cx="519840" cy="768240"/>
            <a:chOff x="8125380" y="2334248"/>
            <a:chExt cx="519840" cy="76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9F4BC0A-C007-3E5B-DE9A-3B36B0D603BD}"/>
                    </a:ext>
                  </a:extLst>
                </p14:cNvPr>
                <p14:cNvContentPartPr/>
                <p14:nvPr/>
              </p14:nvContentPartPr>
              <p14:xfrm>
                <a:off x="8364420" y="2334248"/>
                <a:ext cx="280800" cy="3664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9F4BC0A-C007-3E5B-DE9A-3B36B0D603B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355780" y="2325248"/>
                  <a:ext cx="29844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E388BA0-AE26-C03A-4BB8-EC032C89ABFB}"/>
                    </a:ext>
                  </a:extLst>
                </p14:cNvPr>
                <p14:cNvContentPartPr/>
                <p14:nvPr/>
              </p14:nvContentPartPr>
              <p14:xfrm>
                <a:off x="8125380" y="2706848"/>
                <a:ext cx="396000" cy="3956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E388BA0-AE26-C03A-4BB8-EC032C89ABF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116740" y="2698208"/>
                  <a:ext cx="413640" cy="4132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FD377-6C9F-A4AC-DB78-C7497A11C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FBDF84-2854-0547-52C0-976D1E54CAFF}"/>
              </a:ext>
            </a:extLst>
          </p:cNvPr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Concept check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F509E35-1C86-EADA-FED7-E07A9AEC3317}"/>
              </a:ext>
            </a:extLst>
          </p:cNvPr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83E5FC-833D-1300-E2A1-18B3CE936614}"/>
              </a:ext>
            </a:extLst>
          </p:cNvPr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CHECK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CA0DB6-A952-4192-6B62-2AD39BA9E189}"/>
              </a:ext>
            </a:extLst>
          </p:cNvPr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expression and ROC must be interpreted together.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5DD60B-76DF-5DED-08C4-C5DB2522DF38}"/>
              </a:ext>
            </a:extLst>
          </p:cNvPr>
          <p:cNvSpPr txBox="1"/>
          <p:nvPr/>
        </p:nvSpPr>
        <p:spPr>
          <a:xfrm>
            <a:off x="914400" y="1371600"/>
            <a:ext cx="102412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6324F"/>
                </a:solidFill>
                <a:latin typeface="Aptos"/>
              </a:rPr>
              <a:t>For  X(z)=1/(1−1.1z⁻¹), which ROC gives a DTFT?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2850925-C266-D4D6-8993-706FD17BA4FE}"/>
              </a:ext>
            </a:extLst>
          </p:cNvPr>
          <p:cNvSpPr/>
          <p:nvPr/>
        </p:nvSpPr>
        <p:spPr>
          <a:xfrm>
            <a:off x="1097280" y="246888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DD430-668A-989A-C832-CDA39CF02B01}"/>
              </a:ext>
            </a:extLst>
          </p:cNvPr>
          <p:cNvSpPr txBox="1"/>
          <p:nvPr/>
        </p:nvSpPr>
        <p:spPr>
          <a:xfrm>
            <a:off x="1280160" y="263347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A. |z|&gt;1.1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FA357CA-BA97-278C-2996-B8A05C7FF3C2}"/>
              </a:ext>
            </a:extLst>
          </p:cNvPr>
          <p:cNvSpPr/>
          <p:nvPr/>
        </p:nvSpPr>
        <p:spPr>
          <a:xfrm>
            <a:off x="6400800" y="246888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1FF280-FD1E-28A8-5585-0920235ED03E}"/>
              </a:ext>
            </a:extLst>
          </p:cNvPr>
          <p:cNvSpPr txBox="1"/>
          <p:nvPr/>
        </p:nvSpPr>
        <p:spPr>
          <a:xfrm>
            <a:off x="6583680" y="263347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B. |z|&lt;1.1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D8B32AA-D6A0-1117-4039-9B495EF7E4C9}"/>
              </a:ext>
            </a:extLst>
          </p:cNvPr>
          <p:cNvSpPr/>
          <p:nvPr/>
        </p:nvSpPr>
        <p:spPr>
          <a:xfrm>
            <a:off x="1097280" y="370332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5D7999-0678-6150-A650-E644F01BC3B2}"/>
              </a:ext>
            </a:extLst>
          </p:cNvPr>
          <p:cNvSpPr txBox="1"/>
          <p:nvPr/>
        </p:nvSpPr>
        <p:spPr>
          <a:xfrm>
            <a:off x="1280160" y="386791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C. Both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B9B44BB-33BA-D957-FA9B-A6BFC2DDC63F}"/>
              </a:ext>
            </a:extLst>
          </p:cNvPr>
          <p:cNvSpPr/>
          <p:nvPr/>
        </p:nvSpPr>
        <p:spPr>
          <a:xfrm>
            <a:off x="6400800" y="370332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4311E7-8729-6D4E-FE73-E9E731A75573}"/>
              </a:ext>
            </a:extLst>
          </p:cNvPr>
          <p:cNvSpPr txBox="1"/>
          <p:nvPr/>
        </p:nvSpPr>
        <p:spPr>
          <a:xfrm>
            <a:off x="6583680" y="386791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D. Neither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5C937AB-6C9C-420E-F377-94CBB70B275B}"/>
              </a:ext>
            </a:extLst>
          </p:cNvPr>
          <p:cNvSpPr/>
          <p:nvPr/>
        </p:nvSpPr>
        <p:spPr>
          <a:xfrm>
            <a:off x="1417320" y="5120640"/>
            <a:ext cx="9326880" cy="658368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649B5F-811B-00FF-F438-5A0F8287D203}"/>
              </a:ext>
            </a:extLst>
          </p:cNvPr>
          <p:cNvSpPr txBox="1"/>
          <p:nvPr/>
        </p:nvSpPr>
        <p:spPr>
          <a:xfrm>
            <a:off x="1645920" y="5230368"/>
            <a:ext cx="886968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Correct: B.  The unit circle |z|=1 lies inside the ROC |z|&lt;1.1.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CC452C-DC28-71EF-2B8A-D2FFC6A9CBCE}"/>
              </a:ext>
            </a:extLst>
          </p:cNvPr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89DE9A-917B-D738-63E5-64570E86AE1F}"/>
              </a:ext>
            </a:extLst>
          </p:cNvPr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2967889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Common mistakes to prevent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These are high-value exam and debugging traps.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80160"/>
            <a:ext cx="10515600" cy="9144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417319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“The rational formula determines x[n].”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50591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587751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“The z-transform always exists.”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21024"/>
            <a:ext cx="10515600" cy="9144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758184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“DTFT and z-transform are separate ideas.”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791456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928616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“A pole can lie in the ROC.”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19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9CD7147-9473-FA33-4C49-C2137A421007}"/>
              </a:ext>
            </a:extLst>
          </p:cNvPr>
          <p:cNvGrpSpPr/>
          <p:nvPr/>
        </p:nvGrpSpPr>
        <p:grpSpPr>
          <a:xfrm>
            <a:off x="5247900" y="1558088"/>
            <a:ext cx="797760" cy="348120"/>
            <a:chOff x="5247900" y="1558088"/>
            <a:chExt cx="797760" cy="34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63509E2-85DD-22C7-DAAD-3F8A6986BA4A}"/>
                    </a:ext>
                  </a:extLst>
                </p14:cNvPr>
                <p14:cNvContentPartPr/>
                <p14:nvPr/>
              </p14:nvContentPartPr>
              <p14:xfrm>
                <a:off x="5251860" y="1558088"/>
                <a:ext cx="120600" cy="348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63509E2-85DD-22C7-DAAD-3F8A6986BA4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242860" y="1549088"/>
                  <a:ext cx="13824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F3851F2-22C5-7092-BD39-88941886CA10}"/>
                    </a:ext>
                  </a:extLst>
                </p14:cNvPr>
                <p14:cNvContentPartPr/>
                <p14:nvPr/>
              </p14:nvContentPartPr>
              <p14:xfrm>
                <a:off x="5247900" y="1791728"/>
                <a:ext cx="103680" cy="11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F3851F2-22C5-7092-BD39-88941886CA1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38900" y="1783088"/>
                  <a:ext cx="1213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3DBE189-BE78-D0A3-14A9-F3D793595BA6}"/>
                    </a:ext>
                  </a:extLst>
                </p14:cNvPr>
                <p14:cNvContentPartPr/>
                <p14:nvPr/>
              </p14:nvContentPartPr>
              <p14:xfrm>
                <a:off x="5410620" y="1581848"/>
                <a:ext cx="301320" cy="253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3DBE189-BE78-D0A3-14A9-F3D793595BA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401980" y="1573208"/>
                  <a:ext cx="3189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C948976-D063-0DDC-06FA-73598EEEEC36}"/>
                    </a:ext>
                  </a:extLst>
                </p14:cNvPr>
                <p14:cNvContentPartPr/>
                <p14:nvPr/>
              </p14:nvContentPartPr>
              <p14:xfrm>
                <a:off x="5764500" y="1700648"/>
                <a:ext cx="281160" cy="1346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C948976-D063-0DDC-06FA-73598EEEEC3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755860" y="1691648"/>
                  <a:ext cx="298800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D58BA46-A3BF-CC68-1728-325D7E542C84}"/>
              </a:ext>
            </a:extLst>
          </p:cNvPr>
          <p:cNvGrpSpPr/>
          <p:nvPr/>
        </p:nvGrpSpPr>
        <p:grpSpPr>
          <a:xfrm>
            <a:off x="6431940" y="1569248"/>
            <a:ext cx="592560" cy="260640"/>
            <a:chOff x="6431940" y="1569248"/>
            <a:chExt cx="592560" cy="26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B125BCA-D58B-A714-14BB-6E3F77C1E003}"/>
                    </a:ext>
                  </a:extLst>
                </p14:cNvPr>
                <p14:cNvContentPartPr/>
                <p14:nvPr/>
              </p14:nvContentPartPr>
              <p14:xfrm>
                <a:off x="6431940" y="1728728"/>
                <a:ext cx="359640" cy="100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B125BCA-D58B-A714-14BB-6E3F77C1E00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422940" y="1719728"/>
                  <a:ext cx="3772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A9BF933-2D2C-C841-DEB6-961C37597CB9}"/>
                    </a:ext>
                  </a:extLst>
                </p14:cNvPr>
                <p14:cNvContentPartPr/>
                <p14:nvPr/>
              </p14:nvContentPartPr>
              <p14:xfrm>
                <a:off x="6780060" y="1750688"/>
                <a:ext cx="121680" cy="79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A9BF933-2D2C-C841-DEB6-961C37597CB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771060" y="1741688"/>
                  <a:ext cx="1393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4CE2BFD-DA90-83A7-95B3-2765653D170F}"/>
                    </a:ext>
                  </a:extLst>
                </p14:cNvPr>
                <p14:cNvContentPartPr/>
                <p14:nvPr/>
              </p14:nvContentPartPr>
              <p14:xfrm>
                <a:off x="6899940" y="1569248"/>
                <a:ext cx="124560" cy="238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4CE2BFD-DA90-83A7-95B3-2765653D170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890940" y="1560248"/>
                  <a:ext cx="1422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F66F65C-9B4C-3191-2E27-99C319EDC37E}"/>
                    </a:ext>
                  </a:extLst>
                </p14:cNvPr>
                <p14:cNvContentPartPr/>
                <p14:nvPr/>
              </p14:nvContentPartPr>
              <p14:xfrm>
                <a:off x="6751620" y="1729808"/>
                <a:ext cx="22680" cy="46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F66F65C-9B4C-3191-2E27-99C319EDC37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742980" y="1721168"/>
                  <a:ext cx="40320" cy="6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799249D-C0EC-E463-DD22-4047D286BD1C}"/>
              </a:ext>
            </a:extLst>
          </p:cNvPr>
          <p:cNvGrpSpPr/>
          <p:nvPr/>
        </p:nvGrpSpPr>
        <p:grpSpPr>
          <a:xfrm>
            <a:off x="7267500" y="1599128"/>
            <a:ext cx="658800" cy="224640"/>
            <a:chOff x="7267500" y="1599128"/>
            <a:chExt cx="658800" cy="22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926A22B-A61B-1261-1FE6-8C32ECFD627D}"/>
                    </a:ext>
                  </a:extLst>
                </p14:cNvPr>
                <p14:cNvContentPartPr/>
                <p14:nvPr/>
              </p14:nvContentPartPr>
              <p14:xfrm>
                <a:off x="7267500" y="1599128"/>
                <a:ext cx="290520" cy="2246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926A22B-A61B-1261-1FE6-8C32ECFD627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258860" y="1590488"/>
                  <a:ext cx="3081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53F7C91-7358-454B-B8B7-D899B8142D87}"/>
                    </a:ext>
                  </a:extLst>
                </p14:cNvPr>
                <p14:cNvContentPartPr/>
                <p14:nvPr/>
              </p14:nvContentPartPr>
              <p14:xfrm>
                <a:off x="7556940" y="1658168"/>
                <a:ext cx="117000" cy="135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53F7C91-7358-454B-B8B7-D899B8142D8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548300" y="1649168"/>
                  <a:ext cx="1346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6A3D911-EF9D-1A74-4E6A-AB406EFA0368}"/>
                    </a:ext>
                  </a:extLst>
                </p14:cNvPr>
                <p14:cNvContentPartPr/>
                <p14:nvPr/>
              </p14:nvContentPartPr>
              <p14:xfrm>
                <a:off x="7745580" y="1641608"/>
                <a:ext cx="180720" cy="135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6A3D911-EF9D-1A74-4E6A-AB406EFA036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736580" y="1632608"/>
                  <a:ext cx="1983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8F19224-6F4B-370E-6E70-A9313B5175A3}"/>
                    </a:ext>
                  </a:extLst>
                </p14:cNvPr>
                <p14:cNvContentPartPr/>
                <p14:nvPr/>
              </p14:nvContentPartPr>
              <p14:xfrm>
                <a:off x="7558740" y="1667168"/>
                <a:ext cx="52920" cy="67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8F19224-6F4B-370E-6E70-A9313B5175A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550100" y="1658168"/>
                  <a:ext cx="7056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43C259E-F625-4EF1-2382-94090D438F57}"/>
              </a:ext>
            </a:extLst>
          </p:cNvPr>
          <p:cNvGrpSpPr/>
          <p:nvPr/>
        </p:nvGrpSpPr>
        <p:grpSpPr>
          <a:xfrm>
            <a:off x="4931820" y="2779568"/>
            <a:ext cx="421920" cy="193680"/>
            <a:chOff x="4931820" y="2779568"/>
            <a:chExt cx="421920" cy="19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10717E3-616C-A8B4-9A04-DDF76C905129}"/>
                    </a:ext>
                  </a:extLst>
                </p14:cNvPr>
                <p14:cNvContentPartPr/>
                <p14:nvPr/>
              </p14:nvContentPartPr>
              <p14:xfrm>
                <a:off x="4931820" y="2779568"/>
                <a:ext cx="217080" cy="185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10717E3-616C-A8B4-9A04-DDF76C90512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923180" y="2770568"/>
                  <a:ext cx="2347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EB8F7E3-7B05-745D-997C-EF5C2F15E197}"/>
                    </a:ext>
                  </a:extLst>
                </p14:cNvPr>
                <p14:cNvContentPartPr/>
                <p14:nvPr/>
              </p14:nvContentPartPr>
              <p14:xfrm>
                <a:off x="5234580" y="2883968"/>
                <a:ext cx="119160" cy="892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EB8F7E3-7B05-745D-997C-EF5C2F15E19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225940" y="2875328"/>
                  <a:ext cx="13680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68E6A04-8131-9285-5171-D27C9CBABEAD}"/>
              </a:ext>
            </a:extLst>
          </p:cNvPr>
          <p:cNvGrpSpPr/>
          <p:nvPr/>
        </p:nvGrpSpPr>
        <p:grpSpPr>
          <a:xfrm>
            <a:off x="4976100" y="3976568"/>
            <a:ext cx="875160" cy="382320"/>
            <a:chOff x="4976100" y="3976568"/>
            <a:chExt cx="875160" cy="38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547473B-3B6B-5C0D-0F56-F58D497C8275}"/>
                    </a:ext>
                  </a:extLst>
                </p14:cNvPr>
                <p14:cNvContentPartPr/>
                <p14:nvPr/>
              </p14:nvContentPartPr>
              <p14:xfrm>
                <a:off x="4976100" y="3976568"/>
                <a:ext cx="155520" cy="382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547473B-3B6B-5C0D-0F56-F58D497C827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967460" y="3967928"/>
                  <a:ext cx="17316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04B25D2-818F-AB7F-7088-D9DBB1D9500B}"/>
                    </a:ext>
                  </a:extLst>
                </p14:cNvPr>
                <p14:cNvContentPartPr/>
                <p14:nvPr/>
              </p14:nvContentPartPr>
              <p14:xfrm>
                <a:off x="5004540" y="4203008"/>
                <a:ext cx="113040" cy="219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04B25D2-818F-AB7F-7088-D9DBB1D9500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95540" y="4194008"/>
                  <a:ext cx="1306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1453FFA-A526-CCDB-B2FC-05FF252FF099}"/>
                    </a:ext>
                  </a:extLst>
                </p14:cNvPr>
                <p14:cNvContentPartPr/>
                <p14:nvPr/>
              </p14:nvContentPartPr>
              <p14:xfrm>
                <a:off x="5154660" y="4000328"/>
                <a:ext cx="290160" cy="209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1453FFA-A526-CCDB-B2FC-05FF252FF09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45660" y="3991328"/>
                  <a:ext cx="3078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B8C34AB-B91E-A1E7-500E-03B1FE3ABABE}"/>
                    </a:ext>
                  </a:extLst>
                </p14:cNvPr>
                <p14:cNvContentPartPr/>
                <p14:nvPr/>
              </p14:nvContentPartPr>
              <p14:xfrm>
                <a:off x="5466780" y="4087448"/>
                <a:ext cx="95760" cy="132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B8C34AB-B91E-A1E7-500E-03B1FE3ABAB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458140" y="4078808"/>
                  <a:ext cx="1134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583DDF1-F90B-F091-00AB-BF0DED32D5CC}"/>
                    </a:ext>
                  </a:extLst>
                </p14:cNvPr>
                <p14:cNvContentPartPr/>
                <p14:nvPr/>
              </p14:nvContentPartPr>
              <p14:xfrm>
                <a:off x="5656500" y="4083128"/>
                <a:ext cx="194760" cy="136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583DDF1-F90B-F091-00AB-BF0DED32D5C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647500" y="4074128"/>
                  <a:ext cx="21240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880F428-F307-B052-024E-AE6E4E6D059E}"/>
              </a:ext>
            </a:extLst>
          </p:cNvPr>
          <p:cNvGrpSpPr/>
          <p:nvPr/>
        </p:nvGrpSpPr>
        <p:grpSpPr>
          <a:xfrm>
            <a:off x="6506100" y="3807008"/>
            <a:ext cx="1081800" cy="422280"/>
            <a:chOff x="6506100" y="3807008"/>
            <a:chExt cx="1081800" cy="42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AE0C3EA-D3CA-DA3B-B981-8DC397B545B3}"/>
                    </a:ext>
                  </a:extLst>
                </p14:cNvPr>
                <p14:cNvContentPartPr/>
                <p14:nvPr/>
              </p14:nvContentPartPr>
              <p14:xfrm>
                <a:off x="6506100" y="3948848"/>
                <a:ext cx="246600" cy="2638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AE0C3EA-D3CA-DA3B-B981-8DC397B545B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497100" y="3939848"/>
                  <a:ext cx="26424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4A81E44-7596-D117-37CF-EE64F8F142D0}"/>
                    </a:ext>
                  </a:extLst>
                </p14:cNvPr>
                <p14:cNvContentPartPr/>
                <p14:nvPr/>
              </p14:nvContentPartPr>
              <p14:xfrm>
                <a:off x="6568020" y="3956408"/>
                <a:ext cx="97920" cy="215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4A81E44-7596-D117-37CF-EE64F8F142D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559380" y="3947408"/>
                  <a:ext cx="1155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CF62EB0-017C-C26A-2B58-98D12725A6A9}"/>
                    </a:ext>
                  </a:extLst>
                </p14:cNvPr>
                <p14:cNvContentPartPr/>
                <p14:nvPr/>
              </p14:nvContentPartPr>
              <p14:xfrm>
                <a:off x="6789420" y="3944528"/>
                <a:ext cx="126000" cy="2847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CF62EB0-017C-C26A-2B58-98D12725A6A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780420" y="3935528"/>
                  <a:ext cx="14364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B00DC7D-1037-A17C-7E86-5F92879F708B}"/>
                    </a:ext>
                  </a:extLst>
                </p14:cNvPr>
                <p14:cNvContentPartPr/>
                <p14:nvPr/>
              </p14:nvContentPartPr>
              <p14:xfrm>
                <a:off x="6924780" y="4061888"/>
                <a:ext cx="175680" cy="1321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B00DC7D-1037-A17C-7E86-5F92879F708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915780" y="4052888"/>
                  <a:ext cx="1933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0DD94AC-D08C-A9CA-9A19-2E4506371666}"/>
                    </a:ext>
                  </a:extLst>
                </p14:cNvPr>
                <p14:cNvContentPartPr/>
                <p14:nvPr/>
              </p14:nvContentPartPr>
              <p14:xfrm>
                <a:off x="7038180" y="3953528"/>
                <a:ext cx="118440" cy="170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0DD94AC-D08C-A9CA-9A19-2E450637166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029180" y="3944888"/>
                  <a:ext cx="1360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7852B34-00EC-801C-FD7A-164553A98D23}"/>
                    </a:ext>
                  </a:extLst>
                </p14:cNvPr>
                <p14:cNvContentPartPr/>
                <p14:nvPr/>
              </p14:nvContentPartPr>
              <p14:xfrm>
                <a:off x="7042860" y="3807008"/>
                <a:ext cx="2520" cy="6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7852B34-00EC-801C-FD7A-164553A98D2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033860" y="3798368"/>
                  <a:ext cx="201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8F6B0EF-F774-445C-74C3-C83682AFCD3B}"/>
                    </a:ext>
                  </a:extLst>
                </p14:cNvPr>
                <p14:cNvContentPartPr/>
                <p14:nvPr/>
              </p14:nvContentPartPr>
              <p14:xfrm>
                <a:off x="7176060" y="3857768"/>
                <a:ext cx="205920" cy="1094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8F6B0EF-F774-445C-74C3-C83682AFCD3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167060" y="3848768"/>
                  <a:ext cx="2235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8885020-942B-825E-0035-0787F292B2AD}"/>
                    </a:ext>
                  </a:extLst>
                </p14:cNvPr>
                <p14:cNvContentPartPr/>
                <p14:nvPr/>
              </p14:nvContentPartPr>
              <p14:xfrm>
                <a:off x="7465860" y="3839408"/>
                <a:ext cx="122040" cy="371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8885020-942B-825E-0035-0787F292B2A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456860" y="3830408"/>
                  <a:ext cx="139680" cy="38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E882354-648B-17EF-C65C-DE21A47A3E8C}"/>
              </a:ext>
            </a:extLst>
          </p:cNvPr>
          <p:cNvGrpSpPr/>
          <p:nvPr/>
        </p:nvGrpSpPr>
        <p:grpSpPr>
          <a:xfrm>
            <a:off x="7777260" y="3798008"/>
            <a:ext cx="2126880" cy="493920"/>
            <a:chOff x="7777260" y="3798008"/>
            <a:chExt cx="2126880" cy="49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62EC176-47B2-BC4A-7B91-F190601F1675}"/>
                    </a:ext>
                  </a:extLst>
                </p14:cNvPr>
                <p14:cNvContentPartPr/>
                <p14:nvPr/>
              </p14:nvContentPartPr>
              <p14:xfrm>
                <a:off x="7777620" y="4088528"/>
                <a:ext cx="124920" cy="50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62EC176-47B2-BC4A-7B91-F190601F167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768620" y="4079888"/>
                  <a:ext cx="1425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ED85532-94B3-6630-F607-FC5BD961D62E}"/>
                    </a:ext>
                  </a:extLst>
                </p14:cNvPr>
                <p14:cNvContentPartPr/>
                <p14:nvPr/>
              </p14:nvContentPartPr>
              <p14:xfrm>
                <a:off x="7777260" y="4009328"/>
                <a:ext cx="104400" cy="32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ED85532-94B3-6630-F607-FC5BD961D62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768260" y="4000688"/>
                  <a:ext cx="1220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C365A67-2AA2-B335-E61D-C984C51F0BC4}"/>
                    </a:ext>
                  </a:extLst>
                </p14:cNvPr>
                <p14:cNvContentPartPr/>
                <p14:nvPr/>
              </p14:nvContentPartPr>
              <p14:xfrm>
                <a:off x="7990380" y="3901688"/>
                <a:ext cx="210960" cy="1958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C365A67-2AA2-B335-E61D-C984C51F0BC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981740" y="3892688"/>
                  <a:ext cx="2286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EEA6D49-3F5F-AD88-0949-56E961165203}"/>
                    </a:ext>
                  </a:extLst>
                </p14:cNvPr>
                <p14:cNvContentPartPr/>
                <p14:nvPr/>
              </p14:nvContentPartPr>
              <p14:xfrm>
                <a:off x="8032860" y="3911408"/>
                <a:ext cx="87840" cy="217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EEA6D49-3F5F-AD88-0949-56E96116520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023860" y="3902768"/>
                  <a:ext cx="1054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2EA0513-907B-26CF-6E60-211C83A99B34}"/>
                    </a:ext>
                  </a:extLst>
                </p14:cNvPr>
                <p14:cNvContentPartPr/>
                <p14:nvPr/>
              </p14:nvContentPartPr>
              <p14:xfrm>
                <a:off x="8249940" y="3844448"/>
                <a:ext cx="91800" cy="3279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2EA0513-907B-26CF-6E60-211C83A99B3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241300" y="3835808"/>
                  <a:ext cx="10944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4E0DB35-4334-629B-8BEF-1846FEE5A90C}"/>
                    </a:ext>
                  </a:extLst>
                </p14:cNvPr>
                <p14:cNvContentPartPr/>
                <p14:nvPr/>
              </p14:nvContentPartPr>
              <p14:xfrm>
                <a:off x="8348940" y="3991328"/>
                <a:ext cx="171360" cy="161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4E0DB35-4334-629B-8BEF-1846FEE5A90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339940" y="3982688"/>
                  <a:ext cx="1890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A3626A8-DD77-06E2-BC3D-DBAD34A5F89B}"/>
                    </a:ext>
                  </a:extLst>
                </p14:cNvPr>
                <p14:cNvContentPartPr/>
                <p14:nvPr/>
              </p14:nvContentPartPr>
              <p14:xfrm>
                <a:off x="8377380" y="4068008"/>
                <a:ext cx="122760" cy="216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A3626A8-DD77-06E2-BC3D-DBAD34A5F89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368380" y="4059008"/>
                  <a:ext cx="1404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48B4385-4268-1B56-BAC2-2D38401897D3}"/>
                    </a:ext>
                  </a:extLst>
                </p14:cNvPr>
                <p14:cNvContentPartPr/>
                <p14:nvPr/>
              </p14:nvContentPartPr>
              <p14:xfrm>
                <a:off x="8489340" y="3854888"/>
                <a:ext cx="198360" cy="3272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48B4385-4268-1B56-BAC2-2D38401897D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480340" y="3845888"/>
                  <a:ext cx="21600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1A26A07-8FB9-6159-E90C-7B2D003F747A}"/>
                    </a:ext>
                  </a:extLst>
                </p14:cNvPr>
                <p14:cNvContentPartPr/>
                <p14:nvPr/>
              </p14:nvContentPartPr>
              <p14:xfrm>
                <a:off x="8765820" y="3818528"/>
                <a:ext cx="93240" cy="419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1A26A07-8FB9-6159-E90C-7B2D003F747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756820" y="3809528"/>
                  <a:ext cx="11088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0AE0D32-19E9-DF06-FE57-6254DFA1DDD0}"/>
                    </a:ext>
                  </a:extLst>
                </p14:cNvPr>
                <p14:cNvContentPartPr/>
                <p14:nvPr/>
              </p14:nvContentPartPr>
              <p14:xfrm>
                <a:off x="8904780" y="4118408"/>
                <a:ext cx="257400" cy="1735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0AE0D32-19E9-DF06-FE57-6254DFA1DDD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896140" y="4109768"/>
                  <a:ext cx="2750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47A0A23-18A3-25B1-0ECA-A9226A629C1C}"/>
                    </a:ext>
                  </a:extLst>
                </p14:cNvPr>
                <p14:cNvContentPartPr/>
                <p14:nvPr/>
              </p14:nvContentPartPr>
              <p14:xfrm>
                <a:off x="9007380" y="4205168"/>
                <a:ext cx="105480" cy="13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47A0A23-18A3-25B1-0ECA-A9226A629C1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998740" y="4196528"/>
                  <a:ext cx="1231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8B2A894-0006-098B-2AF8-74A9BD3B11CC}"/>
                    </a:ext>
                  </a:extLst>
                </p14:cNvPr>
                <p14:cNvContentPartPr/>
                <p14:nvPr/>
              </p14:nvContentPartPr>
              <p14:xfrm>
                <a:off x="9289620" y="4223888"/>
                <a:ext cx="72720" cy="104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8B2A894-0006-098B-2AF8-74A9BD3B11C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280620" y="4215248"/>
                  <a:ext cx="903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56C8EF9-32B1-D2A5-ECB1-BD8ABB53EFFA}"/>
                    </a:ext>
                  </a:extLst>
                </p14:cNvPr>
                <p14:cNvContentPartPr/>
                <p14:nvPr/>
              </p14:nvContentPartPr>
              <p14:xfrm>
                <a:off x="9257580" y="4150088"/>
                <a:ext cx="73440" cy="115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56C8EF9-32B1-D2A5-ECB1-BD8ABB53EFF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248940" y="4141448"/>
                  <a:ext cx="910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7E96DF0-A643-08EA-AA9C-CA17D3C08F67}"/>
                    </a:ext>
                  </a:extLst>
                </p14:cNvPr>
                <p14:cNvContentPartPr/>
                <p14:nvPr/>
              </p14:nvContentPartPr>
              <p14:xfrm>
                <a:off x="9422460" y="4127408"/>
                <a:ext cx="142920" cy="138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7E96DF0-A643-08EA-AA9C-CA17D3C08F6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413460" y="4118408"/>
                  <a:ext cx="1605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F0779F8-53EE-4583-2D91-1CB4A1C7B0C8}"/>
                    </a:ext>
                  </a:extLst>
                </p14:cNvPr>
                <p14:cNvContentPartPr/>
                <p14:nvPr/>
              </p14:nvContentPartPr>
              <p14:xfrm>
                <a:off x="9502020" y="3974408"/>
                <a:ext cx="95760" cy="167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F0779F8-53EE-4583-2D91-1CB4A1C7B0C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493020" y="3965408"/>
                  <a:ext cx="1134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2DA102C-3D2A-EB15-3BB4-6B38A12DE902}"/>
                    </a:ext>
                  </a:extLst>
                </p14:cNvPr>
                <p14:cNvContentPartPr/>
                <p14:nvPr/>
              </p14:nvContentPartPr>
              <p14:xfrm>
                <a:off x="9486900" y="3798008"/>
                <a:ext cx="14400" cy="270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2DA102C-3D2A-EB15-3BB4-6B38A12DE90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477900" y="3789368"/>
                  <a:ext cx="320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B8E16ED-C328-82E7-5F98-0C28E1120AB8}"/>
                    </a:ext>
                  </a:extLst>
                </p14:cNvPr>
                <p14:cNvContentPartPr/>
                <p14:nvPr/>
              </p14:nvContentPartPr>
              <p14:xfrm>
                <a:off x="9649260" y="3909968"/>
                <a:ext cx="254880" cy="1062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B8E16ED-C328-82E7-5F98-0C28E1120AB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640620" y="3901328"/>
                  <a:ext cx="272520" cy="12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7D022D70-9FC3-D13D-653E-33FB5EEA590D}"/>
              </a:ext>
            </a:extLst>
          </p:cNvPr>
          <p:cNvGrpSpPr/>
          <p:nvPr/>
        </p:nvGrpSpPr>
        <p:grpSpPr>
          <a:xfrm>
            <a:off x="4333140" y="4953968"/>
            <a:ext cx="1053360" cy="433440"/>
            <a:chOff x="4333140" y="4953968"/>
            <a:chExt cx="1053360" cy="43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D0FC7BA-186E-69BF-CFBD-FF46BE2CA714}"/>
                    </a:ext>
                  </a:extLst>
                </p14:cNvPr>
                <p14:cNvContentPartPr/>
                <p14:nvPr/>
              </p14:nvContentPartPr>
              <p14:xfrm>
                <a:off x="4333140" y="5053328"/>
                <a:ext cx="354600" cy="3340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D0FC7BA-186E-69BF-CFBD-FF46BE2CA71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324140" y="5044688"/>
                  <a:ext cx="37224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154641F-59E3-6B3F-9B9D-A821F24E35FD}"/>
                    </a:ext>
                  </a:extLst>
                </p14:cNvPr>
                <p14:cNvContentPartPr/>
                <p14:nvPr/>
              </p14:nvContentPartPr>
              <p14:xfrm>
                <a:off x="4830660" y="5049368"/>
                <a:ext cx="271440" cy="2570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154641F-59E3-6B3F-9B9D-A821F24E35F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821660" y="5040728"/>
                  <a:ext cx="2890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7CCFD47-4C6D-2000-3752-46C6456E0DA7}"/>
                    </a:ext>
                  </a:extLst>
                </p14:cNvPr>
                <p14:cNvContentPartPr/>
                <p14:nvPr/>
              </p14:nvContentPartPr>
              <p14:xfrm>
                <a:off x="5255460" y="4953968"/>
                <a:ext cx="91440" cy="2044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7CCFD47-4C6D-2000-3752-46C6456E0DA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246820" y="4945328"/>
                  <a:ext cx="1090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1F26ED2-9720-3448-19B5-A35DD8B77A60}"/>
                    </a:ext>
                  </a:extLst>
                </p14:cNvPr>
                <p14:cNvContentPartPr/>
                <p14:nvPr/>
              </p14:nvContentPartPr>
              <p14:xfrm>
                <a:off x="5330700" y="5261768"/>
                <a:ext cx="55800" cy="590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1F26ED2-9720-3448-19B5-A35DD8B77A6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321700" y="5252768"/>
                  <a:ext cx="73440" cy="76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193E6-CD9B-2E99-0CD1-194DDE0C4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2FB12E-66B4-AB54-002B-C921295A4F3C}"/>
              </a:ext>
            </a:extLst>
          </p:cNvPr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Common mistakes to prevent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FB5911A-EF9A-CB19-F043-C0FB7316904E}"/>
              </a:ext>
            </a:extLst>
          </p:cNvPr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2F98C2-FFE4-17C6-E6C6-2B6F12F6EC75}"/>
              </a:ext>
            </a:extLst>
          </p:cNvPr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WRAP-UP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109C68-5052-1F0D-0431-B496552FB8C2}"/>
              </a:ext>
            </a:extLst>
          </p:cNvPr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These are high-value exam and debugging traps.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C7410AF-F9CD-D654-CE19-C8F38E4878E8}"/>
              </a:ext>
            </a:extLst>
          </p:cNvPr>
          <p:cNvSpPr/>
          <p:nvPr/>
        </p:nvSpPr>
        <p:spPr>
          <a:xfrm>
            <a:off x="822960" y="1280160"/>
            <a:ext cx="10515600" cy="9144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877AEF-B8D6-1C18-0873-1DB3CDA88DDA}"/>
              </a:ext>
            </a:extLst>
          </p:cNvPr>
          <p:cNvSpPr txBox="1"/>
          <p:nvPr/>
        </p:nvSpPr>
        <p:spPr>
          <a:xfrm>
            <a:off x="1051560" y="1417319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“The rational formula determines x[n].”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8BA75E-2919-5268-8F88-3827BC3E003F}"/>
              </a:ext>
            </a:extLst>
          </p:cNvPr>
          <p:cNvSpPr txBox="1"/>
          <p:nvPr/>
        </p:nvSpPr>
        <p:spPr>
          <a:xfrm>
            <a:off x="5120640" y="1417319"/>
            <a:ext cx="57150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7212B"/>
                </a:solidFill>
                <a:latin typeface="Aptos"/>
              </a:rPr>
              <a:t>No—the ROC/support is part of the transform.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A9D7E20-5F4E-48B9-DE48-A6B029B59791}"/>
              </a:ext>
            </a:extLst>
          </p:cNvPr>
          <p:cNvSpPr/>
          <p:nvPr/>
        </p:nvSpPr>
        <p:spPr>
          <a:xfrm>
            <a:off x="822960" y="2450591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B3E8A6-6922-12C5-4A62-8FC97AE8E541}"/>
              </a:ext>
            </a:extLst>
          </p:cNvPr>
          <p:cNvSpPr txBox="1"/>
          <p:nvPr/>
        </p:nvSpPr>
        <p:spPr>
          <a:xfrm>
            <a:off x="1051560" y="2587751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“The z-transform always exists.”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876697-1FA5-32EE-6AFF-DE761B6E41D6}"/>
              </a:ext>
            </a:extLst>
          </p:cNvPr>
          <p:cNvSpPr txBox="1"/>
          <p:nvPr/>
        </p:nvSpPr>
        <p:spPr>
          <a:xfrm>
            <a:off x="5120640" y="2587751"/>
            <a:ext cx="57150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7212B"/>
                </a:solidFill>
                <a:latin typeface="Aptos"/>
              </a:rPr>
              <a:t>No—the ROC may be empty for some sequences.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AD86725-53B0-002E-660C-E1EF912D2696}"/>
              </a:ext>
            </a:extLst>
          </p:cNvPr>
          <p:cNvSpPr/>
          <p:nvPr/>
        </p:nvSpPr>
        <p:spPr>
          <a:xfrm>
            <a:off x="822960" y="3621024"/>
            <a:ext cx="10515600" cy="9144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5C2C4A-1CFD-4F69-B1AC-80D58157CA36}"/>
              </a:ext>
            </a:extLst>
          </p:cNvPr>
          <p:cNvSpPr txBox="1"/>
          <p:nvPr/>
        </p:nvSpPr>
        <p:spPr>
          <a:xfrm>
            <a:off x="1051560" y="3758184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“DTFT and z-transform are separate ideas.”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D5CD43-1D0A-96A9-D1BB-78E113EF0805}"/>
              </a:ext>
            </a:extLst>
          </p:cNvPr>
          <p:cNvSpPr txBox="1"/>
          <p:nvPr/>
        </p:nvSpPr>
        <p:spPr>
          <a:xfrm>
            <a:off x="5120640" y="3758184"/>
            <a:ext cx="57150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7212B"/>
                </a:solidFill>
                <a:latin typeface="Aptos"/>
              </a:rPr>
              <a:t>DTFT is the unit-circle evaluation when the ROC includes it.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FCDA933-89C5-ADC7-7450-EEB7F6E8FF1C}"/>
              </a:ext>
            </a:extLst>
          </p:cNvPr>
          <p:cNvSpPr/>
          <p:nvPr/>
        </p:nvSpPr>
        <p:spPr>
          <a:xfrm>
            <a:off x="822960" y="4791456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7B5D33-4FBB-DC6F-0357-0DC389D2179B}"/>
              </a:ext>
            </a:extLst>
          </p:cNvPr>
          <p:cNvSpPr txBox="1"/>
          <p:nvPr/>
        </p:nvSpPr>
        <p:spPr>
          <a:xfrm>
            <a:off x="1051560" y="4928616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“A pole can lie in the ROC.”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0E13F4-B622-9DCC-987F-432F08F30683}"/>
              </a:ext>
            </a:extLst>
          </p:cNvPr>
          <p:cNvSpPr txBox="1"/>
          <p:nvPr/>
        </p:nvSpPr>
        <p:spPr>
          <a:xfrm>
            <a:off x="5120640" y="4928616"/>
            <a:ext cx="57150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7212B"/>
                </a:solidFill>
                <a:latin typeface="Aptos"/>
              </a:rPr>
              <a:t>Never: the transform diverges at a pole.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A0B419-687D-8A87-B4E5-CAB3253079A0}"/>
              </a:ext>
            </a:extLst>
          </p:cNvPr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EA74F4-7D2D-4BC1-C5FF-B53B36D323FE}"/>
              </a:ext>
            </a:extLst>
          </p:cNvPr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1869966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Lecture 5 synthesis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z-transform is frequency analysis plus convergence geometry.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1828800" cy="15544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x[n]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32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71800" y="1920240"/>
            <a:ext cx="1828800" cy="15544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z-transform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X(z)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18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57800" y="1920240"/>
            <a:ext cx="1828800" cy="15544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49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ROC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where it converges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04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43800" y="1920240"/>
            <a:ext cx="1828800" cy="15544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35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unit circle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DTFT if included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90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29800" y="1920240"/>
            <a:ext cx="1828800" cy="15544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21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inverse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PFE + ROC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4343400"/>
            <a:ext cx="10241280" cy="100584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8720" y="4667899"/>
            <a:ext cx="9784080" cy="33855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dirty="0">
                <a:solidFill>
                  <a:srgbClr val="16324F"/>
                </a:solidFill>
                <a:latin typeface="Aptos"/>
              </a:rPr>
              <a:t>Exit ticket: Why can the same rational X(z) correspond to different sequences?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20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906C67C-6311-A8D4-B977-98B8130F9F39}"/>
                  </a:ext>
                </a:extLst>
              </p14:cNvPr>
              <p14:cNvContentPartPr/>
              <p14:nvPr/>
            </p14:nvContentPartPr>
            <p14:xfrm>
              <a:off x="1321380" y="3101048"/>
              <a:ext cx="446760" cy="374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906C67C-6311-A8D4-B977-98B8130F9F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12740" y="3092048"/>
                <a:ext cx="46440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956E2AE-EC9B-0115-B321-A05F73435818}"/>
                  </a:ext>
                </a:extLst>
              </p14:cNvPr>
              <p14:cNvContentPartPr/>
              <p14:nvPr/>
            </p14:nvContentPartPr>
            <p14:xfrm>
              <a:off x="1185660" y="3323168"/>
              <a:ext cx="268200" cy="26820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956E2AE-EC9B-0115-B321-A05F7343581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76660" y="3314528"/>
                <a:ext cx="285840" cy="28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89A51455-DDB4-DC92-0594-53B3C46E1A7F}"/>
              </a:ext>
            </a:extLst>
          </p:cNvPr>
          <p:cNvGrpSpPr/>
          <p:nvPr/>
        </p:nvGrpSpPr>
        <p:grpSpPr>
          <a:xfrm>
            <a:off x="835020" y="3719888"/>
            <a:ext cx="1480320" cy="479520"/>
            <a:chOff x="835020" y="3719888"/>
            <a:chExt cx="1480320" cy="47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88E748D-FBFF-883E-BA53-DEA9ABD5C010}"/>
                    </a:ext>
                  </a:extLst>
                </p14:cNvPr>
                <p14:cNvContentPartPr/>
                <p14:nvPr/>
              </p14:nvContentPartPr>
              <p14:xfrm>
                <a:off x="872820" y="3719888"/>
                <a:ext cx="72000" cy="249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88E748D-FBFF-883E-BA53-DEA9ABD5C01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63820" y="3710888"/>
                  <a:ext cx="896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FC38BA1-F21B-7105-11EE-7BB3BDA2C6F7}"/>
                    </a:ext>
                  </a:extLst>
                </p14:cNvPr>
                <p14:cNvContentPartPr/>
                <p14:nvPr/>
              </p14:nvContentPartPr>
              <p14:xfrm>
                <a:off x="835020" y="3834008"/>
                <a:ext cx="105480" cy="51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FC38BA1-F21B-7105-11EE-7BB3BDA2C6F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26380" y="3825368"/>
                  <a:ext cx="1231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31FF49F-BB43-4118-3F05-F8BDEDE3D822}"/>
                    </a:ext>
                  </a:extLst>
                </p14:cNvPr>
                <p14:cNvContentPartPr/>
                <p14:nvPr/>
              </p14:nvContentPartPr>
              <p14:xfrm>
                <a:off x="1007820" y="3875768"/>
                <a:ext cx="25560" cy="29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31FF49F-BB43-4118-3F05-F8BDEDE3D82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98820" y="3866768"/>
                  <a:ext cx="432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3C41A13-8F2C-47FF-4165-0492CA2CE28D}"/>
                    </a:ext>
                  </a:extLst>
                </p14:cNvPr>
                <p14:cNvContentPartPr/>
                <p14:nvPr/>
              </p14:nvContentPartPr>
              <p14:xfrm>
                <a:off x="971460" y="3760208"/>
                <a:ext cx="17280" cy="14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3C41A13-8F2C-47FF-4165-0492CA2CE28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62460" y="3751208"/>
                  <a:ext cx="349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2151263-D553-7542-685A-AC015277EEDF}"/>
                    </a:ext>
                  </a:extLst>
                </p14:cNvPr>
                <p14:cNvContentPartPr/>
                <p14:nvPr/>
              </p14:nvContentPartPr>
              <p14:xfrm>
                <a:off x="1085580" y="3776408"/>
                <a:ext cx="394560" cy="1209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2151263-D553-7542-685A-AC015277EED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76940" y="3767408"/>
                  <a:ext cx="4122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D342DBB-6416-4DD5-E371-FA7415FC6699}"/>
                    </a:ext>
                  </a:extLst>
                </p14:cNvPr>
                <p14:cNvContentPartPr/>
                <p14:nvPr/>
              </p14:nvContentPartPr>
              <p14:xfrm>
                <a:off x="1215540" y="4028768"/>
                <a:ext cx="150840" cy="170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D342DBB-6416-4DD5-E371-FA7415FC66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06540" y="4020128"/>
                  <a:ext cx="1684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8EEEA34-15BE-1891-ABEB-CE779943F641}"/>
                    </a:ext>
                  </a:extLst>
                </p14:cNvPr>
                <p14:cNvContentPartPr/>
                <p14:nvPr/>
              </p14:nvContentPartPr>
              <p14:xfrm>
                <a:off x="1432260" y="4089248"/>
                <a:ext cx="126720" cy="84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8EEEA34-15BE-1891-ABEB-CE779943F64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23260" y="4080248"/>
                  <a:ext cx="1443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8E588ED-4BA1-05D8-4FE5-393F97D38A7D}"/>
                    </a:ext>
                  </a:extLst>
                </p14:cNvPr>
                <p14:cNvContentPartPr/>
                <p14:nvPr/>
              </p14:nvContentPartPr>
              <p14:xfrm>
                <a:off x="1568700" y="4030928"/>
                <a:ext cx="259920" cy="88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8E588ED-4BA1-05D8-4FE5-393F97D38A7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560060" y="4021928"/>
                  <a:ext cx="277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BA936D1-815F-2F24-FE94-1A84C237638D}"/>
                    </a:ext>
                  </a:extLst>
                </p14:cNvPr>
                <p14:cNvContentPartPr/>
                <p14:nvPr/>
              </p14:nvContentPartPr>
              <p14:xfrm>
                <a:off x="1851660" y="3951728"/>
                <a:ext cx="150120" cy="698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BA936D1-815F-2F24-FE94-1A84C237638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43020" y="3943088"/>
                  <a:ext cx="1677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37D77C2-AECC-F10E-9D9D-612CD84BF111}"/>
                    </a:ext>
                  </a:extLst>
                </p14:cNvPr>
                <p14:cNvContentPartPr/>
                <p14:nvPr/>
              </p14:nvContentPartPr>
              <p14:xfrm>
                <a:off x="2010420" y="3938048"/>
                <a:ext cx="79200" cy="702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37D77C2-AECC-F10E-9D9D-612CD84BF11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001780" y="3929048"/>
                  <a:ext cx="968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1A322B7-8A0A-C83E-6F6C-36DD181AE962}"/>
                    </a:ext>
                  </a:extLst>
                </p14:cNvPr>
                <p14:cNvContentPartPr/>
                <p14:nvPr/>
              </p14:nvContentPartPr>
              <p14:xfrm>
                <a:off x="1979460" y="3822488"/>
                <a:ext cx="10440" cy="3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1A322B7-8A0A-C83E-6F6C-36DD181AE96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70460" y="3813848"/>
                  <a:ext cx="280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E78F8DE-0514-8E23-A685-409AA041080F}"/>
                    </a:ext>
                  </a:extLst>
                </p14:cNvPr>
                <p14:cNvContentPartPr/>
                <p14:nvPr/>
              </p14:nvContentPartPr>
              <p14:xfrm>
                <a:off x="2093580" y="3876848"/>
                <a:ext cx="221760" cy="79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E78F8DE-0514-8E23-A685-409AA041080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84940" y="3868208"/>
                  <a:ext cx="239400" cy="9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686762EF-7F2A-43C6-BE77-161C275C222D}"/>
                  </a:ext>
                </a:extLst>
              </p14:cNvPr>
              <p14:cNvContentPartPr/>
              <p14:nvPr/>
            </p14:nvContentPartPr>
            <p14:xfrm>
              <a:off x="3632940" y="3018248"/>
              <a:ext cx="443160" cy="2124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686762EF-7F2A-43C6-BE77-161C275C222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623940" y="3009248"/>
                <a:ext cx="46080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81BEEFD3-72E9-0463-4A26-E8465DE18CA9}"/>
              </a:ext>
            </a:extLst>
          </p:cNvPr>
          <p:cNvGrpSpPr/>
          <p:nvPr/>
        </p:nvGrpSpPr>
        <p:grpSpPr>
          <a:xfrm>
            <a:off x="3735180" y="3297968"/>
            <a:ext cx="1076040" cy="598680"/>
            <a:chOff x="3735180" y="3297968"/>
            <a:chExt cx="1076040" cy="59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205E311-86C0-84CA-AA39-D9485BD09862}"/>
                    </a:ext>
                  </a:extLst>
                </p14:cNvPr>
                <p14:cNvContentPartPr/>
                <p14:nvPr/>
              </p14:nvContentPartPr>
              <p14:xfrm>
                <a:off x="3964500" y="3297968"/>
                <a:ext cx="63000" cy="294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205E311-86C0-84CA-AA39-D9485BD0986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55500" y="3289328"/>
                  <a:ext cx="8064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4CF6169-49BF-0B72-E433-65010726F884}"/>
                    </a:ext>
                  </a:extLst>
                </p14:cNvPr>
                <p14:cNvContentPartPr/>
                <p14:nvPr/>
              </p14:nvContentPartPr>
              <p14:xfrm>
                <a:off x="3735180" y="3712328"/>
                <a:ext cx="150480" cy="1800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4CF6169-49BF-0B72-E433-65010726F88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726540" y="3703328"/>
                  <a:ext cx="1681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6A25027-E5D8-86FF-3308-B4AF6AE86041}"/>
                    </a:ext>
                  </a:extLst>
                </p14:cNvPr>
                <p14:cNvContentPartPr/>
                <p14:nvPr/>
              </p14:nvContentPartPr>
              <p14:xfrm>
                <a:off x="3782340" y="3792608"/>
                <a:ext cx="98640" cy="11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6A25027-E5D8-86FF-3308-B4AF6AE8604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73700" y="3783608"/>
                  <a:ext cx="1162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D55420D-F444-EED8-4E9E-3D2C9EEDC3AD}"/>
                    </a:ext>
                  </a:extLst>
                </p14:cNvPr>
                <p14:cNvContentPartPr/>
                <p14:nvPr/>
              </p14:nvContentPartPr>
              <p14:xfrm>
                <a:off x="3947580" y="3787208"/>
                <a:ext cx="115200" cy="5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D55420D-F444-EED8-4E9E-3D2C9EEDC3A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938940" y="3778208"/>
                  <a:ext cx="132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9A90269-4BCB-41B8-36A3-E7C86F407C92}"/>
                    </a:ext>
                  </a:extLst>
                </p14:cNvPr>
                <p14:cNvContentPartPr/>
                <p14:nvPr/>
              </p14:nvContentPartPr>
              <p14:xfrm>
                <a:off x="4087980" y="3759488"/>
                <a:ext cx="123840" cy="1371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9A90269-4BCB-41B8-36A3-E7C86F407C9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078980" y="3750848"/>
                  <a:ext cx="1414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C0012E7-94F0-5FA7-9C13-EED80B312F21}"/>
                    </a:ext>
                  </a:extLst>
                </p14:cNvPr>
                <p14:cNvContentPartPr/>
                <p14:nvPr/>
              </p14:nvContentPartPr>
              <p14:xfrm>
                <a:off x="4202820" y="3631328"/>
                <a:ext cx="83520" cy="1393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C0012E7-94F0-5FA7-9C13-EED80B312F2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194180" y="3622688"/>
                  <a:ext cx="1011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DC1B0A0-9B8F-9E33-95F4-391982FB8BAA}"/>
                    </a:ext>
                  </a:extLst>
                </p14:cNvPr>
                <p14:cNvContentPartPr/>
                <p14:nvPr/>
              </p14:nvContentPartPr>
              <p14:xfrm>
                <a:off x="4309740" y="3701168"/>
                <a:ext cx="168480" cy="74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DC1B0A0-9B8F-9E33-95F4-391982FB8BA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300740" y="3692528"/>
                  <a:ext cx="1861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C9D0BC7-D578-D0BC-FD34-909032C49EDB}"/>
                    </a:ext>
                  </a:extLst>
                </p14:cNvPr>
                <p14:cNvContentPartPr/>
                <p14:nvPr/>
              </p14:nvContentPartPr>
              <p14:xfrm>
                <a:off x="4478220" y="3690368"/>
                <a:ext cx="99360" cy="51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C9D0BC7-D578-D0BC-FD34-909032C49ED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469580" y="3681368"/>
                  <a:ext cx="1170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D8DE794-718D-C2D9-93F6-4520168198C0}"/>
                    </a:ext>
                  </a:extLst>
                </p14:cNvPr>
                <p14:cNvContentPartPr/>
                <p14:nvPr/>
              </p14:nvContentPartPr>
              <p14:xfrm>
                <a:off x="4633740" y="3620888"/>
                <a:ext cx="177480" cy="104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D8DE794-718D-C2D9-93F6-4520168198C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25100" y="3611888"/>
                  <a:ext cx="1951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E015B53-3C62-E7C2-016C-56EFB5CCA4FF}"/>
                    </a:ext>
                  </a:extLst>
                </p14:cNvPr>
                <p14:cNvContentPartPr/>
                <p14:nvPr/>
              </p14:nvContentPartPr>
              <p14:xfrm>
                <a:off x="4603140" y="3704048"/>
                <a:ext cx="42480" cy="44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E015B53-3C62-E7C2-016C-56EFB5CCA4F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594140" y="3695408"/>
                  <a:ext cx="60120" cy="6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8C60789-3D38-D430-AFC8-6CB9B0E7C2C4}"/>
              </a:ext>
            </a:extLst>
          </p:cNvPr>
          <p:cNvGrpSpPr/>
          <p:nvPr/>
        </p:nvGrpSpPr>
        <p:grpSpPr>
          <a:xfrm>
            <a:off x="6095340" y="3204728"/>
            <a:ext cx="182160" cy="363600"/>
            <a:chOff x="6095340" y="3204728"/>
            <a:chExt cx="182160" cy="36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A9164F7-C8A9-B624-3A2A-2A0831E523F1}"/>
                    </a:ext>
                  </a:extLst>
                </p14:cNvPr>
                <p14:cNvContentPartPr/>
                <p14:nvPr/>
              </p14:nvContentPartPr>
              <p14:xfrm>
                <a:off x="6152580" y="3241448"/>
                <a:ext cx="87480" cy="326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A9164F7-C8A9-B624-3A2A-2A0831E523F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43940" y="3232448"/>
                  <a:ext cx="10512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CD5B160-800D-C9A8-CE12-BFF9E2FD42DD}"/>
                    </a:ext>
                  </a:extLst>
                </p14:cNvPr>
                <p14:cNvContentPartPr/>
                <p14:nvPr/>
              </p14:nvContentPartPr>
              <p14:xfrm>
                <a:off x="6095340" y="3204728"/>
                <a:ext cx="182160" cy="91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CD5B160-800D-C9A8-CE12-BFF9E2FD42D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086700" y="3196088"/>
                  <a:ext cx="19980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012821E8-656C-9CF8-584E-2E34911C7D9A}"/>
              </a:ext>
            </a:extLst>
          </p:cNvPr>
          <p:cNvGrpSpPr/>
          <p:nvPr/>
        </p:nvGrpSpPr>
        <p:grpSpPr>
          <a:xfrm>
            <a:off x="5833260" y="3633488"/>
            <a:ext cx="464400" cy="237600"/>
            <a:chOff x="5833260" y="3633488"/>
            <a:chExt cx="464400" cy="23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82ECBF4-19F2-B233-5D87-A9270FF22507}"/>
                    </a:ext>
                  </a:extLst>
                </p14:cNvPr>
                <p14:cNvContentPartPr/>
                <p14:nvPr/>
              </p14:nvContentPartPr>
              <p14:xfrm>
                <a:off x="5833260" y="3634208"/>
                <a:ext cx="258840" cy="1897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82ECBF4-19F2-B233-5D87-A9270FF2250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24260" y="3625568"/>
                  <a:ext cx="2764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880F77E-A1B9-DAEB-D54B-49AF9956F351}"/>
                    </a:ext>
                  </a:extLst>
                </p14:cNvPr>
                <p14:cNvContentPartPr/>
                <p14:nvPr/>
              </p14:nvContentPartPr>
              <p14:xfrm>
                <a:off x="6102900" y="3633488"/>
                <a:ext cx="106560" cy="237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880F77E-A1B9-DAEB-D54B-49AF9956F35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093900" y="3624848"/>
                  <a:ext cx="1242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B60677A-CC4B-B958-6E74-ED39075F765B}"/>
                    </a:ext>
                  </a:extLst>
                </p14:cNvPr>
                <p14:cNvContentPartPr/>
                <p14:nvPr/>
              </p14:nvContentPartPr>
              <p14:xfrm>
                <a:off x="6063300" y="3764528"/>
                <a:ext cx="140400" cy="54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B60677A-CC4B-B958-6E74-ED39075F765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054300" y="3755888"/>
                  <a:ext cx="1580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21650D2-72F4-9BB5-DD2D-0A36863FBADB}"/>
                    </a:ext>
                  </a:extLst>
                </p14:cNvPr>
                <p14:cNvContentPartPr/>
                <p14:nvPr/>
              </p14:nvContentPartPr>
              <p14:xfrm>
                <a:off x="6223860" y="3662648"/>
                <a:ext cx="73800" cy="1299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21650D2-72F4-9BB5-DD2D-0A36863FBAD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15220" y="3653648"/>
                  <a:ext cx="914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011C010-AA2D-D6FC-06B3-A3319B84AB01}"/>
                    </a:ext>
                  </a:extLst>
                </p14:cNvPr>
                <p14:cNvContentPartPr/>
                <p14:nvPr/>
              </p14:nvContentPartPr>
              <p14:xfrm>
                <a:off x="6210180" y="3740048"/>
                <a:ext cx="86760" cy="162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011C010-AA2D-D6FC-06B3-A3319B84AB0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01540" y="3731408"/>
                  <a:ext cx="10440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21A1871-2D21-CBD4-53FE-886731859549}"/>
              </a:ext>
            </a:extLst>
          </p:cNvPr>
          <p:cNvGrpSpPr/>
          <p:nvPr/>
        </p:nvGrpSpPr>
        <p:grpSpPr>
          <a:xfrm>
            <a:off x="6489180" y="3601088"/>
            <a:ext cx="608040" cy="196200"/>
            <a:chOff x="6489180" y="3601088"/>
            <a:chExt cx="608040" cy="19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9982057-6970-78DD-B10A-CB26635D1CDC}"/>
                    </a:ext>
                  </a:extLst>
                </p14:cNvPr>
                <p14:cNvContentPartPr/>
                <p14:nvPr/>
              </p14:nvContentPartPr>
              <p14:xfrm>
                <a:off x="6489180" y="3702968"/>
                <a:ext cx="85680" cy="943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9982057-6970-78DD-B10A-CB26635D1CD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480180" y="3694328"/>
                  <a:ext cx="1033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06D590B-3F64-EFBA-367D-6052FD974C04}"/>
                    </a:ext>
                  </a:extLst>
                </p14:cNvPr>
                <p14:cNvContentPartPr/>
                <p14:nvPr/>
              </p14:nvContentPartPr>
              <p14:xfrm>
                <a:off x="6624180" y="3735368"/>
                <a:ext cx="28080" cy="234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06D590B-3F64-EFBA-367D-6052FD974C0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615180" y="3726368"/>
                  <a:ext cx="457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F6039E3-87F8-D72A-EE52-F9D003103113}"/>
                    </a:ext>
                  </a:extLst>
                </p14:cNvPr>
                <p14:cNvContentPartPr/>
                <p14:nvPr/>
              </p14:nvContentPartPr>
              <p14:xfrm>
                <a:off x="6618780" y="3647168"/>
                <a:ext cx="30240" cy="644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F6039E3-87F8-D72A-EE52-F9D00310311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610140" y="3638168"/>
                  <a:ext cx="478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3CF84C9-CAC0-ABC8-4A22-AF65CDF96833}"/>
                    </a:ext>
                  </a:extLst>
                </p14:cNvPr>
                <p14:cNvContentPartPr/>
                <p14:nvPr/>
              </p14:nvContentPartPr>
              <p14:xfrm>
                <a:off x="6739740" y="3610088"/>
                <a:ext cx="234000" cy="1623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3CF84C9-CAC0-ABC8-4A22-AF65CDF9683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731100" y="3601088"/>
                  <a:ext cx="2516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3DFAC89-FAA4-F0C8-0316-357B751C9145}"/>
                    </a:ext>
                  </a:extLst>
                </p14:cNvPr>
                <p14:cNvContentPartPr/>
                <p14:nvPr/>
              </p14:nvContentPartPr>
              <p14:xfrm>
                <a:off x="7019460" y="3601088"/>
                <a:ext cx="77760" cy="1753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3DFAC89-FAA4-F0C8-0316-357B751C914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010460" y="3592448"/>
                  <a:ext cx="95400" cy="19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DA69B4AF-A6A2-7B9B-8B3F-24BD8EADF42E}"/>
              </a:ext>
            </a:extLst>
          </p:cNvPr>
          <p:cNvGrpSpPr/>
          <p:nvPr/>
        </p:nvGrpSpPr>
        <p:grpSpPr>
          <a:xfrm>
            <a:off x="5838660" y="3963968"/>
            <a:ext cx="609120" cy="281520"/>
            <a:chOff x="5838660" y="3963968"/>
            <a:chExt cx="609120" cy="28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E7F065B-A439-5951-98ED-F3C9FCEBFBE2}"/>
                    </a:ext>
                  </a:extLst>
                </p14:cNvPr>
                <p14:cNvContentPartPr/>
                <p14:nvPr/>
              </p14:nvContentPartPr>
              <p14:xfrm>
                <a:off x="5838660" y="4079528"/>
                <a:ext cx="196920" cy="1213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E7F065B-A439-5951-98ED-F3C9FCEBFBE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830020" y="4070528"/>
                  <a:ext cx="2145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16E4D66-2F5F-703F-19F1-F6814426ADBB}"/>
                    </a:ext>
                  </a:extLst>
                </p14:cNvPr>
                <p14:cNvContentPartPr/>
                <p14:nvPr/>
              </p14:nvContentPartPr>
              <p14:xfrm>
                <a:off x="5927940" y="3963968"/>
                <a:ext cx="60480" cy="583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16E4D66-2F5F-703F-19F1-F6814426ADB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918940" y="3954968"/>
                  <a:ext cx="781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58EDD13-C810-044A-F137-F1786512C11A}"/>
                    </a:ext>
                  </a:extLst>
                </p14:cNvPr>
                <p14:cNvContentPartPr/>
                <p14:nvPr/>
              </p14:nvContentPartPr>
              <p14:xfrm>
                <a:off x="6100740" y="4088528"/>
                <a:ext cx="108000" cy="1569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58EDD13-C810-044A-F137-F1786512C11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091740" y="4079888"/>
                  <a:ext cx="1256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D67F871-D159-83F1-352D-E82F91769454}"/>
                    </a:ext>
                  </a:extLst>
                </p14:cNvPr>
                <p14:cNvContentPartPr/>
                <p14:nvPr/>
              </p14:nvContentPartPr>
              <p14:xfrm>
                <a:off x="6182460" y="3989888"/>
                <a:ext cx="190080" cy="1670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D67F871-D159-83F1-352D-E82F9176945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173460" y="3981248"/>
                  <a:ext cx="2077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3210691-2154-6525-1B5C-9D0D1317C9A3}"/>
                    </a:ext>
                  </a:extLst>
                </p14:cNvPr>
                <p14:cNvContentPartPr/>
                <p14:nvPr/>
              </p14:nvContentPartPr>
              <p14:xfrm>
                <a:off x="6327900" y="3969008"/>
                <a:ext cx="90360" cy="1566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3210691-2154-6525-1B5C-9D0D1317C9A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318900" y="3960368"/>
                  <a:ext cx="1080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BC2EF4E-8211-A247-BDD8-01DE6DB588CA}"/>
                    </a:ext>
                  </a:extLst>
                </p14:cNvPr>
                <p14:cNvContentPartPr/>
                <p14:nvPr/>
              </p14:nvContentPartPr>
              <p14:xfrm>
                <a:off x="6331500" y="4068008"/>
                <a:ext cx="116280" cy="313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BC2EF4E-8211-A247-BDD8-01DE6DB588C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322860" y="4059008"/>
                  <a:ext cx="13392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F6A5BC45-E605-50D3-BAEC-0F5A919398C4}"/>
              </a:ext>
            </a:extLst>
          </p:cNvPr>
          <p:cNvGrpSpPr/>
          <p:nvPr/>
        </p:nvGrpSpPr>
        <p:grpSpPr>
          <a:xfrm>
            <a:off x="6646500" y="3943808"/>
            <a:ext cx="645840" cy="249480"/>
            <a:chOff x="6646500" y="3943808"/>
            <a:chExt cx="645840" cy="24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5A8D260-B327-3CE8-5CAD-4C901B81EF1B}"/>
                    </a:ext>
                  </a:extLst>
                </p14:cNvPr>
                <p14:cNvContentPartPr/>
                <p14:nvPr/>
              </p14:nvContentPartPr>
              <p14:xfrm>
                <a:off x="6646500" y="4060808"/>
                <a:ext cx="122760" cy="1324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5A8D260-B327-3CE8-5CAD-4C901B81EF1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637500" y="4052168"/>
                  <a:ext cx="1404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5E7C072-A9BE-B1C7-E300-DB37FB3E69A6}"/>
                    </a:ext>
                  </a:extLst>
                </p14:cNvPr>
                <p14:cNvContentPartPr/>
                <p14:nvPr/>
              </p14:nvContentPartPr>
              <p14:xfrm>
                <a:off x="6842340" y="4145768"/>
                <a:ext cx="2520" cy="198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5E7C072-A9BE-B1C7-E300-DB37FB3E69A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833340" y="4137128"/>
                  <a:ext cx="201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9F77EE9-1499-62CB-BC8A-294BED8EC983}"/>
                    </a:ext>
                  </a:extLst>
                </p14:cNvPr>
                <p14:cNvContentPartPr/>
                <p14:nvPr/>
              </p14:nvContentPartPr>
              <p14:xfrm>
                <a:off x="6780060" y="4005368"/>
                <a:ext cx="43560" cy="608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9F77EE9-1499-62CB-BC8A-294BED8EC98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771060" y="3996728"/>
                  <a:ext cx="612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F788461-B5E1-6824-A570-B914D63A76A1}"/>
                    </a:ext>
                  </a:extLst>
                </p14:cNvPr>
                <p14:cNvContentPartPr/>
                <p14:nvPr/>
              </p14:nvContentPartPr>
              <p14:xfrm>
                <a:off x="6889500" y="3963608"/>
                <a:ext cx="224640" cy="1969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F788461-B5E1-6824-A570-B914D63A76A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880860" y="3954968"/>
                  <a:ext cx="2422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0ADADCD-F647-1B89-C917-C7B2383E3DD0}"/>
                    </a:ext>
                  </a:extLst>
                </p14:cNvPr>
                <p14:cNvContentPartPr/>
                <p14:nvPr/>
              </p14:nvContentPartPr>
              <p14:xfrm>
                <a:off x="7185420" y="3943808"/>
                <a:ext cx="106920" cy="1828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0ADADCD-F647-1B89-C917-C7B2383E3DD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176420" y="3934808"/>
                  <a:ext cx="124560" cy="20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F2FE9519-8DEE-183D-E6CB-7B6ED54BF468}"/>
              </a:ext>
            </a:extLst>
          </p:cNvPr>
          <p:cNvGrpSpPr/>
          <p:nvPr/>
        </p:nvGrpSpPr>
        <p:grpSpPr>
          <a:xfrm>
            <a:off x="6072660" y="4401008"/>
            <a:ext cx="203760" cy="114840"/>
            <a:chOff x="6072660" y="4401008"/>
            <a:chExt cx="203760" cy="11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0DCC9CF-C1F1-D25D-5B31-6BB6798B9AE6}"/>
                    </a:ext>
                  </a:extLst>
                </p14:cNvPr>
                <p14:cNvContentPartPr/>
                <p14:nvPr/>
              </p14:nvContentPartPr>
              <p14:xfrm>
                <a:off x="6072660" y="4419008"/>
                <a:ext cx="115560" cy="968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0DCC9CF-C1F1-D25D-5B31-6BB6798B9AE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063660" y="4410368"/>
                  <a:ext cx="1332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2859D3C-55CB-C6D8-EFA2-5F5966FB8AAE}"/>
                    </a:ext>
                  </a:extLst>
                </p14:cNvPr>
                <p14:cNvContentPartPr/>
                <p14:nvPr/>
              </p14:nvContentPartPr>
              <p14:xfrm>
                <a:off x="6223860" y="4401008"/>
                <a:ext cx="52560" cy="993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2859D3C-55CB-C6D8-EFA2-5F5966FB8AA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215220" y="4392368"/>
                  <a:ext cx="7020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FC5D5B25-8254-F337-52F6-5174A3EF705C}"/>
              </a:ext>
            </a:extLst>
          </p:cNvPr>
          <p:cNvGrpSpPr/>
          <p:nvPr/>
        </p:nvGrpSpPr>
        <p:grpSpPr>
          <a:xfrm>
            <a:off x="6520860" y="4317128"/>
            <a:ext cx="572040" cy="180360"/>
            <a:chOff x="6520860" y="4317128"/>
            <a:chExt cx="572040" cy="18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45B1F05-FE1F-237A-EB07-5485EF1A851F}"/>
                    </a:ext>
                  </a:extLst>
                </p14:cNvPr>
                <p14:cNvContentPartPr/>
                <p14:nvPr/>
              </p14:nvContentPartPr>
              <p14:xfrm>
                <a:off x="6541020" y="4317128"/>
                <a:ext cx="93600" cy="180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45B1F05-FE1F-237A-EB07-5485EF1A851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532020" y="4308488"/>
                  <a:ext cx="1112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16EEE72-ED88-BB25-C440-0DDFFA02E702}"/>
                    </a:ext>
                  </a:extLst>
                </p14:cNvPr>
                <p14:cNvContentPartPr/>
                <p14:nvPr/>
              </p14:nvContentPartPr>
              <p14:xfrm>
                <a:off x="6520860" y="4406768"/>
                <a:ext cx="124560" cy="295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16EEE72-ED88-BB25-C440-0DDFFA02E70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511860" y="4398128"/>
                  <a:ext cx="1422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9CD4E65-BEA7-E4C3-1A66-3E801544077F}"/>
                    </a:ext>
                  </a:extLst>
                </p14:cNvPr>
                <p14:cNvContentPartPr/>
                <p14:nvPr/>
              </p14:nvContentPartPr>
              <p14:xfrm>
                <a:off x="6705900" y="4385888"/>
                <a:ext cx="213120" cy="1040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9CD4E65-BEA7-E4C3-1A66-3E801544077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697260" y="4377248"/>
                  <a:ext cx="2307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FCBA9C4-D908-1EA4-45EE-A8BDE6D53A2A}"/>
                    </a:ext>
                  </a:extLst>
                </p14:cNvPr>
                <p14:cNvContentPartPr/>
                <p14:nvPr/>
              </p14:nvContentPartPr>
              <p14:xfrm>
                <a:off x="6969420" y="4362848"/>
                <a:ext cx="123480" cy="1044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FCBA9C4-D908-1EA4-45EE-A8BDE6D53A2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960780" y="4354208"/>
                  <a:ext cx="14112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FF2034A7-A35B-7118-85CC-182F13170E30}"/>
              </a:ext>
            </a:extLst>
          </p:cNvPr>
          <p:cNvGrpSpPr/>
          <p:nvPr/>
        </p:nvGrpSpPr>
        <p:grpSpPr>
          <a:xfrm>
            <a:off x="7278660" y="4110848"/>
            <a:ext cx="704880" cy="304560"/>
            <a:chOff x="7278660" y="4110848"/>
            <a:chExt cx="704880" cy="30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CBD6D79-01B1-86C7-62EF-C769467A1A3A}"/>
                    </a:ext>
                  </a:extLst>
                </p14:cNvPr>
                <p14:cNvContentPartPr/>
                <p14:nvPr/>
              </p14:nvContentPartPr>
              <p14:xfrm>
                <a:off x="7278660" y="4322528"/>
                <a:ext cx="91080" cy="928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CBD6D79-01B1-86C7-62EF-C769467A1A3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269660" y="4313528"/>
                  <a:ext cx="1087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AF13D70-C606-68E1-35CF-A146D334E0A5}"/>
                    </a:ext>
                  </a:extLst>
                </p14:cNvPr>
                <p14:cNvContentPartPr/>
                <p14:nvPr/>
              </p14:nvContentPartPr>
              <p14:xfrm>
                <a:off x="7488540" y="4369328"/>
                <a:ext cx="3600" cy="151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AF13D70-C606-68E1-35CF-A146D334E0A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479540" y="4360328"/>
                  <a:ext cx="212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6BA1C38-EF7F-CD22-C91B-04D27DF7908A}"/>
                    </a:ext>
                  </a:extLst>
                </p14:cNvPr>
                <p14:cNvContentPartPr/>
                <p14:nvPr/>
              </p14:nvContentPartPr>
              <p14:xfrm>
                <a:off x="7447860" y="4244048"/>
                <a:ext cx="13320" cy="298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6BA1C38-EF7F-CD22-C91B-04D27DF7908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38860" y="4235048"/>
                  <a:ext cx="309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D0B9078-7BB2-CA40-205F-41D043220145}"/>
                    </a:ext>
                  </a:extLst>
                </p14:cNvPr>
                <p14:cNvContentPartPr/>
                <p14:nvPr/>
              </p14:nvContentPartPr>
              <p14:xfrm>
                <a:off x="7556940" y="4169888"/>
                <a:ext cx="300240" cy="2109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D0B9078-7BB2-CA40-205F-41D04322014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548300" y="4160888"/>
                  <a:ext cx="3178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854AF51-4D36-947B-5016-87EB5ED25654}"/>
                    </a:ext>
                  </a:extLst>
                </p14:cNvPr>
                <p14:cNvContentPartPr/>
                <p14:nvPr/>
              </p14:nvContentPartPr>
              <p14:xfrm>
                <a:off x="7880580" y="4110848"/>
                <a:ext cx="102960" cy="2214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854AF51-4D36-947B-5016-87EB5ED2565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71580" y="4102208"/>
                  <a:ext cx="1206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89A86B4-D2CD-C556-A36B-D3671C8AC6F6}"/>
                    </a:ext>
                  </a:extLst>
                </p14:cNvPr>
                <p14:cNvContentPartPr/>
                <p14:nvPr/>
              </p14:nvContentPartPr>
              <p14:xfrm>
                <a:off x="7283700" y="4275368"/>
                <a:ext cx="25560" cy="316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89A86B4-D2CD-C556-A36B-D3671C8AC6F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275060" y="4266728"/>
                  <a:ext cx="4320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3BF1E32-CF35-9720-4EFA-511AE5C7C308}"/>
              </a:ext>
            </a:extLst>
          </p:cNvPr>
          <p:cNvGrpSpPr/>
          <p:nvPr/>
        </p:nvGrpSpPr>
        <p:grpSpPr>
          <a:xfrm>
            <a:off x="8472780" y="3254768"/>
            <a:ext cx="253440" cy="378360"/>
            <a:chOff x="8472780" y="3254768"/>
            <a:chExt cx="253440" cy="37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5BCB334-F3F1-80E9-1AFD-B749607C5340}"/>
                    </a:ext>
                  </a:extLst>
                </p14:cNvPr>
                <p14:cNvContentPartPr/>
                <p14:nvPr/>
              </p14:nvContentPartPr>
              <p14:xfrm>
                <a:off x="8509860" y="3288608"/>
                <a:ext cx="216360" cy="3445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5BCB334-F3F1-80E9-1AFD-B749607C534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500860" y="3279968"/>
                  <a:ext cx="23400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A5E2ED5-863E-F1B6-B7C4-0EBC9C502220}"/>
                    </a:ext>
                  </a:extLst>
                </p14:cNvPr>
                <p14:cNvContentPartPr/>
                <p14:nvPr/>
              </p14:nvContentPartPr>
              <p14:xfrm>
                <a:off x="8472780" y="3254768"/>
                <a:ext cx="155520" cy="957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A5E2ED5-863E-F1B6-B7C4-0EBC9C50222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463780" y="3245768"/>
                  <a:ext cx="173160" cy="11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ED2FD7FD-BCFD-6AA2-34DA-291E54D0E042}"/>
                  </a:ext>
                </a:extLst>
              </p14:cNvPr>
              <p14:cNvContentPartPr/>
              <p14:nvPr/>
            </p14:nvContentPartPr>
            <p14:xfrm>
              <a:off x="8022420" y="2462048"/>
              <a:ext cx="767520" cy="237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ED2FD7FD-BCFD-6AA2-34DA-291E54D0E042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013420" y="2453048"/>
                <a:ext cx="78516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DDF2A6E2-97F7-61D7-843E-23FEAD46B0E6}"/>
                  </a:ext>
                </a:extLst>
              </p14:cNvPr>
              <p14:cNvContentPartPr/>
              <p14:nvPr/>
            </p14:nvContentPartPr>
            <p14:xfrm>
              <a:off x="10645380" y="3220928"/>
              <a:ext cx="183240" cy="31140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DDF2A6E2-97F7-61D7-843E-23FEAD46B0E6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0636380" y="3212288"/>
                <a:ext cx="200880" cy="32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AA3EA1CF-3018-C20C-7680-D77F80DB6A4C}"/>
              </a:ext>
            </a:extLst>
          </p:cNvPr>
          <p:cNvGrpSpPr/>
          <p:nvPr/>
        </p:nvGrpSpPr>
        <p:grpSpPr>
          <a:xfrm>
            <a:off x="10557900" y="3693608"/>
            <a:ext cx="1260000" cy="454320"/>
            <a:chOff x="10557900" y="3693608"/>
            <a:chExt cx="1260000" cy="45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812C8E2-3178-B4C1-7CAB-EF7A2BE1DAFD}"/>
                    </a:ext>
                  </a:extLst>
                </p14:cNvPr>
                <p14:cNvContentPartPr/>
                <p14:nvPr/>
              </p14:nvContentPartPr>
              <p14:xfrm>
                <a:off x="10577700" y="3693608"/>
                <a:ext cx="88200" cy="1825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812C8E2-3178-B4C1-7CAB-EF7A2BE1DAF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568700" y="3684608"/>
                  <a:ext cx="1058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5F77803-4910-4955-D745-6BA90EF88FAF}"/>
                    </a:ext>
                  </a:extLst>
                </p14:cNvPr>
                <p14:cNvContentPartPr/>
                <p14:nvPr/>
              </p14:nvContentPartPr>
              <p14:xfrm>
                <a:off x="10557900" y="3828968"/>
                <a:ext cx="145080" cy="25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5F77803-4910-4955-D745-6BA90EF88FA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548900" y="3819968"/>
                  <a:ext cx="1627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EEB9491-6297-06B2-B6F2-A3A4F8ABE518}"/>
                    </a:ext>
                  </a:extLst>
                </p14:cNvPr>
                <p14:cNvContentPartPr/>
                <p14:nvPr/>
              </p14:nvContentPartPr>
              <p14:xfrm>
                <a:off x="10749060" y="3813128"/>
                <a:ext cx="24120" cy="331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EEB9491-6297-06B2-B6F2-A3A4F8ABE51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740420" y="3804488"/>
                  <a:ext cx="417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5FA25F4-B646-94B0-18E0-14319E986281}"/>
                    </a:ext>
                  </a:extLst>
                </p14:cNvPr>
                <p14:cNvContentPartPr/>
                <p14:nvPr/>
              </p14:nvContentPartPr>
              <p14:xfrm>
                <a:off x="10733580" y="3702608"/>
                <a:ext cx="18000" cy="100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5FA25F4-B646-94B0-18E0-14319E98628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724940" y="3693968"/>
                  <a:ext cx="356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901C18B-D8A6-63D7-C649-A3FA063F5D57}"/>
                    </a:ext>
                  </a:extLst>
                </p14:cNvPr>
                <p14:cNvContentPartPr/>
                <p14:nvPr/>
              </p14:nvContentPartPr>
              <p14:xfrm>
                <a:off x="10837620" y="3758048"/>
                <a:ext cx="371880" cy="1242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901C18B-D8A6-63D7-C649-A3FA063F5D5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828620" y="3749048"/>
                  <a:ext cx="3895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F9D100F-8F9D-2F2A-A4F9-96C545F17B55}"/>
                    </a:ext>
                  </a:extLst>
                </p14:cNvPr>
                <p14:cNvContentPartPr/>
                <p14:nvPr/>
              </p14:nvContentPartPr>
              <p14:xfrm>
                <a:off x="10723500" y="3983048"/>
                <a:ext cx="142920" cy="1400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F9D100F-8F9D-2F2A-A4F9-96C545F17B5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714500" y="3974408"/>
                  <a:ext cx="1605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0047C87-ECD1-E2EF-C148-4E2EF03296AF}"/>
                    </a:ext>
                  </a:extLst>
                </p14:cNvPr>
                <p14:cNvContentPartPr/>
                <p14:nvPr/>
              </p14:nvContentPartPr>
              <p14:xfrm>
                <a:off x="10940220" y="4071968"/>
                <a:ext cx="90000" cy="666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0047C87-ECD1-E2EF-C148-4E2EF03296A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931580" y="4063328"/>
                  <a:ext cx="1076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06E8D4C-DB25-13D5-D04A-7E77E1B7F793}"/>
                    </a:ext>
                  </a:extLst>
                </p14:cNvPr>
                <p14:cNvContentPartPr/>
                <p14:nvPr/>
              </p14:nvContentPartPr>
              <p14:xfrm>
                <a:off x="11065140" y="4063328"/>
                <a:ext cx="224280" cy="565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06E8D4C-DB25-13D5-D04A-7E77E1B7F79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056140" y="4054328"/>
                  <a:ext cx="2419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00CFCEA-4B76-6C5D-7FEF-31B1D48A973A}"/>
                    </a:ext>
                  </a:extLst>
                </p14:cNvPr>
                <p14:cNvContentPartPr/>
                <p14:nvPr/>
              </p14:nvContentPartPr>
              <p14:xfrm>
                <a:off x="11361420" y="4056488"/>
                <a:ext cx="149760" cy="914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00CFCEA-4B76-6C5D-7FEF-31B1D48A973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352420" y="4047848"/>
                  <a:ext cx="1674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279DC80-DB10-2ECD-8ED7-D1C18A72A441}"/>
                    </a:ext>
                  </a:extLst>
                </p14:cNvPr>
                <p14:cNvContentPartPr/>
                <p14:nvPr/>
              </p14:nvContentPartPr>
              <p14:xfrm>
                <a:off x="11564820" y="4068008"/>
                <a:ext cx="19080" cy="518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279DC80-DB10-2ECD-8ED7-D1C18A72A44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556180" y="4059008"/>
                  <a:ext cx="367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F561486-49D1-9382-FC43-E2791936B470}"/>
                    </a:ext>
                  </a:extLst>
                </p14:cNvPr>
                <p14:cNvContentPartPr/>
                <p14:nvPr/>
              </p14:nvContentPartPr>
              <p14:xfrm>
                <a:off x="11528460" y="3948488"/>
                <a:ext cx="26280" cy="349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F561486-49D1-9382-FC43-E2791936B47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519820" y="3939488"/>
                  <a:ext cx="439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2A05EA5-66C5-FBAB-0789-C551B0513A87}"/>
                    </a:ext>
                  </a:extLst>
                </p14:cNvPr>
                <p14:cNvContentPartPr/>
                <p14:nvPr/>
              </p14:nvContentPartPr>
              <p14:xfrm>
                <a:off x="11632500" y="4053248"/>
                <a:ext cx="185400" cy="763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2A05EA5-66C5-FBAB-0789-C551B0513A8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623500" y="4044608"/>
                  <a:ext cx="203040" cy="9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7D07E144-CE5C-3B5C-0816-72D5C6857797}"/>
                  </a:ext>
                </a:extLst>
              </p14:cNvPr>
              <p14:cNvContentPartPr/>
              <p14:nvPr/>
            </p14:nvContentPartPr>
            <p14:xfrm>
              <a:off x="10199340" y="2970728"/>
              <a:ext cx="411840" cy="4824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7D07E144-CE5C-3B5C-0816-72D5C6857797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0190340" y="2961728"/>
                <a:ext cx="42948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99FA97F7-2107-541B-E162-5ABFA3DEBF88}"/>
                  </a:ext>
                </a:extLst>
              </p14:cNvPr>
              <p14:cNvContentPartPr/>
              <p14:nvPr/>
            </p14:nvContentPartPr>
            <p14:xfrm>
              <a:off x="10794780" y="2965688"/>
              <a:ext cx="444240" cy="3744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99FA97F7-2107-541B-E162-5ABFA3DEBF88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0785780" y="2957048"/>
                <a:ext cx="461880" cy="5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1" name="Group 150">
            <a:extLst>
              <a:ext uri="{FF2B5EF4-FFF2-40B4-BE49-F238E27FC236}">
                <a16:creationId xmlns:a16="http://schemas.microsoft.com/office/drawing/2014/main" id="{188BB66A-7016-2F5D-153E-ACE212BD1039}"/>
              </a:ext>
            </a:extLst>
          </p:cNvPr>
          <p:cNvGrpSpPr/>
          <p:nvPr/>
        </p:nvGrpSpPr>
        <p:grpSpPr>
          <a:xfrm>
            <a:off x="539100" y="5579648"/>
            <a:ext cx="2079360" cy="949320"/>
            <a:chOff x="539100" y="5579648"/>
            <a:chExt cx="2079360" cy="94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9CFE58C-F283-9CAB-960F-BF0F6CFB03E2}"/>
                    </a:ext>
                  </a:extLst>
                </p14:cNvPr>
                <p14:cNvContentPartPr/>
                <p14:nvPr/>
              </p14:nvContentPartPr>
              <p14:xfrm>
                <a:off x="539100" y="5787728"/>
                <a:ext cx="100080" cy="950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9CFE58C-F283-9CAB-960F-BF0F6CFB03E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30100" y="5778728"/>
                  <a:ext cx="1177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B496036-4B79-FA05-4A87-94BA8B21D458}"/>
                    </a:ext>
                  </a:extLst>
                </p14:cNvPr>
                <p14:cNvContentPartPr/>
                <p14:nvPr/>
              </p14:nvContentPartPr>
              <p14:xfrm>
                <a:off x="686700" y="5805008"/>
                <a:ext cx="87840" cy="615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B496036-4B79-FA05-4A87-94BA8B21D45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78060" y="5796008"/>
                  <a:ext cx="1054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6B36B9F-D69D-7F8C-104B-1D14AD362F3B}"/>
                    </a:ext>
                  </a:extLst>
                </p14:cNvPr>
                <p14:cNvContentPartPr/>
                <p14:nvPr/>
              </p14:nvContentPartPr>
              <p14:xfrm>
                <a:off x="836460" y="5797448"/>
                <a:ext cx="250560" cy="424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6B36B9F-D69D-7F8C-104B-1D14AD362F3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27460" y="5788448"/>
                  <a:ext cx="2682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3E06326-D1EB-8685-A14F-6CB834700C68}"/>
                    </a:ext>
                  </a:extLst>
                </p14:cNvPr>
                <p14:cNvContentPartPr/>
                <p14:nvPr/>
              </p14:nvContentPartPr>
              <p14:xfrm>
                <a:off x="1121940" y="5756048"/>
                <a:ext cx="85680" cy="1569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3E06326-D1EB-8685-A14F-6CB834700C6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12940" y="5747048"/>
                  <a:ext cx="1033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0A9C754-C55A-C5D4-02C9-68A66FD0535B}"/>
                    </a:ext>
                  </a:extLst>
                </p14:cNvPr>
                <p14:cNvContentPartPr/>
                <p14:nvPr/>
              </p14:nvContentPartPr>
              <p14:xfrm>
                <a:off x="1210140" y="5579648"/>
                <a:ext cx="343440" cy="2498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0A9C754-C55A-C5D4-02C9-68A66FD0535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201140" y="5570648"/>
                  <a:ext cx="3610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D2A9C75-7065-5C30-AA19-E17CD919F5CC}"/>
                    </a:ext>
                  </a:extLst>
                </p14:cNvPr>
                <p14:cNvContentPartPr/>
                <p14:nvPr/>
              </p14:nvContentPartPr>
              <p14:xfrm>
                <a:off x="1532340" y="5699168"/>
                <a:ext cx="187200" cy="676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D2A9C75-7065-5C30-AA19-E17CD919F5C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523700" y="5690528"/>
                  <a:ext cx="2048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0C728B8-525A-34EE-B7E7-14CD98884809}"/>
                    </a:ext>
                  </a:extLst>
                </p14:cNvPr>
                <p14:cNvContentPartPr/>
                <p14:nvPr/>
              </p14:nvContentPartPr>
              <p14:xfrm>
                <a:off x="1631340" y="5694128"/>
                <a:ext cx="21240" cy="756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0C728B8-525A-34EE-B7E7-14CD9888480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622340" y="5685128"/>
                  <a:ext cx="388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22C133A-86BE-225E-3036-608F1DB2205C}"/>
                    </a:ext>
                  </a:extLst>
                </p14:cNvPr>
                <p14:cNvContentPartPr/>
                <p14:nvPr/>
              </p14:nvContentPartPr>
              <p14:xfrm>
                <a:off x="561780" y="6151328"/>
                <a:ext cx="121680" cy="946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22C133A-86BE-225E-3036-608F1DB2205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53140" y="6142328"/>
                  <a:ext cx="1393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818B66B-C834-E698-6B6D-3794435509EC}"/>
                    </a:ext>
                  </a:extLst>
                </p14:cNvPr>
                <p14:cNvContentPartPr/>
                <p14:nvPr/>
              </p14:nvContentPartPr>
              <p14:xfrm>
                <a:off x="713340" y="6131168"/>
                <a:ext cx="75960" cy="583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818B66B-C834-E698-6B6D-3794435509E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04340" y="6122168"/>
                  <a:ext cx="936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5F17008-DAC9-8FC4-0C52-F123AE5D59DF}"/>
                    </a:ext>
                  </a:extLst>
                </p14:cNvPr>
                <p14:cNvContentPartPr/>
                <p14:nvPr/>
              </p14:nvContentPartPr>
              <p14:xfrm>
                <a:off x="831060" y="6125408"/>
                <a:ext cx="98640" cy="381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5F17008-DAC9-8FC4-0C52-F123AE5D59D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22420" y="6116768"/>
                  <a:ext cx="1162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4805661-B151-86D8-2013-82E7068DD495}"/>
                    </a:ext>
                  </a:extLst>
                </p14:cNvPr>
                <p14:cNvContentPartPr/>
                <p14:nvPr/>
              </p14:nvContentPartPr>
              <p14:xfrm>
                <a:off x="1008900" y="6114968"/>
                <a:ext cx="159480" cy="1681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4805661-B151-86D8-2013-82E7068DD49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00260" y="6105968"/>
                  <a:ext cx="1771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B030B61-89A4-65B9-F450-975D36EBA2F8}"/>
                    </a:ext>
                  </a:extLst>
                </p14:cNvPr>
                <p14:cNvContentPartPr/>
                <p14:nvPr/>
              </p14:nvContentPartPr>
              <p14:xfrm>
                <a:off x="997380" y="6005888"/>
                <a:ext cx="5400" cy="298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B030B61-89A4-65B9-F450-975D36EBA2F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88740" y="5996888"/>
                  <a:ext cx="230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B7B19D9-702A-7DA4-60F1-52C2F9DE5E0B}"/>
                    </a:ext>
                  </a:extLst>
                </p14:cNvPr>
                <p14:cNvContentPartPr/>
                <p14:nvPr/>
              </p14:nvContentPartPr>
              <p14:xfrm>
                <a:off x="1101420" y="6091208"/>
                <a:ext cx="92160" cy="349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B7B19D9-702A-7DA4-60F1-52C2F9DE5E0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92420" y="6082568"/>
                  <a:ext cx="1098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3F3EF49-308C-6A5F-5F70-30A23731C6B8}"/>
                    </a:ext>
                  </a:extLst>
                </p14:cNvPr>
                <p14:cNvContentPartPr/>
                <p14:nvPr/>
              </p14:nvContentPartPr>
              <p14:xfrm>
                <a:off x="1272420" y="6016328"/>
                <a:ext cx="120240" cy="1983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3F3EF49-308C-6A5F-5F70-30A23731C6B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263780" y="6007328"/>
                  <a:ext cx="1378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CD8AA56-DC65-099B-8BE2-9E3EC8B9DB68}"/>
                    </a:ext>
                  </a:extLst>
                </p14:cNvPr>
                <p14:cNvContentPartPr/>
                <p14:nvPr/>
              </p14:nvContentPartPr>
              <p14:xfrm>
                <a:off x="1476180" y="6005888"/>
                <a:ext cx="123840" cy="770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CD8AA56-DC65-099B-8BE2-9E3EC8B9DB6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467540" y="5996888"/>
                  <a:ext cx="1414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E62FDD2-02E6-F440-651E-B5BD8E05E05E}"/>
                    </a:ext>
                  </a:extLst>
                </p14:cNvPr>
                <p14:cNvContentPartPr/>
                <p14:nvPr/>
              </p14:nvContentPartPr>
              <p14:xfrm>
                <a:off x="1532340" y="5839568"/>
                <a:ext cx="281520" cy="1821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E62FDD2-02E6-F440-651E-B5BD8E05E05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523700" y="5830568"/>
                  <a:ext cx="2991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BD79158-51F4-491A-F5EA-D5ADEE120E1C}"/>
                    </a:ext>
                  </a:extLst>
                </p14:cNvPr>
                <p14:cNvContentPartPr/>
                <p14:nvPr/>
              </p14:nvContentPartPr>
              <p14:xfrm>
                <a:off x="1044180" y="6363008"/>
                <a:ext cx="116640" cy="1659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BD79158-51F4-491A-F5EA-D5ADEE120E1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35540" y="6354008"/>
                  <a:ext cx="1342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A52E6F7-184A-6BAC-8A87-5C7DCA48033D}"/>
                    </a:ext>
                  </a:extLst>
                </p14:cNvPr>
                <p14:cNvContentPartPr/>
                <p14:nvPr/>
              </p14:nvContentPartPr>
              <p14:xfrm>
                <a:off x="1173060" y="6361568"/>
                <a:ext cx="118080" cy="342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A52E6F7-184A-6BAC-8A87-5C7DCA48033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64060" y="6352928"/>
                  <a:ext cx="1357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43507AC-B871-F8C3-3115-37B181320853}"/>
                    </a:ext>
                  </a:extLst>
                </p14:cNvPr>
                <p14:cNvContentPartPr/>
                <p14:nvPr/>
              </p14:nvContentPartPr>
              <p14:xfrm>
                <a:off x="1215900" y="6249608"/>
                <a:ext cx="5400" cy="57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43507AC-B871-F8C3-3115-37B18132085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206900" y="6240968"/>
                  <a:ext cx="230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7BAFD76-0FC7-7E00-F95B-8D6EE20D1CAE}"/>
                    </a:ext>
                  </a:extLst>
                </p14:cNvPr>
                <p14:cNvContentPartPr/>
                <p14:nvPr/>
              </p14:nvContentPartPr>
              <p14:xfrm>
                <a:off x="1314180" y="6322688"/>
                <a:ext cx="25560" cy="360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7BAFD76-0FC7-7E00-F95B-8D6EE20D1CA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305540" y="6313688"/>
                  <a:ext cx="432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5453BBC-3CC2-5D7B-98A6-AD1D4D108444}"/>
                    </a:ext>
                  </a:extLst>
                </p14:cNvPr>
                <p14:cNvContentPartPr/>
                <p14:nvPr/>
              </p14:nvContentPartPr>
              <p14:xfrm>
                <a:off x="1365660" y="6259688"/>
                <a:ext cx="58320" cy="943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5453BBC-3CC2-5D7B-98A6-AD1D4D10844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356660" y="6251048"/>
                  <a:ext cx="759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4B3EAD1-82E8-F6A1-DB08-CD085F1AFB3A}"/>
                    </a:ext>
                  </a:extLst>
                </p14:cNvPr>
                <p14:cNvContentPartPr/>
                <p14:nvPr/>
              </p14:nvContentPartPr>
              <p14:xfrm>
                <a:off x="1481220" y="6235568"/>
                <a:ext cx="89280" cy="1180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4B3EAD1-82E8-F6A1-DB08-CD085F1AFB3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472580" y="6226928"/>
                  <a:ext cx="1069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85CDE2A-A589-3966-94EF-BFEFB16D8FDF}"/>
                    </a:ext>
                  </a:extLst>
                </p14:cNvPr>
                <p14:cNvContentPartPr/>
                <p14:nvPr/>
              </p14:nvContentPartPr>
              <p14:xfrm>
                <a:off x="1698300" y="6184448"/>
                <a:ext cx="84240" cy="817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85CDE2A-A589-3966-94EF-BFEFB16D8FD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689300" y="6175808"/>
                  <a:ext cx="10188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74CF54A-D699-AD4C-522E-C43AC1C8BC81}"/>
                    </a:ext>
                  </a:extLst>
                </p14:cNvPr>
                <p14:cNvContentPartPr/>
                <p14:nvPr/>
              </p14:nvContentPartPr>
              <p14:xfrm>
                <a:off x="1776780" y="6026408"/>
                <a:ext cx="178200" cy="3042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74CF54A-D699-AD4C-522E-C43AC1C8BC8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767780" y="6017768"/>
                  <a:ext cx="19584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780D2EB-1991-DCBC-9165-961483DD6EDA}"/>
                    </a:ext>
                  </a:extLst>
                </p14:cNvPr>
                <p14:cNvContentPartPr/>
                <p14:nvPr/>
              </p14:nvContentPartPr>
              <p14:xfrm>
                <a:off x="2051100" y="6103088"/>
                <a:ext cx="144720" cy="1972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780D2EB-1991-DCBC-9165-961483DD6ED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042100" y="6094088"/>
                  <a:ext cx="1623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3F78CD3-A577-B14C-5675-11CABE019497}"/>
                    </a:ext>
                  </a:extLst>
                </p14:cNvPr>
                <p14:cNvContentPartPr/>
                <p14:nvPr/>
              </p14:nvContentPartPr>
              <p14:xfrm>
                <a:off x="2205540" y="6120728"/>
                <a:ext cx="91080" cy="504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3F78CD3-A577-B14C-5675-11CABE01949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196540" y="6112088"/>
                  <a:ext cx="1087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EC9EA70-A3BC-A81A-6A67-8ED64A897F8F}"/>
                    </a:ext>
                  </a:extLst>
                </p14:cNvPr>
                <p14:cNvContentPartPr/>
                <p14:nvPr/>
              </p14:nvContentPartPr>
              <p14:xfrm>
                <a:off x="2248380" y="5886368"/>
                <a:ext cx="241560" cy="2602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EC9EA70-A3BC-A81A-6A67-8ED64A897F8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239740" y="5877368"/>
                  <a:ext cx="2592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785C44C-9FB2-01B4-636B-635815E1ACBE}"/>
                    </a:ext>
                  </a:extLst>
                </p14:cNvPr>
                <p14:cNvContentPartPr/>
                <p14:nvPr/>
              </p14:nvContentPartPr>
              <p14:xfrm>
                <a:off x="2435940" y="6036128"/>
                <a:ext cx="102600" cy="766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785C44C-9FB2-01B4-636B-635815E1ACB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427300" y="6027128"/>
                  <a:ext cx="1202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3C53319-468C-B6A3-894D-0228400E9FCE}"/>
                    </a:ext>
                  </a:extLst>
                </p14:cNvPr>
                <p14:cNvContentPartPr/>
                <p14:nvPr/>
              </p14:nvContentPartPr>
              <p14:xfrm>
                <a:off x="2543940" y="5964128"/>
                <a:ext cx="74520" cy="1522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3C53319-468C-B6A3-894D-0228400E9FC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535300" y="5955488"/>
                  <a:ext cx="9216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0F87AA9A-EA27-A5CA-B3CC-907826BC566D}"/>
              </a:ext>
            </a:extLst>
          </p:cNvPr>
          <p:cNvGrpSpPr/>
          <p:nvPr/>
        </p:nvGrpSpPr>
        <p:grpSpPr>
          <a:xfrm>
            <a:off x="6040620" y="255608"/>
            <a:ext cx="2595600" cy="1593360"/>
            <a:chOff x="6040620" y="255608"/>
            <a:chExt cx="2595600" cy="159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679C831-D19F-7732-778B-68822A9BE3A8}"/>
                    </a:ext>
                  </a:extLst>
                </p14:cNvPr>
                <p14:cNvContentPartPr/>
                <p14:nvPr/>
              </p14:nvContentPartPr>
              <p14:xfrm>
                <a:off x="7271460" y="255608"/>
                <a:ext cx="70200" cy="15933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679C831-D19F-7732-778B-68822A9BE3A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262820" y="246968"/>
                  <a:ext cx="87840" cy="161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0D10FDB-1F06-AF0B-2EED-E0E09213EE5F}"/>
                    </a:ext>
                  </a:extLst>
                </p14:cNvPr>
                <p14:cNvContentPartPr/>
                <p14:nvPr/>
              </p14:nvContentPartPr>
              <p14:xfrm>
                <a:off x="6040620" y="1062008"/>
                <a:ext cx="2595600" cy="950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0D10FDB-1F06-AF0B-2EED-E0E09213EE5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031620" y="1053368"/>
                  <a:ext cx="26132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08DED51-8710-3D79-C163-76A0FC4C13C1}"/>
                    </a:ext>
                  </a:extLst>
                </p14:cNvPr>
                <p14:cNvContentPartPr/>
                <p14:nvPr/>
              </p14:nvContentPartPr>
              <p14:xfrm>
                <a:off x="7195500" y="372968"/>
                <a:ext cx="161280" cy="115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08DED51-8710-3D79-C163-76A0FC4C13C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186860" y="364328"/>
                  <a:ext cx="1789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C34E280-C0CD-A88B-877D-260D803C942B}"/>
                    </a:ext>
                  </a:extLst>
                </p14:cNvPr>
                <p14:cNvContentPartPr/>
                <p14:nvPr/>
              </p14:nvContentPartPr>
              <p14:xfrm>
                <a:off x="7616340" y="441368"/>
                <a:ext cx="478800" cy="6768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C34E280-C0CD-A88B-877D-260D803C942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607700" y="432728"/>
                  <a:ext cx="496440" cy="69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4DE369D-3679-ED6A-5581-AA4B679A5334}"/>
                    </a:ext>
                  </a:extLst>
                </p14:cNvPr>
                <p14:cNvContentPartPr/>
                <p14:nvPr/>
              </p14:nvContentPartPr>
              <p14:xfrm>
                <a:off x="6587820" y="727208"/>
                <a:ext cx="150840" cy="3798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4DE369D-3679-ED6A-5581-AA4B679A533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579180" y="718208"/>
                  <a:ext cx="16848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9ACB3055-0EDB-9D7F-CFDA-B43987F73EE1}"/>
                    </a:ext>
                  </a:extLst>
                </p14:cNvPr>
                <p14:cNvContentPartPr/>
                <p14:nvPr/>
              </p14:nvContentPartPr>
              <p14:xfrm>
                <a:off x="6540660" y="451808"/>
                <a:ext cx="411120" cy="5497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9ACB3055-0EDB-9D7F-CFDA-B43987F73EE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531660" y="443168"/>
                  <a:ext cx="428760" cy="56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744C029-3DD8-7223-A40E-5A2E220DCA13}"/>
                    </a:ext>
                  </a:extLst>
                </p14:cNvPr>
                <p14:cNvContentPartPr/>
                <p14:nvPr/>
              </p14:nvContentPartPr>
              <p14:xfrm>
                <a:off x="7065540" y="1714328"/>
                <a:ext cx="154440" cy="151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744C029-3DD8-7223-A40E-5A2E220DCA1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056900" y="1705328"/>
                  <a:ext cx="1720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0859000-05BE-4696-D547-55C9A20939F5}"/>
                    </a:ext>
                  </a:extLst>
                </p14:cNvPr>
                <p14:cNvContentPartPr/>
                <p14:nvPr/>
              </p14:nvContentPartPr>
              <p14:xfrm>
                <a:off x="7289460" y="1148048"/>
                <a:ext cx="732600" cy="5922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0859000-05BE-4696-D547-55C9A20939F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280820" y="1139048"/>
                  <a:ext cx="750240" cy="60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6436C6A3-E516-B6A4-E55C-609C614446E5}"/>
                  </a:ext>
                </a:extLst>
              </p14:cNvPr>
              <p14:cNvContentPartPr/>
              <p14:nvPr/>
            </p14:nvContentPartPr>
            <p14:xfrm>
              <a:off x="6600420" y="1205648"/>
              <a:ext cx="247680" cy="34812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6436C6A3-E516-B6A4-E55C-609C614446E5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6591420" y="1196648"/>
                <a:ext cx="265320" cy="36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Group 167">
            <a:extLst>
              <a:ext uri="{FF2B5EF4-FFF2-40B4-BE49-F238E27FC236}">
                <a16:creationId xmlns:a16="http://schemas.microsoft.com/office/drawing/2014/main" id="{01F56451-06F3-6AFE-7989-B89C1C32FEE2}"/>
              </a:ext>
            </a:extLst>
          </p:cNvPr>
          <p:cNvGrpSpPr/>
          <p:nvPr/>
        </p:nvGrpSpPr>
        <p:grpSpPr>
          <a:xfrm>
            <a:off x="7687260" y="1359008"/>
            <a:ext cx="143280" cy="95040"/>
            <a:chOff x="7687260" y="1359008"/>
            <a:chExt cx="143280" cy="9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2D0E05F-D501-72AB-C598-732F1EB258C4}"/>
                    </a:ext>
                  </a:extLst>
                </p14:cNvPr>
                <p14:cNvContentPartPr/>
                <p14:nvPr/>
              </p14:nvContentPartPr>
              <p14:xfrm>
                <a:off x="7687260" y="1372328"/>
                <a:ext cx="143280" cy="666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2D0E05F-D501-72AB-C598-732F1EB258C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678620" y="1363328"/>
                  <a:ext cx="1609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D0C6F08-66A1-2331-9EC2-A3230DFF3C1C}"/>
                    </a:ext>
                  </a:extLst>
                </p14:cNvPr>
                <p14:cNvContentPartPr/>
                <p14:nvPr/>
              </p14:nvContentPartPr>
              <p14:xfrm>
                <a:off x="7695900" y="1359008"/>
                <a:ext cx="81720" cy="950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D0C6F08-66A1-2331-9EC2-A3230DFF3C1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686900" y="1350368"/>
                  <a:ext cx="99360" cy="11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83F0290C-5EB5-B277-0006-CDCDC95C1AE8}"/>
              </a:ext>
            </a:extLst>
          </p:cNvPr>
          <p:cNvGrpSpPr/>
          <p:nvPr/>
        </p:nvGrpSpPr>
        <p:grpSpPr>
          <a:xfrm>
            <a:off x="6899940" y="645488"/>
            <a:ext cx="874080" cy="412200"/>
            <a:chOff x="6899940" y="645488"/>
            <a:chExt cx="874080" cy="41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AEC3AEE-1C2D-0CF3-D1A7-86C1D25CA20D}"/>
                    </a:ext>
                  </a:extLst>
                </p14:cNvPr>
                <p14:cNvContentPartPr/>
                <p14:nvPr/>
              </p14:nvContentPartPr>
              <p14:xfrm>
                <a:off x="7628220" y="654488"/>
                <a:ext cx="145800" cy="766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AEC3AEE-1C2D-0CF3-D1A7-86C1D25CA20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619220" y="645488"/>
                  <a:ext cx="1634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EA49073D-1957-29FC-5A70-9B0665A1C303}"/>
                    </a:ext>
                  </a:extLst>
                </p14:cNvPr>
                <p14:cNvContentPartPr/>
                <p14:nvPr/>
              </p14:nvContentPartPr>
              <p14:xfrm>
                <a:off x="7635780" y="645488"/>
                <a:ext cx="116280" cy="853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EA49073D-1957-29FC-5A70-9B0665A1C30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626780" y="636848"/>
                  <a:ext cx="1339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F3184FE-F038-E75F-ED93-AEF05A45FAE3}"/>
                    </a:ext>
                  </a:extLst>
                </p14:cNvPr>
                <p14:cNvContentPartPr/>
                <p14:nvPr/>
              </p14:nvContentPartPr>
              <p14:xfrm>
                <a:off x="7279740" y="713168"/>
                <a:ext cx="388800" cy="3254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F3184FE-F038-E75F-ED93-AEF05A45FAE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271100" y="704528"/>
                  <a:ext cx="40644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589CF8B-39F3-3EB7-B4F4-740D90A3E006}"/>
                    </a:ext>
                  </a:extLst>
                </p14:cNvPr>
                <p14:cNvContentPartPr/>
                <p14:nvPr/>
              </p14:nvContentPartPr>
              <p14:xfrm>
                <a:off x="7320780" y="1044008"/>
                <a:ext cx="41040" cy="136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589CF8B-39F3-3EB7-B4F4-740D90A3E00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312140" y="1035368"/>
                  <a:ext cx="586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EC758F5-136C-F5F6-315C-DBFE4439A5AF}"/>
                    </a:ext>
                  </a:extLst>
                </p14:cNvPr>
                <p14:cNvContentPartPr/>
                <p14:nvPr/>
              </p14:nvContentPartPr>
              <p14:xfrm>
                <a:off x="7187940" y="768608"/>
                <a:ext cx="262440" cy="630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EC758F5-136C-F5F6-315C-DBFE4439A5A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179300" y="759608"/>
                  <a:ext cx="2800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E7F866B-4387-9F24-1701-A58BA8C76BD4}"/>
                    </a:ext>
                  </a:extLst>
                </p14:cNvPr>
                <p14:cNvContentPartPr/>
                <p14:nvPr/>
              </p14:nvContentPartPr>
              <p14:xfrm>
                <a:off x="6899940" y="738008"/>
                <a:ext cx="91440" cy="1868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E7F866B-4387-9F24-1701-A58BA8C76BD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891300" y="729368"/>
                  <a:ext cx="1090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87FB028-712A-2BD4-0F2A-817AE7F84E2D}"/>
                    </a:ext>
                  </a:extLst>
                </p14:cNvPr>
                <p14:cNvContentPartPr/>
                <p14:nvPr/>
              </p14:nvContentPartPr>
              <p14:xfrm>
                <a:off x="7522740" y="918368"/>
                <a:ext cx="360" cy="14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87FB028-712A-2BD4-0F2A-817AE7F84E2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514100" y="909368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43F3642E-BB3A-017D-8830-F5691C78FBF8}"/>
                    </a:ext>
                  </a:extLst>
                </p14:cNvPr>
                <p14:cNvContentPartPr/>
                <p14:nvPr/>
              </p14:nvContentPartPr>
              <p14:xfrm>
                <a:off x="7450020" y="934928"/>
                <a:ext cx="86040" cy="1202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43F3642E-BB3A-017D-8830-F5691C78FBF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441380" y="926288"/>
                  <a:ext cx="1036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5E62E23-AC02-688B-CA87-118233597765}"/>
                    </a:ext>
                  </a:extLst>
                </p14:cNvPr>
                <p14:cNvContentPartPr/>
                <p14:nvPr/>
              </p14:nvContentPartPr>
              <p14:xfrm>
                <a:off x="7439220" y="945008"/>
                <a:ext cx="82080" cy="381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5E62E23-AC02-688B-CA87-118233597765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430220" y="936008"/>
                  <a:ext cx="997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30B4CD3-7BC3-AB35-52FC-972F1856C8E5}"/>
                    </a:ext>
                  </a:extLst>
                </p14:cNvPr>
                <p14:cNvContentPartPr/>
                <p14:nvPr/>
              </p14:nvContentPartPr>
              <p14:xfrm>
                <a:off x="7628940" y="892808"/>
                <a:ext cx="124560" cy="1252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30B4CD3-7BC3-AB35-52FC-972F1856C8E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619940" y="884168"/>
                  <a:ext cx="1422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A27C51C-516C-731A-61AD-0662551CF8B3}"/>
                    </a:ext>
                  </a:extLst>
                </p14:cNvPr>
                <p14:cNvContentPartPr/>
                <p14:nvPr/>
              </p14:nvContentPartPr>
              <p14:xfrm>
                <a:off x="7665660" y="950768"/>
                <a:ext cx="55080" cy="104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A27C51C-516C-731A-61AD-0662551CF8B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656660" y="942128"/>
                  <a:ext cx="7272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1CC08045-75AC-81B1-4FDF-AD23FCD05C7A}"/>
              </a:ext>
            </a:extLst>
          </p:cNvPr>
          <p:cNvGrpSpPr/>
          <p:nvPr/>
        </p:nvGrpSpPr>
        <p:grpSpPr>
          <a:xfrm>
            <a:off x="3139380" y="5399648"/>
            <a:ext cx="3902400" cy="519120"/>
            <a:chOff x="3139380" y="5399648"/>
            <a:chExt cx="3902400" cy="51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296AEEC-ED62-7972-9ECF-19DC3D70291E}"/>
                    </a:ext>
                  </a:extLst>
                </p14:cNvPr>
                <p14:cNvContentPartPr/>
                <p14:nvPr/>
              </p14:nvContentPartPr>
              <p14:xfrm>
                <a:off x="3392460" y="5616728"/>
                <a:ext cx="77760" cy="2070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296AEEC-ED62-7972-9ECF-19DC3D70291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383460" y="5608088"/>
                  <a:ext cx="954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DBAB4A4-CC1A-7555-4217-F74491773C4D}"/>
                    </a:ext>
                  </a:extLst>
                </p14:cNvPr>
                <p14:cNvContentPartPr/>
                <p14:nvPr/>
              </p14:nvContentPartPr>
              <p14:xfrm>
                <a:off x="3569580" y="5730128"/>
                <a:ext cx="120240" cy="108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DBAB4A4-CC1A-7555-4217-F74491773C4D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560580" y="5721488"/>
                  <a:ext cx="1378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1DE08641-5CE0-0C3A-85BD-E4F420EFEA48}"/>
                    </a:ext>
                  </a:extLst>
                </p14:cNvPr>
                <p14:cNvContentPartPr/>
                <p14:nvPr/>
              </p14:nvContentPartPr>
              <p14:xfrm>
                <a:off x="3842820" y="5688728"/>
                <a:ext cx="142200" cy="2300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1DE08641-5CE0-0C3A-85BD-E4F420EFEA4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833820" y="5679728"/>
                  <a:ext cx="1598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7FDBCDFD-54BA-3955-3F2D-52BBD83F97B7}"/>
                    </a:ext>
                  </a:extLst>
                </p14:cNvPr>
                <p14:cNvContentPartPr/>
                <p14:nvPr/>
              </p14:nvContentPartPr>
              <p14:xfrm>
                <a:off x="4035780" y="5678648"/>
                <a:ext cx="151560" cy="1148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7FDBCDFD-54BA-3955-3F2D-52BBD83F97B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026780" y="5669648"/>
                  <a:ext cx="1692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0E82A3B-3D79-90AB-DCD7-976A5080EC70}"/>
                    </a:ext>
                  </a:extLst>
                </p14:cNvPr>
                <p14:cNvContentPartPr/>
                <p14:nvPr/>
              </p14:nvContentPartPr>
              <p14:xfrm>
                <a:off x="4161420" y="5574608"/>
                <a:ext cx="102240" cy="1774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0E82A3B-3D79-90AB-DCD7-976A5080EC70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152780" y="5565608"/>
                  <a:ext cx="1198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B21E3A0B-D75F-9CFF-6ECD-A809B9E2AB4D}"/>
                    </a:ext>
                  </a:extLst>
                </p14:cNvPr>
                <p14:cNvContentPartPr/>
                <p14:nvPr/>
              </p14:nvContentPartPr>
              <p14:xfrm>
                <a:off x="4129020" y="5470568"/>
                <a:ext cx="1440" cy="32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B21E3A0B-D75F-9CFF-6ECD-A809B9E2AB4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120380" y="5461928"/>
                  <a:ext cx="190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659FBAE-0632-0F16-98BC-BDE177636DA4}"/>
                    </a:ext>
                  </a:extLst>
                </p14:cNvPr>
                <p14:cNvContentPartPr/>
                <p14:nvPr/>
              </p14:nvContentPartPr>
              <p14:xfrm>
                <a:off x="4280940" y="5453288"/>
                <a:ext cx="141840" cy="1584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6659FBAE-0632-0F16-98BC-BDE177636DA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271940" y="5444288"/>
                  <a:ext cx="1594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9414D5F-19D0-B38C-C4C4-C8C9EC8FE0C8}"/>
                    </a:ext>
                  </a:extLst>
                </p14:cNvPr>
                <p14:cNvContentPartPr/>
                <p14:nvPr/>
              </p14:nvContentPartPr>
              <p14:xfrm>
                <a:off x="4301460" y="5548688"/>
                <a:ext cx="109440" cy="158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9414D5F-19D0-B38C-C4C4-C8C9EC8FE0C8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292820" y="5540048"/>
                  <a:ext cx="1270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401C99B8-9DC9-9399-0381-DB2F20558B31}"/>
                    </a:ext>
                  </a:extLst>
                </p14:cNvPr>
                <p14:cNvContentPartPr/>
                <p14:nvPr/>
              </p14:nvContentPartPr>
              <p14:xfrm>
                <a:off x="4550940" y="5634368"/>
                <a:ext cx="121320" cy="1699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401C99B8-9DC9-9399-0381-DB2F20558B3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542300" y="5625368"/>
                  <a:ext cx="1389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390C384F-7768-A0E2-C365-3A5FCC680B47}"/>
                    </a:ext>
                  </a:extLst>
                </p14:cNvPr>
                <p14:cNvContentPartPr/>
                <p14:nvPr/>
              </p14:nvContentPartPr>
              <p14:xfrm>
                <a:off x="4554900" y="5708888"/>
                <a:ext cx="90000" cy="219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390C384F-7768-A0E2-C365-3A5FCC680B4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546260" y="5699888"/>
                  <a:ext cx="1076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3560C36E-0E75-6331-B3A5-9FEDFEF55124}"/>
                    </a:ext>
                  </a:extLst>
                </p14:cNvPr>
                <p14:cNvContentPartPr/>
                <p14:nvPr/>
              </p14:nvContentPartPr>
              <p14:xfrm>
                <a:off x="4670100" y="5574608"/>
                <a:ext cx="73800" cy="36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3560C36E-0E75-6331-B3A5-9FEDFEF5512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661100" y="5565608"/>
                  <a:ext cx="914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9407D753-9F75-78D7-335A-67C3784AA14E}"/>
                    </a:ext>
                  </a:extLst>
                </p14:cNvPr>
                <p14:cNvContentPartPr/>
                <p14:nvPr/>
              </p14:nvContentPartPr>
              <p14:xfrm>
                <a:off x="4779540" y="5508728"/>
                <a:ext cx="36360" cy="763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9407D753-9F75-78D7-335A-67C3784AA14E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770900" y="5500088"/>
                  <a:ext cx="540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DB8FFBB-3A6E-EF4D-F00E-28B4B8104439}"/>
                    </a:ext>
                  </a:extLst>
                </p14:cNvPr>
                <p14:cNvContentPartPr/>
                <p14:nvPr/>
              </p14:nvContentPartPr>
              <p14:xfrm>
                <a:off x="4956300" y="5553728"/>
                <a:ext cx="140760" cy="2890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DB8FFBB-3A6E-EF4D-F00E-28B4B810443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947300" y="5545088"/>
                  <a:ext cx="15840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3B86D86D-F953-6A52-E651-B23957402CBD}"/>
                    </a:ext>
                  </a:extLst>
                </p14:cNvPr>
                <p14:cNvContentPartPr/>
                <p14:nvPr/>
              </p14:nvContentPartPr>
              <p14:xfrm>
                <a:off x="3139380" y="5509088"/>
                <a:ext cx="127440" cy="2962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3B86D86D-F953-6A52-E651-B23957402CBD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130380" y="5500448"/>
                  <a:ext cx="14508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0008974-D3B2-60E0-DFE0-A8A33C08628D}"/>
                    </a:ext>
                  </a:extLst>
                </p14:cNvPr>
                <p14:cNvContentPartPr/>
                <p14:nvPr/>
              </p14:nvContentPartPr>
              <p14:xfrm>
                <a:off x="5122260" y="5478128"/>
                <a:ext cx="145800" cy="3510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0008974-D3B2-60E0-DFE0-A8A33C08628D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113260" y="5469488"/>
                  <a:ext cx="16344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BBE69D9-9FA9-934C-C374-5CDD5CCB8634}"/>
                    </a:ext>
                  </a:extLst>
                </p14:cNvPr>
                <p14:cNvContentPartPr/>
                <p14:nvPr/>
              </p14:nvContentPartPr>
              <p14:xfrm>
                <a:off x="5283540" y="5606288"/>
                <a:ext cx="45720" cy="1450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BBE69D9-9FA9-934C-C374-5CDD5CCB863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274900" y="5597648"/>
                  <a:ext cx="633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6DA4BC4B-0B7F-085C-0A23-787FD7792285}"/>
                    </a:ext>
                  </a:extLst>
                </p14:cNvPr>
                <p14:cNvContentPartPr/>
                <p14:nvPr/>
              </p14:nvContentPartPr>
              <p14:xfrm>
                <a:off x="5418900" y="5694128"/>
                <a:ext cx="149040" cy="151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6DA4BC4B-0B7F-085C-0A23-787FD779228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410260" y="5685128"/>
                  <a:ext cx="1666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3051061D-1D81-AC34-FC04-DBA58F83CF35}"/>
                    </a:ext>
                  </a:extLst>
                </p14:cNvPr>
                <p14:cNvContentPartPr/>
                <p14:nvPr/>
              </p14:nvContentPartPr>
              <p14:xfrm>
                <a:off x="5698980" y="5637968"/>
                <a:ext cx="104400" cy="2239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3051061D-1D81-AC34-FC04-DBA58F83CF35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689980" y="5628968"/>
                  <a:ext cx="1220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3A1C7AE7-5800-9C67-8419-B1564514E1F0}"/>
                    </a:ext>
                  </a:extLst>
                </p14:cNvPr>
                <p14:cNvContentPartPr/>
                <p14:nvPr/>
              </p14:nvContentPartPr>
              <p14:xfrm>
                <a:off x="5926860" y="5668208"/>
                <a:ext cx="127440" cy="1260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3A1C7AE7-5800-9C67-8419-B1564514E1F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917860" y="5659568"/>
                  <a:ext cx="1450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9308430D-7633-E5AF-6466-5614E3577075}"/>
                    </a:ext>
                  </a:extLst>
                </p14:cNvPr>
                <p14:cNvContentPartPr/>
                <p14:nvPr/>
              </p14:nvContentPartPr>
              <p14:xfrm>
                <a:off x="6016860" y="5569208"/>
                <a:ext cx="103680" cy="57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9308430D-7633-E5AF-6466-5614E3577075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007860" y="5560568"/>
                  <a:ext cx="1213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6374D121-1489-4AB7-A2E5-3B0985FE4C56}"/>
                    </a:ext>
                  </a:extLst>
                </p14:cNvPr>
                <p14:cNvContentPartPr/>
                <p14:nvPr/>
              </p14:nvContentPartPr>
              <p14:xfrm>
                <a:off x="6156900" y="5527808"/>
                <a:ext cx="92880" cy="1886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6374D121-1489-4AB7-A2E5-3B0985FE4C5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147900" y="5518808"/>
                  <a:ext cx="1105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CEC7EAF-278D-088C-BBB9-0AA95B5466FE}"/>
                    </a:ext>
                  </a:extLst>
                </p14:cNvPr>
                <p14:cNvContentPartPr/>
                <p14:nvPr/>
              </p14:nvContentPartPr>
              <p14:xfrm>
                <a:off x="6116580" y="5399648"/>
                <a:ext cx="9000" cy="64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CEC7EAF-278D-088C-BBB9-0AA95B5466F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107940" y="5391008"/>
                  <a:ext cx="266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0175E0A4-FCEB-341C-72F5-44FDEBDB9D00}"/>
                    </a:ext>
                  </a:extLst>
                </p14:cNvPr>
                <p14:cNvContentPartPr/>
                <p14:nvPr/>
              </p14:nvContentPartPr>
              <p14:xfrm>
                <a:off x="6274980" y="5425568"/>
                <a:ext cx="127080" cy="1389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0175E0A4-FCEB-341C-72F5-44FDEBDB9D00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265980" y="5416568"/>
                  <a:ext cx="1447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7BCA11E7-A09A-A1D9-8410-8D1730A8CAD6}"/>
                    </a:ext>
                  </a:extLst>
                </p14:cNvPr>
                <p14:cNvContentPartPr/>
                <p14:nvPr/>
              </p14:nvContentPartPr>
              <p14:xfrm>
                <a:off x="6281460" y="5491808"/>
                <a:ext cx="93600" cy="158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7BCA11E7-A09A-A1D9-8410-8D1730A8CAD6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272460" y="5482808"/>
                  <a:ext cx="1112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A89576D-BE53-5198-C7DF-3AD299C81E6E}"/>
                    </a:ext>
                  </a:extLst>
                </p14:cNvPr>
                <p14:cNvContentPartPr/>
                <p14:nvPr/>
              </p14:nvContentPartPr>
              <p14:xfrm>
                <a:off x="6483780" y="5605568"/>
                <a:ext cx="163080" cy="1782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A89576D-BE53-5198-C7DF-3AD299C81E6E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474780" y="5596568"/>
                  <a:ext cx="1807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12D3F771-992B-200C-DF66-015E9BEE1FFC}"/>
                    </a:ext>
                  </a:extLst>
                </p14:cNvPr>
                <p14:cNvContentPartPr/>
                <p14:nvPr/>
              </p14:nvContentPartPr>
              <p14:xfrm>
                <a:off x="6519060" y="5714648"/>
                <a:ext cx="95040" cy="57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12D3F771-992B-200C-DF66-015E9BEE1FF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510060" y="5705648"/>
                  <a:ext cx="112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569F34DD-2791-DA3B-B406-B067508321B9}"/>
                    </a:ext>
                  </a:extLst>
                </p14:cNvPr>
                <p14:cNvContentPartPr/>
                <p14:nvPr/>
              </p14:nvContentPartPr>
              <p14:xfrm>
                <a:off x="6656220" y="5564168"/>
                <a:ext cx="61560" cy="64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569F34DD-2791-DA3B-B406-B067508321B9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647580" y="5555168"/>
                  <a:ext cx="792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CD22C55-5BCC-BA29-67BE-1803712FCADC}"/>
                    </a:ext>
                  </a:extLst>
                </p14:cNvPr>
                <p14:cNvContentPartPr/>
                <p14:nvPr/>
              </p14:nvContentPartPr>
              <p14:xfrm>
                <a:off x="6769620" y="5517368"/>
                <a:ext cx="12600" cy="619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CD22C55-5BCC-BA29-67BE-1803712FCAD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760620" y="5508728"/>
                  <a:ext cx="302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DA0814D-1F8F-4617-8819-23948B548438}"/>
                    </a:ext>
                  </a:extLst>
                </p14:cNvPr>
                <p14:cNvContentPartPr/>
                <p14:nvPr/>
              </p14:nvContentPartPr>
              <p14:xfrm>
                <a:off x="6831900" y="5455088"/>
                <a:ext cx="209880" cy="33948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DDA0814D-1F8F-4617-8819-23948B54843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822900" y="5446088"/>
                  <a:ext cx="227520" cy="35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58A57A35-A519-CE10-0933-C81B2A38566D}"/>
              </a:ext>
            </a:extLst>
          </p:cNvPr>
          <p:cNvGrpSpPr/>
          <p:nvPr/>
        </p:nvGrpSpPr>
        <p:grpSpPr>
          <a:xfrm>
            <a:off x="1750860" y="5163848"/>
            <a:ext cx="1617120" cy="515160"/>
            <a:chOff x="1750860" y="5163848"/>
            <a:chExt cx="1617120" cy="51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567374F9-E1BC-D962-D62F-DF1D0CED237A}"/>
                    </a:ext>
                  </a:extLst>
                </p14:cNvPr>
                <p14:cNvContentPartPr/>
                <p14:nvPr/>
              </p14:nvContentPartPr>
              <p14:xfrm>
                <a:off x="2524860" y="5640488"/>
                <a:ext cx="306720" cy="75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567374F9-E1BC-D962-D62F-DF1D0CED237A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516220" y="5631488"/>
                  <a:ext cx="3243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5C70113F-CE91-24B0-5F95-2C56054FF031}"/>
                    </a:ext>
                  </a:extLst>
                </p14:cNvPr>
                <p14:cNvContentPartPr/>
                <p14:nvPr/>
              </p14:nvContentPartPr>
              <p14:xfrm>
                <a:off x="2759580" y="5569568"/>
                <a:ext cx="154800" cy="1094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5C70113F-CE91-24B0-5F95-2C56054FF03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750940" y="5560568"/>
                  <a:ext cx="1724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42135561-0BAB-915B-101D-447E3818D1D2}"/>
                    </a:ext>
                  </a:extLst>
                </p14:cNvPr>
                <p14:cNvContentPartPr/>
                <p14:nvPr/>
              </p14:nvContentPartPr>
              <p14:xfrm>
                <a:off x="1750860" y="5391368"/>
                <a:ext cx="114480" cy="1882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42135561-0BAB-915B-101D-447E3818D1D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741860" y="5382728"/>
                  <a:ext cx="1321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677D1EE-8A97-00FB-6DBC-F47A5C96D3D9}"/>
                    </a:ext>
                  </a:extLst>
                </p14:cNvPr>
                <p14:cNvContentPartPr/>
                <p14:nvPr/>
              </p14:nvContentPartPr>
              <p14:xfrm>
                <a:off x="1864980" y="5439248"/>
                <a:ext cx="140040" cy="986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677D1EE-8A97-00FB-6DBC-F47A5C96D3D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856340" y="5430608"/>
                  <a:ext cx="1576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0E3C0FE4-2B40-9EC1-6771-EF88E6DBCD13}"/>
                    </a:ext>
                  </a:extLst>
                </p14:cNvPr>
                <p14:cNvContentPartPr/>
                <p14:nvPr/>
              </p14:nvContentPartPr>
              <p14:xfrm>
                <a:off x="1984500" y="5470928"/>
                <a:ext cx="221400" cy="504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0E3C0FE4-2B40-9EC1-6771-EF88E6DBCD13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975500" y="5461928"/>
                  <a:ext cx="2390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9F4BA1AB-379D-0610-9F07-C540D68CB941}"/>
                    </a:ext>
                  </a:extLst>
                </p14:cNvPr>
                <p14:cNvContentPartPr/>
                <p14:nvPr/>
              </p14:nvContentPartPr>
              <p14:xfrm>
                <a:off x="2213100" y="5442488"/>
                <a:ext cx="145440" cy="655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9F4BA1AB-379D-0610-9F07-C540D68CB941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2204100" y="5433848"/>
                  <a:ext cx="1630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2F68DE03-9ED4-543A-1837-EBC43FBD0AE5}"/>
                    </a:ext>
                  </a:extLst>
                </p14:cNvPr>
                <p14:cNvContentPartPr/>
                <p14:nvPr/>
              </p14:nvContentPartPr>
              <p14:xfrm>
                <a:off x="2363580" y="5419448"/>
                <a:ext cx="251640" cy="608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2F68DE03-9ED4-543A-1837-EBC43FBD0AE5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354940" y="5410448"/>
                  <a:ext cx="2692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E3196CC3-A7D2-B379-1522-5BEEFD69C97B}"/>
                    </a:ext>
                  </a:extLst>
                </p14:cNvPr>
                <p14:cNvContentPartPr/>
                <p14:nvPr/>
              </p14:nvContentPartPr>
              <p14:xfrm>
                <a:off x="2638980" y="5423768"/>
                <a:ext cx="49320" cy="478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E3196CC3-A7D2-B379-1522-5BEEFD69C97B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630340" y="5415128"/>
                  <a:ext cx="669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D50A1B93-2329-84FF-27EB-6699D5AC3514}"/>
                    </a:ext>
                  </a:extLst>
                </p14:cNvPr>
                <p14:cNvContentPartPr/>
                <p14:nvPr/>
              </p14:nvContentPartPr>
              <p14:xfrm>
                <a:off x="2597580" y="5304248"/>
                <a:ext cx="10800" cy="126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D50A1B93-2329-84FF-27EB-6699D5AC3514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588580" y="5295608"/>
                  <a:ext cx="284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EEB04383-3A42-45C0-6250-097234ABA7E9}"/>
                    </a:ext>
                  </a:extLst>
                </p14:cNvPr>
                <p14:cNvContentPartPr/>
                <p14:nvPr/>
              </p14:nvContentPartPr>
              <p14:xfrm>
                <a:off x="2737980" y="5367968"/>
                <a:ext cx="121680" cy="392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EEB04383-3A42-45C0-6250-097234ABA7E9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728980" y="5359328"/>
                  <a:ext cx="1393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33F791DA-052E-4CEA-C858-D2238D59D748}"/>
                    </a:ext>
                  </a:extLst>
                </p14:cNvPr>
                <p14:cNvContentPartPr/>
                <p14:nvPr/>
              </p14:nvContentPartPr>
              <p14:xfrm>
                <a:off x="2902500" y="5334848"/>
                <a:ext cx="141840" cy="8532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33F791DA-052E-4CEA-C858-D2238D59D748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893860" y="5326208"/>
                  <a:ext cx="1594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D1DADCEF-9711-48D4-9E8E-BCEC285F8F70}"/>
                    </a:ext>
                  </a:extLst>
                </p14:cNvPr>
                <p14:cNvContentPartPr/>
                <p14:nvPr/>
              </p14:nvContentPartPr>
              <p14:xfrm>
                <a:off x="2987100" y="5164208"/>
                <a:ext cx="169920" cy="2160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D1DADCEF-9711-48D4-9E8E-BCEC285F8F70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978460" y="5155208"/>
                  <a:ext cx="1875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EC5597FB-9AFD-B84E-34F3-4ECFA495981B}"/>
                    </a:ext>
                  </a:extLst>
                </p14:cNvPr>
                <p14:cNvContentPartPr/>
                <p14:nvPr/>
              </p14:nvContentPartPr>
              <p14:xfrm>
                <a:off x="3035700" y="5281928"/>
                <a:ext cx="92160" cy="3312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EC5597FB-9AFD-B84E-34F3-4ECFA495981B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027060" y="5273288"/>
                  <a:ext cx="1098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22C53DA5-7A6F-201F-D9E3-480CD2A957BC}"/>
                    </a:ext>
                  </a:extLst>
                </p14:cNvPr>
                <p14:cNvContentPartPr/>
                <p14:nvPr/>
              </p14:nvContentPartPr>
              <p14:xfrm>
                <a:off x="3186180" y="5163848"/>
                <a:ext cx="181800" cy="1656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22C53DA5-7A6F-201F-D9E3-480CD2A957BC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3177180" y="5155208"/>
                  <a:ext cx="199440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ECD05450-D2EE-E602-F5FE-E62825F6FAF3}"/>
              </a:ext>
            </a:extLst>
          </p:cNvPr>
          <p:cNvGrpSpPr/>
          <p:nvPr/>
        </p:nvGrpSpPr>
        <p:grpSpPr>
          <a:xfrm>
            <a:off x="7221420" y="5648408"/>
            <a:ext cx="102600" cy="72000"/>
            <a:chOff x="7221420" y="5648408"/>
            <a:chExt cx="102600" cy="7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9F806B71-F9D9-9317-B2A3-2101C7DBED2A}"/>
                    </a:ext>
                  </a:extLst>
                </p14:cNvPr>
                <p14:cNvContentPartPr/>
                <p14:nvPr/>
              </p14:nvContentPartPr>
              <p14:xfrm>
                <a:off x="7221420" y="5695928"/>
                <a:ext cx="102600" cy="2448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9F806B71-F9D9-9317-B2A3-2101C7DBED2A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212780" y="5686928"/>
                  <a:ext cx="1202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88D91152-47EA-3305-57AA-9432B020EE94}"/>
                    </a:ext>
                  </a:extLst>
                </p14:cNvPr>
                <p14:cNvContentPartPr/>
                <p14:nvPr/>
              </p14:nvContentPartPr>
              <p14:xfrm>
                <a:off x="7235820" y="5648408"/>
                <a:ext cx="84600" cy="43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88D91152-47EA-3305-57AA-9432B020EE9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227180" y="5639408"/>
                  <a:ext cx="102240" cy="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246B72B2-54C1-761B-E069-F63844C77086}"/>
              </a:ext>
            </a:extLst>
          </p:cNvPr>
          <p:cNvGrpSpPr/>
          <p:nvPr/>
        </p:nvGrpSpPr>
        <p:grpSpPr>
          <a:xfrm>
            <a:off x="7572780" y="5564528"/>
            <a:ext cx="335160" cy="171000"/>
            <a:chOff x="7572780" y="5564528"/>
            <a:chExt cx="335160" cy="17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B0EB8A53-1771-7599-587F-55E3F4AF0D6B}"/>
                    </a:ext>
                  </a:extLst>
                </p14:cNvPr>
                <p14:cNvContentPartPr/>
                <p14:nvPr/>
              </p14:nvContentPartPr>
              <p14:xfrm>
                <a:off x="7572780" y="5564528"/>
                <a:ext cx="71280" cy="17100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B0EB8A53-1771-7599-587F-55E3F4AF0D6B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564140" y="5555888"/>
                  <a:ext cx="889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8529A011-5046-84C3-B4B5-810F65E6E69B}"/>
                    </a:ext>
                  </a:extLst>
                </p14:cNvPr>
                <p14:cNvContentPartPr/>
                <p14:nvPr/>
              </p14:nvContentPartPr>
              <p14:xfrm>
                <a:off x="7783020" y="5672528"/>
                <a:ext cx="124920" cy="111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8529A011-5046-84C3-B4B5-810F65E6E69B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7774020" y="5663888"/>
                  <a:ext cx="142560" cy="2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4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1907AB03-82A2-8C09-B12D-F63556CA007C}"/>
                  </a:ext>
                </a:extLst>
              </p14:cNvPr>
              <p14:cNvContentPartPr/>
              <p14:nvPr/>
            </p14:nvContentPartPr>
            <p14:xfrm>
              <a:off x="8193060" y="5609888"/>
              <a:ext cx="110160" cy="230760"/>
            </p14:xfrm>
          </p:contentPart>
        </mc:Choice>
        <mc:Fallback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1907AB03-82A2-8C09-B12D-F63556CA007C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8184060" y="5600888"/>
                <a:ext cx="12780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6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C2CB41DE-E59C-5BE1-4EE6-EACFFA065180}"/>
                  </a:ext>
                </a:extLst>
              </p14:cNvPr>
              <p14:cNvContentPartPr/>
              <p14:nvPr/>
            </p14:nvContentPartPr>
            <p14:xfrm>
              <a:off x="7947180" y="5568128"/>
              <a:ext cx="168480" cy="177840"/>
            </p14:xfrm>
          </p:contentPart>
        </mc:Choice>
        <mc:Fallback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C2CB41DE-E59C-5BE1-4EE6-EACFFA065180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7938540" y="5559128"/>
                <a:ext cx="186120" cy="19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5" name="Group 254">
            <a:extLst>
              <a:ext uri="{FF2B5EF4-FFF2-40B4-BE49-F238E27FC236}">
                <a16:creationId xmlns:a16="http://schemas.microsoft.com/office/drawing/2014/main" id="{7158EDCB-A10C-45C9-DCF7-4A919AD7BDFC}"/>
              </a:ext>
            </a:extLst>
          </p:cNvPr>
          <p:cNvGrpSpPr/>
          <p:nvPr/>
        </p:nvGrpSpPr>
        <p:grpSpPr>
          <a:xfrm>
            <a:off x="8431740" y="5444648"/>
            <a:ext cx="1180080" cy="344520"/>
            <a:chOff x="8431740" y="5444648"/>
            <a:chExt cx="1180080" cy="34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EAFE2FFC-7622-B2F0-58C6-49E1996CBFA1}"/>
                    </a:ext>
                  </a:extLst>
                </p14:cNvPr>
                <p14:cNvContentPartPr/>
                <p14:nvPr/>
              </p14:nvContentPartPr>
              <p14:xfrm>
                <a:off x="8431740" y="5612048"/>
                <a:ext cx="104400" cy="12384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EAFE2FFC-7622-B2F0-58C6-49E1996CBFA1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422740" y="5603408"/>
                  <a:ext cx="1220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8C3EA5BE-9428-C6EF-660D-D27D8390EE78}"/>
                    </a:ext>
                  </a:extLst>
                </p14:cNvPr>
                <p14:cNvContentPartPr/>
                <p14:nvPr/>
              </p14:nvContentPartPr>
              <p14:xfrm>
                <a:off x="8556660" y="5641208"/>
                <a:ext cx="99360" cy="7380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8C3EA5BE-9428-C6EF-660D-D27D8390EE78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547660" y="5632568"/>
                  <a:ext cx="1170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3B61956E-0167-2018-39DB-5C01463CF7B1}"/>
                    </a:ext>
                  </a:extLst>
                </p14:cNvPr>
                <p14:cNvContentPartPr/>
                <p14:nvPr/>
              </p14:nvContentPartPr>
              <p14:xfrm>
                <a:off x="8692020" y="5623568"/>
                <a:ext cx="85680" cy="1119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3B61956E-0167-2018-39DB-5C01463CF7B1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683020" y="5614928"/>
                  <a:ext cx="1033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4D712334-6E67-3FC4-2595-856891AADB65}"/>
                    </a:ext>
                  </a:extLst>
                </p14:cNvPr>
                <p14:cNvContentPartPr/>
                <p14:nvPr/>
              </p14:nvContentPartPr>
              <p14:xfrm>
                <a:off x="8883180" y="5560568"/>
                <a:ext cx="193320" cy="1702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4D712334-6E67-3FC4-2595-856891AADB65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874540" y="5551928"/>
                  <a:ext cx="2109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8223392B-94DB-2ECA-2F5D-CC4E571FE75B}"/>
                    </a:ext>
                  </a:extLst>
                </p14:cNvPr>
                <p14:cNvContentPartPr/>
                <p14:nvPr/>
              </p14:nvContentPartPr>
              <p14:xfrm>
                <a:off x="8956620" y="5648408"/>
                <a:ext cx="62640" cy="118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8223392B-94DB-2ECA-2F5D-CC4E571FE75B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947980" y="5639408"/>
                  <a:ext cx="802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64FC56BA-85DE-79A5-B99B-BB2C24EC5096}"/>
                    </a:ext>
                  </a:extLst>
                </p14:cNvPr>
                <p14:cNvContentPartPr/>
                <p14:nvPr/>
              </p14:nvContentPartPr>
              <p14:xfrm>
                <a:off x="8820180" y="5511608"/>
                <a:ext cx="92520" cy="2775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64FC56BA-85DE-79A5-B99B-BB2C24EC5096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811540" y="5502968"/>
                  <a:ext cx="1101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C2775F45-FA89-FB9F-31BC-99E0E9D2439F}"/>
                    </a:ext>
                  </a:extLst>
                </p14:cNvPr>
                <p14:cNvContentPartPr/>
                <p14:nvPr/>
              </p14:nvContentPartPr>
              <p14:xfrm>
                <a:off x="9055620" y="5522768"/>
                <a:ext cx="105120" cy="2509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C2775F45-FA89-FB9F-31BC-99E0E9D2439F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046620" y="5513768"/>
                  <a:ext cx="1227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0EEFCBB0-96D1-567D-1BD5-BFA5FB5BCDFF}"/>
                    </a:ext>
                  </a:extLst>
                </p14:cNvPr>
                <p14:cNvContentPartPr/>
                <p14:nvPr/>
              </p14:nvContentPartPr>
              <p14:xfrm>
                <a:off x="9300420" y="5605208"/>
                <a:ext cx="111600" cy="1623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0EEFCBB0-96D1-567D-1BD5-BFA5FB5BCDFF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291420" y="5596568"/>
                  <a:ext cx="1292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AEBC14E-B0DF-17F4-7E62-FFC7F8AB8233}"/>
                    </a:ext>
                  </a:extLst>
                </p14:cNvPr>
                <p14:cNvContentPartPr/>
                <p14:nvPr/>
              </p14:nvContentPartPr>
              <p14:xfrm>
                <a:off x="9319500" y="5704568"/>
                <a:ext cx="84600" cy="25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AEBC14E-B0DF-17F4-7E62-FFC7F8AB8233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310500" y="5695568"/>
                  <a:ext cx="1022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3290F86A-D499-0E08-AD94-6872A3EDAEC0}"/>
                    </a:ext>
                  </a:extLst>
                </p14:cNvPr>
                <p14:cNvContentPartPr/>
                <p14:nvPr/>
              </p14:nvContentPartPr>
              <p14:xfrm>
                <a:off x="9388980" y="5508008"/>
                <a:ext cx="108720" cy="1476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3290F86A-D499-0E08-AD94-6872A3EDAEC0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379980" y="5499368"/>
                  <a:ext cx="1263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B7961B69-1EDC-E2E0-C59B-F3FCAAAF514B}"/>
                    </a:ext>
                  </a:extLst>
                </p14:cNvPr>
                <p14:cNvContentPartPr/>
                <p14:nvPr/>
              </p14:nvContentPartPr>
              <p14:xfrm>
                <a:off x="9564660" y="5444648"/>
                <a:ext cx="47160" cy="11952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B7961B69-1EDC-E2E0-C59B-F3FCAAAF514B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555660" y="5436008"/>
                  <a:ext cx="64800" cy="13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CF603E72-CB9C-4BA2-D21E-F6B5A5F2D558}"/>
              </a:ext>
            </a:extLst>
          </p:cNvPr>
          <p:cNvGrpSpPr/>
          <p:nvPr/>
        </p:nvGrpSpPr>
        <p:grpSpPr>
          <a:xfrm>
            <a:off x="9752580" y="5481008"/>
            <a:ext cx="979200" cy="385920"/>
            <a:chOff x="9752580" y="5481008"/>
            <a:chExt cx="979200" cy="38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6E57B1EF-5671-B2DA-4344-A6E5E81E43AA}"/>
                    </a:ext>
                  </a:extLst>
                </p14:cNvPr>
                <p14:cNvContentPartPr/>
                <p14:nvPr/>
              </p14:nvContentPartPr>
              <p14:xfrm>
                <a:off x="9788220" y="5605568"/>
                <a:ext cx="31680" cy="1350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6E57B1EF-5671-B2DA-4344-A6E5E81E43AA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779220" y="5596928"/>
                  <a:ext cx="493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2E6D017C-A52D-3BD4-AB76-261386D0C98A}"/>
                    </a:ext>
                  </a:extLst>
                </p14:cNvPr>
                <p14:cNvContentPartPr/>
                <p14:nvPr/>
              </p14:nvContentPartPr>
              <p14:xfrm>
                <a:off x="9752580" y="5698088"/>
                <a:ext cx="108720" cy="576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2E6D017C-A52D-3BD4-AB76-261386D0C98A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743580" y="5689088"/>
                  <a:ext cx="1263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584F0BA6-802E-8639-4B60-1970D4EC8B64}"/>
                    </a:ext>
                  </a:extLst>
                </p14:cNvPr>
                <p14:cNvContentPartPr/>
                <p14:nvPr/>
              </p14:nvContentPartPr>
              <p14:xfrm>
                <a:off x="9973980" y="5651288"/>
                <a:ext cx="135000" cy="21564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584F0BA6-802E-8639-4B60-1970D4EC8B64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965340" y="5642648"/>
                  <a:ext cx="1526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9BEF922D-FA3C-8803-8E38-990276A99FEF}"/>
                    </a:ext>
                  </a:extLst>
                </p14:cNvPr>
                <p14:cNvContentPartPr/>
                <p14:nvPr/>
              </p14:nvContentPartPr>
              <p14:xfrm>
                <a:off x="10084140" y="5481008"/>
                <a:ext cx="109080" cy="9936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9BEF922D-FA3C-8803-8E38-990276A99FEF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075500" y="5472368"/>
                  <a:ext cx="1267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7C48EDB2-5B33-A0F5-E610-704BCE476623}"/>
                    </a:ext>
                  </a:extLst>
                </p14:cNvPr>
                <p14:cNvContentPartPr/>
                <p14:nvPr/>
              </p14:nvContentPartPr>
              <p14:xfrm>
                <a:off x="10271340" y="5641928"/>
                <a:ext cx="106200" cy="15264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7C48EDB2-5B33-A0F5-E610-704BCE476623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262340" y="5632928"/>
                  <a:ext cx="1238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011418A9-4F08-42AA-26EE-12C87CA5257A}"/>
                    </a:ext>
                  </a:extLst>
                </p14:cNvPr>
                <p14:cNvContentPartPr/>
                <p14:nvPr/>
              </p14:nvContentPartPr>
              <p14:xfrm>
                <a:off x="10293660" y="5718248"/>
                <a:ext cx="107640" cy="720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011418A9-4F08-42AA-26EE-12C87CA5257A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0285020" y="5709608"/>
                  <a:ext cx="1252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02648B15-66E0-E3CC-3137-7218D1354646}"/>
                    </a:ext>
                  </a:extLst>
                </p14:cNvPr>
                <p14:cNvContentPartPr/>
                <p14:nvPr/>
              </p14:nvContentPartPr>
              <p14:xfrm>
                <a:off x="10480140" y="5595848"/>
                <a:ext cx="82080" cy="504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02648B15-66E0-E3CC-3137-7218D1354646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471500" y="5586848"/>
                  <a:ext cx="997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E41A169A-A29F-7D31-D0DC-E554A5B73059}"/>
                    </a:ext>
                  </a:extLst>
                </p14:cNvPr>
                <p14:cNvContentPartPr/>
                <p14:nvPr/>
              </p14:nvContentPartPr>
              <p14:xfrm>
                <a:off x="10609020" y="5523128"/>
                <a:ext cx="122760" cy="903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E41A169A-A29F-7D31-D0DC-E554A5B73059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600020" y="5514128"/>
                  <a:ext cx="14040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7307BFF2-5CAF-6A3A-4593-3F21017D3911}"/>
              </a:ext>
            </a:extLst>
          </p:cNvPr>
          <p:cNvGrpSpPr/>
          <p:nvPr/>
        </p:nvGrpSpPr>
        <p:grpSpPr>
          <a:xfrm>
            <a:off x="3710340" y="6147368"/>
            <a:ext cx="960480" cy="332280"/>
            <a:chOff x="3710340" y="6147368"/>
            <a:chExt cx="960480" cy="33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F29E16E6-B83E-4B3F-43F5-3D2CD5E6293D}"/>
                    </a:ext>
                  </a:extLst>
                </p14:cNvPr>
                <p14:cNvContentPartPr/>
                <p14:nvPr/>
              </p14:nvContentPartPr>
              <p14:xfrm>
                <a:off x="3710340" y="6182288"/>
                <a:ext cx="205560" cy="24120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F29E16E6-B83E-4B3F-43F5-3D2CD5E6293D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3701700" y="6173648"/>
                  <a:ext cx="2232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0252F62C-A144-5813-309C-17156D8AA342}"/>
                    </a:ext>
                  </a:extLst>
                </p14:cNvPr>
                <p14:cNvContentPartPr/>
                <p14:nvPr/>
              </p14:nvContentPartPr>
              <p14:xfrm>
                <a:off x="3735180" y="6207848"/>
                <a:ext cx="140760" cy="24444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0252F62C-A144-5813-309C-17156D8AA342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3726540" y="6198848"/>
                  <a:ext cx="1584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CCECA43B-A953-6541-E335-07BC330D6202}"/>
                    </a:ext>
                  </a:extLst>
                </p14:cNvPr>
                <p14:cNvContentPartPr/>
                <p14:nvPr/>
              </p14:nvContentPartPr>
              <p14:xfrm>
                <a:off x="3959460" y="6147368"/>
                <a:ext cx="108720" cy="32688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CCECA43B-A953-6541-E335-07BC330D6202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3950460" y="6138368"/>
                  <a:ext cx="12636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2C3AF8F1-FB64-FB15-167F-4658947B1F72}"/>
                    </a:ext>
                  </a:extLst>
                </p14:cNvPr>
                <p14:cNvContentPartPr/>
                <p14:nvPr/>
              </p14:nvContentPartPr>
              <p14:xfrm>
                <a:off x="4052340" y="6274448"/>
                <a:ext cx="180360" cy="18720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2C3AF8F1-FB64-FB15-167F-4658947B1F72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4043340" y="6265808"/>
                  <a:ext cx="1980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6D902C11-8596-9FAC-ABEF-029D61CE52C9}"/>
                    </a:ext>
                  </a:extLst>
                </p14:cNvPr>
                <p14:cNvContentPartPr/>
                <p14:nvPr/>
              </p14:nvContentPartPr>
              <p14:xfrm>
                <a:off x="4064220" y="6364088"/>
                <a:ext cx="154440" cy="57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6D902C11-8596-9FAC-ABEF-029D61CE52C9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4055580" y="6355088"/>
                  <a:ext cx="172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A195862D-7E83-B375-1DDC-9B91180E6D84}"/>
                    </a:ext>
                  </a:extLst>
                </p14:cNvPr>
                <p14:cNvContentPartPr/>
                <p14:nvPr/>
              </p14:nvContentPartPr>
              <p14:xfrm>
                <a:off x="4244580" y="6171848"/>
                <a:ext cx="162360" cy="30780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A195862D-7E83-B375-1DDC-9B91180E6D84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4235580" y="6163208"/>
                  <a:ext cx="18000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9FD8341E-67AB-AE37-7A1D-C56DE2A3D80F}"/>
                    </a:ext>
                  </a:extLst>
                </p14:cNvPr>
                <p14:cNvContentPartPr/>
                <p14:nvPr/>
              </p14:nvContentPartPr>
              <p14:xfrm>
                <a:off x="4556700" y="6363008"/>
                <a:ext cx="114120" cy="684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9FD8341E-67AB-AE37-7A1D-C56DE2A3D80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4548060" y="6354368"/>
                  <a:ext cx="1317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D5FCEFBA-7597-2564-0BDF-4C721543304B}"/>
                    </a:ext>
                  </a:extLst>
                </p14:cNvPr>
                <p14:cNvContentPartPr/>
                <p14:nvPr/>
              </p14:nvContentPartPr>
              <p14:xfrm>
                <a:off x="4571820" y="6303968"/>
                <a:ext cx="93960" cy="504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D5FCEFBA-7597-2564-0BDF-4C721543304B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4562820" y="6294968"/>
                  <a:ext cx="11160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B2F892F4-81BB-8DB3-FF20-4A0BE82FDA9C}"/>
              </a:ext>
            </a:extLst>
          </p:cNvPr>
          <p:cNvGrpSpPr/>
          <p:nvPr/>
        </p:nvGrpSpPr>
        <p:grpSpPr>
          <a:xfrm>
            <a:off x="4940460" y="6357608"/>
            <a:ext cx="3226320" cy="366120"/>
            <a:chOff x="4940460" y="6357608"/>
            <a:chExt cx="3226320" cy="36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2E65C3BD-6F21-E19C-8476-ABA19830BB42}"/>
                    </a:ext>
                  </a:extLst>
                </p14:cNvPr>
                <p14:cNvContentPartPr/>
                <p14:nvPr/>
              </p14:nvContentPartPr>
              <p14:xfrm>
                <a:off x="4940460" y="6469568"/>
                <a:ext cx="47160" cy="15480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2E65C3BD-6F21-E19C-8476-ABA19830BB42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4931460" y="6460568"/>
                  <a:ext cx="648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FBC69370-6738-F60B-879A-48C7B9E20B65}"/>
                    </a:ext>
                  </a:extLst>
                </p14:cNvPr>
                <p14:cNvContentPartPr/>
                <p14:nvPr/>
              </p14:nvContentPartPr>
              <p14:xfrm>
                <a:off x="5128380" y="6556328"/>
                <a:ext cx="140040" cy="576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FBC69370-6738-F60B-879A-48C7B9E20B65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5119380" y="6547328"/>
                  <a:ext cx="157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2EC709E4-9ECE-F804-9F09-FCA5B862EB8E}"/>
                    </a:ext>
                  </a:extLst>
                </p14:cNvPr>
                <p14:cNvContentPartPr/>
                <p14:nvPr/>
              </p14:nvContentPartPr>
              <p14:xfrm>
                <a:off x="5377500" y="6441128"/>
                <a:ext cx="124200" cy="17352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2EC709E4-9ECE-F804-9F09-FCA5B862EB8E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5368860" y="6432128"/>
                  <a:ext cx="1418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EAFD1C49-2A9B-9846-9357-B9C56C40E2FE}"/>
                    </a:ext>
                  </a:extLst>
                </p14:cNvPr>
                <p14:cNvContentPartPr/>
                <p14:nvPr/>
              </p14:nvContentPartPr>
              <p14:xfrm>
                <a:off x="5548140" y="6539048"/>
                <a:ext cx="107280" cy="18468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EAFD1C49-2A9B-9846-9357-B9C56C40E2FE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5539140" y="6530408"/>
                  <a:ext cx="1249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93C63A9A-7C2B-201B-4F55-3787300A97A1}"/>
                    </a:ext>
                  </a:extLst>
                </p14:cNvPr>
                <p14:cNvContentPartPr/>
                <p14:nvPr/>
              </p14:nvContentPartPr>
              <p14:xfrm>
                <a:off x="5749020" y="6514928"/>
                <a:ext cx="88200" cy="8424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93C63A9A-7C2B-201B-4F55-3787300A97A1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5740020" y="6505928"/>
                  <a:ext cx="1058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31F7EE1C-4F2A-2EF8-E5BE-E0F677334CBA}"/>
                    </a:ext>
                  </a:extLst>
                </p14:cNvPr>
                <p14:cNvContentPartPr/>
                <p14:nvPr/>
              </p14:nvContentPartPr>
              <p14:xfrm>
                <a:off x="5878980" y="6535088"/>
                <a:ext cx="86760" cy="3348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31F7EE1C-4F2A-2EF8-E5BE-E0F677334CBA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5870340" y="6526088"/>
                  <a:ext cx="1044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126FC170-AE8C-3313-C81F-A4909FFFFEA7}"/>
                    </a:ext>
                  </a:extLst>
                </p14:cNvPr>
                <p14:cNvContentPartPr/>
                <p14:nvPr/>
              </p14:nvContentPartPr>
              <p14:xfrm>
                <a:off x="6035220" y="6510248"/>
                <a:ext cx="97200" cy="10548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126FC170-AE8C-3313-C81F-A4909FFFFEA7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6026580" y="6501248"/>
                  <a:ext cx="1148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13935739-793D-6D72-EBD6-E686424AAE67}"/>
                    </a:ext>
                  </a:extLst>
                </p14:cNvPr>
                <p14:cNvContentPartPr/>
                <p14:nvPr/>
              </p14:nvContentPartPr>
              <p14:xfrm>
                <a:off x="6199740" y="6390368"/>
                <a:ext cx="91800" cy="22932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13935739-793D-6D72-EBD6-E686424AAE67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6190740" y="6381368"/>
                  <a:ext cx="1094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741CE686-63B1-A1D4-7C59-907B5849CF8F}"/>
                    </a:ext>
                  </a:extLst>
                </p14:cNvPr>
                <p14:cNvContentPartPr/>
                <p14:nvPr/>
              </p14:nvContentPartPr>
              <p14:xfrm>
                <a:off x="6312060" y="6460928"/>
                <a:ext cx="145800" cy="14256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741CE686-63B1-A1D4-7C59-907B5849CF8F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303420" y="6451928"/>
                  <a:ext cx="1634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E71C91E9-0955-1A53-E9CC-9588CC95520D}"/>
                    </a:ext>
                  </a:extLst>
                </p14:cNvPr>
                <p14:cNvContentPartPr/>
                <p14:nvPr/>
              </p14:nvContentPartPr>
              <p14:xfrm>
                <a:off x="6349860" y="6519968"/>
                <a:ext cx="61560" cy="828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E71C91E9-0955-1A53-E9CC-9588CC95520D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340860" y="6511328"/>
                  <a:ext cx="792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FAEDF162-7F69-7366-8B1C-27A5B8664F8A}"/>
                    </a:ext>
                  </a:extLst>
                </p14:cNvPr>
                <p14:cNvContentPartPr/>
                <p14:nvPr/>
              </p14:nvContentPartPr>
              <p14:xfrm>
                <a:off x="6483780" y="6395408"/>
                <a:ext cx="146520" cy="23400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FAEDF162-7F69-7366-8B1C-27A5B8664F8A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6474780" y="6386768"/>
                  <a:ext cx="1641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FCB1990F-B096-F010-8B97-CAC7FC3DE2F2}"/>
                    </a:ext>
                  </a:extLst>
                </p14:cNvPr>
                <p14:cNvContentPartPr/>
                <p14:nvPr/>
              </p14:nvContentPartPr>
              <p14:xfrm>
                <a:off x="6738300" y="6468128"/>
                <a:ext cx="122400" cy="15228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FCB1990F-B096-F010-8B97-CAC7FC3DE2F2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729660" y="6459128"/>
                  <a:ext cx="1400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13028807-4EC8-7ABF-E478-55F4203208C2}"/>
                    </a:ext>
                  </a:extLst>
                </p14:cNvPr>
                <p14:cNvContentPartPr/>
                <p14:nvPr/>
              </p14:nvContentPartPr>
              <p14:xfrm>
                <a:off x="6747660" y="6545888"/>
                <a:ext cx="105120" cy="576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13028807-4EC8-7ABF-E478-55F4203208C2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739020" y="6536888"/>
                  <a:ext cx="122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94F21A9D-4D9E-CB99-171E-6D5EDED1DC74}"/>
                    </a:ext>
                  </a:extLst>
                </p14:cNvPr>
                <p14:cNvContentPartPr/>
                <p14:nvPr/>
              </p14:nvContentPartPr>
              <p14:xfrm>
                <a:off x="6905340" y="6415928"/>
                <a:ext cx="108720" cy="576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94F21A9D-4D9E-CB99-171E-6D5EDED1DC74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6896700" y="6407288"/>
                  <a:ext cx="1263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795BA530-5F03-02EF-D12B-340D8F16FAA5}"/>
                    </a:ext>
                  </a:extLst>
                </p14:cNvPr>
                <p14:cNvContentPartPr/>
                <p14:nvPr/>
              </p14:nvContentPartPr>
              <p14:xfrm>
                <a:off x="7039620" y="6369488"/>
                <a:ext cx="11160" cy="9504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795BA530-5F03-02EF-D12B-340D8F16FAA5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7030980" y="6360488"/>
                  <a:ext cx="288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C44619C1-60A5-5563-A98F-62FF6F242D2C}"/>
                    </a:ext>
                  </a:extLst>
                </p14:cNvPr>
                <p14:cNvContentPartPr/>
                <p14:nvPr/>
              </p14:nvContentPartPr>
              <p14:xfrm>
                <a:off x="7242300" y="6452648"/>
                <a:ext cx="25560" cy="11484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C44619C1-60A5-5563-A98F-62FF6F242D2C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7233300" y="6443648"/>
                  <a:ext cx="432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6BCA6A29-9C2A-7212-446F-5AB561C71C2B}"/>
                    </a:ext>
                  </a:extLst>
                </p14:cNvPr>
                <p14:cNvContentPartPr/>
                <p14:nvPr/>
              </p14:nvContentPartPr>
              <p14:xfrm>
                <a:off x="7195140" y="6530408"/>
                <a:ext cx="125280" cy="576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6BCA6A29-9C2A-7212-446F-5AB561C71C2B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7186500" y="6521408"/>
                  <a:ext cx="142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A96CF86C-C79D-F149-F803-71E9E74E5AFE}"/>
                    </a:ext>
                  </a:extLst>
                </p14:cNvPr>
                <p14:cNvContentPartPr/>
                <p14:nvPr/>
              </p14:nvContentPartPr>
              <p14:xfrm>
                <a:off x="7393500" y="6467408"/>
                <a:ext cx="98280" cy="20952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A96CF86C-C79D-F149-F803-71E9E74E5AFE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7384500" y="6458768"/>
                  <a:ext cx="1159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019C94A1-6915-067E-30DB-73095198C6F1}"/>
                    </a:ext>
                  </a:extLst>
                </p14:cNvPr>
                <p14:cNvContentPartPr/>
                <p14:nvPr/>
              </p14:nvContentPartPr>
              <p14:xfrm>
                <a:off x="7533180" y="6401528"/>
                <a:ext cx="140040" cy="10440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019C94A1-6915-067E-30DB-73095198C6F1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7524540" y="6392888"/>
                  <a:ext cx="1576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6D032D23-B1C2-4F12-7EF9-94705E067092}"/>
                    </a:ext>
                  </a:extLst>
                </p14:cNvPr>
                <p14:cNvContentPartPr/>
                <p14:nvPr/>
              </p14:nvContentPartPr>
              <p14:xfrm>
                <a:off x="7730820" y="6469568"/>
                <a:ext cx="159120" cy="15012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6D032D23-B1C2-4F12-7EF9-94705E067092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7721820" y="6460928"/>
                  <a:ext cx="1767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547F6894-3D0D-0E4D-0160-34F3EB9F4B43}"/>
                    </a:ext>
                  </a:extLst>
                </p14:cNvPr>
                <p14:cNvContentPartPr/>
                <p14:nvPr/>
              </p14:nvContentPartPr>
              <p14:xfrm>
                <a:off x="7762860" y="6526448"/>
                <a:ext cx="124200" cy="2520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547F6894-3D0D-0E4D-0160-34F3EB9F4B43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753860" y="6517808"/>
                  <a:ext cx="1418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E1BA54E9-956A-7AED-A909-53E4DBF36F4D}"/>
                    </a:ext>
                  </a:extLst>
                </p14:cNvPr>
                <p14:cNvContentPartPr/>
                <p14:nvPr/>
              </p14:nvContentPartPr>
              <p14:xfrm>
                <a:off x="7929180" y="6405848"/>
                <a:ext cx="77400" cy="1656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E1BA54E9-956A-7AED-A909-53E4DBF36F4D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7920180" y="6396848"/>
                  <a:ext cx="950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A4D84BDD-04A4-9197-F94C-AC08A77493DD}"/>
                    </a:ext>
                  </a:extLst>
                </p14:cNvPr>
                <p14:cNvContentPartPr/>
                <p14:nvPr/>
              </p14:nvContentPartPr>
              <p14:xfrm>
                <a:off x="8058060" y="6357608"/>
                <a:ext cx="108720" cy="8712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A4D84BDD-04A4-9197-F94C-AC08A77493DD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049060" y="6348608"/>
                  <a:ext cx="126360" cy="10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8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089DD702-C156-6F2B-F843-C295B95B4C8E}"/>
                  </a:ext>
                </a:extLst>
              </p14:cNvPr>
              <p14:cNvContentPartPr/>
              <p14:nvPr/>
            </p14:nvContentPartPr>
            <p14:xfrm>
              <a:off x="4868460" y="6188048"/>
              <a:ext cx="3356280" cy="67680"/>
            </p14:xfrm>
          </p:contentPart>
        </mc:Choice>
        <mc:Fallback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089DD702-C156-6F2B-F843-C295B95B4C8E}"/>
                  </a:ext>
                </a:extLst>
              </p:cNvPr>
              <p:cNvPicPr/>
              <p:nvPr/>
            </p:nvPicPr>
            <p:blipFill>
              <a:blip r:embed="rId459"/>
              <a:stretch>
                <a:fillRect/>
              </a:stretch>
            </p:blipFill>
            <p:spPr>
              <a:xfrm>
                <a:off x="4859820" y="6179048"/>
                <a:ext cx="337392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0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43C4E4D1-3990-8E95-C9A7-D3A74F090E48}"/>
                  </a:ext>
                </a:extLst>
              </p14:cNvPr>
              <p14:cNvContentPartPr/>
              <p14:nvPr/>
            </p14:nvContentPartPr>
            <p14:xfrm>
              <a:off x="6251580" y="5898248"/>
              <a:ext cx="107640" cy="190440"/>
            </p14:xfrm>
          </p:contentPart>
        </mc:Choice>
        <mc:Fallback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43C4E4D1-3990-8E95-C9A7-D3A74F090E48}"/>
                  </a:ext>
                </a:extLst>
              </p:cNvPr>
              <p:cNvPicPr/>
              <p:nvPr/>
            </p:nvPicPr>
            <p:blipFill>
              <a:blip r:embed="rId461"/>
              <a:stretch>
                <a:fillRect/>
              </a:stretch>
            </p:blipFill>
            <p:spPr>
              <a:xfrm>
                <a:off x="6242940" y="5889248"/>
                <a:ext cx="125280" cy="20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3" name="Group 312">
            <a:extLst>
              <a:ext uri="{FF2B5EF4-FFF2-40B4-BE49-F238E27FC236}">
                <a16:creationId xmlns:a16="http://schemas.microsoft.com/office/drawing/2014/main" id="{C0CB9416-890E-23E4-B644-571057159CC5}"/>
              </a:ext>
            </a:extLst>
          </p:cNvPr>
          <p:cNvGrpSpPr/>
          <p:nvPr/>
        </p:nvGrpSpPr>
        <p:grpSpPr>
          <a:xfrm>
            <a:off x="8193060" y="155528"/>
            <a:ext cx="530280" cy="373680"/>
            <a:chOff x="8193060" y="155528"/>
            <a:chExt cx="530280" cy="37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D854819E-0797-2D0B-3631-F81EBEF1AB75}"/>
                    </a:ext>
                  </a:extLst>
                </p14:cNvPr>
                <p14:cNvContentPartPr/>
                <p14:nvPr/>
              </p14:nvContentPartPr>
              <p14:xfrm>
                <a:off x="8395740" y="254528"/>
                <a:ext cx="208440" cy="15120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D854819E-0797-2D0B-3631-F81EBEF1AB75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8386740" y="245528"/>
                  <a:ext cx="2260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E32DDBF8-4C29-2F8C-E4B2-5B16367CA385}"/>
                    </a:ext>
                  </a:extLst>
                </p14:cNvPr>
                <p14:cNvContentPartPr/>
                <p14:nvPr/>
              </p14:nvContentPartPr>
              <p14:xfrm>
                <a:off x="8463060" y="337688"/>
                <a:ext cx="100800" cy="36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E32DDBF8-4C29-2F8C-E4B2-5B16367CA385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454420" y="328688"/>
                  <a:ext cx="118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CCC68282-030F-67D9-E829-09A58366E440}"/>
                    </a:ext>
                  </a:extLst>
                </p14:cNvPr>
                <p14:cNvContentPartPr/>
                <p14:nvPr/>
              </p14:nvContentPartPr>
              <p14:xfrm>
                <a:off x="8671140" y="223208"/>
                <a:ext cx="52200" cy="20160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CCC68282-030F-67D9-E829-09A58366E440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8662140" y="214568"/>
                  <a:ext cx="698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CA94A627-7B73-4427-BAFE-6BB67C9EFF4D}"/>
                    </a:ext>
                  </a:extLst>
                </p14:cNvPr>
                <p14:cNvContentPartPr/>
                <p14:nvPr/>
              </p14:nvContentPartPr>
              <p14:xfrm>
                <a:off x="8193060" y="155528"/>
                <a:ext cx="447120" cy="4212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CA94A627-7B73-4427-BAFE-6BB67C9EFF4D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8184060" y="146888"/>
                  <a:ext cx="4647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3946675D-79BB-66E4-C242-7EDD4C0CD2B9}"/>
                    </a:ext>
                  </a:extLst>
                </p14:cNvPr>
                <p14:cNvContentPartPr/>
                <p14:nvPr/>
              </p14:nvContentPartPr>
              <p14:xfrm>
                <a:off x="8239140" y="212768"/>
                <a:ext cx="52920" cy="21276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3946675D-79BB-66E4-C242-7EDD4C0CD2B9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8230500" y="204128"/>
                  <a:ext cx="705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F2944259-34EA-5262-D124-EC2C557E2E0B}"/>
                    </a:ext>
                  </a:extLst>
                </p14:cNvPr>
                <p14:cNvContentPartPr/>
                <p14:nvPr/>
              </p14:nvContentPartPr>
              <p14:xfrm>
                <a:off x="8266500" y="488168"/>
                <a:ext cx="368640" cy="4104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F2944259-34EA-5262-D124-EC2C557E2E0B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8257500" y="479528"/>
                  <a:ext cx="386280" cy="58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E8F65-B626-5D74-6C33-039C388CA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033BE2-8954-E3F8-37C4-59205B1C20CD}"/>
              </a:ext>
            </a:extLst>
          </p:cNvPr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Lecture 5 synthesis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6D78322-0DA8-37B9-8AA9-BB966DB81EF7}"/>
              </a:ext>
            </a:extLst>
          </p:cNvPr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8F5A8-6A8C-A41B-0866-8B403A9ED9BA}"/>
              </a:ext>
            </a:extLst>
          </p:cNvPr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WRAP-UP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96EF19-CF3E-13F0-1AE1-9BF3FC029723}"/>
              </a:ext>
            </a:extLst>
          </p:cNvPr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z-transform is frequency analysis plus convergence geometry.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AF7F261-3020-8882-22D3-31E867353BFE}"/>
              </a:ext>
            </a:extLst>
          </p:cNvPr>
          <p:cNvSpPr/>
          <p:nvPr/>
        </p:nvSpPr>
        <p:spPr>
          <a:xfrm>
            <a:off x="685800" y="1920240"/>
            <a:ext cx="1828800" cy="15544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9728C5-8F2C-7772-3FCA-EC0E2D51FEC5}"/>
              </a:ext>
            </a:extLst>
          </p:cNvPr>
          <p:cNvSpPr txBox="1"/>
          <p:nvPr/>
        </p:nvSpPr>
        <p:spPr>
          <a:xfrm>
            <a:off x="777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sequence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CC7FC8-939B-3B6A-D271-42B22C0F8951}"/>
              </a:ext>
            </a:extLst>
          </p:cNvPr>
          <p:cNvSpPr txBox="1"/>
          <p:nvPr/>
        </p:nvSpPr>
        <p:spPr>
          <a:xfrm>
            <a:off x="777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x[n]</a:t>
            </a:r>
          </a:p>
        </p:txBody>
      </p: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9B799338-A948-AD9A-AEC3-AFE61AA1C182}"/>
              </a:ext>
            </a:extLst>
          </p:cNvPr>
          <p:cNvCxnSpPr/>
          <p:nvPr/>
        </p:nvCxnSpPr>
        <p:spPr>
          <a:xfrm>
            <a:off x="2532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875E58A-311C-FF32-90C7-227B8E483FFE}"/>
              </a:ext>
            </a:extLst>
          </p:cNvPr>
          <p:cNvSpPr/>
          <p:nvPr/>
        </p:nvSpPr>
        <p:spPr>
          <a:xfrm>
            <a:off x="2971800" y="1920240"/>
            <a:ext cx="1828800" cy="15544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7138DF-348C-2BB5-7BDD-EA03387D1352}"/>
              </a:ext>
            </a:extLst>
          </p:cNvPr>
          <p:cNvSpPr txBox="1"/>
          <p:nvPr/>
        </p:nvSpPr>
        <p:spPr>
          <a:xfrm>
            <a:off x="3063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z-transform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A17E5D-82EF-7FC8-7885-7B3742C95703}"/>
              </a:ext>
            </a:extLst>
          </p:cNvPr>
          <p:cNvSpPr txBox="1"/>
          <p:nvPr/>
        </p:nvSpPr>
        <p:spPr>
          <a:xfrm>
            <a:off x="3063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X(z)</a:t>
            </a:r>
          </a:p>
        </p:txBody>
      </p: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65BE3590-BCD7-2711-9AC0-BD9324E1A3F0}"/>
              </a:ext>
            </a:extLst>
          </p:cNvPr>
          <p:cNvCxnSpPr/>
          <p:nvPr/>
        </p:nvCxnSpPr>
        <p:spPr>
          <a:xfrm>
            <a:off x="4818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774D32E-E87C-C07F-6DFA-A408AD706479}"/>
              </a:ext>
            </a:extLst>
          </p:cNvPr>
          <p:cNvSpPr/>
          <p:nvPr/>
        </p:nvSpPr>
        <p:spPr>
          <a:xfrm>
            <a:off x="5257800" y="1920240"/>
            <a:ext cx="1828800" cy="15544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F26942-0588-9867-6974-3A75BCA941FD}"/>
              </a:ext>
            </a:extLst>
          </p:cNvPr>
          <p:cNvSpPr txBox="1"/>
          <p:nvPr/>
        </p:nvSpPr>
        <p:spPr>
          <a:xfrm>
            <a:off x="5349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ROC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C9056B-E41D-510E-3F16-D9F51FF016B9}"/>
              </a:ext>
            </a:extLst>
          </p:cNvPr>
          <p:cNvSpPr txBox="1"/>
          <p:nvPr/>
        </p:nvSpPr>
        <p:spPr>
          <a:xfrm>
            <a:off x="5349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where it converges</a:t>
            </a:r>
          </a:p>
        </p:txBody>
      </p: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C67332B9-A2D5-E2CB-C829-421024D65A37}"/>
              </a:ext>
            </a:extLst>
          </p:cNvPr>
          <p:cNvCxnSpPr/>
          <p:nvPr/>
        </p:nvCxnSpPr>
        <p:spPr>
          <a:xfrm>
            <a:off x="7104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65F1808-65C7-064C-617C-F897EB97B4DB}"/>
              </a:ext>
            </a:extLst>
          </p:cNvPr>
          <p:cNvSpPr/>
          <p:nvPr/>
        </p:nvSpPr>
        <p:spPr>
          <a:xfrm>
            <a:off x="7543800" y="1920240"/>
            <a:ext cx="1828800" cy="15544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443EC0-9AEC-6045-F46A-90E7EDCA5C2E}"/>
              </a:ext>
            </a:extLst>
          </p:cNvPr>
          <p:cNvSpPr txBox="1"/>
          <p:nvPr/>
        </p:nvSpPr>
        <p:spPr>
          <a:xfrm>
            <a:off x="7635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unit circle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66B2AC-F51D-9FB5-5EF8-0803C2906B83}"/>
              </a:ext>
            </a:extLst>
          </p:cNvPr>
          <p:cNvSpPr txBox="1"/>
          <p:nvPr/>
        </p:nvSpPr>
        <p:spPr>
          <a:xfrm>
            <a:off x="7635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DTFT if included</a:t>
            </a:r>
          </a:p>
        </p:txBody>
      </p:sp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92C8230F-B05C-0B47-7E8E-089E339D34D4}"/>
              </a:ext>
            </a:extLst>
          </p:cNvPr>
          <p:cNvCxnSpPr/>
          <p:nvPr/>
        </p:nvCxnSpPr>
        <p:spPr>
          <a:xfrm>
            <a:off x="9390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DAD299C-1F74-0A57-D60D-5226ABB9E05F}"/>
              </a:ext>
            </a:extLst>
          </p:cNvPr>
          <p:cNvSpPr/>
          <p:nvPr/>
        </p:nvSpPr>
        <p:spPr>
          <a:xfrm>
            <a:off x="9829800" y="1920240"/>
            <a:ext cx="1828800" cy="15544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C2B7E5-518B-4079-6128-A29EBF8E907F}"/>
              </a:ext>
            </a:extLst>
          </p:cNvPr>
          <p:cNvSpPr txBox="1"/>
          <p:nvPr/>
        </p:nvSpPr>
        <p:spPr>
          <a:xfrm>
            <a:off x="9921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inverse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FFF145-DF27-3EA1-8EE5-4A10951D36D5}"/>
              </a:ext>
            </a:extLst>
          </p:cNvPr>
          <p:cNvSpPr txBox="1"/>
          <p:nvPr/>
        </p:nvSpPr>
        <p:spPr>
          <a:xfrm>
            <a:off x="9921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PFE + ROC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B168B05-50A9-B47C-578A-353AE2A68B50}"/>
              </a:ext>
            </a:extLst>
          </p:cNvPr>
          <p:cNvSpPr/>
          <p:nvPr/>
        </p:nvSpPr>
        <p:spPr>
          <a:xfrm>
            <a:off x="960120" y="4343400"/>
            <a:ext cx="10241280" cy="100584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96CDEE-E598-124B-F9EE-C45B4F6007AF}"/>
              </a:ext>
            </a:extLst>
          </p:cNvPr>
          <p:cNvSpPr txBox="1"/>
          <p:nvPr/>
        </p:nvSpPr>
        <p:spPr>
          <a:xfrm>
            <a:off x="1188720" y="4480560"/>
            <a:ext cx="9784080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Exit ticket: Why can the same rational X(z) correspond to different sequences?  Good answer: because different power-series expansions converge in different ROCs, producing different time supports.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D738BC-1A46-E991-80E1-D44CFCB12626}"/>
              </a:ext>
            </a:extLst>
          </p:cNvPr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5EDB64-9C98-A1D7-3CCB-E7CF90DC0A77}"/>
              </a:ext>
            </a:extLst>
          </p:cNvPr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1946812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Next: transfer functions, poles, zeros, stability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Lecture 6 turns the z-plane into a filter-design map.</a:t>
            </a:r>
          </a:p>
        </p:txBody>
      </p:sp>
      <p:pic>
        <p:nvPicPr>
          <p:cNvPr id="6" name="Picture 5" descr="pz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498348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80760" y="1417320"/>
            <a:ext cx="4937760" cy="38404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297680" cy="310896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Difference equations become rational H(z).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Poles + ROC determine causality and stability.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Zeros suppress nearby unit-circle frequencies.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Poles enhance nearby frequencies.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Audio filters become geometry you can see.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2257</Words>
  <Application>Microsoft Office PowerPoint</Application>
  <PresentationFormat>Widescreen</PresentationFormat>
  <Paragraphs>289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ECE DSP + ML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Lecture 3 — Continuous-to-Discrete Conversion &amp; Aliasing</dc:title>
  <dc:subject>Week 2 DSP + ML course materials</dc:subject>
  <dc:creator>OpenAI</dc:creator>
  <cp:lastModifiedBy>Peter Mathys</cp:lastModifiedBy>
  <cp:revision>6</cp:revision>
  <dcterms:created xsi:type="dcterms:W3CDTF">2026-08-18T14:43:54Z</dcterms:created>
  <dcterms:modified xsi:type="dcterms:W3CDTF">2026-09-08T18:22:40Z</dcterms:modified>
</cp:coreProperties>
</file>